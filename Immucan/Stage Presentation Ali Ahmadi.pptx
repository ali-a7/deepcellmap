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58" r:id="rId3"/>
    <p:sldId id="259" r:id="rId4"/>
    <p:sldId id="260" r:id="rId5"/>
    <p:sldId id="358" r:id="rId6"/>
    <p:sldId id="261" r:id="rId7"/>
    <p:sldId id="346" r:id="rId8"/>
    <p:sldId id="262" r:id="rId9"/>
    <p:sldId id="263" r:id="rId10"/>
    <p:sldId id="264" r:id="rId11"/>
    <p:sldId id="350" r:id="rId12"/>
    <p:sldId id="347" r:id="rId13"/>
    <p:sldId id="348" r:id="rId14"/>
    <p:sldId id="349" r:id="rId15"/>
    <p:sldId id="351" r:id="rId16"/>
    <p:sldId id="352" r:id="rId17"/>
    <p:sldId id="353" r:id="rId18"/>
    <p:sldId id="354" r:id="rId19"/>
    <p:sldId id="355" r:id="rId20"/>
    <p:sldId id="356" r:id="rId21"/>
    <p:sldId id="357" r:id="rId2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12" Type="http://schemas.openxmlformats.org/officeDocument/2006/relationships/image" Target="../media/image30.sv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svg"/><Relationship Id="rId4" Type="http://schemas.openxmlformats.org/officeDocument/2006/relationships/image" Target="../media/image22.svg"/><Relationship Id="rId9" Type="http://schemas.openxmlformats.org/officeDocument/2006/relationships/image" Target="../media/image27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12" Type="http://schemas.openxmlformats.org/officeDocument/2006/relationships/image" Target="../media/image30.sv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svg"/><Relationship Id="rId4" Type="http://schemas.openxmlformats.org/officeDocument/2006/relationships/image" Target="../media/image22.svg"/><Relationship Id="rId9" Type="http://schemas.openxmlformats.org/officeDocument/2006/relationships/image" Target="../media/image27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63F6272-7ADF-4719-B079-FFE2A98D7700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D2427D70-2D10-47EB-84FA-6149D29E7D4A}">
      <dgm:prSet/>
      <dgm:spPr/>
      <dgm:t>
        <a:bodyPr/>
        <a:lstStyle/>
        <a:p>
          <a:pPr>
            <a:defRPr cap="all"/>
          </a:pPr>
          <a:r>
            <a:rPr lang="fr-FR"/>
            <a:t>1. Data Engineering Layer</a:t>
          </a:r>
          <a:endParaRPr lang="en-US"/>
        </a:p>
      </dgm:t>
    </dgm:pt>
    <dgm:pt modelId="{FAB49E74-AD08-4C9C-969C-81FA19B1AFD0}" type="parTrans" cxnId="{15684F88-240E-427C-A400-5D2E6D7304FD}">
      <dgm:prSet/>
      <dgm:spPr/>
      <dgm:t>
        <a:bodyPr/>
        <a:lstStyle/>
        <a:p>
          <a:endParaRPr lang="en-US"/>
        </a:p>
      </dgm:t>
    </dgm:pt>
    <dgm:pt modelId="{0FB598BD-1AE1-43B6-A3F3-A002F7BABEA0}" type="sibTrans" cxnId="{15684F88-240E-427C-A400-5D2E6D7304FD}">
      <dgm:prSet/>
      <dgm:spPr/>
      <dgm:t>
        <a:bodyPr/>
        <a:lstStyle/>
        <a:p>
          <a:endParaRPr lang="en-US"/>
        </a:p>
      </dgm:t>
    </dgm:pt>
    <dgm:pt modelId="{E737E641-DA55-4DE1-8ECA-E5ABE13289F3}">
      <dgm:prSet/>
      <dgm:spPr/>
      <dgm:t>
        <a:bodyPr/>
        <a:lstStyle/>
        <a:p>
          <a:pPr>
            <a:defRPr cap="all"/>
          </a:pPr>
          <a:r>
            <a:rPr lang="fr-FR"/>
            <a:t>2. Image Layerer</a:t>
          </a:r>
          <a:endParaRPr lang="en-US"/>
        </a:p>
      </dgm:t>
    </dgm:pt>
    <dgm:pt modelId="{7E9DFCE9-B58E-4BD9-B5D0-240A9C7D5C0E}" type="parTrans" cxnId="{BB82FE50-104D-43FF-B650-2187EE441203}">
      <dgm:prSet/>
      <dgm:spPr/>
      <dgm:t>
        <a:bodyPr/>
        <a:lstStyle/>
        <a:p>
          <a:endParaRPr lang="en-US"/>
        </a:p>
      </dgm:t>
    </dgm:pt>
    <dgm:pt modelId="{C5D421C1-F423-4508-A9D0-009FA43B2975}" type="sibTrans" cxnId="{BB82FE50-104D-43FF-B650-2187EE441203}">
      <dgm:prSet/>
      <dgm:spPr/>
      <dgm:t>
        <a:bodyPr/>
        <a:lstStyle/>
        <a:p>
          <a:endParaRPr lang="en-US"/>
        </a:p>
      </dgm:t>
    </dgm:pt>
    <dgm:pt modelId="{9FB640B0-F3CF-482C-8A59-77286228C19C}">
      <dgm:prSet/>
      <dgm:spPr/>
      <dgm:t>
        <a:bodyPr/>
        <a:lstStyle/>
        <a:p>
          <a:pPr>
            <a:defRPr cap="all"/>
          </a:pPr>
          <a:r>
            <a:rPr lang="fr-FR"/>
            <a:t>3. Mask / Segmentation Layer</a:t>
          </a:r>
          <a:endParaRPr lang="en-US"/>
        </a:p>
      </dgm:t>
    </dgm:pt>
    <dgm:pt modelId="{3DD8847C-B1FF-4F41-95A3-629844CF53AA}" type="parTrans" cxnId="{8ED6B021-F9E1-41C9-9D7E-450B05C1FE69}">
      <dgm:prSet/>
      <dgm:spPr/>
      <dgm:t>
        <a:bodyPr/>
        <a:lstStyle/>
        <a:p>
          <a:endParaRPr lang="en-US"/>
        </a:p>
      </dgm:t>
    </dgm:pt>
    <dgm:pt modelId="{0F23F2A3-EFA2-47FD-9B67-148360C2F69B}" type="sibTrans" cxnId="{8ED6B021-F9E1-41C9-9D7E-450B05C1FE69}">
      <dgm:prSet/>
      <dgm:spPr/>
      <dgm:t>
        <a:bodyPr/>
        <a:lstStyle/>
        <a:p>
          <a:endParaRPr lang="en-US"/>
        </a:p>
      </dgm:t>
    </dgm:pt>
    <dgm:pt modelId="{060D4537-967E-40D0-A999-64618A019A1A}">
      <dgm:prSet/>
      <dgm:spPr/>
      <dgm:t>
        <a:bodyPr/>
        <a:lstStyle/>
        <a:p>
          <a:pPr>
            <a:defRPr cap="all"/>
          </a:pPr>
          <a:r>
            <a:rPr lang="fr-FR"/>
            <a:t>4. Integration With DeepCellMap</a:t>
          </a:r>
          <a:endParaRPr lang="en-US"/>
        </a:p>
      </dgm:t>
    </dgm:pt>
    <dgm:pt modelId="{90F49A41-AE4C-441E-B247-179280205718}" type="parTrans" cxnId="{AE2AC8ED-DD87-472E-BA1F-6755ADCEE2F2}">
      <dgm:prSet/>
      <dgm:spPr/>
      <dgm:t>
        <a:bodyPr/>
        <a:lstStyle/>
        <a:p>
          <a:endParaRPr lang="en-US"/>
        </a:p>
      </dgm:t>
    </dgm:pt>
    <dgm:pt modelId="{C47B5C0F-1EA6-43FB-90A6-873329565FB5}" type="sibTrans" cxnId="{AE2AC8ED-DD87-472E-BA1F-6755ADCEE2F2}">
      <dgm:prSet/>
      <dgm:spPr/>
      <dgm:t>
        <a:bodyPr/>
        <a:lstStyle/>
        <a:p>
          <a:endParaRPr lang="en-US"/>
        </a:p>
      </dgm:t>
    </dgm:pt>
    <dgm:pt modelId="{80EFBD2B-DF73-4E40-93CB-BA06EDB42DA2}">
      <dgm:prSet/>
      <dgm:spPr/>
      <dgm:t>
        <a:bodyPr/>
        <a:lstStyle/>
        <a:p>
          <a:pPr>
            <a:defRPr cap="all"/>
          </a:pPr>
          <a:r>
            <a:rPr lang="fr-FR"/>
            <a:t>5. Analysis Layer</a:t>
          </a:r>
          <a:endParaRPr lang="en-US"/>
        </a:p>
      </dgm:t>
    </dgm:pt>
    <dgm:pt modelId="{5CB56A48-6A08-4123-AE84-CBA5F94F4C35}" type="parTrans" cxnId="{CBC8C900-DDB4-4C5A-9832-E75F3D7ACE3C}">
      <dgm:prSet/>
      <dgm:spPr/>
      <dgm:t>
        <a:bodyPr/>
        <a:lstStyle/>
        <a:p>
          <a:endParaRPr lang="en-US"/>
        </a:p>
      </dgm:t>
    </dgm:pt>
    <dgm:pt modelId="{A50094EC-BC5B-43E5-9D37-63FA2D9C176F}" type="sibTrans" cxnId="{CBC8C900-DDB4-4C5A-9832-E75F3D7ACE3C}">
      <dgm:prSet/>
      <dgm:spPr/>
      <dgm:t>
        <a:bodyPr/>
        <a:lstStyle/>
        <a:p>
          <a:endParaRPr lang="en-US"/>
        </a:p>
      </dgm:t>
    </dgm:pt>
    <dgm:pt modelId="{8A8314D2-7C69-47B0-9CB7-E2D459AFAB70}" type="pres">
      <dgm:prSet presAssocID="{D63F6272-7ADF-4719-B079-FFE2A98D7700}" presName="root" presStyleCnt="0">
        <dgm:presLayoutVars>
          <dgm:dir/>
          <dgm:resizeHandles val="exact"/>
        </dgm:presLayoutVars>
      </dgm:prSet>
      <dgm:spPr/>
    </dgm:pt>
    <dgm:pt modelId="{C72CC992-79B1-442C-8E04-D3A62173738F}" type="pres">
      <dgm:prSet presAssocID="{D2427D70-2D10-47EB-84FA-6149D29E7D4A}" presName="compNode" presStyleCnt="0"/>
      <dgm:spPr/>
    </dgm:pt>
    <dgm:pt modelId="{9C1D5D0D-903B-40DD-AE17-751B32347EAE}" type="pres">
      <dgm:prSet presAssocID="{D2427D70-2D10-47EB-84FA-6149D29E7D4A}" presName="iconBgRect" presStyleLbl="bgShp" presStyleIdx="0" presStyleCnt="5"/>
      <dgm:spPr/>
    </dgm:pt>
    <dgm:pt modelId="{2F8977F4-2826-4F4D-8AD4-817B0B9103A7}" type="pres">
      <dgm:prSet presAssocID="{D2427D70-2D10-47EB-84FA-6149D29E7D4A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AC1112AE-B9F8-4E79-8B2D-399A49D6FB03}" type="pres">
      <dgm:prSet presAssocID="{D2427D70-2D10-47EB-84FA-6149D29E7D4A}" presName="spaceRect" presStyleCnt="0"/>
      <dgm:spPr/>
    </dgm:pt>
    <dgm:pt modelId="{F188602D-07F4-4DC0-9DF0-77C322B0C591}" type="pres">
      <dgm:prSet presAssocID="{D2427D70-2D10-47EB-84FA-6149D29E7D4A}" presName="textRect" presStyleLbl="revTx" presStyleIdx="0" presStyleCnt="5">
        <dgm:presLayoutVars>
          <dgm:chMax val="1"/>
          <dgm:chPref val="1"/>
        </dgm:presLayoutVars>
      </dgm:prSet>
      <dgm:spPr/>
    </dgm:pt>
    <dgm:pt modelId="{95E8634F-B99E-4BF4-85EE-E5D1DE41DA25}" type="pres">
      <dgm:prSet presAssocID="{0FB598BD-1AE1-43B6-A3F3-A002F7BABEA0}" presName="sibTrans" presStyleCnt="0"/>
      <dgm:spPr/>
    </dgm:pt>
    <dgm:pt modelId="{46D0E41C-9A02-4541-9714-CD5F81CCAA7C}" type="pres">
      <dgm:prSet presAssocID="{E737E641-DA55-4DE1-8ECA-E5ABE13289F3}" presName="compNode" presStyleCnt="0"/>
      <dgm:spPr/>
    </dgm:pt>
    <dgm:pt modelId="{1D8A3C12-4734-4765-9AB7-F538FE30E09C}" type="pres">
      <dgm:prSet presAssocID="{E737E641-DA55-4DE1-8ECA-E5ABE13289F3}" presName="iconBgRect" presStyleLbl="bgShp" presStyleIdx="1" presStyleCnt="5"/>
      <dgm:spPr/>
    </dgm:pt>
    <dgm:pt modelId="{D3D03BB5-559F-4D12-875E-ABD0B5CE5FCE}" type="pres">
      <dgm:prSet presAssocID="{E737E641-DA55-4DE1-8ECA-E5ABE13289F3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mera"/>
        </a:ext>
      </dgm:extLst>
    </dgm:pt>
    <dgm:pt modelId="{9E953907-64AC-40D0-BBE2-301152C448AF}" type="pres">
      <dgm:prSet presAssocID="{E737E641-DA55-4DE1-8ECA-E5ABE13289F3}" presName="spaceRect" presStyleCnt="0"/>
      <dgm:spPr/>
    </dgm:pt>
    <dgm:pt modelId="{5F26ED94-3A0C-4E9C-BC6E-538E51212B36}" type="pres">
      <dgm:prSet presAssocID="{E737E641-DA55-4DE1-8ECA-E5ABE13289F3}" presName="textRect" presStyleLbl="revTx" presStyleIdx="1" presStyleCnt="5">
        <dgm:presLayoutVars>
          <dgm:chMax val="1"/>
          <dgm:chPref val="1"/>
        </dgm:presLayoutVars>
      </dgm:prSet>
      <dgm:spPr/>
    </dgm:pt>
    <dgm:pt modelId="{ADC93E66-5F4C-4876-A095-4AC310211E43}" type="pres">
      <dgm:prSet presAssocID="{C5D421C1-F423-4508-A9D0-009FA43B2975}" presName="sibTrans" presStyleCnt="0"/>
      <dgm:spPr/>
    </dgm:pt>
    <dgm:pt modelId="{3E6F308D-92D2-4808-ADA4-5FBC6B5A683A}" type="pres">
      <dgm:prSet presAssocID="{9FB640B0-F3CF-482C-8A59-77286228C19C}" presName="compNode" presStyleCnt="0"/>
      <dgm:spPr/>
    </dgm:pt>
    <dgm:pt modelId="{F793C96F-3492-49B6-A3D7-B0961C451FC9}" type="pres">
      <dgm:prSet presAssocID="{9FB640B0-F3CF-482C-8A59-77286228C19C}" presName="iconBgRect" presStyleLbl="bgShp" presStyleIdx="2" presStyleCnt="5"/>
      <dgm:spPr/>
    </dgm:pt>
    <dgm:pt modelId="{CE1A36FB-F6D7-46E3-A7D1-612C3FA5DAA1}" type="pres">
      <dgm:prSet presAssocID="{9FB640B0-F3CF-482C-8A59-77286228C19C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rty Mask"/>
        </a:ext>
      </dgm:extLst>
    </dgm:pt>
    <dgm:pt modelId="{8EBC7E84-BDCA-4457-80D6-49AAA17CF147}" type="pres">
      <dgm:prSet presAssocID="{9FB640B0-F3CF-482C-8A59-77286228C19C}" presName="spaceRect" presStyleCnt="0"/>
      <dgm:spPr/>
    </dgm:pt>
    <dgm:pt modelId="{CDC7133F-9EF7-4591-87B6-D67485EECE1E}" type="pres">
      <dgm:prSet presAssocID="{9FB640B0-F3CF-482C-8A59-77286228C19C}" presName="textRect" presStyleLbl="revTx" presStyleIdx="2" presStyleCnt="5">
        <dgm:presLayoutVars>
          <dgm:chMax val="1"/>
          <dgm:chPref val="1"/>
        </dgm:presLayoutVars>
      </dgm:prSet>
      <dgm:spPr/>
    </dgm:pt>
    <dgm:pt modelId="{4CFC7B7F-86F4-4E05-BC25-1A1E177EC790}" type="pres">
      <dgm:prSet presAssocID="{0F23F2A3-EFA2-47FD-9B67-148360C2F69B}" presName="sibTrans" presStyleCnt="0"/>
      <dgm:spPr/>
    </dgm:pt>
    <dgm:pt modelId="{FB586747-A528-4BBF-8402-1794FDE93850}" type="pres">
      <dgm:prSet presAssocID="{060D4537-967E-40D0-A999-64618A019A1A}" presName="compNode" presStyleCnt="0"/>
      <dgm:spPr/>
    </dgm:pt>
    <dgm:pt modelId="{51B3A762-69CF-4A7F-8E31-7C34D8CAA393}" type="pres">
      <dgm:prSet presAssocID="{060D4537-967E-40D0-A999-64618A019A1A}" presName="iconBgRect" presStyleLbl="bgShp" presStyleIdx="3" presStyleCnt="5"/>
      <dgm:spPr/>
    </dgm:pt>
    <dgm:pt modelId="{6B143820-D172-4159-8160-887327F1150B}" type="pres">
      <dgm:prSet presAssocID="{060D4537-967E-40D0-A999-64618A019A1A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are With Person"/>
        </a:ext>
      </dgm:extLst>
    </dgm:pt>
    <dgm:pt modelId="{61A9DE06-AFF3-4E82-B080-FD09552CC51A}" type="pres">
      <dgm:prSet presAssocID="{060D4537-967E-40D0-A999-64618A019A1A}" presName="spaceRect" presStyleCnt="0"/>
      <dgm:spPr/>
    </dgm:pt>
    <dgm:pt modelId="{C8FEA0C0-A221-4358-A8F5-5EBC803434BA}" type="pres">
      <dgm:prSet presAssocID="{060D4537-967E-40D0-A999-64618A019A1A}" presName="textRect" presStyleLbl="revTx" presStyleIdx="3" presStyleCnt="5">
        <dgm:presLayoutVars>
          <dgm:chMax val="1"/>
          <dgm:chPref val="1"/>
        </dgm:presLayoutVars>
      </dgm:prSet>
      <dgm:spPr/>
    </dgm:pt>
    <dgm:pt modelId="{B3DD74C0-A5CE-4D26-A956-CCF4C2018AB3}" type="pres">
      <dgm:prSet presAssocID="{C47B5C0F-1EA6-43FB-90A6-873329565FB5}" presName="sibTrans" presStyleCnt="0"/>
      <dgm:spPr/>
    </dgm:pt>
    <dgm:pt modelId="{D411D29A-38EE-4BE6-93E3-2BCB1EDCD87B}" type="pres">
      <dgm:prSet presAssocID="{80EFBD2B-DF73-4E40-93CB-BA06EDB42DA2}" presName="compNode" presStyleCnt="0"/>
      <dgm:spPr/>
    </dgm:pt>
    <dgm:pt modelId="{1E5636CF-843B-4604-AA82-8AFFF7F60492}" type="pres">
      <dgm:prSet presAssocID="{80EFBD2B-DF73-4E40-93CB-BA06EDB42DA2}" presName="iconBgRect" presStyleLbl="bgShp" presStyleIdx="4" presStyleCnt="5"/>
      <dgm:spPr/>
    </dgm:pt>
    <dgm:pt modelId="{460F7D8D-49A8-4773-8A42-A870A61B6399}" type="pres">
      <dgm:prSet presAssocID="{80EFBD2B-DF73-4E40-93CB-BA06EDB42DA2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A5C5BF15-2A51-4216-83E2-75A3191CF3E4}" type="pres">
      <dgm:prSet presAssocID="{80EFBD2B-DF73-4E40-93CB-BA06EDB42DA2}" presName="spaceRect" presStyleCnt="0"/>
      <dgm:spPr/>
    </dgm:pt>
    <dgm:pt modelId="{9FCC1442-3B70-4C84-AD06-4C6A0A6AB6EA}" type="pres">
      <dgm:prSet presAssocID="{80EFBD2B-DF73-4E40-93CB-BA06EDB42DA2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CBC8C900-DDB4-4C5A-9832-E75F3D7ACE3C}" srcId="{D63F6272-7ADF-4719-B079-FFE2A98D7700}" destId="{80EFBD2B-DF73-4E40-93CB-BA06EDB42DA2}" srcOrd="4" destOrd="0" parTransId="{5CB56A48-6A08-4123-AE84-CBA5F94F4C35}" sibTransId="{A50094EC-BC5B-43E5-9D37-63FA2D9C176F}"/>
    <dgm:cxn modelId="{8ED6B021-F9E1-41C9-9D7E-450B05C1FE69}" srcId="{D63F6272-7ADF-4719-B079-FFE2A98D7700}" destId="{9FB640B0-F3CF-482C-8A59-77286228C19C}" srcOrd="2" destOrd="0" parTransId="{3DD8847C-B1FF-4F41-95A3-629844CF53AA}" sibTransId="{0F23F2A3-EFA2-47FD-9B67-148360C2F69B}"/>
    <dgm:cxn modelId="{2932F123-04E5-4ED0-A150-B6194A73057D}" type="presOf" srcId="{D63F6272-7ADF-4719-B079-FFE2A98D7700}" destId="{8A8314D2-7C69-47B0-9CB7-E2D459AFAB70}" srcOrd="0" destOrd="0" presId="urn:microsoft.com/office/officeart/2018/5/layout/IconCircleLabelList"/>
    <dgm:cxn modelId="{1AC0672A-4545-4361-B63D-645626EBD88B}" type="presOf" srcId="{060D4537-967E-40D0-A999-64618A019A1A}" destId="{C8FEA0C0-A221-4358-A8F5-5EBC803434BA}" srcOrd="0" destOrd="0" presId="urn:microsoft.com/office/officeart/2018/5/layout/IconCircleLabelList"/>
    <dgm:cxn modelId="{4731B13C-6439-4B1E-AA6B-E13B1549333E}" type="presOf" srcId="{9FB640B0-F3CF-482C-8A59-77286228C19C}" destId="{CDC7133F-9EF7-4591-87B6-D67485EECE1E}" srcOrd="0" destOrd="0" presId="urn:microsoft.com/office/officeart/2018/5/layout/IconCircleLabelList"/>
    <dgm:cxn modelId="{BB82FE50-104D-43FF-B650-2187EE441203}" srcId="{D63F6272-7ADF-4719-B079-FFE2A98D7700}" destId="{E737E641-DA55-4DE1-8ECA-E5ABE13289F3}" srcOrd="1" destOrd="0" parTransId="{7E9DFCE9-B58E-4BD9-B5D0-240A9C7D5C0E}" sibTransId="{C5D421C1-F423-4508-A9D0-009FA43B2975}"/>
    <dgm:cxn modelId="{EDE1FD76-8F81-4BBA-B45D-4846C9245A4F}" type="presOf" srcId="{D2427D70-2D10-47EB-84FA-6149D29E7D4A}" destId="{F188602D-07F4-4DC0-9DF0-77C322B0C591}" srcOrd="0" destOrd="0" presId="urn:microsoft.com/office/officeart/2018/5/layout/IconCircleLabelList"/>
    <dgm:cxn modelId="{15684F88-240E-427C-A400-5D2E6D7304FD}" srcId="{D63F6272-7ADF-4719-B079-FFE2A98D7700}" destId="{D2427D70-2D10-47EB-84FA-6149D29E7D4A}" srcOrd="0" destOrd="0" parTransId="{FAB49E74-AD08-4C9C-969C-81FA19B1AFD0}" sibTransId="{0FB598BD-1AE1-43B6-A3F3-A002F7BABEA0}"/>
    <dgm:cxn modelId="{EC28008F-08A4-4184-BDD1-C5E47C42EDBB}" type="presOf" srcId="{E737E641-DA55-4DE1-8ECA-E5ABE13289F3}" destId="{5F26ED94-3A0C-4E9C-BC6E-538E51212B36}" srcOrd="0" destOrd="0" presId="urn:microsoft.com/office/officeart/2018/5/layout/IconCircleLabelList"/>
    <dgm:cxn modelId="{CF7EB4BC-EA87-428C-9790-BDCF10502D53}" type="presOf" srcId="{80EFBD2B-DF73-4E40-93CB-BA06EDB42DA2}" destId="{9FCC1442-3B70-4C84-AD06-4C6A0A6AB6EA}" srcOrd="0" destOrd="0" presId="urn:microsoft.com/office/officeart/2018/5/layout/IconCircleLabelList"/>
    <dgm:cxn modelId="{AE2AC8ED-DD87-472E-BA1F-6755ADCEE2F2}" srcId="{D63F6272-7ADF-4719-B079-FFE2A98D7700}" destId="{060D4537-967E-40D0-A999-64618A019A1A}" srcOrd="3" destOrd="0" parTransId="{90F49A41-AE4C-441E-B247-179280205718}" sibTransId="{C47B5C0F-1EA6-43FB-90A6-873329565FB5}"/>
    <dgm:cxn modelId="{0CF77A53-A46D-460C-815A-7DE8A22B2D56}" type="presParOf" srcId="{8A8314D2-7C69-47B0-9CB7-E2D459AFAB70}" destId="{C72CC992-79B1-442C-8E04-D3A62173738F}" srcOrd="0" destOrd="0" presId="urn:microsoft.com/office/officeart/2018/5/layout/IconCircleLabelList"/>
    <dgm:cxn modelId="{6FD8D7C2-6017-4EFE-8F8C-ABD5A70DBF7F}" type="presParOf" srcId="{C72CC992-79B1-442C-8E04-D3A62173738F}" destId="{9C1D5D0D-903B-40DD-AE17-751B32347EAE}" srcOrd="0" destOrd="0" presId="urn:microsoft.com/office/officeart/2018/5/layout/IconCircleLabelList"/>
    <dgm:cxn modelId="{A022CA1D-2E5F-4328-994F-749FACF75E2A}" type="presParOf" srcId="{C72CC992-79B1-442C-8E04-D3A62173738F}" destId="{2F8977F4-2826-4F4D-8AD4-817B0B9103A7}" srcOrd="1" destOrd="0" presId="urn:microsoft.com/office/officeart/2018/5/layout/IconCircleLabelList"/>
    <dgm:cxn modelId="{4761CC2E-FF6F-4806-A836-456EAFF9F04E}" type="presParOf" srcId="{C72CC992-79B1-442C-8E04-D3A62173738F}" destId="{AC1112AE-B9F8-4E79-8B2D-399A49D6FB03}" srcOrd="2" destOrd="0" presId="urn:microsoft.com/office/officeart/2018/5/layout/IconCircleLabelList"/>
    <dgm:cxn modelId="{C9FB1709-F489-4806-B261-21C38E03C4DC}" type="presParOf" srcId="{C72CC992-79B1-442C-8E04-D3A62173738F}" destId="{F188602D-07F4-4DC0-9DF0-77C322B0C591}" srcOrd="3" destOrd="0" presId="urn:microsoft.com/office/officeart/2018/5/layout/IconCircleLabelList"/>
    <dgm:cxn modelId="{A3766253-B38D-4438-8C30-6FFB880D8C3B}" type="presParOf" srcId="{8A8314D2-7C69-47B0-9CB7-E2D459AFAB70}" destId="{95E8634F-B99E-4BF4-85EE-E5D1DE41DA25}" srcOrd="1" destOrd="0" presId="urn:microsoft.com/office/officeart/2018/5/layout/IconCircleLabelList"/>
    <dgm:cxn modelId="{ECFF0717-C5CD-4EA1-B56A-4F0C67D071BF}" type="presParOf" srcId="{8A8314D2-7C69-47B0-9CB7-E2D459AFAB70}" destId="{46D0E41C-9A02-4541-9714-CD5F81CCAA7C}" srcOrd="2" destOrd="0" presId="urn:microsoft.com/office/officeart/2018/5/layout/IconCircleLabelList"/>
    <dgm:cxn modelId="{7B44AB40-3B50-4614-B53D-7A39DD103DBF}" type="presParOf" srcId="{46D0E41C-9A02-4541-9714-CD5F81CCAA7C}" destId="{1D8A3C12-4734-4765-9AB7-F538FE30E09C}" srcOrd="0" destOrd="0" presId="urn:microsoft.com/office/officeart/2018/5/layout/IconCircleLabelList"/>
    <dgm:cxn modelId="{9BFB38EB-12D1-4FFD-8789-A6B5C3998CA4}" type="presParOf" srcId="{46D0E41C-9A02-4541-9714-CD5F81CCAA7C}" destId="{D3D03BB5-559F-4D12-875E-ABD0B5CE5FCE}" srcOrd="1" destOrd="0" presId="urn:microsoft.com/office/officeart/2018/5/layout/IconCircleLabelList"/>
    <dgm:cxn modelId="{F02EBBE3-F01B-4DC8-9FFB-154C80DCACF4}" type="presParOf" srcId="{46D0E41C-9A02-4541-9714-CD5F81CCAA7C}" destId="{9E953907-64AC-40D0-BBE2-301152C448AF}" srcOrd="2" destOrd="0" presId="urn:microsoft.com/office/officeart/2018/5/layout/IconCircleLabelList"/>
    <dgm:cxn modelId="{4A637EE9-1FE2-42C9-9289-A587405F150C}" type="presParOf" srcId="{46D0E41C-9A02-4541-9714-CD5F81CCAA7C}" destId="{5F26ED94-3A0C-4E9C-BC6E-538E51212B36}" srcOrd="3" destOrd="0" presId="urn:microsoft.com/office/officeart/2018/5/layout/IconCircleLabelList"/>
    <dgm:cxn modelId="{D959F96B-93D2-485B-AE3F-EB6738B6548A}" type="presParOf" srcId="{8A8314D2-7C69-47B0-9CB7-E2D459AFAB70}" destId="{ADC93E66-5F4C-4876-A095-4AC310211E43}" srcOrd="3" destOrd="0" presId="urn:microsoft.com/office/officeart/2018/5/layout/IconCircleLabelList"/>
    <dgm:cxn modelId="{32081412-9DC4-492F-A4D6-4D642052F450}" type="presParOf" srcId="{8A8314D2-7C69-47B0-9CB7-E2D459AFAB70}" destId="{3E6F308D-92D2-4808-ADA4-5FBC6B5A683A}" srcOrd="4" destOrd="0" presId="urn:microsoft.com/office/officeart/2018/5/layout/IconCircleLabelList"/>
    <dgm:cxn modelId="{F12F919A-D8A8-4CC8-AB8A-10F2D16D454C}" type="presParOf" srcId="{3E6F308D-92D2-4808-ADA4-5FBC6B5A683A}" destId="{F793C96F-3492-49B6-A3D7-B0961C451FC9}" srcOrd="0" destOrd="0" presId="urn:microsoft.com/office/officeart/2018/5/layout/IconCircleLabelList"/>
    <dgm:cxn modelId="{B6CE3594-1E73-479B-9591-B597BA7E554D}" type="presParOf" srcId="{3E6F308D-92D2-4808-ADA4-5FBC6B5A683A}" destId="{CE1A36FB-F6D7-46E3-A7D1-612C3FA5DAA1}" srcOrd="1" destOrd="0" presId="urn:microsoft.com/office/officeart/2018/5/layout/IconCircleLabelList"/>
    <dgm:cxn modelId="{92EEF0BD-5C37-4472-98E7-9C4443325D47}" type="presParOf" srcId="{3E6F308D-92D2-4808-ADA4-5FBC6B5A683A}" destId="{8EBC7E84-BDCA-4457-80D6-49AAA17CF147}" srcOrd="2" destOrd="0" presId="urn:microsoft.com/office/officeart/2018/5/layout/IconCircleLabelList"/>
    <dgm:cxn modelId="{E7ABA7C0-1100-42B8-8B6C-E448B3AA07E2}" type="presParOf" srcId="{3E6F308D-92D2-4808-ADA4-5FBC6B5A683A}" destId="{CDC7133F-9EF7-4591-87B6-D67485EECE1E}" srcOrd="3" destOrd="0" presId="urn:microsoft.com/office/officeart/2018/5/layout/IconCircleLabelList"/>
    <dgm:cxn modelId="{0A774582-4132-4AA9-8A43-D4E497174178}" type="presParOf" srcId="{8A8314D2-7C69-47B0-9CB7-E2D459AFAB70}" destId="{4CFC7B7F-86F4-4E05-BC25-1A1E177EC790}" srcOrd="5" destOrd="0" presId="urn:microsoft.com/office/officeart/2018/5/layout/IconCircleLabelList"/>
    <dgm:cxn modelId="{63E2D4C8-EF71-4004-BACF-C0D2CBC8BADC}" type="presParOf" srcId="{8A8314D2-7C69-47B0-9CB7-E2D459AFAB70}" destId="{FB586747-A528-4BBF-8402-1794FDE93850}" srcOrd="6" destOrd="0" presId="urn:microsoft.com/office/officeart/2018/5/layout/IconCircleLabelList"/>
    <dgm:cxn modelId="{9980B164-077F-4E24-A07C-1CC138675648}" type="presParOf" srcId="{FB586747-A528-4BBF-8402-1794FDE93850}" destId="{51B3A762-69CF-4A7F-8E31-7C34D8CAA393}" srcOrd="0" destOrd="0" presId="urn:microsoft.com/office/officeart/2018/5/layout/IconCircleLabelList"/>
    <dgm:cxn modelId="{A9025C0F-6360-42A4-BE3E-3B6A66E449D8}" type="presParOf" srcId="{FB586747-A528-4BBF-8402-1794FDE93850}" destId="{6B143820-D172-4159-8160-887327F1150B}" srcOrd="1" destOrd="0" presId="urn:microsoft.com/office/officeart/2018/5/layout/IconCircleLabelList"/>
    <dgm:cxn modelId="{8CC60B7C-2810-4106-B500-67C5A5642630}" type="presParOf" srcId="{FB586747-A528-4BBF-8402-1794FDE93850}" destId="{61A9DE06-AFF3-4E82-B080-FD09552CC51A}" srcOrd="2" destOrd="0" presId="urn:microsoft.com/office/officeart/2018/5/layout/IconCircleLabelList"/>
    <dgm:cxn modelId="{856ACD45-F29D-48DF-A4CB-A03F50F33EC2}" type="presParOf" srcId="{FB586747-A528-4BBF-8402-1794FDE93850}" destId="{C8FEA0C0-A221-4358-A8F5-5EBC803434BA}" srcOrd="3" destOrd="0" presId="urn:microsoft.com/office/officeart/2018/5/layout/IconCircleLabelList"/>
    <dgm:cxn modelId="{AC23188B-31E6-4C2D-B534-F264C8102DEE}" type="presParOf" srcId="{8A8314D2-7C69-47B0-9CB7-E2D459AFAB70}" destId="{B3DD74C0-A5CE-4D26-A956-CCF4C2018AB3}" srcOrd="7" destOrd="0" presId="urn:microsoft.com/office/officeart/2018/5/layout/IconCircleLabelList"/>
    <dgm:cxn modelId="{59575305-041F-470A-836B-5E0D0003B43A}" type="presParOf" srcId="{8A8314D2-7C69-47B0-9CB7-E2D459AFAB70}" destId="{D411D29A-38EE-4BE6-93E3-2BCB1EDCD87B}" srcOrd="8" destOrd="0" presId="urn:microsoft.com/office/officeart/2018/5/layout/IconCircleLabelList"/>
    <dgm:cxn modelId="{C9B2A5C6-D338-4EEB-B840-AF8BA975B887}" type="presParOf" srcId="{D411D29A-38EE-4BE6-93E3-2BCB1EDCD87B}" destId="{1E5636CF-843B-4604-AA82-8AFFF7F60492}" srcOrd="0" destOrd="0" presId="urn:microsoft.com/office/officeart/2018/5/layout/IconCircleLabelList"/>
    <dgm:cxn modelId="{AF6F126B-FBBD-4CDD-A7AA-45B80FC11AC5}" type="presParOf" srcId="{D411D29A-38EE-4BE6-93E3-2BCB1EDCD87B}" destId="{460F7D8D-49A8-4773-8A42-A870A61B6399}" srcOrd="1" destOrd="0" presId="urn:microsoft.com/office/officeart/2018/5/layout/IconCircleLabelList"/>
    <dgm:cxn modelId="{C6BC20D0-B63B-4AB8-8F02-38171292CEB2}" type="presParOf" srcId="{D411D29A-38EE-4BE6-93E3-2BCB1EDCD87B}" destId="{A5C5BF15-2A51-4216-83E2-75A3191CF3E4}" srcOrd="2" destOrd="0" presId="urn:microsoft.com/office/officeart/2018/5/layout/IconCircleLabelList"/>
    <dgm:cxn modelId="{FF2F67BA-36CB-4417-9832-6CB8E8BFE56F}" type="presParOf" srcId="{D411D29A-38EE-4BE6-93E3-2BCB1EDCD87B}" destId="{9FCC1442-3B70-4C84-AD06-4C6A0A6AB6EA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AE4D341-3C00-4050-BEF0-FED176FD3B57}" type="doc">
      <dgm:prSet loTypeId="urn:microsoft.com/office/officeart/2016/7/layout/RepeatingBendingProcessNew" loCatId="process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BC0CA058-CDD4-4001-A8D1-6E512596C6A9}">
      <dgm:prSet custT="1"/>
      <dgm:spPr/>
      <dgm:t>
        <a:bodyPr/>
        <a:lstStyle/>
        <a:p>
          <a:r>
            <a:rPr lang="fr-FR" sz="1100" b="1"/>
            <a:t>We needed Immucan dataframe matches DeepCellMap so we built:</a:t>
          </a:r>
          <a:endParaRPr lang="en-US" sz="1100" dirty="0"/>
        </a:p>
      </dgm:t>
    </dgm:pt>
    <dgm:pt modelId="{66DE257F-A165-4386-9F3D-BFC44EF3F157}" type="parTrans" cxnId="{F01A4BA7-9492-434A-9D3E-9CEEF086C0BF}">
      <dgm:prSet/>
      <dgm:spPr/>
      <dgm:t>
        <a:bodyPr/>
        <a:lstStyle/>
        <a:p>
          <a:endParaRPr lang="en-US"/>
        </a:p>
      </dgm:t>
    </dgm:pt>
    <dgm:pt modelId="{A9783891-9D8E-46EC-B36A-EECF5C146738}" type="sibTrans" cxnId="{F01A4BA7-9492-434A-9D3E-9CEEF086C0BF}">
      <dgm:prSet/>
      <dgm:spPr/>
      <dgm:t>
        <a:bodyPr/>
        <a:lstStyle/>
        <a:p>
          <a:endParaRPr lang="en-US"/>
        </a:p>
      </dgm:t>
    </dgm:pt>
    <dgm:pt modelId="{A2D8CDDC-B74C-4DB9-A576-B633835E8ACF}">
      <dgm:prSet/>
      <dgm:spPr/>
      <dgm:t>
        <a:bodyPr/>
        <a:lstStyle/>
        <a:p>
          <a:r>
            <a:rPr lang="fr-FR"/>
            <a:t>concatenating_csvs()</a:t>
          </a:r>
          <a:endParaRPr lang="en-US"/>
        </a:p>
      </dgm:t>
    </dgm:pt>
    <dgm:pt modelId="{DDA83551-238E-4AB6-B651-17537BDA1C71}" type="parTrans" cxnId="{11685AFC-70B0-4FD0-9A37-2A256776E150}">
      <dgm:prSet/>
      <dgm:spPr/>
      <dgm:t>
        <a:bodyPr/>
        <a:lstStyle/>
        <a:p>
          <a:endParaRPr lang="en-US"/>
        </a:p>
      </dgm:t>
    </dgm:pt>
    <dgm:pt modelId="{545F6ED4-8F00-4DF2-A8CA-BEFDF97024C8}" type="sibTrans" cxnId="{11685AFC-70B0-4FD0-9A37-2A256776E150}">
      <dgm:prSet/>
      <dgm:spPr/>
      <dgm:t>
        <a:bodyPr/>
        <a:lstStyle/>
        <a:p>
          <a:endParaRPr lang="en-US"/>
        </a:p>
      </dgm:t>
    </dgm:pt>
    <dgm:pt modelId="{FCC29A4A-56FB-4366-91C3-DFC1DE845E18}">
      <dgm:prSet/>
      <dgm:spPr/>
      <dgm:t>
        <a:bodyPr/>
        <a:lstStyle/>
        <a:p>
          <a:r>
            <a:rPr lang="fr-FR"/>
            <a:t>calculating_celltypes_from_phenotypes()</a:t>
          </a:r>
          <a:endParaRPr lang="en-US"/>
        </a:p>
      </dgm:t>
    </dgm:pt>
    <dgm:pt modelId="{248399BB-62DC-4BFD-9E8C-1E37F818F7CB}" type="parTrans" cxnId="{8A92CB57-232C-4539-A4AF-7EEF1426639A}">
      <dgm:prSet/>
      <dgm:spPr/>
      <dgm:t>
        <a:bodyPr/>
        <a:lstStyle/>
        <a:p>
          <a:endParaRPr lang="en-US"/>
        </a:p>
      </dgm:t>
    </dgm:pt>
    <dgm:pt modelId="{546A058B-3820-4A92-86A9-79C8D299DA0C}" type="sibTrans" cxnId="{8A92CB57-232C-4539-A4AF-7EEF1426639A}">
      <dgm:prSet/>
      <dgm:spPr/>
      <dgm:t>
        <a:bodyPr/>
        <a:lstStyle/>
        <a:p>
          <a:endParaRPr lang="en-US"/>
        </a:p>
      </dgm:t>
    </dgm:pt>
    <dgm:pt modelId="{49643DD0-CD9F-40CA-B22B-10BF46528C19}">
      <dgm:prSet/>
      <dgm:spPr/>
      <dgm:t>
        <a:bodyPr/>
        <a:lstStyle/>
        <a:p>
          <a:r>
            <a:rPr lang="fr-FR"/>
            <a:t>calculatng_tiles()</a:t>
          </a:r>
          <a:endParaRPr lang="en-US"/>
        </a:p>
      </dgm:t>
    </dgm:pt>
    <dgm:pt modelId="{855926FF-1715-40CA-AB37-41C98E081FD0}" type="parTrans" cxnId="{D02AF29A-70F8-4082-99A9-D97481D9D61C}">
      <dgm:prSet/>
      <dgm:spPr/>
      <dgm:t>
        <a:bodyPr/>
        <a:lstStyle/>
        <a:p>
          <a:endParaRPr lang="en-US"/>
        </a:p>
      </dgm:t>
    </dgm:pt>
    <dgm:pt modelId="{5D676A55-7733-431D-A72A-0EBB380D7798}" type="sibTrans" cxnId="{D02AF29A-70F8-4082-99A9-D97481D9D61C}">
      <dgm:prSet/>
      <dgm:spPr/>
      <dgm:t>
        <a:bodyPr/>
        <a:lstStyle/>
        <a:p>
          <a:endParaRPr lang="en-US"/>
        </a:p>
      </dgm:t>
    </dgm:pt>
    <dgm:pt modelId="{E575C804-EEAD-4F9E-BCBE-BBA1C22A6EC6}">
      <dgm:prSet/>
      <dgm:spPr/>
      <dgm:t>
        <a:bodyPr/>
        <a:lstStyle/>
        <a:p>
          <a:r>
            <a:rPr lang="fr-FR"/>
            <a:t>label mapping (1–9 → B, BnT, DC, MacCD163, etc.)</a:t>
          </a:r>
          <a:endParaRPr lang="en-US"/>
        </a:p>
      </dgm:t>
    </dgm:pt>
    <dgm:pt modelId="{5ED0F425-EB9F-4020-82C4-9461132BDDDA}" type="parTrans" cxnId="{8FBEE95B-10F5-4791-AB1B-EF03FBC1D252}">
      <dgm:prSet/>
      <dgm:spPr/>
      <dgm:t>
        <a:bodyPr/>
        <a:lstStyle/>
        <a:p>
          <a:endParaRPr lang="en-US"/>
        </a:p>
      </dgm:t>
    </dgm:pt>
    <dgm:pt modelId="{CE5C0743-8304-4AC6-ACC8-C75D8AFF0E31}" type="sibTrans" cxnId="{8FBEE95B-10F5-4791-AB1B-EF03FBC1D252}">
      <dgm:prSet/>
      <dgm:spPr/>
      <dgm:t>
        <a:bodyPr/>
        <a:lstStyle/>
        <a:p>
          <a:endParaRPr lang="en-US"/>
        </a:p>
      </dgm:t>
    </dgm:pt>
    <dgm:pt modelId="{53FC56A7-580D-490A-955A-149B6876AC65}">
      <dgm:prSet/>
      <dgm:spPr/>
      <dgm:t>
        <a:bodyPr/>
        <a:lstStyle/>
        <a:p>
          <a:r>
            <a:rPr lang="fr-FR"/>
            <a:t>generating one-hot encoded columns</a:t>
          </a:r>
          <a:endParaRPr lang="en-US"/>
        </a:p>
      </dgm:t>
    </dgm:pt>
    <dgm:pt modelId="{8CB5D160-C615-43BD-94B2-89D119E2C5E8}" type="parTrans" cxnId="{35616087-F741-464B-A3A8-5B6348D7BE20}">
      <dgm:prSet/>
      <dgm:spPr/>
      <dgm:t>
        <a:bodyPr/>
        <a:lstStyle/>
        <a:p>
          <a:endParaRPr lang="en-US"/>
        </a:p>
      </dgm:t>
    </dgm:pt>
    <dgm:pt modelId="{5E7C0578-1A43-4F63-9144-F4370244C710}" type="sibTrans" cxnId="{35616087-F741-464B-A3A8-5B6348D7BE20}">
      <dgm:prSet/>
      <dgm:spPr/>
      <dgm:t>
        <a:bodyPr/>
        <a:lstStyle/>
        <a:p>
          <a:endParaRPr lang="en-US"/>
        </a:p>
      </dgm:t>
    </dgm:pt>
    <dgm:pt modelId="{B970DDBB-7968-435A-BB9E-E286D694C258}">
      <dgm:prSet/>
      <dgm:spPr/>
      <dgm:t>
        <a:bodyPr/>
        <a:lstStyle/>
        <a:p>
          <a:r>
            <a:rPr lang="fr-FR"/>
            <a:t>unifying all metadata</a:t>
          </a:r>
          <a:endParaRPr lang="en-US"/>
        </a:p>
      </dgm:t>
    </dgm:pt>
    <dgm:pt modelId="{D1F03B3A-299F-41BB-9DA5-7F3F56861E17}" type="parTrans" cxnId="{E31FBB1D-9E77-4FB0-8F26-B7B99AB94122}">
      <dgm:prSet/>
      <dgm:spPr/>
      <dgm:t>
        <a:bodyPr/>
        <a:lstStyle/>
        <a:p>
          <a:endParaRPr lang="en-US"/>
        </a:p>
      </dgm:t>
    </dgm:pt>
    <dgm:pt modelId="{86F22230-5076-473A-92EB-46C9D5394371}" type="sibTrans" cxnId="{E31FBB1D-9E77-4FB0-8F26-B7B99AB94122}">
      <dgm:prSet/>
      <dgm:spPr/>
      <dgm:t>
        <a:bodyPr/>
        <a:lstStyle/>
        <a:p>
          <a:endParaRPr lang="en-US"/>
        </a:p>
      </dgm:t>
    </dgm:pt>
    <dgm:pt modelId="{18F2B7A2-634B-4BCB-B37A-E361AD10D497}">
      <dgm:prSet/>
      <dgm:spPr/>
      <dgm:t>
        <a:bodyPr/>
        <a:lstStyle/>
        <a:p>
          <a:r>
            <a:rPr lang="fr-FR" b="1"/>
            <a:t>Outputs:</a:t>
          </a:r>
          <a:endParaRPr lang="en-US"/>
        </a:p>
      </dgm:t>
    </dgm:pt>
    <dgm:pt modelId="{FBE6F191-7AAA-4863-A2C4-C189C595DB0F}" type="parTrans" cxnId="{CC7C9E48-39F7-41CA-84FF-C1636D7DF93E}">
      <dgm:prSet/>
      <dgm:spPr/>
      <dgm:t>
        <a:bodyPr/>
        <a:lstStyle/>
        <a:p>
          <a:endParaRPr lang="en-US"/>
        </a:p>
      </dgm:t>
    </dgm:pt>
    <dgm:pt modelId="{0CD887EB-8CEA-42B7-8793-1EAB9D52F440}" type="sibTrans" cxnId="{CC7C9E48-39F7-41CA-84FF-C1636D7DF93E}">
      <dgm:prSet/>
      <dgm:spPr/>
      <dgm:t>
        <a:bodyPr/>
        <a:lstStyle/>
        <a:p>
          <a:endParaRPr lang="en-US"/>
        </a:p>
      </dgm:t>
    </dgm:pt>
    <dgm:pt modelId="{FC5DD1B6-CDD8-4235-9F8E-A5213A097B81}">
      <dgm:prSet/>
      <dgm:spPr/>
      <dgm:t>
        <a:bodyPr/>
        <a:lstStyle/>
        <a:p>
          <a:r>
            <a:rPr lang="fr-FR"/>
            <a:t>A single CSV per slide with:</a:t>
          </a:r>
          <a:endParaRPr lang="en-US"/>
        </a:p>
      </dgm:t>
    </dgm:pt>
    <dgm:pt modelId="{7D957C8E-D341-449E-A7F1-D491AF3F53D3}" type="parTrans" cxnId="{FA11DB1A-AA04-4004-A737-7C6147172C69}">
      <dgm:prSet/>
      <dgm:spPr/>
      <dgm:t>
        <a:bodyPr/>
        <a:lstStyle/>
        <a:p>
          <a:endParaRPr lang="en-US"/>
        </a:p>
      </dgm:t>
    </dgm:pt>
    <dgm:pt modelId="{14DB19F9-07EE-484D-B455-C9243A0EC446}" type="sibTrans" cxnId="{FA11DB1A-AA04-4004-A737-7C6147172C69}">
      <dgm:prSet/>
      <dgm:spPr/>
      <dgm:t>
        <a:bodyPr/>
        <a:lstStyle/>
        <a:p>
          <a:endParaRPr lang="en-US"/>
        </a:p>
      </dgm:t>
    </dgm:pt>
    <dgm:pt modelId="{194DE4B5-7A0F-4A8A-A0ED-411BA1F5813F}">
      <dgm:prSet/>
      <dgm:spPr/>
      <dgm:t>
        <a:bodyPr/>
        <a:lstStyle/>
        <a:p>
          <a:r>
            <a:rPr lang="fr-FR"/>
            <a:t>cell.ID</a:t>
          </a:r>
          <a:endParaRPr lang="en-US"/>
        </a:p>
      </dgm:t>
    </dgm:pt>
    <dgm:pt modelId="{A6B14D9F-25EC-4FE8-A88B-655EB3E5B953}" type="parTrans" cxnId="{AA2A008F-7921-4A80-930A-64E32A8605C9}">
      <dgm:prSet/>
      <dgm:spPr/>
      <dgm:t>
        <a:bodyPr/>
        <a:lstStyle/>
        <a:p>
          <a:endParaRPr lang="en-US"/>
        </a:p>
      </dgm:t>
    </dgm:pt>
    <dgm:pt modelId="{AF458A83-EC6A-4033-919D-7F11A3D0FB4B}" type="sibTrans" cxnId="{AA2A008F-7921-4A80-930A-64E32A8605C9}">
      <dgm:prSet/>
      <dgm:spPr/>
      <dgm:t>
        <a:bodyPr/>
        <a:lstStyle/>
        <a:p>
          <a:endParaRPr lang="en-US"/>
        </a:p>
      </dgm:t>
    </dgm:pt>
    <dgm:pt modelId="{4A88C513-7891-43E7-8CA1-CE9011E7C01B}">
      <dgm:prSet/>
      <dgm:spPr/>
      <dgm:t>
        <a:bodyPr/>
        <a:lstStyle/>
        <a:p>
          <a:r>
            <a:rPr lang="fr-FR"/>
            <a:t>phenotype</a:t>
          </a:r>
          <a:endParaRPr lang="en-US"/>
        </a:p>
      </dgm:t>
    </dgm:pt>
    <dgm:pt modelId="{25F9F9BA-FBD2-4FB2-8F76-5857B035B629}" type="parTrans" cxnId="{BF2D1E30-1F3F-4B98-85F3-0376859B4CC8}">
      <dgm:prSet/>
      <dgm:spPr/>
      <dgm:t>
        <a:bodyPr/>
        <a:lstStyle/>
        <a:p>
          <a:endParaRPr lang="en-US"/>
        </a:p>
      </dgm:t>
    </dgm:pt>
    <dgm:pt modelId="{D2B7260C-19D4-4FD6-8651-FCACFE85D73B}" type="sibTrans" cxnId="{BF2D1E30-1F3F-4B98-85F3-0376859B4CC8}">
      <dgm:prSet/>
      <dgm:spPr/>
      <dgm:t>
        <a:bodyPr/>
        <a:lstStyle/>
        <a:p>
          <a:endParaRPr lang="en-US"/>
        </a:p>
      </dgm:t>
    </dgm:pt>
    <dgm:pt modelId="{B7AF0D7C-ACEA-4452-8E0E-26619C8B0B0C}">
      <dgm:prSet/>
      <dgm:spPr/>
      <dgm:t>
        <a:bodyPr/>
        <a:lstStyle/>
        <a:p>
          <a:r>
            <a:rPr lang="en-US" dirty="0"/>
            <a:t>Size</a:t>
          </a:r>
        </a:p>
        <a:p>
          <a:endParaRPr lang="en-US" dirty="0"/>
        </a:p>
      </dgm:t>
    </dgm:pt>
    <dgm:pt modelId="{12517C2B-04F3-436D-82B5-EBA4CE3C5628}" type="parTrans" cxnId="{916AA6B5-7EE7-4728-BB0E-2A22376528C0}">
      <dgm:prSet/>
      <dgm:spPr/>
      <dgm:t>
        <a:bodyPr/>
        <a:lstStyle/>
        <a:p>
          <a:endParaRPr lang="en-US"/>
        </a:p>
      </dgm:t>
    </dgm:pt>
    <dgm:pt modelId="{3853AE1F-291F-40A4-9211-9B08A607FABF}" type="sibTrans" cxnId="{916AA6B5-7EE7-4728-BB0E-2A22376528C0}">
      <dgm:prSet/>
      <dgm:spPr/>
      <dgm:t>
        <a:bodyPr/>
        <a:lstStyle/>
        <a:p>
          <a:endParaRPr lang="en-US"/>
        </a:p>
      </dgm:t>
    </dgm:pt>
    <dgm:pt modelId="{16EC9E13-1336-438C-8E44-BEB1964604BC}">
      <dgm:prSet/>
      <dgm:spPr/>
      <dgm:t>
        <a:bodyPr/>
        <a:lstStyle/>
        <a:p>
          <a:r>
            <a:rPr lang="fr-FR"/>
            <a:t>cell_type (1–9)</a:t>
          </a:r>
          <a:endParaRPr lang="en-US"/>
        </a:p>
      </dgm:t>
    </dgm:pt>
    <dgm:pt modelId="{B368F1F8-11D6-4C9D-A3B7-D79C8DC66EFE}" type="parTrans" cxnId="{F1AE687C-9A27-4DBB-B9FF-BD1458A7781D}">
      <dgm:prSet/>
      <dgm:spPr/>
      <dgm:t>
        <a:bodyPr/>
        <a:lstStyle/>
        <a:p>
          <a:endParaRPr lang="en-US"/>
        </a:p>
      </dgm:t>
    </dgm:pt>
    <dgm:pt modelId="{CC348684-7158-4F8D-8887-DFFD7EB044E2}" type="sibTrans" cxnId="{F1AE687C-9A27-4DBB-B9FF-BD1458A7781D}">
      <dgm:prSet/>
      <dgm:spPr/>
      <dgm:t>
        <a:bodyPr/>
        <a:lstStyle/>
        <a:p>
          <a:endParaRPr lang="en-US"/>
        </a:p>
      </dgm:t>
    </dgm:pt>
    <dgm:pt modelId="{C69B7A0F-74D1-496F-AF92-0F75A10D0B0A}">
      <dgm:prSet/>
      <dgm:spPr/>
      <dgm:t>
        <a:bodyPr/>
        <a:lstStyle/>
        <a:p>
          <a:r>
            <a:rPr lang="fr-FR"/>
            <a:t>cell_type_name</a:t>
          </a:r>
          <a:endParaRPr lang="en-US"/>
        </a:p>
      </dgm:t>
    </dgm:pt>
    <dgm:pt modelId="{0A32FF7D-E54E-4390-AA1C-3E6F7ABD9CF6}" type="parTrans" cxnId="{98E85502-FF61-460D-9D9D-FE1DAE2EE5B9}">
      <dgm:prSet/>
      <dgm:spPr/>
      <dgm:t>
        <a:bodyPr/>
        <a:lstStyle/>
        <a:p>
          <a:endParaRPr lang="en-US"/>
        </a:p>
      </dgm:t>
    </dgm:pt>
    <dgm:pt modelId="{D5559250-01A0-4680-963C-1478C0E5457D}" type="sibTrans" cxnId="{98E85502-FF61-460D-9D9D-FE1DAE2EE5B9}">
      <dgm:prSet/>
      <dgm:spPr/>
      <dgm:t>
        <a:bodyPr/>
        <a:lstStyle/>
        <a:p>
          <a:endParaRPr lang="en-US"/>
        </a:p>
      </dgm:t>
    </dgm:pt>
    <dgm:pt modelId="{C0D87AF7-FA9D-468F-AEE8-7AF8EB6E9D6C}">
      <dgm:prSet/>
      <dgm:spPr/>
      <dgm:t>
        <a:bodyPr/>
        <a:lstStyle/>
        <a:p>
          <a:r>
            <a:rPr lang="fr-FR"/>
            <a:t>x_img, y_img</a:t>
          </a:r>
          <a:endParaRPr lang="en-US"/>
        </a:p>
      </dgm:t>
    </dgm:pt>
    <dgm:pt modelId="{B92DE725-3941-43B5-B692-7E58C9AC7A6D}" type="parTrans" cxnId="{472FE638-C4FC-47DD-9C6D-62FE74437183}">
      <dgm:prSet/>
      <dgm:spPr/>
      <dgm:t>
        <a:bodyPr/>
        <a:lstStyle/>
        <a:p>
          <a:endParaRPr lang="en-US"/>
        </a:p>
      </dgm:t>
    </dgm:pt>
    <dgm:pt modelId="{6844206E-C4D4-424F-9CF8-5208D5FBB164}" type="sibTrans" cxnId="{472FE638-C4FC-47DD-9C6D-62FE74437183}">
      <dgm:prSet/>
      <dgm:spPr/>
      <dgm:t>
        <a:bodyPr/>
        <a:lstStyle/>
        <a:p>
          <a:endParaRPr lang="en-US"/>
        </a:p>
      </dgm:t>
    </dgm:pt>
    <dgm:pt modelId="{92D940C9-145E-4C5B-8A54-E151C5B9724A}">
      <dgm:prSet/>
      <dgm:spPr/>
      <dgm:t>
        <a:bodyPr/>
        <a:lstStyle/>
        <a:p>
          <a:r>
            <a:rPr lang="fr-FR"/>
            <a:t>tile_row, tile_col</a:t>
          </a:r>
          <a:endParaRPr lang="en-US"/>
        </a:p>
      </dgm:t>
    </dgm:pt>
    <dgm:pt modelId="{12874E92-E19E-421B-9420-DDAC2B4920CD}" type="parTrans" cxnId="{74E04B34-1997-4648-BFE2-10EA0CCDB188}">
      <dgm:prSet/>
      <dgm:spPr/>
      <dgm:t>
        <a:bodyPr/>
        <a:lstStyle/>
        <a:p>
          <a:endParaRPr lang="en-US"/>
        </a:p>
      </dgm:t>
    </dgm:pt>
    <dgm:pt modelId="{45AF7C6C-0DFD-4B5B-A863-73D8735E706A}" type="sibTrans" cxnId="{74E04B34-1997-4648-BFE2-10EA0CCDB188}">
      <dgm:prSet/>
      <dgm:spPr/>
      <dgm:t>
        <a:bodyPr/>
        <a:lstStyle/>
        <a:p>
          <a:endParaRPr lang="en-US"/>
        </a:p>
      </dgm:t>
    </dgm:pt>
    <dgm:pt modelId="{FBA01440-4ADB-4CB0-BED4-F12371FE63A0}">
      <dgm:prSet/>
      <dgm:spPr/>
      <dgm:t>
        <a:bodyPr/>
        <a:lstStyle/>
        <a:p>
          <a:r>
            <a:rPr lang="fr-FR"/>
            <a:t>x_tile, y_tile</a:t>
          </a:r>
          <a:endParaRPr lang="en-US"/>
        </a:p>
      </dgm:t>
    </dgm:pt>
    <dgm:pt modelId="{0B6EEBFF-7F3F-403F-A8AE-AC3C743D5D6F}" type="parTrans" cxnId="{1A927AD0-A50F-4EE8-ADD9-C14935073559}">
      <dgm:prSet/>
      <dgm:spPr/>
      <dgm:t>
        <a:bodyPr/>
        <a:lstStyle/>
        <a:p>
          <a:endParaRPr lang="en-US"/>
        </a:p>
      </dgm:t>
    </dgm:pt>
    <dgm:pt modelId="{D3CB7F16-E67F-431F-98E2-B6959036C73D}" type="sibTrans" cxnId="{1A927AD0-A50F-4EE8-ADD9-C14935073559}">
      <dgm:prSet/>
      <dgm:spPr/>
      <dgm:t>
        <a:bodyPr/>
        <a:lstStyle/>
        <a:p>
          <a:endParaRPr lang="en-US"/>
        </a:p>
      </dgm:t>
    </dgm:pt>
    <dgm:pt modelId="{7CB33A8B-328A-45BA-A98A-0170B6934DC9}">
      <dgm:prSet/>
      <dgm:spPr/>
      <dgm:t>
        <a:bodyPr/>
        <a:lstStyle/>
        <a:p>
          <a:r>
            <a:rPr lang="fr-FR"/>
            <a:t>area, length</a:t>
          </a:r>
          <a:endParaRPr lang="en-US"/>
        </a:p>
      </dgm:t>
    </dgm:pt>
    <dgm:pt modelId="{87266BD5-6DCD-49EB-AE4B-7219FDB526AF}" type="parTrans" cxnId="{FFDB28B9-4672-459B-925E-842D46E61C42}">
      <dgm:prSet/>
      <dgm:spPr/>
      <dgm:t>
        <a:bodyPr/>
        <a:lstStyle/>
        <a:p>
          <a:endParaRPr lang="en-US"/>
        </a:p>
      </dgm:t>
    </dgm:pt>
    <dgm:pt modelId="{88460A9C-8465-4142-AA54-2F94A296D808}" type="sibTrans" cxnId="{FFDB28B9-4672-459B-925E-842D46E61C42}">
      <dgm:prSet/>
      <dgm:spPr/>
      <dgm:t>
        <a:bodyPr/>
        <a:lstStyle/>
        <a:p>
          <a:endParaRPr lang="en-US"/>
        </a:p>
      </dgm:t>
    </dgm:pt>
    <dgm:pt modelId="{78BD9751-1B40-4AAB-9A15-B0C3389E15EE}">
      <dgm:prSet/>
      <dgm:spPr/>
      <dgm:t>
        <a:bodyPr/>
        <a:lstStyle/>
        <a:p>
          <a:r>
            <a:rPr lang="fr-FR"/>
            <a:t>one-hot cell-type columns</a:t>
          </a:r>
          <a:endParaRPr lang="en-US"/>
        </a:p>
      </dgm:t>
    </dgm:pt>
    <dgm:pt modelId="{3EB3742F-5344-4612-812B-12E4F5AE62AA}" type="parTrans" cxnId="{72FF6BC6-A150-4F5C-BDF2-9B63A14C81A5}">
      <dgm:prSet/>
      <dgm:spPr/>
      <dgm:t>
        <a:bodyPr/>
        <a:lstStyle/>
        <a:p>
          <a:endParaRPr lang="en-US"/>
        </a:p>
      </dgm:t>
    </dgm:pt>
    <dgm:pt modelId="{0AF759A2-A7A2-4CA7-8341-DB3E2A7EDED1}" type="sibTrans" cxnId="{72FF6BC6-A150-4F5C-BDF2-9B63A14C81A5}">
      <dgm:prSet/>
      <dgm:spPr/>
      <dgm:t>
        <a:bodyPr/>
        <a:lstStyle/>
        <a:p>
          <a:endParaRPr lang="en-US"/>
        </a:p>
      </dgm:t>
    </dgm:pt>
    <dgm:pt modelId="{98F8E25A-EE59-46E0-9615-1D8731F7591B}">
      <dgm:prSet/>
      <dgm:spPr/>
      <dgm:t>
        <a:bodyPr/>
        <a:lstStyle/>
        <a:p>
          <a:r>
            <a:rPr lang="fr-FR"/>
            <a:t>ROI flags</a:t>
          </a:r>
          <a:endParaRPr lang="en-US"/>
        </a:p>
      </dgm:t>
    </dgm:pt>
    <dgm:pt modelId="{723FBBCF-2E87-42DA-A154-C7DB1F643423}" type="parTrans" cxnId="{782941C6-DD5F-41BE-A290-DD880F45E0B9}">
      <dgm:prSet/>
      <dgm:spPr/>
      <dgm:t>
        <a:bodyPr/>
        <a:lstStyle/>
        <a:p>
          <a:endParaRPr lang="en-US"/>
        </a:p>
      </dgm:t>
    </dgm:pt>
    <dgm:pt modelId="{BE9A88CC-9ADF-4BAB-9076-D6C5279DF972}" type="sibTrans" cxnId="{782941C6-DD5F-41BE-A290-DD880F45E0B9}">
      <dgm:prSet/>
      <dgm:spPr/>
      <dgm:t>
        <a:bodyPr/>
        <a:lstStyle/>
        <a:p>
          <a:endParaRPr lang="en-US"/>
        </a:p>
      </dgm:t>
    </dgm:pt>
    <dgm:pt modelId="{B96816D7-0C09-4EF6-AEFE-501BE1E690F9}">
      <dgm:prSet custT="1"/>
      <dgm:spPr/>
      <dgm:t>
        <a:bodyPr/>
        <a:lstStyle/>
        <a:p>
          <a:r>
            <a:rPr lang="fr-FR" sz="1100"/>
            <a:t>This </a:t>
          </a:r>
          <a:r>
            <a:rPr lang="fr-FR" sz="1100" b="1"/>
            <a:t>exactly matches DeepCellMap’s expected input</a:t>
          </a:r>
          <a:r>
            <a:rPr lang="fr-FR" sz="1100"/>
            <a:t>, but now based on ImmuCAN.</a:t>
          </a:r>
          <a:endParaRPr lang="en-US" sz="1100" dirty="0"/>
        </a:p>
      </dgm:t>
    </dgm:pt>
    <dgm:pt modelId="{CAEA02AF-CA3B-4E12-AD50-89AA7B17B98C}" type="parTrans" cxnId="{D67C4DD9-4533-4CBD-9198-5C0FB45F0DF8}">
      <dgm:prSet/>
      <dgm:spPr/>
      <dgm:t>
        <a:bodyPr/>
        <a:lstStyle/>
        <a:p>
          <a:endParaRPr lang="en-US"/>
        </a:p>
      </dgm:t>
    </dgm:pt>
    <dgm:pt modelId="{6E83ADA2-6000-4ED1-8A1F-77E7100B52B7}" type="sibTrans" cxnId="{D67C4DD9-4533-4CBD-9198-5C0FB45F0DF8}">
      <dgm:prSet/>
      <dgm:spPr/>
      <dgm:t>
        <a:bodyPr/>
        <a:lstStyle/>
        <a:p>
          <a:endParaRPr lang="en-US"/>
        </a:p>
      </dgm:t>
    </dgm:pt>
    <dgm:pt modelId="{8707FA80-C928-42C1-AE36-565D2CED815D}" type="pres">
      <dgm:prSet presAssocID="{AAE4D341-3C00-4050-BEF0-FED176FD3B57}" presName="Name0" presStyleCnt="0">
        <dgm:presLayoutVars>
          <dgm:dir/>
          <dgm:resizeHandles val="exact"/>
        </dgm:presLayoutVars>
      </dgm:prSet>
      <dgm:spPr/>
    </dgm:pt>
    <dgm:pt modelId="{6FE20BB4-84CF-452E-90A5-836878FFC5C9}" type="pres">
      <dgm:prSet presAssocID="{BC0CA058-CDD4-4001-A8D1-6E512596C6A9}" presName="node" presStyleLbl="node1" presStyleIdx="0" presStyleCnt="21">
        <dgm:presLayoutVars>
          <dgm:bulletEnabled val="1"/>
        </dgm:presLayoutVars>
      </dgm:prSet>
      <dgm:spPr/>
    </dgm:pt>
    <dgm:pt modelId="{458FC5CA-B428-4935-B2A8-1092F6ED0F76}" type="pres">
      <dgm:prSet presAssocID="{A9783891-9D8E-46EC-B36A-EECF5C146738}" presName="sibTrans" presStyleLbl="sibTrans1D1" presStyleIdx="0" presStyleCnt="20"/>
      <dgm:spPr/>
    </dgm:pt>
    <dgm:pt modelId="{D13EAFAD-4B6C-4A37-BC4F-4936F9176C54}" type="pres">
      <dgm:prSet presAssocID="{A9783891-9D8E-46EC-B36A-EECF5C146738}" presName="connectorText" presStyleLbl="sibTrans1D1" presStyleIdx="0" presStyleCnt="20"/>
      <dgm:spPr/>
    </dgm:pt>
    <dgm:pt modelId="{5C0F6EB7-35CD-4B35-B7FD-87759AC6DA09}" type="pres">
      <dgm:prSet presAssocID="{A2D8CDDC-B74C-4DB9-A576-B633835E8ACF}" presName="node" presStyleLbl="node1" presStyleIdx="1" presStyleCnt="21">
        <dgm:presLayoutVars>
          <dgm:bulletEnabled val="1"/>
        </dgm:presLayoutVars>
      </dgm:prSet>
      <dgm:spPr/>
    </dgm:pt>
    <dgm:pt modelId="{260DA614-7CD6-4601-A344-2A7ABA3E89FD}" type="pres">
      <dgm:prSet presAssocID="{545F6ED4-8F00-4DF2-A8CA-BEFDF97024C8}" presName="sibTrans" presStyleLbl="sibTrans1D1" presStyleIdx="1" presStyleCnt="20"/>
      <dgm:spPr/>
    </dgm:pt>
    <dgm:pt modelId="{1E2FA8EE-DA86-4E07-9D61-A32519C5B6BB}" type="pres">
      <dgm:prSet presAssocID="{545F6ED4-8F00-4DF2-A8CA-BEFDF97024C8}" presName="connectorText" presStyleLbl="sibTrans1D1" presStyleIdx="1" presStyleCnt="20"/>
      <dgm:spPr/>
    </dgm:pt>
    <dgm:pt modelId="{81404847-C717-46A5-BF5D-4D406780F5D8}" type="pres">
      <dgm:prSet presAssocID="{FCC29A4A-56FB-4366-91C3-DFC1DE845E18}" presName="node" presStyleLbl="node1" presStyleIdx="2" presStyleCnt="21">
        <dgm:presLayoutVars>
          <dgm:bulletEnabled val="1"/>
        </dgm:presLayoutVars>
      </dgm:prSet>
      <dgm:spPr/>
    </dgm:pt>
    <dgm:pt modelId="{E006159A-3E0B-4CC0-BA97-AEE55C8CADE6}" type="pres">
      <dgm:prSet presAssocID="{546A058B-3820-4A92-86A9-79C8D299DA0C}" presName="sibTrans" presStyleLbl="sibTrans1D1" presStyleIdx="2" presStyleCnt="20"/>
      <dgm:spPr/>
    </dgm:pt>
    <dgm:pt modelId="{6B6AA341-C974-4219-8A21-BDCD37F90258}" type="pres">
      <dgm:prSet presAssocID="{546A058B-3820-4A92-86A9-79C8D299DA0C}" presName="connectorText" presStyleLbl="sibTrans1D1" presStyleIdx="2" presStyleCnt="20"/>
      <dgm:spPr/>
    </dgm:pt>
    <dgm:pt modelId="{DDB13FBE-20C9-42FC-939B-54A19CD2555A}" type="pres">
      <dgm:prSet presAssocID="{49643DD0-CD9F-40CA-B22B-10BF46528C19}" presName="node" presStyleLbl="node1" presStyleIdx="3" presStyleCnt="21">
        <dgm:presLayoutVars>
          <dgm:bulletEnabled val="1"/>
        </dgm:presLayoutVars>
      </dgm:prSet>
      <dgm:spPr/>
    </dgm:pt>
    <dgm:pt modelId="{FED068D7-F92E-4BA5-9EC9-20B1C4F154F1}" type="pres">
      <dgm:prSet presAssocID="{5D676A55-7733-431D-A72A-0EBB380D7798}" presName="sibTrans" presStyleLbl="sibTrans1D1" presStyleIdx="3" presStyleCnt="20"/>
      <dgm:spPr/>
    </dgm:pt>
    <dgm:pt modelId="{69A0B751-2909-4A87-847A-FB96512F3122}" type="pres">
      <dgm:prSet presAssocID="{5D676A55-7733-431D-A72A-0EBB380D7798}" presName="connectorText" presStyleLbl="sibTrans1D1" presStyleIdx="3" presStyleCnt="20"/>
      <dgm:spPr/>
    </dgm:pt>
    <dgm:pt modelId="{DA85DEBF-ADEC-435C-B44D-C47D10DFD706}" type="pres">
      <dgm:prSet presAssocID="{E575C804-EEAD-4F9E-BCBE-BBA1C22A6EC6}" presName="node" presStyleLbl="node1" presStyleIdx="4" presStyleCnt="21">
        <dgm:presLayoutVars>
          <dgm:bulletEnabled val="1"/>
        </dgm:presLayoutVars>
      </dgm:prSet>
      <dgm:spPr/>
    </dgm:pt>
    <dgm:pt modelId="{64556A33-0069-41C0-AE4A-8D6F6CFEA36C}" type="pres">
      <dgm:prSet presAssocID="{CE5C0743-8304-4AC6-ACC8-C75D8AFF0E31}" presName="sibTrans" presStyleLbl="sibTrans1D1" presStyleIdx="4" presStyleCnt="20"/>
      <dgm:spPr/>
    </dgm:pt>
    <dgm:pt modelId="{73C5E0D4-D321-45DA-83F1-4FA42396693C}" type="pres">
      <dgm:prSet presAssocID="{CE5C0743-8304-4AC6-ACC8-C75D8AFF0E31}" presName="connectorText" presStyleLbl="sibTrans1D1" presStyleIdx="4" presStyleCnt="20"/>
      <dgm:spPr/>
    </dgm:pt>
    <dgm:pt modelId="{60383813-DC49-4AC6-B4D0-092DBB33EF1A}" type="pres">
      <dgm:prSet presAssocID="{53FC56A7-580D-490A-955A-149B6876AC65}" presName="node" presStyleLbl="node1" presStyleIdx="5" presStyleCnt="21">
        <dgm:presLayoutVars>
          <dgm:bulletEnabled val="1"/>
        </dgm:presLayoutVars>
      </dgm:prSet>
      <dgm:spPr/>
    </dgm:pt>
    <dgm:pt modelId="{5FFE79EB-E4D2-42A0-B21F-0263D3145F7C}" type="pres">
      <dgm:prSet presAssocID="{5E7C0578-1A43-4F63-9144-F4370244C710}" presName="sibTrans" presStyleLbl="sibTrans1D1" presStyleIdx="5" presStyleCnt="20"/>
      <dgm:spPr/>
    </dgm:pt>
    <dgm:pt modelId="{2EB0D708-66D3-408A-A74F-59B529058787}" type="pres">
      <dgm:prSet presAssocID="{5E7C0578-1A43-4F63-9144-F4370244C710}" presName="connectorText" presStyleLbl="sibTrans1D1" presStyleIdx="5" presStyleCnt="20"/>
      <dgm:spPr/>
    </dgm:pt>
    <dgm:pt modelId="{9336F893-F55A-4D33-81C6-806C14B14A90}" type="pres">
      <dgm:prSet presAssocID="{B970DDBB-7968-435A-BB9E-E286D694C258}" presName="node" presStyleLbl="node1" presStyleIdx="6" presStyleCnt="21">
        <dgm:presLayoutVars>
          <dgm:bulletEnabled val="1"/>
        </dgm:presLayoutVars>
      </dgm:prSet>
      <dgm:spPr/>
    </dgm:pt>
    <dgm:pt modelId="{ADD9436F-8884-4ADF-9780-90C5886B430A}" type="pres">
      <dgm:prSet presAssocID="{86F22230-5076-473A-92EB-46C9D5394371}" presName="sibTrans" presStyleLbl="sibTrans1D1" presStyleIdx="6" presStyleCnt="20"/>
      <dgm:spPr/>
    </dgm:pt>
    <dgm:pt modelId="{88567C66-7DA0-4F75-9035-F59E61FF0EE4}" type="pres">
      <dgm:prSet presAssocID="{86F22230-5076-473A-92EB-46C9D5394371}" presName="connectorText" presStyleLbl="sibTrans1D1" presStyleIdx="6" presStyleCnt="20"/>
      <dgm:spPr/>
    </dgm:pt>
    <dgm:pt modelId="{99291ABC-7F48-4EF1-AB09-0125E3A06E7E}" type="pres">
      <dgm:prSet presAssocID="{18F2B7A2-634B-4BCB-B37A-E361AD10D497}" presName="node" presStyleLbl="node1" presStyleIdx="7" presStyleCnt="21">
        <dgm:presLayoutVars>
          <dgm:bulletEnabled val="1"/>
        </dgm:presLayoutVars>
      </dgm:prSet>
      <dgm:spPr/>
    </dgm:pt>
    <dgm:pt modelId="{6ED66DEE-A1BA-4A54-AB4C-AB5A12CA0777}" type="pres">
      <dgm:prSet presAssocID="{0CD887EB-8CEA-42B7-8793-1EAB9D52F440}" presName="sibTrans" presStyleLbl="sibTrans1D1" presStyleIdx="7" presStyleCnt="20"/>
      <dgm:spPr/>
    </dgm:pt>
    <dgm:pt modelId="{0767BB07-9BEE-41EC-906B-2EFF8392715B}" type="pres">
      <dgm:prSet presAssocID="{0CD887EB-8CEA-42B7-8793-1EAB9D52F440}" presName="connectorText" presStyleLbl="sibTrans1D1" presStyleIdx="7" presStyleCnt="20"/>
      <dgm:spPr/>
    </dgm:pt>
    <dgm:pt modelId="{C135062F-C65F-418A-B3FC-FCA0859913E6}" type="pres">
      <dgm:prSet presAssocID="{FC5DD1B6-CDD8-4235-9F8E-A5213A097B81}" presName="node" presStyleLbl="node1" presStyleIdx="8" presStyleCnt="21">
        <dgm:presLayoutVars>
          <dgm:bulletEnabled val="1"/>
        </dgm:presLayoutVars>
      </dgm:prSet>
      <dgm:spPr/>
    </dgm:pt>
    <dgm:pt modelId="{73B1DE4F-EF43-4BAA-81E1-D4C441F4C9F6}" type="pres">
      <dgm:prSet presAssocID="{14DB19F9-07EE-484D-B455-C9243A0EC446}" presName="sibTrans" presStyleLbl="sibTrans1D1" presStyleIdx="8" presStyleCnt="20"/>
      <dgm:spPr/>
    </dgm:pt>
    <dgm:pt modelId="{BBC8FCDC-0F37-47D9-8E47-F2E1DEA06650}" type="pres">
      <dgm:prSet presAssocID="{14DB19F9-07EE-484D-B455-C9243A0EC446}" presName="connectorText" presStyleLbl="sibTrans1D1" presStyleIdx="8" presStyleCnt="20"/>
      <dgm:spPr/>
    </dgm:pt>
    <dgm:pt modelId="{C52C8C85-8C37-4EA2-9374-224D44D78D71}" type="pres">
      <dgm:prSet presAssocID="{194DE4B5-7A0F-4A8A-A0ED-411BA1F5813F}" presName="node" presStyleLbl="node1" presStyleIdx="9" presStyleCnt="21">
        <dgm:presLayoutVars>
          <dgm:bulletEnabled val="1"/>
        </dgm:presLayoutVars>
      </dgm:prSet>
      <dgm:spPr/>
    </dgm:pt>
    <dgm:pt modelId="{A41E74AF-58B3-422D-A152-26668EFA42C2}" type="pres">
      <dgm:prSet presAssocID="{AF458A83-EC6A-4033-919D-7F11A3D0FB4B}" presName="sibTrans" presStyleLbl="sibTrans1D1" presStyleIdx="9" presStyleCnt="20"/>
      <dgm:spPr/>
    </dgm:pt>
    <dgm:pt modelId="{44DD6FBC-0FA8-4365-800D-0E4924BE5F5E}" type="pres">
      <dgm:prSet presAssocID="{AF458A83-EC6A-4033-919D-7F11A3D0FB4B}" presName="connectorText" presStyleLbl="sibTrans1D1" presStyleIdx="9" presStyleCnt="20"/>
      <dgm:spPr/>
    </dgm:pt>
    <dgm:pt modelId="{2569169E-DCCB-4AEE-9F33-C802768FD88F}" type="pres">
      <dgm:prSet presAssocID="{4A88C513-7891-43E7-8CA1-CE9011E7C01B}" presName="node" presStyleLbl="node1" presStyleIdx="10" presStyleCnt="21">
        <dgm:presLayoutVars>
          <dgm:bulletEnabled val="1"/>
        </dgm:presLayoutVars>
      </dgm:prSet>
      <dgm:spPr/>
    </dgm:pt>
    <dgm:pt modelId="{5708F6FA-13B1-4C4A-9296-BCD5420E4368}" type="pres">
      <dgm:prSet presAssocID="{D2B7260C-19D4-4FD6-8651-FCACFE85D73B}" presName="sibTrans" presStyleLbl="sibTrans1D1" presStyleIdx="10" presStyleCnt="20"/>
      <dgm:spPr/>
    </dgm:pt>
    <dgm:pt modelId="{9FE29246-0FDC-42E9-AED8-98B86A7A210C}" type="pres">
      <dgm:prSet presAssocID="{D2B7260C-19D4-4FD6-8651-FCACFE85D73B}" presName="connectorText" presStyleLbl="sibTrans1D1" presStyleIdx="10" presStyleCnt="20"/>
      <dgm:spPr/>
    </dgm:pt>
    <dgm:pt modelId="{E2FA55E7-3287-4B53-96D6-2BAFA322B929}" type="pres">
      <dgm:prSet presAssocID="{B7AF0D7C-ACEA-4452-8E0E-26619C8B0B0C}" presName="node" presStyleLbl="node1" presStyleIdx="11" presStyleCnt="21">
        <dgm:presLayoutVars>
          <dgm:bulletEnabled val="1"/>
        </dgm:presLayoutVars>
      </dgm:prSet>
      <dgm:spPr/>
    </dgm:pt>
    <dgm:pt modelId="{FE22EBC7-BE7F-438A-902F-DFFE6DAED352}" type="pres">
      <dgm:prSet presAssocID="{3853AE1F-291F-40A4-9211-9B08A607FABF}" presName="sibTrans" presStyleLbl="sibTrans1D1" presStyleIdx="11" presStyleCnt="20"/>
      <dgm:spPr/>
    </dgm:pt>
    <dgm:pt modelId="{1C7CC443-78E3-48CC-9404-542024EB6864}" type="pres">
      <dgm:prSet presAssocID="{3853AE1F-291F-40A4-9211-9B08A607FABF}" presName="connectorText" presStyleLbl="sibTrans1D1" presStyleIdx="11" presStyleCnt="20"/>
      <dgm:spPr/>
    </dgm:pt>
    <dgm:pt modelId="{6DA6A6F3-8CCA-4605-924B-0419A42BF4D2}" type="pres">
      <dgm:prSet presAssocID="{16EC9E13-1336-438C-8E44-BEB1964604BC}" presName="node" presStyleLbl="node1" presStyleIdx="12" presStyleCnt="21">
        <dgm:presLayoutVars>
          <dgm:bulletEnabled val="1"/>
        </dgm:presLayoutVars>
      </dgm:prSet>
      <dgm:spPr/>
    </dgm:pt>
    <dgm:pt modelId="{E437B7F9-13F9-4EC0-9CC2-437C65530474}" type="pres">
      <dgm:prSet presAssocID="{CC348684-7158-4F8D-8887-DFFD7EB044E2}" presName="sibTrans" presStyleLbl="sibTrans1D1" presStyleIdx="12" presStyleCnt="20"/>
      <dgm:spPr/>
    </dgm:pt>
    <dgm:pt modelId="{DDB7F851-1033-481C-BEB9-3684E7778A74}" type="pres">
      <dgm:prSet presAssocID="{CC348684-7158-4F8D-8887-DFFD7EB044E2}" presName="connectorText" presStyleLbl="sibTrans1D1" presStyleIdx="12" presStyleCnt="20"/>
      <dgm:spPr/>
    </dgm:pt>
    <dgm:pt modelId="{001975A7-A364-43FB-99F7-3D8078D88516}" type="pres">
      <dgm:prSet presAssocID="{C69B7A0F-74D1-496F-AF92-0F75A10D0B0A}" presName="node" presStyleLbl="node1" presStyleIdx="13" presStyleCnt="21">
        <dgm:presLayoutVars>
          <dgm:bulletEnabled val="1"/>
        </dgm:presLayoutVars>
      </dgm:prSet>
      <dgm:spPr/>
    </dgm:pt>
    <dgm:pt modelId="{6D5B49A4-02BE-4EFE-A68D-82CCC2DE6BC0}" type="pres">
      <dgm:prSet presAssocID="{D5559250-01A0-4680-963C-1478C0E5457D}" presName="sibTrans" presStyleLbl="sibTrans1D1" presStyleIdx="13" presStyleCnt="20"/>
      <dgm:spPr/>
    </dgm:pt>
    <dgm:pt modelId="{004F8C45-9403-4147-9F53-D367EECE0142}" type="pres">
      <dgm:prSet presAssocID="{D5559250-01A0-4680-963C-1478C0E5457D}" presName="connectorText" presStyleLbl="sibTrans1D1" presStyleIdx="13" presStyleCnt="20"/>
      <dgm:spPr/>
    </dgm:pt>
    <dgm:pt modelId="{B8D087FB-DCB8-4B6A-9DEE-A10F66374075}" type="pres">
      <dgm:prSet presAssocID="{C0D87AF7-FA9D-468F-AEE8-7AF8EB6E9D6C}" presName="node" presStyleLbl="node1" presStyleIdx="14" presStyleCnt="21">
        <dgm:presLayoutVars>
          <dgm:bulletEnabled val="1"/>
        </dgm:presLayoutVars>
      </dgm:prSet>
      <dgm:spPr/>
    </dgm:pt>
    <dgm:pt modelId="{C266309D-75CF-497E-A29F-CAD9D68FFEFA}" type="pres">
      <dgm:prSet presAssocID="{6844206E-C4D4-424F-9CF8-5208D5FBB164}" presName="sibTrans" presStyleLbl="sibTrans1D1" presStyleIdx="14" presStyleCnt="20"/>
      <dgm:spPr/>
    </dgm:pt>
    <dgm:pt modelId="{633C34EC-1980-4078-BB61-CF5E0B7A42DB}" type="pres">
      <dgm:prSet presAssocID="{6844206E-C4D4-424F-9CF8-5208D5FBB164}" presName="connectorText" presStyleLbl="sibTrans1D1" presStyleIdx="14" presStyleCnt="20"/>
      <dgm:spPr/>
    </dgm:pt>
    <dgm:pt modelId="{4C6E4DC1-BD6F-4149-B1E6-299E807A7B4E}" type="pres">
      <dgm:prSet presAssocID="{92D940C9-145E-4C5B-8A54-E151C5B9724A}" presName="node" presStyleLbl="node1" presStyleIdx="15" presStyleCnt="21">
        <dgm:presLayoutVars>
          <dgm:bulletEnabled val="1"/>
        </dgm:presLayoutVars>
      </dgm:prSet>
      <dgm:spPr/>
    </dgm:pt>
    <dgm:pt modelId="{F1340047-4620-46C3-BA30-62691ADAFA8E}" type="pres">
      <dgm:prSet presAssocID="{45AF7C6C-0DFD-4B5B-A863-73D8735E706A}" presName="sibTrans" presStyleLbl="sibTrans1D1" presStyleIdx="15" presStyleCnt="20"/>
      <dgm:spPr/>
    </dgm:pt>
    <dgm:pt modelId="{D5EC42B0-B0BB-41A7-B6A9-7493FC760F1E}" type="pres">
      <dgm:prSet presAssocID="{45AF7C6C-0DFD-4B5B-A863-73D8735E706A}" presName="connectorText" presStyleLbl="sibTrans1D1" presStyleIdx="15" presStyleCnt="20"/>
      <dgm:spPr/>
    </dgm:pt>
    <dgm:pt modelId="{7A5E0ABB-5BAC-4C90-8EF5-E6EB1647CC85}" type="pres">
      <dgm:prSet presAssocID="{FBA01440-4ADB-4CB0-BED4-F12371FE63A0}" presName="node" presStyleLbl="node1" presStyleIdx="16" presStyleCnt="21">
        <dgm:presLayoutVars>
          <dgm:bulletEnabled val="1"/>
        </dgm:presLayoutVars>
      </dgm:prSet>
      <dgm:spPr/>
    </dgm:pt>
    <dgm:pt modelId="{183EE20E-4F2A-4491-A704-6A3030DEA934}" type="pres">
      <dgm:prSet presAssocID="{D3CB7F16-E67F-431F-98E2-B6959036C73D}" presName="sibTrans" presStyleLbl="sibTrans1D1" presStyleIdx="16" presStyleCnt="20"/>
      <dgm:spPr/>
    </dgm:pt>
    <dgm:pt modelId="{9B691425-AB59-42DB-8FD0-7A9EFC30FFE3}" type="pres">
      <dgm:prSet presAssocID="{D3CB7F16-E67F-431F-98E2-B6959036C73D}" presName="connectorText" presStyleLbl="sibTrans1D1" presStyleIdx="16" presStyleCnt="20"/>
      <dgm:spPr/>
    </dgm:pt>
    <dgm:pt modelId="{6AE86131-B1DA-4F79-B055-33D031CBEF71}" type="pres">
      <dgm:prSet presAssocID="{7CB33A8B-328A-45BA-A98A-0170B6934DC9}" presName="node" presStyleLbl="node1" presStyleIdx="17" presStyleCnt="21">
        <dgm:presLayoutVars>
          <dgm:bulletEnabled val="1"/>
        </dgm:presLayoutVars>
      </dgm:prSet>
      <dgm:spPr/>
    </dgm:pt>
    <dgm:pt modelId="{936CE612-73F3-4913-BCBA-6C910559FC92}" type="pres">
      <dgm:prSet presAssocID="{88460A9C-8465-4142-AA54-2F94A296D808}" presName="sibTrans" presStyleLbl="sibTrans1D1" presStyleIdx="17" presStyleCnt="20"/>
      <dgm:spPr/>
    </dgm:pt>
    <dgm:pt modelId="{1284A153-4D97-464D-A820-2A87FFF3D24E}" type="pres">
      <dgm:prSet presAssocID="{88460A9C-8465-4142-AA54-2F94A296D808}" presName="connectorText" presStyleLbl="sibTrans1D1" presStyleIdx="17" presStyleCnt="20"/>
      <dgm:spPr/>
    </dgm:pt>
    <dgm:pt modelId="{D513E3DD-C293-4124-B33C-56832D8165D0}" type="pres">
      <dgm:prSet presAssocID="{78BD9751-1B40-4AAB-9A15-B0C3389E15EE}" presName="node" presStyleLbl="node1" presStyleIdx="18" presStyleCnt="21">
        <dgm:presLayoutVars>
          <dgm:bulletEnabled val="1"/>
        </dgm:presLayoutVars>
      </dgm:prSet>
      <dgm:spPr/>
    </dgm:pt>
    <dgm:pt modelId="{AEC20882-DB9A-4C4B-B253-6D22F59CED53}" type="pres">
      <dgm:prSet presAssocID="{0AF759A2-A7A2-4CA7-8341-DB3E2A7EDED1}" presName="sibTrans" presStyleLbl="sibTrans1D1" presStyleIdx="18" presStyleCnt="20"/>
      <dgm:spPr/>
    </dgm:pt>
    <dgm:pt modelId="{EBB304B3-17D1-49E8-AC10-2454486CFA28}" type="pres">
      <dgm:prSet presAssocID="{0AF759A2-A7A2-4CA7-8341-DB3E2A7EDED1}" presName="connectorText" presStyleLbl="sibTrans1D1" presStyleIdx="18" presStyleCnt="20"/>
      <dgm:spPr/>
    </dgm:pt>
    <dgm:pt modelId="{5559725D-D796-4EAF-A5DB-B4A797FE3EFD}" type="pres">
      <dgm:prSet presAssocID="{98F8E25A-EE59-46E0-9615-1D8731F7591B}" presName="node" presStyleLbl="node1" presStyleIdx="19" presStyleCnt="21">
        <dgm:presLayoutVars>
          <dgm:bulletEnabled val="1"/>
        </dgm:presLayoutVars>
      </dgm:prSet>
      <dgm:spPr/>
    </dgm:pt>
    <dgm:pt modelId="{6F10006F-66D0-4852-8983-A98FB2A51FD4}" type="pres">
      <dgm:prSet presAssocID="{BE9A88CC-9ADF-4BAB-9076-D6C5279DF972}" presName="sibTrans" presStyleLbl="sibTrans1D1" presStyleIdx="19" presStyleCnt="20"/>
      <dgm:spPr/>
    </dgm:pt>
    <dgm:pt modelId="{42D97C6C-2EFA-470E-B3F4-8768B4F8DFBB}" type="pres">
      <dgm:prSet presAssocID="{BE9A88CC-9ADF-4BAB-9076-D6C5279DF972}" presName="connectorText" presStyleLbl="sibTrans1D1" presStyleIdx="19" presStyleCnt="20"/>
      <dgm:spPr/>
    </dgm:pt>
    <dgm:pt modelId="{A1ADCE7E-1FD9-4F3A-88AA-BE244B13E7B5}" type="pres">
      <dgm:prSet presAssocID="{B96816D7-0C09-4EF6-AEFE-501BE1E690F9}" presName="node" presStyleLbl="node1" presStyleIdx="20" presStyleCnt="21">
        <dgm:presLayoutVars>
          <dgm:bulletEnabled val="1"/>
        </dgm:presLayoutVars>
      </dgm:prSet>
      <dgm:spPr/>
    </dgm:pt>
  </dgm:ptLst>
  <dgm:cxnLst>
    <dgm:cxn modelId="{575CE001-BA6E-4CD7-81B8-1078DE4F3BEE}" type="presOf" srcId="{5E7C0578-1A43-4F63-9144-F4370244C710}" destId="{5FFE79EB-E4D2-42A0-B21F-0263D3145F7C}" srcOrd="0" destOrd="0" presId="urn:microsoft.com/office/officeart/2016/7/layout/RepeatingBendingProcessNew"/>
    <dgm:cxn modelId="{98E85502-FF61-460D-9D9D-FE1DAE2EE5B9}" srcId="{AAE4D341-3C00-4050-BEF0-FED176FD3B57}" destId="{C69B7A0F-74D1-496F-AF92-0F75A10D0B0A}" srcOrd="13" destOrd="0" parTransId="{0A32FF7D-E54E-4390-AA1C-3E6F7ABD9CF6}" sibTransId="{D5559250-01A0-4680-963C-1478C0E5457D}"/>
    <dgm:cxn modelId="{2FA9C203-C03B-4030-8361-E90D412F36AC}" type="presOf" srcId="{BC0CA058-CDD4-4001-A8D1-6E512596C6A9}" destId="{6FE20BB4-84CF-452E-90A5-836878FFC5C9}" srcOrd="0" destOrd="0" presId="urn:microsoft.com/office/officeart/2016/7/layout/RepeatingBendingProcessNew"/>
    <dgm:cxn modelId="{52762D04-DBD4-463B-B3D9-09085396391D}" type="presOf" srcId="{CE5C0743-8304-4AC6-ACC8-C75D8AFF0E31}" destId="{64556A33-0069-41C0-AE4A-8D6F6CFEA36C}" srcOrd="0" destOrd="0" presId="urn:microsoft.com/office/officeart/2016/7/layout/RepeatingBendingProcessNew"/>
    <dgm:cxn modelId="{8CDF020C-9573-4832-BD7C-21FC79B8A4C1}" type="presOf" srcId="{0CD887EB-8CEA-42B7-8793-1EAB9D52F440}" destId="{6ED66DEE-A1BA-4A54-AB4C-AB5A12CA0777}" srcOrd="0" destOrd="0" presId="urn:microsoft.com/office/officeart/2016/7/layout/RepeatingBendingProcessNew"/>
    <dgm:cxn modelId="{AEF0970C-ECF7-4613-9A66-EA94C3E7F563}" type="presOf" srcId="{546A058B-3820-4A92-86A9-79C8D299DA0C}" destId="{E006159A-3E0B-4CC0-BA97-AEE55C8CADE6}" srcOrd="0" destOrd="0" presId="urn:microsoft.com/office/officeart/2016/7/layout/RepeatingBendingProcessNew"/>
    <dgm:cxn modelId="{1BBDB60D-7D64-4004-B45E-D732E63E1898}" type="presOf" srcId="{FC5DD1B6-CDD8-4235-9F8E-A5213A097B81}" destId="{C135062F-C65F-418A-B3FC-FCA0859913E6}" srcOrd="0" destOrd="0" presId="urn:microsoft.com/office/officeart/2016/7/layout/RepeatingBendingProcessNew"/>
    <dgm:cxn modelId="{151B300F-2D57-4D2D-8D3F-7A13C796CBDA}" type="presOf" srcId="{88460A9C-8465-4142-AA54-2F94A296D808}" destId="{936CE612-73F3-4913-BCBA-6C910559FC92}" srcOrd="0" destOrd="0" presId="urn:microsoft.com/office/officeart/2016/7/layout/RepeatingBendingProcessNew"/>
    <dgm:cxn modelId="{AEE7380F-523D-43C0-830A-2608C3ADA36A}" type="presOf" srcId="{FBA01440-4ADB-4CB0-BED4-F12371FE63A0}" destId="{7A5E0ABB-5BAC-4C90-8EF5-E6EB1647CC85}" srcOrd="0" destOrd="0" presId="urn:microsoft.com/office/officeart/2016/7/layout/RepeatingBendingProcessNew"/>
    <dgm:cxn modelId="{0571450F-1A77-400C-87D0-43F90EF68382}" type="presOf" srcId="{0CD887EB-8CEA-42B7-8793-1EAB9D52F440}" destId="{0767BB07-9BEE-41EC-906B-2EFF8392715B}" srcOrd="1" destOrd="0" presId="urn:microsoft.com/office/officeart/2016/7/layout/RepeatingBendingProcessNew"/>
    <dgm:cxn modelId="{C35BAB0F-C9D9-47AD-97C5-BAC7189EC474}" type="presOf" srcId="{BE9A88CC-9ADF-4BAB-9076-D6C5279DF972}" destId="{6F10006F-66D0-4852-8983-A98FB2A51FD4}" srcOrd="0" destOrd="0" presId="urn:microsoft.com/office/officeart/2016/7/layout/RepeatingBendingProcessNew"/>
    <dgm:cxn modelId="{FA11DB1A-AA04-4004-A737-7C6147172C69}" srcId="{AAE4D341-3C00-4050-BEF0-FED176FD3B57}" destId="{FC5DD1B6-CDD8-4235-9F8E-A5213A097B81}" srcOrd="8" destOrd="0" parTransId="{7D957C8E-D341-449E-A7F1-D491AF3F53D3}" sibTransId="{14DB19F9-07EE-484D-B455-C9243A0EC446}"/>
    <dgm:cxn modelId="{D3EF8C1D-F119-47EC-A6A7-F111D64A64AD}" type="presOf" srcId="{A9783891-9D8E-46EC-B36A-EECF5C146738}" destId="{458FC5CA-B428-4935-B2A8-1092F6ED0F76}" srcOrd="0" destOrd="0" presId="urn:microsoft.com/office/officeart/2016/7/layout/RepeatingBendingProcessNew"/>
    <dgm:cxn modelId="{E31FBB1D-9E77-4FB0-8F26-B7B99AB94122}" srcId="{AAE4D341-3C00-4050-BEF0-FED176FD3B57}" destId="{B970DDBB-7968-435A-BB9E-E286D694C258}" srcOrd="6" destOrd="0" parTransId="{D1F03B3A-299F-41BB-9DA5-7F3F56861E17}" sibTransId="{86F22230-5076-473A-92EB-46C9D5394371}"/>
    <dgm:cxn modelId="{99BE1A1F-D8A5-450C-A381-FFFBEF192406}" type="presOf" srcId="{FCC29A4A-56FB-4366-91C3-DFC1DE845E18}" destId="{81404847-C717-46A5-BF5D-4D406780F5D8}" srcOrd="0" destOrd="0" presId="urn:microsoft.com/office/officeart/2016/7/layout/RepeatingBendingProcessNew"/>
    <dgm:cxn modelId="{94BC5C23-BDF9-4AF7-96DF-2514A5E6C5D1}" type="presOf" srcId="{86F22230-5076-473A-92EB-46C9D5394371}" destId="{88567C66-7DA0-4F75-9035-F59E61FF0EE4}" srcOrd="1" destOrd="0" presId="urn:microsoft.com/office/officeart/2016/7/layout/RepeatingBendingProcessNew"/>
    <dgm:cxn modelId="{10F28823-DB0D-4768-B5A9-9AD547591E29}" type="presOf" srcId="{3853AE1F-291F-40A4-9211-9B08A607FABF}" destId="{1C7CC443-78E3-48CC-9404-542024EB6864}" srcOrd="1" destOrd="0" presId="urn:microsoft.com/office/officeart/2016/7/layout/RepeatingBendingProcessNew"/>
    <dgm:cxn modelId="{6C17E72A-96B8-4950-82AD-483E9CCA234D}" type="presOf" srcId="{D3CB7F16-E67F-431F-98E2-B6959036C73D}" destId="{9B691425-AB59-42DB-8FD0-7A9EFC30FFE3}" srcOrd="1" destOrd="0" presId="urn:microsoft.com/office/officeart/2016/7/layout/RepeatingBendingProcessNew"/>
    <dgm:cxn modelId="{52E9F32A-72E0-440F-B772-7E13C5947710}" type="presOf" srcId="{0AF759A2-A7A2-4CA7-8341-DB3E2A7EDED1}" destId="{AEC20882-DB9A-4C4B-B253-6D22F59CED53}" srcOrd="0" destOrd="0" presId="urn:microsoft.com/office/officeart/2016/7/layout/RepeatingBendingProcessNew"/>
    <dgm:cxn modelId="{72BC4D2B-D90B-4B14-9C57-FE8AB9098A93}" type="presOf" srcId="{A2D8CDDC-B74C-4DB9-A576-B633835E8ACF}" destId="{5C0F6EB7-35CD-4B35-B7FD-87759AC6DA09}" srcOrd="0" destOrd="0" presId="urn:microsoft.com/office/officeart/2016/7/layout/RepeatingBendingProcessNew"/>
    <dgm:cxn modelId="{BF2D1E30-1F3F-4B98-85F3-0376859B4CC8}" srcId="{AAE4D341-3C00-4050-BEF0-FED176FD3B57}" destId="{4A88C513-7891-43E7-8CA1-CE9011E7C01B}" srcOrd="10" destOrd="0" parTransId="{25F9F9BA-FBD2-4FB2-8F76-5857B035B629}" sibTransId="{D2B7260C-19D4-4FD6-8651-FCACFE85D73B}"/>
    <dgm:cxn modelId="{74E04B34-1997-4648-BFE2-10EA0CCDB188}" srcId="{AAE4D341-3C00-4050-BEF0-FED176FD3B57}" destId="{92D940C9-145E-4C5B-8A54-E151C5B9724A}" srcOrd="15" destOrd="0" parTransId="{12874E92-E19E-421B-9420-DDAC2B4920CD}" sibTransId="{45AF7C6C-0DFD-4B5B-A863-73D8735E706A}"/>
    <dgm:cxn modelId="{472FE638-C4FC-47DD-9C6D-62FE74437183}" srcId="{AAE4D341-3C00-4050-BEF0-FED176FD3B57}" destId="{C0D87AF7-FA9D-468F-AEE8-7AF8EB6E9D6C}" srcOrd="14" destOrd="0" parTransId="{B92DE725-3941-43B5-B692-7E58C9AC7A6D}" sibTransId="{6844206E-C4D4-424F-9CF8-5208D5FBB164}"/>
    <dgm:cxn modelId="{8A9D7039-6537-4BC3-89F3-46C50AE274CC}" type="presOf" srcId="{B7AF0D7C-ACEA-4452-8E0E-26619C8B0B0C}" destId="{E2FA55E7-3287-4B53-96D6-2BAFA322B929}" srcOrd="0" destOrd="0" presId="urn:microsoft.com/office/officeart/2016/7/layout/RepeatingBendingProcessNew"/>
    <dgm:cxn modelId="{4E3F6240-EEBA-49F0-B454-4F2A2476A322}" type="presOf" srcId="{49643DD0-CD9F-40CA-B22B-10BF46528C19}" destId="{DDB13FBE-20C9-42FC-939B-54A19CD2555A}" srcOrd="0" destOrd="0" presId="urn:microsoft.com/office/officeart/2016/7/layout/RepeatingBendingProcessNew"/>
    <dgm:cxn modelId="{8FBEE95B-10F5-4791-AB1B-EF03FBC1D252}" srcId="{AAE4D341-3C00-4050-BEF0-FED176FD3B57}" destId="{E575C804-EEAD-4F9E-BCBE-BBA1C22A6EC6}" srcOrd="4" destOrd="0" parTransId="{5ED0F425-EB9F-4020-82C4-9461132BDDDA}" sibTransId="{CE5C0743-8304-4AC6-ACC8-C75D8AFF0E31}"/>
    <dgm:cxn modelId="{48FC1C5F-074B-43ED-98DA-42B585BBC2FB}" type="presOf" srcId="{92D940C9-145E-4C5B-8A54-E151C5B9724A}" destId="{4C6E4DC1-BD6F-4149-B1E6-299E807A7B4E}" srcOrd="0" destOrd="0" presId="urn:microsoft.com/office/officeart/2016/7/layout/RepeatingBendingProcessNew"/>
    <dgm:cxn modelId="{CCE55060-3DBC-4FB5-A94F-7BBF9513CB7B}" type="presOf" srcId="{AF458A83-EC6A-4033-919D-7F11A3D0FB4B}" destId="{A41E74AF-58B3-422D-A152-26668EFA42C2}" srcOrd="0" destOrd="0" presId="urn:microsoft.com/office/officeart/2016/7/layout/RepeatingBendingProcessNew"/>
    <dgm:cxn modelId="{BD0C2441-6308-423C-ACA2-F953CBF2FA0C}" type="presOf" srcId="{CC348684-7158-4F8D-8887-DFFD7EB044E2}" destId="{DDB7F851-1033-481C-BEB9-3684E7778A74}" srcOrd="1" destOrd="0" presId="urn:microsoft.com/office/officeart/2016/7/layout/RepeatingBendingProcessNew"/>
    <dgm:cxn modelId="{CC7C9E48-39F7-41CA-84FF-C1636D7DF93E}" srcId="{AAE4D341-3C00-4050-BEF0-FED176FD3B57}" destId="{18F2B7A2-634B-4BCB-B37A-E361AD10D497}" srcOrd="7" destOrd="0" parTransId="{FBE6F191-7AAA-4863-A2C4-C189C595DB0F}" sibTransId="{0CD887EB-8CEA-42B7-8793-1EAB9D52F440}"/>
    <dgm:cxn modelId="{41FD856A-4796-4434-BE0C-F82BF77A429B}" type="presOf" srcId="{D5559250-01A0-4680-963C-1478C0E5457D}" destId="{6D5B49A4-02BE-4EFE-A68D-82CCC2DE6BC0}" srcOrd="0" destOrd="0" presId="urn:microsoft.com/office/officeart/2016/7/layout/RepeatingBendingProcessNew"/>
    <dgm:cxn modelId="{48508D4B-B2D2-4E1F-B197-505692063CDB}" type="presOf" srcId="{C69B7A0F-74D1-496F-AF92-0F75A10D0B0A}" destId="{001975A7-A364-43FB-99F7-3D8078D88516}" srcOrd="0" destOrd="0" presId="urn:microsoft.com/office/officeart/2016/7/layout/RepeatingBendingProcessNew"/>
    <dgm:cxn modelId="{9E3E676D-D681-4C56-868F-EDDCCE018A30}" type="presOf" srcId="{45AF7C6C-0DFD-4B5B-A863-73D8735E706A}" destId="{F1340047-4620-46C3-BA30-62691ADAFA8E}" srcOrd="0" destOrd="0" presId="urn:microsoft.com/office/officeart/2016/7/layout/RepeatingBendingProcessNew"/>
    <dgm:cxn modelId="{01C45D72-FC19-4D90-A6CF-87CCBB7E23F6}" type="presOf" srcId="{5E7C0578-1A43-4F63-9144-F4370244C710}" destId="{2EB0D708-66D3-408A-A74F-59B529058787}" srcOrd="1" destOrd="0" presId="urn:microsoft.com/office/officeart/2016/7/layout/RepeatingBendingProcessNew"/>
    <dgm:cxn modelId="{F60E0657-8A4F-4DC8-B6B7-DB0794B4BF4F}" type="presOf" srcId="{194DE4B5-7A0F-4A8A-A0ED-411BA1F5813F}" destId="{C52C8C85-8C37-4EA2-9374-224D44D78D71}" srcOrd="0" destOrd="0" presId="urn:microsoft.com/office/officeart/2016/7/layout/RepeatingBendingProcessNew"/>
    <dgm:cxn modelId="{165CB777-A943-474B-AF9C-2FE59B4ACAB9}" type="presOf" srcId="{BE9A88CC-9ADF-4BAB-9076-D6C5279DF972}" destId="{42D97C6C-2EFA-470E-B3F4-8768B4F8DFBB}" srcOrd="1" destOrd="0" presId="urn:microsoft.com/office/officeart/2016/7/layout/RepeatingBendingProcessNew"/>
    <dgm:cxn modelId="{8A92CB57-232C-4539-A4AF-7EEF1426639A}" srcId="{AAE4D341-3C00-4050-BEF0-FED176FD3B57}" destId="{FCC29A4A-56FB-4366-91C3-DFC1DE845E18}" srcOrd="2" destOrd="0" parTransId="{248399BB-62DC-4BFD-9E8C-1E37F818F7CB}" sibTransId="{546A058B-3820-4A92-86A9-79C8D299DA0C}"/>
    <dgm:cxn modelId="{DF4EAC58-423E-4B64-856D-0D067F10DAA0}" type="presOf" srcId="{7CB33A8B-328A-45BA-A98A-0170B6934DC9}" destId="{6AE86131-B1DA-4F79-B055-33D031CBEF71}" srcOrd="0" destOrd="0" presId="urn:microsoft.com/office/officeart/2016/7/layout/RepeatingBendingProcessNew"/>
    <dgm:cxn modelId="{8F52BC79-928B-497E-9D4E-6A140C9817DE}" type="presOf" srcId="{B96816D7-0C09-4EF6-AEFE-501BE1E690F9}" destId="{A1ADCE7E-1FD9-4F3A-88AA-BE244B13E7B5}" srcOrd="0" destOrd="0" presId="urn:microsoft.com/office/officeart/2016/7/layout/RepeatingBendingProcessNew"/>
    <dgm:cxn modelId="{5E52397A-41E6-4098-8C00-56499F9C3758}" type="presOf" srcId="{CC348684-7158-4F8D-8887-DFFD7EB044E2}" destId="{E437B7F9-13F9-4EC0-9CC2-437C65530474}" srcOrd="0" destOrd="0" presId="urn:microsoft.com/office/officeart/2016/7/layout/RepeatingBendingProcessNew"/>
    <dgm:cxn modelId="{43ECEF7A-23FD-46EB-BAE6-02368F822870}" type="presOf" srcId="{5D676A55-7733-431D-A72A-0EBB380D7798}" destId="{69A0B751-2909-4A87-847A-FB96512F3122}" srcOrd="1" destOrd="0" presId="urn:microsoft.com/office/officeart/2016/7/layout/RepeatingBendingProcessNew"/>
    <dgm:cxn modelId="{F1AE687C-9A27-4DBB-B9FF-BD1458A7781D}" srcId="{AAE4D341-3C00-4050-BEF0-FED176FD3B57}" destId="{16EC9E13-1336-438C-8E44-BEB1964604BC}" srcOrd="12" destOrd="0" parTransId="{B368F1F8-11D6-4C9D-A3B7-D79C8DC66EFE}" sibTransId="{CC348684-7158-4F8D-8887-DFFD7EB044E2}"/>
    <dgm:cxn modelId="{19E89A7C-4F60-4CB7-BB44-01C64FF72DDB}" type="presOf" srcId="{CE5C0743-8304-4AC6-ACC8-C75D8AFF0E31}" destId="{73C5E0D4-D321-45DA-83F1-4FA42396693C}" srcOrd="1" destOrd="0" presId="urn:microsoft.com/office/officeart/2016/7/layout/RepeatingBendingProcessNew"/>
    <dgm:cxn modelId="{476FC87D-DE61-4FC2-8E48-709677809F0B}" type="presOf" srcId="{545F6ED4-8F00-4DF2-A8CA-BEFDF97024C8}" destId="{260DA614-7CD6-4601-A344-2A7ABA3E89FD}" srcOrd="0" destOrd="0" presId="urn:microsoft.com/office/officeart/2016/7/layout/RepeatingBendingProcessNew"/>
    <dgm:cxn modelId="{7693E081-A770-4816-AABA-E29ABB01E61B}" type="presOf" srcId="{C0D87AF7-FA9D-468F-AEE8-7AF8EB6E9D6C}" destId="{B8D087FB-DCB8-4B6A-9DEE-A10F66374075}" srcOrd="0" destOrd="0" presId="urn:microsoft.com/office/officeart/2016/7/layout/RepeatingBendingProcessNew"/>
    <dgm:cxn modelId="{F3522185-CE32-4299-83F2-5EF1C731B5C6}" type="presOf" srcId="{5D676A55-7733-431D-A72A-0EBB380D7798}" destId="{FED068D7-F92E-4BA5-9EC9-20B1C4F154F1}" srcOrd="0" destOrd="0" presId="urn:microsoft.com/office/officeart/2016/7/layout/RepeatingBendingProcessNew"/>
    <dgm:cxn modelId="{96D03986-095D-4D75-BA6D-129F7B631C28}" type="presOf" srcId="{D5559250-01A0-4680-963C-1478C0E5457D}" destId="{004F8C45-9403-4147-9F53-D367EECE0142}" srcOrd="1" destOrd="0" presId="urn:microsoft.com/office/officeart/2016/7/layout/RepeatingBendingProcessNew"/>
    <dgm:cxn modelId="{35616087-F741-464B-A3A8-5B6348D7BE20}" srcId="{AAE4D341-3C00-4050-BEF0-FED176FD3B57}" destId="{53FC56A7-580D-490A-955A-149B6876AC65}" srcOrd="5" destOrd="0" parTransId="{8CB5D160-C615-43BD-94B2-89D119E2C5E8}" sibTransId="{5E7C0578-1A43-4F63-9144-F4370244C710}"/>
    <dgm:cxn modelId="{0854DB87-CA7C-400C-AA0C-1FD61791285D}" type="presOf" srcId="{78BD9751-1B40-4AAB-9A15-B0C3389E15EE}" destId="{D513E3DD-C293-4124-B33C-56832D8165D0}" srcOrd="0" destOrd="0" presId="urn:microsoft.com/office/officeart/2016/7/layout/RepeatingBendingProcessNew"/>
    <dgm:cxn modelId="{CCF3098A-BFA4-4CA4-8FFD-2D8C6645A3B3}" type="presOf" srcId="{16EC9E13-1336-438C-8E44-BEB1964604BC}" destId="{6DA6A6F3-8CCA-4605-924B-0419A42BF4D2}" srcOrd="0" destOrd="0" presId="urn:microsoft.com/office/officeart/2016/7/layout/RepeatingBendingProcessNew"/>
    <dgm:cxn modelId="{AA2A008F-7921-4A80-930A-64E32A8605C9}" srcId="{AAE4D341-3C00-4050-BEF0-FED176FD3B57}" destId="{194DE4B5-7A0F-4A8A-A0ED-411BA1F5813F}" srcOrd="9" destOrd="0" parTransId="{A6B14D9F-25EC-4FE8-A88B-655EB3E5B953}" sibTransId="{AF458A83-EC6A-4033-919D-7F11A3D0FB4B}"/>
    <dgm:cxn modelId="{2BE90993-C3ED-4485-96B6-553F82665DDB}" type="presOf" srcId="{3853AE1F-291F-40A4-9211-9B08A607FABF}" destId="{FE22EBC7-BE7F-438A-902F-DFFE6DAED352}" srcOrd="0" destOrd="0" presId="urn:microsoft.com/office/officeart/2016/7/layout/RepeatingBendingProcessNew"/>
    <dgm:cxn modelId="{A9675597-E8E3-45B8-A4E1-B3CE4D80EB0E}" type="presOf" srcId="{6844206E-C4D4-424F-9CF8-5208D5FBB164}" destId="{C266309D-75CF-497E-A29F-CAD9D68FFEFA}" srcOrd="0" destOrd="0" presId="urn:microsoft.com/office/officeart/2016/7/layout/RepeatingBendingProcessNew"/>
    <dgm:cxn modelId="{DFECA797-59A3-4C35-96F7-1527042D5E81}" type="presOf" srcId="{4A88C513-7891-43E7-8CA1-CE9011E7C01B}" destId="{2569169E-DCCB-4AEE-9F33-C802768FD88F}" srcOrd="0" destOrd="0" presId="urn:microsoft.com/office/officeart/2016/7/layout/RepeatingBendingProcessNew"/>
    <dgm:cxn modelId="{C01AB297-9D41-442D-9C84-BEA6FBF99C1F}" type="presOf" srcId="{A9783891-9D8E-46EC-B36A-EECF5C146738}" destId="{D13EAFAD-4B6C-4A37-BC4F-4936F9176C54}" srcOrd="1" destOrd="0" presId="urn:microsoft.com/office/officeart/2016/7/layout/RepeatingBendingProcessNew"/>
    <dgm:cxn modelId="{D02AF29A-70F8-4082-99A9-D97481D9D61C}" srcId="{AAE4D341-3C00-4050-BEF0-FED176FD3B57}" destId="{49643DD0-CD9F-40CA-B22B-10BF46528C19}" srcOrd="3" destOrd="0" parTransId="{855926FF-1715-40CA-AB37-41C98E081FD0}" sibTransId="{5D676A55-7733-431D-A72A-0EBB380D7798}"/>
    <dgm:cxn modelId="{F67B659C-9CEE-4F63-B815-53C39B42DE95}" type="presOf" srcId="{D2B7260C-19D4-4FD6-8651-FCACFE85D73B}" destId="{9FE29246-0FDC-42E9-AED8-98B86A7A210C}" srcOrd="1" destOrd="0" presId="urn:microsoft.com/office/officeart/2016/7/layout/RepeatingBendingProcessNew"/>
    <dgm:cxn modelId="{4ABAE99C-47EF-4880-9AA7-A397E0DA9F74}" type="presOf" srcId="{545F6ED4-8F00-4DF2-A8CA-BEFDF97024C8}" destId="{1E2FA8EE-DA86-4E07-9D61-A32519C5B6BB}" srcOrd="1" destOrd="0" presId="urn:microsoft.com/office/officeart/2016/7/layout/RepeatingBendingProcessNew"/>
    <dgm:cxn modelId="{FB02959D-AE30-435E-915B-B45956414579}" type="presOf" srcId="{B970DDBB-7968-435A-BB9E-E286D694C258}" destId="{9336F893-F55A-4D33-81C6-806C14B14A90}" srcOrd="0" destOrd="0" presId="urn:microsoft.com/office/officeart/2016/7/layout/RepeatingBendingProcessNew"/>
    <dgm:cxn modelId="{76B7E2A0-F019-4191-9425-EC55DA8937C7}" type="presOf" srcId="{45AF7C6C-0DFD-4B5B-A863-73D8735E706A}" destId="{D5EC42B0-B0BB-41A7-B6A9-7493FC760F1E}" srcOrd="1" destOrd="0" presId="urn:microsoft.com/office/officeart/2016/7/layout/RepeatingBendingProcessNew"/>
    <dgm:cxn modelId="{F01A4BA7-9492-434A-9D3E-9CEEF086C0BF}" srcId="{AAE4D341-3C00-4050-BEF0-FED176FD3B57}" destId="{BC0CA058-CDD4-4001-A8D1-6E512596C6A9}" srcOrd="0" destOrd="0" parTransId="{66DE257F-A165-4386-9F3D-BFC44EF3F157}" sibTransId="{A9783891-9D8E-46EC-B36A-EECF5C146738}"/>
    <dgm:cxn modelId="{B9847DAC-D74B-4B9C-862B-A3E66D9DBAA9}" type="presOf" srcId="{98F8E25A-EE59-46E0-9615-1D8731F7591B}" destId="{5559725D-D796-4EAF-A5DB-B4A797FE3EFD}" srcOrd="0" destOrd="0" presId="urn:microsoft.com/office/officeart/2016/7/layout/RepeatingBendingProcessNew"/>
    <dgm:cxn modelId="{3463FAAC-DC00-4B36-ABF5-F11EAFA50C7C}" type="presOf" srcId="{88460A9C-8465-4142-AA54-2F94A296D808}" destId="{1284A153-4D97-464D-A820-2A87FFF3D24E}" srcOrd="1" destOrd="0" presId="urn:microsoft.com/office/officeart/2016/7/layout/RepeatingBendingProcessNew"/>
    <dgm:cxn modelId="{A45A79B1-A946-48D1-9495-6AFF872BE495}" type="presOf" srcId="{6844206E-C4D4-424F-9CF8-5208D5FBB164}" destId="{633C34EC-1980-4078-BB61-CF5E0B7A42DB}" srcOrd="1" destOrd="0" presId="urn:microsoft.com/office/officeart/2016/7/layout/RepeatingBendingProcessNew"/>
    <dgm:cxn modelId="{674A80B2-5BFC-4F00-A40D-71F4777FFCC3}" type="presOf" srcId="{D2B7260C-19D4-4FD6-8651-FCACFE85D73B}" destId="{5708F6FA-13B1-4C4A-9296-BCD5420E4368}" srcOrd="0" destOrd="0" presId="urn:microsoft.com/office/officeart/2016/7/layout/RepeatingBendingProcessNew"/>
    <dgm:cxn modelId="{916AA6B5-7EE7-4728-BB0E-2A22376528C0}" srcId="{AAE4D341-3C00-4050-BEF0-FED176FD3B57}" destId="{B7AF0D7C-ACEA-4452-8E0E-26619C8B0B0C}" srcOrd="11" destOrd="0" parTransId="{12517C2B-04F3-436D-82B5-EBA4CE3C5628}" sibTransId="{3853AE1F-291F-40A4-9211-9B08A607FABF}"/>
    <dgm:cxn modelId="{FFDB28B9-4672-459B-925E-842D46E61C42}" srcId="{AAE4D341-3C00-4050-BEF0-FED176FD3B57}" destId="{7CB33A8B-328A-45BA-A98A-0170B6934DC9}" srcOrd="17" destOrd="0" parTransId="{87266BD5-6DCD-49EB-AE4B-7219FDB526AF}" sibTransId="{88460A9C-8465-4142-AA54-2F94A296D808}"/>
    <dgm:cxn modelId="{4B3B4FB9-5974-43B0-B85B-0333C8154D55}" type="presOf" srcId="{546A058B-3820-4A92-86A9-79C8D299DA0C}" destId="{6B6AA341-C974-4219-8A21-BDCD37F90258}" srcOrd="1" destOrd="0" presId="urn:microsoft.com/office/officeart/2016/7/layout/RepeatingBendingProcessNew"/>
    <dgm:cxn modelId="{FDA431C3-E747-41F8-B0B9-3975D572660C}" type="presOf" srcId="{AAE4D341-3C00-4050-BEF0-FED176FD3B57}" destId="{8707FA80-C928-42C1-AE36-565D2CED815D}" srcOrd="0" destOrd="0" presId="urn:microsoft.com/office/officeart/2016/7/layout/RepeatingBendingProcessNew"/>
    <dgm:cxn modelId="{7CB5DDC4-A5B3-494C-B3D3-98150DF4D3AE}" type="presOf" srcId="{D3CB7F16-E67F-431F-98E2-B6959036C73D}" destId="{183EE20E-4F2A-4491-A704-6A3030DEA934}" srcOrd="0" destOrd="0" presId="urn:microsoft.com/office/officeart/2016/7/layout/RepeatingBendingProcessNew"/>
    <dgm:cxn modelId="{782941C6-DD5F-41BE-A290-DD880F45E0B9}" srcId="{AAE4D341-3C00-4050-BEF0-FED176FD3B57}" destId="{98F8E25A-EE59-46E0-9615-1D8731F7591B}" srcOrd="19" destOrd="0" parTransId="{723FBBCF-2E87-42DA-A154-C7DB1F643423}" sibTransId="{BE9A88CC-9ADF-4BAB-9076-D6C5279DF972}"/>
    <dgm:cxn modelId="{62D266C6-DF76-40AF-8F35-181EBDCEDA1E}" type="presOf" srcId="{14DB19F9-07EE-484D-B455-C9243A0EC446}" destId="{73B1DE4F-EF43-4BAA-81E1-D4C441F4C9F6}" srcOrd="0" destOrd="0" presId="urn:microsoft.com/office/officeart/2016/7/layout/RepeatingBendingProcessNew"/>
    <dgm:cxn modelId="{72FF6BC6-A150-4F5C-BDF2-9B63A14C81A5}" srcId="{AAE4D341-3C00-4050-BEF0-FED176FD3B57}" destId="{78BD9751-1B40-4AAB-9A15-B0C3389E15EE}" srcOrd="18" destOrd="0" parTransId="{3EB3742F-5344-4612-812B-12E4F5AE62AA}" sibTransId="{0AF759A2-A7A2-4CA7-8341-DB3E2A7EDED1}"/>
    <dgm:cxn modelId="{6EA281CC-D4B6-4F64-9766-6141BE4F5B70}" type="presOf" srcId="{86F22230-5076-473A-92EB-46C9D5394371}" destId="{ADD9436F-8884-4ADF-9780-90C5886B430A}" srcOrd="0" destOrd="0" presId="urn:microsoft.com/office/officeart/2016/7/layout/RepeatingBendingProcessNew"/>
    <dgm:cxn modelId="{FBA1A4CD-6353-4CFD-BDA6-14C8784ABDFE}" type="presOf" srcId="{18F2B7A2-634B-4BCB-B37A-E361AD10D497}" destId="{99291ABC-7F48-4EF1-AB09-0125E3A06E7E}" srcOrd="0" destOrd="0" presId="urn:microsoft.com/office/officeart/2016/7/layout/RepeatingBendingProcessNew"/>
    <dgm:cxn modelId="{1A927AD0-A50F-4EE8-ADD9-C14935073559}" srcId="{AAE4D341-3C00-4050-BEF0-FED176FD3B57}" destId="{FBA01440-4ADB-4CB0-BED4-F12371FE63A0}" srcOrd="16" destOrd="0" parTransId="{0B6EEBFF-7F3F-403F-A8AE-AC3C743D5D6F}" sibTransId="{D3CB7F16-E67F-431F-98E2-B6959036C73D}"/>
    <dgm:cxn modelId="{F7255DD2-B37C-4197-91AF-6309321D1192}" type="presOf" srcId="{0AF759A2-A7A2-4CA7-8341-DB3E2A7EDED1}" destId="{EBB304B3-17D1-49E8-AC10-2454486CFA28}" srcOrd="1" destOrd="0" presId="urn:microsoft.com/office/officeart/2016/7/layout/RepeatingBendingProcessNew"/>
    <dgm:cxn modelId="{8E7D39D4-73FF-4C5D-8B3E-EF92E1F25CC1}" type="presOf" srcId="{14DB19F9-07EE-484D-B455-C9243A0EC446}" destId="{BBC8FCDC-0F37-47D9-8E47-F2E1DEA06650}" srcOrd="1" destOrd="0" presId="urn:microsoft.com/office/officeart/2016/7/layout/RepeatingBendingProcessNew"/>
    <dgm:cxn modelId="{D67C4DD9-4533-4CBD-9198-5C0FB45F0DF8}" srcId="{AAE4D341-3C00-4050-BEF0-FED176FD3B57}" destId="{B96816D7-0C09-4EF6-AEFE-501BE1E690F9}" srcOrd="20" destOrd="0" parTransId="{CAEA02AF-CA3B-4E12-AD50-89AA7B17B98C}" sibTransId="{6E83ADA2-6000-4ED1-8A1F-77E7100B52B7}"/>
    <dgm:cxn modelId="{381953DC-CD72-451C-B1C7-7098D1D095F1}" type="presOf" srcId="{E575C804-EEAD-4F9E-BCBE-BBA1C22A6EC6}" destId="{DA85DEBF-ADEC-435C-B44D-C47D10DFD706}" srcOrd="0" destOrd="0" presId="urn:microsoft.com/office/officeart/2016/7/layout/RepeatingBendingProcessNew"/>
    <dgm:cxn modelId="{A2A6C5EB-AE6E-44D6-932C-E0D2E74F309F}" type="presOf" srcId="{AF458A83-EC6A-4033-919D-7F11A3D0FB4B}" destId="{44DD6FBC-0FA8-4365-800D-0E4924BE5F5E}" srcOrd="1" destOrd="0" presId="urn:microsoft.com/office/officeart/2016/7/layout/RepeatingBendingProcessNew"/>
    <dgm:cxn modelId="{C32A73F4-042B-4528-AE17-4C2ADF470B6E}" type="presOf" srcId="{53FC56A7-580D-490A-955A-149B6876AC65}" destId="{60383813-DC49-4AC6-B4D0-092DBB33EF1A}" srcOrd="0" destOrd="0" presId="urn:microsoft.com/office/officeart/2016/7/layout/RepeatingBendingProcessNew"/>
    <dgm:cxn modelId="{11685AFC-70B0-4FD0-9A37-2A256776E150}" srcId="{AAE4D341-3C00-4050-BEF0-FED176FD3B57}" destId="{A2D8CDDC-B74C-4DB9-A576-B633835E8ACF}" srcOrd="1" destOrd="0" parTransId="{DDA83551-238E-4AB6-B651-17537BDA1C71}" sibTransId="{545F6ED4-8F00-4DF2-A8CA-BEFDF97024C8}"/>
    <dgm:cxn modelId="{E5902CDD-A428-4315-A427-94BABA928A24}" type="presParOf" srcId="{8707FA80-C928-42C1-AE36-565D2CED815D}" destId="{6FE20BB4-84CF-452E-90A5-836878FFC5C9}" srcOrd="0" destOrd="0" presId="urn:microsoft.com/office/officeart/2016/7/layout/RepeatingBendingProcessNew"/>
    <dgm:cxn modelId="{3968AC9D-B9D6-4C44-8F42-33578BC771EC}" type="presParOf" srcId="{8707FA80-C928-42C1-AE36-565D2CED815D}" destId="{458FC5CA-B428-4935-B2A8-1092F6ED0F76}" srcOrd="1" destOrd="0" presId="urn:microsoft.com/office/officeart/2016/7/layout/RepeatingBendingProcessNew"/>
    <dgm:cxn modelId="{DA6AD06D-7526-4F14-A841-D3BCDDBEF37E}" type="presParOf" srcId="{458FC5CA-B428-4935-B2A8-1092F6ED0F76}" destId="{D13EAFAD-4B6C-4A37-BC4F-4936F9176C54}" srcOrd="0" destOrd="0" presId="urn:microsoft.com/office/officeart/2016/7/layout/RepeatingBendingProcessNew"/>
    <dgm:cxn modelId="{E5EE9ADF-DC59-4D00-8034-2A11FF736C17}" type="presParOf" srcId="{8707FA80-C928-42C1-AE36-565D2CED815D}" destId="{5C0F6EB7-35CD-4B35-B7FD-87759AC6DA09}" srcOrd="2" destOrd="0" presId="urn:microsoft.com/office/officeart/2016/7/layout/RepeatingBendingProcessNew"/>
    <dgm:cxn modelId="{30E340C5-7D6B-4A1C-8399-5F90C9563C76}" type="presParOf" srcId="{8707FA80-C928-42C1-AE36-565D2CED815D}" destId="{260DA614-7CD6-4601-A344-2A7ABA3E89FD}" srcOrd="3" destOrd="0" presId="urn:microsoft.com/office/officeart/2016/7/layout/RepeatingBendingProcessNew"/>
    <dgm:cxn modelId="{69DA28D5-D889-47CC-9812-B9B60CF039BB}" type="presParOf" srcId="{260DA614-7CD6-4601-A344-2A7ABA3E89FD}" destId="{1E2FA8EE-DA86-4E07-9D61-A32519C5B6BB}" srcOrd="0" destOrd="0" presId="urn:microsoft.com/office/officeart/2016/7/layout/RepeatingBendingProcessNew"/>
    <dgm:cxn modelId="{CC1297F8-3446-489B-91A1-B3682B0BB39D}" type="presParOf" srcId="{8707FA80-C928-42C1-AE36-565D2CED815D}" destId="{81404847-C717-46A5-BF5D-4D406780F5D8}" srcOrd="4" destOrd="0" presId="urn:microsoft.com/office/officeart/2016/7/layout/RepeatingBendingProcessNew"/>
    <dgm:cxn modelId="{53774F5E-9363-4994-B9FC-C524C434E0D4}" type="presParOf" srcId="{8707FA80-C928-42C1-AE36-565D2CED815D}" destId="{E006159A-3E0B-4CC0-BA97-AEE55C8CADE6}" srcOrd="5" destOrd="0" presId="urn:microsoft.com/office/officeart/2016/7/layout/RepeatingBendingProcessNew"/>
    <dgm:cxn modelId="{818BBE35-D627-4261-A630-4DF7004CBDF3}" type="presParOf" srcId="{E006159A-3E0B-4CC0-BA97-AEE55C8CADE6}" destId="{6B6AA341-C974-4219-8A21-BDCD37F90258}" srcOrd="0" destOrd="0" presId="urn:microsoft.com/office/officeart/2016/7/layout/RepeatingBendingProcessNew"/>
    <dgm:cxn modelId="{927DBE49-2948-44EF-AC9B-E8E6B8EA678D}" type="presParOf" srcId="{8707FA80-C928-42C1-AE36-565D2CED815D}" destId="{DDB13FBE-20C9-42FC-939B-54A19CD2555A}" srcOrd="6" destOrd="0" presId="urn:microsoft.com/office/officeart/2016/7/layout/RepeatingBendingProcessNew"/>
    <dgm:cxn modelId="{85C173F5-239B-4F22-81ED-9E3B31C3A3ED}" type="presParOf" srcId="{8707FA80-C928-42C1-AE36-565D2CED815D}" destId="{FED068D7-F92E-4BA5-9EC9-20B1C4F154F1}" srcOrd="7" destOrd="0" presId="urn:microsoft.com/office/officeart/2016/7/layout/RepeatingBendingProcessNew"/>
    <dgm:cxn modelId="{DC43544A-37BE-4389-A2F0-D6AA22DD0AFC}" type="presParOf" srcId="{FED068D7-F92E-4BA5-9EC9-20B1C4F154F1}" destId="{69A0B751-2909-4A87-847A-FB96512F3122}" srcOrd="0" destOrd="0" presId="urn:microsoft.com/office/officeart/2016/7/layout/RepeatingBendingProcessNew"/>
    <dgm:cxn modelId="{6DCF2EC2-EF15-4BA7-8C11-55870A69CEBC}" type="presParOf" srcId="{8707FA80-C928-42C1-AE36-565D2CED815D}" destId="{DA85DEBF-ADEC-435C-B44D-C47D10DFD706}" srcOrd="8" destOrd="0" presId="urn:microsoft.com/office/officeart/2016/7/layout/RepeatingBendingProcessNew"/>
    <dgm:cxn modelId="{63006CFD-B5AE-41A1-9C37-73941B0855BB}" type="presParOf" srcId="{8707FA80-C928-42C1-AE36-565D2CED815D}" destId="{64556A33-0069-41C0-AE4A-8D6F6CFEA36C}" srcOrd="9" destOrd="0" presId="urn:microsoft.com/office/officeart/2016/7/layout/RepeatingBendingProcessNew"/>
    <dgm:cxn modelId="{0C5FD212-A38C-42CD-9C15-ECC4E7C4308B}" type="presParOf" srcId="{64556A33-0069-41C0-AE4A-8D6F6CFEA36C}" destId="{73C5E0D4-D321-45DA-83F1-4FA42396693C}" srcOrd="0" destOrd="0" presId="urn:microsoft.com/office/officeart/2016/7/layout/RepeatingBendingProcessNew"/>
    <dgm:cxn modelId="{D5F250E2-E2E2-49CE-A8AA-B7F062B58B24}" type="presParOf" srcId="{8707FA80-C928-42C1-AE36-565D2CED815D}" destId="{60383813-DC49-4AC6-B4D0-092DBB33EF1A}" srcOrd="10" destOrd="0" presId="urn:microsoft.com/office/officeart/2016/7/layout/RepeatingBendingProcessNew"/>
    <dgm:cxn modelId="{E0E9F23E-B998-4920-BC77-E4B6A0F0D87F}" type="presParOf" srcId="{8707FA80-C928-42C1-AE36-565D2CED815D}" destId="{5FFE79EB-E4D2-42A0-B21F-0263D3145F7C}" srcOrd="11" destOrd="0" presId="urn:microsoft.com/office/officeart/2016/7/layout/RepeatingBendingProcessNew"/>
    <dgm:cxn modelId="{0BB6020B-3956-4993-8DD7-1F20AE3B1657}" type="presParOf" srcId="{5FFE79EB-E4D2-42A0-B21F-0263D3145F7C}" destId="{2EB0D708-66D3-408A-A74F-59B529058787}" srcOrd="0" destOrd="0" presId="urn:microsoft.com/office/officeart/2016/7/layout/RepeatingBendingProcessNew"/>
    <dgm:cxn modelId="{54F2F69A-7927-4BCC-8842-BDADF9FAA947}" type="presParOf" srcId="{8707FA80-C928-42C1-AE36-565D2CED815D}" destId="{9336F893-F55A-4D33-81C6-806C14B14A90}" srcOrd="12" destOrd="0" presId="urn:microsoft.com/office/officeart/2016/7/layout/RepeatingBendingProcessNew"/>
    <dgm:cxn modelId="{673FC48F-6263-43BD-B9FB-AA3A402FA139}" type="presParOf" srcId="{8707FA80-C928-42C1-AE36-565D2CED815D}" destId="{ADD9436F-8884-4ADF-9780-90C5886B430A}" srcOrd="13" destOrd="0" presId="urn:microsoft.com/office/officeart/2016/7/layout/RepeatingBendingProcessNew"/>
    <dgm:cxn modelId="{7A3BB784-2739-45A9-8FA4-C8B1E8085997}" type="presParOf" srcId="{ADD9436F-8884-4ADF-9780-90C5886B430A}" destId="{88567C66-7DA0-4F75-9035-F59E61FF0EE4}" srcOrd="0" destOrd="0" presId="urn:microsoft.com/office/officeart/2016/7/layout/RepeatingBendingProcessNew"/>
    <dgm:cxn modelId="{8698F3AA-3A9E-4F39-80CB-DAB86ECAC920}" type="presParOf" srcId="{8707FA80-C928-42C1-AE36-565D2CED815D}" destId="{99291ABC-7F48-4EF1-AB09-0125E3A06E7E}" srcOrd="14" destOrd="0" presId="urn:microsoft.com/office/officeart/2016/7/layout/RepeatingBendingProcessNew"/>
    <dgm:cxn modelId="{E003AE19-315B-40B6-B5E9-936BFB28F4F8}" type="presParOf" srcId="{8707FA80-C928-42C1-AE36-565D2CED815D}" destId="{6ED66DEE-A1BA-4A54-AB4C-AB5A12CA0777}" srcOrd="15" destOrd="0" presId="urn:microsoft.com/office/officeart/2016/7/layout/RepeatingBendingProcessNew"/>
    <dgm:cxn modelId="{E90E2843-7B36-468D-963E-F54A8B9575D6}" type="presParOf" srcId="{6ED66DEE-A1BA-4A54-AB4C-AB5A12CA0777}" destId="{0767BB07-9BEE-41EC-906B-2EFF8392715B}" srcOrd="0" destOrd="0" presId="urn:microsoft.com/office/officeart/2016/7/layout/RepeatingBendingProcessNew"/>
    <dgm:cxn modelId="{2551DB7C-AEB8-4D1C-990A-ECE899987C51}" type="presParOf" srcId="{8707FA80-C928-42C1-AE36-565D2CED815D}" destId="{C135062F-C65F-418A-B3FC-FCA0859913E6}" srcOrd="16" destOrd="0" presId="urn:microsoft.com/office/officeart/2016/7/layout/RepeatingBendingProcessNew"/>
    <dgm:cxn modelId="{D7D6303F-D0B4-4982-9CF8-D04E8CC13225}" type="presParOf" srcId="{8707FA80-C928-42C1-AE36-565D2CED815D}" destId="{73B1DE4F-EF43-4BAA-81E1-D4C441F4C9F6}" srcOrd="17" destOrd="0" presId="urn:microsoft.com/office/officeart/2016/7/layout/RepeatingBendingProcessNew"/>
    <dgm:cxn modelId="{0A3F3B8B-2BE2-4E83-BAA0-F2111DD10F7C}" type="presParOf" srcId="{73B1DE4F-EF43-4BAA-81E1-D4C441F4C9F6}" destId="{BBC8FCDC-0F37-47D9-8E47-F2E1DEA06650}" srcOrd="0" destOrd="0" presId="urn:microsoft.com/office/officeart/2016/7/layout/RepeatingBendingProcessNew"/>
    <dgm:cxn modelId="{6930A5A2-DD67-4E52-87DF-718EB698F9CA}" type="presParOf" srcId="{8707FA80-C928-42C1-AE36-565D2CED815D}" destId="{C52C8C85-8C37-4EA2-9374-224D44D78D71}" srcOrd="18" destOrd="0" presId="urn:microsoft.com/office/officeart/2016/7/layout/RepeatingBendingProcessNew"/>
    <dgm:cxn modelId="{843AC883-85EC-40AD-AD10-7C871B4E8574}" type="presParOf" srcId="{8707FA80-C928-42C1-AE36-565D2CED815D}" destId="{A41E74AF-58B3-422D-A152-26668EFA42C2}" srcOrd="19" destOrd="0" presId="urn:microsoft.com/office/officeart/2016/7/layout/RepeatingBendingProcessNew"/>
    <dgm:cxn modelId="{588BCED8-0BA7-40AE-835B-BCF7C61314FD}" type="presParOf" srcId="{A41E74AF-58B3-422D-A152-26668EFA42C2}" destId="{44DD6FBC-0FA8-4365-800D-0E4924BE5F5E}" srcOrd="0" destOrd="0" presId="urn:microsoft.com/office/officeart/2016/7/layout/RepeatingBendingProcessNew"/>
    <dgm:cxn modelId="{CCC81A3B-E457-4ABB-BF7E-75E6AD161BC6}" type="presParOf" srcId="{8707FA80-C928-42C1-AE36-565D2CED815D}" destId="{2569169E-DCCB-4AEE-9F33-C802768FD88F}" srcOrd="20" destOrd="0" presId="urn:microsoft.com/office/officeart/2016/7/layout/RepeatingBendingProcessNew"/>
    <dgm:cxn modelId="{67D7564E-1126-4C12-AB9F-E07ABF5D833C}" type="presParOf" srcId="{8707FA80-C928-42C1-AE36-565D2CED815D}" destId="{5708F6FA-13B1-4C4A-9296-BCD5420E4368}" srcOrd="21" destOrd="0" presId="urn:microsoft.com/office/officeart/2016/7/layout/RepeatingBendingProcessNew"/>
    <dgm:cxn modelId="{A32D5494-732A-4BBE-8E7B-63E13B585E97}" type="presParOf" srcId="{5708F6FA-13B1-4C4A-9296-BCD5420E4368}" destId="{9FE29246-0FDC-42E9-AED8-98B86A7A210C}" srcOrd="0" destOrd="0" presId="urn:microsoft.com/office/officeart/2016/7/layout/RepeatingBendingProcessNew"/>
    <dgm:cxn modelId="{286AE630-E8A7-458B-8579-7C54F8CBC13F}" type="presParOf" srcId="{8707FA80-C928-42C1-AE36-565D2CED815D}" destId="{E2FA55E7-3287-4B53-96D6-2BAFA322B929}" srcOrd="22" destOrd="0" presId="urn:microsoft.com/office/officeart/2016/7/layout/RepeatingBendingProcessNew"/>
    <dgm:cxn modelId="{78415D8E-3EF8-4F8B-BEFB-AFBDDC0F83F9}" type="presParOf" srcId="{8707FA80-C928-42C1-AE36-565D2CED815D}" destId="{FE22EBC7-BE7F-438A-902F-DFFE6DAED352}" srcOrd="23" destOrd="0" presId="urn:microsoft.com/office/officeart/2016/7/layout/RepeatingBendingProcessNew"/>
    <dgm:cxn modelId="{114104AD-6FEB-446F-949E-E9750D8E01FC}" type="presParOf" srcId="{FE22EBC7-BE7F-438A-902F-DFFE6DAED352}" destId="{1C7CC443-78E3-48CC-9404-542024EB6864}" srcOrd="0" destOrd="0" presId="urn:microsoft.com/office/officeart/2016/7/layout/RepeatingBendingProcessNew"/>
    <dgm:cxn modelId="{74D1A3C6-FDEE-4F4C-B193-B750ACD48EBA}" type="presParOf" srcId="{8707FA80-C928-42C1-AE36-565D2CED815D}" destId="{6DA6A6F3-8CCA-4605-924B-0419A42BF4D2}" srcOrd="24" destOrd="0" presId="urn:microsoft.com/office/officeart/2016/7/layout/RepeatingBendingProcessNew"/>
    <dgm:cxn modelId="{E2454F71-3CC5-45FB-A097-12C51A7A9A55}" type="presParOf" srcId="{8707FA80-C928-42C1-AE36-565D2CED815D}" destId="{E437B7F9-13F9-4EC0-9CC2-437C65530474}" srcOrd="25" destOrd="0" presId="urn:microsoft.com/office/officeart/2016/7/layout/RepeatingBendingProcessNew"/>
    <dgm:cxn modelId="{C0244957-2F6E-4DB7-9B39-BA9EF94DC7D7}" type="presParOf" srcId="{E437B7F9-13F9-4EC0-9CC2-437C65530474}" destId="{DDB7F851-1033-481C-BEB9-3684E7778A74}" srcOrd="0" destOrd="0" presId="urn:microsoft.com/office/officeart/2016/7/layout/RepeatingBendingProcessNew"/>
    <dgm:cxn modelId="{0C463A84-1120-48ED-BF27-77EEC5C7CEAD}" type="presParOf" srcId="{8707FA80-C928-42C1-AE36-565D2CED815D}" destId="{001975A7-A364-43FB-99F7-3D8078D88516}" srcOrd="26" destOrd="0" presId="urn:microsoft.com/office/officeart/2016/7/layout/RepeatingBendingProcessNew"/>
    <dgm:cxn modelId="{54EE619C-D466-4265-B934-62474A4627BF}" type="presParOf" srcId="{8707FA80-C928-42C1-AE36-565D2CED815D}" destId="{6D5B49A4-02BE-4EFE-A68D-82CCC2DE6BC0}" srcOrd="27" destOrd="0" presId="urn:microsoft.com/office/officeart/2016/7/layout/RepeatingBendingProcessNew"/>
    <dgm:cxn modelId="{A0593477-C943-44ED-B6F9-A40C7A83D522}" type="presParOf" srcId="{6D5B49A4-02BE-4EFE-A68D-82CCC2DE6BC0}" destId="{004F8C45-9403-4147-9F53-D367EECE0142}" srcOrd="0" destOrd="0" presId="urn:microsoft.com/office/officeart/2016/7/layout/RepeatingBendingProcessNew"/>
    <dgm:cxn modelId="{996A9FBD-1F01-4A74-BE2F-768F77100E12}" type="presParOf" srcId="{8707FA80-C928-42C1-AE36-565D2CED815D}" destId="{B8D087FB-DCB8-4B6A-9DEE-A10F66374075}" srcOrd="28" destOrd="0" presId="urn:microsoft.com/office/officeart/2016/7/layout/RepeatingBendingProcessNew"/>
    <dgm:cxn modelId="{5D71958F-590F-4A70-809B-37B5F21FE7FD}" type="presParOf" srcId="{8707FA80-C928-42C1-AE36-565D2CED815D}" destId="{C266309D-75CF-497E-A29F-CAD9D68FFEFA}" srcOrd="29" destOrd="0" presId="urn:microsoft.com/office/officeart/2016/7/layout/RepeatingBendingProcessNew"/>
    <dgm:cxn modelId="{794269C7-D5A0-4EF7-96BF-2012A78B2B8C}" type="presParOf" srcId="{C266309D-75CF-497E-A29F-CAD9D68FFEFA}" destId="{633C34EC-1980-4078-BB61-CF5E0B7A42DB}" srcOrd="0" destOrd="0" presId="urn:microsoft.com/office/officeart/2016/7/layout/RepeatingBendingProcessNew"/>
    <dgm:cxn modelId="{EA21DA2F-BD30-4994-B052-9A844B00090E}" type="presParOf" srcId="{8707FA80-C928-42C1-AE36-565D2CED815D}" destId="{4C6E4DC1-BD6F-4149-B1E6-299E807A7B4E}" srcOrd="30" destOrd="0" presId="urn:microsoft.com/office/officeart/2016/7/layout/RepeatingBendingProcessNew"/>
    <dgm:cxn modelId="{1288637C-4757-40E5-AD99-BF52020EB9A9}" type="presParOf" srcId="{8707FA80-C928-42C1-AE36-565D2CED815D}" destId="{F1340047-4620-46C3-BA30-62691ADAFA8E}" srcOrd="31" destOrd="0" presId="urn:microsoft.com/office/officeart/2016/7/layout/RepeatingBendingProcessNew"/>
    <dgm:cxn modelId="{23B0C636-7E56-4C54-9086-AA5DA7A45C88}" type="presParOf" srcId="{F1340047-4620-46C3-BA30-62691ADAFA8E}" destId="{D5EC42B0-B0BB-41A7-B6A9-7493FC760F1E}" srcOrd="0" destOrd="0" presId="urn:microsoft.com/office/officeart/2016/7/layout/RepeatingBendingProcessNew"/>
    <dgm:cxn modelId="{66AA6474-56DD-485C-B050-B58D1EF811C0}" type="presParOf" srcId="{8707FA80-C928-42C1-AE36-565D2CED815D}" destId="{7A5E0ABB-5BAC-4C90-8EF5-E6EB1647CC85}" srcOrd="32" destOrd="0" presId="urn:microsoft.com/office/officeart/2016/7/layout/RepeatingBendingProcessNew"/>
    <dgm:cxn modelId="{416296C2-3545-467F-A489-2F6768A5D441}" type="presParOf" srcId="{8707FA80-C928-42C1-AE36-565D2CED815D}" destId="{183EE20E-4F2A-4491-A704-6A3030DEA934}" srcOrd="33" destOrd="0" presId="urn:microsoft.com/office/officeart/2016/7/layout/RepeatingBendingProcessNew"/>
    <dgm:cxn modelId="{0BD06CD9-7846-445C-A8DB-15D02543B39A}" type="presParOf" srcId="{183EE20E-4F2A-4491-A704-6A3030DEA934}" destId="{9B691425-AB59-42DB-8FD0-7A9EFC30FFE3}" srcOrd="0" destOrd="0" presId="urn:microsoft.com/office/officeart/2016/7/layout/RepeatingBendingProcessNew"/>
    <dgm:cxn modelId="{646EB858-F73C-411F-959B-DA99F4116843}" type="presParOf" srcId="{8707FA80-C928-42C1-AE36-565D2CED815D}" destId="{6AE86131-B1DA-4F79-B055-33D031CBEF71}" srcOrd="34" destOrd="0" presId="urn:microsoft.com/office/officeart/2016/7/layout/RepeatingBendingProcessNew"/>
    <dgm:cxn modelId="{4A5C2F73-70B5-41C1-A342-59A8B213B072}" type="presParOf" srcId="{8707FA80-C928-42C1-AE36-565D2CED815D}" destId="{936CE612-73F3-4913-BCBA-6C910559FC92}" srcOrd="35" destOrd="0" presId="urn:microsoft.com/office/officeart/2016/7/layout/RepeatingBendingProcessNew"/>
    <dgm:cxn modelId="{DE02849D-0AC4-4AEA-8D46-C5A174FB6EBE}" type="presParOf" srcId="{936CE612-73F3-4913-BCBA-6C910559FC92}" destId="{1284A153-4D97-464D-A820-2A87FFF3D24E}" srcOrd="0" destOrd="0" presId="urn:microsoft.com/office/officeart/2016/7/layout/RepeatingBendingProcessNew"/>
    <dgm:cxn modelId="{5CFED137-73D8-4A94-9958-4F01EF6D9A04}" type="presParOf" srcId="{8707FA80-C928-42C1-AE36-565D2CED815D}" destId="{D513E3DD-C293-4124-B33C-56832D8165D0}" srcOrd="36" destOrd="0" presId="urn:microsoft.com/office/officeart/2016/7/layout/RepeatingBendingProcessNew"/>
    <dgm:cxn modelId="{0DA91253-F602-4B2F-8A76-FE74998ADCD9}" type="presParOf" srcId="{8707FA80-C928-42C1-AE36-565D2CED815D}" destId="{AEC20882-DB9A-4C4B-B253-6D22F59CED53}" srcOrd="37" destOrd="0" presId="urn:microsoft.com/office/officeart/2016/7/layout/RepeatingBendingProcessNew"/>
    <dgm:cxn modelId="{2416156A-A5AF-41B2-BA84-01C1B6225783}" type="presParOf" srcId="{AEC20882-DB9A-4C4B-B253-6D22F59CED53}" destId="{EBB304B3-17D1-49E8-AC10-2454486CFA28}" srcOrd="0" destOrd="0" presId="urn:microsoft.com/office/officeart/2016/7/layout/RepeatingBendingProcessNew"/>
    <dgm:cxn modelId="{429A4F0C-8F06-4820-B062-C8144BCFB88E}" type="presParOf" srcId="{8707FA80-C928-42C1-AE36-565D2CED815D}" destId="{5559725D-D796-4EAF-A5DB-B4A797FE3EFD}" srcOrd="38" destOrd="0" presId="urn:microsoft.com/office/officeart/2016/7/layout/RepeatingBendingProcessNew"/>
    <dgm:cxn modelId="{D0F7E3AB-D8C3-4D98-A8EA-0ABCE094142E}" type="presParOf" srcId="{8707FA80-C928-42C1-AE36-565D2CED815D}" destId="{6F10006F-66D0-4852-8983-A98FB2A51FD4}" srcOrd="39" destOrd="0" presId="urn:microsoft.com/office/officeart/2016/7/layout/RepeatingBendingProcessNew"/>
    <dgm:cxn modelId="{292848AC-0AA8-45E4-A2C3-7C950D922998}" type="presParOf" srcId="{6F10006F-66D0-4852-8983-A98FB2A51FD4}" destId="{42D97C6C-2EFA-470E-B3F4-8768B4F8DFBB}" srcOrd="0" destOrd="0" presId="urn:microsoft.com/office/officeart/2016/7/layout/RepeatingBendingProcessNew"/>
    <dgm:cxn modelId="{4DB2D94B-EB1E-4E80-852F-FF3EBA764FC8}" type="presParOf" srcId="{8707FA80-C928-42C1-AE36-565D2CED815D}" destId="{A1ADCE7E-1FD9-4F3A-88AA-BE244B13E7B5}" srcOrd="4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0E2F26B-2D5A-4ECB-9742-5B33144281A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4E636F4-0E4B-4F2A-A038-208CD5880DFE}">
      <dgm:prSet/>
      <dgm:spPr/>
      <dgm:t>
        <a:bodyPr/>
        <a:lstStyle/>
        <a:p>
          <a:r>
            <a:rPr lang="fr-FR" b="0" i="0" baseline="0" dirty="0" err="1"/>
            <a:t>Reads</a:t>
          </a:r>
          <a:r>
            <a:rPr lang="fr-FR" b="0" i="0" baseline="0" dirty="0"/>
            <a:t>  </a:t>
          </a:r>
          <a:r>
            <a:rPr lang="fr-FR" b="0" i="0" baseline="0" dirty="0" err="1"/>
            <a:t>unified</a:t>
          </a:r>
          <a:r>
            <a:rPr lang="fr-FR" b="0" i="0" baseline="0" dirty="0"/>
            <a:t> CSV</a:t>
          </a:r>
          <a:endParaRPr lang="en-US" dirty="0"/>
        </a:p>
      </dgm:t>
    </dgm:pt>
    <dgm:pt modelId="{BCD92F4C-71B0-43EA-824D-28529C5EC9D5}" type="parTrans" cxnId="{F1C51FF7-3B3A-4B2E-9A9E-AFDCC804F9F3}">
      <dgm:prSet/>
      <dgm:spPr/>
      <dgm:t>
        <a:bodyPr/>
        <a:lstStyle/>
        <a:p>
          <a:endParaRPr lang="en-US"/>
        </a:p>
      </dgm:t>
    </dgm:pt>
    <dgm:pt modelId="{5E18E76E-29A1-4974-808E-E577DDFBF889}" type="sibTrans" cxnId="{F1C51FF7-3B3A-4B2E-9A9E-AFDCC804F9F3}">
      <dgm:prSet/>
      <dgm:spPr/>
      <dgm:t>
        <a:bodyPr/>
        <a:lstStyle/>
        <a:p>
          <a:endParaRPr lang="en-US"/>
        </a:p>
      </dgm:t>
    </dgm:pt>
    <dgm:pt modelId="{ECCEC381-72F3-4198-B858-93AB3A72CFB9}">
      <dgm:prSet/>
      <dgm:spPr/>
      <dgm:t>
        <a:bodyPr/>
        <a:lstStyle/>
        <a:p>
          <a:r>
            <a:rPr lang="fr-FR" b="0" i="0" baseline="0"/>
            <a:t>Filters by ROI</a:t>
          </a:r>
          <a:endParaRPr lang="en-US"/>
        </a:p>
      </dgm:t>
    </dgm:pt>
    <dgm:pt modelId="{F6FCE939-FB4B-4933-8C0F-D7775C33A974}" type="parTrans" cxnId="{5EA7992E-7180-4ADD-AB70-4D9B2CD2E080}">
      <dgm:prSet/>
      <dgm:spPr/>
      <dgm:t>
        <a:bodyPr/>
        <a:lstStyle/>
        <a:p>
          <a:endParaRPr lang="en-US"/>
        </a:p>
      </dgm:t>
    </dgm:pt>
    <dgm:pt modelId="{48D25D92-FE10-4B28-A409-E37A5839FBB2}" type="sibTrans" cxnId="{5EA7992E-7180-4ADD-AB70-4D9B2CD2E080}">
      <dgm:prSet/>
      <dgm:spPr/>
      <dgm:t>
        <a:bodyPr/>
        <a:lstStyle/>
        <a:p>
          <a:endParaRPr lang="en-US"/>
        </a:p>
      </dgm:t>
    </dgm:pt>
    <dgm:pt modelId="{1583DA6D-9EC2-4885-B118-A6709042CB59}">
      <dgm:prSet/>
      <dgm:spPr/>
      <dgm:t>
        <a:bodyPr/>
        <a:lstStyle/>
        <a:p>
          <a:r>
            <a:rPr lang="fr-FR" b="0" i="0" baseline="0"/>
            <a:t>Handles border extension</a:t>
          </a:r>
          <a:endParaRPr lang="en-US"/>
        </a:p>
      </dgm:t>
    </dgm:pt>
    <dgm:pt modelId="{E5967AD8-6E1D-44E5-8EFD-15EE8A758B57}" type="parTrans" cxnId="{E223AAEE-96CA-433E-B501-D5266B104FFF}">
      <dgm:prSet/>
      <dgm:spPr/>
      <dgm:t>
        <a:bodyPr/>
        <a:lstStyle/>
        <a:p>
          <a:endParaRPr lang="en-US"/>
        </a:p>
      </dgm:t>
    </dgm:pt>
    <dgm:pt modelId="{96C322B4-B298-47F3-B94A-70FEB6AFB144}" type="sibTrans" cxnId="{E223AAEE-96CA-433E-B501-D5266B104FFF}">
      <dgm:prSet/>
      <dgm:spPr/>
      <dgm:t>
        <a:bodyPr/>
        <a:lstStyle/>
        <a:p>
          <a:endParaRPr lang="en-US"/>
        </a:p>
      </dgm:t>
    </dgm:pt>
    <dgm:pt modelId="{32AED98A-FF0C-4C1D-9EE4-E1476E767ABF}">
      <dgm:prSet/>
      <dgm:spPr/>
      <dgm:t>
        <a:bodyPr/>
        <a:lstStyle/>
        <a:p>
          <a:r>
            <a:rPr lang="fr-FR" b="0" i="0" baseline="0"/>
            <a:t>Removes cells duplicated across channels</a:t>
          </a:r>
          <a:endParaRPr lang="en-US"/>
        </a:p>
      </dgm:t>
    </dgm:pt>
    <dgm:pt modelId="{7A7AE78F-48F0-4C0A-8AC2-34A4F0697C7E}" type="parTrans" cxnId="{416AE9EA-FA4D-4F4F-B83A-F494F6D26C22}">
      <dgm:prSet/>
      <dgm:spPr/>
      <dgm:t>
        <a:bodyPr/>
        <a:lstStyle/>
        <a:p>
          <a:endParaRPr lang="en-US"/>
        </a:p>
      </dgm:t>
    </dgm:pt>
    <dgm:pt modelId="{F30FB432-57D0-422D-A96A-486FE3C7F720}" type="sibTrans" cxnId="{416AE9EA-FA4D-4F4F-B83A-F494F6D26C22}">
      <dgm:prSet/>
      <dgm:spPr/>
      <dgm:t>
        <a:bodyPr/>
        <a:lstStyle/>
        <a:p>
          <a:endParaRPr lang="en-US"/>
        </a:p>
      </dgm:t>
    </dgm:pt>
    <dgm:pt modelId="{2427E018-B7E4-41CA-9E43-587E22ED40B0}">
      <dgm:prSet/>
      <dgm:spPr/>
      <dgm:t>
        <a:bodyPr/>
        <a:lstStyle/>
        <a:p>
          <a:r>
            <a:rPr lang="fr-FR" b="0" i="0" baseline="0"/>
            <a:t>Computes ROI coordinate for each cell</a:t>
          </a:r>
          <a:endParaRPr lang="en-US"/>
        </a:p>
      </dgm:t>
    </dgm:pt>
    <dgm:pt modelId="{30EF73D5-095E-4A9B-BB5D-06CA750286D7}" type="parTrans" cxnId="{B4EF2130-6C53-415B-B1D7-4C450281EE21}">
      <dgm:prSet/>
      <dgm:spPr/>
      <dgm:t>
        <a:bodyPr/>
        <a:lstStyle/>
        <a:p>
          <a:endParaRPr lang="en-US"/>
        </a:p>
      </dgm:t>
    </dgm:pt>
    <dgm:pt modelId="{705A2848-5153-4C55-A483-204415F9E504}" type="sibTrans" cxnId="{B4EF2130-6C53-415B-B1D7-4C450281EE21}">
      <dgm:prSet/>
      <dgm:spPr/>
      <dgm:t>
        <a:bodyPr/>
        <a:lstStyle/>
        <a:p>
          <a:endParaRPr lang="en-US"/>
        </a:p>
      </dgm:t>
    </dgm:pt>
    <dgm:pt modelId="{20DFA67F-736B-4042-B9F7-880129062B8E}">
      <dgm:prSet/>
      <dgm:spPr/>
      <dgm:t>
        <a:bodyPr/>
        <a:lstStyle/>
        <a:p>
          <a:r>
            <a:rPr lang="fr-FR" b="0" i="0" baseline="0"/>
            <a:t>Produces output exactly in DeepCellMap’s expected format</a:t>
          </a:r>
          <a:endParaRPr lang="en-US"/>
        </a:p>
      </dgm:t>
    </dgm:pt>
    <dgm:pt modelId="{4E2E5546-A75E-4E4F-A1C3-3FB62B0902A4}" type="parTrans" cxnId="{11A95753-5D00-44E5-A4DA-B7A49DAC9A7C}">
      <dgm:prSet/>
      <dgm:spPr/>
      <dgm:t>
        <a:bodyPr/>
        <a:lstStyle/>
        <a:p>
          <a:endParaRPr lang="en-US"/>
        </a:p>
      </dgm:t>
    </dgm:pt>
    <dgm:pt modelId="{E007C838-CB78-4494-973E-C3A7B7143BF6}" type="sibTrans" cxnId="{11A95753-5D00-44E5-A4DA-B7A49DAC9A7C}">
      <dgm:prSet/>
      <dgm:spPr/>
      <dgm:t>
        <a:bodyPr/>
        <a:lstStyle/>
        <a:p>
          <a:endParaRPr lang="en-US"/>
        </a:p>
      </dgm:t>
    </dgm:pt>
    <dgm:pt modelId="{E22DBDE0-3CFC-4A11-86B3-17E734F7752F}" type="pres">
      <dgm:prSet presAssocID="{90E2F26B-2D5A-4ECB-9742-5B33144281A7}" presName="root" presStyleCnt="0">
        <dgm:presLayoutVars>
          <dgm:dir/>
          <dgm:resizeHandles val="exact"/>
        </dgm:presLayoutVars>
      </dgm:prSet>
      <dgm:spPr/>
    </dgm:pt>
    <dgm:pt modelId="{385041B9-18F3-4303-91A5-372D564776E7}" type="pres">
      <dgm:prSet presAssocID="{34E636F4-0E4B-4F2A-A038-208CD5880DFE}" presName="compNode" presStyleCnt="0"/>
      <dgm:spPr/>
    </dgm:pt>
    <dgm:pt modelId="{BA096F2A-9F4C-436E-8D90-FCBE4D2D5E3F}" type="pres">
      <dgm:prSet presAssocID="{34E636F4-0E4B-4F2A-A038-208CD5880DFE}" presName="bgRect" presStyleLbl="bgShp" presStyleIdx="0" presStyleCnt="6"/>
      <dgm:spPr/>
    </dgm:pt>
    <dgm:pt modelId="{F49B2612-EF34-4F35-80D2-5AC726B4C60A}" type="pres">
      <dgm:prSet presAssocID="{34E636F4-0E4B-4F2A-A038-208CD5880DFE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2D3F09EB-B456-4034-B0B5-170E7C3F4C60}" type="pres">
      <dgm:prSet presAssocID="{34E636F4-0E4B-4F2A-A038-208CD5880DFE}" presName="spaceRect" presStyleCnt="0"/>
      <dgm:spPr/>
    </dgm:pt>
    <dgm:pt modelId="{ED12C645-DC0C-477B-9FD7-D5696768BEE7}" type="pres">
      <dgm:prSet presAssocID="{34E636F4-0E4B-4F2A-A038-208CD5880DFE}" presName="parTx" presStyleLbl="revTx" presStyleIdx="0" presStyleCnt="6">
        <dgm:presLayoutVars>
          <dgm:chMax val="0"/>
          <dgm:chPref val="0"/>
        </dgm:presLayoutVars>
      </dgm:prSet>
      <dgm:spPr/>
    </dgm:pt>
    <dgm:pt modelId="{8A7DFBD1-C129-429B-A989-E61C7D242FA1}" type="pres">
      <dgm:prSet presAssocID="{5E18E76E-29A1-4974-808E-E577DDFBF889}" presName="sibTrans" presStyleCnt="0"/>
      <dgm:spPr/>
    </dgm:pt>
    <dgm:pt modelId="{EFA61386-7E5F-4017-BB7E-C2D9C133F0F6}" type="pres">
      <dgm:prSet presAssocID="{ECCEC381-72F3-4198-B858-93AB3A72CFB9}" presName="compNode" presStyleCnt="0"/>
      <dgm:spPr/>
    </dgm:pt>
    <dgm:pt modelId="{40D732D8-49DF-4C0F-8FC5-64AD0D4BA973}" type="pres">
      <dgm:prSet presAssocID="{ECCEC381-72F3-4198-B858-93AB3A72CFB9}" presName="bgRect" presStyleLbl="bgShp" presStyleIdx="1" presStyleCnt="6"/>
      <dgm:spPr/>
    </dgm:pt>
    <dgm:pt modelId="{EABEA130-46EE-4E5B-8555-6B398D2A39BF}" type="pres">
      <dgm:prSet presAssocID="{ECCEC381-72F3-4198-B858-93AB3A72CFB9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1D1DCBD0-7637-4792-8184-DD56AC17E80E}" type="pres">
      <dgm:prSet presAssocID="{ECCEC381-72F3-4198-B858-93AB3A72CFB9}" presName="spaceRect" presStyleCnt="0"/>
      <dgm:spPr/>
    </dgm:pt>
    <dgm:pt modelId="{6C5C6CEE-2717-4FF0-8F40-771AB8B7480A}" type="pres">
      <dgm:prSet presAssocID="{ECCEC381-72F3-4198-B858-93AB3A72CFB9}" presName="parTx" presStyleLbl="revTx" presStyleIdx="1" presStyleCnt="6">
        <dgm:presLayoutVars>
          <dgm:chMax val="0"/>
          <dgm:chPref val="0"/>
        </dgm:presLayoutVars>
      </dgm:prSet>
      <dgm:spPr/>
    </dgm:pt>
    <dgm:pt modelId="{76E0C74C-A1DE-4B53-93B3-DB1054D1AC23}" type="pres">
      <dgm:prSet presAssocID="{48D25D92-FE10-4B28-A409-E37A5839FBB2}" presName="sibTrans" presStyleCnt="0"/>
      <dgm:spPr/>
    </dgm:pt>
    <dgm:pt modelId="{BAF5D034-A1BC-48E8-878C-60C623AAD246}" type="pres">
      <dgm:prSet presAssocID="{1583DA6D-9EC2-4885-B118-A6709042CB59}" presName="compNode" presStyleCnt="0"/>
      <dgm:spPr/>
    </dgm:pt>
    <dgm:pt modelId="{65CBC434-7F93-4F62-93A3-318BB805C398}" type="pres">
      <dgm:prSet presAssocID="{1583DA6D-9EC2-4885-B118-A6709042CB59}" presName="bgRect" presStyleLbl="bgShp" presStyleIdx="2" presStyleCnt="6"/>
      <dgm:spPr/>
    </dgm:pt>
    <dgm:pt modelId="{01D8E45D-511D-4D29-A252-4B2C5C5F14AA}" type="pres">
      <dgm:prSet presAssocID="{1583DA6D-9EC2-4885-B118-A6709042CB59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ker"/>
        </a:ext>
      </dgm:extLst>
    </dgm:pt>
    <dgm:pt modelId="{C83211FD-6118-484C-AA0B-4EBAE1CDB0A3}" type="pres">
      <dgm:prSet presAssocID="{1583DA6D-9EC2-4885-B118-A6709042CB59}" presName="spaceRect" presStyleCnt="0"/>
      <dgm:spPr/>
    </dgm:pt>
    <dgm:pt modelId="{CE44A58D-A147-4166-AE5B-8AA585B0877A}" type="pres">
      <dgm:prSet presAssocID="{1583DA6D-9EC2-4885-B118-A6709042CB59}" presName="parTx" presStyleLbl="revTx" presStyleIdx="2" presStyleCnt="6">
        <dgm:presLayoutVars>
          <dgm:chMax val="0"/>
          <dgm:chPref val="0"/>
        </dgm:presLayoutVars>
      </dgm:prSet>
      <dgm:spPr/>
    </dgm:pt>
    <dgm:pt modelId="{D1AA18BF-7E0C-4182-B552-90B7DAF11DDC}" type="pres">
      <dgm:prSet presAssocID="{96C322B4-B298-47F3-B94A-70FEB6AFB144}" presName="sibTrans" presStyleCnt="0"/>
      <dgm:spPr/>
    </dgm:pt>
    <dgm:pt modelId="{0A69EEEF-999E-43F5-AFC9-12BB8E490717}" type="pres">
      <dgm:prSet presAssocID="{32AED98A-FF0C-4C1D-9EE4-E1476E767ABF}" presName="compNode" presStyleCnt="0"/>
      <dgm:spPr/>
    </dgm:pt>
    <dgm:pt modelId="{4D961203-B89D-475A-838E-F14DC2E7E0DE}" type="pres">
      <dgm:prSet presAssocID="{32AED98A-FF0C-4C1D-9EE4-E1476E767ABF}" presName="bgRect" presStyleLbl="bgShp" presStyleIdx="3" presStyleCnt="6"/>
      <dgm:spPr/>
    </dgm:pt>
    <dgm:pt modelId="{720DDE2E-3EB4-4DD8-B814-144E94860C17}" type="pres">
      <dgm:prSet presAssocID="{32AED98A-FF0C-4C1D-9EE4-E1476E767ABF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844EF719-6612-4842-8920-B2299BFDF16D}" type="pres">
      <dgm:prSet presAssocID="{32AED98A-FF0C-4C1D-9EE4-E1476E767ABF}" presName="spaceRect" presStyleCnt="0"/>
      <dgm:spPr/>
    </dgm:pt>
    <dgm:pt modelId="{A18C783C-BDDE-4A8A-AC5E-48922C8D3A1C}" type="pres">
      <dgm:prSet presAssocID="{32AED98A-FF0C-4C1D-9EE4-E1476E767ABF}" presName="parTx" presStyleLbl="revTx" presStyleIdx="3" presStyleCnt="6">
        <dgm:presLayoutVars>
          <dgm:chMax val="0"/>
          <dgm:chPref val="0"/>
        </dgm:presLayoutVars>
      </dgm:prSet>
      <dgm:spPr/>
    </dgm:pt>
    <dgm:pt modelId="{4C374346-0E7D-485D-B007-611250F47E7E}" type="pres">
      <dgm:prSet presAssocID="{F30FB432-57D0-422D-A96A-486FE3C7F720}" presName="sibTrans" presStyleCnt="0"/>
      <dgm:spPr/>
    </dgm:pt>
    <dgm:pt modelId="{2758F2F6-2266-4AA8-AC86-8698E3BE8CC0}" type="pres">
      <dgm:prSet presAssocID="{2427E018-B7E4-41CA-9E43-587E22ED40B0}" presName="compNode" presStyleCnt="0"/>
      <dgm:spPr/>
    </dgm:pt>
    <dgm:pt modelId="{361F86A4-988A-4191-9DCE-9FA01614B66D}" type="pres">
      <dgm:prSet presAssocID="{2427E018-B7E4-41CA-9E43-587E22ED40B0}" presName="bgRect" presStyleLbl="bgShp" presStyleIdx="4" presStyleCnt="6"/>
      <dgm:spPr/>
    </dgm:pt>
    <dgm:pt modelId="{532314BA-F6F0-4129-9FE1-80631A584BA2}" type="pres">
      <dgm:prSet presAssocID="{2427E018-B7E4-41CA-9E43-587E22ED40B0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culator"/>
        </a:ext>
      </dgm:extLst>
    </dgm:pt>
    <dgm:pt modelId="{2D3390F0-FAFD-4D01-A863-7929F6B83B02}" type="pres">
      <dgm:prSet presAssocID="{2427E018-B7E4-41CA-9E43-587E22ED40B0}" presName="spaceRect" presStyleCnt="0"/>
      <dgm:spPr/>
    </dgm:pt>
    <dgm:pt modelId="{2E6D3EE5-2AEE-4E51-8B22-F1C9D41094E7}" type="pres">
      <dgm:prSet presAssocID="{2427E018-B7E4-41CA-9E43-587E22ED40B0}" presName="parTx" presStyleLbl="revTx" presStyleIdx="4" presStyleCnt="6">
        <dgm:presLayoutVars>
          <dgm:chMax val="0"/>
          <dgm:chPref val="0"/>
        </dgm:presLayoutVars>
      </dgm:prSet>
      <dgm:spPr/>
    </dgm:pt>
    <dgm:pt modelId="{B0BF5BB3-C770-4B68-A2C1-A69A9FE0F423}" type="pres">
      <dgm:prSet presAssocID="{705A2848-5153-4C55-A483-204415F9E504}" presName="sibTrans" presStyleCnt="0"/>
      <dgm:spPr/>
    </dgm:pt>
    <dgm:pt modelId="{EDEEBD06-285B-41F5-81B5-1F421A7EBD3A}" type="pres">
      <dgm:prSet presAssocID="{20DFA67F-736B-4042-B9F7-880129062B8E}" presName="compNode" presStyleCnt="0"/>
      <dgm:spPr/>
    </dgm:pt>
    <dgm:pt modelId="{B07AE358-7DAA-4A66-AB51-E2DD4A40824B}" type="pres">
      <dgm:prSet presAssocID="{20DFA67F-736B-4042-B9F7-880129062B8E}" presName="bgRect" presStyleLbl="bgShp" presStyleIdx="5" presStyleCnt="6"/>
      <dgm:spPr/>
    </dgm:pt>
    <dgm:pt modelId="{BAB07FD0-A677-4C13-991F-1EADF57D4115}" type="pres">
      <dgm:prSet presAssocID="{20DFA67F-736B-4042-B9F7-880129062B8E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AE30D67B-B7EF-4F39-9C2E-13812EBAD933}" type="pres">
      <dgm:prSet presAssocID="{20DFA67F-736B-4042-B9F7-880129062B8E}" presName="spaceRect" presStyleCnt="0"/>
      <dgm:spPr/>
    </dgm:pt>
    <dgm:pt modelId="{54929B48-CA31-486B-9380-EE2F3647C536}" type="pres">
      <dgm:prSet presAssocID="{20DFA67F-736B-4042-B9F7-880129062B8E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560A4D0E-63E6-4CBF-BD53-D7FB2838CCA4}" type="presOf" srcId="{20DFA67F-736B-4042-B9F7-880129062B8E}" destId="{54929B48-CA31-486B-9380-EE2F3647C536}" srcOrd="0" destOrd="0" presId="urn:microsoft.com/office/officeart/2018/2/layout/IconVerticalSolidList"/>
    <dgm:cxn modelId="{5EA7992E-7180-4ADD-AB70-4D9B2CD2E080}" srcId="{90E2F26B-2D5A-4ECB-9742-5B33144281A7}" destId="{ECCEC381-72F3-4198-B858-93AB3A72CFB9}" srcOrd="1" destOrd="0" parTransId="{F6FCE939-FB4B-4933-8C0F-D7775C33A974}" sibTransId="{48D25D92-FE10-4B28-A409-E37A5839FBB2}"/>
    <dgm:cxn modelId="{B4EF2130-6C53-415B-B1D7-4C450281EE21}" srcId="{90E2F26B-2D5A-4ECB-9742-5B33144281A7}" destId="{2427E018-B7E4-41CA-9E43-587E22ED40B0}" srcOrd="4" destOrd="0" parTransId="{30EF73D5-095E-4A9B-BB5D-06CA750286D7}" sibTransId="{705A2848-5153-4C55-A483-204415F9E504}"/>
    <dgm:cxn modelId="{95D5C036-D21C-4455-954A-A3899714C401}" type="presOf" srcId="{34E636F4-0E4B-4F2A-A038-208CD5880DFE}" destId="{ED12C645-DC0C-477B-9FD7-D5696768BEE7}" srcOrd="0" destOrd="0" presId="urn:microsoft.com/office/officeart/2018/2/layout/IconVerticalSolidList"/>
    <dgm:cxn modelId="{23673E66-387B-4C7E-96D1-95C11ABB7584}" type="presOf" srcId="{ECCEC381-72F3-4198-B858-93AB3A72CFB9}" destId="{6C5C6CEE-2717-4FF0-8F40-771AB8B7480A}" srcOrd="0" destOrd="0" presId="urn:microsoft.com/office/officeart/2018/2/layout/IconVerticalSolidList"/>
    <dgm:cxn modelId="{6BD0466D-0AAA-47FE-B1CF-3CC4F925C718}" type="presOf" srcId="{2427E018-B7E4-41CA-9E43-587E22ED40B0}" destId="{2E6D3EE5-2AEE-4E51-8B22-F1C9D41094E7}" srcOrd="0" destOrd="0" presId="urn:microsoft.com/office/officeart/2018/2/layout/IconVerticalSolidList"/>
    <dgm:cxn modelId="{11A95753-5D00-44E5-A4DA-B7A49DAC9A7C}" srcId="{90E2F26B-2D5A-4ECB-9742-5B33144281A7}" destId="{20DFA67F-736B-4042-B9F7-880129062B8E}" srcOrd="5" destOrd="0" parTransId="{4E2E5546-A75E-4E4F-A1C3-3FB62B0902A4}" sibTransId="{E007C838-CB78-4494-973E-C3A7B7143BF6}"/>
    <dgm:cxn modelId="{3F6BB175-BB21-4D32-8642-F915AF4C56CF}" type="presOf" srcId="{1583DA6D-9EC2-4885-B118-A6709042CB59}" destId="{CE44A58D-A147-4166-AE5B-8AA585B0877A}" srcOrd="0" destOrd="0" presId="urn:microsoft.com/office/officeart/2018/2/layout/IconVerticalSolidList"/>
    <dgm:cxn modelId="{D27FF2D2-3374-411D-944A-135BA2FCACCC}" type="presOf" srcId="{90E2F26B-2D5A-4ECB-9742-5B33144281A7}" destId="{E22DBDE0-3CFC-4A11-86B3-17E734F7752F}" srcOrd="0" destOrd="0" presId="urn:microsoft.com/office/officeart/2018/2/layout/IconVerticalSolidList"/>
    <dgm:cxn modelId="{416AE9EA-FA4D-4F4F-B83A-F494F6D26C22}" srcId="{90E2F26B-2D5A-4ECB-9742-5B33144281A7}" destId="{32AED98A-FF0C-4C1D-9EE4-E1476E767ABF}" srcOrd="3" destOrd="0" parTransId="{7A7AE78F-48F0-4C0A-8AC2-34A4F0697C7E}" sibTransId="{F30FB432-57D0-422D-A96A-486FE3C7F720}"/>
    <dgm:cxn modelId="{E223AAEE-96CA-433E-B501-D5266B104FFF}" srcId="{90E2F26B-2D5A-4ECB-9742-5B33144281A7}" destId="{1583DA6D-9EC2-4885-B118-A6709042CB59}" srcOrd="2" destOrd="0" parTransId="{E5967AD8-6E1D-44E5-8EFD-15EE8A758B57}" sibTransId="{96C322B4-B298-47F3-B94A-70FEB6AFB144}"/>
    <dgm:cxn modelId="{F1C51FF7-3B3A-4B2E-9A9E-AFDCC804F9F3}" srcId="{90E2F26B-2D5A-4ECB-9742-5B33144281A7}" destId="{34E636F4-0E4B-4F2A-A038-208CD5880DFE}" srcOrd="0" destOrd="0" parTransId="{BCD92F4C-71B0-43EA-824D-28529C5EC9D5}" sibTransId="{5E18E76E-29A1-4974-808E-E577DDFBF889}"/>
    <dgm:cxn modelId="{CC7B48FD-EE3A-4FE4-AE85-4FBCF9670DC4}" type="presOf" srcId="{32AED98A-FF0C-4C1D-9EE4-E1476E767ABF}" destId="{A18C783C-BDDE-4A8A-AC5E-48922C8D3A1C}" srcOrd="0" destOrd="0" presId="urn:microsoft.com/office/officeart/2018/2/layout/IconVerticalSolidList"/>
    <dgm:cxn modelId="{847914EF-75F1-4B40-AE7A-A105E4495538}" type="presParOf" srcId="{E22DBDE0-3CFC-4A11-86B3-17E734F7752F}" destId="{385041B9-18F3-4303-91A5-372D564776E7}" srcOrd="0" destOrd="0" presId="urn:microsoft.com/office/officeart/2018/2/layout/IconVerticalSolidList"/>
    <dgm:cxn modelId="{B38868C3-C479-443F-9442-D1B08F154224}" type="presParOf" srcId="{385041B9-18F3-4303-91A5-372D564776E7}" destId="{BA096F2A-9F4C-436E-8D90-FCBE4D2D5E3F}" srcOrd="0" destOrd="0" presId="urn:microsoft.com/office/officeart/2018/2/layout/IconVerticalSolidList"/>
    <dgm:cxn modelId="{47BD94A8-3BAD-4508-ABC4-FF108D9606C1}" type="presParOf" srcId="{385041B9-18F3-4303-91A5-372D564776E7}" destId="{F49B2612-EF34-4F35-80D2-5AC726B4C60A}" srcOrd="1" destOrd="0" presId="urn:microsoft.com/office/officeart/2018/2/layout/IconVerticalSolidList"/>
    <dgm:cxn modelId="{6918DFF6-A078-4EE5-88A5-BFD6F30AA97D}" type="presParOf" srcId="{385041B9-18F3-4303-91A5-372D564776E7}" destId="{2D3F09EB-B456-4034-B0B5-170E7C3F4C60}" srcOrd="2" destOrd="0" presId="urn:microsoft.com/office/officeart/2018/2/layout/IconVerticalSolidList"/>
    <dgm:cxn modelId="{55A5B170-F740-4AEA-81C3-D95A280ED7A3}" type="presParOf" srcId="{385041B9-18F3-4303-91A5-372D564776E7}" destId="{ED12C645-DC0C-477B-9FD7-D5696768BEE7}" srcOrd="3" destOrd="0" presId="urn:microsoft.com/office/officeart/2018/2/layout/IconVerticalSolidList"/>
    <dgm:cxn modelId="{C818D6D4-62E6-4BDE-AFF6-0CB861F7B332}" type="presParOf" srcId="{E22DBDE0-3CFC-4A11-86B3-17E734F7752F}" destId="{8A7DFBD1-C129-429B-A989-E61C7D242FA1}" srcOrd="1" destOrd="0" presId="urn:microsoft.com/office/officeart/2018/2/layout/IconVerticalSolidList"/>
    <dgm:cxn modelId="{3A5E0E52-35B6-428D-B6C2-0CF5E198B639}" type="presParOf" srcId="{E22DBDE0-3CFC-4A11-86B3-17E734F7752F}" destId="{EFA61386-7E5F-4017-BB7E-C2D9C133F0F6}" srcOrd="2" destOrd="0" presId="urn:microsoft.com/office/officeart/2018/2/layout/IconVerticalSolidList"/>
    <dgm:cxn modelId="{1BAE30BE-4351-49CB-8772-8F124AEBF709}" type="presParOf" srcId="{EFA61386-7E5F-4017-BB7E-C2D9C133F0F6}" destId="{40D732D8-49DF-4C0F-8FC5-64AD0D4BA973}" srcOrd="0" destOrd="0" presId="urn:microsoft.com/office/officeart/2018/2/layout/IconVerticalSolidList"/>
    <dgm:cxn modelId="{CBD9843A-0EAE-4F96-A1C9-6EB7D333622A}" type="presParOf" srcId="{EFA61386-7E5F-4017-BB7E-C2D9C133F0F6}" destId="{EABEA130-46EE-4E5B-8555-6B398D2A39BF}" srcOrd="1" destOrd="0" presId="urn:microsoft.com/office/officeart/2018/2/layout/IconVerticalSolidList"/>
    <dgm:cxn modelId="{FABA4D07-DFF4-4BD3-895C-4F82573AA5E4}" type="presParOf" srcId="{EFA61386-7E5F-4017-BB7E-C2D9C133F0F6}" destId="{1D1DCBD0-7637-4792-8184-DD56AC17E80E}" srcOrd="2" destOrd="0" presId="urn:microsoft.com/office/officeart/2018/2/layout/IconVerticalSolidList"/>
    <dgm:cxn modelId="{2E66E43F-D3F5-4296-A7BB-7F24EA2D9F9E}" type="presParOf" srcId="{EFA61386-7E5F-4017-BB7E-C2D9C133F0F6}" destId="{6C5C6CEE-2717-4FF0-8F40-771AB8B7480A}" srcOrd="3" destOrd="0" presId="urn:microsoft.com/office/officeart/2018/2/layout/IconVerticalSolidList"/>
    <dgm:cxn modelId="{9DF80851-BAB3-4FBD-A3DB-FE410A50A55C}" type="presParOf" srcId="{E22DBDE0-3CFC-4A11-86B3-17E734F7752F}" destId="{76E0C74C-A1DE-4B53-93B3-DB1054D1AC23}" srcOrd="3" destOrd="0" presId="urn:microsoft.com/office/officeart/2018/2/layout/IconVerticalSolidList"/>
    <dgm:cxn modelId="{F5668D16-257C-4B40-BF39-1C1FD11DF4A9}" type="presParOf" srcId="{E22DBDE0-3CFC-4A11-86B3-17E734F7752F}" destId="{BAF5D034-A1BC-48E8-878C-60C623AAD246}" srcOrd="4" destOrd="0" presId="urn:microsoft.com/office/officeart/2018/2/layout/IconVerticalSolidList"/>
    <dgm:cxn modelId="{ADC90518-563B-464A-8012-84549BF5FC86}" type="presParOf" srcId="{BAF5D034-A1BC-48E8-878C-60C623AAD246}" destId="{65CBC434-7F93-4F62-93A3-318BB805C398}" srcOrd="0" destOrd="0" presId="urn:microsoft.com/office/officeart/2018/2/layout/IconVerticalSolidList"/>
    <dgm:cxn modelId="{2676874A-B2D8-4F42-AE15-539BD50907A3}" type="presParOf" srcId="{BAF5D034-A1BC-48E8-878C-60C623AAD246}" destId="{01D8E45D-511D-4D29-A252-4B2C5C5F14AA}" srcOrd="1" destOrd="0" presId="urn:microsoft.com/office/officeart/2018/2/layout/IconVerticalSolidList"/>
    <dgm:cxn modelId="{93DD1F95-ED49-4EE5-B5BD-F0319BAAFD9F}" type="presParOf" srcId="{BAF5D034-A1BC-48E8-878C-60C623AAD246}" destId="{C83211FD-6118-484C-AA0B-4EBAE1CDB0A3}" srcOrd="2" destOrd="0" presId="urn:microsoft.com/office/officeart/2018/2/layout/IconVerticalSolidList"/>
    <dgm:cxn modelId="{D35644EC-A98C-4C47-8236-F8F03A5A740C}" type="presParOf" srcId="{BAF5D034-A1BC-48E8-878C-60C623AAD246}" destId="{CE44A58D-A147-4166-AE5B-8AA585B0877A}" srcOrd="3" destOrd="0" presId="urn:microsoft.com/office/officeart/2018/2/layout/IconVerticalSolidList"/>
    <dgm:cxn modelId="{03F49F11-8700-4FA0-848A-9385C91890B8}" type="presParOf" srcId="{E22DBDE0-3CFC-4A11-86B3-17E734F7752F}" destId="{D1AA18BF-7E0C-4182-B552-90B7DAF11DDC}" srcOrd="5" destOrd="0" presId="urn:microsoft.com/office/officeart/2018/2/layout/IconVerticalSolidList"/>
    <dgm:cxn modelId="{B14AD6EB-5B6D-49CB-85B6-A629C802FA6F}" type="presParOf" srcId="{E22DBDE0-3CFC-4A11-86B3-17E734F7752F}" destId="{0A69EEEF-999E-43F5-AFC9-12BB8E490717}" srcOrd="6" destOrd="0" presId="urn:microsoft.com/office/officeart/2018/2/layout/IconVerticalSolidList"/>
    <dgm:cxn modelId="{A6ACCD3C-E68F-4403-8FD7-E8CBC96B151B}" type="presParOf" srcId="{0A69EEEF-999E-43F5-AFC9-12BB8E490717}" destId="{4D961203-B89D-475A-838E-F14DC2E7E0DE}" srcOrd="0" destOrd="0" presId="urn:microsoft.com/office/officeart/2018/2/layout/IconVerticalSolidList"/>
    <dgm:cxn modelId="{975DA8D5-76D0-40FB-BD53-8F00C068088B}" type="presParOf" srcId="{0A69EEEF-999E-43F5-AFC9-12BB8E490717}" destId="{720DDE2E-3EB4-4DD8-B814-144E94860C17}" srcOrd="1" destOrd="0" presId="urn:microsoft.com/office/officeart/2018/2/layout/IconVerticalSolidList"/>
    <dgm:cxn modelId="{2BC69612-5500-45D9-ACCC-51C172BABAAD}" type="presParOf" srcId="{0A69EEEF-999E-43F5-AFC9-12BB8E490717}" destId="{844EF719-6612-4842-8920-B2299BFDF16D}" srcOrd="2" destOrd="0" presId="urn:microsoft.com/office/officeart/2018/2/layout/IconVerticalSolidList"/>
    <dgm:cxn modelId="{CA37E0A6-9E3D-4A45-A7DD-1BD0817D92C5}" type="presParOf" srcId="{0A69EEEF-999E-43F5-AFC9-12BB8E490717}" destId="{A18C783C-BDDE-4A8A-AC5E-48922C8D3A1C}" srcOrd="3" destOrd="0" presId="urn:microsoft.com/office/officeart/2018/2/layout/IconVerticalSolidList"/>
    <dgm:cxn modelId="{B92B0A1C-60AE-486C-A07D-DC529478579F}" type="presParOf" srcId="{E22DBDE0-3CFC-4A11-86B3-17E734F7752F}" destId="{4C374346-0E7D-485D-B007-611250F47E7E}" srcOrd="7" destOrd="0" presId="urn:microsoft.com/office/officeart/2018/2/layout/IconVerticalSolidList"/>
    <dgm:cxn modelId="{256B9B17-0861-4288-92F8-79775909066E}" type="presParOf" srcId="{E22DBDE0-3CFC-4A11-86B3-17E734F7752F}" destId="{2758F2F6-2266-4AA8-AC86-8698E3BE8CC0}" srcOrd="8" destOrd="0" presId="urn:microsoft.com/office/officeart/2018/2/layout/IconVerticalSolidList"/>
    <dgm:cxn modelId="{D7F76731-CF1B-458C-9AC4-6737AE76DD44}" type="presParOf" srcId="{2758F2F6-2266-4AA8-AC86-8698E3BE8CC0}" destId="{361F86A4-988A-4191-9DCE-9FA01614B66D}" srcOrd="0" destOrd="0" presId="urn:microsoft.com/office/officeart/2018/2/layout/IconVerticalSolidList"/>
    <dgm:cxn modelId="{92FFB404-96ED-4DCA-8618-BCF53F3A468C}" type="presParOf" srcId="{2758F2F6-2266-4AA8-AC86-8698E3BE8CC0}" destId="{532314BA-F6F0-4129-9FE1-80631A584BA2}" srcOrd="1" destOrd="0" presId="urn:microsoft.com/office/officeart/2018/2/layout/IconVerticalSolidList"/>
    <dgm:cxn modelId="{7CE62573-93C0-41B8-9287-B851F1405759}" type="presParOf" srcId="{2758F2F6-2266-4AA8-AC86-8698E3BE8CC0}" destId="{2D3390F0-FAFD-4D01-A863-7929F6B83B02}" srcOrd="2" destOrd="0" presId="urn:microsoft.com/office/officeart/2018/2/layout/IconVerticalSolidList"/>
    <dgm:cxn modelId="{ACE12C7B-485E-4085-811D-EDD935B39023}" type="presParOf" srcId="{2758F2F6-2266-4AA8-AC86-8698E3BE8CC0}" destId="{2E6D3EE5-2AEE-4E51-8B22-F1C9D41094E7}" srcOrd="3" destOrd="0" presId="urn:microsoft.com/office/officeart/2018/2/layout/IconVerticalSolidList"/>
    <dgm:cxn modelId="{AE2565F6-10F8-49B9-B7E3-991F76C3246F}" type="presParOf" srcId="{E22DBDE0-3CFC-4A11-86B3-17E734F7752F}" destId="{B0BF5BB3-C770-4B68-A2C1-A69A9FE0F423}" srcOrd="9" destOrd="0" presId="urn:microsoft.com/office/officeart/2018/2/layout/IconVerticalSolidList"/>
    <dgm:cxn modelId="{722B7670-D1D0-4ED4-926D-8F8DDA24E226}" type="presParOf" srcId="{E22DBDE0-3CFC-4A11-86B3-17E734F7752F}" destId="{EDEEBD06-285B-41F5-81B5-1F421A7EBD3A}" srcOrd="10" destOrd="0" presId="urn:microsoft.com/office/officeart/2018/2/layout/IconVerticalSolidList"/>
    <dgm:cxn modelId="{7AF558C3-ACD8-4A85-BE27-8616585C7EEE}" type="presParOf" srcId="{EDEEBD06-285B-41F5-81B5-1F421A7EBD3A}" destId="{B07AE358-7DAA-4A66-AB51-E2DD4A40824B}" srcOrd="0" destOrd="0" presId="urn:microsoft.com/office/officeart/2018/2/layout/IconVerticalSolidList"/>
    <dgm:cxn modelId="{115B9DBE-D8EE-410F-9F91-EA82F039AF58}" type="presParOf" srcId="{EDEEBD06-285B-41F5-81B5-1F421A7EBD3A}" destId="{BAB07FD0-A677-4C13-991F-1EADF57D4115}" srcOrd="1" destOrd="0" presId="urn:microsoft.com/office/officeart/2018/2/layout/IconVerticalSolidList"/>
    <dgm:cxn modelId="{1E328CEC-D19F-4C08-B508-D17D8DA0F7AA}" type="presParOf" srcId="{EDEEBD06-285B-41F5-81B5-1F421A7EBD3A}" destId="{AE30D67B-B7EF-4F39-9C2E-13812EBAD933}" srcOrd="2" destOrd="0" presId="urn:microsoft.com/office/officeart/2018/2/layout/IconVerticalSolidList"/>
    <dgm:cxn modelId="{D0EEF8C8-4350-4669-94BC-06747DB34A00}" type="presParOf" srcId="{EDEEBD06-285B-41F5-81B5-1F421A7EBD3A}" destId="{54929B48-CA31-486B-9380-EE2F3647C53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B89B23A-B48C-46E3-B4A6-3247811AFA1C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5CD2BF8-9BDA-432D-9028-C6242ECCD065}">
      <dgm:prSet/>
      <dgm:spPr/>
      <dgm:t>
        <a:bodyPr/>
        <a:lstStyle/>
        <a:p>
          <a:r>
            <a:rPr lang="fr-FR" b="0" i="0" baseline="0"/>
            <a:t>Filtering TSV based on x_img/y_img within ROI</a:t>
          </a:r>
          <a:endParaRPr lang="en-US"/>
        </a:p>
      </dgm:t>
    </dgm:pt>
    <dgm:pt modelId="{18E0E42B-6528-4EDA-93AC-79D82D62447C}" type="parTrans" cxnId="{F5D527F4-8FB8-41F7-B9D5-A014673EA5C4}">
      <dgm:prSet/>
      <dgm:spPr/>
      <dgm:t>
        <a:bodyPr/>
        <a:lstStyle/>
        <a:p>
          <a:endParaRPr lang="en-US"/>
        </a:p>
      </dgm:t>
    </dgm:pt>
    <dgm:pt modelId="{25860C7C-B880-4026-8B29-DBC23CE35DE5}" type="sibTrans" cxnId="{F5D527F4-8FB8-41F7-B9D5-A014673EA5C4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2C265BF3-3FAB-4B89-B96D-212391D440E5}">
      <dgm:prSet/>
      <dgm:spPr/>
      <dgm:t>
        <a:bodyPr/>
        <a:lstStyle/>
        <a:p>
          <a:r>
            <a:rPr lang="fr-FR" b="0" i="0" baseline="0"/>
            <a:t>Filtering border cells outside the ROI but inside border window</a:t>
          </a:r>
          <a:endParaRPr lang="en-US"/>
        </a:p>
      </dgm:t>
    </dgm:pt>
    <dgm:pt modelId="{873B858D-CE08-4416-A93B-33ED26F3CA45}" type="parTrans" cxnId="{CAC2D6AC-CCDC-4A59-9416-01C60DCF39F9}">
      <dgm:prSet/>
      <dgm:spPr/>
      <dgm:t>
        <a:bodyPr/>
        <a:lstStyle/>
        <a:p>
          <a:endParaRPr lang="en-US"/>
        </a:p>
      </dgm:t>
    </dgm:pt>
    <dgm:pt modelId="{6D15985E-5A84-40BC-AF68-A693DD22E6F9}" type="sibTrans" cxnId="{CAC2D6AC-CCDC-4A59-9416-01C60DCF39F9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0D8F7F36-ABEA-4660-A3C5-27F9B4B23ADC}">
      <dgm:prSet/>
      <dgm:spPr/>
      <dgm:t>
        <a:bodyPr/>
        <a:lstStyle/>
        <a:p>
          <a:r>
            <a:rPr lang="fr-FR" b="0" i="0" baseline="0"/>
            <a:t>Computing x_roi_w_borders and y_roi_w_borders</a:t>
          </a:r>
          <a:endParaRPr lang="en-US"/>
        </a:p>
      </dgm:t>
    </dgm:pt>
    <dgm:pt modelId="{DB197765-3E27-4546-A0DC-467CBDBEA0E7}" type="parTrans" cxnId="{0A1532D3-68E0-44F9-8E57-D1F21070F086}">
      <dgm:prSet/>
      <dgm:spPr/>
      <dgm:t>
        <a:bodyPr/>
        <a:lstStyle/>
        <a:p>
          <a:endParaRPr lang="en-US"/>
        </a:p>
      </dgm:t>
    </dgm:pt>
    <dgm:pt modelId="{ABB74F6C-21CF-4AA3-806D-668C3C041439}" type="sibTrans" cxnId="{0A1532D3-68E0-44F9-8E57-D1F21070F086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A33E02B0-6662-4D2F-85BA-EAEF52EF8951}">
      <dgm:prSet/>
      <dgm:spPr/>
      <dgm:t>
        <a:bodyPr/>
        <a:lstStyle/>
        <a:p>
          <a:r>
            <a:rPr lang="fr-FR" b="0" i="0" baseline="0"/>
            <a:t>Ensuring no doubled cells</a:t>
          </a:r>
          <a:endParaRPr lang="en-US"/>
        </a:p>
      </dgm:t>
    </dgm:pt>
    <dgm:pt modelId="{DCDEFFB2-6A0F-4CA3-A7C1-ECAC0B410D2F}" type="parTrans" cxnId="{0CAAED74-A0EB-4574-BAD9-87644173A9B1}">
      <dgm:prSet/>
      <dgm:spPr/>
      <dgm:t>
        <a:bodyPr/>
        <a:lstStyle/>
        <a:p>
          <a:endParaRPr lang="en-US"/>
        </a:p>
      </dgm:t>
    </dgm:pt>
    <dgm:pt modelId="{7A217088-4B58-4907-BAA7-3DB463D1DEA2}" type="sibTrans" cxnId="{0CAAED74-A0EB-4574-BAD9-87644173A9B1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4A4256CD-8E82-42A2-A3E5-8F66511BB72C}">
      <dgm:prSet/>
      <dgm:spPr/>
      <dgm:t>
        <a:bodyPr/>
        <a:lstStyle/>
        <a:p>
          <a:r>
            <a:rPr lang="fr-FR" b="0" i="0" baseline="0"/>
            <a:t>Using pixel-level coordinates instead of tile-based indexes</a:t>
          </a:r>
          <a:endParaRPr lang="en-US"/>
        </a:p>
      </dgm:t>
    </dgm:pt>
    <dgm:pt modelId="{E4BA93E1-A8F0-44CC-920C-A64A8652A343}" type="parTrans" cxnId="{E57F805A-3628-41B7-8221-77BA9B1864F7}">
      <dgm:prSet/>
      <dgm:spPr/>
      <dgm:t>
        <a:bodyPr/>
        <a:lstStyle/>
        <a:p>
          <a:endParaRPr lang="en-US"/>
        </a:p>
      </dgm:t>
    </dgm:pt>
    <dgm:pt modelId="{97B0CF64-BADC-4D4F-827F-C7B1EF94CCCC}" type="sibTrans" cxnId="{E57F805A-3628-41B7-8221-77BA9B1864F7}">
      <dgm:prSet phldrT="5" phldr="0"/>
      <dgm:spPr/>
      <dgm:t>
        <a:bodyPr/>
        <a:lstStyle/>
        <a:p>
          <a:r>
            <a:rPr lang="en-US"/>
            <a:t>5</a:t>
          </a:r>
        </a:p>
      </dgm:t>
    </dgm:pt>
    <dgm:pt modelId="{31781BEC-3D4C-434F-9DC9-7A9C746A0DB6}" type="pres">
      <dgm:prSet presAssocID="{5B89B23A-B48C-46E3-B4A6-3247811AFA1C}" presName="Name0" presStyleCnt="0">
        <dgm:presLayoutVars>
          <dgm:animLvl val="lvl"/>
          <dgm:resizeHandles val="exact"/>
        </dgm:presLayoutVars>
      </dgm:prSet>
      <dgm:spPr/>
    </dgm:pt>
    <dgm:pt modelId="{168A1E81-285C-43CD-84B2-89D1B7AF31AA}" type="pres">
      <dgm:prSet presAssocID="{F5CD2BF8-9BDA-432D-9028-C6242ECCD065}" presName="compositeNode" presStyleCnt="0">
        <dgm:presLayoutVars>
          <dgm:bulletEnabled val="1"/>
        </dgm:presLayoutVars>
      </dgm:prSet>
      <dgm:spPr/>
    </dgm:pt>
    <dgm:pt modelId="{3896C9E8-2D0F-4597-8C7C-A8DDC7DDBC6D}" type="pres">
      <dgm:prSet presAssocID="{F5CD2BF8-9BDA-432D-9028-C6242ECCD065}" presName="bgRect" presStyleLbl="bgAccFollowNode1" presStyleIdx="0" presStyleCnt="5"/>
      <dgm:spPr/>
    </dgm:pt>
    <dgm:pt modelId="{88365EB0-4710-476C-9092-867D9C04E292}" type="pres">
      <dgm:prSet presAssocID="{25860C7C-B880-4026-8B29-DBC23CE35DE5}" presName="sibTransNodeCircle" presStyleLbl="alignNode1" presStyleIdx="0" presStyleCnt="10">
        <dgm:presLayoutVars>
          <dgm:chMax val="0"/>
          <dgm:bulletEnabled/>
        </dgm:presLayoutVars>
      </dgm:prSet>
      <dgm:spPr/>
    </dgm:pt>
    <dgm:pt modelId="{38BF3A99-BB75-4504-B801-980C6A244BB9}" type="pres">
      <dgm:prSet presAssocID="{F5CD2BF8-9BDA-432D-9028-C6242ECCD065}" presName="bottomLine" presStyleLbl="alignNode1" presStyleIdx="1" presStyleCnt="10">
        <dgm:presLayoutVars/>
      </dgm:prSet>
      <dgm:spPr/>
    </dgm:pt>
    <dgm:pt modelId="{4C842279-15C9-4AE6-B048-6C08BB53B089}" type="pres">
      <dgm:prSet presAssocID="{F5CD2BF8-9BDA-432D-9028-C6242ECCD065}" presName="nodeText" presStyleLbl="bgAccFollowNode1" presStyleIdx="0" presStyleCnt="5">
        <dgm:presLayoutVars>
          <dgm:bulletEnabled val="1"/>
        </dgm:presLayoutVars>
      </dgm:prSet>
      <dgm:spPr/>
    </dgm:pt>
    <dgm:pt modelId="{030A646C-00D1-4333-B71C-87C225223B1A}" type="pres">
      <dgm:prSet presAssocID="{25860C7C-B880-4026-8B29-DBC23CE35DE5}" presName="sibTrans" presStyleCnt="0"/>
      <dgm:spPr/>
    </dgm:pt>
    <dgm:pt modelId="{218ABFE7-984A-4417-9CCD-FB9A9C8F4124}" type="pres">
      <dgm:prSet presAssocID="{2C265BF3-3FAB-4B89-B96D-212391D440E5}" presName="compositeNode" presStyleCnt="0">
        <dgm:presLayoutVars>
          <dgm:bulletEnabled val="1"/>
        </dgm:presLayoutVars>
      </dgm:prSet>
      <dgm:spPr/>
    </dgm:pt>
    <dgm:pt modelId="{D21356C9-18B7-481A-8A3C-98190865A803}" type="pres">
      <dgm:prSet presAssocID="{2C265BF3-3FAB-4B89-B96D-212391D440E5}" presName="bgRect" presStyleLbl="bgAccFollowNode1" presStyleIdx="1" presStyleCnt="5"/>
      <dgm:spPr/>
    </dgm:pt>
    <dgm:pt modelId="{FDE941F9-2C73-463E-980C-19CE3B817074}" type="pres">
      <dgm:prSet presAssocID="{6D15985E-5A84-40BC-AF68-A693DD22E6F9}" presName="sibTransNodeCircle" presStyleLbl="alignNode1" presStyleIdx="2" presStyleCnt="10">
        <dgm:presLayoutVars>
          <dgm:chMax val="0"/>
          <dgm:bulletEnabled/>
        </dgm:presLayoutVars>
      </dgm:prSet>
      <dgm:spPr/>
    </dgm:pt>
    <dgm:pt modelId="{801E9E89-E0EB-4209-860C-4CFB680F1EFF}" type="pres">
      <dgm:prSet presAssocID="{2C265BF3-3FAB-4B89-B96D-212391D440E5}" presName="bottomLine" presStyleLbl="alignNode1" presStyleIdx="3" presStyleCnt="10">
        <dgm:presLayoutVars/>
      </dgm:prSet>
      <dgm:spPr/>
    </dgm:pt>
    <dgm:pt modelId="{715A468F-1195-450A-8E42-107D9903D47F}" type="pres">
      <dgm:prSet presAssocID="{2C265BF3-3FAB-4B89-B96D-212391D440E5}" presName="nodeText" presStyleLbl="bgAccFollowNode1" presStyleIdx="1" presStyleCnt="5">
        <dgm:presLayoutVars>
          <dgm:bulletEnabled val="1"/>
        </dgm:presLayoutVars>
      </dgm:prSet>
      <dgm:spPr/>
    </dgm:pt>
    <dgm:pt modelId="{3E0F39EF-B950-400A-8A72-2F434FA72C89}" type="pres">
      <dgm:prSet presAssocID="{6D15985E-5A84-40BC-AF68-A693DD22E6F9}" presName="sibTrans" presStyleCnt="0"/>
      <dgm:spPr/>
    </dgm:pt>
    <dgm:pt modelId="{A182DE06-5B5F-42AA-ADFE-ED84BFBF9444}" type="pres">
      <dgm:prSet presAssocID="{0D8F7F36-ABEA-4660-A3C5-27F9B4B23ADC}" presName="compositeNode" presStyleCnt="0">
        <dgm:presLayoutVars>
          <dgm:bulletEnabled val="1"/>
        </dgm:presLayoutVars>
      </dgm:prSet>
      <dgm:spPr/>
    </dgm:pt>
    <dgm:pt modelId="{4FAA8A34-1B9C-4806-9FB1-5CFA488A7AAA}" type="pres">
      <dgm:prSet presAssocID="{0D8F7F36-ABEA-4660-A3C5-27F9B4B23ADC}" presName="bgRect" presStyleLbl="bgAccFollowNode1" presStyleIdx="2" presStyleCnt="5"/>
      <dgm:spPr/>
    </dgm:pt>
    <dgm:pt modelId="{D00644BF-0E7E-46C7-80A2-66A70DF0DF50}" type="pres">
      <dgm:prSet presAssocID="{ABB74F6C-21CF-4AA3-806D-668C3C041439}" presName="sibTransNodeCircle" presStyleLbl="alignNode1" presStyleIdx="4" presStyleCnt="10">
        <dgm:presLayoutVars>
          <dgm:chMax val="0"/>
          <dgm:bulletEnabled/>
        </dgm:presLayoutVars>
      </dgm:prSet>
      <dgm:spPr/>
    </dgm:pt>
    <dgm:pt modelId="{41017616-4EA5-4F8A-BEC3-B510A21CA0B9}" type="pres">
      <dgm:prSet presAssocID="{0D8F7F36-ABEA-4660-A3C5-27F9B4B23ADC}" presName="bottomLine" presStyleLbl="alignNode1" presStyleIdx="5" presStyleCnt="10">
        <dgm:presLayoutVars/>
      </dgm:prSet>
      <dgm:spPr/>
    </dgm:pt>
    <dgm:pt modelId="{2B0BB6A6-4C92-4961-9BF7-58CA87C1297A}" type="pres">
      <dgm:prSet presAssocID="{0D8F7F36-ABEA-4660-A3C5-27F9B4B23ADC}" presName="nodeText" presStyleLbl="bgAccFollowNode1" presStyleIdx="2" presStyleCnt="5">
        <dgm:presLayoutVars>
          <dgm:bulletEnabled val="1"/>
        </dgm:presLayoutVars>
      </dgm:prSet>
      <dgm:spPr/>
    </dgm:pt>
    <dgm:pt modelId="{E7CE52BE-3852-4A90-8EDB-702E21ACDB35}" type="pres">
      <dgm:prSet presAssocID="{ABB74F6C-21CF-4AA3-806D-668C3C041439}" presName="sibTrans" presStyleCnt="0"/>
      <dgm:spPr/>
    </dgm:pt>
    <dgm:pt modelId="{E49A4AB6-287D-4F13-AADB-1EB1FF0380B7}" type="pres">
      <dgm:prSet presAssocID="{A33E02B0-6662-4D2F-85BA-EAEF52EF8951}" presName="compositeNode" presStyleCnt="0">
        <dgm:presLayoutVars>
          <dgm:bulletEnabled val="1"/>
        </dgm:presLayoutVars>
      </dgm:prSet>
      <dgm:spPr/>
    </dgm:pt>
    <dgm:pt modelId="{AC096D40-37FB-407D-8AA7-B31F0AF057D7}" type="pres">
      <dgm:prSet presAssocID="{A33E02B0-6662-4D2F-85BA-EAEF52EF8951}" presName="bgRect" presStyleLbl="bgAccFollowNode1" presStyleIdx="3" presStyleCnt="5"/>
      <dgm:spPr/>
    </dgm:pt>
    <dgm:pt modelId="{23078289-7044-4798-BFB9-F80EF4353CA2}" type="pres">
      <dgm:prSet presAssocID="{7A217088-4B58-4907-BAA7-3DB463D1DEA2}" presName="sibTransNodeCircle" presStyleLbl="alignNode1" presStyleIdx="6" presStyleCnt="10">
        <dgm:presLayoutVars>
          <dgm:chMax val="0"/>
          <dgm:bulletEnabled/>
        </dgm:presLayoutVars>
      </dgm:prSet>
      <dgm:spPr/>
    </dgm:pt>
    <dgm:pt modelId="{6405EADB-2A7F-4423-A45E-42D82AAD06F9}" type="pres">
      <dgm:prSet presAssocID="{A33E02B0-6662-4D2F-85BA-EAEF52EF8951}" presName="bottomLine" presStyleLbl="alignNode1" presStyleIdx="7" presStyleCnt="10">
        <dgm:presLayoutVars/>
      </dgm:prSet>
      <dgm:spPr/>
    </dgm:pt>
    <dgm:pt modelId="{594ADE02-0D63-402D-9143-A20FB2FDF6F8}" type="pres">
      <dgm:prSet presAssocID="{A33E02B0-6662-4D2F-85BA-EAEF52EF8951}" presName="nodeText" presStyleLbl="bgAccFollowNode1" presStyleIdx="3" presStyleCnt="5">
        <dgm:presLayoutVars>
          <dgm:bulletEnabled val="1"/>
        </dgm:presLayoutVars>
      </dgm:prSet>
      <dgm:spPr/>
    </dgm:pt>
    <dgm:pt modelId="{3803257E-EF7B-4499-8674-6D2F9FFD0D77}" type="pres">
      <dgm:prSet presAssocID="{7A217088-4B58-4907-BAA7-3DB463D1DEA2}" presName="sibTrans" presStyleCnt="0"/>
      <dgm:spPr/>
    </dgm:pt>
    <dgm:pt modelId="{50AF3813-54DB-458E-AF5D-8F320CE9AD6A}" type="pres">
      <dgm:prSet presAssocID="{4A4256CD-8E82-42A2-A3E5-8F66511BB72C}" presName="compositeNode" presStyleCnt="0">
        <dgm:presLayoutVars>
          <dgm:bulletEnabled val="1"/>
        </dgm:presLayoutVars>
      </dgm:prSet>
      <dgm:spPr/>
    </dgm:pt>
    <dgm:pt modelId="{1088BE03-AB96-48D2-BAAF-662828746BF1}" type="pres">
      <dgm:prSet presAssocID="{4A4256CD-8E82-42A2-A3E5-8F66511BB72C}" presName="bgRect" presStyleLbl="bgAccFollowNode1" presStyleIdx="4" presStyleCnt="5"/>
      <dgm:spPr/>
    </dgm:pt>
    <dgm:pt modelId="{BBB7C7C4-F061-4B0E-8EE8-7CB1E5AEDBC0}" type="pres">
      <dgm:prSet presAssocID="{97B0CF64-BADC-4D4F-827F-C7B1EF94CCCC}" presName="sibTransNodeCircle" presStyleLbl="alignNode1" presStyleIdx="8" presStyleCnt="10">
        <dgm:presLayoutVars>
          <dgm:chMax val="0"/>
          <dgm:bulletEnabled/>
        </dgm:presLayoutVars>
      </dgm:prSet>
      <dgm:spPr/>
    </dgm:pt>
    <dgm:pt modelId="{C5CC3A04-498D-460B-BDF6-66B4A06EE2B4}" type="pres">
      <dgm:prSet presAssocID="{4A4256CD-8E82-42A2-A3E5-8F66511BB72C}" presName="bottomLine" presStyleLbl="alignNode1" presStyleIdx="9" presStyleCnt="10">
        <dgm:presLayoutVars/>
      </dgm:prSet>
      <dgm:spPr/>
    </dgm:pt>
    <dgm:pt modelId="{C908FBFF-6EB3-4C01-8920-55060AD4A713}" type="pres">
      <dgm:prSet presAssocID="{4A4256CD-8E82-42A2-A3E5-8F66511BB72C}" presName="nodeText" presStyleLbl="bgAccFollowNode1" presStyleIdx="4" presStyleCnt="5">
        <dgm:presLayoutVars>
          <dgm:bulletEnabled val="1"/>
        </dgm:presLayoutVars>
      </dgm:prSet>
      <dgm:spPr/>
    </dgm:pt>
  </dgm:ptLst>
  <dgm:cxnLst>
    <dgm:cxn modelId="{AB6F8C09-C3C9-4377-8FE1-6D32933570E5}" type="presOf" srcId="{0D8F7F36-ABEA-4660-A3C5-27F9B4B23ADC}" destId="{2B0BB6A6-4C92-4961-9BF7-58CA87C1297A}" srcOrd="1" destOrd="0" presId="urn:microsoft.com/office/officeart/2016/7/layout/BasicLinearProcessNumbered"/>
    <dgm:cxn modelId="{41C4020B-7D70-4B75-91E5-45D905156BAE}" type="presOf" srcId="{7A217088-4B58-4907-BAA7-3DB463D1DEA2}" destId="{23078289-7044-4798-BFB9-F80EF4353CA2}" srcOrd="0" destOrd="0" presId="urn:microsoft.com/office/officeart/2016/7/layout/BasicLinearProcessNumbered"/>
    <dgm:cxn modelId="{B7FB6B0F-56DE-481E-8197-6C6FBC0710E0}" type="presOf" srcId="{97B0CF64-BADC-4D4F-827F-C7B1EF94CCCC}" destId="{BBB7C7C4-F061-4B0E-8EE8-7CB1E5AEDBC0}" srcOrd="0" destOrd="0" presId="urn:microsoft.com/office/officeart/2016/7/layout/BasicLinearProcessNumbered"/>
    <dgm:cxn modelId="{D107A018-01DC-4B43-8441-E57F106183E8}" type="presOf" srcId="{5B89B23A-B48C-46E3-B4A6-3247811AFA1C}" destId="{31781BEC-3D4C-434F-9DC9-7A9C746A0DB6}" srcOrd="0" destOrd="0" presId="urn:microsoft.com/office/officeart/2016/7/layout/BasicLinearProcessNumbered"/>
    <dgm:cxn modelId="{0B82741E-7B32-4BED-8966-5657DDE933C2}" type="presOf" srcId="{A33E02B0-6662-4D2F-85BA-EAEF52EF8951}" destId="{AC096D40-37FB-407D-8AA7-B31F0AF057D7}" srcOrd="0" destOrd="0" presId="urn:microsoft.com/office/officeart/2016/7/layout/BasicLinearProcessNumbered"/>
    <dgm:cxn modelId="{978BF538-CAE4-48B1-BF52-31C061BA705B}" type="presOf" srcId="{F5CD2BF8-9BDA-432D-9028-C6242ECCD065}" destId="{4C842279-15C9-4AE6-B048-6C08BB53B089}" srcOrd="1" destOrd="0" presId="urn:microsoft.com/office/officeart/2016/7/layout/BasicLinearProcessNumbered"/>
    <dgm:cxn modelId="{EB8D2B40-2C6D-47D0-8CCB-AE8ED6B57148}" type="presOf" srcId="{25860C7C-B880-4026-8B29-DBC23CE35DE5}" destId="{88365EB0-4710-476C-9092-867D9C04E292}" srcOrd="0" destOrd="0" presId="urn:microsoft.com/office/officeart/2016/7/layout/BasicLinearProcessNumbered"/>
    <dgm:cxn modelId="{0CAAED74-A0EB-4574-BAD9-87644173A9B1}" srcId="{5B89B23A-B48C-46E3-B4A6-3247811AFA1C}" destId="{A33E02B0-6662-4D2F-85BA-EAEF52EF8951}" srcOrd="3" destOrd="0" parTransId="{DCDEFFB2-6A0F-4CA3-A7C1-ECAC0B410D2F}" sibTransId="{7A217088-4B58-4907-BAA7-3DB463D1DEA2}"/>
    <dgm:cxn modelId="{E57F805A-3628-41B7-8221-77BA9B1864F7}" srcId="{5B89B23A-B48C-46E3-B4A6-3247811AFA1C}" destId="{4A4256CD-8E82-42A2-A3E5-8F66511BB72C}" srcOrd="4" destOrd="0" parTransId="{E4BA93E1-A8F0-44CC-920C-A64A8652A343}" sibTransId="{97B0CF64-BADC-4D4F-827F-C7B1EF94CCCC}"/>
    <dgm:cxn modelId="{F0011C84-A2DA-4602-803B-5D5F05378794}" type="presOf" srcId="{F5CD2BF8-9BDA-432D-9028-C6242ECCD065}" destId="{3896C9E8-2D0F-4597-8C7C-A8DDC7DDBC6D}" srcOrd="0" destOrd="0" presId="urn:microsoft.com/office/officeart/2016/7/layout/BasicLinearProcessNumbered"/>
    <dgm:cxn modelId="{D5067F9C-83D3-4909-9F4E-79D24136754A}" type="presOf" srcId="{2C265BF3-3FAB-4B89-B96D-212391D440E5}" destId="{715A468F-1195-450A-8E42-107D9903D47F}" srcOrd="1" destOrd="0" presId="urn:microsoft.com/office/officeart/2016/7/layout/BasicLinearProcessNumbered"/>
    <dgm:cxn modelId="{A7AC22A8-43B7-46EC-B096-BB6993E38EB5}" type="presOf" srcId="{ABB74F6C-21CF-4AA3-806D-668C3C041439}" destId="{D00644BF-0E7E-46C7-80A2-66A70DF0DF50}" srcOrd="0" destOrd="0" presId="urn:microsoft.com/office/officeart/2016/7/layout/BasicLinearProcessNumbered"/>
    <dgm:cxn modelId="{87CA86AB-068A-48C4-B3F5-B21934D0292C}" type="presOf" srcId="{2C265BF3-3FAB-4B89-B96D-212391D440E5}" destId="{D21356C9-18B7-481A-8A3C-98190865A803}" srcOrd="0" destOrd="0" presId="urn:microsoft.com/office/officeart/2016/7/layout/BasicLinearProcessNumbered"/>
    <dgm:cxn modelId="{CAC2D6AC-CCDC-4A59-9416-01C60DCF39F9}" srcId="{5B89B23A-B48C-46E3-B4A6-3247811AFA1C}" destId="{2C265BF3-3FAB-4B89-B96D-212391D440E5}" srcOrd="1" destOrd="0" parTransId="{873B858D-CE08-4416-A93B-33ED26F3CA45}" sibTransId="{6D15985E-5A84-40BC-AF68-A693DD22E6F9}"/>
    <dgm:cxn modelId="{CA1109B9-BD06-49F9-99F0-F89F53A32B1C}" type="presOf" srcId="{0D8F7F36-ABEA-4660-A3C5-27F9B4B23ADC}" destId="{4FAA8A34-1B9C-4806-9FB1-5CFA488A7AAA}" srcOrd="0" destOrd="0" presId="urn:microsoft.com/office/officeart/2016/7/layout/BasicLinearProcessNumbered"/>
    <dgm:cxn modelId="{88FC64BD-02CB-43C0-869E-48B7E4B409F7}" type="presOf" srcId="{A33E02B0-6662-4D2F-85BA-EAEF52EF8951}" destId="{594ADE02-0D63-402D-9143-A20FB2FDF6F8}" srcOrd="1" destOrd="0" presId="urn:microsoft.com/office/officeart/2016/7/layout/BasicLinearProcessNumbered"/>
    <dgm:cxn modelId="{727317D3-0745-42B0-B550-70A99CA80856}" type="presOf" srcId="{4A4256CD-8E82-42A2-A3E5-8F66511BB72C}" destId="{C908FBFF-6EB3-4C01-8920-55060AD4A713}" srcOrd="1" destOrd="0" presId="urn:microsoft.com/office/officeart/2016/7/layout/BasicLinearProcessNumbered"/>
    <dgm:cxn modelId="{0A1532D3-68E0-44F9-8E57-D1F21070F086}" srcId="{5B89B23A-B48C-46E3-B4A6-3247811AFA1C}" destId="{0D8F7F36-ABEA-4660-A3C5-27F9B4B23ADC}" srcOrd="2" destOrd="0" parTransId="{DB197765-3E27-4546-A0DC-467CBDBEA0E7}" sibTransId="{ABB74F6C-21CF-4AA3-806D-668C3C041439}"/>
    <dgm:cxn modelId="{0CF7AFD7-B667-41CB-9E72-E087906C77D4}" type="presOf" srcId="{4A4256CD-8E82-42A2-A3E5-8F66511BB72C}" destId="{1088BE03-AB96-48D2-BAAF-662828746BF1}" srcOrd="0" destOrd="0" presId="urn:microsoft.com/office/officeart/2016/7/layout/BasicLinearProcessNumbered"/>
    <dgm:cxn modelId="{4ADCC8E7-405A-4779-9E96-CD27C9F51F83}" type="presOf" srcId="{6D15985E-5A84-40BC-AF68-A693DD22E6F9}" destId="{FDE941F9-2C73-463E-980C-19CE3B817074}" srcOrd="0" destOrd="0" presId="urn:microsoft.com/office/officeart/2016/7/layout/BasicLinearProcessNumbered"/>
    <dgm:cxn modelId="{F5D527F4-8FB8-41F7-B9D5-A014673EA5C4}" srcId="{5B89B23A-B48C-46E3-B4A6-3247811AFA1C}" destId="{F5CD2BF8-9BDA-432D-9028-C6242ECCD065}" srcOrd="0" destOrd="0" parTransId="{18E0E42B-6528-4EDA-93AC-79D82D62447C}" sibTransId="{25860C7C-B880-4026-8B29-DBC23CE35DE5}"/>
    <dgm:cxn modelId="{9CA5DFA2-D27C-4457-B994-4DFE6D34D116}" type="presParOf" srcId="{31781BEC-3D4C-434F-9DC9-7A9C746A0DB6}" destId="{168A1E81-285C-43CD-84B2-89D1B7AF31AA}" srcOrd="0" destOrd="0" presId="urn:microsoft.com/office/officeart/2016/7/layout/BasicLinearProcessNumbered"/>
    <dgm:cxn modelId="{B5406B9B-0B0D-486D-9A42-72329C68E861}" type="presParOf" srcId="{168A1E81-285C-43CD-84B2-89D1B7AF31AA}" destId="{3896C9E8-2D0F-4597-8C7C-A8DDC7DDBC6D}" srcOrd="0" destOrd="0" presId="urn:microsoft.com/office/officeart/2016/7/layout/BasicLinearProcessNumbered"/>
    <dgm:cxn modelId="{D3E3F485-B989-43EF-B2E5-EC783FEAFFFF}" type="presParOf" srcId="{168A1E81-285C-43CD-84B2-89D1B7AF31AA}" destId="{88365EB0-4710-476C-9092-867D9C04E292}" srcOrd="1" destOrd="0" presId="urn:microsoft.com/office/officeart/2016/7/layout/BasicLinearProcessNumbered"/>
    <dgm:cxn modelId="{E06C92EA-362F-47FB-AA91-06A30EF2FAA5}" type="presParOf" srcId="{168A1E81-285C-43CD-84B2-89D1B7AF31AA}" destId="{38BF3A99-BB75-4504-B801-980C6A244BB9}" srcOrd="2" destOrd="0" presId="urn:microsoft.com/office/officeart/2016/7/layout/BasicLinearProcessNumbered"/>
    <dgm:cxn modelId="{4987CD7A-23AB-4A2A-AC55-735F24F2F0A4}" type="presParOf" srcId="{168A1E81-285C-43CD-84B2-89D1B7AF31AA}" destId="{4C842279-15C9-4AE6-B048-6C08BB53B089}" srcOrd="3" destOrd="0" presId="urn:microsoft.com/office/officeart/2016/7/layout/BasicLinearProcessNumbered"/>
    <dgm:cxn modelId="{747DF706-8C2A-42D2-92DB-6702415DF1FA}" type="presParOf" srcId="{31781BEC-3D4C-434F-9DC9-7A9C746A0DB6}" destId="{030A646C-00D1-4333-B71C-87C225223B1A}" srcOrd="1" destOrd="0" presId="urn:microsoft.com/office/officeart/2016/7/layout/BasicLinearProcessNumbered"/>
    <dgm:cxn modelId="{288B8EE7-3969-4B97-A8F9-B9C3C61B190B}" type="presParOf" srcId="{31781BEC-3D4C-434F-9DC9-7A9C746A0DB6}" destId="{218ABFE7-984A-4417-9CCD-FB9A9C8F4124}" srcOrd="2" destOrd="0" presId="urn:microsoft.com/office/officeart/2016/7/layout/BasicLinearProcessNumbered"/>
    <dgm:cxn modelId="{836DEE08-5F73-4F7C-BFCB-B83D674AB330}" type="presParOf" srcId="{218ABFE7-984A-4417-9CCD-FB9A9C8F4124}" destId="{D21356C9-18B7-481A-8A3C-98190865A803}" srcOrd="0" destOrd="0" presId="urn:microsoft.com/office/officeart/2016/7/layout/BasicLinearProcessNumbered"/>
    <dgm:cxn modelId="{8F9F0637-5231-469C-AD12-1CA8461AC7CA}" type="presParOf" srcId="{218ABFE7-984A-4417-9CCD-FB9A9C8F4124}" destId="{FDE941F9-2C73-463E-980C-19CE3B817074}" srcOrd="1" destOrd="0" presId="urn:microsoft.com/office/officeart/2016/7/layout/BasicLinearProcessNumbered"/>
    <dgm:cxn modelId="{84C4355E-8C7C-484B-9A0A-54EE901E46A1}" type="presParOf" srcId="{218ABFE7-984A-4417-9CCD-FB9A9C8F4124}" destId="{801E9E89-E0EB-4209-860C-4CFB680F1EFF}" srcOrd="2" destOrd="0" presId="urn:microsoft.com/office/officeart/2016/7/layout/BasicLinearProcessNumbered"/>
    <dgm:cxn modelId="{2967A0A9-CD4B-46A2-91E9-C35B3C200B2B}" type="presParOf" srcId="{218ABFE7-984A-4417-9CCD-FB9A9C8F4124}" destId="{715A468F-1195-450A-8E42-107D9903D47F}" srcOrd="3" destOrd="0" presId="urn:microsoft.com/office/officeart/2016/7/layout/BasicLinearProcessNumbered"/>
    <dgm:cxn modelId="{A6712915-B5C3-4733-9D64-C49BA54A95A8}" type="presParOf" srcId="{31781BEC-3D4C-434F-9DC9-7A9C746A0DB6}" destId="{3E0F39EF-B950-400A-8A72-2F434FA72C89}" srcOrd="3" destOrd="0" presId="urn:microsoft.com/office/officeart/2016/7/layout/BasicLinearProcessNumbered"/>
    <dgm:cxn modelId="{E2009FD2-5E5F-4213-817F-C5596659AA63}" type="presParOf" srcId="{31781BEC-3D4C-434F-9DC9-7A9C746A0DB6}" destId="{A182DE06-5B5F-42AA-ADFE-ED84BFBF9444}" srcOrd="4" destOrd="0" presId="urn:microsoft.com/office/officeart/2016/7/layout/BasicLinearProcessNumbered"/>
    <dgm:cxn modelId="{1DBECB39-0CD1-441E-A155-0306E24B7FBE}" type="presParOf" srcId="{A182DE06-5B5F-42AA-ADFE-ED84BFBF9444}" destId="{4FAA8A34-1B9C-4806-9FB1-5CFA488A7AAA}" srcOrd="0" destOrd="0" presId="urn:microsoft.com/office/officeart/2016/7/layout/BasicLinearProcessNumbered"/>
    <dgm:cxn modelId="{A66511DB-7011-457E-B94F-6CC09BF10DA4}" type="presParOf" srcId="{A182DE06-5B5F-42AA-ADFE-ED84BFBF9444}" destId="{D00644BF-0E7E-46C7-80A2-66A70DF0DF50}" srcOrd="1" destOrd="0" presId="urn:microsoft.com/office/officeart/2016/7/layout/BasicLinearProcessNumbered"/>
    <dgm:cxn modelId="{003C18BE-97D0-4BE5-A56D-A362DFDFD934}" type="presParOf" srcId="{A182DE06-5B5F-42AA-ADFE-ED84BFBF9444}" destId="{41017616-4EA5-4F8A-BEC3-B510A21CA0B9}" srcOrd="2" destOrd="0" presId="urn:microsoft.com/office/officeart/2016/7/layout/BasicLinearProcessNumbered"/>
    <dgm:cxn modelId="{CEE8CC93-CBD3-4922-93F0-2F1847D0AF89}" type="presParOf" srcId="{A182DE06-5B5F-42AA-ADFE-ED84BFBF9444}" destId="{2B0BB6A6-4C92-4961-9BF7-58CA87C1297A}" srcOrd="3" destOrd="0" presId="urn:microsoft.com/office/officeart/2016/7/layout/BasicLinearProcessNumbered"/>
    <dgm:cxn modelId="{C01543DC-019B-4A37-99B0-EE66A72D6013}" type="presParOf" srcId="{31781BEC-3D4C-434F-9DC9-7A9C746A0DB6}" destId="{E7CE52BE-3852-4A90-8EDB-702E21ACDB35}" srcOrd="5" destOrd="0" presId="urn:microsoft.com/office/officeart/2016/7/layout/BasicLinearProcessNumbered"/>
    <dgm:cxn modelId="{1E7A274D-92E2-4EC1-A09B-2979EA6F5C13}" type="presParOf" srcId="{31781BEC-3D4C-434F-9DC9-7A9C746A0DB6}" destId="{E49A4AB6-287D-4F13-AADB-1EB1FF0380B7}" srcOrd="6" destOrd="0" presId="urn:microsoft.com/office/officeart/2016/7/layout/BasicLinearProcessNumbered"/>
    <dgm:cxn modelId="{CFD1D4FD-402E-41C5-8C9B-953B119AD92F}" type="presParOf" srcId="{E49A4AB6-287D-4F13-AADB-1EB1FF0380B7}" destId="{AC096D40-37FB-407D-8AA7-B31F0AF057D7}" srcOrd="0" destOrd="0" presId="urn:microsoft.com/office/officeart/2016/7/layout/BasicLinearProcessNumbered"/>
    <dgm:cxn modelId="{4B52E29F-5CCA-44F1-806B-D1BAD5284F59}" type="presParOf" srcId="{E49A4AB6-287D-4F13-AADB-1EB1FF0380B7}" destId="{23078289-7044-4798-BFB9-F80EF4353CA2}" srcOrd="1" destOrd="0" presId="urn:microsoft.com/office/officeart/2016/7/layout/BasicLinearProcessNumbered"/>
    <dgm:cxn modelId="{2895EC2E-4BED-412A-B477-65B7071FB64C}" type="presParOf" srcId="{E49A4AB6-287D-4F13-AADB-1EB1FF0380B7}" destId="{6405EADB-2A7F-4423-A45E-42D82AAD06F9}" srcOrd="2" destOrd="0" presId="urn:microsoft.com/office/officeart/2016/7/layout/BasicLinearProcessNumbered"/>
    <dgm:cxn modelId="{958FD49A-1965-4DE0-B9BE-CBEDFB76779C}" type="presParOf" srcId="{E49A4AB6-287D-4F13-AADB-1EB1FF0380B7}" destId="{594ADE02-0D63-402D-9143-A20FB2FDF6F8}" srcOrd="3" destOrd="0" presId="urn:microsoft.com/office/officeart/2016/7/layout/BasicLinearProcessNumbered"/>
    <dgm:cxn modelId="{62F3F3FF-BFAA-40A2-9CFE-4D4E7F11C29C}" type="presParOf" srcId="{31781BEC-3D4C-434F-9DC9-7A9C746A0DB6}" destId="{3803257E-EF7B-4499-8674-6D2F9FFD0D77}" srcOrd="7" destOrd="0" presId="urn:microsoft.com/office/officeart/2016/7/layout/BasicLinearProcessNumbered"/>
    <dgm:cxn modelId="{44C25DAB-0CA7-4936-9017-AECBBB793A66}" type="presParOf" srcId="{31781BEC-3D4C-434F-9DC9-7A9C746A0DB6}" destId="{50AF3813-54DB-458E-AF5D-8F320CE9AD6A}" srcOrd="8" destOrd="0" presId="urn:microsoft.com/office/officeart/2016/7/layout/BasicLinearProcessNumbered"/>
    <dgm:cxn modelId="{06464D86-95B3-4BA4-A054-4BCA2781DC2B}" type="presParOf" srcId="{50AF3813-54DB-458E-AF5D-8F320CE9AD6A}" destId="{1088BE03-AB96-48D2-BAAF-662828746BF1}" srcOrd="0" destOrd="0" presId="urn:microsoft.com/office/officeart/2016/7/layout/BasicLinearProcessNumbered"/>
    <dgm:cxn modelId="{44CA355B-923E-44E6-97B0-15AFABBE4C62}" type="presParOf" srcId="{50AF3813-54DB-458E-AF5D-8F320CE9AD6A}" destId="{BBB7C7C4-F061-4B0E-8EE8-7CB1E5AEDBC0}" srcOrd="1" destOrd="0" presId="urn:microsoft.com/office/officeart/2016/7/layout/BasicLinearProcessNumbered"/>
    <dgm:cxn modelId="{48A2584E-40C2-48C6-A799-30FE3824BD09}" type="presParOf" srcId="{50AF3813-54DB-458E-AF5D-8F320CE9AD6A}" destId="{C5CC3A04-498D-460B-BDF6-66B4A06EE2B4}" srcOrd="2" destOrd="0" presId="urn:microsoft.com/office/officeart/2016/7/layout/BasicLinearProcessNumbered"/>
    <dgm:cxn modelId="{193EF3BA-1F47-4D79-9B5E-FD625AAB5AEF}" type="presParOf" srcId="{50AF3813-54DB-458E-AF5D-8F320CE9AD6A}" destId="{C908FBFF-6EB3-4C01-8920-55060AD4A713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F293154-A1B5-4EC7-83F4-8CDCEC2F30C3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E071E8C3-BAD1-453D-870C-33220F25688D}">
      <dgm:prSet/>
      <dgm:spPr/>
      <dgm:t>
        <a:bodyPr/>
        <a:lstStyle/>
        <a:p>
          <a:r>
            <a:rPr lang="fr-FR" b="1"/>
            <a:t>✔ Full data engineering pipeline for ImmuCAN</a:t>
          </a:r>
          <a:endParaRPr lang="en-US"/>
        </a:p>
      </dgm:t>
    </dgm:pt>
    <dgm:pt modelId="{F460D4FB-72B1-4D85-81F4-E9A49634C546}" type="parTrans" cxnId="{39F5FFFD-426D-4364-A2E8-D72B57058231}">
      <dgm:prSet/>
      <dgm:spPr/>
      <dgm:t>
        <a:bodyPr/>
        <a:lstStyle/>
        <a:p>
          <a:endParaRPr lang="en-US"/>
        </a:p>
      </dgm:t>
    </dgm:pt>
    <dgm:pt modelId="{95289C94-38F0-45B8-8229-53AB31062BB0}" type="sibTrans" cxnId="{39F5FFFD-426D-4364-A2E8-D72B57058231}">
      <dgm:prSet/>
      <dgm:spPr/>
      <dgm:t>
        <a:bodyPr/>
        <a:lstStyle/>
        <a:p>
          <a:endParaRPr lang="en-US"/>
        </a:p>
      </dgm:t>
    </dgm:pt>
    <dgm:pt modelId="{C29975BA-EC55-4014-9812-9C30298E42E4}">
      <dgm:prSet/>
      <dgm:spPr/>
      <dgm:t>
        <a:bodyPr/>
        <a:lstStyle/>
        <a:p>
          <a:r>
            <a:rPr lang="fr-FR" b="1"/>
            <a:t>✔ Full QPTIFF image I/O and ROI support</a:t>
          </a:r>
          <a:endParaRPr lang="en-US"/>
        </a:p>
      </dgm:t>
    </dgm:pt>
    <dgm:pt modelId="{E26DE2CA-55FE-4D57-93F5-06E85C5DCA06}" type="parTrans" cxnId="{D7C38E9A-69B4-453D-9AC6-06CAB7B1B0B2}">
      <dgm:prSet/>
      <dgm:spPr/>
      <dgm:t>
        <a:bodyPr/>
        <a:lstStyle/>
        <a:p>
          <a:endParaRPr lang="en-US"/>
        </a:p>
      </dgm:t>
    </dgm:pt>
    <dgm:pt modelId="{87DD748E-B602-4BC8-B77C-E8F229250D94}" type="sibTrans" cxnId="{D7C38E9A-69B4-453D-9AC6-06CAB7B1B0B2}">
      <dgm:prSet/>
      <dgm:spPr/>
      <dgm:t>
        <a:bodyPr/>
        <a:lstStyle/>
        <a:p>
          <a:endParaRPr lang="en-US"/>
        </a:p>
      </dgm:t>
    </dgm:pt>
    <dgm:pt modelId="{A8628505-5501-4912-9E96-325ABFA58A04}">
      <dgm:prSet/>
      <dgm:spPr/>
      <dgm:t>
        <a:bodyPr/>
        <a:lstStyle/>
        <a:p>
          <a:r>
            <a:rPr lang="fr-FR" b="1"/>
            <a:t>✔ Full tissue mask + cell mask pipeline</a:t>
          </a:r>
          <a:endParaRPr lang="en-US"/>
        </a:p>
      </dgm:t>
    </dgm:pt>
    <dgm:pt modelId="{67780CD8-39BB-41EF-8C4C-A59AB3049447}" type="parTrans" cxnId="{767FEE3A-AF20-481A-8FC6-B1EA256054DD}">
      <dgm:prSet/>
      <dgm:spPr/>
      <dgm:t>
        <a:bodyPr/>
        <a:lstStyle/>
        <a:p>
          <a:endParaRPr lang="en-US"/>
        </a:p>
      </dgm:t>
    </dgm:pt>
    <dgm:pt modelId="{5CC4F163-989D-4D03-A00A-CB4FC80587E4}" type="sibTrans" cxnId="{767FEE3A-AF20-481A-8FC6-B1EA256054DD}">
      <dgm:prSet/>
      <dgm:spPr/>
      <dgm:t>
        <a:bodyPr/>
        <a:lstStyle/>
        <a:p>
          <a:endParaRPr lang="en-US"/>
        </a:p>
      </dgm:t>
    </dgm:pt>
    <dgm:pt modelId="{E7BBFEF4-B4BF-410B-8EC7-1930C70DF554}">
      <dgm:prSet/>
      <dgm:spPr/>
      <dgm:t>
        <a:bodyPr/>
        <a:lstStyle/>
        <a:p>
          <a:r>
            <a:rPr lang="fr-FR" b="1"/>
            <a:t>✔ TSV integration &amp; phenotype conversion system</a:t>
          </a:r>
          <a:endParaRPr lang="en-US"/>
        </a:p>
      </dgm:t>
    </dgm:pt>
    <dgm:pt modelId="{C62D5F06-68DA-46E0-B273-9BFAC1AF775D}" type="parTrans" cxnId="{828ACB00-C67F-423D-AC01-175ECC0565ED}">
      <dgm:prSet/>
      <dgm:spPr/>
      <dgm:t>
        <a:bodyPr/>
        <a:lstStyle/>
        <a:p>
          <a:endParaRPr lang="en-US"/>
        </a:p>
      </dgm:t>
    </dgm:pt>
    <dgm:pt modelId="{65E4993F-B2D5-4878-8579-679522B59394}" type="sibTrans" cxnId="{828ACB00-C67F-423D-AC01-175ECC0565ED}">
      <dgm:prSet/>
      <dgm:spPr/>
      <dgm:t>
        <a:bodyPr/>
        <a:lstStyle/>
        <a:p>
          <a:endParaRPr lang="en-US"/>
        </a:p>
      </dgm:t>
    </dgm:pt>
    <dgm:pt modelId="{AA41005A-FE94-4EF1-BC50-80EB790A08A6}">
      <dgm:prSet/>
      <dgm:spPr/>
      <dgm:t>
        <a:bodyPr/>
        <a:lstStyle/>
        <a:p>
          <a:r>
            <a:rPr lang="fr-FR" b="1"/>
            <a:t>✔ Full cell table extraction</a:t>
          </a:r>
          <a:endParaRPr lang="en-US"/>
        </a:p>
      </dgm:t>
    </dgm:pt>
    <dgm:pt modelId="{9FFB7254-643C-4DB8-A9A4-952F350EB430}" type="parTrans" cxnId="{7AB5C97E-A657-4256-A54A-840F3D38E25B}">
      <dgm:prSet/>
      <dgm:spPr/>
      <dgm:t>
        <a:bodyPr/>
        <a:lstStyle/>
        <a:p>
          <a:endParaRPr lang="en-US"/>
        </a:p>
      </dgm:t>
    </dgm:pt>
    <dgm:pt modelId="{4FF26F90-DCDC-45DB-B0A6-7D6714017A3D}" type="sibTrans" cxnId="{7AB5C97E-A657-4256-A54A-840F3D38E25B}">
      <dgm:prSet/>
      <dgm:spPr/>
      <dgm:t>
        <a:bodyPr/>
        <a:lstStyle/>
        <a:p>
          <a:endParaRPr lang="en-US"/>
        </a:p>
      </dgm:t>
    </dgm:pt>
    <dgm:pt modelId="{466711E2-9B5D-4244-8532-A9CB745D785E}">
      <dgm:prSet/>
      <dgm:spPr/>
      <dgm:t>
        <a:bodyPr/>
        <a:lstStyle/>
        <a:p>
          <a:r>
            <a:rPr lang="fr-FR" b="1"/>
            <a:t>✔ Colocalisation + DBSCAN + statistics</a:t>
          </a:r>
          <a:endParaRPr lang="en-US"/>
        </a:p>
      </dgm:t>
    </dgm:pt>
    <dgm:pt modelId="{F16AF973-2870-4769-89CD-B4B5FDB8375D}" type="parTrans" cxnId="{A718B7A7-726E-4BAC-A38C-D71F705E8588}">
      <dgm:prSet/>
      <dgm:spPr/>
      <dgm:t>
        <a:bodyPr/>
        <a:lstStyle/>
        <a:p>
          <a:endParaRPr lang="en-US"/>
        </a:p>
      </dgm:t>
    </dgm:pt>
    <dgm:pt modelId="{0FBAF9FF-9C28-4A35-A57E-F68B54F4B045}" type="sibTrans" cxnId="{A718B7A7-726E-4BAC-A38C-D71F705E8588}">
      <dgm:prSet/>
      <dgm:spPr/>
      <dgm:t>
        <a:bodyPr/>
        <a:lstStyle/>
        <a:p>
          <a:endParaRPr lang="en-US"/>
        </a:p>
      </dgm:t>
    </dgm:pt>
    <dgm:pt modelId="{B6E1768B-ABE8-404F-8ACE-CE3A58C7161D}">
      <dgm:prSet/>
      <dgm:spPr/>
      <dgm:t>
        <a:bodyPr/>
        <a:lstStyle/>
        <a:p>
          <a:r>
            <a:rPr lang="fr-FR" b="1"/>
            <a:t>✔ Adapted DeepCellMap to run on a new dataset</a:t>
          </a:r>
          <a:endParaRPr lang="en-US"/>
        </a:p>
      </dgm:t>
    </dgm:pt>
    <dgm:pt modelId="{B7724F08-6B43-44A2-9F99-39B25CB789D6}" type="parTrans" cxnId="{82CE75E4-B29F-4621-AC84-B85359E5DE6C}">
      <dgm:prSet/>
      <dgm:spPr/>
      <dgm:t>
        <a:bodyPr/>
        <a:lstStyle/>
        <a:p>
          <a:endParaRPr lang="en-US"/>
        </a:p>
      </dgm:t>
    </dgm:pt>
    <dgm:pt modelId="{851B10BE-4B90-428E-AE04-09CDF217FE95}" type="sibTrans" cxnId="{82CE75E4-B29F-4621-AC84-B85359E5DE6C}">
      <dgm:prSet/>
      <dgm:spPr/>
      <dgm:t>
        <a:bodyPr/>
        <a:lstStyle/>
        <a:p>
          <a:endParaRPr lang="en-US"/>
        </a:p>
      </dgm:t>
    </dgm:pt>
    <dgm:pt modelId="{684FF062-F9C5-46E8-B459-C564EFA82BBE}" type="pres">
      <dgm:prSet presAssocID="{4F293154-A1B5-4EC7-83F4-8CDCEC2F30C3}" presName="linear" presStyleCnt="0">
        <dgm:presLayoutVars>
          <dgm:animLvl val="lvl"/>
          <dgm:resizeHandles val="exact"/>
        </dgm:presLayoutVars>
      </dgm:prSet>
      <dgm:spPr/>
    </dgm:pt>
    <dgm:pt modelId="{A5974DB4-E415-4B55-B47F-3031CA3E1DEF}" type="pres">
      <dgm:prSet presAssocID="{E071E8C3-BAD1-453D-870C-33220F25688D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8FF7D27C-2FFA-4AF4-9B7B-A01FDC6D6138}" type="pres">
      <dgm:prSet presAssocID="{95289C94-38F0-45B8-8229-53AB31062BB0}" presName="spacer" presStyleCnt="0"/>
      <dgm:spPr/>
    </dgm:pt>
    <dgm:pt modelId="{B364CC97-DA36-4C75-917B-4E46852A5B83}" type="pres">
      <dgm:prSet presAssocID="{C29975BA-EC55-4014-9812-9C30298E42E4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57D7F8C2-9046-4FFC-A0B9-12C13682755F}" type="pres">
      <dgm:prSet presAssocID="{87DD748E-B602-4BC8-B77C-E8F229250D94}" presName="spacer" presStyleCnt="0"/>
      <dgm:spPr/>
    </dgm:pt>
    <dgm:pt modelId="{3970726E-5500-40F4-8D4B-A2B3CB5A0267}" type="pres">
      <dgm:prSet presAssocID="{A8628505-5501-4912-9E96-325ABFA58A04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D0B64FD0-5F08-4C99-8E30-0109A0192C34}" type="pres">
      <dgm:prSet presAssocID="{5CC4F163-989D-4D03-A00A-CB4FC80587E4}" presName="spacer" presStyleCnt="0"/>
      <dgm:spPr/>
    </dgm:pt>
    <dgm:pt modelId="{E7DE9A3B-8786-444C-A659-FB9652F4D75E}" type="pres">
      <dgm:prSet presAssocID="{E7BBFEF4-B4BF-410B-8EC7-1930C70DF554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C706EDC2-51B2-4D76-96BF-C2696ABCC1A3}" type="pres">
      <dgm:prSet presAssocID="{65E4993F-B2D5-4878-8579-679522B59394}" presName="spacer" presStyleCnt="0"/>
      <dgm:spPr/>
    </dgm:pt>
    <dgm:pt modelId="{1F1BD04C-CECC-4D9F-97E8-FAD2D8CC748A}" type="pres">
      <dgm:prSet presAssocID="{AA41005A-FE94-4EF1-BC50-80EB790A08A6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813F372F-872D-44FD-9F64-64C1705CBE04}" type="pres">
      <dgm:prSet presAssocID="{4FF26F90-DCDC-45DB-B0A6-7D6714017A3D}" presName="spacer" presStyleCnt="0"/>
      <dgm:spPr/>
    </dgm:pt>
    <dgm:pt modelId="{23004DB4-A063-45DA-83AE-2D05B6923621}" type="pres">
      <dgm:prSet presAssocID="{466711E2-9B5D-4244-8532-A9CB745D785E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812321AF-49EA-4CD4-B50A-C66144D1719F}" type="pres">
      <dgm:prSet presAssocID="{0FBAF9FF-9C28-4A35-A57E-F68B54F4B045}" presName="spacer" presStyleCnt="0"/>
      <dgm:spPr/>
    </dgm:pt>
    <dgm:pt modelId="{B887B735-EFB5-4A13-90A7-D27E4779DEA0}" type="pres">
      <dgm:prSet presAssocID="{B6E1768B-ABE8-404F-8ACE-CE3A58C7161D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828ACB00-C67F-423D-AC01-175ECC0565ED}" srcId="{4F293154-A1B5-4EC7-83F4-8CDCEC2F30C3}" destId="{E7BBFEF4-B4BF-410B-8EC7-1930C70DF554}" srcOrd="3" destOrd="0" parTransId="{C62D5F06-68DA-46E0-B273-9BFAC1AF775D}" sibTransId="{65E4993F-B2D5-4878-8579-679522B59394}"/>
    <dgm:cxn modelId="{5B4DFA0E-58AB-48B6-85D2-900EFD1A0994}" type="presOf" srcId="{466711E2-9B5D-4244-8532-A9CB745D785E}" destId="{23004DB4-A063-45DA-83AE-2D05B6923621}" srcOrd="0" destOrd="0" presId="urn:microsoft.com/office/officeart/2005/8/layout/vList2"/>
    <dgm:cxn modelId="{1012421D-CB15-4D7D-8D4F-37F83DF28321}" type="presOf" srcId="{AA41005A-FE94-4EF1-BC50-80EB790A08A6}" destId="{1F1BD04C-CECC-4D9F-97E8-FAD2D8CC748A}" srcOrd="0" destOrd="0" presId="urn:microsoft.com/office/officeart/2005/8/layout/vList2"/>
    <dgm:cxn modelId="{767FEE3A-AF20-481A-8FC6-B1EA256054DD}" srcId="{4F293154-A1B5-4EC7-83F4-8CDCEC2F30C3}" destId="{A8628505-5501-4912-9E96-325ABFA58A04}" srcOrd="2" destOrd="0" parTransId="{67780CD8-39BB-41EF-8C4C-A59AB3049447}" sibTransId="{5CC4F163-989D-4D03-A00A-CB4FC80587E4}"/>
    <dgm:cxn modelId="{4C581E5C-42BA-4D20-8255-C753CAF12C47}" type="presOf" srcId="{4F293154-A1B5-4EC7-83F4-8CDCEC2F30C3}" destId="{684FF062-F9C5-46E8-B459-C564EFA82BBE}" srcOrd="0" destOrd="0" presId="urn:microsoft.com/office/officeart/2005/8/layout/vList2"/>
    <dgm:cxn modelId="{7AB5C97E-A657-4256-A54A-840F3D38E25B}" srcId="{4F293154-A1B5-4EC7-83F4-8CDCEC2F30C3}" destId="{AA41005A-FE94-4EF1-BC50-80EB790A08A6}" srcOrd="4" destOrd="0" parTransId="{9FFB7254-643C-4DB8-A9A4-952F350EB430}" sibTransId="{4FF26F90-DCDC-45DB-B0A6-7D6714017A3D}"/>
    <dgm:cxn modelId="{1722E387-5A84-44DF-9E2A-AE8BB108B693}" type="presOf" srcId="{A8628505-5501-4912-9E96-325ABFA58A04}" destId="{3970726E-5500-40F4-8D4B-A2B3CB5A0267}" srcOrd="0" destOrd="0" presId="urn:microsoft.com/office/officeart/2005/8/layout/vList2"/>
    <dgm:cxn modelId="{F3A60488-A968-47C9-B5B7-DBE03771021E}" type="presOf" srcId="{C29975BA-EC55-4014-9812-9C30298E42E4}" destId="{B364CC97-DA36-4C75-917B-4E46852A5B83}" srcOrd="0" destOrd="0" presId="urn:microsoft.com/office/officeart/2005/8/layout/vList2"/>
    <dgm:cxn modelId="{072C7296-59BC-479E-8C75-C2E1878045EC}" type="presOf" srcId="{B6E1768B-ABE8-404F-8ACE-CE3A58C7161D}" destId="{B887B735-EFB5-4A13-90A7-D27E4779DEA0}" srcOrd="0" destOrd="0" presId="urn:microsoft.com/office/officeart/2005/8/layout/vList2"/>
    <dgm:cxn modelId="{E49C509A-8C01-4A48-8C62-3383143B8D3F}" type="presOf" srcId="{E7BBFEF4-B4BF-410B-8EC7-1930C70DF554}" destId="{E7DE9A3B-8786-444C-A659-FB9652F4D75E}" srcOrd="0" destOrd="0" presId="urn:microsoft.com/office/officeart/2005/8/layout/vList2"/>
    <dgm:cxn modelId="{D7C38E9A-69B4-453D-9AC6-06CAB7B1B0B2}" srcId="{4F293154-A1B5-4EC7-83F4-8CDCEC2F30C3}" destId="{C29975BA-EC55-4014-9812-9C30298E42E4}" srcOrd="1" destOrd="0" parTransId="{E26DE2CA-55FE-4D57-93F5-06E85C5DCA06}" sibTransId="{87DD748E-B602-4BC8-B77C-E8F229250D94}"/>
    <dgm:cxn modelId="{A718B7A7-726E-4BAC-A38C-D71F705E8588}" srcId="{4F293154-A1B5-4EC7-83F4-8CDCEC2F30C3}" destId="{466711E2-9B5D-4244-8532-A9CB745D785E}" srcOrd="5" destOrd="0" parTransId="{F16AF973-2870-4769-89CD-B4B5FDB8375D}" sibTransId="{0FBAF9FF-9C28-4A35-A57E-F68B54F4B045}"/>
    <dgm:cxn modelId="{82CE75E4-B29F-4621-AC84-B85359E5DE6C}" srcId="{4F293154-A1B5-4EC7-83F4-8CDCEC2F30C3}" destId="{B6E1768B-ABE8-404F-8ACE-CE3A58C7161D}" srcOrd="6" destOrd="0" parTransId="{B7724F08-6B43-44A2-9F99-39B25CB789D6}" sibTransId="{851B10BE-4B90-428E-AE04-09CDF217FE95}"/>
    <dgm:cxn modelId="{48C5A6F6-BCED-4400-A0FA-4753368B9D7A}" type="presOf" srcId="{E071E8C3-BAD1-453D-870C-33220F25688D}" destId="{A5974DB4-E415-4B55-B47F-3031CA3E1DEF}" srcOrd="0" destOrd="0" presId="urn:microsoft.com/office/officeart/2005/8/layout/vList2"/>
    <dgm:cxn modelId="{39F5FFFD-426D-4364-A2E8-D72B57058231}" srcId="{4F293154-A1B5-4EC7-83F4-8CDCEC2F30C3}" destId="{E071E8C3-BAD1-453D-870C-33220F25688D}" srcOrd="0" destOrd="0" parTransId="{F460D4FB-72B1-4D85-81F4-E9A49634C546}" sibTransId="{95289C94-38F0-45B8-8229-53AB31062BB0}"/>
    <dgm:cxn modelId="{88E04279-5DFE-4611-9194-90D0E9155B31}" type="presParOf" srcId="{684FF062-F9C5-46E8-B459-C564EFA82BBE}" destId="{A5974DB4-E415-4B55-B47F-3031CA3E1DEF}" srcOrd="0" destOrd="0" presId="urn:microsoft.com/office/officeart/2005/8/layout/vList2"/>
    <dgm:cxn modelId="{796C2215-223A-47EF-872B-4D5FDD4C7BE9}" type="presParOf" srcId="{684FF062-F9C5-46E8-B459-C564EFA82BBE}" destId="{8FF7D27C-2FFA-4AF4-9B7B-A01FDC6D6138}" srcOrd="1" destOrd="0" presId="urn:microsoft.com/office/officeart/2005/8/layout/vList2"/>
    <dgm:cxn modelId="{1F925D03-1DD8-4DFE-BCB3-B63D967DC781}" type="presParOf" srcId="{684FF062-F9C5-46E8-B459-C564EFA82BBE}" destId="{B364CC97-DA36-4C75-917B-4E46852A5B83}" srcOrd="2" destOrd="0" presId="urn:microsoft.com/office/officeart/2005/8/layout/vList2"/>
    <dgm:cxn modelId="{79602C90-53F0-4D17-9B3E-5C7068879186}" type="presParOf" srcId="{684FF062-F9C5-46E8-B459-C564EFA82BBE}" destId="{57D7F8C2-9046-4FFC-A0B9-12C13682755F}" srcOrd="3" destOrd="0" presId="urn:microsoft.com/office/officeart/2005/8/layout/vList2"/>
    <dgm:cxn modelId="{D07E71B2-F7A3-46A5-AF7B-5A9076CCC7B7}" type="presParOf" srcId="{684FF062-F9C5-46E8-B459-C564EFA82BBE}" destId="{3970726E-5500-40F4-8D4B-A2B3CB5A0267}" srcOrd="4" destOrd="0" presId="urn:microsoft.com/office/officeart/2005/8/layout/vList2"/>
    <dgm:cxn modelId="{D089A9D7-5484-4CC5-99B5-6FBEE2573A77}" type="presParOf" srcId="{684FF062-F9C5-46E8-B459-C564EFA82BBE}" destId="{D0B64FD0-5F08-4C99-8E30-0109A0192C34}" srcOrd="5" destOrd="0" presId="urn:microsoft.com/office/officeart/2005/8/layout/vList2"/>
    <dgm:cxn modelId="{1A66D0DA-51E6-47B9-984D-2239110565D5}" type="presParOf" srcId="{684FF062-F9C5-46E8-B459-C564EFA82BBE}" destId="{E7DE9A3B-8786-444C-A659-FB9652F4D75E}" srcOrd="6" destOrd="0" presId="urn:microsoft.com/office/officeart/2005/8/layout/vList2"/>
    <dgm:cxn modelId="{DB803107-F005-4EE1-860D-85939CBE6AEC}" type="presParOf" srcId="{684FF062-F9C5-46E8-B459-C564EFA82BBE}" destId="{C706EDC2-51B2-4D76-96BF-C2696ABCC1A3}" srcOrd="7" destOrd="0" presId="urn:microsoft.com/office/officeart/2005/8/layout/vList2"/>
    <dgm:cxn modelId="{8A0B508E-7DD3-4071-A1A9-5EF452DE71CD}" type="presParOf" srcId="{684FF062-F9C5-46E8-B459-C564EFA82BBE}" destId="{1F1BD04C-CECC-4D9F-97E8-FAD2D8CC748A}" srcOrd="8" destOrd="0" presId="urn:microsoft.com/office/officeart/2005/8/layout/vList2"/>
    <dgm:cxn modelId="{7AAC9859-70B3-4DA9-B0E7-668BF0F6F8B2}" type="presParOf" srcId="{684FF062-F9C5-46E8-B459-C564EFA82BBE}" destId="{813F372F-872D-44FD-9F64-64C1705CBE04}" srcOrd="9" destOrd="0" presId="urn:microsoft.com/office/officeart/2005/8/layout/vList2"/>
    <dgm:cxn modelId="{375443C8-AAF1-44AC-A095-D4C763F63A74}" type="presParOf" srcId="{684FF062-F9C5-46E8-B459-C564EFA82BBE}" destId="{23004DB4-A063-45DA-83AE-2D05B6923621}" srcOrd="10" destOrd="0" presId="urn:microsoft.com/office/officeart/2005/8/layout/vList2"/>
    <dgm:cxn modelId="{883D2C00-4120-4AEF-81A1-625BE33392D1}" type="presParOf" srcId="{684FF062-F9C5-46E8-B459-C564EFA82BBE}" destId="{812321AF-49EA-4CD4-B50A-C66144D1719F}" srcOrd="11" destOrd="0" presId="urn:microsoft.com/office/officeart/2005/8/layout/vList2"/>
    <dgm:cxn modelId="{16F12586-78A1-497E-8900-C467009CD3E9}" type="presParOf" srcId="{684FF062-F9C5-46E8-B459-C564EFA82BBE}" destId="{B887B735-EFB5-4A13-90A7-D27E4779DEA0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26F181C-1906-4461-85C1-5A5ADEBF33C3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1B3A74D-781A-4A22-80B1-4AB9A8B45EEB}">
      <dgm:prSet/>
      <dgm:spPr/>
      <dgm:t>
        <a:bodyPr/>
        <a:lstStyle/>
        <a:p>
          <a:r>
            <a:rPr lang="fr-FR" b="0" i="0" baseline="0"/>
            <a:t>DeepCellMap now works on ImmuCAN Specefic ROI</a:t>
          </a:r>
          <a:endParaRPr lang="en-US"/>
        </a:p>
      </dgm:t>
    </dgm:pt>
    <dgm:pt modelId="{898FB0CA-D77E-4407-9BD8-C1D8022DA11A}" type="parTrans" cxnId="{C6E9F651-54B8-4461-999C-7142D4DB70CE}">
      <dgm:prSet/>
      <dgm:spPr/>
      <dgm:t>
        <a:bodyPr/>
        <a:lstStyle/>
        <a:p>
          <a:endParaRPr lang="en-US"/>
        </a:p>
      </dgm:t>
    </dgm:pt>
    <dgm:pt modelId="{F131E43A-9549-42FE-816B-367AE1CC1F8A}" type="sibTrans" cxnId="{C6E9F651-54B8-4461-999C-7142D4DB70CE}">
      <dgm:prSet/>
      <dgm:spPr/>
      <dgm:t>
        <a:bodyPr/>
        <a:lstStyle/>
        <a:p>
          <a:endParaRPr lang="en-US"/>
        </a:p>
      </dgm:t>
    </dgm:pt>
    <dgm:pt modelId="{BFD17C09-766C-43F6-A84F-30D6394BFB7E}">
      <dgm:prSet/>
      <dgm:spPr/>
      <dgm:t>
        <a:bodyPr/>
        <a:lstStyle/>
        <a:p>
          <a:r>
            <a:rPr lang="fr-FR" b="0" i="0" baseline="0"/>
            <a:t>We created a new version of the entire pipeline</a:t>
          </a:r>
          <a:endParaRPr lang="en-US"/>
        </a:p>
      </dgm:t>
    </dgm:pt>
    <dgm:pt modelId="{4EB83911-89A1-4B96-89F6-043284006642}" type="parTrans" cxnId="{32EF431C-2A68-46E1-BE30-A4C8D5D42745}">
      <dgm:prSet/>
      <dgm:spPr/>
      <dgm:t>
        <a:bodyPr/>
        <a:lstStyle/>
        <a:p>
          <a:endParaRPr lang="en-US"/>
        </a:p>
      </dgm:t>
    </dgm:pt>
    <dgm:pt modelId="{75D5E508-D944-4F9D-B382-54AFCA985096}" type="sibTrans" cxnId="{32EF431C-2A68-46E1-BE30-A4C8D5D42745}">
      <dgm:prSet/>
      <dgm:spPr/>
      <dgm:t>
        <a:bodyPr/>
        <a:lstStyle/>
        <a:p>
          <a:endParaRPr lang="en-US"/>
        </a:p>
      </dgm:t>
    </dgm:pt>
    <dgm:pt modelId="{28021EB6-484B-4DD6-8A27-D94FF0151DE5}">
      <dgm:prSet/>
      <dgm:spPr/>
      <dgm:t>
        <a:bodyPr/>
        <a:lstStyle/>
        <a:p>
          <a:r>
            <a:rPr lang="fr-FR" b="0" i="0" baseline="0"/>
            <a:t>Results ready for downstream biomarker discovery</a:t>
          </a:r>
          <a:endParaRPr lang="en-US"/>
        </a:p>
      </dgm:t>
    </dgm:pt>
    <dgm:pt modelId="{C1FEE16D-1789-4E77-BDFC-7A951EE69838}" type="parTrans" cxnId="{35A9ECA1-CCF6-44DD-9228-CC4BE5447E0F}">
      <dgm:prSet/>
      <dgm:spPr/>
      <dgm:t>
        <a:bodyPr/>
        <a:lstStyle/>
        <a:p>
          <a:endParaRPr lang="en-US"/>
        </a:p>
      </dgm:t>
    </dgm:pt>
    <dgm:pt modelId="{75DB2D05-28BD-4CB8-9342-5B7B076DF226}" type="sibTrans" cxnId="{35A9ECA1-CCF6-44DD-9228-CC4BE5447E0F}">
      <dgm:prSet/>
      <dgm:spPr/>
      <dgm:t>
        <a:bodyPr/>
        <a:lstStyle/>
        <a:p>
          <a:endParaRPr lang="en-US"/>
        </a:p>
      </dgm:t>
    </dgm:pt>
    <dgm:pt modelId="{287EFE4F-554B-4C96-8893-FA4DF9EF63B6}">
      <dgm:prSet/>
      <dgm:spPr/>
      <dgm:t>
        <a:bodyPr/>
        <a:lstStyle/>
        <a:p>
          <a:r>
            <a:rPr lang="fr-FR"/>
            <a:t>In next </a:t>
          </a:r>
          <a:r>
            <a:rPr lang="fr-FR" b="0" i="0" baseline="0"/>
            <a:t>Work we try to apply at scale to full image and then full cohorts</a:t>
          </a:r>
          <a:endParaRPr lang="en-US"/>
        </a:p>
      </dgm:t>
    </dgm:pt>
    <dgm:pt modelId="{790017AC-5601-457E-BDC5-21D2BF857497}" type="parTrans" cxnId="{5ED8D96E-D9DB-413C-AC3B-C18DAC004963}">
      <dgm:prSet/>
      <dgm:spPr/>
      <dgm:t>
        <a:bodyPr/>
        <a:lstStyle/>
        <a:p>
          <a:endParaRPr lang="en-US"/>
        </a:p>
      </dgm:t>
    </dgm:pt>
    <dgm:pt modelId="{A26B3639-AD9A-4E3B-BBB3-05FACAB8A368}" type="sibTrans" cxnId="{5ED8D96E-D9DB-413C-AC3B-C18DAC004963}">
      <dgm:prSet/>
      <dgm:spPr/>
      <dgm:t>
        <a:bodyPr/>
        <a:lstStyle/>
        <a:p>
          <a:endParaRPr lang="en-US"/>
        </a:p>
      </dgm:t>
    </dgm:pt>
    <dgm:pt modelId="{3196A794-924E-4E50-8A18-E32150666AFA}">
      <dgm:prSet/>
      <dgm:spPr/>
      <dgm:t>
        <a:bodyPr/>
        <a:lstStyle/>
        <a:p>
          <a:r>
            <a:rPr lang="fr-FR"/>
            <a:t>There is problem with borders which cused black border in 2 side of th images that we will work on to fix it</a:t>
          </a:r>
          <a:endParaRPr lang="en-US"/>
        </a:p>
      </dgm:t>
    </dgm:pt>
    <dgm:pt modelId="{407AD111-80DA-4C46-A977-4667550E36C4}" type="parTrans" cxnId="{CFC02D26-5290-4227-80D9-03415E9A1F00}">
      <dgm:prSet/>
      <dgm:spPr/>
      <dgm:t>
        <a:bodyPr/>
        <a:lstStyle/>
        <a:p>
          <a:endParaRPr lang="en-US"/>
        </a:p>
      </dgm:t>
    </dgm:pt>
    <dgm:pt modelId="{015895F9-D332-4733-8811-31402C8134CE}" type="sibTrans" cxnId="{CFC02D26-5290-4227-80D9-03415E9A1F00}">
      <dgm:prSet/>
      <dgm:spPr/>
      <dgm:t>
        <a:bodyPr/>
        <a:lstStyle/>
        <a:p>
          <a:endParaRPr lang="en-US"/>
        </a:p>
      </dgm:t>
    </dgm:pt>
    <dgm:pt modelId="{0655DE31-F0B9-4882-8791-7EE31148F16E}" type="pres">
      <dgm:prSet presAssocID="{A26F181C-1906-4461-85C1-5A5ADEBF33C3}" presName="linear" presStyleCnt="0">
        <dgm:presLayoutVars>
          <dgm:animLvl val="lvl"/>
          <dgm:resizeHandles val="exact"/>
        </dgm:presLayoutVars>
      </dgm:prSet>
      <dgm:spPr/>
    </dgm:pt>
    <dgm:pt modelId="{762BD0EA-621B-4076-A85F-317FAD075630}" type="pres">
      <dgm:prSet presAssocID="{F1B3A74D-781A-4A22-80B1-4AB9A8B45EEB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B6FA4463-2686-434E-82F0-E22AADA97E66}" type="pres">
      <dgm:prSet presAssocID="{F131E43A-9549-42FE-816B-367AE1CC1F8A}" presName="spacer" presStyleCnt="0"/>
      <dgm:spPr/>
    </dgm:pt>
    <dgm:pt modelId="{D48CC4D5-8A8A-4AFA-AC86-F9F27498D6A8}" type="pres">
      <dgm:prSet presAssocID="{BFD17C09-766C-43F6-A84F-30D6394BFB7E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6140C4B1-C71A-4782-994B-F834DF0E19B3}" type="pres">
      <dgm:prSet presAssocID="{75D5E508-D944-4F9D-B382-54AFCA985096}" presName="spacer" presStyleCnt="0"/>
      <dgm:spPr/>
    </dgm:pt>
    <dgm:pt modelId="{FBDD7826-BE5B-4B94-82EB-36C2E0AFE097}" type="pres">
      <dgm:prSet presAssocID="{28021EB6-484B-4DD6-8A27-D94FF0151DE5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AB6981B1-DE38-4FEC-A2BD-081183A4C9D6}" type="pres">
      <dgm:prSet presAssocID="{75DB2D05-28BD-4CB8-9342-5B7B076DF226}" presName="spacer" presStyleCnt="0"/>
      <dgm:spPr/>
    </dgm:pt>
    <dgm:pt modelId="{3A898821-2063-430B-80F3-4361FA2C8184}" type="pres">
      <dgm:prSet presAssocID="{287EFE4F-554B-4C96-8893-FA4DF9EF63B6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6239EDE1-D798-44AA-B7A0-13B9ABBD2885}" type="pres">
      <dgm:prSet presAssocID="{A26B3639-AD9A-4E3B-BBB3-05FACAB8A368}" presName="spacer" presStyleCnt="0"/>
      <dgm:spPr/>
    </dgm:pt>
    <dgm:pt modelId="{5C137C91-2985-4E97-8689-481E8E6F0D09}" type="pres">
      <dgm:prSet presAssocID="{3196A794-924E-4E50-8A18-E32150666AFA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459F5511-98CF-48F5-AC0F-18BC46D6DC7F}" type="presOf" srcId="{287EFE4F-554B-4C96-8893-FA4DF9EF63B6}" destId="{3A898821-2063-430B-80F3-4361FA2C8184}" srcOrd="0" destOrd="0" presId="urn:microsoft.com/office/officeart/2005/8/layout/vList2"/>
    <dgm:cxn modelId="{32EF431C-2A68-46E1-BE30-A4C8D5D42745}" srcId="{A26F181C-1906-4461-85C1-5A5ADEBF33C3}" destId="{BFD17C09-766C-43F6-A84F-30D6394BFB7E}" srcOrd="1" destOrd="0" parTransId="{4EB83911-89A1-4B96-89F6-043284006642}" sibTransId="{75D5E508-D944-4F9D-B382-54AFCA985096}"/>
    <dgm:cxn modelId="{CFC02D26-5290-4227-80D9-03415E9A1F00}" srcId="{A26F181C-1906-4461-85C1-5A5ADEBF33C3}" destId="{3196A794-924E-4E50-8A18-E32150666AFA}" srcOrd="4" destOrd="0" parTransId="{407AD111-80DA-4C46-A977-4667550E36C4}" sibTransId="{015895F9-D332-4733-8811-31402C8134CE}"/>
    <dgm:cxn modelId="{5ED8D96E-D9DB-413C-AC3B-C18DAC004963}" srcId="{A26F181C-1906-4461-85C1-5A5ADEBF33C3}" destId="{287EFE4F-554B-4C96-8893-FA4DF9EF63B6}" srcOrd="3" destOrd="0" parTransId="{790017AC-5601-457E-BDC5-21D2BF857497}" sibTransId="{A26B3639-AD9A-4E3B-BBB3-05FACAB8A368}"/>
    <dgm:cxn modelId="{C6E9F651-54B8-4461-999C-7142D4DB70CE}" srcId="{A26F181C-1906-4461-85C1-5A5ADEBF33C3}" destId="{F1B3A74D-781A-4A22-80B1-4AB9A8B45EEB}" srcOrd="0" destOrd="0" parTransId="{898FB0CA-D77E-4407-9BD8-C1D8022DA11A}" sibTransId="{F131E43A-9549-42FE-816B-367AE1CC1F8A}"/>
    <dgm:cxn modelId="{35A9ECA1-CCF6-44DD-9228-CC4BE5447E0F}" srcId="{A26F181C-1906-4461-85C1-5A5ADEBF33C3}" destId="{28021EB6-484B-4DD6-8A27-D94FF0151DE5}" srcOrd="2" destOrd="0" parTransId="{C1FEE16D-1789-4E77-BDFC-7A951EE69838}" sibTransId="{75DB2D05-28BD-4CB8-9342-5B7B076DF226}"/>
    <dgm:cxn modelId="{F041C4B8-4E7B-4722-9BA6-52E9E5E59406}" type="presOf" srcId="{28021EB6-484B-4DD6-8A27-D94FF0151DE5}" destId="{FBDD7826-BE5B-4B94-82EB-36C2E0AFE097}" srcOrd="0" destOrd="0" presId="urn:microsoft.com/office/officeart/2005/8/layout/vList2"/>
    <dgm:cxn modelId="{ADF0D3C8-8D93-44B0-873C-6512A1C33306}" type="presOf" srcId="{A26F181C-1906-4461-85C1-5A5ADEBF33C3}" destId="{0655DE31-F0B9-4882-8791-7EE31148F16E}" srcOrd="0" destOrd="0" presId="urn:microsoft.com/office/officeart/2005/8/layout/vList2"/>
    <dgm:cxn modelId="{547C35EF-9024-4BF0-922B-DF97E2ECF134}" type="presOf" srcId="{3196A794-924E-4E50-8A18-E32150666AFA}" destId="{5C137C91-2985-4E97-8689-481E8E6F0D09}" srcOrd="0" destOrd="0" presId="urn:microsoft.com/office/officeart/2005/8/layout/vList2"/>
    <dgm:cxn modelId="{159AECFB-CB38-417D-BE1C-A88370FCDA3E}" type="presOf" srcId="{F1B3A74D-781A-4A22-80B1-4AB9A8B45EEB}" destId="{762BD0EA-621B-4076-A85F-317FAD075630}" srcOrd="0" destOrd="0" presId="urn:microsoft.com/office/officeart/2005/8/layout/vList2"/>
    <dgm:cxn modelId="{21C67BFC-6DAC-445F-818C-CC39DEDDE198}" type="presOf" srcId="{BFD17C09-766C-43F6-A84F-30D6394BFB7E}" destId="{D48CC4D5-8A8A-4AFA-AC86-F9F27498D6A8}" srcOrd="0" destOrd="0" presId="urn:microsoft.com/office/officeart/2005/8/layout/vList2"/>
    <dgm:cxn modelId="{54BBDF9C-A278-439B-82F5-5DC863ED4476}" type="presParOf" srcId="{0655DE31-F0B9-4882-8791-7EE31148F16E}" destId="{762BD0EA-621B-4076-A85F-317FAD075630}" srcOrd="0" destOrd="0" presId="urn:microsoft.com/office/officeart/2005/8/layout/vList2"/>
    <dgm:cxn modelId="{98F3BECC-D480-4191-982B-09A9B6073176}" type="presParOf" srcId="{0655DE31-F0B9-4882-8791-7EE31148F16E}" destId="{B6FA4463-2686-434E-82F0-E22AADA97E66}" srcOrd="1" destOrd="0" presId="urn:microsoft.com/office/officeart/2005/8/layout/vList2"/>
    <dgm:cxn modelId="{84E649DE-22D2-4F7F-B8B9-5FFF5754DFAC}" type="presParOf" srcId="{0655DE31-F0B9-4882-8791-7EE31148F16E}" destId="{D48CC4D5-8A8A-4AFA-AC86-F9F27498D6A8}" srcOrd="2" destOrd="0" presId="urn:microsoft.com/office/officeart/2005/8/layout/vList2"/>
    <dgm:cxn modelId="{1362EAB3-3716-411F-B248-8AD7F607C9E8}" type="presParOf" srcId="{0655DE31-F0B9-4882-8791-7EE31148F16E}" destId="{6140C4B1-C71A-4782-994B-F834DF0E19B3}" srcOrd="3" destOrd="0" presId="urn:microsoft.com/office/officeart/2005/8/layout/vList2"/>
    <dgm:cxn modelId="{13F06021-2F2B-462E-8BD6-077856A7CA37}" type="presParOf" srcId="{0655DE31-F0B9-4882-8791-7EE31148F16E}" destId="{FBDD7826-BE5B-4B94-82EB-36C2E0AFE097}" srcOrd="4" destOrd="0" presId="urn:microsoft.com/office/officeart/2005/8/layout/vList2"/>
    <dgm:cxn modelId="{CA5EB8B3-2DC0-401D-8176-C280BC0B9970}" type="presParOf" srcId="{0655DE31-F0B9-4882-8791-7EE31148F16E}" destId="{AB6981B1-DE38-4FEC-A2BD-081183A4C9D6}" srcOrd="5" destOrd="0" presId="urn:microsoft.com/office/officeart/2005/8/layout/vList2"/>
    <dgm:cxn modelId="{5A2A24B4-C718-4C75-A401-55616133DEEB}" type="presParOf" srcId="{0655DE31-F0B9-4882-8791-7EE31148F16E}" destId="{3A898821-2063-430B-80F3-4361FA2C8184}" srcOrd="6" destOrd="0" presId="urn:microsoft.com/office/officeart/2005/8/layout/vList2"/>
    <dgm:cxn modelId="{DE853946-7C33-4C06-98AA-C7DD5C41E488}" type="presParOf" srcId="{0655DE31-F0B9-4882-8791-7EE31148F16E}" destId="{6239EDE1-D798-44AA-B7A0-13B9ABBD2885}" srcOrd="7" destOrd="0" presId="urn:microsoft.com/office/officeart/2005/8/layout/vList2"/>
    <dgm:cxn modelId="{D75E95DF-2DAA-4879-9C93-B206266BD2EC}" type="presParOf" srcId="{0655DE31-F0B9-4882-8791-7EE31148F16E}" destId="{5C137C91-2985-4E97-8689-481E8E6F0D09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1D5D0D-903B-40DD-AE17-751B32347EAE}">
      <dsp:nvSpPr>
        <dsp:cNvPr id="0" name=""/>
        <dsp:cNvSpPr/>
      </dsp:nvSpPr>
      <dsp:spPr>
        <a:xfrm>
          <a:off x="684914" y="1016402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8977F4-2826-4F4D-8AD4-817B0B9103A7}">
      <dsp:nvSpPr>
        <dsp:cNvPr id="0" name=""/>
        <dsp:cNvSpPr/>
      </dsp:nvSpPr>
      <dsp:spPr>
        <a:xfrm>
          <a:off x="918914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88602D-07F4-4DC0-9DF0-77C322B0C591}">
      <dsp:nvSpPr>
        <dsp:cNvPr id="0" name=""/>
        <dsp:cNvSpPr/>
      </dsp:nvSpPr>
      <dsp:spPr>
        <a:xfrm>
          <a:off x="333914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fr-FR" sz="1700" kern="1200"/>
            <a:t>1. Data Engineering Layer</a:t>
          </a:r>
          <a:endParaRPr lang="en-US" sz="1700" kern="1200"/>
        </a:p>
      </dsp:txBody>
      <dsp:txXfrm>
        <a:off x="333914" y="2456402"/>
        <a:ext cx="1800000" cy="720000"/>
      </dsp:txXfrm>
    </dsp:sp>
    <dsp:sp modelId="{1D8A3C12-4734-4765-9AB7-F538FE30E09C}">
      <dsp:nvSpPr>
        <dsp:cNvPr id="0" name=""/>
        <dsp:cNvSpPr/>
      </dsp:nvSpPr>
      <dsp:spPr>
        <a:xfrm>
          <a:off x="2799914" y="1016402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D03BB5-559F-4D12-875E-ABD0B5CE5FCE}">
      <dsp:nvSpPr>
        <dsp:cNvPr id="0" name=""/>
        <dsp:cNvSpPr/>
      </dsp:nvSpPr>
      <dsp:spPr>
        <a:xfrm>
          <a:off x="3033914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26ED94-3A0C-4E9C-BC6E-538E51212B36}">
      <dsp:nvSpPr>
        <dsp:cNvPr id="0" name=""/>
        <dsp:cNvSpPr/>
      </dsp:nvSpPr>
      <dsp:spPr>
        <a:xfrm>
          <a:off x="2448914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fr-FR" sz="1700" kern="1200"/>
            <a:t>2. Image Layerer</a:t>
          </a:r>
          <a:endParaRPr lang="en-US" sz="1700" kern="1200"/>
        </a:p>
      </dsp:txBody>
      <dsp:txXfrm>
        <a:off x="2448914" y="2456402"/>
        <a:ext cx="1800000" cy="720000"/>
      </dsp:txXfrm>
    </dsp:sp>
    <dsp:sp modelId="{F793C96F-3492-49B6-A3D7-B0961C451FC9}">
      <dsp:nvSpPr>
        <dsp:cNvPr id="0" name=""/>
        <dsp:cNvSpPr/>
      </dsp:nvSpPr>
      <dsp:spPr>
        <a:xfrm>
          <a:off x="4914914" y="1016402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1A36FB-F6D7-46E3-A7D1-612C3FA5DAA1}">
      <dsp:nvSpPr>
        <dsp:cNvPr id="0" name=""/>
        <dsp:cNvSpPr/>
      </dsp:nvSpPr>
      <dsp:spPr>
        <a:xfrm>
          <a:off x="5148914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C7133F-9EF7-4591-87B6-D67485EECE1E}">
      <dsp:nvSpPr>
        <dsp:cNvPr id="0" name=""/>
        <dsp:cNvSpPr/>
      </dsp:nvSpPr>
      <dsp:spPr>
        <a:xfrm>
          <a:off x="4563914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fr-FR" sz="1700" kern="1200"/>
            <a:t>3. Mask / Segmentation Layer</a:t>
          </a:r>
          <a:endParaRPr lang="en-US" sz="1700" kern="1200"/>
        </a:p>
      </dsp:txBody>
      <dsp:txXfrm>
        <a:off x="4563914" y="2456402"/>
        <a:ext cx="1800000" cy="720000"/>
      </dsp:txXfrm>
    </dsp:sp>
    <dsp:sp modelId="{51B3A762-69CF-4A7F-8E31-7C34D8CAA393}">
      <dsp:nvSpPr>
        <dsp:cNvPr id="0" name=""/>
        <dsp:cNvSpPr/>
      </dsp:nvSpPr>
      <dsp:spPr>
        <a:xfrm>
          <a:off x="7029914" y="1016402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143820-D172-4159-8160-887327F1150B}">
      <dsp:nvSpPr>
        <dsp:cNvPr id="0" name=""/>
        <dsp:cNvSpPr/>
      </dsp:nvSpPr>
      <dsp:spPr>
        <a:xfrm>
          <a:off x="7263914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FEA0C0-A221-4358-A8F5-5EBC803434BA}">
      <dsp:nvSpPr>
        <dsp:cNvPr id="0" name=""/>
        <dsp:cNvSpPr/>
      </dsp:nvSpPr>
      <dsp:spPr>
        <a:xfrm>
          <a:off x="6678914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fr-FR" sz="1700" kern="1200"/>
            <a:t>4. Integration With DeepCellMap</a:t>
          </a:r>
          <a:endParaRPr lang="en-US" sz="1700" kern="1200"/>
        </a:p>
      </dsp:txBody>
      <dsp:txXfrm>
        <a:off x="6678914" y="2456402"/>
        <a:ext cx="1800000" cy="720000"/>
      </dsp:txXfrm>
    </dsp:sp>
    <dsp:sp modelId="{1E5636CF-843B-4604-AA82-8AFFF7F60492}">
      <dsp:nvSpPr>
        <dsp:cNvPr id="0" name=""/>
        <dsp:cNvSpPr/>
      </dsp:nvSpPr>
      <dsp:spPr>
        <a:xfrm>
          <a:off x="9144914" y="1016402"/>
          <a:ext cx="1098000" cy="1098000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0F7D8D-49A8-4773-8A42-A870A61B6399}">
      <dsp:nvSpPr>
        <dsp:cNvPr id="0" name=""/>
        <dsp:cNvSpPr/>
      </dsp:nvSpPr>
      <dsp:spPr>
        <a:xfrm>
          <a:off x="9378914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CC1442-3B70-4C84-AD06-4C6A0A6AB6EA}">
      <dsp:nvSpPr>
        <dsp:cNvPr id="0" name=""/>
        <dsp:cNvSpPr/>
      </dsp:nvSpPr>
      <dsp:spPr>
        <a:xfrm>
          <a:off x="8793914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fr-FR" sz="1700" kern="1200"/>
            <a:t>5. Analysis Layer</a:t>
          </a:r>
          <a:endParaRPr lang="en-US" sz="1700" kern="1200"/>
        </a:p>
      </dsp:txBody>
      <dsp:txXfrm>
        <a:off x="8793914" y="2456402"/>
        <a:ext cx="18000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8FC5CA-B428-4935-B2A8-1092F6ED0F76}">
      <dsp:nvSpPr>
        <dsp:cNvPr id="0" name=""/>
        <dsp:cNvSpPr/>
      </dsp:nvSpPr>
      <dsp:spPr>
        <a:xfrm>
          <a:off x="1478338" y="566262"/>
          <a:ext cx="30682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06822" y="4572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623313" y="610293"/>
        <a:ext cx="16871" cy="3377"/>
      </dsp:txXfrm>
    </dsp:sp>
    <dsp:sp modelId="{6FE20BB4-84CF-452E-90A5-836878FFC5C9}">
      <dsp:nvSpPr>
        <dsp:cNvPr id="0" name=""/>
        <dsp:cNvSpPr/>
      </dsp:nvSpPr>
      <dsp:spPr>
        <a:xfrm>
          <a:off x="13085" y="171866"/>
          <a:ext cx="1467053" cy="880231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1887" tIns="75458" rIns="71887" bIns="75458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b="1" kern="1200"/>
            <a:t>We needed Immucan dataframe matches DeepCellMap so we built:</a:t>
          </a:r>
          <a:endParaRPr lang="en-US" sz="1100" kern="1200" dirty="0"/>
        </a:p>
      </dsp:txBody>
      <dsp:txXfrm>
        <a:off x="13085" y="171866"/>
        <a:ext cx="1467053" cy="880231"/>
      </dsp:txXfrm>
    </dsp:sp>
    <dsp:sp modelId="{260DA614-7CD6-4601-A344-2A7ABA3E89FD}">
      <dsp:nvSpPr>
        <dsp:cNvPr id="0" name=""/>
        <dsp:cNvSpPr/>
      </dsp:nvSpPr>
      <dsp:spPr>
        <a:xfrm>
          <a:off x="3282813" y="566262"/>
          <a:ext cx="30682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06822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427789" y="610293"/>
        <a:ext cx="16871" cy="3377"/>
      </dsp:txXfrm>
    </dsp:sp>
    <dsp:sp modelId="{5C0F6EB7-35CD-4B35-B7FD-87759AC6DA09}">
      <dsp:nvSpPr>
        <dsp:cNvPr id="0" name=""/>
        <dsp:cNvSpPr/>
      </dsp:nvSpPr>
      <dsp:spPr>
        <a:xfrm>
          <a:off x="1817560" y="171866"/>
          <a:ext cx="1467053" cy="880231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1887" tIns="75458" rIns="71887" bIns="7545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/>
            <a:t>concatenating_csvs()</a:t>
          </a:r>
          <a:endParaRPr lang="en-US" sz="1200" kern="1200"/>
        </a:p>
      </dsp:txBody>
      <dsp:txXfrm>
        <a:off x="1817560" y="171866"/>
        <a:ext cx="1467053" cy="880231"/>
      </dsp:txXfrm>
    </dsp:sp>
    <dsp:sp modelId="{E006159A-3E0B-4CC0-BA97-AEE55C8CADE6}">
      <dsp:nvSpPr>
        <dsp:cNvPr id="0" name=""/>
        <dsp:cNvSpPr/>
      </dsp:nvSpPr>
      <dsp:spPr>
        <a:xfrm>
          <a:off x="5087288" y="566262"/>
          <a:ext cx="30682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06822" y="4572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32264" y="610293"/>
        <a:ext cx="16871" cy="3377"/>
      </dsp:txXfrm>
    </dsp:sp>
    <dsp:sp modelId="{81404847-C717-46A5-BF5D-4D406780F5D8}">
      <dsp:nvSpPr>
        <dsp:cNvPr id="0" name=""/>
        <dsp:cNvSpPr/>
      </dsp:nvSpPr>
      <dsp:spPr>
        <a:xfrm>
          <a:off x="3622035" y="171866"/>
          <a:ext cx="1467053" cy="880231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1887" tIns="75458" rIns="71887" bIns="7545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/>
            <a:t>calculating_celltypes_from_phenotypes()</a:t>
          </a:r>
          <a:endParaRPr lang="en-US" sz="1200" kern="1200"/>
        </a:p>
      </dsp:txBody>
      <dsp:txXfrm>
        <a:off x="3622035" y="171866"/>
        <a:ext cx="1467053" cy="880231"/>
      </dsp:txXfrm>
    </dsp:sp>
    <dsp:sp modelId="{FED068D7-F92E-4BA5-9EC9-20B1C4F154F1}">
      <dsp:nvSpPr>
        <dsp:cNvPr id="0" name=""/>
        <dsp:cNvSpPr/>
      </dsp:nvSpPr>
      <dsp:spPr>
        <a:xfrm>
          <a:off x="6891764" y="566262"/>
          <a:ext cx="30682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06822" y="4572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036739" y="610293"/>
        <a:ext cx="16871" cy="3377"/>
      </dsp:txXfrm>
    </dsp:sp>
    <dsp:sp modelId="{DDB13FBE-20C9-42FC-939B-54A19CD2555A}">
      <dsp:nvSpPr>
        <dsp:cNvPr id="0" name=""/>
        <dsp:cNvSpPr/>
      </dsp:nvSpPr>
      <dsp:spPr>
        <a:xfrm>
          <a:off x="5426511" y="171866"/>
          <a:ext cx="1467053" cy="880231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1887" tIns="75458" rIns="71887" bIns="7545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/>
            <a:t>calculatng_tiles()</a:t>
          </a:r>
          <a:endParaRPr lang="en-US" sz="1200" kern="1200"/>
        </a:p>
      </dsp:txBody>
      <dsp:txXfrm>
        <a:off x="5426511" y="171866"/>
        <a:ext cx="1467053" cy="880231"/>
      </dsp:txXfrm>
    </dsp:sp>
    <dsp:sp modelId="{64556A33-0069-41C0-AE4A-8D6F6CFEA36C}">
      <dsp:nvSpPr>
        <dsp:cNvPr id="0" name=""/>
        <dsp:cNvSpPr/>
      </dsp:nvSpPr>
      <dsp:spPr>
        <a:xfrm>
          <a:off x="8696239" y="566262"/>
          <a:ext cx="30682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06822" y="4572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8841214" y="610293"/>
        <a:ext cx="16871" cy="3377"/>
      </dsp:txXfrm>
    </dsp:sp>
    <dsp:sp modelId="{DA85DEBF-ADEC-435C-B44D-C47D10DFD706}">
      <dsp:nvSpPr>
        <dsp:cNvPr id="0" name=""/>
        <dsp:cNvSpPr/>
      </dsp:nvSpPr>
      <dsp:spPr>
        <a:xfrm>
          <a:off x="7230986" y="171866"/>
          <a:ext cx="1467053" cy="880231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1887" tIns="75458" rIns="71887" bIns="7545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/>
            <a:t>label mapping (1–9 → B, BnT, DC, MacCD163, etc.)</a:t>
          </a:r>
          <a:endParaRPr lang="en-US" sz="1200" kern="1200"/>
        </a:p>
      </dsp:txBody>
      <dsp:txXfrm>
        <a:off x="7230986" y="171866"/>
        <a:ext cx="1467053" cy="880231"/>
      </dsp:txXfrm>
    </dsp:sp>
    <dsp:sp modelId="{5FFE79EB-E4D2-42A0-B21F-0263D3145F7C}">
      <dsp:nvSpPr>
        <dsp:cNvPr id="0" name=""/>
        <dsp:cNvSpPr/>
      </dsp:nvSpPr>
      <dsp:spPr>
        <a:xfrm>
          <a:off x="746611" y="1050298"/>
          <a:ext cx="9022376" cy="306822"/>
        </a:xfrm>
        <a:custGeom>
          <a:avLst/>
          <a:gdLst/>
          <a:ahLst/>
          <a:cxnLst/>
          <a:rect l="0" t="0" r="0" b="0"/>
          <a:pathLst>
            <a:path>
              <a:moveTo>
                <a:pt x="9022376" y="0"/>
              </a:moveTo>
              <a:lnTo>
                <a:pt x="9022376" y="170511"/>
              </a:lnTo>
              <a:lnTo>
                <a:pt x="0" y="170511"/>
              </a:lnTo>
              <a:lnTo>
                <a:pt x="0" y="306822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32082" y="1202020"/>
        <a:ext cx="451434" cy="3377"/>
      </dsp:txXfrm>
    </dsp:sp>
    <dsp:sp modelId="{60383813-DC49-4AC6-B4D0-092DBB33EF1A}">
      <dsp:nvSpPr>
        <dsp:cNvPr id="0" name=""/>
        <dsp:cNvSpPr/>
      </dsp:nvSpPr>
      <dsp:spPr>
        <a:xfrm>
          <a:off x="9035461" y="171866"/>
          <a:ext cx="1467053" cy="880231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1887" tIns="75458" rIns="71887" bIns="7545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/>
            <a:t>generating one-hot encoded columns</a:t>
          </a:r>
          <a:endParaRPr lang="en-US" sz="1200" kern="1200"/>
        </a:p>
      </dsp:txBody>
      <dsp:txXfrm>
        <a:off x="9035461" y="171866"/>
        <a:ext cx="1467053" cy="880231"/>
      </dsp:txXfrm>
    </dsp:sp>
    <dsp:sp modelId="{ADD9436F-8884-4ADF-9780-90C5886B430A}">
      <dsp:nvSpPr>
        <dsp:cNvPr id="0" name=""/>
        <dsp:cNvSpPr/>
      </dsp:nvSpPr>
      <dsp:spPr>
        <a:xfrm>
          <a:off x="1478338" y="1783916"/>
          <a:ext cx="30682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06822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623313" y="1827947"/>
        <a:ext cx="16871" cy="3377"/>
      </dsp:txXfrm>
    </dsp:sp>
    <dsp:sp modelId="{9336F893-F55A-4D33-81C6-806C14B14A90}">
      <dsp:nvSpPr>
        <dsp:cNvPr id="0" name=""/>
        <dsp:cNvSpPr/>
      </dsp:nvSpPr>
      <dsp:spPr>
        <a:xfrm>
          <a:off x="13085" y="1389520"/>
          <a:ext cx="1467053" cy="880231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1887" tIns="75458" rIns="71887" bIns="7545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/>
            <a:t>unifying all metadata</a:t>
          </a:r>
          <a:endParaRPr lang="en-US" sz="1200" kern="1200"/>
        </a:p>
      </dsp:txBody>
      <dsp:txXfrm>
        <a:off x="13085" y="1389520"/>
        <a:ext cx="1467053" cy="880231"/>
      </dsp:txXfrm>
    </dsp:sp>
    <dsp:sp modelId="{6ED66DEE-A1BA-4A54-AB4C-AB5A12CA0777}">
      <dsp:nvSpPr>
        <dsp:cNvPr id="0" name=""/>
        <dsp:cNvSpPr/>
      </dsp:nvSpPr>
      <dsp:spPr>
        <a:xfrm>
          <a:off x="3282813" y="1783916"/>
          <a:ext cx="30682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06822" y="4572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427789" y="1827947"/>
        <a:ext cx="16871" cy="3377"/>
      </dsp:txXfrm>
    </dsp:sp>
    <dsp:sp modelId="{99291ABC-7F48-4EF1-AB09-0125E3A06E7E}">
      <dsp:nvSpPr>
        <dsp:cNvPr id="0" name=""/>
        <dsp:cNvSpPr/>
      </dsp:nvSpPr>
      <dsp:spPr>
        <a:xfrm>
          <a:off x="1817560" y="1389520"/>
          <a:ext cx="1467053" cy="880231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1887" tIns="75458" rIns="71887" bIns="7545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1" kern="1200"/>
            <a:t>Outputs:</a:t>
          </a:r>
          <a:endParaRPr lang="en-US" sz="1200" kern="1200"/>
        </a:p>
      </dsp:txBody>
      <dsp:txXfrm>
        <a:off x="1817560" y="1389520"/>
        <a:ext cx="1467053" cy="880231"/>
      </dsp:txXfrm>
    </dsp:sp>
    <dsp:sp modelId="{73B1DE4F-EF43-4BAA-81E1-D4C441F4C9F6}">
      <dsp:nvSpPr>
        <dsp:cNvPr id="0" name=""/>
        <dsp:cNvSpPr/>
      </dsp:nvSpPr>
      <dsp:spPr>
        <a:xfrm>
          <a:off x="5087288" y="1783916"/>
          <a:ext cx="30682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06822" y="4572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32264" y="1827947"/>
        <a:ext cx="16871" cy="3377"/>
      </dsp:txXfrm>
    </dsp:sp>
    <dsp:sp modelId="{C135062F-C65F-418A-B3FC-FCA0859913E6}">
      <dsp:nvSpPr>
        <dsp:cNvPr id="0" name=""/>
        <dsp:cNvSpPr/>
      </dsp:nvSpPr>
      <dsp:spPr>
        <a:xfrm>
          <a:off x="3622035" y="1389520"/>
          <a:ext cx="1467053" cy="880231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1887" tIns="75458" rIns="71887" bIns="7545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/>
            <a:t>A single CSV per slide with:</a:t>
          </a:r>
          <a:endParaRPr lang="en-US" sz="1200" kern="1200"/>
        </a:p>
      </dsp:txBody>
      <dsp:txXfrm>
        <a:off x="3622035" y="1389520"/>
        <a:ext cx="1467053" cy="880231"/>
      </dsp:txXfrm>
    </dsp:sp>
    <dsp:sp modelId="{A41E74AF-58B3-422D-A152-26668EFA42C2}">
      <dsp:nvSpPr>
        <dsp:cNvPr id="0" name=""/>
        <dsp:cNvSpPr/>
      </dsp:nvSpPr>
      <dsp:spPr>
        <a:xfrm>
          <a:off x="6891764" y="1783916"/>
          <a:ext cx="30682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06822" y="4572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036739" y="1827947"/>
        <a:ext cx="16871" cy="3377"/>
      </dsp:txXfrm>
    </dsp:sp>
    <dsp:sp modelId="{C52C8C85-8C37-4EA2-9374-224D44D78D71}">
      <dsp:nvSpPr>
        <dsp:cNvPr id="0" name=""/>
        <dsp:cNvSpPr/>
      </dsp:nvSpPr>
      <dsp:spPr>
        <a:xfrm>
          <a:off x="5426511" y="1389520"/>
          <a:ext cx="1467053" cy="880231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1887" tIns="75458" rIns="71887" bIns="7545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/>
            <a:t>cell.ID</a:t>
          </a:r>
          <a:endParaRPr lang="en-US" sz="1200" kern="1200"/>
        </a:p>
      </dsp:txBody>
      <dsp:txXfrm>
        <a:off x="5426511" y="1389520"/>
        <a:ext cx="1467053" cy="880231"/>
      </dsp:txXfrm>
    </dsp:sp>
    <dsp:sp modelId="{5708F6FA-13B1-4C4A-9296-BCD5420E4368}">
      <dsp:nvSpPr>
        <dsp:cNvPr id="0" name=""/>
        <dsp:cNvSpPr/>
      </dsp:nvSpPr>
      <dsp:spPr>
        <a:xfrm>
          <a:off x="8696239" y="1783916"/>
          <a:ext cx="30682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06822" y="4572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8841214" y="1827947"/>
        <a:ext cx="16871" cy="3377"/>
      </dsp:txXfrm>
    </dsp:sp>
    <dsp:sp modelId="{2569169E-DCCB-4AEE-9F33-C802768FD88F}">
      <dsp:nvSpPr>
        <dsp:cNvPr id="0" name=""/>
        <dsp:cNvSpPr/>
      </dsp:nvSpPr>
      <dsp:spPr>
        <a:xfrm>
          <a:off x="7230986" y="1389520"/>
          <a:ext cx="1467053" cy="880231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1887" tIns="75458" rIns="71887" bIns="7545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/>
            <a:t>phenotype</a:t>
          </a:r>
          <a:endParaRPr lang="en-US" sz="1200" kern="1200"/>
        </a:p>
      </dsp:txBody>
      <dsp:txXfrm>
        <a:off x="7230986" y="1389520"/>
        <a:ext cx="1467053" cy="880231"/>
      </dsp:txXfrm>
    </dsp:sp>
    <dsp:sp modelId="{FE22EBC7-BE7F-438A-902F-DFFE6DAED352}">
      <dsp:nvSpPr>
        <dsp:cNvPr id="0" name=""/>
        <dsp:cNvSpPr/>
      </dsp:nvSpPr>
      <dsp:spPr>
        <a:xfrm>
          <a:off x="746611" y="2267952"/>
          <a:ext cx="9022376" cy="306822"/>
        </a:xfrm>
        <a:custGeom>
          <a:avLst/>
          <a:gdLst/>
          <a:ahLst/>
          <a:cxnLst/>
          <a:rect l="0" t="0" r="0" b="0"/>
          <a:pathLst>
            <a:path>
              <a:moveTo>
                <a:pt x="9022376" y="0"/>
              </a:moveTo>
              <a:lnTo>
                <a:pt x="9022376" y="170511"/>
              </a:lnTo>
              <a:lnTo>
                <a:pt x="0" y="170511"/>
              </a:lnTo>
              <a:lnTo>
                <a:pt x="0" y="306822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32082" y="2419674"/>
        <a:ext cx="451434" cy="3377"/>
      </dsp:txXfrm>
    </dsp:sp>
    <dsp:sp modelId="{E2FA55E7-3287-4B53-96D6-2BAFA322B929}">
      <dsp:nvSpPr>
        <dsp:cNvPr id="0" name=""/>
        <dsp:cNvSpPr/>
      </dsp:nvSpPr>
      <dsp:spPr>
        <a:xfrm>
          <a:off x="9035461" y="1389520"/>
          <a:ext cx="1467053" cy="880231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1887" tIns="75458" rIns="71887" bIns="7545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Size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 dirty="0"/>
        </a:p>
      </dsp:txBody>
      <dsp:txXfrm>
        <a:off x="9035461" y="1389520"/>
        <a:ext cx="1467053" cy="880231"/>
      </dsp:txXfrm>
    </dsp:sp>
    <dsp:sp modelId="{E437B7F9-13F9-4EC0-9CC2-437C65530474}">
      <dsp:nvSpPr>
        <dsp:cNvPr id="0" name=""/>
        <dsp:cNvSpPr/>
      </dsp:nvSpPr>
      <dsp:spPr>
        <a:xfrm>
          <a:off x="1478338" y="3001570"/>
          <a:ext cx="30682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06822" y="4572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623313" y="3045601"/>
        <a:ext cx="16871" cy="3377"/>
      </dsp:txXfrm>
    </dsp:sp>
    <dsp:sp modelId="{6DA6A6F3-8CCA-4605-924B-0419A42BF4D2}">
      <dsp:nvSpPr>
        <dsp:cNvPr id="0" name=""/>
        <dsp:cNvSpPr/>
      </dsp:nvSpPr>
      <dsp:spPr>
        <a:xfrm>
          <a:off x="13085" y="2607174"/>
          <a:ext cx="1467053" cy="880231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1887" tIns="75458" rIns="71887" bIns="7545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/>
            <a:t>cell_type (1–9)</a:t>
          </a:r>
          <a:endParaRPr lang="en-US" sz="1200" kern="1200"/>
        </a:p>
      </dsp:txBody>
      <dsp:txXfrm>
        <a:off x="13085" y="2607174"/>
        <a:ext cx="1467053" cy="880231"/>
      </dsp:txXfrm>
    </dsp:sp>
    <dsp:sp modelId="{6D5B49A4-02BE-4EFE-A68D-82CCC2DE6BC0}">
      <dsp:nvSpPr>
        <dsp:cNvPr id="0" name=""/>
        <dsp:cNvSpPr/>
      </dsp:nvSpPr>
      <dsp:spPr>
        <a:xfrm>
          <a:off x="3282813" y="3001570"/>
          <a:ext cx="30682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06822" y="4572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427789" y="3045601"/>
        <a:ext cx="16871" cy="3377"/>
      </dsp:txXfrm>
    </dsp:sp>
    <dsp:sp modelId="{001975A7-A364-43FB-99F7-3D8078D88516}">
      <dsp:nvSpPr>
        <dsp:cNvPr id="0" name=""/>
        <dsp:cNvSpPr/>
      </dsp:nvSpPr>
      <dsp:spPr>
        <a:xfrm>
          <a:off x="1817560" y="2607174"/>
          <a:ext cx="1467053" cy="880231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1887" tIns="75458" rIns="71887" bIns="7545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/>
            <a:t>cell_type_name</a:t>
          </a:r>
          <a:endParaRPr lang="en-US" sz="1200" kern="1200"/>
        </a:p>
      </dsp:txBody>
      <dsp:txXfrm>
        <a:off x="1817560" y="2607174"/>
        <a:ext cx="1467053" cy="880231"/>
      </dsp:txXfrm>
    </dsp:sp>
    <dsp:sp modelId="{C266309D-75CF-497E-A29F-CAD9D68FFEFA}">
      <dsp:nvSpPr>
        <dsp:cNvPr id="0" name=""/>
        <dsp:cNvSpPr/>
      </dsp:nvSpPr>
      <dsp:spPr>
        <a:xfrm>
          <a:off x="5087288" y="3001570"/>
          <a:ext cx="30682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06822" y="4572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32264" y="3045601"/>
        <a:ext cx="16871" cy="3377"/>
      </dsp:txXfrm>
    </dsp:sp>
    <dsp:sp modelId="{B8D087FB-DCB8-4B6A-9DEE-A10F66374075}">
      <dsp:nvSpPr>
        <dsp:cNvPr id="0" name=""/>
        <dsp:cNvSpPr/>
      </dsp:nvSpPr>
      <dsp:spPr>
        <a:xfrm>
          <a:off x="3622035" y="2607174"/>
          <a:ext cx="1467053" cy="880231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1887" tIns="75458" rIns="71887" bIns="7545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/>
            <a:t>x_img, y_img</a:t>
          </a:r>
          <a:endParaRPr lang="en-US" sz="1200" kern="1200"/>
        </a:p>
      </dsp:txBody>
      <dsp:txXfrm>
        <a:off x="3622035" y="2607174"/>
        <a:ext cx="1467053" cy="880231"/>
      </dsp:txXfrm>
    </dsp:sp>
    <dsp:sp modelId="{F1340047-4620-46C3-BA30-62691ADAFA8E}">
      <dsp:nvSpPr>
        <dsp:cNvPr id="0" name=""/>
        <dsp:cNvSpPr/>
      </dsp:nvSpPr>
      <dsp:spPr>
        <a:xfrm>
          <a:off x="6891764" y="3001570"/>
          <a:ext cx="30682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06822" y="4572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036739" y="3045601"/>
        <a:ext cx="16871" cy="3377"/>
      </dsp:txXfrm>
    </dsp:sp>
    <dsp:sp modelId="{4C6E4DC1-BD6F-4149-B1E6-299E807A7B4E}">
      <dsp:nvSpPr>
        <dsp:cNvPr id="0" name=""/>
        <dsp:cNvSpPr/>
      </dsp:nvSpPr>
      <dsp:spPr>
        <a:xfrm>
          <a:off x="5426511" y="2607174"/>
          <a:ext cx="1467053" cy="880231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1887" tIns="75458" rIns="71887" bIns="7545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/>
            <a:t>tile_row, tile_col</a:t>
          </a:r>
          <a:endParaRPr lang="en-US" sz="1200" kern="1200"/>
        </a:p>
      </dsp:txBody>
      <dsp:txXfrm>
        <a:off x="5426511" y="2607174"/>
        <a:ext cx="1467053" cy="880231"/>
      </dsp:txXfrm>
    </dsp:sp>
    <dsp:sp modelId="{183EE20E-4F2A-4491-A704-6A3030DEA934}">
      <dsp:nvSpPr>
        <dsp:cNvPr id="0" name=""/>
        <dsp:cNvSpPr/>
      </dsp:nvSpPr>
      <dsp:spPr>
        <a:xfrm>
          <a:off x="8696239" y="3001570"/>
          <a:ext cx="30682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06822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8841214" y="3045601"/>
        <a:ext cx="16871" cy="3377"/>
      </dsp:txXfrm>
    </dsp:sp>
    <dsp:sp modelId="{7A5E0ABB-5BAC-4C90-8EF5-E6EB1647CC85}">
      <dsp:nvSpPr>
        <dsp:cNvPr id="0" name=""/>
        <dsp:cNvSpPr/>
      </dsp:nvSpPr>
      <dsp:spPr>
        <a:xfrm>
          <a:off x="7230986" y="2607174"/>
          <a:ext cx="1467053" cy="880231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1887" tIns="75458" rIns="71887" bIns="7545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/>
            <a:t>x_tile, y_tile</a:t>
          </a:r>
          <a:endParaRPr lang="en-US" sz="1200" kern="1200"/>
        </a:p>
      </dsp:txBody>
      <dsp:txXfrm>
        <a:off x="7230986" y="2607174"/>
        <a:ext cx="1467053" cy="880231"/>
      </dsp:txXfrm>
    </dsp:sp>
    <dsp:sp modelId="{936CE612-73F3-4913-BCBA-6C910559FC92}">
      <dsp:nvSpPr>
        <dsp:cNvPr id="0" name=""/>
        <dsp:cNvSpPr/>
      </dsp:nvSpPr>
      <dsp:spPr>
        <a:xfrm>
          <a:off x="746611" y="3485606"/>
          <a:ext cx="9022376" cy="306822"/>
        </a:xfrm>
        <a:custGeom>
          <a:avLst/>
          <a:gdLst/>
          <a:ahLst/>
          <a:cxnLst/>
          <a:rect l="0" t="0" r="0" b="0"/>
          <a:pathLst>
            <a:path>
              <a:moveTo>
                <a:pt x="9022376" y="0"/>
              </a:moveTo>
              <a:lnTo>
                <a:pt x="9022376" y="170511"/>
              </a:lnTo>
              <a:lnTo>
                <a:pt x="0" y="170511"/>
              </a:lnTo>
              <a:lnTo>
                <a:pt x="0" y="306822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32082" y="3637328"/>
        <a:ext cx="451434" cy="3377"/>
      </dsp:txXfrm>
    </dsp:sp>
    <dsp:sp modelId="{6AE86131-B1DA-4F79-B055-33D031CBEF71}">
      <dsp:nvSpPr>
        <dsp:cNvPr id="0" name=""/>
        <dsp:cNvSpPr/>
      </dsp:nvSpPr>
      <dsp:spPr>
        <a:xfrm>
          <a:off x="9035461" y="2607174"/>
          <a:ext cx="1467053" cy="880231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1887" tIns="75458" rIns="71887" bIns="7545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/>
            <a:t>area, length</a:t>
          </a:r>
          <a:endParaRPr lang="en-US" sz="1200" kern="1200"/>
        </a:p>
      </dsp:txBody>
      <dsp:txXfrm>
        <a:off x="9035461" y="2607174"/>
        <a:ext cx="1467053" cy="880231"/>
      </dsp:txXfrm>
    </dsp:sp>
    <dsp:sp modelId="{AEC20882-DB9A-4C4B-B253-6D22F59CED53}">
      <dsp:nvSpPr>
        <dsp:cNvPr id="0" name=""/>
        <dsp:cNvSpPr/>
      </dsp:nvSpPr>
      <dsp:spPr>
        <a:xfrm>
          <a:off x="1478338" y="4219224"/>
          <a:ext cx="30682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06822" y="4572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623313" y="4263255"/>
        <a:ext cx="16871" cy="3377"/>
      </dsp:txXfrm>
    </dsp:sp>
    <dsp:sp modelId="{D513E3DD-C293-4124-B33C-56832D8165D0}">
      <dsp:nvSpPr>
        <dsp:cNvPr id="0" name=""/>
        <dsp:cNvSpPr/>
      </dsp:nvSpPr>
      <dsp:spPr>
        <a:xfrm>
          <a:off x="13085" y="3824828"/>
          <a:ext cx="1467053" cy="880231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1887" tIns="75458" rIns="71887" bIns="7545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/>
            <a:t>one-hot cell-type columns</a:t>
          </a:r>
          <a:endParaRPr lang="en-US" sz="1200" kern="1200"/>
        </a:p>
      </dsp:txBody>
      <dsp:txXfrm>
        <a:off x="13085" y="3824828"/>
        <a:ext cx="1467053" cy="880231"/>
      </dsp:txXfrm>
    </dsp:sp>
    <dsp:sp modelId="{6F10006F-66D0-4852-8983-A98FB2A51FD4}">
      <dsp:nvSpPr>
        <dsp:cNvPr id="0" name=""/>
        <dsp:cNvSpPr/>
      </dsp:nvSpPr>
      <dsp:spPr>
        <a:xfrm>
          <a:off x="3282813" y="4219224"/>
          <a:ext cx="30682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06822" y="4572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427789" y="4263255"/>
        <a:ext cx="16871" cy="3377"/>
      </dsp:txXfrm>
    </dsp:sp>
    <dsp:sp modelId="{5559725D-D796-4EAF-A5DB-B4A797FE3EFD}">
      <dsp:nvSpPr>
        <dsp:cNvPr id="0" name=""/>
        <dsp:cNvSpPr/>
      </dsp:nvSpPr>
      <dsp:spPr>
        <a:xfrm>
          <a:off x="1817560" y="3824828"/>
          <a:ext cx="1467053" cy="880231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1887" tIns="75458" rIns="71887" bIns="7545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/>
            <a:t>ROI flags</a:t>
          </a:r>
          <a:endParaRPr lang="en-US" sz="1200" kern="1200"/>
        </a:p>
      </dsp:txBody>
      <dsp:txXfrm>
        <a:off x="1817560" y="3824828"/>
        <a:ext cx="1467053" cy="880231"/>
      </dsp:txXfrm>
    </dsp:sp>
    <dsp:sp modelId="{A1ADCE7E-1FD9-4F3A-88AA-BE244B13E7B5}">
      <dsp:nvSpPr>
        <dsp:cNvPr id="0" name=""/>
        <dsp:cNvSpPr/>
      </dsp:nvSpPr>
      <dsp:spPr>
        <a:xfrm>
          <a:off x="3622035" y="3824828"/>
          <a:ext cx="1467053" cy="880231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1887" tIns="75458" rIns="71887" bIns="75458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/>
            <a:t>This </a:t>
          </a:r>
          <a:r>
            <a:rPr lang="fr-FR" sz="1100" b="1" kern="1200"/>
            <a:t>exactly matches DeepCellMap’s expected input</a:t>
          </a:r>
          <a:r>
            <a:rPr lang="fr-FR" sz="1100" kern="1200"/>
            <a:t>, but now based on ImmuCAN.</a:t>
          </a:r>
          <a:endParaRPr lang="en-US" sz="1100" kern="1200" dirty="0"/>
        </a:p>
      </dsp:txBody>
      <dsp:txXfrm>
        <a:off x="3622035" y="3824828"/>
        <a:ext cx="1467053" cy="88023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096F2A-9F4C-436E-8D90-FCBE4D2D5E3F}">
      <dsp:nvSpPr>
        <dsp:cNvPr id="0" name=""/>
        <dsp:cNvSpPr/>
      </dsp:nvSpPr>
      <dsp:spPr>
        <a:xfrm>
          <a:off x="0" y="1808"/>
          <a:ext cx="6245265" cy="7704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9B2612-EF34-4F35-80D2-5AC726B4C60A}">
      <dsp:nvSpPr>
        <dsp:cNvPr id="0" name=""/>
        <dsp:cNvSpPr/>
      </dsp:nvSpPr>
      <dsp:spPr>
        <a:xfrm>
          <a:off x="233059" y="175158"/>
          <a:ext cx="423745" cy="42374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12C645-DC0C-477B-9FD7-D5696768BEE7}">
      <dsp:nvSpPr>
        <dsp:cNvPr id="0" name=""/>
        <dsp:cNvSpPr/>
      </dsp:nvSpPr>
      <dsp:spPr>
        <a:xfrm>
          <a:off x="889864" y="1808"/>
          <a:ext cx="5355400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b="0" i="0" kern="1200" baseline="0" dirty="0" err="1"/>
            <a:t>Reads</a:t>
          </a:r>
          <a:r>
            <a:rPr lang="fr-FR" sz="1900" b="0" i="0" kern="1200" baseline="0" dirty="0"/>
            <a:t>  </a:t>
          </a:r>
          <a:r>
            <a:rPr lang="fr-FR" sz="1900" b="0" i="0" kern="1200" baseline="0" dirty="0" err="1"/>
            <a:t>unified</a:t>
          </a:r>
          <a:r>
            <a:rPr lang="fr-FR" sz="1900" b="0" i="0" kern="1200" baseline="0" dirty="0"/>
            <a:t> CSV</a:t>
          </a:r>
          <a:endParaRPr lang="en-US" sz="1900" kern="1200" dirty="0"/>
        </a:p>
      </dsp:txBody>
      <dsp:txXfrm>
        <a:off x="889864" y="1808"/>
        <a:ext cx="5355400" cy="770445"/>
      </dsp:txXfrm>
    </dsp:sp>
    <dsp:sp modelId="{40D732D8-49DF-4C0F-8FC5-64AD0D4BA973}">
      <dsp:nvSpPr>
        <dsp:cNvPr id="0" name=""/>
        <dsp:cNvSpPr/>
      </dsp:nvSpPr>
      <dsp:spPr>
        <a:xfrm>
          <a:off x="0" y="964865"/>
          <a:ext cx="6245265" cy="7704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ABEA130-46EE-4E5B-8555-6B398D2A39BF}">
      <dsp:nvSpPr>
        <dsp:cNvPr id="0" name=""/>
        <dsp:cNvSpPr/>
      </dsp:nvSpPr>
      <dsp:spPr>
        <a:xfrm>
          <a:off x="233059" y="1138215"/>
          <a:ext cx="423745" cy="42374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5C6CEE-2717-4FF0-8F40-771AB8B7480A}">
      <dsp:nvSpPr>
        <dsp:cNvPr id="0" name=""/>
        <dsp:cNvSpPr/>
      </dsp:nvSpPr>
      <dsp:spPr>
        <a:xfrm>
          <a:off x="889864" y="964865"/>
          <a:ext cx="5355400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b="0" i="0" kern="1200" baseline="0"/>
            <a:t>Filters by ROI</a:t>
          </a:r>
          <a:endParaRPr lang="en-US" sz="1900" kern="1200"/>
        </a:p>
      </dsp:txBody>
      <dsp:txXfrm>
        <a:off x="889864" y="964865"/>
        <a:ext cx="5355400" cy="770445"/>
      </dsp:txXfrm>
    </dsp:sp>
    <dsp:sp modelId="{65CBC434-7F93-4F62-93A3-318BB805C398}">
      <dsp:nvSpPr>
        <dsp:cNvPr id="0" name=""/>
        <dsp:cNvSpPr/>
      </dsp:nvSpPr>
      <dsp:spPr>
        <a:xfrm>
          <a:off x="0" y="1927922"/>
          <a:ext cx="6245265" cy="7704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D8E45D-511D-4D29-A252-4B2C5C5F14AA}">
      <dsp:nvSpPr>
        <dsp:cNvPr id="0" name=""/>
        <dsp:cNvSpPr/>
      </dsp:nvSpPr>
      <dsp:spPr>
        <a:xfrm>
          <a:off x="233059" y="2101272"/>
          <a:ext cx="423745" cy="42374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44A58D-A147-4166-AE5B-8AA585B0877A}">
      <dsp:nvSpPr>
        <dsp:cNvPr id="0" name=""/>
        <dsp:cNvSpPr/>
      </dsp:nvSpPr>
      <dsp:spPr>
        <a:xfrm>
          <a:off x="889864" y="1927922"/>
          <a:ext cx="5355400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b="0" i="0" kern="1200" baseline="0"/>
            <a:t>Handles border extension</a:t>
          </a:r>
          <a:endParaRPr lang="en-US" sz="1900" kern="1200"/>
        </a:p>
      </dsp:txBody>
      <dsp:txXfrm>
        <a:off x="889864" y="1927922"/>
        <a:ext cx="5355400" cy="770445"/>
      </dsp:txXfrm>
    </dsp:sp>
    <dsp:sp modelId="{4D961203-B89D-475A-838E-F14DC2E7E0DE}">
      <dsp:nvSpPr>
        <dsp:cNvPr id="0" name=""/>
        <dsp:cNvSpPr/>
      </dsp:nvSpPr>
      <dsp:spPr>
        <a:xfrm>
          <a:off x="0" y="2890979"/>
          <a:ext cx="6245265" cy="7704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0DDE2E-3EB4-4DD8-B814-144E94860C17}">
      <dsp:nvSpPr>
        <dsp:cNvPr id="0" name=""/>
        <dsp:cNvSpPr/>
      </dsp:nvSpPr>
      <dsp:spPr>
        <a:xfrm>
          <a:off x="233059" y="3064329"/>
          <a:ext cx="423745" cy="42374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8C783C-BDDE-4A8A-AC5E-48922C8D3A1C}">
      <dsp:nvSpPr>
        <dsp:cNvPr id="0" name=""/>
        <dsp:cNvSpPr/>
      </dsp:nvSpPr>
      <dsp:spPr>
        <a:xfrm>
          <a:off x="889864" y="2890979"/>
          <a:ext cx="5355400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b="0" i="0" kern="1200" baseline="0"/>
            <a:t>Removes cells duplicated across channels</a:t>
          </a:r>
          <a:endParaRPr lang="en-US" sz="1900" kern="1200"/>
        </a:p>
      </dsp:txBody>
      <dsp:txXfrm>
        <a:off x="889864" y="2890979"/>
        <a:ext cx="5355400" cy="770445"/>
      </dsp:txXfrm>
    </dsp:sp>
    <dsp:sp modelId="{361F86A4-988A-4191-9DCE-9FA01614B66D}">
      <dsp:nvSpPr>
        <dsp:cNvPr id="0" name=""/>
        <dsp:cNvSpPr/>
      </dsp:nvSpPr>
      <dsp:spPr>
        <a:xfrm>
          <a:off x="0" y="3854036"/>
          <a:ext cx="6245265" cy="7704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2314BA-F6F0-4129-9FE1-80631A584BA2}">
      <dsp:nvSpPr>
        <dsp:cNvPr id="0" name=""/>
        <dsp:cNvSpPr/>
      </dsp:nvSpPr>
      <dsp:spPr>
        <a:xfrm>
          <a:off x="233059" y="4027386"/>
          <a:ext cx="423745" cy="423745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6D3EE5-2AEE-4E51-8B22-F1C9D41094E7}">
      <dsp:nvSpPr>
        <dsp:cNvPr id="0" name=""/>
        <dsp:cNvSpPr/>
      </dsp:nvSpPr>
      <dsp:spPr>
        <a:xfrm>
          <a:off x="889864" y="3854036"/>
          <a:ext cx="5355400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b="0" i="0" kern="1200" baseline="0"/>
            <a:t>Computes ROI coordinate for each cell</a:t>
          </a:r>
          <a:endParaRPr lang="en-US" sz="1900" kern="1200"/>
        </a:p>
      </dsp:txBody>
      <dsp:txXfrm>
        <a:off x="889864" y="3854036"/>
        <a:ext cx="5355400" cy="770445"/>
      </dsp:txXfrm>
    </dsp:sp>
    <dsp:sp modelId="{B07AE358-7DAA-4A66-AB51-E2DD4A40824B}">
      <dsp:nvSpPr>
        <dsp:cNvPr id="0" name=""/>
        <dsp:cNvSpPr/>
      </dsp:nvSpPr>
      <dsp:spPr>
        <a:xfrm>
          <a:off x="0" y="4817093"/>
          <a:ext cx="6245265" cy="7704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B07FD0-A677-4C13-991F-1EADF57D4115}">
      <dsp:nvSpPr>
        <dsp:cNvPr id="0" name=""/>
        <dsp:cNvSpPr/>
      </dsp:nvSpPr>
      <dsp:spPr>
        <a:xfrm>
          <a:off x="233059" y="4990443"/>
          <a:ext cx="423745" cy="423745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929B48-CA31-486B-9380-EE2F3647C536}">
      <dsp:nvSpPr>
        <dsp:cNvPr id="0" name=""/>
        <dsp:cNvSpPr/>
      </dsp:nvSpPr>
      <dsp:spPr>
        <a:xfrm>
          <a:off x="889864" y="4817093"/>
          <a:ext cx="5355400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b="0" i="0" kern="1200" baseline="0"/>
            <a:t>Produces output exactly in DeepCellMap’s expected format</a:t>
          </a:r>
          <a:endParaRPr lang="en-US" sz="1900" kern="1200"/>
        </a:p>
      </dsp:txBody>
      <dsp:txXfrm>
        <a:off x="889864" y="4817093"/>
        <a:ext cx="5355400" cy="77044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96C9E8-2D0F-4597-8C7C-A8DDC7DDBC6D}">
      <dsp:nvSpPr>
        <dsp:cNvPr id="0" name=""/>
        <dsp:cNvSpPr/>
      </dsp:nvSpPr>
      <dsp:spPr>
        <a:xfrm>
          <a:off x="3735" y="680800"/>
          <a:ext cx="2022288" cy="2831204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7665" tIns="330200" rIns="157665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b="0" i="0" kern="1200" baseline="0"/>
            <a:t>Filtering TSV based on x_img/y_img within ROI</a:t>
          </a:r>
          <a:endParaRPr lang="en-US" sz="1800" kern="1200"/>
        </a:p>
      </dsp:txBody>
      <dsp:txXfrm>
        <a:off x="3735" y="1756658"/>
        <a:ext cx="2022288" cy="1698722"/>
      </dsp:txXfrm>
    </dsp:sp>
    <dsp:sp modelId="{88365EB0-4710-476C-9092-867D9C04E292}">
      <dsp:nvSpPr>
        <dsp:cNvPr id="0" name=""/>
        <dsp:cNvSpPr/>
      </dsp:nvSpPr>
      <dsp:spPr>
        <a:xfrm>
          <a:off x="590198" y="963920"/>
          <a:ext cx="849361" cy="849361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220" tIns="12700" rIns="66220" bIns="127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1</a:t>
          </a:r>
        </a:p>
      </dsp:txBody>
      <dsp:txXfrm>
        <a:off x="714584" y="1088306"/>
        <a:ext cx="600589" cy="600589"/>
      </dsp:txXfrm>
    </dsp:sp>
    <dsp:sp modelId="{38BF3A99-BB75-4504-B801-980C6A244BB9}">
      <dsp:nvSpPr>
        <dsp:cNvPr id="0" name=""/>
        <dsp:cNvSpPr/>
      </dsp:nvSpPr>
      <dsp:spPr>
        <a:xfrm>
          <a:off x="3735" y="3511932"/>
          <a:ext cx="2022288" cy="72"/>
        </a:xfrm>
        <a:prstGeom prst="rect">
          <a:avLst/>
        </a:prstGeom>
        <a:solidFill>
          <a:schemeClr val="accent2">
            <a:hueOff val="715957"/>
            <a:satOff val="-2055"/>
            <a:lumOff val="-3290"/>
            <a:alphaOff val="0"/>
          </a:schemeClr>
        </a:solidFill>
        <a:ln w="19050" cap="flat" cmpd="sng" algn="ctr">
          <a:solidFill>
            <a:schemeClr val="accent2">
              <a:hueOff val="715957"/>
              <a:satOff val="-2055"/>
              <a:lumOff val="-329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1356C9-18B7-481A-8A3C-98190865A803}">
      <dsp:nvSpPr>
        <dsp:cNvPr id="0" name=""/>
        <dsp:cNvSpPr/>
      </dsp:nvSpPr>
      <dsp:spPr>
        <a:xfrm>
          <a:off x="2228252" y="680800"/>
          <a:ext cx="2022288" cy="2831204"/>
        </a:xfrm>
        <a:prstGeom prst="rect">
          <a:avLst/>
        </a:prstGeom>
        <a:solidFill>
          <a:schemeClr val="accent2">
            <a:tint val="40000"/>
            <a:alpha val="90000"/>
            <a:hueOff val="1683680"/>
            <a:satOff val="-15558"/>
            <a:lumOff val="-1754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1683680"/>
              <a:satOff val="-15558"/>
              <a:lumOff val="-175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7665" tIns="330200" rIns="157665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b="0" i="0" kern="1200" baseline="0"/>
            <a:t>Filtering border cells outside the ROI but inside border window</a:t>
          </a:r>
          <a:endParaRPr lang="en-US" sz="1800" kern="1200"/>
        </a:p>
      </dsp:txBody>
      <dsp:txXfrm>
        <a:off x="2228252" y="1756658"/>
        <a:ext cx="2022288" cy="1698722"/>
      </dsp:txXfrm>
    </dsp:sp>
    <dsp:sp modelId="{FDE941F9-2C73-463E-980C-19CE3B817074}">
      <dsp:nvSpPr>
        <dsp:cNvPr id="0" name=""/>
        <dsp:cNvSpPr/>
      </dsp:nvSpPr>
      <dsp:spPr>
        <a:xfrm>
          <a:off x="2814716" y="963920"/>
          <a:ext cx="849361" cy="849361"/>
        </a:xfrm>
        <a:prstGeom prst="ellipse">
          <a:avLst/>
        </a:prstGeom>
        <a:solidFill>
          <a:schemeClr val="accent2">
            <a:hueOff val="1431914"/>
            <a:satOff val="-4110"/>
            <a:lumOff val="-6580"/>
            <a:alphaOff val="0"/>
          </a:schemeClr>
        </a:solidFill>
        <a:ln w="19050" cap="flat" cmpd="sng" algn="ctr">
          <a:solidFill>
            <a:schemeClr val="accent2">
              <a:hueOff val="1431914"/>
              <a:satOff val="-4110"/>
              <a:lumOff val="-658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220" tIns="12700" rIns="66220" bIns="127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2</a:t>
          </a:r>
        </a:p>
      </dsp:txBody>
      <dsp:txXfrm>
        <a:off x="2939102" y="1088306"/>
        <a:ext cx="600589" cy="600589"/>
      </dsp:txXfrm>
    </dsp:sp>
    <dsp:sp modelId="{801E9E89-E0EB-4209-860C-4CFB680F1EFF}">
      <dsp:nvSpPr>
        <dsp:cNvPr id="0" name=""/>
        <dsp:cNvSpPr/>
      </dsp:nvSpPr>
      <dsp:spPr>
        <a:xfrm>
          <a:off x="2228252" y="3511932"/>
          <a:ext cx="2022288" cy="72"/>
        </a:xfrm>
        <a:prstGeom prst="rect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accent2">
              <a:hueOff val="2147871"/>
              <a:satOff val="-6164"/>
              <a:lumOff val="-987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AA8A34-1B9C-4806-9FB1-5CFA488A7AAA}">
      <dsp:nvSpPr>
        <dsp:cNvPr id="0" name=""/>
        <dsp:cNvSpPr/>
      </dsp:nvSpPr>
      <dsp:spPr>
        <a:xfrm>
          <a:off x="4452770" y="680800"/>
          <a:ext cx="2022288" cy="2831204"/>
        </a:xfrm>
        <a:prstGeom prst="rect">
          <a:avLst/>
        </a:prstGeom>
        <a:solidFill>
          <a:schemeClr val="accent2">
            <a:tint val="40000"/>
            <a:alpha val="90000"/>
            <a:hueOff val="3367359"/>
            <a:satOff val="-31116"/>
            <a:lumOff val="-3508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3367359"/>
              <a:satOff val="-31116"/>
              <a:lumOff val="-350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7665" tIns="330200" rIns="157665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b="0" i="0" kern="1200" baseline="0"/>
            <a:t>Computing x_roi_w_borders and y_roi_w_borders</a:t>
          </a:r>
          <a:endParaRPr lang="en-US" sz="1800" kern="1200"/>
        </a:p>
      </dsp:txBody>
      <dsp:txXfrm>
        <a:off x="4452770" y="1756658"/>
        <a:ext cx="2022288" cy="1698722"/>
      </dsp:txXfrm>
    </dsp:sp>
    <dsp:sp modelId="{D00644BF-0E7E-46C7-80A2-66A70DF0DF50}">
      <dsp:nvSpPr>
        <dsp:cNvPr id="0" name=""/>
        <dsp:cNvSpPr/>
      </dsp:nvSpPr>
      <dsp:spPr>
        <a:xfrm>
          <a:off x="5039233" y="963920"/>
          <a:ext cx="849361" cy="849361"/>
        </a:xfrm>
        <a:prstGeom prst="ellipse">
          <a:avLst/>
        </a:prstGeom>
        <a:solidFill>
          <a:schemeClr val="accent2">
            <a:hueOff val="2863828"/>
            <a:satOff val="-8219"/>
            <a:lumOff val="-13160"/>
            <a:alphaOff val="0"/>
          </a:schemeClr>
        </a:solidFill>
        <a:ln w="19050" cap="flat" cmpd="sng" algn="ctr">
          <a:solidFill>
            <a:schemeClr val="accent2">
              <a:hueOff val="2863828"/>
              <a:satOff val="-8219"/>
              <a:lumOff val="-1316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220" tIns="12700" rIns="66220" bIns="127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3</a:t>
          </a:r>
        </a:p>
      </dsp:txBody>
      <dsp:txXfrm>
        <a:off x="5163619" y="1088306"/>
        <a:ext cx="600589" cy="600589"/>
      </dsp:txXfrm>
    </dsp:sp>
    <dsp:sp modelId="{41017616-4EA5-4F8A-BEC3-B510A21CA0B9}">
      <dsp:nvSpPr>
        <dsp:cNvPr id="0" name=""/>
        <dsp:cNvSpPr/>
      </dsp:nvSpPr>
      <dsp:spPr>
        <a:xfrm>
          <a:off x="4452770" y="3511932"/>
          <a:ext cx="2022288" cy="72"/>
        </a:xfrm>
        <a:prstGeom prst="rect">
          <a:avLst/>
        </a:prstGeom>
        <a:solidFill>
          <a:schemeClr val="accent2">
            <a:hueOff val="3579786"/>
            <a:satOff val="-10274"/>
            <a:lumOff val="-16449"/>
            <a:alphaOff val="0"/>
          </a:schemeClr>
        </a:solidFill>
        <a:ln w="19050" cap="flat" cmpd="sng" algn="ctr">
          <a:solidFill>
            <a:schemeClr val="accent2">
              <a:hueOff val="3579786"/>
              <a:satOff val="-10274"/>
              <a:lumOff val="-1644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096D40-37FB-407D-8AA7-B31F0AF057D7}">
      <dsp:nvSpPr>
        <dsp:cNvPr id="0" name=""/>
        <dsp:cNvSpPr/>
      </dsp:nvSpPr>
      <dsp:spPr>
        <a:xfrm>
          <a:off x="6677287" y="680800"/>
          <a:ext cx="2022288" cy="2831204"/>
        </a:xfrm>
        <a:prstGeom prst="rect">
          <a:avLst/>
        </a:prstGeom>
        <a:solidFill>
          <a:schemeClr val="accent2">
            <a:tint val="40000"/>
            <a:alpha val="90000"/>
            <a:hueOff val="5051039"/>
            <a:satOff val="-46674"/>
            <a:lumOff val="-5261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5051039"/>
              <a:satOff val="-46674"/>
              <a:lumOff val="-526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7665" tIns="330200" rIns="157665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b="0" i="0" kern="1200" baseline="0"/>
            <a:t>Ensuring no doubled cells</a:t>
          </a:r>
          <a:endParaRPr lang="en-US" sz="1800" kern="1200"/>
        </a:p>
      </dsp:txBody>
      <dsp:txXfrm>
        <a:off x="6677287" y="1756658"/>
        <a:ext cx="2022288" cy="1698722"/>
      </dsp:txXfrm>
    </dsp:sp>
    <dsp:sp modelId="{23078289-7044-4798-BFB9-F80EF4353CA2}">
      <dsp:nvSpPr>
        <dsp:cNvPr id="0" name=""/>
        <dsp:cNvSpPr/>
      </dsp:nvSpPr>
      <dsp:spPr>
        <a:xfrm>
          <a:off x="7263751" y="963920"/>
          <a:ext cx="849361" cy="849361"/>
        </a:xfrm>
        <a:prstGeom prst="ellipse">
          <a:avLst/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accent2">
              <a:hueOff val="4295743"/>
              <a:satOff val="-12329"/>
              <a:lumOff val="-1973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220" tIns="12700" rIns="66220" bIns="127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4</a:t>
          </a:r>
        </a:p>
      </dsp:txBody>
      <dsp:txXfrm>
        <a:off x="7388137" y="1088306"/>
        <a:ext cx="600589" cy="600589"/>
      </dsp:txXfrm>
    </dsp:sp>
    <dsp:sp modelId="{6405EADB-2A7F-4423-A45E-42D82AAD06F9}">
      <dsp:nvSpPr>
        <dsp:cNvPr id="0" name=""/>
        <dsp:cNvSpPr/>
      </dsp:nvSpPr>
      <dsp:spPr>
        <a:xfrm>
          <a:off x="6677287" y="3511932"/>
          <a:ext cx="2022288" cy="72"/>
        </a:xfrm>
        <a:prstGeom prst="rect">
          <a:avLst/>
        </a:prstGeom>
        <a:solidFill>
          <a:schemeClr val="accent2">
            <a:hueOff val="5011700"/>
            <a:satOff val="-14383"/>
            <a:lumOff val="-23029"/>
            <a:alphaOff val="0"/>
          </a:schemeClr>
        </a:solidFill>
        <a:ln w="19050" cap="flat" cmpd="sng" algn="ctr">
          <a:solidFill>
            <a:schemeClr val="accent2">
              <a:hueOff val="5011700"/>
              <a:satOff val="-14383"/>
              <a:lumOff val="-2302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88BE03-AB96-48D2-BAAF-662828746BF1}">
      <dsp:nvSpPr>
        <dsp:cNvPr id="0" name=""/>
        <dsp:cNvSpPr/>
      </dsp:nvSpPr>
      <dsp:spPr>
        <a:xfrm>
          <a:off x="8901805" y="680800"/>
          <a:ext cx="2022288" cy="2831204"/>
        </a:xfrm>
        <a:prstGeom prst="rect">
          <a:avLst/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7665" tIns="330200" rIns="157665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b="0" i="0" kern="1200" baseline="0"/>
            <a:t>Using pixel-level coordinates instead of tile-based indexes</a:t>
          </a:r>
          <a:endParaRPr lang="en-US" sz="1800" kern="1200"/>
        </a:p>
      </dsp:txBody>
      <dsp:txXfrm>
        <a:off x="8901805" y="1756658"/>
        <a:ext cx="2022288" cy="1698722"/>
      </dsp:txXfrm>
    </dsp:sp>
    <dsp:sp modelId="{BBB7C7C4-F061-4B0E-8EE8-7CB1E5AEDBC0}">
      <dsp:nvSpPr>
        <dsp:cNvPr id="0" name=""/>
        <dsp:cNvSpPr/>
      </dsp:nvSpPr>
      <dsp:spPr>
        <a:xfrm>
          <a:off x="9488268" y="963920"/>
          <a:ext cx="849361" cy="849361"/>
        </a:xfrm>
        <a:prstGeom prst="ellipse">
          <a:avLst/>
        </a:prstGeom>
        <a:solidFill>
          <a:schemeClr val="accent2">
            <a:hueOff val="5727657"/>
            <a:satOff val="-16438"/>
            <a:lumOff val="-26319"/>
            <a:alphaOff val="0"/>
          </a:schemeClr>
        </a:solidFill>
        <a:ln w="19050" cap="flat" cmpd="sng" algn="ctr">
          <a:solidFill>
            <a:schemeClr val="accent2">
              <a:hueOff val="5727657"/>
              <a:satOff val="-16438"/>
              <a:lumOff val="-2631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220" tIns="12700" rIns="66220" bIns="127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5</a:t>
          </a:r>
        </a:p>
      </dsp:txBody>
      <dsp:txXfrm>
        <a:off x="9612654" y="1088306"/>
        <a:ext cx="600589" cy="600589"/>
      </dsp:txXfrm>
    </dsp:sp>
    <dsp:sp modelId="{C5CC3A04-498D-460B-BDF6-66B4A06EE2B4}">
      <dsp:nvSpPr>
        <dsp:cNvPr id="0" name=""/>
        <dsp:cNvSpPr/>
      </dsp:nvSpPr>
      <dsp:spPr>
        <a:xfrm>
          <a:off x="8901805" y="3511932"/>
          <a:ext cx="2022288" cy="72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974DB4-E415-4B55-B47F-3031CA3E1DEF}">
      <dsp:nvSpPr>
        <dsp:cNvPr id="0" name=""/>
        <dsp:cNvSpPr/>
      </dsp:nvSpPr>
      <dsp:spPr>
        <a:xfrm>
          <a:off x="0" y="554899"/>
          <a:ext cx="6666833" cy="56628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200" b="1" kern="1200"/>
            <a:t>✔ Full data engineering pipeline for ImmuCAN</a:t>
          </a:r>
          <a:endParaRPr lang="en-US" sz="2200" kern="1200"/>
        </a:p>
      </dsp:txBody>
      <dsp:txXfrm>
        <a:off x="27644" y="582543"/>
        <a:ext cx="6611545" cy="510992"/>
      </dsp:txXfrm>
    </dsp:sp>
    <dsp:sp modelId="{B364CC97-DA36-4C75-917B-4E46852A5B83}">
      <dsp:nvSpPr>
        <dsp:cNvPr id="0" name=""/>
        <dsp:cNvSpPr/>
      </dsp:nvSpPr>
      <dsp:spPr>
        <a:xfrm>
          <a:off x="0" y="1184539"/>
          <a:ext cx="6666833" cy="566280"/>
        </a:xfrm>
        <a:prstGeom prst="roundRect">
          <a:avLst/>
        </a:prstGeom>
        <a:gradFill rotWithShape="0">
          <a:gsLst>
            <a:gs pos="0">
              <a:schemeClr val="accent5">
                <a:hueOff val="-2025358"/>
                <a:satOff val="-138"/>
                <a:lumOff val="32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2025358"/>
                <a:satOff val="-138"/>
                <a:lumOff val="32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2025358"/>
                <a:satOff val="-138"/>
                <a:lumOff val="32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200" b="1" kern="1200"/>
            <a:t>✔ Full QPTIFF image I/O and ROI support</a:t>
          </a:r>
          <a:endParaRPr lang="en-US" sz="2200" kern="1200"/>
        </a:p>
      </dsp:txBody>
      <dsp:txXfrm>
        <a:off x="27644" y="1212183"/>
        <a:ext cx="6611545" cy="510992"/>
      </dsp:txXfrm>
    </dsp:sp>
    <dsp:sp modelId="{3970726E-5500-40F4-8D4B-A2B3CB5A0267}">
      <dsp:nvSpPr>
        <dsp:cNvPr id="0" name=""/>
        <dsp:cNvSpPr/>
      </dsp:nvSpPr>
      <dsp:spPr>
        <a:xfrm>
          <a:off x="0" y="1814179"/>
          <a:ext cx="6666833" cy="566280"/>
        </a:xfrm>
        <a:prstGeom prst="roundRect">
          <a:avLst/>
        </a:prstGeom>
        <a:gradFill rotWithShape="0">
          <a:gsLst>
            <a:gs pos="0">
              <a:schemeClr val="accent5">
                <a:hueOff val="-4050717"/>
                <a:satOff val="-275"/>
                <a:lumOff val="65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4050717"/>
                <a:satOff val="-275"/>
                <a:lumOff val="65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4050717"/>
                <a:satOff val="-275"/>
                <a:lumOff val="65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200" b="1" kern="1200"/>
            <a:t>✔ Full tissue mask + cell mask pipeline</a:t>
          </a:r>
          <a:endParaRPr lang="en-US" sz="2200" kern="1200"/>
        </a:p>
      </dsp:txBody>
      <dsp:txXfrm>
        <a:off x="27644" y="1841823"/>
        <a:ext cx="6611545" cy="510992"/>
      </dsp:txXfrm>
    </dsp:sp>
    <dsp:sp modelId="{E7DE9A3B-8786-444C-A659-FB9652F4D75E}">
      <dsp:nvSpPr>
        <dsp:cNvPr id="0" name=""/>
        <dsp:cNvSpPr/>
      </dsp:nvSpPr>
      <dsp:spPr>
        <a:xfrm>
          <a:off x="0" y="2443819"/>
          <a:ext cx="6666833" cy="566280"/>
        </a:xfrm>
        <a:prstGeom prst="roundRect">
          <a:avLst/>
        </a:prstGeom>
        <a:gradFill rotWithShape="0">
          <a:gsLst>
            <a:gs pos="0">
              <a:schemeClr val="accent5">
                <a:hueOff val="-6076075"/>
                <a:satOff val="-413"/>
                <a:lumOff val="98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076075"/>
                <a:satOff val="-413"/>
                <a:lumOff val="98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076075"/>
                <a:satOff val="-413"/>
                <a:lumOff val="98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200" b="1" kern="1200"/>
            <a:t>✔ TSV integration &amp; phenotype conversion system</a:t>
          </a:r>
          <a:endParaRPr lang="en-US" sz="2200" kern="1200"/>
        </a:p>
      </dsp:txBody>
      <dsp:txXfrm>
        <a:off x="27644" y="2471463"/>
        <a:ext cx="6611545" cy="510992"/>
      </dsp:txXfrm>
    </dsp:sp>
    <dsp:sp modelId="{1F1BD04C-CECC-4D9F-97E8-FAD2D8CC748A}">
      <dsp:nvSpPr>
        <dsp:cNvPr id="0" name=""/>
        <dsp:cNvSpPr/>
      </dsp:nvSpPr>
      <dsp:spPr>
        <a:xfrm>
          <a:off x="0" y="3073460"/>
          <a:ext cx="6666833" cy="566280"/>
        </a:xfrm>
        <a:prstGeom prst="roundRect">
          <a:avLst/>
        </a:prstGeom>
        <a:gradFill rotWithShape="0">
          <a:gsLst>
            <a:gs pos="0">
              <a:schemeClr val="accent5">
                <a:hueOff val="-8101434"/>
                <a:satOff val="-551"/>
                <a:lumOff val="130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8101434"/>
                <a:satOff val="-551"/>
                <a:lumOff val="130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8101434"/>
                <a:satOff val="-551"/>
                <a:lumOff val="130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200" b="1" kern="1200"/>
            <a:t>✔ Full cell table extraction</a:t>
          </a:r>
          <a:endParaRPr lang="en-US" sz="2200" kern="1200"/>
        </a:p>
      </dsp:txBody>
      <dsp:txXfrm>
        <a:off x="27644" y="3101104"/>
        <a:ext cx="6611545" cy="510992"/>
      </dsp:txXfrm>
    </dsp:sp>
    <dsp:sp modelId="{23004DB4-A063-45DA-83AE-2D05B6923621}">
      <dsp:nvSpPr>
        <dsp:cNvPr id="0" name=""/>
        <dsp:cNvSpPr/>
      </dsp:nvSpPr>
      <dsp:spPr>
        <a:xfrm>
          <a:off x="0" y="3703100"/>
          <a:ext cx="6666833" cy="566280"/>
        </a:xfrm>
        <a:prstGeom prst="roundRect">
          <a:avLst/>
        </a:prstGeom>
        <a:gradFill rotWithShape="0">
          <a:gsLst>
            <a:gs pos="0">
              <a:schemeClr val="accent5">
                <a:hueOff val="-10126791"/>
                <a:satOff val="-688"/>
                <a:lumOff val="163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0126791"/>
                <a:satOff val="-688"/>
                <a:lumOff val="163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0126791"/>
                <a:satOff val="-688"/>
                <a:lumOff val="163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200" b="1" kern="1200"/>
            <a:t>✔ Colocalisation + DBSCAN + statistics</a:t>
          </a:r>
          <a:endParaRPr lang="en-US" sz="2200" kern="1200"/>
        </a:p>
      </dsp:txBody>
      <dsp:txXfrm>
        <a:off x="27644" y="3730744"/>
        <a:ext cx="6611545" cy="510992"/>
      </dsp:txXfrm>
    </dsp:sp>
    <dsp:sp modelId="{B887B735-EFB5-4A13-90A7-D27E4779DEA0}">
      <dsp:nvSpPr>
        <dsp:cNvPr id="0" name=""/>
        <dsp:cNvSpPr/>
      </dsp:nvSpPr>
      <dsp:spPr>
        <a:xfrm>
          <a:off x="0" y="4332740"/>
          <a:ext cx="6666833" cy="566280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200" b="1" kern="1200"/>
            <a:t>✔ Adapted DeepCellMap to run on a new dataset</a:t>
          </a:r>
          <a:endParaRPr lang="en-US" sz="2200" kern="1200"/>
        </a:p>
      </dsp:txBody>
      <dsp:txXfrm>
        <a:off x="27644" y="4360384"/>
        <a:ext cx="6611545" cy="51099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2BD0EA-621B-4076-A85F-317FAD075630}">
      <dsp:nvSpPr>
        <dsp:cNvPr id="0" name=""/>
        <dsp:cNvSpPr/>
      </dsp:nvSpPr>
      <dsp:spPr>
        <a:xfrm>
          <a:off x="0" y="509871"/>
          <a:ext cx="6666833" cy="838451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100" b="0" i="0" kern="1200" baseline="0"/>
            <a:t>DeepCellMap now works on ImmuCAN Specefic ROI</a:t>
          </a:r>
          <a:endParaRPr lang="en-US" sz="2100" kern="1200"/>
        </a:p>
      </dsp:txBody>
      <dsp:txXfrm>
        <a:off x="40930" y="550801"/>
        <a:ext cx="6584973" cy="756591"/>
      </dsp:txXfrm>
    </dsp:sp>
    <dsp:sp modelId="{D48CC4D5-8A8A-4AFA-AC86-F9F27498D6A8}">
      <dsp:nvSpPr>
        <dsp:cNvPr id="0" name=""/>
        <dsp:cNvSpPr/>
      </dsp:nvSpPr>
      <dsp:spPr>
        <a:xfrm>
          <a:off x="0" y="1408803"/>
          <a:ext cx="6666833" cy="838451"/>
        </a:xfrm>
        <a:prstGeom prst="roundRect">
          <a:avLst/>
        </a:prstGeom>
        <a:gradFill rotWithShape="0">
          <a:gsLst>
            <a:gs pos="0">
              <a:schemeClr val="accent2">
                <a:hueOff val="1610903"/>
                <a:satOff val="-4623"/>
                <a:lumOff val="-740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1610903"/>
                <a:satOff val="-4623"/>
                <a:lumOff val="-740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1610903"/>
                <a:satOff val="-4623"/>
                <a:lumOff val="-740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100" b="0" i="0" kern="1200" baseline="0"/>
            <a:t>We created a new version of the entire pipeline</a:t>
          </a:r>
          <a:endParaRPr lang="en-US" sz="2100" kern="1200"/>
        </a:p>
      </dsp:txBody>
      <dsp:txXfrm>
        <a:off x="40930" y="1449733"/>
        <a:ext cx="6584973" cy="756591"/>
      </dsp:txXfrm>
    </dsp:sp>
    <dsp:sp modelId="{FBDD7826-BE5B-4B94-82EB-36C2E0AFE097}">
      <dsp:nvSpPr>
        <dsp:cNvPr id="0" name=""/>
        <dsp:cNvSpPr/>
      </dsp:nvSpPr>
      <dsp:spPr>
        <a:xfrm>
          <a:off x="0" y="2307734"/>
          <a:ext cx="6666833" cy="838451"/>
        </a:xfrm>
        <a:prstGeom prst="roundRect">
          <a:avLst/>
        </a:prstGeom>
        <a:gradFill rotWithShape="0">
          <a:gsLst>
            <a:gs pos="0">
              <a:schemeClr val="accent2">
                <a:hueOff val="3221807"/>
                <a:satOff val="-9246"/>
                <a:lumOff val="-148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221807"/>
                <a:satOff val="-9246"/>
                <a:lumOff val="-148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221807"/>
                <a:satOff val="-9246"/>
                <a:lumOff val="-148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100" b="0" i="0" kern="1200" baseline="0"/>
            <a:t>Results ready for downstream biomarker discovery</a:t>
          </a:r>
          <a:endParaRPr lang="en-US" sz="2100" kern="1200"/>
        </a:p>
      </dsp:txBody>
      <dsp:txXfrm>
        <a:off x="40930" y="2348664"/>
        <a:ext cx="6584973" cy="756591"/>
      </dsp:txXfrm>
    </dsp:sp>
    <dsp:sp modelId="{3A898821-2063-430B-80F3-4361FA2C8184}">
      <dsp:nvSpPr>
        <dsp:cNvPr id="0" name=""/>
        <dsp:cNvSpPr/>
      </dsp:nvSpPr>
      <dsp:spPr>
        <a:xfrm>
          <a:off x="0" y="3206665"/>
          <a:ext cx="6666833" cy="838451"/>
        </a:xfrm>
        <a:prstGeom prst="roundRect">
          <a:avLst/>
        </a:prstGeom>
        <a:gradFill rotWithShape="0">
          <a:gsLst>
            <a:gs pos="0">
              <a:schemeClr val="accent2">
                <a:hueOff val="4832710"/>
                <a:satOff val="-13870"/>
                <a:lumOff val="-2220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832710"/>
                <a:satOff val="-13870"/>
                <a:lumOff val="-2220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832710"/>
                <a:satOff val="-13870"/>
                <a:lumOff val="-2220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100" kern="1200"/>
            <a:t>In next </a:t>
          </a:r>
          <a:r>
            <a:rPr lang="fr-FR" sz="2100" b="0" i="0" kern="1200" baseline="0"/>
            <a:t>Work we try to apply at scale to full image and then full cohorts</a:t>
          </a:r>
          <a:endParaRPr lang="en-US" sz="2100" kern="1200"/>
        </a:p>
      </dsp:txBody>
      <dsp:txXfrm>
        <a:off x="40930" y="3247595"/>
        <a:ext cx="6584973" cy="756591"/>
      </dsp:txXfrm>
    </dsp:sp>
    <dsp:sp modelId="{5C137C91-2985-4E97-8689-481E8E6F0D09}">
      <dsp:nvSpPr>
        <dsp:cNvPr id="0" name=""/>
        <dsp:cNvSpPr/>
      </dsp:nvSpPr>
      <dsp:spPr>
        <a:xfrm>
          <a:off x="0" y="4105596"/>
          <a:ext cx="6666833" cy="838451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100" kern="1200"/>
            <a:t>There is problem with borders which cused black border in 2 side of th images that we will work on to fix it</a:t>
          </a:r>
          <a:endParaRPr lang="en-US" sz="2100" kern="1200"/>
        </a:p>
      </dsp:txBody>
      <dsp:txXfrm>
        <a:off x="40930" y="4146526"/>
        <a:ext cx="6584973" cy="75659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C68138-4439-4C46-B6EF-DDA67EFD27F6}" type="datetimeFigureOut">
              <a:rPr lang="fr-FR" smtClean="0"/>
              <a:t>27/11/2025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CF5116-EEFD-4D6C-A979-25E883C3296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582376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8D18E0B9-48E4-499D-93B2-B07D00395BAC}" type="slidenum">
              <a:rPr lang="fr-FR" smtClean="0"/>
              <a:t>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784613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28928-3B9C-F1E7-C383-EE7D65528C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A0EE92-C72F-5D9F-32B7-4EC510DE06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B7F30C-3719-0299-C765-4898917AD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5C62C-EF29-40A9-AAC7-54DCCDEC7399}" type="datetimeFigureOut">
              <a:rPr lang="fr-FR" smtClean="0"/>
              <a:t>27/11/2025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8CD911-B864-06D5-5655-CD54433E7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37D080-1039-A5F7-B881-F3A526311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43956-B6F0-4494-ADC7-56084F6468E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510178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82C67-6D17-D793-C931-35ECADFE0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A71355-95E7-5D28-1872-FED0EDB675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DDB7A5-A4AB-75A2-772C-381279E70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5C62C-EF29-40A9-AAC7-54DCCDEC7399}" type="datetimeFigureOut">
              <a:rPr lang="fr-FR" smtClean="0"/>
              <a:t>27/11/2025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CA24BF-8C7D-1A5E-23CE-25056080E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9D4445-9B8E-E412-CEA6-4E85743D8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43956-B6F0-4494-ADC7-56084F6468E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150973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F5A97-FB71-CB4D-F095-776E86321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DE6294-0FC6-90BB-B525-5C3C93CF54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0333E9-AC72-D6C2-E8AE-18ED705F0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5C62C-EF29-40A9-AAC7-54DCCDEC7399}" type="datetimeFigureOut">
              <a:rPr lang="fr-FR" smtClean="0"/>
              <a:t>27/11/2025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0D5196-9DDC-E239-A85C-063B2D963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F3EA3-98A3-12B5-1FAF-63104A49F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43956-B6F0-4494-ADC7-56084F6468E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224405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04836-DF00-4793-72B1-F5066F2B3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010153-EFB6-1CAF-E333-14215D2FD0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FEA35C-0E51-42D8-066C-35301A5EF0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CE72DA-C887-9522-E9E9-B2044F01F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5C62C-EF29-40A9-AAC7-54DCCDEC7399}" type="datetimeFigureOut">
              <a:rPr lang="fr-FR" smtClean="0"/>
              <a:t>27/11/2025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53C5B0-EE2A-7C4C-B0EB-2A8752F49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DE514-7F3B-DCFD-6D0C-2C78CDD26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43956-B6F0-4494-ADC7-56084F6468E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942674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0DAE0-AA5F-DBAE-5692-185224239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88EF2C-80D3-D969-8351-495EA6DFCF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894E4D-6D22-1E7D-2A1A-2A1ADF8ED3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BA06C5-E96B-FEF3-AB98-418F9714B4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98C8E6-A51C-1A9D-CF39-B2683CA250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0E2F5F-FC0E-67A4-7AC6-F071EBDA0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5C62C-EF29-40A9-AAC7-54DCCDEC7399}" type="datetimeFigureOut">
              <a:rPr lang="fr-FR" smtClean="0"/>
              <a:t>27/11/2025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631C91-CBFB-239A-9F36-45C9CF83B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50F767-01F9-FB81-3C52-883DB4930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43956-B6F0-4494-ADC7-56084F6468E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656836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939D0-83C6-3636-70A4-B036F4879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DFD949-8473-8155-FA40-4DB923F45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5C62C-EF29-40A9-AAC7-54DCCDEC7399}" type="datetimeFigureOut">
              <a:rPr lang="fr-FR" smtClean="0"/>
              <a:t>27/11/2025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03F21E-0164-4F29-0FD7-0EC986121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F20393-2C6D-B821-3AE8-929091E96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43956-B6F0-4494-ADC7-56084F6468E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40353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427BD8-2A54-3C35-6D9E-62ECF7E2E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5C62C-EF29-40A9-AAC7-54DCCDEC7399}" type="datetimeFigureOut">
              <a:rPr lang="fr-FR" smtClean="0"/>
              <a:t>27/11/2025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4EC0B3-CC75-76E2-9B26-7E92B8114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FF079A-30A8-1079-B665-2E6498562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43956-B6F0-4494-ADC7-56084F6468E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883458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F812E-09FE-A0D6-9E89-579E9B6010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0C5A4A-9A2F-2F06-0105-24A6477297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5FE5CF-E4EB-0186-253B-8E110F63BA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1F0A30-1DEC-7DAD-D6DC-12865D28A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5C62C-EF29-40A9-AAC7-54DCCDEC7399}" type="datetimeFigureOut">
              <a:rPr lang="fr-FR" smtClean="0"/>
              <a:t>27/11/2025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E22645-5804-8FA4-5D97-86019D981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DC433A-9ADE-1438-4BEB-60D08ADD9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43956-B6F0-4494-ADC7-56084F6468E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929158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F42B0-D3F5-79C2-0B82-2D78F0290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BB3625-16D5-5FE0-AEDE-4092A586B8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34E14D-C44E-0EBF-55B0-01A5E8FF16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FB9462-D0C7-1FB6-F686-78C21B7A7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5C62C-EF29-40A9-AAC7-54DCCDEC7399}" type="datetimeFigureOut">
              <a:rPr lang="fr-FR" smtClean="0"/>
              <a:t>27/11/2025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B223B6-881D-2416-531C-9479E4347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F8BF5F-40FC-638E-1335-BC470A482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43956-B6F0-4494-ADC7-56084F6468E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277708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D117C-D75C-9575-01DD-7DD395AF1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23E2E4-300B-563A-01DD-09EB790D4E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70B0A5-1F59-C738-87D7-E5260730A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5C62C-EF29-40A9-AAC7-54DCCDEC7399}" type="datetimeFigureOut">
              <a:rPr lang="fr-FR" smtClean="0"/>
              <a:t>27/11/2025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378E12-DED6-D04D-858E-BD8D1FCF0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E69656-90E6-FDB3-FB2B-CD6843E9F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43956-B6F0-4494-ADC7-56084F6468E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22088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7BEBE9-4668-8AD1-4709-3B0E7D42CB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8B1CB8-0F81-8C7E-E533-D7CBA815A9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947B79-4CE7-3588-3AEA-15B6F38A4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5C62C-EF29-40A9-AAC7-54DCCDEC7399}" type="datetimeFigureOut">
              <a:rPr lang="fr-FR" smtClean="0"/>
              <a:t>27/11/2025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31198C-455C-7ABD-2B56-096BE7A0F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ADC647-17D0-FB54-42B8-C3563D2BE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43956-B6F0-4494-ADC7-56084F6468E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804517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e et image du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8">
            <a:extLst>
              <a:ext uri="{FF2B5EF4-FFF2-40B4-BE49-F238E27FC236}">
                <a16:creationId xmlns:a16="http://schemas.microsoft.com/office/drawing/2014/main" id="{71D49246-C641-C3BA-F07B-89FFC6CDAE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853439"/>
            <a:ext cx="4802373" cy="2833689"/>
          </a:xfrm>
        </p:spPr>
        <p:txBody>
          <a:bodyPr rIns="914400" rtlCol="0" anchor="b"/>
          <a:lstStyle>
            <a:lvl1pPr>
              <a:defRPr lang="fr-FR" sz="4800"/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11" name="Espace réservé du contenu 10">
            <a:extLst>
              <a:ext uri="{FF2B5EF4-FFF2-40B4-BE49-F238E27FC236}">
                <a16:creationId xmlns:a16="http://schemas.microsoft.com/office/drawing/2014/main" id="{5BE7E1DF-A70C-8F79-9B76-72B2A7B4DC71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14400" y="3931919"/>
            <a:ext cx="4802735" cy="2072641"/>
          </a:xfrm>
        </p:spPr>
        <p:txBody>
          <a:bodyPr rtlCol="0">
            <a:normAutofit/>
          </a:bodyPr>
          <a:lstStyle>
            <a:lvl1pPr marL="0" indent="0">
              <a:lnSpc>
                <a:spcPct val="125000"/>
              </a:lnSpc>
              <a:spcBef>
                <a:spcPts val="0"/>
              </a:spcBef>
              <a:buNone/>
              <a:defRPr lang="fr-FR" sz="1800"/>
            </a:lvl1pPr>
            <a:lvl2pPr marL="457200" indent="0">
              <a:lnSpc>
                <a:spcPct val="125000"/>
              </a:lnSpc>
              <a:spcBef>
                <a:spcPts val="0"/>
              </a:spcBef>
              <a:buNone/>
              <a:defRPr lang="fr-FR" sz="1600"/>
            </a:lvl2pPr>
            <a:lvl3pPr marL="914400" indent="0">
              <a:lnSpc>
                <a:spcPct val="125000"/>
              </a:lnSpc>
              <a:spcBef>
                <a:spcPts val="0"/>
              </a:spcBef>
              <a:buNone/>
              <a:defRPr lang="fr-FR" sz="1400"/>
            </a:lvl3pPr>
            <a:lvl4pPr marL="1371600" indent="0">
              <a:lnSpc>
                <a:spcPct val="125000"/>
              </a:lnSpc>
              <a:spcBef>
                <a:spcPts val="0"/>
              </a:spcBef>
              <a:buNone/>
              <a:defRPr lang="fr-FR" sz="1200"/>
            </a:lvl4pPr>
            <a:lvl5pPr marL="1828800" indent="0">
              <a:lnSpc>
                <a:spcPct val="125000"/>
              </a:lnSpc>
              <a:spcBef>
                <a:spcPts val="0"/>
              </a:spcBef>
              <a:buNone/>
              <a:defRPr lang="fr-FR" sz="1200"/>
            </a:lvl5pPr>
          </a:lstStyle>
          <a:p>
            <a:pPr lvl="0" rtl="0"/>
            <a:r>
              <a:rPr lang="fr-FR"/>
              <a:t>Cliquez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12" name="Espace réservé d’image 11">
            <a:extLst>
              <a:ext uri="{FF2B5EF4-FFF2-40B4-BE49-F238E27FC236}">
                <a16:creationId xmlns:a16="http://schemas.microsoft.com/office/drawing/2014/main" id="{1CD5F637-DFBF-7FED-7CD5-F46A26E5CD1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78587" y="921230"/>
            <a:ext cx="5713413" cy="5029200"/>
          </a:xfrm>
          <a:custGeom>
            <a:avLst/>
            <a:gdLst>
              <a:gd name="connsiteX0" fmla="*/ 5327097 w 5713413"/>
              <a:gd name="connsiteY0" fmla="*/ 0 h 5029200"/>
              <a:gd name="connsiteX1" fmla="*/ 5713413 w 5713413"/>
              <a:gd name="connsiteY1" fmla="*/ 0 h 5029200"/>
              <a:gd name="connsiteX2" fmla="*/ 5713413 w 5713413"/>
              <a:gd name="connsiteY2" fmla="*/ 5029200 h 5029200"/>
              <a:gd name="connsiteX3" fmla="*/ 5327097 w 5713413"/>
              <a:gd name="connsiteY3" fmla="*/ 5029200 h 5029200"/>
              <a:gd name="connsiteX4" fmla="*/ 0 w 5713413"/>
              <a:gd name="connsiteY4" fmla="*/ 0 h 5029200"/>
              <a:gd name="connsiteX5" fmla="*/ 5313743 w 5713413"/>
              <a:gd name="connsiteY5" fmla="*/ 0 h 5029200"/>
              <a:gd name="connsiteX6" fmla="*/ 5313743 w 5713413"/>
              <a:gd name="connsiteY6" fmla="*/ 5029200 h 5029200"/>
              <a:gd name="connsiteX7" fmla="*/ 0 w 5713413"/>
              <a:gd name="connsiteY7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713413" h="5029200">
                <a:moveTo>
                  <a:pt x="5327097" y="0"/>
                </a:moveTo>
                <a:lnTo>
                  <a:pt x="5713413" y="0"/>
                </a:lnTo>
                <a:lnTo>
                  <a:pt x="5713413" y="5029200"/>
                </a:lnTo>
                <a:lnTo>
                  <a:pt x="5327097" y="5029200"/>
                </a:lnTo>
                <a:close/>
                <a:moveTo>
                  <a:pt x="0" y="0"/>
                </a:moveTo>
                <a:lnTo>
                  <a:pt x="5313743" y="0"/>
                </a:lnTo>
                <a:lnTo>
                  <a:pt x="5313743" y="5029200"/>
                </a:lnTo>
                <a:lnTo>
                  <a:pt x="0" y="5029200"/>
                </a:lnTo>
                <a:close/>
              </a:path>
            </a:pathLst>
          </a:custGeom>
        </p:spPr>
        <p:txBody>
          <a:bodyPr wrap="square" rtlCol="0">
            <a:noAutofit/>
          </a:bodyPr>
          <a:lstStyle>
            <a:lvl1pPr marL="0" indent="0" algn="ctr">
              <a:buNone/>
              <a:defRPr lang="fr-FR" sz="2000"/>
            </a:lvl1pPr>
          </a:lstStyle>
          <a:p>
            <a:pPr rtl="0"/>
            <a:r>
              <a:rPr lang="en-US"/>
              <a:t>Click icon to add picture</a:t>
            </a:r>
            <a:endParaRPr lang="fr-FR" dirty="0"/>
          </a:p>
        </p:txBody>
      </p:sp>
      <p:sp>
        <p:nvSpPr>
          <p:cNvPr id="4" name="Espace réservé du pied de page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fr-FR"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endParaRPr lang="fr-FR" dirty="0"/>
          </a:p>
        </p:txBody>
      </p:sp>
      <p:sp>
        <p:nvSpPr>
          <p:cNvPr id="5" name="Espace réservé du numéro de diapositive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fr-FR"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fr-FR" smtClean="0"/>
              <a:pPr rtl="0"/>
              <a:t>‹#›</a:t>
            </a:fld>
            <a:endParaRPr lang="fr-FR" dirty="0"/>
          </a:p>
        </p:txBody>
      </p:sp>
      <p:sp>
        <p:nvSpPr>
          <p:cNvPr id="13" name="Cadre 12">
            <a:extLst>
              <a:ext uri="{FF2B5EF4-FFF2-40B4-BE49-F238E27FC236}">
                <a16:creationId xmlns:a16="http://schemas.microsoft.com/office/drawing/2014/main" id="{33E3B934-3E16-21AF-8F5A-9EFD93255705}"/>
              </a:ext>
            </a:extLst>
          </p:cNvPr>
          <p:cNvSpPr/>
          <p:nvPr userDrawn="1"/>
        </p:nvSpPr>
        <p:spPr>
          <a:xfrm>
            <a:off x="386317" y="352044"/>
            <a:ext cx="11419367" cy="6153912"/>
          </a:xfrm>
          <a:prstGeom prst="frame">
            <a:avLst>
              <a:gd name="adj1" fmla="val 2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23214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FEA8E0-CD65-5009-068F-25C7BC685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14FC3A-A958-CBF2-A137-5A9D564465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409768-BDBD-8B8C-8B8F-C7CE2BF5D8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55C62C-EF29-40A9-AAC7-54DCCDEC7399}" type="datetimeFigureOut">
              <a:rPr lang="fr-FR" smtClean="0"/>
              <a:t>27/11/2025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EB3D99-E988-5591-65FD-4FFE7A2BF5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434A5E-6A38-5FC4-74D5-91DD193F3F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443956-B6F0-4494-ADC7-56084F6468EC}" type="slidenum">
              <a:rPr lang="fr-FR" smtClean="0"/>
              <a:t>‹#›</a:t>
            </a:fld>
            <a:endParaRPr lang="fr-F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237666-2139-5F1F-5E7D-1CFB4B394F94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83275" y="63500"/>
            <a:ext cx="4508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fr-FR" sz="1000">
                <a:solidFill>
                  <a:srgbClr val="4A569E">
                    <a:alpha val="50000"/>
                  </a:srgbClr>
                </a:solidFill>
                <a:latin typeface="Aptos" panose="020B00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152750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57" name="Rectangle 1056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Sanofi dévoile sa nouvelle marque et son nouveau logo">
            <a:extLst>
              <a:ext uri="{FF2B5EF4-FFF2-40B4-BE49-F238E27FC236}">
                <a16:creationId xmlns:a16="http://schemas.microsoft.com/office/drawing/2014/main" id="{7551EC09-94F2-9F15-FA22-C8C54E607C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1" r="26569"/>
          <a:stretch>
            <a:fillRect/>
          </a:stretch>
        </p:blipFill>
        <p:spPr bwMode="auto">
          <a:xfrm>
            <a:off x="3523488" y="10"/>
            <a:ext cx="866851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71" name="Rectangle 1070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245077-5517-C2C9-D848-366A55846F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7940" y="280950"/>
            <a:ext cx="7038388" cy="2215503"/>
          </a:xfrm>
        </p:spPr>
        <p:txBody>
          <a:bodyPr anchor="b">
            <a:normAutofit/>
          </a:bodyPr>
          <a:lstStyle/>
          <a:p>
            <a:pPr algn="l"/>
            <a:r>
              <a:rPr lang="en-US" sz="3100" dirty="0">
                <a:solidFill>
                  <a:schemeClr val="accent5">
                    <a:lumMod val="75000"/>
                  </a:schemeClr>
                </a:solidFill>
              </a:rPr>
              <a:t>Adaptation and Extension of </a:t>
            </a:r>
            <a:r>
              <a:rPr lang="en-US" sz="3100" dirty="0" err="1">
                <a:solidFill>
                  <a:schemeClr val="accent5">
                    <a:lumMod val="75000"/>
                  </a:schemeClr>
                </a:solidFill>
              </a:rPr>
              <a:t>DeepCellMap</a:t>
            </a:r>
            <a:r>
              <a:rPr lang="en-US" sz="3100" dirty="0">
                <a:solidFill>
                  <a:schemeClr val="accent5">
                    <a:lumMod val="75000"/>
                  </a:schemeClr>
                </a:solidFill>
              </a:rPr>
              <a:t> to the </a:t>
            </a:r>
            <a:r>
              <a:rPr lang="en-US" sz="3100" dirty="0" err="1">
                <a:solidFill>
                  <a:schemeClr val="accent5">
                    <a:lumMod val="75000"/>
                  </a:schemeClr>
                </a:solidFill>
              </a:rPr>
              <a:t>ImmuCAN</a:t>
            </a:r>
            <a:r>
              <a:rPr lang="en-US" sz="3100" dirty="0">
                <a:solidFill>
                  <a:schemeClr val="accent5">
                    <a:lumMod val="75000"/>
                  </a:schemeClr>
                </a:solidFill>
              </a:rPr>
              <a:t> Dataset</a:t>
            </a:r>
            <a:br>
              <a:rPr lang="fr-FR" sz="4800" dirty="0"/>
            </a:br>
            <a:endParaRPr lang="fr-FR" sz="4800" dirty="0">
              <a:solidFill>
                <a:srgbClr val="00206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9E109B-30A5-5E34-4562-5941C2097E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/>
          </a:bodyPr>
          <a:lstStyle/>
          <a:p>
            <a:pPr algn="l"/>
            <a:r>
              <a:rPr lang="fr-FR" sz="2000" dirty="0">
                <a:solidFill>
                  <a:srgbClr val="002060"/>
                </a:solidFill>
              </a:rPr>
              <a:t>Ali Ahmadi </a:t>
            </a:r>
          </a:p>
          <a:p>
            <a:pPr algn="l"/>
            <a:r>
              <a:rPr lang="fr-FR" sz="2000" dirty="0"/>
              <a:t>Data Analytics </a:t>
            </a:r>
            <a:r>
              <a:rPr lang="fr-FR" sz="2000" dirty="0" err="1"/>
              <a:t>Biomarker</a:t>
            </a:r>
            <a:r>
              <a:rPr lang="fr-FR" sz="2000" dirty="0"/>
              <a:t> Team </a:t>
            </a:r>
          </a:p>
        </p:txBody>
      </p:sp>
      <p:sp>
        <p:nvSpPr>
          <p:cNvPr id="1061" name="Rectangle 1060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63" name="Rectangle 1062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32A55F-6D3F-56E2-D4B0-322640EE7596}"/>
              </a:ext>
            </a:extLst>
          </p:cNvPr>
          <p:cNvSpPr txBox="1"/>
          <p:nvPr/>
        </p:nvSpPr>
        <p:spPr>
          <a:xfrm>
            <a:off x="9393174" y="6408158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1800" dirty="0">
                <a:solidFill>
                  <a:schemeClr val="tx2">
                    <a:lumMod val="25000"/>
                    <a:lumOff val="75000"/>
                  </a:schemeClr>
                </a:solidFill>
              </a:rPr>
              <a:t>June to </a:t>
            </a:r>
            <a:r>
              <a:rPr lang="fr-FR" sz="1800" dirty="0" err="1">
                <a:solidFill>
                  <a:schemeClr val="tx2">
                    <a:lumMod val="25000"/>
                    <a:lumOff val="75000"/>
                  </a:schemeClr>
                </a:solidFill>
              </a:rPr>
              <a:t>December</a:t>
            </a:r>
            <a:r>
              <a:rPr lang="fr-FR" sz="1800" dirty="0">
                <a:solidFill>
                  <a:schemeClr val="tx2">
                    <a:lumMod val="25000"/>
                    <a:lumOff val="75000"/>
                  </a:schemeClr>
                </a:solidFill>
              </a:rPr>
              <a:t> 2025</a:t>
            </a:r>
          </a:p>
        </p:txBody>
      </p:sp>
    </p:spTree>
    <p:extLst>
      <p:ext uri="{BB962C8B-B14F-4D97-AF65-F5344CB8AC3E}">
        <p14:creationId xmlns:p14="http://schemas.microsoft.com/office/powerpoint/2010/main" val="2957120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80FEFB-1C9D-AB03-C4AE-14EE55BF4C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713" y="248038"/>
            <a:ext cx="7063721" cy="1159200"/>
          </a:xfrm>
        </p:spPr>
        <p:txBody>
          <a:bodyPr anchor="ctr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What is </a:t>
            </a:r>
            <a:r>
              <a:rPr lang="en-US" sz="2000" b="1" dirty="0" err="1">
                <a:solidFill>
                  <a:srgbClr val="FFFFFF"/>
                </a:solidFill>
              </a:rPr>
              <a:t>DeepCellMap</a:t>
            </a:r>
            <a:r>
              <a:rPr lang="en-US" sz="2000" b="1" dirty="0">
                <a:solidFill>
                  <a:srgbClr val="FFFFFF"/>
                </a:solidFill>
              </a:rPr>
              <a:t>? </a:t>
            </a:r>
            <a:r>
              <a:rPr lang="en-US" sz="1800" b="1" dirty="0" err="1">
                <a:solidFill>
                  <a:srgbClr val="FFFF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DeepCellMap</a:t>
            </a:r>
            <a:r>
              <a:rPr lang="en-US" sz="1800" b="1" dirty="0">
                <a:solidFill>
                  <a:srgbClr val="FFFF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is an open-source tool to</a:t>
            </a:r>
            <a:br>
              <a:rPr lang="en-US" sz="1800" b="1" dirty="0">
                <a:solidFill>
                  <a:srgbClr val="FFFF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n-US" sz="1800" b="1" dirty="0">
                <a:solidFill>
                  <a:srgbClr val="FFFF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Investigate the spatial distribution of cells in digital pathology and extract organizational patterns,</a:t>
            </a:r>
            <a:endParaRPr lang="fr-FR" sz="2000" b="1" dirty="0">
              <a:solidFill>
                <a:srgbClr val="FFFF00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13BF45-FCF9-F44C-09B6-2F196A5B2E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95052" y="220606"/>
            <a:ext cx="3730751" cy="1462738"/>
          </a:xfrm>
        </p:spPr>
        <p:txBody>
          <a:bodyPr anchor="ctr">
            <a:noAutofit/>
          </a:bodyPr>
          <a:lstStyle/>
          <a:p>
            <a:pPr algn="l"/>
            <a:r>
              <a:rPr lang="fr-FR" sz="1600" b="1" dirty="0">
                <a:solidFill>
                  <a:srgbClr val="FFFFFF"/>
                </a:solidFill>
              </a:rPr>
              <a:t>1.Image </a:t>
            </a:r>
            <a:r>
              <a:rPr lang="fr-FR" sz="1600" b="1" dirty="0" err="1">
                <a:solidFill>
                  <a:srgbClr val="FFFFFF"/>
                </a:solidFill>
              </a:rPr>
              <a:t>Preprocessing</a:t>
            </a:r>
            <a:endParaRPr lang="fr-FR" sz="1600" b="1" dirty="0">
              <a:solidFill>
                <a:srgbClr val="FFFFFF"/>
              </a:solidFill>
            </a:endParaRPr>
          </a:p>
          <a:p>
            <a:pPr algn="l"/>
            <a:r>
              <a:rPr lang="fr-FR" sz="1600" b="1" dirty="0">
                <a:solidFill>
                  <a:srgbClr val="FFFFFF"/>
                </a:solidFill>
              </a:rPr>
              <a:t>2. </a:t>
            </a:r>
            <a:r>
              <a:rPr lang="fr-FR" sz="1600" b="1" dirty="0" err="1">
                <a:solidFill>
                  <a:srgbClr val="FFFFFF"/>
                </a:solidFill>
              </a:rPr>
              <a:t>Cell</a:t>
            </a:r>
            <a:r>
              <a:rPr lang="fr-FR" sz="1600" b="1" dirty="0">
                <a:solidFill>
                  <a:srgbClr val="FFFFFF"/>
                </a:solidFill>
              </a:rPr>
              <a:t> Segmentation &amp; Classification</a:t>
            </a:r>
          </a:p>
          <a:p>
            <a:pPr algn="l"/>
            <a:r>
              <a:rPr lang="fr-FR" sz="1600" b="1" dirty="0">
                <a:solidFill>
                  <a:srgbClr val="FFFFFF"/>
                </a:solidFill>
              </a:rPr>
              <a:t>3. ROI System</a:t>
            </a:r>
          </a:p>
          <a:p>
            <a:pPr algn="l"/>
            <a:r>
              <a:rPr lang="fr-FR" sz="1600" b="1" dirty="0">
                <a:solidFill>
                  <a:srgbClr val="FFFFFF"/>
                </a:solidFill>
              </a:rPr>
              <a:t>4. </a:t>
            </a:r>
            <a:r>
              <a:rPr lang="fr-FR" sz="1600" b="1" dirty="0" err="1">
                <a:solidFill>
                  <a:srgbClr val="FFFFFF"/>
                </a:solidFill>
              </a:rPr>
              <a:t>Statistical</a:t>
            </a:r>
            <a:r>
              <a:rPr lang="fr-FR" sz="1600" b="1" dirty="0">
                <a:solidFill>
                  <a:srgbClr val="FFFFFF"/>
                </a:solidFill>
              </a:rPr>
              <a:t> </a:t>
            </a:r>
            <a:r>
              <a:rPr lang="fr-FR" sz="1600" b="1" dirty="0" err="1">
                <a:solidFill>
                  <a:srgbClr val="FFFFFF"/>
                </a:solidFill>
              </a:rPr>
              <a:t>Analysis</a:t>
            </a:r>
            <a:endParaRPr lang="fr-FR" sz="1600" b="1" dirty="0">
              <a:solidFill>
                <a:srgbClr val="FFFFFF"/>
              </a:solidFill>
            </a:endParaRPr>
          </a:p>
          <a:p>
            <a:pPr algn="l"/>
            <a:endParaRPr lang="fr-FR" sz="1600" b="1" dirty="0">
              <a:solidFill>
                <a:srgbClr val="FFFFFF"/>
              </a:solidFill>
            </a:endParaRPr>
          </a:p>
        </p:txBody>
      </p:sp>
      <p:pic>
        <p:nvPicPr>
          <p:cNvPr id="5" name="Picture 4" descr="A diagram of cell division&#10;&#10;AI-generated content may be incorrect.">
            <a:extLst>
              <a:ext uri="{FF2B5EF4-FFF2-40B4-BE49-F238E27FC236}">
                <a16:creationId xmlns:a16="http://schemas.microsoft.com/office/drawing/2014/main" id="{CD8CBC98-D4A0-FAAD-5C83-8F89774F97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2626" y="1966293"/>
            <a:ext cx="8206746" cy="44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20605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6EA86598-DA2C-41D5-BC0C-E877F8818E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0"/>
            <a:ext cx="6095990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BB20E9-E7E8-79FA-5A1E-C25C9E5E1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83029"/>
            <a:ext cx="5466255" cy="198200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6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What is IMMUCAN Dataset? </a:t>
            </a:r>
            <a:br>
              <a:rPr lang="en-US" sz="1600" dirty="0">
                <a:solidFill>
                  <a:schemeClr val="bg1"/>
                </a:solidFill>
              </a:rPr>
            </a:br>
            <a:r>
              <a:rPr lang="en-US" sz="1600" dirty="0">
                <a:solidFill>
                  <a:srgbClr val="FFFF00"/>
                </a:solidFill>
              </a:rPr>
              <a:t>IMMUCAN is a large immuno-oncology project analyzing immune–cancer interactions using samples from ~3,000 patients across several cancer types (colorectal, lung, head &amp; neck, breast, gastric, renal).</a:t>
            </a:r>
            <a:endParaRPr lang="en-US" sz="1600" i="1" kern="1200" dirty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5556" y="2372156"/>
            <a:ext cx="457200" cy="45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9842A6D6-CA79-8609-3921-ABDDCDAF27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428" y="2587099"/>
            <a:ext cx="4284416" cy="363346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bg1"/>
                </a:solidFill>
              </a:rPr>
              <a:t>Key Characteristics:</a:t>
            </a:r>
            <a:endParaRPr kumimoji="0" lang="en-US" altLang="fr-FR" sz="17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fr-FR" sz="17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</a:rPr>
              <a:t>Multi-cohort design (BC1, BC2, BC3…)</a:t>
            </a: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fr-FR" sz="17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</a:rPr>
              <a:t>Each slide has </a:t>
            </a:r>
            <a:r>
              <a:rPr kumimoji="0" lang="en-US" altLang="fr-FR" sz="17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</a:rPr>
              <a:t>3 IF rounds</a:t>
            </a:r>
            <a:r>
              <a:rPr kumimoji="0" lang="en-US" altLang="fr-FR" sz="17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</a:rPr>
              <a:t> (IF1 / IF2 / IF3)</a:t>
            </a: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fr-FR" sz="17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</a:rPr>
              <a:t>Contains multiple image resolutions (page RGB, others = channels)</a:t>
            </a: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fr-FR" sz="17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</a:rPr>
              <a:t>Accompanied by multiple </a:t>
            </a:r>
            <a:r>
              <a:rPr kumimoji="0" lang="en-US" altLang="fr-FR" sz="17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</a:rPr>
              <a:t>TSV and TSV.GZ metadata files</a:t>
            </a:r>
            <a:r>
              <a:rPr kumimoji="0" lang="en-US" altLang="fr-FR" sz="17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</a:rPr>
              <a:t>:</a:t>
            </a: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fr-FR" sz="17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</a:rPr>
              <a:t>Images stored as </a:t>
            </a:r>
            <a:r>
              <a:rPr kumimoji="0" lang="en-US" altLang="fr-FR" sz="17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</a:rPr>
              <a:t>QPTIFF</a:t>
            </a:r>
            <a:r>
              <a:rPr kumimoji="0" lang="en-US" altLang="fr-FR" sz="17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</a:rPr>
              <a:t> (Pyramidal TIFF)</a:t>
            </a: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fr-FR" sz="17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</a:rPr>
              <a:t>phenotype strings (e.g., CD3+CD8−…)</a:t>
            </a: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fr-FR" sz="17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</a:rPr>
              <a:t>spatial coordinates (nucleus x/y)</a:t>
            </a: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fr-FR" sz="17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</a:rPr>
              <a:t>cell area</a:t>
            </a: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fr-FR" sz="17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7F16C5A-0D41-47A9-B0A2-9C2AD7A8CF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599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poster with images and text&#10;&#10;AI-generated content may be incorrect.">
            <a:extLst>
              <a:ext uri="{FF2B5EF4-FFF2-40B4-BE49-F238E27FC236}">
                <a16:creationId xmlns:a16="http://schemas.microsoft.com/office/drawing/2014/main" id="{09B1CEDA-43FD-765C-584D-62548159DE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39464" y="1251454"/>
            <a:ext cx="4305891" cy="4349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72050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0F24D38-B79E-44B4-830E-043F45D96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5F1032-E779-A7C5-2552-A7F653196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20742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Project Motivation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C469874-256B-45B3-A79C-7591B4BA1E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rgbClr val="FFFFFF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0157C7-57FE-0885-BA3D-EC58A30C44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66345"/>
            <a:ext cx="5097780" cy="391061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700" b="1">
                <a:solidFill>
                  <a:srgbClr val="FFFFFF"/>
                </a:solidFill>
              </a:rPr>
              <a:t>What DeepCellMap Does</a:t>
            </a:r>
            <a:endParaRPr lang="en-US" sz="1700">
              <a:solidFill>
                <a:srgbClr val="FFFFFF"/>
              </a:solidFill>
            </a:endParaRPr>
          </a:p>
          <a:p>
            <a:r>
              <a:rPr lang="en-US" sz="1700">
                <a:solidFill>
                  <a:srgbClr val="FFFFFF"/>
                </a:solidFill>
              </a:rPr>
              <a:t>Reads TIFF/CZI mIF images</a:t>
            </a:r>
          </a:p>
          <a:p>
            <a:r>
              <a:rPr lang="en-US" sz="1700">
                <a:solidFill>
                  <a:srgbClr val="FFFFFF"/>
                </a:solidFill>
              </a:rPr>
              <a:t>Segments nuclei &amp; cells</a:t>
            </a:r>
          </a:p>
          <a:p>
            <a:r>
              <a:rPr lang="en-US" sz="1700">
                <a:solidFill>
                  <a:srgbClr val="FFFFFF"/>
                </a:solidFill>
              </a:rPr>
              <a:t>Extracts per-cell features</a:t>
            </a:r>
          </a:p>
          <a:p>
            <a:r>
              <a:rPr lang="en-US" sz="1700">
                <a:solidFill>
                  <a:srgbClr val="FFFFFF"/>
                </a:solidFill>
              </a:rPr>
              <a:t>Classifies cell types</a:t>
            </a:r>
          </a:p>
          <a:p>
            <a:r>
              <a:rPr lang="en-US" sz="1700">
                <a:solidFill>
                  <a:srgbClr val="FFFFFF"/>
                </a:solidFill>
              </a:rPr>
              <a:t>Defines ROIs (tile-based)</a:t>
            </a:r>
          </a:p>
          <a:p>
            <a:r>
              <a:rPr lang="en-US" sz="1700">
                <a:solidFill>
                  <a:srgbClr val="FFFFFF"/>
                </a:solidFill>
              </a:rPr>
              <a:t>Computes spatial statistics</a:t>
            </a:r>
            <a:br>
              <a:rPr lang="en-US" sz="1700">
                <a:solidFill>
                  <a:srgbClr val="FFFFFF"/>
                </a:solidFill>
              </a:rPr>
            </a:br>
            <a:r>
              <a:rPr lang="en-US" sz="1700">
                <a:solidFill>
                  <a:srgbClr val="FFFFFF"/>
                </a:solidFill>
              </a:rPr>
              <a:t>(colocalisation, neighborhood, levelsets)</a:t>
            </a:r>
          </a:p>
          <a:p>
            <a:br>
              <a:rPr lang="en-US" sz="1700">
                <a:solidFill>
                  <a:srgbClr val="FFFFFF"/>
                </a:solidFill>
              </a:rPr>
            </a:br>
            <a:r>
              <a:rPr lang="en-US" sz="1700">
                <a:solidFill>
                  <a:srgbClr val="FFFFFF"/>
                </a:solidFill>
              </a:rPr>
              <a:t>➡️ DeepCellMap is powerful, but requires </a:t>
            </a:r>
            <a:r>
              <a:rPr lang="en-US" sz="1700" b="1">
                <a:solidFill>
                  <a:srgbClr val="FFFFFF"/>
                </a:solidFill>
              </a:rPr>
              <a:t>major adaptation</a:t>
            </a:r>
            <a:r>
              <a:rPr lang="en-US" sz="1700">
                <a:solidFill>
                  <a:srgbClr val="FFFFFF"/>
                </a:solidFill>
              </a:rPr>
              <a:t> before it can be applied to the ImmuCAN dataset.</a:t>
            </a:r>
          </a:p>
          <a:p>
            <a:endParaRPr lang="en-US" sz="1700">
              <a:solidFill>
                <a:srgbClr val="FFFFFF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E46C06-EF5D-9B07-45A7-2368724BD194}"/>
              </a:ext>
            </a:extLst>
          </p:cNvPr>
          <p:cNvSpPr txBox="1"/>
          <p:nvPr/>
        </p:nvSpPr>
        <p:spPr>
          <a:xfrm>
            <a:off x="6256020" y="2266345"/>
            <a:ext cx="5097780" cy="39106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FFFFF"/>
                </a:solidFill>
              </a:rPr>
              <a:t>Limitations for </a:t>
            </a:r>
            <a:r>
              <a:rPr lang="en-US" sz="2400" b="1" dirty="0" err="1">
                <a:solidFill>
                  <a:srgbClr val="FFFFFF"/>
                </a:solidFill>
              </a:rPr>
              <a:t>ImmuCAN</a:t>
            </a:r>
            <a:endParaRPr lang="en-US" sz="2400" dirty="0">
              <a:solidFill>
                <a:srgbClr val="FFFFFF"/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Uses </a:t>
            </a:r>
            <a:r>
              <a:rPr lang="en-US" sz="2400" b="1" dirty="0">
                <a:solidFill>
                  <a:srgbClr val="FFFFFF"/>
                </a:solidFill>
              </a:rPr>
              <a:t>TIFF/CZI</a:t>
            </a:r>
            <a:r>
              <a:rPr lang="en-US" sz="2400" dirty="0">
                <a:solidFill>
                  <a:srgbClr val="FFFFFF"/>
                </a:solidFill>
              </a:rPr>
              <a:t>, not </a:t>
            </a:r>
            <a:r>
              <a:rPr lang="en-US" sz="2400" b="1" dirty="0">
                <a:solidFill>
                  <a:srgbClr val="FFFFFF"/>
                </a:solidFill>
              </a:rPr>
              <a:t>QPTIFF</a:t>
            </a:r>
            <a:endParaRPr lang="en-US" sz="2400" dirty="0">
              <a:solidFill>
                <a:srgbClr val="FFFFFF"/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No TSV input support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Different metadata structure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No phenotype → cell type mapping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Cannot handle multiple IF rounds (IF1–IF3)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rgbClr val="FFFFFF"/>
                </a:solidFill>
              </a:rPr>
              <a:t>ImmuCAN</a:t>
            </a:r>
            <a:r>
              <a:rPr lang="en-US" sz="2400" dirty="0">
                <a:solidFill>
                  <a:srgbClr val="FFFFFF"/>
                </a:solidFill>
              </a:rPr>
              <a:t> images are much larger (50k×46k </a:t>
            </a:r>
            <a:r>
              <a:rPr lang="en-US" sz="2400" dirty="0" err="1">
                <a:solidFill>
                  <a:srgbClr val="FFFFFF"/>
                </a:solidFill>
              </a:rPr>
              <a:t>px</a:t>
            </a:r>
            <a:r>
              <a:rPr lang="en-US" sz="2400" dirty="0">
                <a:solidFill>
                  <a:srgbClr val="FFFFFF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9795583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EF085B8-A2C0-4A6F-B663-CCC56F3CD3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 13">
            <a:extLst>
              <a:ext uri="{FF2B5EF4-FFF2-40B4-BE49-F238E27FC236}">
                <a16:creationId xmlns:a16="http://schemas.microsoft.com/office/drawing/2014/main" id="{2658F6D6-96E0-421A-96D6-3DF4040085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 11">
            <a:extLst>
              <a:ext uri="{FF2B5EF4-FFF2-40B4-BE49-F238E27FC236}">
                <a16:creationId xmlns:a16="http://schemas.microsoft.com/office/drawing/2014/main" id="{3CF62545-93A0-4FD5-9B48-48DCA794CB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4F061E-ADAB-693F-57B0-0B6FFC256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Project’s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407559-D2E5-A812-71D7-6F6FA917B4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10833"/>
            <a:ext cx="5096934" cy="416613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 b="1" dirty="0"/>
              <a:t>Main Objective</a:t>
            </a:r>
            <a:endParaRPr lang="en-US" sz="2000" dirty="0"/>
          </a:p>
          <a:p>
            <a:r>
              <a:rPr lang="en-US" sz="2000" dirty="0"/>
              <a:t>Apply </a:t>
            </a:r>
            <a:r>
              <a:rPr lang="en-US" sz="2000" dirty="0" err="1"/>
              <a:t>DeepCellMap</a:t>
            </a:r>
            <a:r>
              <a:rPr lang="en-US" sz="2000" dirty="0"/>
              <a:t> methods to the </a:t>
            </a:r>
            <a:r>
              <a:rPr lang="en-US" sz="2000" b="1" dirty="0" err="1"/>
              <a:t>ImmuCAN</a:t>
            </a:r>
            <a:r>
              <a:rPr lang="en-US" sz="2000" dirty="0"/>
              <a:t> dataset</a:t>
            </a:r>
          </a:p>
          <a:p>
            <a:r>
              <a:rPr lang="en-US" sz="2000" dirty="0"/>
              <a:t>Study spatial relationships between cell types</a:t>
            </a:r>
          </a:p>
          <a:p>
            <a:r>
              <a:rPr lang="en-US" sz="2000" dirty="0"/>
              <a:t>Perform </a:t>
            </a:r>
            <a:r>
              <a:rPr lang="en-US" sz="2000" dirty="0" err="1"/>
              <a:t>levelset</a:t>
            </a:r>
            <a:r>
              <a:rPr lang="en-US" sz="2000" dirty="0"/>
              <a:t> &amp; </a:t>
            </a:r>
            <a:r>
              <a:rPr lang="en-US" sz="2000" dirty="0" err="1"/>
              <a:t>colocalisation</a:t>
            </a:r>
            <a:r>
              <a:rPr lang="en-US" sz="2000" dirty="0"/>
              <a:t> analyses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D21A042-4180-9973-99C0-310F9559DC30}"/>
              </a:ext>
            </a:extLst>
          </p:cNvPr>
          <p:cNvSpPr txBox="1"/>
          <p:nvPr/>
        </p:nvSpPr>
        <p:spPr>
          <a:xfrm>
            <a:off x="6256866" y="2010833"/>
            <a:ext cx="5096933" cy="41661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Tasks Included</a:t>
            </a:r>
            <a:endParaRPr lang="en-US" sz="20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Read &amp; display QPTIFF images/channels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Convert QPTIFF → TIFF-compatible format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Parse TSV files, clean them, generate cell types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Compute additional features (tile indices, coords)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Main Challenge</a:t>
            </a:r>
            <a:endParaRPr lang="en-US" sz="20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Understand </a:t>
            </a:r>
            <a:r>
              <a:rPr lang="en-US" sz="2000" dirty="0" err="1"/>
              <a:t>DeepCellMap</a:t>
            </a:r>
            <a:r>
              <a:rPr lang="en-US" sz="2000" dirty="0"/>
              <a:t> internals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Adapt its workflow to a </a:t>
            </a:r>
            <a:r>
              <a:rPr lang="en-US" sz="2000" b="1" dirty="0"/>
              <a:t>new modality</a:t>
            </a:r>
            <a:r>
              <a:rPr lang="en-US" sz="2000" dirty="0"/>
              <a:t> and </a:t>
            </a:r>
            <a:r>
              <a:rPr lang="en-US" sz="2000" b="1" dirty="0"/>
              <a:t>new metadata format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9064158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D05368-7499-E60D-132A-D0FD29139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fr-FR" sz="4000">
                <a:solidFill>
                  <a:srgbClr val="FFFFFF"/>
                </a:solidFill>
              </a:rPr>
              <a:t>Overview of Contributions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98514C1-B113-F43D-13DF-1BA234FE8CA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5235889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137862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7">
            <a:extLst>
              <a:ext uri="{FF2B5EF4-FFF2-40B4-BE49-F238E27FC236}">
                <a16:creationId xmlns:a16="http://schemas.microsoft.com/office/drawing/2014/main" id="{D304888D-B78B-26F5-9075-CDA3C673C9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079" y="6004560"/>
            <a:ext cx="11438551" cy="409304"/>
          </a:xfrm>
        </p:spPr>
        <p:txBody>
          <a:bodyPr rtlCol="0" anchor="b">
            <a:normAutofit fontScale="90000"/>
          </a:bodyPr>
          <a:lstStyle>
            <a:defPPr>
              <a:defRPr lang="fr-FR"/>
            </a:defPPr>
          </a:lstStyle>
          <a:p>
            <a:pPr rtl="0"/>
            <a:r>
              <a:rPr lang="fr-FR" sz="2000" dirty="0"/>
              <a:t>Image </a:t>
            </a:r>
            <a:r>
              <a:rPr lang="fr-FR" sz="2000" dirty="0" err="1"/>
              <a:t>displaying</a:t>
            </a:r>
            <a:r>
              <a:rPr lang="fr-FR" sz="2000" dirty="0"/>
              <a:t> by </a:t>
            </a:r>
            <a:r>
              <a:rPr lang="fr-FR" sz="2000" dirty="0" err="1"/>
              <a:t>channel</a:t>
            </a:r>
            <a:r>
              <a:rPr lang="fr-FR" sz="2000" dirty="0"/>
              <a:t> 8 of </a:t>
            </a:r>
            <a:r>
              <a:rPr lang="fr-FR" sz="2000" dirty="0" err="1"/>
              <a:t>Qptiff</a:t>
            </a:r>
            <a:r>
              <a:rPr lang="fr-FR" sz="2000" dirty="0"/>
              <a:t> by </a:t>
            </a:r>
            <a:r>
              <a:rPr lang="fr-FR" sz="2000" dirty="0" err="1"/>
              <a:t>Tifffile</a:t>
            </a:r>
            <a:r>
              <a:rPr lang="fr-FR" sz="2000" dirty="0"/>
              <a:t> </a:t>
            </a:r>
            <a:r>
              <a:rPr lang="fr-FR" sz="2000" dirty="0" err="1"/>
              <a:t>library</a:t>
            </a:r>
            <a:r>
              <a:rPr lang="fr-FR" sz="2000" dirty="0"/>
              <a:t> Python             Original Image of BC1, IF1, 1140 </a:t>
            </a:r>
            <a:r>
              <a:rPr lang="fr-FR" sz="2000" dirty="0" err="1"/>
              <a:t>with</a:t>
            </a:r>
            <a:r>
              <a:rPr lang="fr-FR" sz="2000" dirty="0"/>
              <a:t> </a:t>
            </a:r>
            <a:r>
              <a:rPr lang="fr-FR" sz="2000" dirty="0" err="1"/>
              <a:t>Qupqth</a:t>
            </a:r>
            <a:endParaRPr lang="fr-FR" sz="20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FDF2CD1-DB2A-B892-2843-3F532FBF03AC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3"/>
          <a:stretch>
            <a:fillRect/>
          </a:stretch>
        </p:blipFill>
        <p:spPr>
          <a:xfrm>
            <a:off x="699775" y="912038"/>
            <a:ext cx="4647319" cy="519484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C256C75-2463-4BBF-816E-37ADD59ABDD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801" r="3" b="5300"/>
          <a:stretch>
            <a:fillRect/>
          </a:stretch>
        </p:blipFill>
        <p:spPr>
          <a:xfrm>
            <a:off x="6202354" y="1014364"/>
            <a:ext cx="5713413" cy="5029200"/>
          </a:xfrm>
          <a:custGeom>
            <a:avLst/>
            <a:gdLst>
              <a:gd name="connsiteX0" fmla="*/ 5327097 w 5713413"/>
              <a:gd name="connsiteY0" fmla="*/ 0 h 5029200"/>
              <a:gd name="connsiteX1" fmla="*/ 5713413 w 5713413"/>
              <a:gd name="connsiteY1" fmla="*/ 0 h 5029200"/>
              <a:gd name="connsiteX2" fmla="*/ 5713413 w 5713413"/>
              <a:gd name="connsiteY2" fmla="*/ 5029200 h 5029200"/>
              <a:gd name="connsiteX3" fmla="*/ 5327097 w 5713413"/>
              <a:gd name="connsiteY3" fmla="*/ 5029200 h 5029200"/>
              <a:gd name="connsiteX4" fmla="*/ 0 w 5713413"/>
              <a:gd name="connsiteY4" fmla="*/ 0 h 5029200"/>
              <a:gd name="connsiteX5" fmla="*/ 5313743 w 5713413"/>
              <a:gd name="connsiteY5" fmla="*/ 0 h 5029200"/>
              <a:gd name="connsiteX6" fmla="*/ 5313743 w 5713413"/>
              <a:gd name="connsiteY6" fmla="*/ 5029200 h 5029200"/>
              <a:gd name="connsiteX7" fmla="*/ 0 w 5713413"/>
              <a:gd name="connsiteY7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713413" h="5029200">
                <a:moveTo>
                  <a:pt x="5327097" y="0"/>
                </a:moveTo>
                <a:lnTo>
                  <a:pt x="5713413" y="0"/>
                </a:lnTo>
                <a:lnTo>
                  <a:pt x="5713413" y="5029200"/>
                </a:lnTo>
                <a:lnTo>
                  <a:pt x="5327097" y="5029200"/>
                </a:lnTo>
                <a:close/>
                <a:moveTo>
                  <a:pt x="0" y="0"/>
                </a:moveTo>
                <a:lnTo>
                  <a:pt x="5313743" y="0"/>
                </a:lnTo>
                <a:lnTo>
                  <a:pt x="5313743" y="5029200"/>
                </a:lnTo>
                <a:lnTo>
                  <a:pt x="0" y="5029200"/>
                </a:lnTo>
                <a:close/>
              </a:path>
            </a:pathLst>
          </a:custGeom>
          <a:noFill/>
        </p:spPr>
      </p:pic>
      <p:sp>
        <p:nvSpPr>
          <p:cNvPr id="20" name="Slide Number Placeholder 4">
            <a:extLst>
              <a:ext uri="{FF2B5EF4-FFF2-40B4-BE49-F238E27FC236}">
                <a16:creationId xmlns:a16="http://schemas.microsoft.com/office/drawing/2014/main" id="{E16D9771-40EA-B5A5-534C-6AB944E9EF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</p:spPr>
        <p:txBody>
          <a:bodyPr/>
          <a:lstStyle/>
          <a:p>
            <a:pPr rtl="0">
              <a:spcAft>
                <a:spcPts val="600"/>
              </a:spcAft>
            </a:pPr>
            <a:fld id="{B5CEABB6-07DC-46E8-9B57-56EC44A396E5}" type="slidenum">
              <a:rPr lang="fr-FR" smtClean="0"/>
              <a:pPr rtl="0">
                <a:spcAft>
                  <a:spcPts val="600"/>
                </a:spcAft>
              </a:pPr>
              <a:t>7</a:t>
            </a:fld>
            <a:endParaRPr lang="fr-F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BCDBBF-9506-2CCF-9494-405D642BD542}"/>
              </a:ext>
            </a:extLst>
          </p:cNvPr>
          <p:cNvSpPr txBox="1"/>
          <p:nvPr/>
        </p:nvSpPr>
        <p:spPr>
          <a:xfrm>
            <a:off x="4226814" y="541738"/>
            <a:ext cx="6094476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fr-FR" sz="2400" b="1" dirty="0" err="1">
                <a:solidFill>
                  <a:schemeClr val="tx2"/>
                </a:solidFill>
                <a:latin typeface="Consolas" panose="020B0609020204030204" pitchFamily="49" charset="0"/>
              </a:rPr>
              <a:t>Displaying</a:t>
            </a:r>
            <a:r>
              <a:rPr lang="fr-FR" sz="2400" b="1" dirty="0">
                <a:solidFill>
                  <a:schemeClr val="tx2"/>
                </a:solidFill>
                <a:latin typeface="Consolas" panose="020B0609020204030204" pitchFamily="49" charset="0"/>
              </a:rPr>
              <a:t> Image</a:t>
            </a:r>
            <a:endParaRPr lang="fr-FR" sz="2400" b="1" dirty="0">
              <a:solidFill>
                <a:schemeClr val="tx2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15775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0A255C6-8886-0241-A00F-C09180D3CA5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5413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6CCF05-4456-B8E0-04B7-556081EAF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fr-FR"/>
              <a:t>Data Preparation Pipeline </a:t>
            </a:r>
            <a:endParaRPr lang="fr-FR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063150F-9DA7-BA8B-85FE-B781A5A6EB6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56213467"/>
              </p:ext>
            </p:extLst>
          </p:nvPr>
        </p:nvGraphicFramePr>
        <p:xfrm>
          <a:off x="838200" y="1825624"/>
          <a:ext cx="10515600" cy="48769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7038832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66E48AFA-8884-4F68-A44F-D2C1E8609C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BDB8CB-2341-FB8F-CCBC-CBDBEC9866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998018"/>
            <a:ext cx="3981854" cy="2216513"/>
          </a:xfrm>
        </p:spPr>
        <p:txBody>
          <a:bodyPr>
            <a:normAutofit/>
          </a:bodyPr>
          <a:lstStyle/>
          <a:p>
            <a:r>
              <a:rPr lang="fr-FR"/>
              <a:t>QPTIFF Loading</a:t>
            </a:r>
            <a:endParaRPr lang="fr-FR" dirty="0"/>
          </a:p>
        </p:txBody>
      </p:sp>
      <p:sp>
        <p:nvSpPr>
          <p:cNvPr id="17" name="Arc 16">
            <a:extLst>
              <a:ext uri="{FF2B5EF4-FFF2-40B4-BE49-F238E27FC236}">
                <a16:creationId xmlns:a16="http://schemas.microsoft.com/office/drawing/2014/main" id="{969D19A6-08CB-498C-93EC-3FFB021FC6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269068">
            <a:off x="8717845" y="3339275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5D3B7EF-891B-7765-48F2-147877EFE2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664" y="37675"/>
            <a:ext cx="11924672" cy="2331952"/>
          </a:xfrm>
          <a:custGeom>
            <a:avLst/>
            <a:gdLst/>
            <a:ahLst/>
            <a:cxnLst/>
            <a:rect l="l" t="t" r="r" b="b"/>
            <a:pathLst>
              <a:path w="10580201" h="2957472">
                <a:moveTo>
                  <a:pt x="88961" y="0"/>
                </a:moveTo>
                <a:lnTo>
                  <a:pt x="10491240" y="0"/>
                </a:lnTo>
                <a:cubicBezTo>
                  <a:pt x="10540372" y="0"/>
                  <a:pt x="10580201" y="39829"/>
                  <a:pt x="10580201" y="88961"/>
                </a:cubicBezTo>
                <a:lnTo>
                  <a:pt x="10580201" y="2868511"/>
                </a:lnTo>
                <a:cubicBezTo>
                  <a:pt x="10580201" y="2917643"/>
                  <a:pt x="10540372" y="2957472"/>
                  <a:pt x="10491240" y="2957472"/>
                </a:cubicBezTo>
                <a:lnTo>
                  <a:pt x="88961" y="2957472"/>
                </a:lnTo>
                <a:cubicBezTo>
                  <a:pt x="39829" y="2957472"/>
                  <a:pt x="0" y="2917643"/>
                  <a:pt x="0" y="2868511"/>
                </a:cubicBezTo>
                <a:lnTo>
                  <a:pt x="0" y="88961"/>
                </a:lnTo>
                <a:cubicBezTo>
                  <a:pt x="0" y="39829"/>
                  <a:pt x="39829" y="0"/>
                  <a:pt x="88961" y="0"/>
                </a:cubicBezTo>
                <a:close/>
              </a:path>
            </a:pathLst>
          </a:cu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F3148A3B-AF8E-0D84-3058-336BD387388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970835" y="3998019"/>
            <a:ext cx="6382966" cy="221651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Read QPTIFF pages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lang="fr-FR" altLang="fr-FR" sz="2000" err="1">
                <a:latin typeface="Arial" panose="020B0604020202020204" pitchFamily="34" charset="0"/>
              </a:rPr>
              <a:t>Converting</a:t>
            </a:r>
            <a:r>
              <a:rPr lang="fr-FR" altLang="fr-FR" sz="2000">
                <a:latin typeface="Arial" panose="020B0604020202020204" pitchFamily="34" charset="0"/>
              </a:rPr>
              <a:t> </a:t>
            </a:r>
            <a:r>
              <a:rPr lang="fr-FR" altLang="fr-FR" sz="2000" err="1">
                <a:latin typeface="Arial" panose="020B0604020202020204" pitchFamily="34" charset="0"/>
              </a:rPr>
              <a:t>into</a:t>
            </a:r>
            <a:r>
              <a:rPr lang="fr-FR" altLang="fr-FR" sz="2000">
                <a:latin typeface="Arial" panose="020B0604020202020204" pitchFamily="34" charset="0"/>
              </a:rPr>
              <a:t> multi Channel_Tiff</a:t>
            </a:r>
            <a:endParaRPr kumimoji="0" lang="fr-FR" altLang="fr-FR" sz="20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Store </a:t>
            </a:r>
            <a:r>
              <a:rPr kumimoji="0" lang="fr-FR" altLang="fr-FR" sz="2000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them</a:t>
            </a:r>
            <a:r>
              <a:rPr kumimoji="0" lang="fr-FR" altLang="fr-FR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in a </a:t>
            </a:r>
            <a:r>
              <a:rPr kumimoji="0" lang="fr-FR" altLang="fr-FR" sz="2000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dictionary</a:t>
            </a:r>
            <a:endParaRPr kumimoji="0" lang="fr-FR" altLang="fr-FR" sz="20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ROI </a:t>
            </a:r>
            <a:r>
              <a:rPr kumimoji="0" lang="fr-FR" altLang="fr-FR" sz="2000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cropping</a:t>
            </a:r>
            <a:r>
              <a:rPr kumimoji="0" lang="fr-FR" altLang="fr-FR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2000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using</a:t>
            </a:r>
            <a:r>
              <a:rPr kumimoji="0" lang="fr-FR" altLang="fr-FR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2000" b="0" i="0" u="none" strike="noStrike" cap="none" normalizeH="0" baseline="0">
                <a:ln>
                  <a:noFill/>
                </a:ln>
                <a:effectLst/>
                <a:latin typeface="Arial Unicode MS"/>
              </a:rPr>
              <a:t>_</a:t>
            </a:r>
            <a:r>
              <a:rPr kumimoji="0" lang="fr-FR" altLang="fr-FR" sz="2000" b="0" i="0" u="none" strike="noStrike" cap="none" normalizeH="0" baseline="0" err="1">
                <a:ln>
                  <a:noFill/>
                </a:ln>
                <a:effectLst/>
                <a:latin typeface="Arial Unicode MS"/>
              </a:rPr>
              <a:t>get_roi_w_borders_lims</a:t>
            </a:r>
            <a:r>
              <a:rPr kumimoji="0" lang="fr-FR" altLang="fr-FR" sz="2000" b="0" i="0" u="none" strike="noStrike" cap="none" normalizeH="0" baseline="0">
                <a:ln>
                  <a:noFill/>
                </a:ln>
                <a:effectLst/>
                <a:latin typeface="Arial Unicode MS"/>
              </a:rPr>
              <a:t>()</a:t>
            </a:r>
            <a:endParaRPr kumimoji="0" lang="fr-FR" altLang="fr-FR" sz="2000" b="0" i="0" u="none" strike="noStrike" cap="none" normalizeH="0" baseline="0">
              <a:ln>
                <a:noFill/>
              </a:ln>
              <a:effectLst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000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Special</a:t>
            </a:r>
            <a:r>
              <a:rPr kumimoji="0" lang="fr-FR" altLang="fr-FR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handling of </a:t>
            </a:r>
            <a:r>
              <a:rPr kumimoji="0" lang="fr-FR" altLang="fr-FR" sz="2000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grayscale</a:t>
            </a:r>
            <a:r>
              <a:rPr kumimoji="0" lang="fr-FR" altLang="fr-FR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vs RGB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Memory-</a:t>
            </a:r>
            <a:r>
              <a:rPr kumimoji="0" lang="fr-FR" altLang="fr-FR" sz="2000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optimized</a:t>
            </a:r>
            <a:r>
              <a:rPr kumimoji="0" lang="fr-FR" altLang="fr-FR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(</a:t>
            </a:r>
            <a:r>
              <a:rPr kumimoji="0" lang="fr-FR" altLang="fr-FR" sz="2000" b="0" i="0" u="none" strike="noStrike" cap="none" normalizeH="0" baseline="0">
                <a:ln>
                  <a:noFill/>
                </a:ln>
                <a:effectLst/>
                <a:latin typeface="Arial Unicode MS"/>
              </a:rPr>
              <a:t>out="</a:t>
            </a:r>
            <a:r>
              <a:rPr kumimoji="0" lang="fr-FR" altLang="fr-FR" sz="2000" b="0" i="0" u="none" strike="noStrike" cap="none" normalizeH="0" baseline="0" err="1">
                <a:ln>
                  <a:noFill/>
                </a:ln>
                <a:effectLst/>
                <a:latin typeface="Arial Unicode MS"/>
              </a:rPr>
              <a:t>memmap</a:t>
            </a:r>
            <a:r>
              <a:rPr kumimoji="0" lang="fr-FR" altLang="fr-FR" sz="2000" b="0" i="0" u="none" strike="noStrike" cap="none" normalizeH="0" baseline="0">
                <a:ln>
                  <a:noFill/>
                </a:ln>
                <a:effectLst/>
                <a:latin typeface="Arial Unicode MS"/>
              </a:rPr>
              <a:t>"</a:t>
            </a:r>
            <a:r>
              <a:rPr kumimoji="0" lang="fr-FR" altLang="fr-FR" sz="2000" b="0" i="0" u="none" strike="noStrike" cap="none" normalizeH="0" baseline="0">
                <a:ln>
                  <a:noFill/>
                </a:ln>
                <a:effectLst/>
              </a:rPr>
              <a:t>)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fr-FR" altLang="fr-FR" sz="2000" b="0" i="0" u="none" strike="noStrike" cap="none" normalizeH="0" baseline="0">
              <a:ln>
                <a:noFill/>
              </a:ln>
              <a:effectLst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21D9BF-1307-47E4-E451-E9E98AE59940}"/>
              </a:ext>
            </a:extLst>
          </p:cNvPr>
          <p:cNvSpPr txBox="1"/>
          <p:nvPr/>
        </p:nvSpPr>
        <p:spPr>
          <a:xfrm>
            <a:off x="133664" y="2407302"/>
            <a:ext cx="6916360" cy="279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fr-FR" sz="1600" b="0" dirty="0" err="1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Displayed</a:t>
            </a:r>
            <a:r>
              <a:rPr lang="fr-FR" sz="1600" b="0" dirty="0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 Multi </a:t>
            </a:r>
            <a:r>
              <a:rPr lang="fr-FR" sz="1600" b="0" dirty="0" err="1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channle</a:t>
            </a:r>
            <a:r>
              <a:rPr lang="fr-FR" sz="1600" b="0" dirty="0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 Tiff </a:t>
            </a:r>
            <a:r>
              <a:rPr lang="fr-FR" sz="1600" b="0" dirty="0" err="1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after</a:t>
            </a:r>
            <a:r>
              <a:rPr lang="fr-FR" sz="1600" b="0" dirty="0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 conversion </a:t>
            </a:r>
            <a:r>
              <a:rPr lang="fr-FR" sz="1600" b="0" dirty="0" err="1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fr-FR" sz="1600" b="0" dirty="0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600" b="0" dirty="0" err="1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QpTiff</a:t>
            </a:r>
            <a:endParaRPr lang="fr-FR" sz="1600" b="0" dirty="0">
              <a:solidFill>
                <a:schemeClr val="tx2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83994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114ED94A-C85D-4CD3-4205-438D21CE6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9217" y="-1"/>
            <a:ext cx="5213267" cy="6883030"/>
            <a:chOff x="-19217" y="-1"/>
            <a:chExt cx="5213267" cy="688303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E642BDB2-BF67-1D53-1C70-0B41D709E4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06" y="0"/>
              <a:ext cx="5204956" cy="6883029"/>
            </a:xfrm>
            <a:prstGeom prst="rect">
              <a:avLst/>
            </a:prstGeom>
            <a:gradFill>
              <a:gsLst>
                <a:gs pos="7000">
                  <a:schemeClr val="accent2"/>
                </a:gs>
                <a:gs pos="100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58E0D8CE-5DBF-B664-EB48-C29BF8AB4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-19217" y="1731909"/>
              <a:ext cx="5204963" cy="5144400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0000">
                  <a:schemeClr val="accent5">
                    <a:lumMod val="60000"/>
                    <a:lumOff val="40000"/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DFD140CE-7DE2-C88F-5EAE-F45EB69E6A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10" y="6723"/>
              <a:ext cx="3834567" cy="6876300"/>
            </a:xfrm>
            <a:prstGeom prst="rect">
              <a:avLst/>
            </a:prstGeom>
            <a:gradFill flip="none" rotWithShape="1">
              <a:gsLst>
                <a:gs pos="3000">
                  <a:schemeClr val="accent2">
                    <a:lumMod val="60000"/>
                    <a:lumOff val="40000"/>
                    <a:alpha val="78000"/>
                  </a:schemeClr>
                </a:gs>
                <a:gs pos="42000">
                  <a:schemeClr val="accent2">
                    <a:alpha val="0"/>
                  </a:schemeClr>
                </a:gs>
              </a:gsLst>
              <a:lin ang="3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57E87E3-413F-10EF-63D8-6016E986C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-844601" y="833689"/>
              <a:ext cx="6872341" cy="5204961"/>
            </a:xfrm>
            <a:prstGeom prst="rect">
              <a:avLst/>
            </a:prstGeom>
            <a:gradFill>
              <a:gsLst>
                <a:gs pos="0">
                  <a:schemeClr val="accent5">
                    <a:alpha val="86000"/>
                  </a:schemeClr>
                </a:gs>
                <a:gs pos="57000">
                  <a:schemeClr val="accent2">
                    <a:alpha val="0"/>
                  </a:schemeClr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F3432B2-4E17-5C4E-5DAC-D365DF391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484" y="739835"/>
            <a:ext cx="3702580" cy="1616203"/>
          </a:xfrm>
        </p:spPr>
        <p:txBody>
          <a:bodyPr anchor="b">
            <a:normAutofit/>
          </a:bodyPr>
          <a:lstStyle/>
          <a:p>
            <a:r>
              <a:rPr lang="fr-FR" sz="3200">
                <a:solidFill>
                  <a:srgbClr val="FFFFFF"/>
                </a:solidFill>
              </a:rPr>
              <a:t>Creating Tissue Masks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7417B3-0E19-650D-ED05-F6013CFE79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484" y="2459116"/>
            <a:ext cx="3702579" cy="3524823"/>
          </a:xfrm>
        </p:spPr>
        <p:txBody>
          <a:bodyPr>
            <a:normAutofit/>
          </a:bodyPr>
          <a:lstStyle/>
          <a:p>
            <a:r>
              <a:rPr lang="fr-FR" sz="1300" b="1">
                <a:solidFill>
                  <a:srgbClr val="FFFFFF"/>
                </a:solidFill>
              </a:rPr>
              <a:t>Method A — From Theo Perrochon's preprocessing (H5 coords)</a:t>
            </a:r>
          </a:p>
          <a:p>
            <a:r>
              <a:rPr lang="fr-FR" sz="1300">
                <a:solidFill>
                  <a:srgbClr val="FFFFFF"/>
                </a:solidFill>
              </a:rPr>
              <a:t>You reconstruct a full-resolution mask using patch coordinates.</a:t>
            </a:r>
          </a:p>
          <a:p>
            <a:r>
              <a:rPr lang="fr-FR" sz="1300" b="1">
                <a:solidFill>
                  <a:srgbClr val="FFFFFF"/>
                </a:solidFill>
              </a:rPr>
              <a:t>Method B — From Autofluorescence Channel (Otsu)</a:t>
            </a:r>
          </a:p>
          <a:p>
            <a:r>
              <a:rPr lang="fr-FR" sz="1300">
                <a:solidFill>
                  <a:srgbClr val="FFFFFF"/>
                </a:solidFill>
              </a:rPr>
              <a:t>You generate tissue mask directly from QPTIFF pages.</a:t>
            </a:r>
          </a:p>
          <a:p>
            <a:r>
              <a:rPr lang="fr-FR" sz="1300" b="1">
                <a:solidFill>
                  <a:srgbClr val="FFFFFF"/>
                </a:solidFill>
              </a:rPr>
              <a:t>Method C — Old DeepCellMap masks imported &amp; aligned</a:t>
            </a:r>
          </a:p>
          <a:p>
            <a:r>
              <a:rPr lang="fr-FR" sz="1300">
                <a:solidFill>
                  <a:srgbClr val="FFFFFF"/>
                </a:solidFill>
              </a:rPr>
              <a:t>Modified version of get_mask_tissue_original.</a:t>
            </a:r>
          </a:p>
          <a:p>
            <a:r>
              <a:rPr lang="fr-FR" sz="1300" b="1">
                <a:solidFill>
                  <a:srgbClr val="FFFFFF"/>
                </a:solidFill>
              </a:rPr>
              <a:t>Output:</a:t>
            </a:r>
          </a:p>
          <a:p>
            <a:r>
              <a:rPr lang="fr-FR" sz="1300">
                <a:solidFill>
                  <a:srgbClr val="FFFFFF"/>
                </a:solidFill>
              </a:rPr>
              <a:t>➡️ ROI-aligned tissue mask saved as PNG</a:t>
            </a:r>
            <a:br>
              <a:rPr lang="fr-FR" sz="1300">
                <a:solidFill>
                  <a:srgbClr val="FFFFFF"/>
                </a:solidFill>
              </a:rPr>
            </a:br>
            <a:r>
              <a:rPr lang="fr-FR" sz="1300">
                <a:solidFill>
                  <a:srgbClr val="FFFFFF"/>
                </a:solidFill>
              </a:rPr>
              <a:t>➡️ Used to filter cells and images</a:t>
            </a:r>
          </a:p>
          <a:p>
            <a:endParaRPr lang="fr-FR" sz="130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5DD004-3AA4-DFC2-2025-A43A06C584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3388" y="787114"/>
            <a:ext cx="4530833" cy="5283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7738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55811B-6964-7401-C6F6-51C783D85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>
            <a:normAutofit/>
          </a:bodyPr>
          <a:lstStyle/>
          <a:p>
            <a:pPr algn="r"/>
            <a:r>
              <a:rPr lang="fr-FR" sz="6800"/>
              <a:t>Table Cells Extraction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3280578A-6F69-A68D-A6AF-90CF7A00D6F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14421350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084340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FCEF5-8855-8140-C4BE-B061F781C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Cell</a:t>
            </a:r>
            <a:r>
              <a:rPr lang="fr-FR" dirty="0"/>
              <a:t> Mask </a:t>
            </a:r>
            <a:r>
              <a:rPr lang="fr-FR" dirty="0" err="1"/>
              <a:t>Generation</a:t>
            </a:r>
            <a:r>
              <a:rPr lang="fr-FR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DEB581-2C75-24F5-B2CE-6C14B3A850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b="1" dirty="0" err="1"/>
              <a:t>Before</a:t>
            </a:r>
            <a:r>
              <a:rPr lang="fr-FR" b="1" dirty="0"/>
              <a:t> (</a:t>
            </a:r>
            <a:r>
              <a:rPr lang="fr-FR" b="1" dirty="0" err="1"/>
              <a:t>DeepCellMap</a:t>
            </a:r>
            <a:r>
              <a:rPr lang="fr-FR" b="1" dirty="0"/>
              <a:t>)</a:t>
            </a:r>
          </a:p>
          <a:p>
            <a:r>
              <a:rPr lang="fr-FR" dirty="0"/>
              <a:t>Uses segmentation model → </a:t>
            </a:r>
            <a:r>
              <a:rPr lang="fr-FR" dirty="0" err="1"/>
              <a:t>probability</a:t>
            </a:r>
            <a:r>
              <a:rPr lang="fr-FR" dirty="0"/>
              <a:t> </a:t>
            </a:r>
            <a:r>
              <a:rPr lang="fr-FR" dirty="0" err="1"/>
              <a:t>maps</a:t>
            </a:r>
            <a:r>
              <a:rPr lang="fr-FR" dirty="0"/>
              <a:t>.</a:t>
            </a:r>
          </a:p>
          <a:p>
            <a:r>
              <a:rPr lang="fr-FR" b="1" dirty="0" err="1"/>
              <a:t>My</a:t>
            </a:r>
            <a:r>
              <a:rPr lang="fr-FR" b="1" dirty="0"/>
              <a:t> </a:t>
            </a:r>
            <a:r>
              <a:rPr lang="fr-FR" b="1" dirty="0" err="1"/>
              <a:t>Approach</a:t>
            </a:r>
            <a:r>
              <a:rPr lang="fr-FR" b="1" dirty="0"/>
              <a:t> (</a:t>
            </a:r>
            <a:r>
              <a:rPr lang="fr-FR" b="1" dirty="0" err="1"/>
              <a:t>ImmuCAN</a:t>
            </a:r>
            <a:r>
              <a:rPr lang="fr-FR" b="1" dirty="0"/>
              <a:t>)</a:t>
            </a:r>
          </a:p>
          <a:p>
            <a:r>
              <a:rPr lang="fr-FR" dirty="0"/>
              <a:t>No segmentation model → segmentation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replaced</a:t>
            </a:r>
            <a:r>
              <a:rPr lang="fr-FR" dirty="0"/>
              <a:t> by:</a:t>
            </a:r>
          </a:p>
          <a:p>
            <a:r>
              <a:rPr lang="fr-FR" dirty="0" err="1"/>
              <a:t>Using</a:t>
            </a:r>
            <a:r>
              <a:rPr lang="fr-FR" dirty="0"/>
              <a:t> </a:t>
            </a:r>
            <a:r>
              <a:rPr lang="fr-FR" dirty="0" err="1"/>
              <a:t>each</a:t>
            </a:r>
            <a:r>
              <a:rPr lang="fr-FR" dirty="0"/>
              <a:t> </a:t>
            </a:r>
            <a:r>
              <a:rPr lang="fr-FR" dirty="0" err="1"/>
              <a:t>cell’s</a:t>
            </a:r>
            <a:r>
              <a:rPr lang="fr-FR" dirty="0"/>
              <a:t> center (</a:t>
            </a:r>
            <a:r>
              <a:rPr lang="fr-FR" dirty="0" err="1"/>
              <a:t>nucleus.x.px</a:t>
            </a:r>
            <a:r>
              <a:rPr lang="fr-FR" dirty="0"/>
              <a:t>, </a:t>
            </a:r>
            <a:r>
              <a:rPr lang="fr-FR" dirty="0" err="1"/>
              <a:t>nucleus.y.px</a:t>
            </a:r>
            <a:r>
              <a:rPr lang="fr-FR" dirty="0"/>
              <a:t>)</a:t>
            </a:r>
          </a:p>
          <a:p>
            <a:r>
              <a:rPr lang="fr-FR" dirty="0" err="1"/>
              <a:t>Estimating</a:t>
            </a:r>
            <a:r>
              <a:rPr lang="fr-FR" dirty="0"/>
              <a:t> radius </a:t>
            </a:r>
            <a:r>
              <a:rPr lang="fr-FR" dirty="0" err="1"/>
              <a:t>using</a:t>
            </a:r>
            <a:r>
              <a:rPr lang="fr-FR" dirty="0"/>
              <a:t>:</a:t>
            </a:r>
            <a:br>
              <a:rPr lang="fr-FR" dirty="0"/>
            </a:br>
            <a:r>
              <a:rPr lang="fr-FR" dirty="0"/>
              <a:t>r = </a:t>
            </a:r>
            <a:r>
              <a:rPr lang="fr-FR" dirty="0" err="1"/>
              <a:t>sqrt</a:t>
            </a:r>
            <a:r>
              <a:rPr lang="fr-FR" dirty="0"/>
              <a:t>(</a:t>
            </a:r>
            <a:r>
              <a:rPr lang="fr-FR" dirty="0" err="1"/>
              <a:t>cell.area.px</a:t>
            </a:r>
            <a:r>
              <a:rPr lang="fr-FR" dirty="0"/>
              <a:t> / </a:t>
            </a:r>
            <a:r>
              <a:rPr lang="el-GR" dirty="0"/>
              <a:t>π)</a:t>
            </a:r>
          </a:p>
          <a:p>
            <a:r>
              <a:rPr lang="fr-FR" dirty="0" err="1"/>
              <a:t>Drawing</a:t>
            </a:r>
            <a:r>
              <a:rPr lang="fr-FR" dirty="0"/>
              <a:t> </a:t>
            </a:r>
            <a:r>
              <a:rPr lang="fr-FR" dirty="0" err="1"/>
              <a:t>filled</a:t>
            </a:r>
            <a:r>
              <a:rPr lang="fr-FR" dirty="0"/>
              <a:t> </a:t>
            </a:r>
            <a:r>
              <a:rPr lang="fr-FR" dirty="0" err="1"/>
              <a:t>circle</a:t>
            </a:r>
            <a:r>
              <a:rPr lang="fr-FR" dirty="0"/>
              <a:t> </a:t>
            </a:r>
            <a:r>
              <a:rPr lang="fr-FR" dirty="0" err="1"/>
              <a:t>using</a:t>
            </a:r>
            <a:r>
              <a:rPr lang="fr-FR" dirty="0"/>
              <a:t> PIL</a:t>
            </a:r>
          </a:p>
          <a:p>
            <a:r>
              <a:rPr lang="fr-FR" dirty="0" err="1"/>
              <a:t>Assigning</a:t>
            </a:r>
            <a:r>
              <a:rPr lang="fr-FR" dirty="0"/>
              <a:t> </a:t>
            </a:r>
            <a:r>
              <a:rPr lang="fr-FR" dirty="0" err="1"/>
              <a:t>integer</a:t>
            </a:r>
            <a:r>
              <a:rPr lang="fr-FR" dirty="0"/>
              <a:t> class code</a:t>
            </a:r>
          </a:p>
          <a:p>
            <a:r>
              <a:rPr lang="fr-FR" dirty="0" err="1"/>
              <a:t>Using</a:t>
            </a:r>
            <a:r>
              <a:rPr lang="fr-FR" dirty="0"/>
              <a:t> label </a:t>
            </a:r>
            <a:r>
              <a:rPr lang="fr-FR" dirty="0" err="1"/>
              <a:t>priority</a:t>
            </a:r>
            <a:r>
              <a:rPr lang="fr-FR" dirty="0"/>
              <a:t> (B → T → </a:t>
            </a:r>
            <a:r>
              <a:rPr lang="fr-FR" dirty="0" err="1"/>
              <a:t>Tumor</a:t>
            </a:r>
            <a:r>
              <a:rPr lang="fr-FR" dirty="0"/>
              <a:t> ...)</a:t>
            </a:r>
          </a:p>
          <a:p>
            <a:r>
              <a:rPr lang="fr-FR" dirty="0" err="1"/>
              <a:t>Cropping</a:t>
            </a:r>
            <a:r>
              <a:rPr lang="fr-FR" dirty="0"/>
              <a:t> to ROI</a:t>
            </a:r>
          </a:p>
          <a:p>
            <a:r>
              <a:rPr lang="fr-FR" dirty="0" err="1"/>
              <a:t>Returning</a:t>
            </a:r>
            <a:r>
              <a:rPr lang="fr-FR" dirty="0"/>
              <a:t>:</a:t>
            </a:r>
          </a:p>
          <a:p>
            <a:pPr lvl="1"/>
            <a:r>
              <a:rPr lang="fr-FR" b="1" dirty="0"/>
              <a:t>per-class </a:t>
            </a:r>
            <a:r>
              <a:rPr lang="fr-FR" b="1" dirty="0" err="1"/>
              <a:t>boolean</a:t>
            </a:r>
            <a:r>
              <a:rPr lang="fr-FR" b="1" dirty="0"/>
              <a:t> </a:t>
            </a:r>
            <a:r>
              <a:rPr lang="fr-FR" b="1" dirty="0" err="1"/>
              <a:t>masks</a:t>
            </a:r>
            <a:endParaRPr lang="fr-FR" dirty="0"/>
          </a:p>
          <a:p>
            <a:pPr lvl="1"/>
            <a:r>
              <a:rPr lang="fr-FR" b="1" dirty="0"/>
              <a:t>label image</a:t>
            </a:r>
            <a:endParaRPr lang="fr-FR" dirty="0"/>
          </a:p>
          <a:p>
            <a:pPr lvl="1"/>
            <a:r>
              <a:rPr lang="fr-FR" b="1" dirty="0"/>
              <a:t>pixel </a:t>
            </a:r>
            <a:r>
              <a:rPr lang="fr-FR" b="1" dirty="0" err="1"/>
              <a:t>counts</a:t>
            </a:r>
            <a:r>
              <a:rPr lang="fr-FR" b="1" dirty="0"/>
              <a:t> per class</a:t>
            </a:r>
            <a:endParaRPr lang="fr-FR" dirty="0"/>
          </a:p>
          <a:p>
            <a:r>
              <a:rPr lang="fr-FR" dirty="0" err="1"/>
              <a:t>Include</a:t>
            </a:r>
            <a:r>
              <a:rPr lang="fr-FR" dirty="0"/>
              <a:t> a </a:t>
            </a:r>
            <a:r>
              <a:rPr lang="fr-FR" dirty="0" err="1"/>
              <a:t>visualization</a:t>
            </a:r>
            <a:r>
              <a:rPr lang="fr-FR" dirty="0"/>
              <a:t>:</a:t>
            </a:r>
            <a:br>
              <a:rPr lang="fr-FR" dirty="0"/>
            </a:br>
            <a:r>
              <a:rPr lang="fr-FR" b="1" dirty="0"/>
              <a:t>ROI image + </a:t>
            </a:r>
            <a:r>
              <a:rPr lang="fr-FR" b="1" dirty="0" err="1"/>
              <a:t>cell</a:t>
            </a:r>
            <a:r>
              <a:rPr lang="fr-FR" b="1" dirty="0"/>
              <a:t> </a:t>
            </a:r>
            <a:r>
              <a:rPr lang="fr-FR" b="1" dirty="0" err="1"/>
              <a:t>masks</a:t>
            </a:r>
            <a:r>
              <a:rPr lang="fr-FR" b="1" dirty="0"/>
              <a:t> (</a:t>
            </a:r>
            <a:r>
              <a:rPr lang="fr-FR" b="1" dirty="0" err="1"/>
              <a:t>color-coded</a:t>
            </a:r>
            <a:r>
              <a:rPr lang="fr-FR" b="1" dirty="0"/>
              <a:t>)</a:t>
            </a:r>
            <a:endParaRPr lang="fr-FR" dirty="0"/>
          </a:p>
          <a:p>
            <a:endParaRPr lang="fr-F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C59991-99C0-127B-F531-807511183F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2491" y="586274"/>
            <a:ext cx="4870008" cy="5685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4412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80CCAACE-815D-4A79-875A-B7EFC28F7D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Content Placeholder 3" descr="A black and white image of a black background&#10;&#10;AI-generated content may be incorrect.">
            <a:extLst>
              <a:ext uri="{FF2B5EF4-FFF2-40B4-BE49-F238E27FC236}">
                <a16:creationId xmlns:a16="http://schemas.microsoft.com/office/drawing/2014/main" id="{E54F40CD-7D17-A212-2EEA-CFF11C37337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" b="3534"/>
          <a:stretch>
            <a:fillRect/>
          </a:stretch>
        </p:blipFill>
        <p:spPr>
          <a:xfrm>
            <a:off x="20" y="10"/>
            <a:ext cx="6095980" cy="6857990"/>
          </a:xfrm>
          <a:prstGeom prst="rect">
            <a:avLst/>
          </a:prstGeom>
        </p:spPr>
      </p:pic>
      <p:pic>
        <p:nvPicPr>
          <p:cNvPr id="7" name="Picture 6" descr="A black and white image of a mask&#10;&#10;AI-generated content may be incorrect.">
            <a:extLst>
              <a:ext uri="{FF2B5EF4-FFF2-40B4-BE49-F238E27FC236}">
                <a16:creationId xmlns:a16="http://schemas.microsoft.com/office/drawing/2014/main" id="{9CFA6F49-077E-53FC-600D-C5A3E60FA8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050" r="7728"/>
          <a:stretch>
            <a:fillRect/>
          </a:stretch>
        </p:blipFill>
        <p:spPr>
          <a:xfrm>
            <a:off x="6096000" y="10"/>
            <a:ext cx="609600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7917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1CE658-2B0F-49B4-CA71-E213E9978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fr-FR" sz="4000">
                <a:solidFill>
                  <a:srgbClr val="FFFFFF"/>
                </a:solidFill>
              </a:rPr>
              <a:t>ROI &amp; Border System</a:t>
            </a:r>
          </a:p>
        </p:txBody>
      </p:sp>
      <p:graphicFrame>
        <p:nvGraphicFramePr>
          <p:cNvPr id="7" name="Rectangle 2">
            <a:extLst>
              <a:ext uri="{FF2B5EF4-FFF2-40B4-BE49-F238E27FC236}">
                <a16:creationId xmlns:a16="http://schemas.microsoft.com/office/drawing/2014/main" id="{2434CC89-6AF8-E298-D0A8-0ACCC64A083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75193482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397817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!!Rectangle">
            <a:extLst>
              <a:ext uri="{FF2B5EF4-FFF2-40B4-BE49-F238E27FC236}">
                <a16:creationId xmlns:a16="http://schemas.microsoft.com/office/drawing/2014/main" id="{362810D9-2C5A-477D-949C-C191895477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8467"/>
            <a:ext cx="12191999" cy="6866467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62ED59-1198-A4F8-AD86-FC8563912A4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5000"/>
          </a:blip>
          <a:srcRect t="12957" b="30793"/>
          <a:stretch>
            <a:fillRect/>
          </a:stretch>
        </p:blipFill>
        <p:spPr>
          <a:xfrm>
            <a:off x="20" y="-9107"/>
            <a:ext cx="1219198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F6AE45B-BFF9-6E48-82A7-940AC9FB2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591344"/>
            <a:ext cx="3200400" cy="5585619"/>
          </a:xfrm>
        </p:spPr>
        <p:txBody>
          <a:bodyPr>
            <a:normAutofit/>
          </a:bodyPr>
          <a:lstStyle/>
          <a:p>
            <a:r>
              <a:rPr lang="fr-FR">
                <a:solidFill>
                  <a:srgbClr val="FFFFFF"/>
                </a:solidFill>
              </a:rPr>
              <a:t>Full Pipeline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0B0654-4BBD-856A-BEB6-273AB0DA89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 lnSpcReduction="10000"/>
          </a:bodyPr>
          <a:lstStyle/>
          <a:p>
            <a:r>
              <a:rPr lang="fr-FR" sz="2400" dirty="0">
                <a:solidFill>
                  <a:srgbClr val="FFFFFF"/>
                </a:solidFill>
              </a:rPr>
              <a:t>QPTIFF → </a:t>
            </a:r>
            <a:r>
              <a:rPr lang="fr-FR" sz="2400" dirty="0" err="1">
                <a:solidFill>
                  <a:srgbClr val="FFFFFF"/>
                </a:solidFill>
              </a:rPr>
              <a:t>Load</a:t>
            </a:r>
            <a:r>
              <a:rPr lang="fr-FR" sz="2400" dirty="0">
                <a:solidFill>
                  <a:srgbClr val="FFFFFF"/>
                </a:solidFill>
              </a:rPr>
              <a:t> Pages (0–8)</a:t>
            </a:r>
          </a:p>
          <a:p>
            <a:r>
              <a:rPr lang="fr-FR" sz="2400" dirty="0">
                <a:solidFill>
                  <a:srgbClr val="FFFFFF"/>
                </a:solidFill>
              </a:rPr>
              <a:t>→ TSV </a:t>
            </a:r>
            <a:r>
              <a:rPr lang="fr-FR" sz="2400" dirty="0" err="1">
                <a:solidFill>
                  <a:srgbClr val="FFFFFF"/>
                </a:solidFill>
              </a:rPr>
              <a:t>Parsing</a:t>
            </a:r>
            <a:endParaRPr lang="fr-FR" sz="2400" dirty="0">
              <a:solidFill>
                <a:srgbClr val="FFFFFF"/>
              </a:solidFill>
            </a:endParaRPr>
          </a:p>
          <a:p>
            <a:r>
              <a:rPr lang="fr-FR" sz="2400" dirty="0">
                <a:solidFill>
                  <a:srgbClr val="FFFFFF"/>
                </a:solidFill>
              </a:rPr>
              <a:t>      → </a:t>
            </a:r>
            <a:r>
              <a:rPr lang="fr-FR" sz="2400" dirty="0" err="1">
                <a:solidFill>
                  <a:srgbClr val="FFFFFF"/>
                </a:solidFill>
              </a:rPr>
              <a:t>Phenotype</a:t>
            </a:r>
            <a:r>
              <a:rPr lang="fr-FR" sz="2400" dirty="0">
                <a:solidFill>
                  <a:srgbClr val="FFFFFF"/>
                </a:solidFill>
              </a:rPr>
              <a:t> → </a:t>
            </a:r>
            <a:r>
              <a:rPr lang="fr-FR" sz="2400" dirty="0" err="1">
                <a:solidFill>
                  <a:srgbClr val="FFFFFF"/>
                </a:solidFill>
              </a:rPr>
              <a:t>Cell</a:t>
            </a:r>
            <a:r>
              <a:rPr lang="fr-FR" sz="2400" dirty="0">
                <a:solidFill>
                  <a:srgbClr val="FFFFFF"/>
                </a:solidFill>
              </a:rPr>
              <a:t> Type Mapping</a:t>
            </a:r>
          </a:p>
          <a:p>
            <a:r>
              <a:rPr lang="fr-FR" sz="2400" dirty="0">
                <a:solidFill>
                  <a:srgbClr val="FFFFFF"/>
                </a:solidFill>
              </a:rPr>
              <a:t>      → Merge &amp; </a:t>
            </a:r>
            <a:r>
              <a:rPr lang="fr-FR" sz="2400" dirty="0" err="1">
                <a:solidFill>
                  <a:srgbClr val="FFFFFF"/>
                </a:solidFill>
              </a:rPr>
              <a:t>Build</a:t>
            </a:r>
            <a:r>
              <a:rPr lang="fr-FR" sz="2400" dirty="0">
                <a:solidFill>
                  <a:srgbClr val="FFFFFF"/>
                </a:solidFill>
              </a:rPr>
              <a:t> Full CSV</a:t>
            </a:r>
          </a:p>
          <a:p>
            <a:r>
              <a:rPr lang="fr-FR" sz="2400" dirty="0">
                <a:solidFill>
                  <a:srgbClr val="FFFFFF"/>
                </a:solidFill>
              </a:rPr>
              <a:t>      → </a:t>
            </a:r>
            <a:r>
              <a:rPr lang="fr-FR" sz="2400" dirty="0" err="1">
                <a:solidFill>
                  <a:srgbClr val="FFFFFF"/>
                </a:solidFill>
              </a:rPr>
              <a:t>Compute</a:t>
            </a:r>
            <a:r>
              <a:rPr lang="fr-FR" sz="2400" dirty="0">
                <a:solidFill>
                  <a:srgbClr val="FFFFFF"/>
                </a:solidFill>
              </a:rPr>
              <a:t> </a:t>
            </a:r>
            <a:r>
              <a:rPr lang="fr-FR" sz="2400" dirty="0" err="1">
                <a:solidFill>
                  <a:srgbClr val="FFFFFF"/>
                </a:solidFill>
              </a:rPr>
              <a:t>Tiles</a:t>
            </a:r>
            <a:r>
              <a:rPr lang="fr-FR" sz="2400" dirty="0">
                <a:solidFill>
                  <a:srgbClr val="FFFFFF"/>
                </a:solidFill>
              </a:rPr>
              <a:t> &amp; </a:t>
            </a:r>
            <a:r>
              <a:rPr lang="fr-FR" sz="2400" dirty="0" err="1">
                <a:solidFill>
                  <a:srgbClr val="FFFFFF"/>
                </a:solidFill>
              </a:rPr>
              <a:t>coordinates</a:t>
            </a:r>
            <a:endParaRPr lang="fr-FR" sz="2400" dirty="0">
              <a:solidFill>
                <a:srgbClr val="FFFFFF"/>
              </a:solidFill>
            </a:endParaRPr>
          </a:p>
          <a:p>
            <a:r>
              <a:rPr lang="fr-FR" sz="2400" dirty="0">
                <a:solidFill>
                  <a:srgbClr val="FFFFFF"/>
                </a:solidFill>
              </a:rPr>
              <a:t>      → </a:t>
            </a:r>
            <a:r>
              <a:rPr lang="fr-FR" sz="2400" dirty="0" err="1">
                <a:solidFill>
                  <a:srgbClr val="FFFFFF"/>
                </a:solidFill>
              </a:rPr>
              <a:t>Extract</a:t>
            </a:r>
            <a:r>
              <a:rPr lang="fr-FR" sz="2400" dirty="0">
                <a:solidFill>
                  <a:srgbClr val="FFFFFF"/>
                </a:solidFill>
              </a:rPr>
              <a:t> ROI(Table </a:t>
            </a:r>
            <a:r>
              <a:rPr lang="fr-FR" sz="2400" dirty="0" err="1">
                <a:solidFill>
                  <a:srgbClr val="FFFFFF"/>
                </a:solidFill>
              </a:rPr>
              <a:t>Cells</a:t>
            </a:r>
            <a:r>
              <a:rPr lang="fr-FR" sz="2400" dirty="0">
                <a:solidFill>
                  <a:srgbClr val="FFFFFF"/>
                </a:solidFill>
              </a:rPr>
              <a:t>)</a:t>
            </a:r>
          </a:p>
          <a:p>
            <a:pPr lvl="1"/>
            <a:r>
              <a:rPr lang="fr-FR" sz="2800" dirty="0">
                <a:solidFill>
                  <a:srgbClr val="FFFFFF"/>
                </a:solidFill>
              </a:rPr>
              <a:t>→ RGB image</a:t>
            </a:r>
          </a:p>
          <a:p>
            <a:r>
              <a:rPr lang="fr-FR" dirty="0">
                <a:solidFill>
                  <a:srgbClr val="FFFFFF"/>
                </a:solidFill>
              </a:rPr>
              <a:t>→ Tissue Mask </a:t>
            </a:r>
            <a:r>
              <a:rPr lang="fr-FR" dirty="0" err="1">
                <a:solidFill>
                  <a:srgbClr val="FFFFFF"/>
                </a:solidFill>
              </a:rPr>
              <a:t>Generation</a:t>
            </a:r>
            <a:endParaRPr lang="fr-FR" dirty="0">
              <a:solidFill>
                <a:srgbClr val="FFFFFF"/>
              </a:solidFill>
            </a:endParaRPr>
          </a:p>
          <a:p>
            <a:r>
              <a:rPr lang="fr-FR" sz="2400" dirty="0">
                <a:solidFill>
                  <a:srgbClr val="FFFFFF"/>
                </a:solidFill>
              </a:rPr>
              <a:t>      → </a:t>
            </a:r>
            <a:r>
              <a:rPr lang="fr-FR" sz="2400" dirty="0" err="1">
                <a:solidFill>
                  <a:srgbClr val="FFFFFF"/>
                </a:solidFill>
              </a:rPr>
              <a:t>Cell</a:t>
            </a:r>
            <a:r>
              <a:rPr lang="fr-FR" sz="2400" dirty="0">
                <a:solidFill>
                  <a:srgbClr val="FFFFFF"/>
                </a:solidFill>
              </a:rPr>
              <a:t> Mask </a:t>
            </a:r>
            <a:r>
              <a:rPr lang="fr-FR" sz="2400" dirty="0" err="1">
                <a:solidFill>
                  <a:srgbClr val="FFFFFF"/>
                </a:solidFill>
              </a:rPr>
              <a:t>Generation</a:t>
            </a:r>
            <a:r>
              <a:rPr lang="fr-FR" sz="2400" dirty="0">
                <a:solidFill>
                  <a:srgbClr val="FFFFFF"/>
                </a:solidFill>
              </a:rPr>
              <a:t> (PIL)</a:t>
            </a:r>
          </a:p>
          <a:p>
            <a:r>
              <a:rPr lang="fr-FR" sz="2400" dirty="0">
                <a:solidFill>
                  <a:srgbClr val="FFFFFF"/>
                </a:solidFill>
              </a:rPr>
              <a:t>      → </a:t>
            </a:r>
            <a:r>
              <a:rPr lang="fr-FR" sz="2400" dirty="0" err="1">
                <a:solidFill>
                  <a:srgbClr val="FFFFFF"/>
                </a:solidFill>
              </a:rPr>
              <a:t>DeepCellMap</a:t>
            </a:r>
            <a:r>
              <a:rPr lang="fr-FR" sz="2400" dirty="0">
                <a:solidFill>
                  <a:srgbClr val="FFFFFF"/>
                </a:solidFill>
              </a:rPr>
              <a:t> </a:t>
            </a:r>
            <a:r>
              <a:rPr lang="fr-FR" sz="2400" dirty="0" err="1">
                <a:solidFill>
                  <a:srgbClr val="FFFFFF"/>
                </a:solidFill>
              </a:rPr>
              <a:t>Statistics</a:t>
            </a:r>
            <a:endParaRPr lang="fr-FR" sz="2400" dirty="0">
              <a:solidFill>
                <a:srgbClr val="FFFFFF"/>
              </a:solidFill>
            </a:endParaRPr>
          </a:p>
          <a:p>
            <a:r>
              <a:rPr lang="fr-FR" sz="2400" dirty="0">
                <a:solidFill>
                  <a:srgbClr val="FFFFFF"/>
                </a:solidFill>
              </a:rPr>
              <a:t>      → Colocalisation </a:t>
            </a:r>
            <a:r>
              <a:rPr lang="fr-FR" sz="2400" dirty="0" err="1">
                <a:solidFill>
                  <a:srgbClr val="FFFFFF"/>
                </a:solidFill>
              </a:rPr>
              <a:t>Analysis</a:t>
            </a:r>
            <a:endParaRPr lang="fr-FR" sz="2400" dirty="0">
              <a:solidFill>
                <a:srgbClr val="FFFFFF"/>
              </a:solidFill>
            </a:endParaRPr>
          </a:p>
          <a:p>
            <a:r>
              <a:rPr lang="fr-FR" sz="2400" dirty="0">
                <a:solidFill>
                  <a:srgbClr val="FFFFFF"/>
                </a:solidFill>
              </a:rPr>
              <a:t>      → DBSCAN Clustering</a:t>
            </a:r>
          </a:p>
          <a:p>
            <a:r>
              <a:rPr lang="fr-FR" sz="2400" dirty="0">
                <a:solidFill>
                  <a:srgbClr val="FFFFFF"/>
                </a:solidFill>
              </a:rPr>
              <a:t>      → </a:t>
            </a:r>
            <a:r>
              <a:rPr lang="fr-FR" sz="2400" dirty="0" err="1">
                <a:solidFill>
                  <a:srgbClr val="FFFFFF"/>
                </a:solidFill>
              </a:rPr>
              <a:t>Cohort</a:t>
            </a:r>
            <a:r>
              <a:rPr lang="fr-FR" sz="2400" dirty="0">
                <a:solidFill>
                  <a:srgbClr val="FFFFFF"/>
                </a:solidFill>
              </a:rPr>
              <a:t> </a:t>
            </a:r>
            <a:r>
              <a:rPr lang="fr-FR" sz="2400" dirty="0" err="1">
                <a:solidFill>
                  <a:srgbClr val="FFFFFF"/>
                </a:solidFill>
              </a:rPr>
              <a:t>Results</a:t>
            </a:r>
            <a:endParaRPr lang="fr-FR" sz="2400" dirty="0">
              <a:solidFill>
                <a:srgbClr val="FFFFFF"/>
              </a:solidFill>
            </a:endParaRPr>
          </a:p>
          <a:p>
            <a:endParaRPr lang="fr-FR" sz="24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24703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7A453D2-15D8-4403-815F-291FA1634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161EA6B-09CA-445B-AB0D-8DF76FA92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EA1DAFF-CECA-492F-BFA1-22C64956B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5D3D3744-142C-4653-90AB-546FE6B84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BC69CAC-820B-41BA-BFCA-79B455768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3D205E7A-88AB-4C4B-B8D1-5A76AA878B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0D4286E9-8501-4EBF-874C-74897B4B6F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45586ADC-910E-45C9-BAB4-CB0EFBEE5B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DAB594C5-5BB0-49AE-8AAC-AE40A6F8A3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B8114C98-A349-4111-A123-E8EAB86AB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70FB431-AE18-414D-92F4-1D12D199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24467063-D74E-4D42-8790-B9F6D69584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A1D19BAC-1681-47BC-AAF5-92FAFFF6F4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94347C2B-E846-452C-97AA-7E254FC1CE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10EA2B35-7959-4C2A-84AA-FF5D94FED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7B8BB703-C7A5-8501-087B-FC3B271B6E1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906" r="1" b="7901"/>
          <a:stretch>
            <a:fillRect/>
          </a:stretch>
        </p:blipFill>
        <p:spPr>
          <a:xfrm>
            <a:off x="626590" y="317578"/>
            <a:ext cx="10851111" cy="3508437"/>
          </a:xfrm>
          <a:prstGeom prst="rect">
            <a:avLst/>
          </a:prstGeom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AF19A774-30A5-488B-9BAF-629C644029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74192" y="482489"/>
            <a:ext cx="304800" cy="429768"/>
            <a:chOff x="215328" y="-46937"/>
            <a:chExt cx="304800" cy="2773841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291EBF88-5B98-4258-A542-14C3AF2E52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FBC2D58-9E3C-490D-BD7A-61EF07EA79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B6CF1BB4-1C1D-4EDE-BA26-0243FCF83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0C83729-E02F-4512-AFE7-F4792228BD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E2D3D3F2-ABBB-4453-B1C5-1BEBF7E4D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8214E4A5-A0D2-42C4-8D14-D2A7E495F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494D7A0-6B21-41E8-A7D3-0033BBB79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1E141D7D-32B0-448E-A666-EA8703AFC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D87E268-6345-420F-8B97-B37ED0410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35E1622E-7FA6-4760-A2BF-A8105EBF7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C53FA58-C4A5-73F4-AF10-927136963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4018137"/>
            <a:ext cx="4569060" cy="2129586"/>
          </a:xfrm>
          <a:noFill/>
        </p:spPr>
        <p:txBody>
          <a:bodyPr anchor="t">
            <a:normAutofit/>
          </a:bodyPr>
          <a:lstStyle/>
          <a:p>
            <a:r>
              <a:rPr lang="fr-FR" sz="4800">
                <a:solidFill>
                  <a:schemeClr val="bg1"/>
                </a:solidFill>
              </a:rPr>
              <a:t>Colocalisation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EA5AF0-4FB0-F1CA-E391-5399071A09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080" y="4018143"/>
            <a:ext cx="5674105" cy="2129599"/>
          </a:xfrm>
          <a:noFill/>
        </p:spPr>
        <p:txBody>
          <a:bodyPr anchor="t">
            <a:normAutofit/>
          </a:bodyPr>
          <a:lstStyle/>
          <a:p>
            <a:r>
              <a:rPr lang="en-US" sz="1800">
                <a:solidFill>
                  <a:schemeClr val="bg1"/>
                </a:solidFill>
              </a:rPr>
              <a:t>Generates:</a:t>
            </a:r>
          </a:p>
          <a:p>
            <a:r>
              <a:rPr lang="en-US" sz="1800">
                <a:solidFill>
                  <a:schemeClr val="bg1"/>
                </a:solidFill>
              </a:rPr>
              <a:t>z-score heatmaps</a:t>
            </a:r>
          </a:p>
          <a:p>
            <a:r>
              <a:rPr lang="en-US" sz="1800">
                <a:solidFill>
                  <a:schemeClr val="bg1"/>
                </a:solidFill>
              </a:rPr>
              <a:t>pairwise colocalisation</a:t>
            </a:r>
          </a:p>
          <a:p>
            <a:r>
              <a:rPr lang="en-US" sz="1800">
                <a:solidFill>
                  <a:schemeClr val="bg1"/>
                </a:solidFill>
              </a:rPr>
              <a:t>distance distributions</a:t>
            </a:r>
          </a:p>
          <a:p>
            <a:r>
              <a:rPr lang="en-US" sz="1800">
                <a:solidFill>
                  <a:schemeClr val="bg1"/>
                </a:solidFill>
              </a:rPr>
              <a:t>A-in-B levelset visualization</a:t>
            </a:r>
          </a:p>
          <a:p>
            <a:endParaRPr lang="fr-FR" sz="18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38552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C9508F-4EAB-ED73-3D65-DB63666B96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fr-FR" sz="3700" b="1"/>
              <a:t>DBSCAN Spatial Analysis</a:t>
            </a:r>
            <a:br>
              <a:rPr lang="fr-FR" sz="3700" b="1"/>
            </a:br>
            <a:endParaRPr lang="fr-FR" sz="370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637CC22-5B87-5394-BB72-77D137AE07C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61802" y="2743200"/>
            <a:ext cx="4646905" cy="361314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Clustering immune cells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Identifying tumor–immune micro-regions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Quantifying cluster sizes, densities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Running at ROI-level and slide-level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F9C308-434A-FF58-9414-40D3DB02776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783" r="4229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5272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C9E71F-2CF7-2284-C299-B2A9ACF0F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fr-FR">
                <a:solidFill>
                  <a:srgbClr val="FFFFFF"/>
                </a:solidFill>
              </a:rPr>
              <a:t>Slide-Level Statistics</a:t>
            </a:r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879F7E0-7B90-5BDF-80B4-33A978552F6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370153" y="1526033"/>
            <a:ext cx="5536397" cy="393528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fr-FR" altLang="fr-FR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N </a:t>
            </a:r>
            <a:r>
              <a:rPr kumimoji="0" lang="fr-FR" altLang="fr-FR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cells</a:t>
            </a:r>
            <a:endParaRPr kumimoji="0" lang="fr-FR" altLang="fr-FR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fr-FR" altLang="fr-FR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Mean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cells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per </a:t>
            </a:r>
            <a:r>
              <a:rPr kumimoji="0" lang="fr-FR" altLang="fr-FR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tile</a:t>
            </a:r>
            <a:endParaRPr kumimoji="0" lang="fr-FR" altLang="fr-FR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fr-FR" altLang="fr-FR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Cell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size distribution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fr-FR" altLang="fr-FR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Fraction per </a:t>
            </a:r>
            <a:r>
              <a:rPr kumimoji="0" lang="fr-FR" altLang="fr-FR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cell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type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fr-FR" altLang="fr-FR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Per-class proba support</a:t>
            </a:r>
          </a:p>
        </p:txBody>
      </p:sp>
    </p:spTree>
    <p:extLst>
      <p:ext uri="{BB962C8B-B14F-4D97-AF65-F5344CB8AC3E}">
        <p14:creationId xmlns:p14="http://schemas.microsoft.com/office/powerpoint/2010/main" val="2502573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AEF1AF-F5FA-0824-A048-CE41AEFC5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fr-FR" sz="4000">
                <a:solidFill>
                  <a:srgbClr val="FFFFFF"/>
                </a:solidFill>
              </a:rPr>
              <a:t>Summary of Achievements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991E00A-2C77-7D0D-9C69-44BAF9A661C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47446387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592804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8C7C58-B451-25D4-8496-4D1CE0359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83756"/>
            <a:ext cx="3701743" cy="2396359"/>
          </a:xfrm>
        </p:spPr>
        <p:txBody>
          <a:bodyPr anchor="b">
            <a:normAutofit/>
          </a:bodyPr>
          <a:lstStyle/>
          <a:p>
            <a:r>
              <a:rPr lang="fr-FR" sz="3200" dirty="0">
                <a:solidFill>
                  <a:srgbClr val="FFFFFF"/>
                </a:solidFill>
              </a:rPr>
              <a:t>Conclusion and Future </a:t>
            </a:r>
            <a:r>
              <a:rPr lang="fr-FR" sz="3200" dirty="0" err="1">
                <a:solidFill>
                  <a:srgbClr val="FFFFFF"/>
                </a:solidFill>
              </a:rPr>
              <a:t>work</a:t>
            </a:r>
            <a:endParaRPr lang="fr-FR" sz="3200" dirty="0">
              <a:solidFill>
                <a:srgbClr val="FFFFFF"/>
              </a:solidFill>
            </a:endParaRP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40C1D1D6-46C4-B31C-44F4-24F186472FC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7985829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3971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D1A9D8B-3117-4D9D-BDA4-DD81895098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7467600" cy="6858000"/>
            <a:chOff x="7467600" y="0"/>
            <a:chExt cx="4724400" cy="6858000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7877B25-8C10-4C8D-BC88-BF3C557F8F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4F0DD86-96CD-4F5F-BA4D-FFC17F2D6C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BD92035A-AA2F-4CD8-A556-1CE8BDEC75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69701" cy="6858000"/>
          </a:xfrm>
          <a:custGeom>
            <a:avLst/>
            <a:gdLst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7090188 w 7467600"/>
              <a:gd name="connsiteY3" fmla="*/ 6584365 h 6858000"/>
              <a:gd name="connsiteX4" fmla="*/ 7440138 w 7467600"/>
              <a:gd name="connsiteY4" fmla="*/ 6622648 h 6858000"/>
              <a:gd name="connsiteX5" fmla="*/ 7467600 w 7467600"/>
              <a:gd name="connsiteY5" fmla="*/ 6628217 h 6858000"/>
              <a:gd name="connsiteX6" fmla="*/ 7467600 w 7467600"/>
              <a:gd name="connsiteY6" fmla="*/ 6668575 h 6858000"/>
              <a:gd name="connsiteX7" fmla="*/ 7392322 w 7467600"/>
              <a:gd name="connsiteY7" fmla="*/ 6658238 h 6858000"/>
              <a:gd name="connsiteX8" fmla="*/ 7467600 w 7467600"/>
              <a:gd name="connsiteY8" fmla="*/ 6683873 h 6858000"/>
              <a:gd name="connsiteX9" fmla="*/ 7467600 w 7467600"/>
              <a:gd name="connsiteY9" fmla="*/ 6714215 h 6858000"/>
              <a:gd name="connsiteX10" fmla="*/ 7447383 w 7467600"/>
              <a:gd name="connsiteY10" fmla="*/ 6707202 h 6858000"/>
              <a:gd name="connsiteX11" fmla="*/ 7289862 w 7467600"/>
              <a:gd name="connsiteY11" fmla="*/ 6659827 h 6858000"/>
              <a:gd name="connsiteX12" fmla="*/ 7434024 w 7467600"/>
              <a:gd name="connsiteY12" fmla="*/ 6722130 h 6858000"/>
              <a:gd name="connsiteX13" fmla="*/ 7467600 w 7467600"/>
              <a:gd name="connsiteY13" fmla="*/ 6736157 h 6858000"/>
              <a:gd name="connsiteX14" fmla="*/ 7467600 w 7467600"/>
              <a:gd name="connsiteY14" fmla="*/ 6767913 h 6858000"/>
              <a:gd name="connsiteX15" fmla="*/ 7271814 w 7467600"/>
              <a:gd name="connsiteY15" fmla="*/ 6684601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7090188 w 7467600"/>
              <a:gd name="connsiteY21" fmla="*/ 6584365 h 6858000"/>
              <a:gd name="connsiteX22" fmla="*/ 1019354 w 7467600"/>
              <a:gd name="connsiteY22" fmla="*/ 6315006 h 6858000"/>
              <a:gd name="connsiteX23" fmla="*/ 441046 w 7467600"/>
              <a:gd name="connsiteY23" fmla="*/ 6691153 h 6858000"/>
              <a:gd name="connsiteX24" fmla="*/ 1019354 w 7467600"/>
              <a:gd name="connsiteY24" fmla="*/ 6315006 h 6858000"/>
              <a:gd name="connsiteX25" fmla="*/ 991680 w 7467600"/>
              <a:gd name="connsiteY25" fmla="*/ 6298413 h 6858000"/>
              <a:gd name="connsiteX26" fmla="*/ 409060 w 7467600"/>
              <a:gd name="connsiteY26" fmla="*/ 6671470 h 6858000"/>
              <a:gd name="connsiteX27" fmla="*/ 991680 w 7467600"/>
              <a:gd name="connsiteY27" fmla="*/ 6298413 h 6858000"/>
              <a:gd name="connsiteX28" fmla="*/ 103333 w 7467600"/>
              <a:gd name="connsiteY28" fmla="*/ 5699602 h 6858000"/>
              <a:gd name="connsiteX29" fmla="*/ 233938 w 7467600"/>
              <a:gd name="connsiteY29" fmla="*/ 5809416 h 6858000"/>
              <a:gd name="connsiteX30" fmla="*/ 883580 w 7467600"/>
              <a:gd name="connsiteY30" fmla="*/ 6180710 h 6858000"/>
              <a:gd name="connsiteX31" fmla="*/ 487337 w 7467600"/>
              <a:gd name="connsiteY31" fmla="*/ 5950182 h 6858000"/>
              <a:gd name="connsiteX32" fmla="*/ 354051 w 7467600"/>
              <a:gd name="connsiteY32" fmla="*/ 5854912 h 6858000"/>
              <a:gd name="connsiteX33" fmla="*/ 195436 w 7467600"/>
              <a:gd name="connsiteY33" fmla="*/ 5755068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61797 w 7467600"/>
              <a:gd name="connsiteY74" fmla="*/ 5419899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5971257 h 6858000"/>
              <a:gd name="connsiteX83" fmla="*/ 7467600 w 7467600"/>
              <a:gd name="connsiteY83" fmla="*/ 6012219 h 6858000"/>
              <a:gd name="connsiteX84" fmla="*/ 7240170 w 7467600"/>
              <a:gd name="connsiteY84" fmla="*/ 5787985 h 6858000"/>
              <a:gd name="connsiteX85" fmla="*/ 6946849 w 7467600"/>
              <a:gd name="connsiteY85" fmla="*/ 5523271 h 6858000"/>
              <a:gd name="connsiteX86" fmla="*/ 6946972 w 7467600"/>
              <a:gd name="connsiteY86" fmla="*/ 5526491 h 6858000"/>
              <a:gd name="connsiteX87" fmla="*/ 7105827 w 7467600"/>
              <a:gd name="connsiteY87" fmla="*/ 5718700 h 6858000"/>
              <a:gd name="connsiteX88" fmla="*/ 7126431 w 7467600"/>
              <a:gd name="connsiteY88" fmla="*/ 5737872 h 6858000"/>
              <a:gd name="connsiteX89" fmla="*/ 7356878 w 7467600"/>
              <a:gd name="connsiteY89" fmla="*/ 5981332 h 6858000"/>
              <a:gd name="connsiteX90" fmla="*/ 7467600 w 7467600"/>
              <a:gd name="connsiteY90" fmla="*/ 6117703 h 6858000"/>
              <a:gd name="connsiteX91" fmla="*/ 7467600 w 7467600"/>
              <a:gd name="connsiteY91" fmla="*/ 6163634 h 6858000"/>
              <a:gd name="connsiteX92" fmla="*/ 7403637 w 7467600"/>
              <a:gd name="connsiteY92" fmla="*/ 6083957 h 6858000"/>
              <a:gd name="connsiteX93" fmla="*/ 7254615 w 7467600"/>
              <a:gd name="connsiteY93" fmla="*/ 5911918 h 6858000"/>
              <a:gd name="connsiteX94" fmla="*/ 7312589 w 7467600"/>
              <a:gd name="connsiteY94" fmla="*/ 5982309 h 6858000"/>
              <a:gd name="connsiteX95" fmla="*/ 7448321 w 7467600"/>
              <a:gd name="connsiteY95" fmla="*/ 6190991 h 6858000"/>
              <a:gd name="connsiteX96" fmla="*/ 7467600 w 7467600"/>
              <a:gd name="connsiteY96" fmla="*/ 6221686 h 6858000"/>
              <a:gd name="connsiteX97" fmla="*/ 7467600 w 7467600"/>
              <a:gd name="connsiteY97" fmla="*/ 6334256 h 6858000"/>
              <a:gd name="connsiteX98" fmla="*/ 7454976 w 7467600"/>
              <a:gd name="connsiteY98" fmla="*/ 6318297 h 6858000"/>
              <a:gd name="connsiteX99" fmla="*/ 7042773 w 7467600"/>
              <a:gd name="connsiteY99" fmla="*/ 5734011 h 6858000"/>
              <a:gd name="connsiteX100" fmla="*/ 6844835 w 7467600"/>
              <a:gd name="connsiteY100" fmla="*/ 5424988 h 6858000"/>
              <a:gd name="connsiteX101" fmla="*/ 6861797 w 7467600"/>
              <a:gd name="connsiteY101" fmla="*/ 5419899 h 6858000"/>
              <a:gd name="connsiteX102" fmla="*/ 1456157 w 7467600"/>
              <a:gd name="connsiteY102" fmla="*/ 5371404 h 6858000"/>
              <a:gd name="connsiteX103" fmla="*/ 1244432 w 7467600"/>
              <a:gd name="connsiteY103" fmla="*/ 5385601 h 6858000"/>
              <a:gd name="connsiteX104" fmla="*/ 973990 w 7467600"/>
              <a:gd name="connsiteY104" fmla="*/ 5424940 h 6858000"/>
              <a:gd name="connsiteX105" fmla="*/ 1103809 w 7467600"/>
              <a:gd name="connsiteY105" fmla="*/ 5433720 h 6858000"/>
              <a:gd name="connsiteX106" fmla="*/ 1123454 w 7467600"/>
              <a:gd name="connsiteY106" fmla="*/ 5435727 h 6858000"/>
              <a:gd name="connsiteX107" fmla="*/ 1737017 w 7467600"/>
              <a:gd name="connsiteY107" fmla="*/ 5452183 h 6858000"/>
              <a:gd name="connsiteX108" fmla="*/ 1824397 w 7467600"/>
              <a:gd name="connsiteY108" fmla="*/ 5447757 h 6858000"/>
              <a:gd name="connsiteX109" fmla="*/ 2070059 w 7467600"/>
              <a:gd name="connsiteY109" fmla="*/ 5441660 h 6858000"/>
              <a:gd name="connsiteX110" fmla="*/ 1456157 w 7467600"/>
              <a:gd name="connsiteY110" fmla="*/ 5371404 h 6858000"/>
              <a:gd name="connsiteX111" fmla="*/ 4988186 w 7467600"/>
              <a:gd name="connsiteY111" fmla="*/ 5216467 h 6858000"/>
              <a:gd name="connsiteX112" fmla="*/ 4777334 w 7467600"/>
              <a:gd name="connsiteY112" fmla="*/ 5406072 h 6858000"/>
              <a:gd name="connsiteX113" fmla="*/ 4718341 w 7467600"/>
              <a:gd name="connsiteY113" fmla="*/ 5468043 h 6858000"/>
              <a:gd name="connsiteX114" fmla="*/ 4604655 w 7467600"/>
              <a:gd name="connsiteY114" fmla="*/ 5583434 h 6858000"/>
              <a:gd name="connsiteX115" fmla="*/ 4565074 w 7467600"/>
              <a:gd name="connsiteY115" fmla="*/ 5618550 h 6858000"/>
              <a:gd name="connsiteX116" fmla="*/ 4988186 w 7467600"/>
              <a:gd name="connsiteY116" fmla="*/ 5216467 h 6858000"/>
              <a:gd name="connsiteX117" fmla="*/ 4978032 w 7467600"/>
              <a:gd name="connsiteY117" fmla="*/ 5183809 h 6858000"/>
              <a:gd name="connsiteX118" fmla="*/ 4463413 w 7467600"/>
              <a:gd name="connsiteY118" fmla="*/ 5615162 h 6858000"/>
              <a:gd name="connsiteX119" fmla="*/ 4358134 w 7467600"/>
              <a:gd name="connsiteY119" fmla="*/ 5742791 h 6858000"/>
              <a:gd name="connsiteX120" fmla="*/ 4376219 w 7467600"/>
              <a:gd name="connsiteY120" fmla="*/ 5729027 h 6858000"/>
              <a:gd name="connsiteX121" fmla="*/ 4582340 w 7467600"/>
              <a:gd name="connsiteY121" fmla="*/ 5561037 h 6858000"/>
              <a:gd name="connsiteX122" fmla="*/ 4694684 w 7467600"/>
              <a:gd name="connsiteY122" fmla="*/ 5447098 h 6858000"/>
              <a:gd name="connsiteX123" fmla="*/ 4754123 w 7467600"/>
              <a:gd name="connsiteY123" fmla="*/ 5384643 h 6858000"/>
              <a:gd name="connsiteX124" fmla="*/ 4978032 w 7467600"/>
              <a:gd name="connsiteY124" fmla="*/ 5183809 h 6858000"/>
              <a:gd name="connsiteX125" fmla="*/ 7133363 w 7467600"/>
              <a:gd name="connsiteY125" fmla="*/ 5050246 h 6858000"/>
              <a:gd name="connsiteX126" fmla="*/ 7450656 w 7467600"/>
              <a:gd name="connsiteY126" fmla="*/ 5134750 h 6858000"/>
              <a:gd name="connsiteX127" fmla="*/ 7467600 w 7467600"/>
              <a:gd name="connsiteY127" fmla="*/ 5142496 h 6858000"/>
              <a:gd name="connsiteX128" fmla="*/ 7467600 w 7467600"/>
              <a:gd name="connsiteY128" fmla="*/ 5158623 h 6858000"/>
              <a:gd name="connsiteX129" fmla="*/ 7427076 w 7467600"/>
              <a:gd name="connsiteY129" fmla="*/ 5142684 h 6858000"/>
              <a:gd name="connsiteX130" fmla="*/ 7467600 w 7467600"/>
              <a:gd name="connsiteY130" fmla="*/ 5164774 h 6858000"/>
              <a:gd name="connsiteX131" fmla="*/ 7467600 w 7467600"/>
              <a:gd name="connsiteY131" fmla="*/ 5199146 h 6858000"/>
              <a:gd name="connsiteX132" fmla="*/ 7391022 w 7467600"/>
              <a:gd name="connsiteY132" fmla="*/ 5158141 h 6858000"/>
              <a:gd name="connsiteX133" fmla="*/ 7312201 w 7467600"/>
              <a:gd name="connsiteY133" fmla="*/ 5128278 h 6858000"/>
              <a:gd name="connsiteX134" fmla="*/ 7343603 w 7467600"/>
              <a:gd name="connsiteY134" fmla="*/ 5149746 h 6858000"/>
              <a:gd name="connsiteX135" fmla="*/ 7467600 w 7467600"/>
              <a:gd name="connsiteY135" fmla="*/ 5241225 h 6858000"/>
              <a:gd name="connsiteX136" fmla="*/ 7467600 w 7467600"/>
              <a:gd name="connsiteY136" fmla="*/ 5277736 h 6858000"/>
              <a:gd name="connsiteX137" fmla="*/ 7327465 w 7467600"/>
              <a:gd name="connsiteY137" fmla="*/ 5174181 h 6858000"/>
              <a:gd name="connsiteX138" fmla="*/ 7244057 w 7467600"/>
              <a:gd name="connsiteY138" fmla="*/ 5124233 h 6858000"/>
              <a:gd name="connsiteX139" fmla="*/ 7353035 w 7467600"/>
              <a:gd name="connsiteY139" fmla="*/ 5197318 h 6858000"/>
              <a:gd name="connsiteX140" fmla="*/ 7467600 w 7467600"/>
              <a:gd name="connsiteY140" fmla="*/ 5297634 h 6858000"/>
              <a:gd name="connsiteX141" fmla="*/ 7467600 w 7467600"/>
              <a:gd name="connsiteY141" fmla="*/ 5361850 h 6858000"/>
              <a:gd name="connsiteX142" fmla="*/ 7368569 w 7467600"/>
              <a:gd name="connsiteY142" fmla="*/ 5270182 h 6858000"/>
              <a:gd name="connsiteX143" fmla="*/ 7131946 w 7467600"/>
              <a:gd name="connsiteY143" fmla="*/ 5075653 h 6858000"/>
              <a:gd name="connsiteX144" fmla="*/ 7133363 w 7467600"/>
              <a:gd name="connsiteY144" fmla="*/ 5050246 h 6858000"/>
              <a:gd name="connsiteX145" fmla="*/ 1903353 w 7467600"/>
              <a:gd name="connsiteY145" fmla="*/ 5044827 h 6858000"/>
              <a:gd name="connsiteX146" fmla="*/ 1936931 w 7467600"/>
              <a:gd name="connsiteY146" fmla="*/ 5093954 h 6858000"/>
              <a:gd name="connsiteX147" fmla="*/ 2195868 w 7467600"/>
              <a:gd name="connsiteY147" fmla="*/ 5396574 h 6858000"/>
              <a:gd name="connsiteX148" fmla="*/ 2088852 w 7467600"/>
              <a:gd name="connsiteY148" fmla="*/ 5166123 h 6858000"/>
              <a:gd name="connsiteX149" fmla="*/ 1958241 w 7467600"/>
              <a:gd name="connsiteY149" fmla="*/ 5067955 h 6858000"/>
              <a:gd name="connsiteX150" fmla="*/ 1903353 w 7467600"/>
              <a:gd name="connsiteY150" fmla="*/ 5044827 h 6858000"/>
              <a:gd name="connsiteX151" fmla="*/ 1979378 w 7467600"/>
              <a:gd name="connsiteY151" fmla="*/ 4769504 h 6858000"/>
              <a:gd name="connsiteX152" fmla="*/ 2882120 w 7467600"/>
              <a:gd name="connsiteY152" fmla="*/ 5064547 h 6858000"/>
              <a:gd name="connsiteX153" fmla="*/ 2793103 w 7467600"/>
              <a:gd name="connsiteY153" fmla="*/ 5039699 h 6858000"/>
              <a:gd name="connsiteX154" fmla="*/ 2770041 w 7467600"/>
              <a:gd name="connsiteY154" fmla="*/ 5033634 h 6858000"/>
              <a:gd name="connsiteX155" fmla="*/ 1979378 w 7467600"/>
              <a:gd name="connsiteY155" fmla="*/ 4769504 h 6858000"/>
              <a:gd name="connsiteX156" fmla="*/ 1927410 w 7467600"/>
              <a:gd name="connsiteY156" fmla="*/ 4716164 h 6858000"/>
              <a:gd name="connsiteX157" fmla="*/ 1959587 w 7467600"/>
              <a:gd name="connsiteY157" fmla="*/ 4728849 h 6858000"/>
              <a:gd name="connsiteX158" fmla="*/ 2777707 w 7467600"/>
              <a:gd name="connsiteY158" fmla="*/ 5003991 h 6858000"/>
              <a:gd name="connsiteX159" fmla="*/ 2800768 w 7467600"/>
              <a:gd name="connsiteY159" fmla="*/ 5010056 h 6858000"/>
              <a:gd name="connsiteX160" fmla="*/ 2879408 w 7467600"/>
              <a:gd name="connsiteY160" fmla="*/ 5031590 h 6858000"/>
              <a:gd name="connsiteX161" fmla="*/ 2862295 w 7467600"/>
              <a:gd name="connsiteY161" fmla="*/ 5022958 h 6858000"/>
              <a:gd name="connsiteX162" fmla="*/ 2813343 w 7467600"/>
              <a:gd name="connsiteY162" fmla="*/ 4998369 h 6858000"/>
              <a:gd name="connsiteX163" fmla="*/ 2646245 w 7467600"/>
              <a:gd name="connsiteY163" fmla="*/ 4930999 h 6858000"/>
              <a:gd name="connsiteX164" fmla="*/ 1999243 w 7467600"/>
              <a:gd name="connsiteY164" fmla="*/ 4730524 h 6858000"/>
              <a:gd name="connsiteX165" fmla="*/ 1979527 w 7467600"/>
              <a:gd name="connsiteY165" fmla="*/ 4726651 h 6858000"/>
              <a:gd name="connsiteX166" fmla="*/ 1997014 w 7467600"/>
              <a:gd name="connsiteY166" fmla="*/ 4698007 h 6858000"/>
              <a:gd name="connsiteX167" fmla="*/ 2005458 w 7467600"/>
              <a:gd name="connsiteY167" fmla="*/ 4699540 h 6858000"/>
              <a:gd name="connsiteX168" fmla="*/ 2657186 w 7467600"/>
              <a:gd name="connsiteY168" fmla="*/ 4901687 h 6858000"/>
              <a:gd name="connsiteX169" fmla="*/ 2826662 w 7467600"/>
              <a:gd name="connsiteY169" fmla="*/ 4970362 h 6858000"/>
              <a:gd name="connsiteX170" fmla="*/ 2876100 w 7467600"/>
              <a:gd name="connsiteY170" fmla="*/ 4995397 h 6858000"/>
              <a:gd name="connsiteX171" fmla="*/ 3042600 w 7467600"/>
              <a:gd name="connsiteY171" fmla="*/ 5059532 h 6858000"/>
              <a:gd name="connsiteX172" fmla="*/ 1997014 w 7467600"/>
              <a:gd name="connsiteY172" fmla="*/ 4698007 h 6858000"/>
              <a:gd name="connsiteX173" fmla="*/ 2305292 w 7467600"/>
              <a:gd name="connsiteY173" fmla="*/ 4219492 h 6858000"/>
              <a:gd name="connsiteX174" fmla="*/ 3360922 w 7467600"/>
              <a:gd name="connsiteY174" fmla="*/ 4529373 h 6858000"/>
              <a:gd name="connsiteX175" fmla="*/ 3492420 w 7467600"/>
              <a:gd name="connsiteY175" fmla="*/ 4510145 h 6858000"/>
              <a:gd name="connsiteX176" fmla="*/ 3364086 w 7467600"/>
              <a:gd name="connsiteY176" fmla="*/ 4480340 h 6858000"/>
              <a:gd name="connsiteX177" fmla="*/ 3225818 w 7467600"/>
              <a:gd name="connsiteY177" fmla="*/ 4411822 h 6858000"/>
              <a:gd name="connsiteX178" fmla="*/ 3129696 w 7467600"/>
              <a:gd name="connsiteY178" fmla="*/ 4360704 h 6858000"/>
              <a:gd name="connsiteX179" fmla="*/ 2814545 w 7467600"/>
              <a:gd name="connsiteY179" fmla="*/ 4282955 h 6858000"/>
              <a:gd name="connsiteX180" fmla="*/ 2305292 w 7467600"/>
              <a:gd name="connsiteY180" fmla="*/ 4219492 h 6858000"/>
              <a:gd name="connsiteX181" fmla="*/ 2626982 w 7467600"/>
              <a:gd name="connsiteY181" fmla="*/ 4206450 h 6858000"/>
              <a:gd name="connsiteX182" fmla="*/ 2490617 w 7467600"/>
              <a:gd name="connsiteY182" fmla="*/ 4206951 h 6858000"/>
              <a:gd name="connsiteX183" fmla="*/ 2819869 w 7467600"/>
              <a:gd name="connsiteY183" fmla="*/ 4252936 h 6858000"/>
              <a:gd name="connsiteX184" fmla="*/ 3143018 w 7467600"/>
              <a:gd name="connsiteY184" fmla="*/ 4332698 h 6858000"/>
              <a:gd name="connsiteX185" fmla="*/ 3241520 w 7467600"/>
              <a:gd name="connsiteY185" fmla="*/ 4385112 h 6858000"/>
              <a:gd name="connsiteX186" fmla="*/ 3374575 w 7467600"/>
              <a:gd name="connsiteY186" fmla="*/ 4451517 h 6858000"/>
              <a:gd name="connsiteX187" fmla="*/ 3505221 w 7467600"/>
              <a:gd name="connsiteY187" fmla="*/ 4480757 h 6858000"/>
              <a:gd name="connsiteX188" fmla="*/ 2626982 w 7467600"/>
              <a:gd name="connsiteY188" fmla="*/ 4206450 h 6858000"/>
              <a:gd name="connsiteX189" fmla="*/ 1310106 w 7467600"/>
              <a:gd name="connsiteY189" fmla="*/ 3943217 h 6858000"/>
              <a:gd name="connsiteX190" fmla="*/ 854994 w 7467600"/>
              <a:gd name="connsiteY190" fmla="*/ 4399136 h 6858000"/>
              <a:gd name="connsiteX191" fmla="*/ 742462 w 7467600"/>
              <a:gd name="connsiteY191" fmla="*/ 4594648 h 6858000"/>
              <a:gd name="connsiteX192" fmla="*/ 820602 w 7467600"/>
              <a:gd name="connsiteY192" fmla="*/ 4485915 h 6858000"/>
              <a:gd name="connsiteX193" fmla="*/ 878295 w 7467600"/>
              <a:gd name="connsiteY193" fmla="*/ 4403594 h 6858000"/>
              <a:gd name="connsiteX194" fmla="*/ 1240607 w 7467600"/>
              <a:gd name="connsiteY194" fmla="*/ 4010401 h 6858000"/>
              <a:gd name="connsiteX195" fmla="*/ 1423113 w 7467600"/>
              <a:gd name="connsiteY195" fmla="*/ 3874565 h 6858000"/>
              <a:gd name="connsiteX196" fmla="*/ 1260565 w 7467600"/>
              <a:gd name="connsiteY196" fmla="*/ 4031982 h 6858000"/>
              <a:gd name="connsiteX197" fmla="*/ 901900 w 7467600"/>
              <a:gd name="connsiteY197" fmla="*/ 4421236 h 6858000"/>
              <a:gd name="connsiteX198" fmla="*/ 845044 w 7467600"/>
              <a:gd name="connsiteY198" fmla="*/ 4502436 h 6858000"/>
              <a:gd name="connsiteX199" fmla="*/ 685926 w 7467600"/>
              <a:gd name="connsiteY199" fmla="*/ 4703069 h 6858000"/>
              <a:gd name="connsiteX200" fmla="*/ 684248 w 7467600"/>
              <a:gd name="connsiteY200" fmla="*/ 4706721 h 6858000"/>
              <a:gd name="connsiteX201" fmla="*/ 1423113 w 7467600"/>
              <a:gd name="connsiteY201" fmla="*/ 3874565 h 6858000"/>
              <a:gd name="connsiteX202" fmla="*/ 3316479 w 7467600"/>
              <a:gd name="connsiteY202" fmla="*/ 3872136 h 6858000"/>
              <a:gd name="connsiteX203" fmla="*/ 3546806 w 7467600"/>
              <a:gd name="connsiteY203" fmla="*/ 4356139 h 6858000"/>
              <a:gd name="connsiteX204" fmla="*/ 3364433 w 7467600"/>
              <a:gd name="connsiteY204" fmla="*/ 3953121 h 6858000"/>
              <a:gd name="connsiteX205" fmla="*/ 3291335 w 7467600"/>
              <a:gd name="connsiteY205" fmla="*/ 3767420 h 6858000"/>
              <a:gd name="connsiteX206" fmla="*/ 3390805 w 7467600"/>
              <a:gd name="connsiteY206" fmla="*/ 3937163 h 6858000"/>
              <a:gd name="connsiteX207" fmla="*/ 3579062 w 7467600"/>
              <a:gd name="connsiteY207" fmla="*/ 4359040 h 6858000"/>
              <a:gd name="connsiteX208" fmla="*/ 3467355 w 7467600"/>
              <a:gd name="connsiteY208" fmla="*/ 3988130 h 6858000"/>
              <a:gd name="connsiteX209" fmla="*/ 3310753 w 7467600"/>
              <a:gd name="connsiteY209" fmla="*/ 3787140 h 6858000"/>
              <a:gd name="connsiteX210" fmla="*/ 3291335 w 7467600"/>
              <a:gd name="connsiteY210" fmla="*/ 3767420 h 6858000"/>
              <a:gd name="connsiteX211" fmla="*/ 1635889 w 7467600"/>
              <a:gd name="connsiteY211" fmla="*/ 3709494 h 6858000"/>
              <a:gd name="connsiteX212" fmla="*/ 1634800 w 7467600"/>
              <a:gd name="connsiteY212" fmla="*/ 3731111 h 6858000"/>
              <a:gd name="connsiteX213" fmla="*/ 1635889 w 7467600"/>
              <a:gd name="connsiteY213" fmla="*/ 3709494 h 6858000"/>
              <a:gd name="connsiteX214" fmla="*/ 1510397 w 7467600"/>
              <a:gd name="connsiteY214" fmla="*/ 3684705 h 6858000"/>
              <a:gd name="connsiteX215" fmla="*/ 1146550 w 7467600"/>
              <a:gd name="connsiteY215" fmla="*/ 3802012 h 6858000"/>
              <a:gd name="connsiteX216" fmla="*/ 698834 w 7467600"/>
              <a:gd name="connsiteY216" fmla="*/ 3952272 h 6858000"/>
              <a:gd name="connsiteX217" fmla="*/ 34256 w 7467600"/>
              <a:gd name="connsiteY217" fmla="*/ 4347603 h 6858000"/>
              <a:gd name="connsiteX218" fmla="*/ 527241 w 7467600"/>
              <a:gd name="connsiteY218" fmla="*/ 4065078 h 6858000"/>
              <a:gd name="connsiteX219" fmla="*/ 1510397 w 7467600"/>
              <a:gd name="connsiteY219" fmla="*/ 3684705 h 6858000"/>
              <a:gd name="connsiteX220" fmla="*/ 1313114 w 7467600"/>
              <a:gd name="connsiteY220" fmla="*/ 3655216 h 6858000"/>
              <a:gd name="connsiteX221" fmla="*/ 1109304 w 7467600"/>
              <a:gd name="connsiteY221" fmla="*/ 3669030 h 6858000"/>
              <a:gd name="connsiteX222" fmla="*/ 8129 w 7467600"/>
              <a:gd name="connsiteY222" fmla="*/ 4330519 h 6858000"/>
              <a:gd name="connsiteX223" fmla="*/ 687572 w 7467600"/>
              <a:gd name="connsiteY223" fmla="*/ 3925629 h 6858000"/>
              <a:gd name="connsiteX224" fmla="*/ 1138365 w 7467600"/>
              <a:gd name="connsiteY224" fmla="*/ 3774515 h 6858000"/>
              <a:gd name="connsiteX225" fmla="*/ 1505579 w 7467600"/>
              <a:gd name="connsiteY225" fmla="*/ 3655526 h 6858000"/>
              <a:gd name="connsiteX226" fmla="*/ 1313114 w 7467600"/>
              <a:gd name="connsiteY226" fmla="*/ 3655216 h 6858000"/>
              <a:gd name="connsiteX227" fmla="*/ 3655073 w 7467600"/>
              <a:gd name="connsiteY227" fmla="*/ 3650884 h 6858000"/>
              <a:gd name="connsiteX228" fmla="*/ 3989938 w 7467600"/>
              <a:gd name="connsiteY228" fmla="*/ 3991685 h 6858000"/>
              <a:gd name="connsiteX229" fmla="*/ 4393907 w 7467600"/>
              <a:gd name="connsiteY229" fmla="*/ 4261258 h 6858000"/>
              <a:gd name="connsiteX230" fmla="*/ 4648051 w 7467600"/>
              <a:gd name="connsiteY230" fmla="*/ 4374051 h 6858000"/>
              <a:gd name="connsiteX231" fmla="*/ 4383389 w 7467600"/>
              <a:gd name="connsiteY231" fmla="*/ 4184369 h 6858000"/>
              <a:gd name="connsiteX232" fmla="*/ 4165508 w 7467600"/>
              <a:gd name="connsiteY232" fmla="*/ 4035196 h 6858000"/>
              <a:gd name="connsiteX233" fmla="*/ 4068162 w 7467600"/>
              <a:gd name="connsiteY233" fmla="*/ 3953394 h 6858000"/>
              <a:gd name="connsiteX234" fmla="*/ 3981416 w 7467600"/>
              <a:gd name="connsiteY234" fmla="*/ 3880482 h 6858000"/>
              <a:gd name="connsiteX235" fmla="*/ 3800147 w 7467600"/>
              <a:gd name="connsiteY235" fmla="*/ 3749872 h 6858000"/>
              <a:gd name="connsiteX236" fmla="*/ 3670252 w 7467600"/>
              <a:gd name="connsiteY236" fmla="*/ 3622798 h 6858000"/>
              <a:gd name="connsiteX237" fmla="*/ 3817258 w 7467600"/>
              <a:gd name="connsiteY237" fmla="*/ 3723577 h 6858000"/>
              <a:gd name="connsiteX238" fmla="*/ 4000461 w 7467600"/>
              <a:gd name="connsiteY238" fmla="*/ 3855966 h 6858000"/>
              <a:gd name="connsiteX239" fmla="*/ 4088180 w 7467600"/>
              <a:gd name="connsiteY239" fmla="*/ 3929774 h 6858000"/>
              <a:gd name="connsiteX240" fmla="*/ 4184555 w 7467600"/>
              <a:gd name="connsiteY240" fmla="*/ 4010683 h 6858000"/>
              <a:gd name="connsiteX241" fmla="*/ 4399563 w 7467600"/>
              <a:gd name="connsiteY241" fmla="*/ 4158106 h 6858000"/>
              <a:gd name="connsiteX242" fmla="*/ 4684469 w 7467600"/>
              <a:gd name="connsiteY242" fmla="*/ 4364680 h 6858000"/>
              <a:gd name="connsiteX243" fmla="*/ 4690271 w 7467600"/>
              <a:gd name="connsiteY243" fmla="*/ 4370034 h 6858000"/>
              <a:gd name="connsiteX244" fmla="*/ 4136093 w 7467600"/>
              <a:gd name="connsiteY244" fmla="*/ 3858466 h 6858000"/>
              <a:gd name="connsiteX245" fmla="*/ 3670252 w 7467600"/>
              <a:gd name="connsiteY245" fmla="*/ 3622798 h 6858000"/>
              <a:gd name="connsiteX246" fmla="*/ 4440129 w 7467600"/>
              <a:gd name="connsiteY246" fmla="*/ 3448571 h 6858000"/>
              <a:gd name="connsiteX247" fmla="*/ 4856525 w 7467600"/>
              <a:gd name="connsiteY247" fmla="*/ 3915351 h 6858000"/>
              <a:gd name="connsiteX248" fmla="*/ 5059055 w 7467600"/>
              <a:gd name="connsiteY248" fmla="*/ 4108918 h 6858000"/>
              <a:gd name="connsiteX249" fmla="*/ 5290070 w 7467600"/>
              <a:gd name="connsiteY249" fmla="*/ 4263619 h 6858000"/>
              <a:gd name="connsiteX250" fmla="*/ 4834991 w 7467600"/>
              <a:gd name="connsiteY250" fmla="*/ 3830985 h 6858000"/>
              <a:gd name="connsiteX251" fmla="*/ 4440129 w 7467600"/>
              <a:gd name="connsiteY251" fmla="*/ 3448571 h 6858000"/>
              <a:gd name="connsiteX252" fmla="*/ 4441737 w 7467600"/>
              <a:gd name="connsiteY252" fmla="*/ 3399734 h 6858000"/>
              <a:gd name="connsiteX253" fmla="*/ 4431236 w 7467600"/>
              <a:gd name="connsiteY253" fmla="*/ 3400954 h 6858000"/>
              <a:gd name="connsiteX254" fmla="*/ 4557150 w 7467600"/>
              <a:gd name="connsiteY254" fmla="*/ 3510023 h 6858000"/>
              <a:gd name="connsiteX255" fmla="*/ 4856936 w 7467600"/>
              <a:gd name="connsiteY255" fmla="*/ 3809146 h 6858000"/>
              <a:gd name="connsiteX256" fmla="*/ 5111996 w 7467600"/>
              <a:gd name="connsiteY256" fmla="*/ 4065759 h 6858000"/>
              <a:gd name="connsiteX257" fmla="*/ 5388878 w 7467600"/>
              <a:gd name="connsiteY257" fmla="*/ 4300185 h 6858000"/>
              <a:gd name="connsiteX258" fmla="*/ 5425556 w 7467600"/>
              <a:gd name="connsiteY258" fmla="*/ 4308967 h 6858000"/>
              <a:gd name="connsiteX259" fmla="*/ 4943646 w 7467600"/>
              <a:gd name="connsiteY259" fmla="*/ 3822916 h 6858000"/>
              <a:gd name="connsiteX260" fmla="*/ 4594837 w 7467600"/>
              <a:gd name="connsiteY260" fmla="*/ 3532274 h 6858000"/>
              <a:gd name="connsiteX261" fmla="*/ 4441737 w 7467600"/>
              <a:gd name="connsiteY261" fmla="*/ 3399734 h 6858000"/>
              <a:gd name="connsiteX262" fmla="*/ 5425834 w 7467600"/>
              <a:gd name="connsiteY262" fmla="*/ 3162785 h 6858000"/>
              <a:gd name="connsiteX263" fmla="*/ 5401644 w 7467600"/>
              <a:gd name="connsiteY263" fmla="*/ 3617847 h 6858000"/>
              <a:gd name="connsiteX264" fmla="*/ 5467256 w 7467600"/>
              <a:gd name="connsiteY264" fmla="*/ 4175494 h 6858000"/>
              <a:gd name="connsiteX265" fmla="*/ 5448069 w 7467600"/>
              <a:gd name="connsiteY265" fmla="*/ 3567554 h 6858000"/>
              <a:gd name="connsiteX266" fmla="*/ 1318687 w 7467600"/>
              <a:gd name="connsiteY266" fmla="*/ 3113840 h 6858000"/>
              <a:gd name="connsiteX267" fmla="*/ 1066793 w 7467600"/>
              <a:gd name="connsiteY267" fmla="*/ 3212171 h 6858000"/>
              <a:gd name="connsiteX268" fmla="*/ 993319 w 7467600"/>
              <a:gd name="connsiteY268" fmla="*/ 3247648 h 6858000"/>
              <a:gd name="connsiteX269" fmla="*/ 853081 w 7467600"/>
              <a:gd name="connsiteY269" fmla="*/ 3312410 h 6858000"/>
              <a:gd name="connsiteX270" fmla="*/ 805957 w 7467600"/>
              <a:gd name="connsiteY270" fmla="*/ 3330443 h 6858000"/>
              <a:gd name="connsiteX271" fmla="*/ 1318687 w 7467600"/>
              <a:gd name="connsiteY271" fmla="*/ 3113840 h 6858000"/>
              <a:gd name="connsiteX272" fmla="*/ 5453702 w 7467600"/>
              <a:gd name="connsiteY272" fmla="*/ 3090882 h 6858000"/>
              <a:gd name="connsiteX273" fmla="*/ 5480135 w 7467600"/>
              <a:gd name="connsiteY273" fmla="*/ 3565802 h 6858000"/>
              <a:gd name="connsiteX274" fmla="*/ 5499023 w 7467600"/>
              <a:gd name="connsiteY274" fmla="*/ 4166310 h 6858000"/>
              <a:gd name="connsiteX275" fmla="*/ 5547022 w 7467600"/>
              <a:gd name="connsiteY275" fmla="*/ 3607838 h 6858000"/>
              <a:gd name="connsiteX276" fmla="*/ 5515964 w 7467600"/>
              <a:gd name="connsiteY276" fmla="*/ 3378541 h 6858000"/>
              <a:gd name="connsiteX277" fmla="*/ 5453702 w 7467600"/>
              <a:gd name="connsiteY277" fmla="*/ 3090882 h 6858000"/>
              <a:gd name="connsiteX278" fmla="*/ 1238695 w 7467600"/>
              <a:gd name="connsiteY278" fmla="*/ 3076820 h 6858000"/>
              <a:gd name="connsiteX279" fmla="*/ 716371 w 7467600"/>
              <a:gd name="connsiteY279" fmla="*/ 3293249 h 6858000"/>
              <a:gd name="connsiteX280" fmla="*/ 579522 w 7467600"/>
              <a:gd name="connsiteY280" fmla="*/ 3371759 h 6858000"/>
              <a:gd name="connsiteX281" fmla="*/ 600288 w 7467600"/>
              <a:gd name="connsiteY281" fmla="*/ 3365555 h 6858000"/>
              <a:gd name="connsiteX282" fmla="*/ 840692 w 7467600"/>
              <a:gd name="connsiteY282" fmla="*/ 3284921 h 6858000"/>
              <a:gd name="connsiteX283" fmla="*/ 979248 w 7467600"/>
              <a:gd name="connsiteY283" fmla="*/ 3221003 h 6858000"/>
              <a:gd name="connsiteX284" fmla="*/ 1053282 w 7467600"/>
              <a:gd name="connsiteY284" fmla="*/ 3185247 h 6858000"/>
              <a:gd name="connsiteX285" fmla="*/ 1320603 w 7467600"/>
              <a:gd name="connsiteY285" fmla="*/ 3081281 h 6858000"/>
              <a:gd name="connsiteX286" fmla="*/ 1238695 w 7467600"/>
              <a:gd name="connsiteY286" fmla="*/ 3076820 h 6858000"/>
              <a:gd name="connsiteX287" fmla="*/ 5425627 w 7467600"/>
              <a:gd name="connsiteY287" fmla="*/ 2954192 h 6858000"/>
              <a:gd name="connsiteX288" fmla="*/ 5470770 w 7467600"/>
              <a:gd name="connsiteY288" fmla="*/ 3005435 h 6858000"/>
              <a:gd name="connsiteX289" fmla="*/ 5519779 w 7467600"/>
              <a:gd name="connsiteY289" fmla="*/ 4359223 h 6858000"/>
              <a:gd name="connsiteX290" fmla="*/ 5520293 w 7467600"/>
              <a:gd name="connsiteY290" fmla="*/ 4360602 h 6858000"/>
              <a:gd name="connsiteX291" fmla="*/ 5767221 w 7467600"/>
              <a:gd name="connsiteY291" fmla="*/ 4665564 h 6858000"/>
              <a:gd name="connsiteX292" fmla="*/ 6937169 w 7467600"/>
              <a:gd name="connsiteY292" fmla="*/ 4815941 h 6858000"/>
              <a:gd name="connsiteX293" fmla="*/ 6953922 w 7467600"/>
              <a:gd name="connsiteY293" fmla="*/ 4890068 h 6858000"/>
              <a:gd name="connsiteX294" fmla="*/ 6071359 w 7467600"/>
              <a:gd name="connsiteY294" fmla="*/ 4770770 h 6858000"/>
              <a:gd name="connsiteX295" fmla="*/ 6038839 w 7467600"/>
              <a:gd name="connsiteY295" fmla="*/ 4764474 h 6858000"/>
              <a:gd name="connsiteX296" fmla="*/ 6038706 w 7467600"/>
              <a:gd name="connsiteY296" fmla="*/ 4763847 h 6858000"/>
              <a:gd name="connsiteX297" fmla="*/ 6037784 w 7467600"/>
              <a:gd name="connsiteY297" fmla="*/ 4764270 h 6858000"/>
              <a:gd name="connsiteX298" fmla="*/ 6038839 w 7467600"/>
              <a:gd name="connsiteY298" fmla="*/ 4764474 h 6858000"/>
              <a:gd name="connsiteX299" fmla="*/ 6040338 w 7467600"/>
              <a:gd name="connsiteY299" fmla="*/ 4771418 h 6858000"/>
              <a:gd name="connsiteX300" fmla="*/ 6024488 w 7467600"/>
              <a:gd name="connsiteY300" fmla="*/ 4809903 h 6858000"/>
              <a:gd name="connsiteX301" fmla="*/ 5599771 w 7467600"/>
              <a:gd name="connsiteY301" fmla="*/ 5509652 h 6858000"/>
              <a:gd name="connsiteX302" fmla="*/ 5548843 w 7467600"/>
              <a:gd name="connsiteY302" fmla="*/ 5563845 h 6858000"/>
              <a:gd name="connsiteX303" fmla="*/ 5940952 w 7467600"/>
              <a:gd name="connsiteY303" fmla="*/ 6250028 h 6858000"/>
              <a:gd name="connsiteX304" fmla="*/ 6043441 w 7467600"/>
              <a:gd name="connsiteY304" fmla="*/ 6665847 h 6858000"/>
              <a:gd name="connsiteX305" fmla="*/ 6093432 w 7467600"/>
              <a:gd name="connsiteY305" fmla="*/ 6858000 h 6858000"/>
              <a:gd name="connsiteX306" fmla="*/ 6034344 w 7467600"/>
              <a:gd name="connsiteY306" fmla="*/ 6858000 h 6858000"/>
              <a:gd name="connsiteX307" fmla="*/ 6026679 w 7467600"/>
              <a:gd name="connsiteY307" fmla="*/ 6836959 h 6858000"/>
              <a:gd name="connsiteX308" fmla="*/ 5800441 w 7467600"/>
              <a:gd name="connsiteY308" fmla="*/ 6335286 h 6858000"/>
              <a:gd name="connsiteX309" fmla="*/ 5526562 w 7467600"/>
              <a:gd name="connsiteY309" fmla="*/ 5705388 h 6858000"/>
              <a:gd name="connsiteX310" fmla="*/ 5519640 w 7467600"/>
              <a:gd name="connsiteY310" fmla="*/ 5683774 h 6858000"/>
              <a:gd name="connsiteX311" fmla="*/ 5844559 w 7467600"/>
              <a:gd name="connsiteY311" fmla="*/ 6553349 h 6858000"/>
              <a:gd name="connsiteX312" fmla="*/ 5975994 w 7467600"/>
              <a:gd name="connsiteY312" fmla="*/ 6858000 h 6858000"/>
              <a:gd name="connsiteX313" fmla="*/ 5898547 w 7467600"/>
              <a:gd name="connsiteY313" fmla="*/ 6858000 h 6858000"/>
              <a:gd name="connsiteX314" fmla="*/ 5682041 w 7467600"/>
              <a:gd name="connsiteY314" fmla="*/ 6355860 h 6858000"/>
              <a:gd name="connsiteX315" fmla="*/ 5461758 w 7467600"/>
              <a:gd name="connsiteY315" fmla="*/ 5820220 h 6858000"/>
              <a:gd name="connsiteX316" fmla="*/ 5237282 w 7467600"/>
              <a:gd name="connsiteY316" fmla="*/ 6579086 h 6858000"/>
              <a:gd name="connsiteX317" fmla="*/ 5115009 w 7467600"/>
              <a:gd name="connsiteY317" fmla="*/ 6858000 h 6858000"/>
              <a:gd name="connsiteX318" fmla="*/ 5028074 w 7467600"/>
              <a:gd name="connsiteY318" fmla="*/ 6858000 h 6858000"/>
              <a:gd name="connsiteX319" fmla="*/ 5079508 w 7467600"/>
              <a:gd name="connsiteY319" fmla="*/ 6749074 h 6858000"/>
              <a:gd name="connsiteX320" fmla="*/ 5371846 w 7467600"/>
              <a:gd name="connsiteY320" fmla="*/ 5924413 h 6858000"/>
              <a:gd name="connsiteX321" fmla="*/ 5270512 w 7467600"/>
              <a:gd name="connsiteY321" fmla="*/ 6138975 h 6858000"/>
              <a:gd name="connsiteX322" fmla="*/ 5062409 w 7467600"/>
              <a:gd name="connsiteY322" fmla="*/ 6653544 h 6858000"/>
              <a:gd name="connsiteX323" fmla="*/ 5036628 w 7467600"/>
              <a:gd name="connsiteY323" fmla="*/ 6754247 h 6858000"/>
              <a:gd name="connsiteX324" fmla="*/ 5009112 w 7467600"/>
              <a:gd name="connsiteY324" fmla="*/ 6858000 h 6858000"/>
              <a:gd name="connsiteX325" fmla="*/ 4976679 w 7467600"/>
              <a:gd name="connsiteY325" fmla="*/ 6858000 h 6858000"/>
              <a:gd name="connsiteX326" fmla="*/ 5006537 w 7467600"/>
              <a:gd name="connsiteY326" fmla="*/ 6747068 h 6858000"/>
              <a:gd name="connsiteX327" fmla="*/ 5032723 w 7467600"/>
              <a:gd name="connsiteY327" fmla="*/ 6644957 h 6858000"/>
              <a:gd name="connsiteX328" fmla="*/ 5242949 w 7467600"/>
              <a:gd name="connsiteY328" fmla="*/ 6125175 h 6858000"/>
              <a:gd name="connsiteX329" fmla="*/ 5286321 w 7467600"/>
              <a:gd name="connsiteY329" fmla="*/ 6033555 h 6858000"/>
              <a:gd name="connsiteX330" fmla="*/ 5008210 w 7467600"/>
              <a:gd name="connsiteY330" fmla="*/ 6649194 h 6858000"/>
              <a:gd name="connsiteX331" fmla="*/ 4986321 w 7467600"/>
              <a:gd name="connsiteY331" fmla="*/ 6765687 h 6858000"/>
              <a:gd name="connsiteX332" fmla="*/ 4973474 w 7467600"/>
              <a:gd name="connsiteY332" fmla="*/ 6858000 h 6858000"/>
              <a:gd name="connsiteX333" fmla="*/ 4907178 w 7467600"/>
              <a:gd name="connsiteY333" fmla="*/ 6858000 h 6858000"/>
              <a:gd name="connsiteX334" fmla="*/ 4910810 w 7467600"/>
              <a:gd name="connsiteY334" fmla="*/ 6829660 h 6858000"/>
              <a:gd name="connsiteX335" fmla="*/ 4987461 w 7467600"/>
              <a:gd name="connsiteY335" fmla="*/ 6432994 h 6858000"/>
              <a:gd name="connsiteX336" fmla="*/ 5179262 w 7467600"/>
              <a:gd name="connsiteY336" fmla="*/ 6035044 h 6858000"/>
              <a:gd name="connsiteX337" fmla="*/ 4689678 w 7467600"/>
              <a:gd name="connsiteY337" fmla="*/ 6440241 h 6858000"/>
              <a:gd name="connsiteX338" fmla="*/ 4477543 w 7467600"/>
              <a:gd name="connsiteY338" fmla="*/ 6674836 h 6858000"/>
              <a:gd name="connsiteX339" fmla="*/ 4329957 w 7467600"/>
              <a:gd name="connsiteY339" fmla="*/ 6858000 h 6858000"/>
              <a:gd name="connsiteX340" fmla="*/ 4218595 w 7467600"/>
              <a:gd name="connsiteY340" fmla="*/ 6858000 h 6858000"/>
              <a:gd name="connsiteX341" fmla="*/ 4368888 w 7467600"/>
              <a:gd name="connsiteY341" fmla="*/ 6668412 h 6858000"/>
              <a:gd name="connsiteX342" fmla="*/ 4563091 w 7467600"/>
              <a:gd name="connsiteY342" fmla="*/ 6442508 h 6858000"/>
              <a:gd name="connsiteX343" fmla="*/ 5387324 w 7467600"/>
              <a:gd name="connsiteY343" fmla="*/ 5705830 h 6858000"/>
              <a:gd name="connsiteX344" fmla="*/ 5073620 w 7467600"/>
              <a:gd name="connsiteY344" fmla="*/ 5955437 h 6858000"/>
              <a:gd name="connsiteX345" fmla="*/ 4689789 w 7467600"/>
              <a:gd name="connsiteY345" fmla="*/ 6268382 h 6858000"/>
              <a:gd name="connsiteX346" fmla="*/ 4418722 w 7467600"/>
              <a:gd name="connsiteY346" fmla="*/ 6570886 h 6858000"/>
              <a:gd name="connsiteX347" fmla="*/ 4214944 w 7467600"/>
              <a:gd name="connsiteY347" fmla="*/ 6858000 h 6858000"/>
              <a:gd name="connsiteX348" fmla="*/ 4177898 w 7467600"/>
              <a:gd name="connsiteY348" fmla="*/ 6858000 h 6858000"/>
              <a:gd name="connsiteX349" fmla="*/ 4391597 w 7467600"/>
              <a:gd name="connsiteY349" fmla="*/ 6556370 h 6858000"/>
              <a:gd name="connsiteX350" fmla="*/ 4668889 w 7467600"/>
              <a:gd name="connsiteY350" fmla="*/ 6246399 h 6858000"/>
              <a:gd name="connsiteX351" fmla="*/ 5055427 w 7467600"/>
              <a:gd name="connsiteY351" fmla="*/ 5931476 h 6858000"/>
              <a:gd name="connsiteX352" fmla="*/ 5371814 w 7467600"/>
              <a:gd name="connsiteY352" fmla="*/ 5678975 h 6858000"/>
              <a:gd name="connsiteX353" fmla="*/ 4987918 w 7467600"/>
              <a:gd name="connsiteY353" fmla="*/ 5838701 h 6858000"/>
              <a:gd name="connsiteX354" fmla="*/ 4317146 w 7467600"/>
              <a:gd name="connsiteY354" fmla="*/ 6587716 h 6858000"/>
              <a:gd name="connsiteX355" fmla="*/ 4171627 w 7467600"/>
              <a:gd name="connsiteY355" fmla="*/ 6858000 h 6858000"/>
              <a:gd name="connsiteX356" fmla="*/ 4081585 w 7467600"/>
              <a:gd name="connsiteY356" fmla="*/ 6858000 h 6858000"/>
              <a:gd name="connsiteX357" fmla="*/ 4238603 w 7467600"/>
              <a:gd name="connsiteY357" fmla="*/ 6559341 h 6858000"/>
              <a:gd name="connsiteX358" fmla="*/ 4778333 w 7467600"/>
              <a:gd name="connsiteY358" fmla="*/ 5873626 h 6858000"/>
              <a:gd name="connsiteX359" fmla="*/ 5414185 w 7467600"/>
              <a:gd name="connsiteY359" fmla="*/ 5573882 h 6858000"/>
              <a:gd name="connsiteX360" fmla="*/ 5959648 w 7467600"/>
              <a:gd name="connsiteY360" fmla="*/ 4760797 h 6858000"/>
              <a:gd name="connsiteX361" fmla="*/ 5355019 w 7467600"/>
              <a:gd name="connsiteY361" fmla="*/ 4734672 h 6858000"/>
              <a:gd name="connsiteX362" fmla="*/ 5083565 w 7467600"/>
              <a:gd name="connsiteY362" fmla="*/ 5179121 h 6858000"/>
              <a:gd name="connsiteX363" fmla="*/ 4713577 w 7467600"/>
              <a:gd name="connsiteY363" fmla="*/ 5616803 h 6858000"/>
              <a:gd name="connsiteX364" fmla="*/ 3989559 w 7467600"/>
              <a:gd name="connsiteY364" fmla="*/ 6145945 h 6858000"/>
              <a:gd name="connsiteX365" fmla="*/ 3939824 w 7467600"/>
              <a:gd name="connsiteY365" fmla="*/ 6066900 h 6858000"/>
              <a:gd name="connsiteX366" fmla="*/ 4584537 w 7467600"/>
              <a:gd name="connsiteY366" fmla="*/ 5324826 h 6858000"/>
              <a:gd name="connsiteX367" fmla="*/ 5037105 w 7467600"/>
              <a:gd name="connsiteY367" fmla="*/ 5088765 h 6858000"/>
              <a:gd name="connsiteX368" fmla="*/ 5039930 w 7467600"/>
              <a:gd name="connsiteY368" fmla="*/ 5089585 h 6858000"/>
              <a:gd name="connsiteX369" fmla="*/ 5263764 w 7467600"/>
              <a:gd name="connsiteY369" fmla="*/ 4735525 h 6858000"/>
              <a:gd name="connsiteX370" fmla="*/ 4086300 w 7467600"/>
              <a:gd name="connsiteY370" fmla="*/ 4884599 h 6858000"/>
              <a:gd name="connsiteX371" fmla="*/ 4085485 w 7467600"/>
              <a:gd name="connsiteY371" fmla="*/ 4899070 h 6858000"/>
              <a:gd name="connsiteX372" fmla="*/ 3871915 w 7467600"/>
              <a:gd name="connsiteY372" fmla="*/ 5253645 h 6858000"/>
              <a:gd name="connsiteX373" fmla="*/ 3799374 w 7467600"/>
              <a:gd name="connsiteY373" fmla="*/ 5466127 h 6858000"/>
              <a:gd name="connsiteX374" fmla="*/ 3498850 w 7467600"/>
              <a:gd name="connsiteY374" fmla="*/ 6661888 h 6858000"/>
              <a:gd name="connsiteX375" fmla="*/ 3399216 w 7467600"/>
              <a:gd name="connsiteY375" fmla="*/ 6858000 h 6858000"/>
              <a:gd name="connsiteX376" fmla="*/ 3303688 w 7467600"/>
              <a:gd name="connsiteY376" fmla="*/ 6858000 h 6858000"/>
              <a:gd name="connsiteX377" fmla="*/ 3391774 w 7467600"/>
              <a:gd name="connsiteY377" fmla="*/ 6697181 h 6858000"/>
              <a:gd name="connsiteX378" fmla="*/ 3735540 w 7467600"/>
              <a:gd name="connsiteY378" fmla="*/ 5546923 h 6858000"/>
              <a:gd name="connsiteX379" fmla="*/ 3729438 w 7467600"/>
              <a:gd name="connsiteY379" fmla="*/ 5569058 h 6858000"/>
              <a:gd name="connsiteX380" fmla="*/ 3707782 w 7467600"/>
              <a:gd name="connsiteY380" fmla="*/ 5644908 h 6858000"/>
              <a:gd name="connsiteX381" fmla="*/ 3583827 w 7467600"/>
              <a:gd name="connsiteY381" fmla="*/ 6039215 h 6858000"/>
              <a:gd name="connsiteX382" fmla="*/ 3547861 w 7467600"/>
              <a:gd name="connsiteY382" fmla="*/ 6129609 h 6858000"/>
              <a:gd name="connsiteX383" fmla="*/ 3490905 w 7467600"/>
              <a:gd name="connsiteY383" fmla="*/ 6277660 h 6858000"/>
              <a:gd name="connsiteX384" fmla="*/ 3455859 w 7467600"/>
              <a:gd name="connsiteY384" fmla="*/ 6391301 h 6858000"/>
              <a:gd name="connsiteX385" fmla="*/ 3429112 w 7467600"/>
              <a:gd name="connsiteY385" fmla="*/ 6479469 h 6858000"/>
              <a:gd name="connsiteX386" fmla="*/ 3304862 w 7467600"/>
              <a:gd name="connsiteY386" fmla="*/ 6796476 h 6858000"/>
              <a:gd name="connsiteX387" fmla="*/ 3276071 w 7467600"/>
              <a:gd name="connsiteY387" fmla="*/ 6858000 h 6858000"/>
              <a:gd name="connsiteX388" fmla="*/ 3240805 w 7467600"/>
              <a:gd name="connsiteY388" fmla="*/ 6858000 h 6858000"/>
              <a:gd name="connsiteX389" fmla="*/ 3275917 w 7467600"/>
              <a:gd name="connsiteY389" fmla="*/ 6783192 h 6858000"/>
              <a:gd name="connsiteX390" fmla="*/ 3399358 w 7467600"/>
              <a:gd name="connsiteY390" fmla="*/ 6469011 h 6858000"/>
              <a:gd name="connsiteX391" fmla="*/ 3425650 w 7467600"/>
              <a:gd name="connsiteY391" fmla="*/ 6381333 h 6858000"/>
              <a:gd name="connsiteX392" fmla="*/ 3460661 w 7467600"/>
              <a:gd name="connsiteY392" fmla="*/ 6266763 h 6858000"/>
              <a:gd name="connsiteX393" fmla="*/ 3518021 w 7467600"/>
              <a:gd name="connsiteY393" fmla="*/ 6117298 h 6858000"/>
              <a:gd name="connsiteX394" fmla="*/ 3554035 w 7467600"/>
              <a:gd name="connsiteY394" fmla="*/ 6027832 h 6858000"/>
              <a:gd name="connsiteX395" fmla="*/ 3677174 w 7467600"/>
              <a:gd name="connsiteY395" fmla="*/ 5636351 h 6858000"/>
              <a:gd name="connsiteX396" fmla="*/ 3698819 w 7467600"/>
              <a:gd name="connsiteY396" fmla="*/ 5560503 h 6858000"/>
              <a:gd name="connsiteX397" fmla="*/ 3702094 w 7467600"/>
              <a:gd name="connsiteY397" fmla="*/ 5549194 h 6858000"/>
              <a:gd name="connsiteX398" fmla="*/ 3398355 w 7467600"/>
              <a:gd name="connsiteY398" fmla="*/ 6094603 h 6858000"/>
              <a:gd name="connsiteX399" fmla="*/ 3193941 w 7467600"/>
              <a:gd name="connsiteY399" fmla="*/ 6798775 h 6858000"/>
              <a:gd name="connsiteX400" fmla="*/ 3184140 w 7467600"/>
              <a:gd name="connsiteY400" fmla="*/ 6858000 h 6858000"/>
              <a:gd name="connsiteX401" fmla="*/ 3099978 w 7467600"/>
              <a:gd name="connsiteY401" fmla="*/ 6858000 h 6858000"/>
              <a:gd name="connsiteX402" fmla="*/ 3101556 w 7467600"/>
              <a:gd name="connsiteY402" fmla="*/ 6843337 h 6858000"/>
              <a:gd name="connsiteX403" fmla="*/ 3370162 w 7467600"/>
              <a:gd name="connsiteY403" fmla="*/ 5785550 h 6858000"/>
              <a:gd name="connsiteX404" fmla="*/ 3746477 w 7467600"/>
              <a:gd name="connsiteY404" fmla="*/ 5377889 h 6858000"/>
              <a:gd name="connsiteX405" fmla="*/ 3863399 w 7467600"/>
              <a:gd name="connsiteY405" fmla="*/ 5087257 h 6858000"/>
              <a:gd name="connsiteX406" fmla="*/ 3968712 w 7467600"/>
              <a:gd name="connsiteY406" fmla="*/ 4913989 h 6858000"/>
              <a:gd name="connsiteX407" fmla="*/ 2792390 w 7467600"/>
              <a:gd name="connsiteY407" fmla="*/ 5382974 h 6858000"/>
              <a:gd name="connsiteX408" fmla="*/ 2714982 w 7467600"/>
              <a:gd name="connsiteY408" fmla="*/ 5427051 h 6858000"/>
              <a:gd name="connsiteX409" fmla="*/ 2813361 w 7467600"/>
              <a:gd name="connsiteY409" fmla="*/ 6023912 h 6858000"/>
              <a:gd name="connsiteX410" fmla="*/ 2688430 w 7467600"/>
              <a:gd name="connsiteY410" fmla="*/ 6801564 h 6858000"/>
              <a:gd name="connsiteX411" fmla="*/ 2629626 w 7467600"/>
              <a:gd name="connsiteY411" fmla="*/ 6763394 h 6858000"/>
              <a:gd name="connsiteX412" fmla="*/ 2565328 w 7467600"/>
              <a:gd name="connsiteY412" fmla="*/ 5516399 h 6858000"/>
              <a:gd name="connsiteX413" fmla="*/ 1922999 w 7467600"/>
              <a:gd name="connsiteY413" fmla="*/ 5980343 h 6858000"/>
              <a:gd name="connsiteX414" fmla="*/ 1950261 w 7467600"/>
              <a:gd name="connsiteY414" fmla="*/ 6405858 h 6858000"/>
              <a:gd name="connsiteX415" fmla="*/ 2365554 w 7467600"/>
              <a:gd name="connsiteY415" fmla="*/ 6759107 h 6858000"/>
              <a:gd name="connsiteX416" fmla="*/ 2424142 w 7467600"/>
              <a:gd name="connsiteY416" fmla="*/ 6858000 h 6858000"/>
              <a:gd name="connsiteX417" fmla="*/ 2395994 w 7467600"/>
              <a:gd name="connsiteY417" fmla="*/ 6858000 h 6858000"/>
              <a:gd name="connsiteX418" fmla="*/ 2392863 w 7467600"/>
              <a:gd name="connsiteY418" fmla="*/ 6852964 h 6858000"/>
              <a:gd name="connsiteX419" fmla="*/ 2017589 w 7467600"/>
              <a:gd name="connsiteY419" fmla="*/ 6493982 h 6858000"/>
              <a:gd name="connsiteX420" fmla="*/ 2147336 w 7467600"/>
              <a:gd name="connsiteY420" fmla="*/ 6594052 h 6858000"/>
              <a:gd name="connsiteX421" fmla="*/ 2207047 w 7467600"/>
              <a:gd name="connsiteY421" fmla="*/ 6654540 h 6858000"/>
              <a:gd name="connsiteX422" fmla="*/ 2299106 w 7467600"/>
              <a:gd name="connsiteY422" fmla="*/ 6778931 h 6858000"/>
              <a:gd name="connsiteX423" fmla="*/ 2314430 w 7467600"/>
              <a:gd name="connsiteY423" fmla="*/ 6801144 h 6858000"/>
              <a:gd name="connsiteX424" fmla="*/ 2352406 w 7467600"/>
              <a:gd name="connsiteY424" fmla="*/ 6858000 h 6858000"/>
              <a:gd name="connsiteX425" fmla="*/ 2314492 w 7467600"/>
              <a:gd name="connsiteY425" fmla="*/ 6858000 h 6858000"/>
              <a:gd name="connsiteX426" fmla="*/ 2288095 w 7467600"/>
              <a:gd name="connsiteY426" fmla="*/ 6818030 h 6858000"/>
              <a:gd name="connsiteX427" fmla="*/ 2272768 w 7467600"/>
              <a:gd name="connsiteY427" fmla="*/ 6795822 h 6858000"/>
              <a:gd name="connsiteX428" fmla="*/ 2182715 w 7467600"/>
              <a:gd name="connsiteY428" fmla="*/ 6675071 h 6858000"/>
              <a:gd name="connsiteX429" fmla="*/ 2032061 w 7467600"/>
              <a:gd name="connsiteY429" fmla="*/ 6541380 h 6858000"/>
              <a:gd name="connsiteX430" fmla="*/ 2257220 w 7467600"/>
              <a:gd name="connsiteY430" fmla="*/ 6826257 h 6858000"/>
              <a:gd name="connsiteX431" fmla="*/ 2281324 w 7467600"/>
              <a:gd name="connsiteY431" fmla="*/ 6858000 h 6858000"/>
              <a:gd name="connsiteX432" fmla="*/ 2242860 w 7467600"/>
              <a:gd name="connsiteY432" fmla="*/ 6858000 h 6858000"/>
              <a:gd name="connsiteX433" fmla="*/ 2232818 w 7467600"/>
              <a:gd name="connsiteY433" fmla="*/ 6844926 h 6858000"/>
              <a:gd name="connsiteX434" fmla="*/ 1990172 w 7467600"/>
              <a:gd name="connsiteY434" fmla="*/ 6542121 h 6858000"/>
              <a:gd name="connsiteX435" fmla="*/ 2124090 w 7467600"/>
              <a:gd name="connsiteY435" fmla="*/ 6761017 h 6858000"/>
              <a:gd name="connsiteX436" fmla="*/ 2200380 w 7467600"/>
              <a:gd name="connsiteY436" fmla="*/ 6858000 h 6858000"/>
              <a:gd name="connsiteX437" fmla="*/ 2147507 w 7467600"/>
              <a:gd name="connsiteY437" fmla="*/ 6858000 h 6858000"/>
              <a:gd name="connsiteX438" fmla="*/ 2070668 w 7467600"/>
              <a:gd name="connsiteY438" fmla="*/ 6761520 h 6858000"/>
              <a:gd name="connsiteX439" fmla="*/ 1975142 w 7467600"/>
              <a:gd name="connsiteY439" fmla="*/ 6585570 h 6858000"/>
              <a:gd name="connsiteX440" fmla="*/ 2050035 w 7467600"/>
              <a:gd name="connsiteY440" fmla="*/ 6813345 h 6858000"/>
              <a:gd name="connsiteX441" fmla="*/ 2063025 w 7467600"/>
              <a:gd name="connsiteY441" fmla="*/ 6858000 h 6858000"/>
              <a:gd name="connsiteX442" fmla="*/ 2021675 w 7467600"/>
              <a:gd name="connsiteY442" fmla="*/ 6858000 h 6858000"/>
              <a:gd name="connsiteX443" fmla="*/ 2019308 w 7467600"/>
              <a:gd name="connsiteY443" fmla="*/ 6847118 h 6858000"/>
              <a:gd name="connsiteX444" fmla="*/ 1938835 w 7467600"/>
              <a:gd name="connsiteY444" fmla="*/ 6551160 h 6858000"/>
              <a:gd name="connsiteX445" fmla="*/ 1953230 w 7467600"/>
              <a:gd name="connsiteY445" fmla="*/ 6759699 h 6858000"/>
              <a:gd name="connsiteX446" fmla="*/ 1956763 w 7467600"/>
              <a:gd name="connsiteY446" fmla="*/ 6778191 h 6858000"/>
              <a:gd name="connsiteX447" fmla="*/ 1967925 w 7467600"/>
              <a:gd name="connsiteY447" fmla="*/ 6858000 h 6858000"/>
              <a:gd name="connsiteX448" fmla="*/ 1936622 w 7467600"/>
              <a:gd name="connsiteY448" fmla="*/ 6858000 h 6858000"/>
              <a:gd name="connsiteX449" fmla="*/ 1926261 w 7467600"/>
              <a:gd name="connsiteY449" fmla="*/ 6784064 h 6858000"/>
              <a:gd name="connsiteX450" fmla="*/ 1922724 w 7467600"/>
              <a:gd name="connsiteY450" fmla="*/ 6765577 h 6858000"/>
              <a:gd name="connsiteX451" fmla="*/ 1904650 w 7467600"/>
              <a:gd name="connsiteY451" fmla="*/ 6639616 h 6858000"/>
              <a:gd name="connsiteX452" fmla="*/ 1885273 w 7467600"/>
              <a:gd name="connsiteY452" fmla="*/ 6858000 h 6858000"/>
              <a:gd name="connsiteX453" fmla="*/ 1854363 w 7467600"/>
              <a:gd name="connsiteY453" fmla="*/ 6858000 h 6858000"/>
              <a:gd name="connsiteX454" fmla="*/ 1880391 w 7467600"/>
              <a:gd name="connsiteY454" fmla="*/ 6603796 h 6858000"/>
              <a:gd name="connsiteX455" fmla="*/ 1818273 w 7467600"/>
              <a:gd name="connsiteY455" fmla="*/ 6715729 h 6858000"/>
              <a:gd name="connsiteX456" fmla="*/ 1794691 w 7467600"/>
              <a:gd name="connsiteY456" fmla="*/ 6843239 h 6858000"/>
              <a:gd name="connsiteX457" fmla="*/ 1794914 w 7467600"/>
              <a:gd name="connsiteY457" fmla="*/ 6858000 h 6858000"/>
              <a:gd name="connsiteX458" fmla="*/ 1746128 w 7467600"/>
              <a:gd name="connsiteY458" fmla="*/ 6858000 h 6858000"/>
              <a:gd name="connsiteX459" fmla="*/ 1753934 w 7467600"/>
              <a:gd name="connsiteY459" fmla="*/ 6724796 h 6858000"/>
              <a:gd name="connsiteX460" fmla="*/ 1792053 w 7467600"/>
              <a:gd name="connsiteY460" fmla="*/ 6572396 h 6858000"/>
              <a:gd name="connsiteX461" fmla="*/ 1862248 w 7467600"/>
              <a:gd name="connsiteY461" fmla="*/ 6266397 h 6858000"/>
              <a:gd name="connsiteX462" fmla="*/ 1862250 w 7467600"/>
              <a:gd name="connsiteY462" fmla="*/ 6033531 h 6858000"/>
              <a:gd name="connsiteX463" fmla="*/ 1211999 w 7467600"/>
              <a:gd name="connsiteY463" fmla="*/ 6683610 h 6858000"/>
              <a:gd name="connsiteX464" fmla="*/ 1213266 w 7467600"/>
              <a:gd name="connsiteY464" fmla="*/ 6691947 h 6858000"/>
              <a:gd name="connsiteX465" fmla="*/ 1203370 w 7467600"/>
              <a:gd name="connsiteY465" fmla="*/ 6850676 h 6858000"/>
              <a:gd name="connsiteX466" fmla="*/ 1203671 w 7467600"/>
              <a:gd name="connsiteY466" fmla="*/ 6858000 h 6858000"/>
              <a:gd name="connsiteX467" fmla="*/ 1143180 w 7467600"/>
              <a:gd name="connsiteY467" fmla="*/ 6858000 h 6858000"/>
              <a:gd name="connsiteX468" fmla="*/ 1142176 w 7467600"/>
              <a:gd name="connsiteY468" fmla="*/ 6766045 h 6858000"/>
              <a:gd name="connsiteX469" fmla="*/ 1067484 w 7467600"/>
              <a:gd name="connsiteY469" fmla="*/ 6858000 h 6858000"/>
              <a:gd name="connsiteX470" fmla="*/ 953928 w 7467600"/>
              <a:gd name="connsiteY470" fmla="*/ 6858000 h 6858000"/>
              <a:gd name="connsiteX471" fmla="*/ 959715 w 7467600"/>
              <a:gd name="connsiteY471" fmla="*/ 6850185 h 6858000"/>
              <a:gd name="connsiteX472" fmla="*/ 1483788 w 7467600"/>
              <a:gd name="connsiteY472" fmla="*/ 6259174 h 6858000"/>
              <a:gd name="connsiteX473" fmla="*/ 1100671 w 7467600"/>
              <a:gd name="connsiteY473" fmla="*/ 6252137 h 6858000"/>
              <a:gd name="connsiteX474" fmla="*/ 1090144 w 7467600"/>
              <a:gd name="connsiteY474" fmla="*/ 6256748 h 6858000"/>
              <a:gd name="connsiteX475" fmla="*/ 1095872 w 7467600"/>
              <a:gd name="connsiteY475" fmla="*/ 6271892 h 6858000"/>
              <a:gd name="connsiteX476" fmla="*/ 262785 w 7467600"/>
              <a:gd name="connsiteY476" fmla="*/ 6845450 h 6858000"/>
              <a:gd name="connsiteX477" fmla="*/ 209968 w 7467600"/>
              <a:gd name="connsiteY477" fmla="*/ 6770713 h 6858000"/>
              <a:gd name="connsiteX478" fmla="*/ 873460 w 7467600"/>
              <a:gd name="connsiteY478" fmla="*/ 6253768 h 6858000"/>
              <a:gd name="connsiteX479" fmla="*/ 192686 w 7467600"/>
              <a:gd name="connsiteY479" fmla="*/ 5849257 h 6858000"/>
              <a:gd name="connsiteX480" fmla="*/ 4696 w 7467600"/>
              <a:gd name="connsiteY480" fmla="*/ 5697668 h 6858000"/>
              <a:gd name="connsiteX481" fmla="*/ 0 w 7467600"/>
              <a:gd name="connsiteY481" fmla="*/ 5689984 h 6858000"/>
              <a:gd name="connsiteX482" fmla="*/ 0 w 7467600"/>
              <a:gd name="connsiteY482" fmla="*/ 5513472 h 6858000"/>
              <a:gd name="connsiteX483" fmla="*/ 174101 w 7467600"/>
              <a:gd name="connsiteY483" fmla="*/ 5620277 h 6858000"/>
              <a:gd name="connsiteX484" fmla="*/ 891800 w 7467600"/>
              <a:gd name="connsiteY484" fmla="*/ 6036935 h 6858000"/>
              <a:gd name="connsiteX485" fmla="*/ 1072219 w 7467600"/>
              <a:gd name="connsiteY485" fmla="*/ 6169443 h 6858000"/>
              <a:gd name="connsiteX486" fmla="*/ 1074117 w 7467600"/>
              <a:gd name="connsiteY486" fmla="*/ 6170301 h 6858000"/>
              <a:gd name="connsiteX487" fmla="*/ 1083114 w 7467600"/>
              <a:gd name="connsiteY487" fmla="*/ 6174131 h 6858000"/>
              <a:gd name="connsiteX488" fmla="*/ 1543010 w 7467600"/>
              <a:gd name="connsiteY488" fmla="*/ 6191140 h 6858000"/>
              <a:gd name="connsiteX489" fmla="*/ 1551080 w 7467600"/>
              <a:gd name="connsiteY489" fmla="*/ 6195006 h 6858000"/>
              <a:gd name="connsiteX490" fmla="*/ 2345443 w 7467600"/>
              <a:gd name="connsiteY490" fmla="*/ 5549882 h 6858000"/>
              <a:gd name="connsiteX491" fmla="*/ 1721499 w 7467600"/>
              <a:gd name="connsiteY491" fmla="*/ 5599969 h 6858000"/>
              <a:gd name="connsiteX492" fmla="*/ 767716 w 7467600"/>
              <a:gd name="connsiteY492" fmla="*/ 5472768 h 6858000"/>
              <a:gd name="connsiteX493" fmla="*/ 722147 w 7467600"/>
              <a:gd name="connsiteY493" fmla="*/ 5393091 h 6858000"/>
              <a:gd name="connsiteX494" fmla="*/ 1485552 w 7467600"/>
              <a:gd name="connsiteY494" fmla="*/ 5313202 h 6858000"/>
              <a:gd name="connsiteX495" fmla="*/ 2143004 w 7467600"/>
              <a:gd name="connsiteY495" fmla="*/ 5402420 h 6858000"/>
              <a:gd name="connsiteX496" fmla="*/ 1933391 w 7467600"/>
              <a:gd name="connsiteY496" fmla="*/ 5156971 h 6858000"/>
              <a:gd name="connsiteX497" fmla="*/ 1827118 w 7467600"/>
              <a:gd name="connsiteY497" fmla="*/ 4968410 h 6858000"/>
              <a:gd name="connsiteX498" fmla="*/ 1837349 w 7467600"/>
              <a:gd name="connsiteY498" fmla="*/ 4956357 h 6858000"/>
              <a:gd name="connsiteX499" fmla="*/ 2162835 w 7467600"/>
              <a:gd name="connsiteY499" fmla="*/ 5187853 h 6858000"/>
              <a:gd name="connsiteX500" fmla="*/ 2257167 w 7467600"/>
              <a:gd name="connsiteY500" fmla="*/ 5462123 h 6858000"/>
              <a:gd name="connsiteX501" fmla="*/ 2261598 w 7467600"/>
              <a:gd name="connsiteY501" fmla="*/ 5467998 h 6858000"/>
              <a:gd name="connsiteX502" fmla="*/ 2437177 w 7467600"/>
              <a:gd name="connsiteY502" fmla="*/ 5479608 h 6858000"/>
              <a:gd name="connsiteX503" fmla="*/ 2445247 w 7467600"/>
              <a:gd name="connsiteY503" fmla="*/ 5483476 h 6858000"/>
              <a:gd name="connsiteX504" fmla="*/ 2743626 w 7467600"/>
              <a:gd name="connsiteY504" fmla="*/ 5304819 h 6858000"/>
              <a:gd name="connsiteX505" fmla="*/ 3048102 w 7467600"/>
              <a:gd name="connsiteY505" fmla="*/ 5150595 h 6858000"/>
              <a:gd name="connsiteX506" fmla="*/ 1799414 w 7467600"/>
              <a:gd name="connsiteY506" fmla="*/ 4694732 h 6858000"/>
              <a:gd name="connsiteX507" fmla="*/ 1771735 w 7467600"/>
              <a:gd name="connsiteY507" fmla="*/ 4619929 h 6858000"/>
              <a:gd name="connsiteX508" fmla="*/ 3104273 w 7467600"/>
              <a:gd name="connsiteY508" fmla="*/ 5076159 h 6858000"/>
              <a:gd name="connsiteX509" fmla="*/ 3113245 w 7467600"/>
              <a:gd name="connsiteY509" fmla="*/ 5090705 h 6858000"/>
              <a:gd name="connsiteX510" fmla="*/ 3126294 w 7467600"/>
              <a:gd name="connsiteY510" fmla="*/ 5114400 h 6858000"/>
              <a:gd name="connsiteX511" fmla="*/ 3937433 w 7467600"/>
              <a:gd name="connsiteY511" fmla="*/ 4830473 h 6858000"/>
              <a:gd name="connsiteX512" fmla="*/ 3590475 w 7467600"/>
              <a:gd name="connsiteY512" fmla="*/ 4597974 h 6858000"/>
              <a:gd name="connsiteX513" fmla="*/ 3100264 w 7467600"/>
              <a:gd name="connsiteY513" fmla="*/ 4579845 h 6858000"/>
              <a:gd name="connsiteX514" fmla="*/ 2183576 w 7467600"/>
              <a:gd name="connsiteY514" fmla="*/ 4227150 h 6858000"/>
              <a:gd name="connsiteX515" fmla="*/ 2151029 w 7467600"/>
              <a:gd name="connsiteY515" fmla="*/ 4146947 h 6858000"/>
              <a:gd name="connsiteX516" fmla="*/ 3563434 w 7467600"/>
              <a:gd name="connsiteY516" fmla="*/ 4469115 h 6858000"/>
              <a:gd name="connsiteX517" fmla="*/ 3177952 w 7467600"/>
              <a:gd name="connsiteY517" fmla="*/ 3657386 h 6858000"/>
              <a:gd name="connsiteX518" fmla="*/ 3189263 w 7467600"/>
              <a:gd name="connsiteY518" fmla="*/ 3625726 h 6858000"/>
              <a:gd name="connsiteX519" fmla="*/ 3560912 w 7467600"/>
              <a:gd name="connsiteY519" fmla="*/ 4079863 h 6858000"/>
              <a:gd name="connsiteX520" fmla="*/ 3626636 w 7467600"/>
              <a:gd name="connsiteY520" fmla="*/ 4512230 h 6858000"/>
              <a:gd name="connsiteX521" fmla="*/ 3653088 w 7467600"/>
              <a:gd name="connsiteY521" fmla="*/ 4521417 h 6858000"/>
              <a:gd name="connsiteX522" fmla="*/ 3988128 w 7467600"/>
              <a:gd name="connsiteY522" fmla="*/ 4817267 h 6858000"/>
              <a:gd name="connsiteX523" fmla="*/ 4830582 w 7467600"/>
              <a:gd name="connsiteY523" fmla="*/ 4676000 h 6858000"/>
              <a:gd name="connsiteX524" fmla="*/ 4830100 w 7467600"/>
              <a:gd name="connsiteY524" fmla="*/ 4675554 h 6858000"/>
              <a:gd name="connsiteX525" fmla="*/ 4036318 w 7467600"/>
              <a:gd name="connsiteY525" fmla="*/ 4147013 h 6858000"/>
              <a:gd name="connsiteX526" fmla="*/ 3432098 w 7467600"/>
              <a:gd name="connsiteY526" fmla="*/ 3537312 h 6858000"/>
              <a:gd name="connsiteX527" fmla="*/ 3446761 w 7467600"/>
              <a:gd name="connsiteY527" fmla="*/ 3461278 h 6858000"/>
              <a:gd name="connsiteX528" fmla="*/ 4419733 w 7467600"/>
              <a:gd name="connsiteY528" fmla="*/ 3963555 h 6858000"/>
              <a:gd name="connsiteX529" fmla="*/ 4781371 w 7467600"/>
              <a:gd name="connsiteY529" fmla="*/ 4458604 h 6858000"/>
              <a:gd name="connsiteX530" fmla="*/ 4780440 w 7467600"/>
              <a:gd name="connsiteY530" fmla="*/ 4470290 h 6858000"/>
              <a:gd name="connsiteX531" fmla="*/ 4898954 w 7467600"/>
              <a:gd name="connsiteY531" fmla="*/ 4662092 h 6858000"/>
              <a:gd name="connsiteX532" fmla="*/ 4900699 w 7467600"/>
              <a:gd name="connsiteY532" fmla="*/ 4670867 h 6858000"/>
              <a:gd name="connsiteX533" fmla="*/ 5714511 w 7467600"/>
              <a:gd name="connsiteY533" fmla="*/ 4663483 h 6858000"/>
              <a:gd name="connsiteX534" fmla="*/ 5464793 w 7467600"/>
              <a:gd name="connsiteY534" fmla="*/ 4393556 h 6858000"/>
              <a:gd name="connsiteX535" fmla="*/ 5461897 w 7467600"/>
              <a:gd name="connsiteY535" fmla="*/ 4390879 h 6858000"/>
              <a:gd name="connsiteX536" fmla="*/ 4294126 w 7467600"/>
              <a:gd name="connsiteY536" fmla="*/ 3303048 h 6858000"/>
              <a:gd name="connsiteX537" fmla="*/ 4305321 w 7467600"/>
              <a:gd name="connsiteY537" fmla="*/ 3256953 h 6858000"/>
              <a:gd name="connsiteX538" fmla="*/ 4949299 w 7467600"/>
              <a:gd name="connsiteY538" fmla="*/ 3766336 h 6858000"/>
              <a:gd name="connsiteX539" fmla="*/ 5291452 w 7467600"/>
              <a:gd name="connsiteY539" fmla="*/ 4076801 h 6858000"/>
              <a:gd name="connsiteX540" fmla="*/ 5434998 w 7467600"/>
              <a:gd name="connsiteY540" fmla="*/ 4254100 h 6858000"/>
              <a:gd name="connsiteX541" fmla="*/ 5351015 w 7467600"/>
              <a:gd name="connsiteY541" fmla="*/ 3760989 h 6858000"/>
              <a:gd name="connsiteX542" fmla="*/ 5413780 w 7467600"/>
              <a:gd name="connsiteY542" fmla="*/ 2966265 h 6858000"/>
              <a:gd name="connsiteX543" fmla="*/ 5425627 w 7467600"/>
              <a:gd name="connsiteY543" fmla="*/ 2954192 h 6858000"/>
              <a:gd name="connsiteX544" fmla="*/ 6604735 w 7467600"/>
              <a:gd name="connsiteY544" fmla="*/ 2041381 h 6858000"/>
              <a:gd name="connsiteX545" fmla="*/ 7204487 w 7467600"/>
              <a:gd name="connsiteY545" fmla="*/ 2742112 h 6858000"/>
              <a:gd name="connsiteX546" fmla="*/ 7131592 w 7467600"/>
              <a:gd name="connsiteY546" fmla="*/ 2672096 h 6858000"/>
              <a:gd name="connsiteX547" fmla="*/ 6996344 w 7467600"/>
              <a:gd name="connsiteY547" fmla="*/ 2518310 h 6858000"/>
              <a:gd name="connsiteX548" fmla="*/ 6735495 w 7467600"/>
              <a:gd name="connsiteY548" fmla="*/ 2196890 h 6858000"/>
              <a:gd name="connsiteX549" fmla="*/ 6721901 w 7467600"/>
              <a:gd name="connsiteY549" fmla="*/ 2179274 h 6858000"/>
              <a:gd name="connsiteX550" fmla="*/ 6604735 w 7467600"/>
              <a:gd name="connsiteY550" fmla="*/ 2041381 h 6858000"/>
              <a:gd name="connsiteX551" fmla="*/ 6591670 w 7467600"/>
              <a:gd name="connsiteY551" fmla="*/ 1988277 h 6858000"/>
              <a:gd name="connsiteX552" fmla="*/ 6747349 w 7467600"/>
              <a:gd name="connsiteY552" fmla="*/ 2160069 h 6858000"/>
              <a:gd name="connsiteX553" fmla="*/ 6760943 w 7467600"/>
              <a:gd name="connsiteY553" fmla="*/ 2177686 h 6858000"/>
              <a:gd name="connsiteX554" fmla="*/ 7021065 w 7467600"/>
              <a:gd name="connsiteY554" fmla="*/ 2498102 h 6858000"/>
              <a:gd name="connsiteX555" fmla="*/ 7155223 w 7467600"/>
              <a:gd name="connsiteY555" fmla="*/ 2650386 h 6858000"/>
              <a:gd name="connsiteX556" fmla="*/ 7203167 w 7467600"/>
              <a:gd name="connsiteY556" fmla="*/ 2697288 h 6858000"/>
              <a:gd name="connsiteX557" fmla="*/ 6937703 w 7467600"/>
              <a:gd name="connsiteY557" fmla="*/ 2321981 h 6858000"/>
              <a:gd name="connsiteX558" fmla="*/ 6591670 w 7467600"/>
              <a:gd name="connsiteY558" fmla="*/ 1988277 h 6858000"/>
              <a:gd name="connsiteX559" fmla="*/ 5798671 w 7467600"/>
              <a:gd name="connsiteY559" fmla="*/ 1981601 h 6858000"/>
              <a:gd name="connsiteX560" fmla="*/ 5754709 w 7467600"/>
              <a:gd name="connsiteY560" fmla="*/ 2071454 h 6858000"/>
              <a:gd name="connsiteX561" fmla="*/ 5763044 w 7467600"/>
              <a:gd name="connsiteY561" fmla="*/ 2842206 h 6858000"/>
              <a:gd name="connsiteX562" fmla="*/ 5764974 w 7467600"/>
              <a:gd name="connsiteY562" fmla="*/ 2799609 h 6858000"/>
              <a:gd name="connsiteX563" fmla="*/ 5767665 w 7467600"/>
              <a:gd name="connsiteY563" fmla="*/ 2666409 h 6858000"/>
              <a:gd name="connsiteX564" fmla="*/ 5763055 w 7467600"/>
              <a:gd name="connsiteY564" fmla="*/ 2579705 h 6858000"/>
              <a:gd name="connsiteX565" fmla="*/ 5758079 w 7467600"/>
              <a:gd name="connsiteY565" fmla="*/ 2492508 h 6858000"/>
              <a:gd name="connsiteX566" fmla="*/ 5779325 w 7467600"/>
              <a:gd name="connsiteY566" fmla="*/ 2197069 h 6858000"/>
              <a:gd name="connsiteX567" fmla="*/ 5798671 w 7467600"/>
              <a:gd name="connsiteY567" fmla="*/ 1981601 h 6858000"/>
              <a:gd name="connsiteX568" fmla="*/ 5829202 w 7467600"/>
              <a:gd name="connsiteY568" fmla="*/ 1971679 h 6858000"/>
              <a:gd name="connsiteX569" fmla="*/ 5809558 w 7467600"/>
              <a:gd name="connsiteY569" fmla="*/ 2198043 h 6858000"/>
              <a:gd name="connsiteX570" fmla="*/ 5788653 w 7467600"/>
              <a:gd name="connsiteY570" fmla="*/ 2489430 h 6858000"/>
              <a:gd name="connsiteX571" fmla="*/ 5793439 w 7467600"/>
              <a:gd name="connsiteY571" fmla="*/ 2575235 h 6858000"/>
              <a:gd name="connsiteX572" fmla="*/ 5796837 w 7467600"/>
              <a:gd name="connsiteY572" fmla="*/ 2637633 h 6858000"/>
              <a:gd name="connsiteX573" fmla="*/ 5818614 w 7467600"/>
              <a:gd name="connsiteY573" fmla="*/ 2473055 h 6858000"/>
              <a:gd name="connsiteX574" fmla="*/ 5829202 w 7467600"/>
              <a:gd name="connsiteY574" fmla="*/ 1971679 h 6858000"/>
              <a:gd name="connsiteX575" fmla="*/ 5911389 w 7467600"/>
              <a:gd name="connsiteY575" fmla="*/ 1898371 h 6858000"/>
              <a:gd name="connsiteX576" fmla="*/ 6237627 w 7467600"/>
              <a:gd name="connsiteY576" fmla="*/ 2231921 h 6858000"/>
              <a:gd name="connsiteX577" fmla="*/ 5911389 w 7467600"/>
              <a:gd name="connsiteY577" fmla="*/ 1898371 h 6858000"/>
              <a:gd name="connsiteX578" fmla="*/ 6944437 w 7467600"/>
              <a:gd name="connsiteY578" fmla="*/ 1575402 h 6858000"/>
              <a:gd name="connsiteX579" fmla="*/ 6304730 w 7467600"/>
              <a:gd name="connsiteY579" fmla="*/ 1766654 h 6858000"/>
              <a:gd name="connsiteX580" fmla="*/ 6944437 w 7467600"/>
              <a:gd name="connsiteY580" fmla="*/ 1575402 h 6858000"/>
              <a:gd name="connsiteX581" fmla="*/ 7019523 w 7467600"/>
              <a:gd name="connsiteY581" fmla="*/ 1519450 h 6858000"/>
              <a:gd name="connsiteX582" fmla="*/ 6298091 w 7467600"/>
              <a:gd name="connsiteY582" fmla="*/ 1737122 h 6858000"/>
              <a:gd name="connsiteX583" fmla="*/ 7019523 w 7467600"/>
              <a:gd name="connsiteY583" fmla="*/ 1519450 h 6858000"/>
              <a:gd name="connsiteX584" fmla="*/ 2399523 w 7467600"/>
              <a:gd name="connsiteY584" fmla="*/ 1428234 h 6858000"/>
              <a:gd name="connsiteX585" fmla="*/ 2224982 w 7467600"/>
              <a:gd name="connsiteY585" fmla="*/ 1826201 h 6858000"/>
              <a:gd name="connsiteX586" fmla="*/ 2096099 w 7467600"/>
              <a:gd name="connsiteY586" fmla="*/ 2345900 h 6858000"/>
              <a:gd name="connsiteX587" fmla="*/ 2283317 w 7467600"/>
              <a:gd name="connsiteY587" fmla="*/ 1796925 h 6858000"/>
              <a:gd name="connsiteX588" fmla="*/ 2448558 w 7467600"/>
              <a:gd name="connsiteY588" fmla="*/ 1373435 h 6858000"/>
              <a:gd name="connsiteX589" fmla="*/ 2312521 w 7467600"/>
              <a:gd name="connsiteY589" fmla="*/ 1806140 h 6858000"/>
              <a:gd name="connsiteX590" fmla="*/ 2127533 w 7467600"/>
              <a:gd name="connsiteY590" fmla="*/ 2348380 h 6858000"/>
              <a:gd name="connsiteX591" fmla="*/ 2358080 w 7467600"/>
              <a:gd name="connsiteY591" fmla="*/ 1866134 h 6858000"/>
              <a:gd name="connsiteX592" fmla="*/ 2407436 w 7467600"/>
              <a:gd name="connsiteY592" fmla="*/ 1651070 h 6858000"/>
              <a:gd name="connsiteX593" fmla="*/ 2448558 w 7467600"/>
              <a:gd name="connsiteY593" fmla="*/ 1373435 h 6858000"/>
              <a:gd name="connsiteX594" fmla="*/ 278707 w 7467600"/>
              <a:gd name="connsiteY594" fmla="*/ 1352270 h 6858000"/>
              <a:gd name="connsiteX595" fmla="*/ 321570 w 7467600"/>
              <a:gd name="connsiteY595" fmla="*/ 1861610 h 6858000"/>
              <a:gd name="connsiteX596" fmla="*/ 294281 w 7467600"/>
              <a:gd name="connsiteY596" fmla="*/ 1440658 h 6858000"/>
              <a:gd name="connsiteX597" fmla="*/ 1423821 w 7467600"/>
              <a:gd name="connsiteY597" fmla="*/ 1351958 h 6858000"/>
              <a:gd name="connsiteX598" fmla="*/ 1638521 w 7467600"/>
              <a:gd name="connsiteY598" fmla="*/ 1908470 h 6858000"/>
              <a:gd name="connsiteX599" fmla="*/ 1754199 w 7467600"/>
              <a:gd name="connsiteY599" fmla="*/ 2149284 h 6858000"/>
              <a:gd name="connsiteX600" fmla="*/ 1908359 w 7467600"/>
              <a:gd name="connsiteY600" fmla="*/ 2364988 h 6858000"/>
              <a:gd name="connsiteX601" fmla="*/ 1647661 w 7467600"/>
              <a:gd name="connsiteY601" fmla="*/ 1825945 h 6858000"/>
              <a:gd name="connsiteX602" fmla="*/ 1423821 w 7467600"/>
              <a:gd name="connsiteY602" fmla="*/ 1351958 h 6858000"/>
              <a:gd name="connsiteX603" fmla="*/ 1431890 w 7467600"/>
              <a:gd name="connsiteY603" fmla="*/ 1306475 h 6858000"/>
              <a:gd name="connsiteX604" fmla="*/ 1507597 w 7467600"/>
              <a:gd name="connsiteY604" fmla="*/ 1446132 h 6858000"/>
              <a:gd name="connsiteX605" fmla="*/ 1674586 w 7467600"/>
              <a:gd name="connsiteY605" fmla="*/ 1813832 h 6858000"/>
              <a:gd name="connsiteX606" fmla="*/ 1815950 w 7467600"/>
              <a:gd name="connsiteY606" fmla="*/ 2128564 h 6858000"/>
              <a:gd name="connsiteX607" fmla="*/ 1984242 w 7467600"/>
              <a:gd name="connsiteY607" fmla="*/ 2430829 h 6858000"/>
              <a:gd name="connsiteX608" fmla="*/ 2014023 w 7467600"/>
              <a:gd name="connsiteY608" fmla="*/ 2450995 h 6858000"/>
              <a:gd name="connsiteX609" fmla="*/ 1747337 w 7467600"/>
              <a:gd name="connsiteY609" fmla="*/ 1855264 h 6858000"/>
              <a:gd name="connsiteX610" fmla="*/ 1533749 w 7467600"/>
              <a:gd name="connsiteY610" fmla="*/ 1478656 h 6858000"/>
              <a:gd name="connsiteX611" fmla="*/ 1431890 w 7467600"/>
              <a:gd name="connsiteY611" fmla="*/ 1306475 h 6858000"/>
              <a:gd name="connsiteX612" fmla="*/ 5052692 w 7467600"/>
              <a:gd name="connsiteY612" fmla="*/ 1292994 h 6858000"/>
              <a:gd name="connsiteX613" fmla="*/ 5200661 w 7467600"/>
              <a:gd name="connsiteY613" fmla="*/ 1635186 h 6858000"/>
              <a:gd name="connsiteX614" fmla="*/ 5297138 w 7467600"/>
              <a:gd name="connsiteY614" fmla="*/ 1906351 h 6858000"/>
              <a:gd name="connsiteX615" fmla="*/ 5052692 w 7467600"/>
              <a:gd name="connsiteY615" fmla="*/ 1292994 h 6858000"/>
              <a:gd name="connsiteX616" fmla="*/ 5009948 w 7467600"/>
              <a:gd name="connsiteY616" fmla="*/ 1273619 h 6858000"/>
              <a:gd name="connsiteX617" fmla="*/ 5121777 w 7467600"/>
              <a:gd name="connsiteY617" fmla="*/ 1654213 h 6858000"/>
              <a:gd name="connsiteX618" fmla="*/ 5293545 w 7467600"/>
              <a:gd name="connsiteY618" fmla="*/ 2072247 h 6858000"/>
              <a:gd name="connsiteX619" fmla="*/ 5294042 w 7467600"/>
              <a:gd name="connsiteY619" fmla="*/ 2065019 h 6858000"/>
              <a:gd name="connsiteX620" fmla="*/ 5171936 w 7467600"/>
              <a:gd name="connsiteY620" fmla="*/ 1647613 h 6858000"/>
              <a:gd name="connsiteX621" fmla="*/ 5009948 w 7467600"/>
              <a:gd name="connsiteY621" fmla="*/ 1273619 h 6858000"/>
              <a:gd name="connsiteX622" fmla="*/ 655236 w 7467600"/>
              <a:gd name="connsiteY622" fmla="*/ 1268632 h 6858000"/>
              <a:gd name="connsiteX623" fmla="*/ 839521 w 7467600"/>
              <a:gd name="connsiteY623" fmla="*/ 1685315 h 6858000"/>
              <a:gd name="connsiteX624" fmla="*/ 1109416 w 7467600"/>
              <a:gd name="connsiteY624" fmla="*/ 2061663 h 6858000"/>
              <a:gd name="connsiteX625" fmla="*/ 1298300 w 7467600"/>
              <a:gd name="connsiteY625" fmla="*/ 2247742 h 6858000"/>
              <a:gd name="connsiteX626" fmla="*/ 1125871 w 7467600"/>
              <a:gd name="connsiteY626" fmla="*/ 1989513 h 6858000"/>
              <a:gd name="connsiteX627" fmla="*/ 981574 w 7467600"/>
              <a:gd name="connsiteY627" fmla="*/ 1783157 h 6858000"/>
              <a:gd name="connsiteX628" fmla="*/ 922198 w 7467600"/>
              <a:gd name="connsiteY628" fmla="*/ 1677437 h 6858000"/>
              <a:gd name="connsiteX629" fmla="*/ 869293 w 7467600"/>
              <a:gd name="connsiteY629" fmla="*/ 1583214 h 6858000"/>
              <a:gd name="connsiteX630" fmla="*/ 751431 w 7467600"/>
              <a:gd name="connsiteY630" fmla="*/ 1405731 h 6858000"/>
              <a:gd name="connsiteX631" fmla="*/ 6516292 w 7467600"/>
              <a:gd name="connsiteY631" fmla="*/ 1263064 h 6858000"/>
              <a:gd name="connsiteX632" fmla="*/ 5736320 w 7467600"/>
              <a:gd name="connsiteY632" fmla="*/ 1501803 h 6858000"/>
              <a:gd name="connsiteX633" fmla="*/ 6516292 w 7467600"/>
              <a:gd name="connsiteY633" fmla="*/ 1263064 h 6858000"/>
              <a:gd name="connsiteX634" fmla="*/ 291466 w 7467600"/>
              <a:gd name="connsiteY634" fmla="*/ 1250369 h 6858000"/>
              <a:gd name="connsiteX635" fmla="*/ 323180 w 7467600"/>
              <a:gd name="connsiteY635" fmla="*/ 1435283 h 6858000"/>
              <a:gd name="connsiteX636" fmla="*/ 349381 w 7467600"/>
              <a:gd name="connsiteY636" fmla="*/ 1875041 h 6858000"/>
              <a:gd name="connsiteX637" fmla="*/ 374363 w 7467600"/>
              <a:gd name="connsiteY637" fmla="*/ 1506494 h 6858000"/>
              <a:gd name="connsiteX638" fmla="*/ 302168 w 7467600"/>
              <a:gd name="connsiteY638" fmla="*/ 1274495 h 6858000"/>
              <a:gd name="connsiteX639" fmla="*/ 291466 w 7467600"/>
              <a:gd name="connsiteY639" fmla="*/ 1250369 h 6858000"/>
              <a:gd name="connsiteX640" fmla="*/ 678222 w 7467600"/>
              <a:gd name="connsiteY640" fmla="*/ 1248670 h 6858000"/>
              <a:gd name="connsiteX641" fmla="*/ 775536 w 7467600"/>
              <a:gd name="connsiteY641" fmla="*/ 1388015 h 6858000"/>
              <a:gd name="connsiteX642" fmla="*/ 894529 w 7467600"/>
              <a:gd name="connsiteY642" fmla="*/ 1567739 h 6858000"/>
              <a:gd name="connsiteX643" fmla="*/ 948000 w 7467600"/>
              <a:gd name="connsiteY643" fmla="*/ 1663088 h 6858000"/>
              <a:gd name="connsiteX644" fmla="*/ 1006812 w 7467600"/>
              <a:gd name="connsiteY644" fmla="*/ 1767683 h 6858000"/>
              <a:gd name="connsiteX645" fmla="*/ 1149133 w 7467600"/>
              <a:gd name="connsiteY645" fmla="*/ 1971513 h 6858000"/>
              <a:gd name="connsiteX646" fmla="*/ 1333952 w 7467600"/>
              <a:gd name="connsiteY646" fmla="*/ 2251620 h 6858000"/>
              <a:gd name="connsiteX647" fmla="*/ 1337329 w 7467600"/>
              <a:gd name="connsiteY647" fmla="*/ 2258350 h 6858000"/>
              <a:gd name="connsiteX648" fmla="*/ 1014726 w 7467600"/>
              <a:gd name="connsiteY648" fmla="*/ 1615556 h 6858000"/>
              <a:gd name="connsiteX649" fmla="*/ 678222 w 7467600"/>
              <a:gd name="connsiteY649" fmla="*/ 1248670 h 6858000"/>
              <a:gd name="connsiteX650" fmla="*/ 6691602 w 7467600"/>
              <a:gd name="connsiteY650" fmla="*/ 1140573 h 6858000"/>
              <a:gd name="connsiteX651" fmla="*/ 6571100 w 7467600"/>
              <a:gd name="connsiteY651" fmla="*/ 1183662 h 6858000"/>
              <a:gd name="connsiteX652" fmla="*/ 6241687 w 7467600"/>
              <a:gd name="connsiteY652" fmla="*/ 1257600 h 6858000"/>
              <a:gd name="connsiteX653" fmla="*/ 5693009 w 7467600"/>
              <a:gd name="connsiteY653" fmla="*/ 1478256 h 6858000"/>
              <a:gd name="connsiteX654" fmla="*/ 6548420 w 7467600"/>
              <a:gd name="connsiteY654" fmla="*/ 1214599 h 6858000"/>
              <a:gd name="connsiteX655" fmla="*/ 6605473 w 7467600"/>
              <a:gd name="connsiteY655" fmla="*/ 1184686 h 6858000"/>
              <a:gd name="connsiteX656" fmla="*/ 6691602 w 7467600"/>
              <a:gd name="connsiteY656" fmla="*/ 1140573 h 6858000"/>
              <a:gd name="connsiteX657" fmla="*/ 4002475 w 7467600"/>
              <a:gd name="connsiteY657" fmla="*/ 1037802 h 6858000"/>
              <a:gd name="connsiteX658" fmla="*/ 4000324 w 7467600"/>
              <a:gd name="connsiteY658" fmla="*/ 1039362 h 6858000"/>
              <a:gd name="connsiteX659" fmla="*/ 4002862 w 7467600"/>
              <a:gd name="connsiteY659" fmla="*/ 1042866 h 6858000"/>
              <a:gd name="connsiteX660" fmla="*/ 4002475 w 7467600"/>
              <a:gd name="connsiteY660" fmla="*/ 1037802 h 6858000"/>
              <a:gd name="connsiteX661" fmla="*/ 506322 w 7467600"/>
              <a:gd name="connsiteY661" fmla="*/ 1020997 h 6858000"/>
              <a:gd name="connsiteX662" fmla="*/ 533068 w 7467600"/>
              <a:gd name="connsiteY662" fmla="*/ 1029409 h 6858000"/>
              <a:gd name="connsiteX663" fmla="*/ 1232525 w 7467600"/>
              <a:gd name="connsiteY663" fmla="*/ 1804675 h 6858000"/>
              <a:gd name="connsiteX664" fmla="*/ 1388858 w 7467600"/>
              <a:gd name="connsiteY664" fmla="*/ 2368011 h 6858000"/>
              <a:gd name="connsiteX665" fmla="*/ 1384098 w 7467600"/>
              <a:gd name="connsiteY665" fmla="*/ 2378125 h 6858000"/>
              <a:gd name="connsiteX666" fmla="*/ 1425393 w 7467600"/>
              <a:gd name="connsiteY666" fmla="*/ 2589124 h 6858000"/>
              <a:gd name="connsiteX667" fmla="*/ 1424001 w 7467600"/>
              <a:gd name="connsiteY667" fmla="*/ 2597541 h 6858000"/>
              <a:gd name="connsiteX668" fmla="*/ 2152729 w 7467600"/>
              <a:gd name="connsiteY668" fmla="*/ 2864487 h 6858000"/>
              <a:gd name="connsiteX669" fmla="*/ 2020609 w 7467600"/>
              <a:gd name="connsiteY669" fmla="*/ 2539671 h 6858000"/>
              <a:gd name="connsiteX670" fmla="*/ 2018920 w 7467600"/>
              <a:gd name="connsiteY670" fmla="*/ 2536309 h 6858000"/>
              <a:gd name="connsiteX671" fmla="*/ 1342441 w 7467600"/>
              <a:gd name="connsiteY671" fmla="*/ 1173017 h 6858000"/>
              <a:gd name="connsiteX672" fmla="*/ 1367925 w 7467600"/>
              <a:gd name="connsiteY672" fmla="*/ 1135648 h 6858000"/>
              <a:gd name="connsiteX673" fmla="*/ 1771401 w 7467600"/>
              <a:gd name="connsiteY673" fmla="*/ 1806673 h 6858000"/>
              <a:gd name="connsiteX674" fmla="*/ 1972385 w 7467600"/>
              <a:gd name="connsiteY674" fmla="*/ 2198735 h 6858000"/>
              <a:gd name="connsiteX675" fmla="*/ 2040892 w 7467600"/>
              <a:gd name="connsiteY675" fmla="*/ 2405205 h 6858000"/>
              <a:gd name="connsiteX676" fmla="*/ 2131689 w 7467600"/>
              <a:gd name="connsiteY676" fmla="*/ 1936926 h 6858000"/>
              <a:gd name="connsiteX677" fmla="*/ 2454820 w 7467600"/>
              <a:gd name="connsiteY677" fmla="*/ 1248808 h 6858000"/>
              <a:gd name="connsiteX678" fmla="*/ 2492512 w 7467600"/>
              <a:gd name="connsiteY678" fmla="*/ 1302920 h 6858000"/>
              <a:gd name="connsiteX679" fmla="*/ 2081216 w 7467600"/>
              <a:gd name="connsiteY679" fmla="*/ 2527513 h 6858000"/>
              <a:gd name="connsiteX680" fmla="*/ 2081211 w 7467600"/>
              <a:gd name="connsiteY680" fmla="*/ 2528916 h 6858000"/>
              <a:gd name="connsiteX681" fmla="*/ 2199067 w 7467600"/>
              <a:gd name="connsiteY681" fmla="*/ 2884061 h 6858000"/>
              <a:gd name="connsiteX682" fmla="*/ 3192586 w 7467600"/>
              <a:gd name="connsiteY682" fmla="*/ 3411496 h 6858000"/>
              <a:gd name="connsiteX683" fmla="*/ 3182620 w 7467600"/>
              <a:gd name="connsiteY683" fmla="*/ 3483279 h 6858000"/>
              <a:gd name="connsiteX684" fmla="*/ 2435119 w 7467600"/>
              <a:gd name="connsiteY684" fmla="*/ 3080173 h 6858000"/>
              <a:gd name="connsiteX685" fmla="*/ 2410152 w 7467600"/>
              <a:gd name="connsiteY685" fmla="*/ 3063751 h 6858000"/>
              <a:gd name="connsiteX686" fmla="*/ 2408099 w 7467600"/>
              <a:gd name="connsiteY686" fmla="*/ 3064403 h 6858000"/>
              <a:gd name="connsiteX687" fmla="*/ 2407218 w 7467600"/>
              <a:gd name="connsiteY687" fmla="*/ 3070324 h 6858000"/>
              <a:gd name="connsiteX688" fmla="*/ 2380138 w 7467600"/>
              <a:gd name="connsiteY688" fmla="*/ 3099341 h 6858000"/>
              <a:gd name="connsiteX689" fmla="*/ 1765923 w 7467600"/>
              <a:gd name="connsiteY689" fmla="*/ 3581043 h 6858000"/>
              <a:gd name="connsiteX690" fmla="*/ 1702258 w 7467600"/>
              <a:gd name="connsiteY690" fmla="*/ 3612286 h 6858000"/>
              <a:gd name="connsiteX691" fmla="*/ 1538370 w 7467600"/>
              <a:gd name="connsiteY691" fmla="*/ 3811804 h 6858000"/>
              <a:gd name="connsiteX692" fmla="*/ 542867 w 7467600"/>
              <a:gd name="connsiteY692" fmla="*/ 4944092 h 6858000"/>
              <a:gd name="connsiteX693" fmla="*/ 515800 w 7467600"/>
              <a:gd name="connsiteY693" fmla="*/ 4862180 h 6858000"/>
              <a:gd name="connsiteX694" fmla="*/ 909145 w 7467600"/>
              <a:gd name="connsiteY694" fmla="*/ 4199225 h 6858000"/>
              <a:gd name="connsiteX695" fmla="*/ 1214067 w 7467600"/>
              <a:gd name="connsiteY695" fmla="*/ 3908561 h 6858000"/>
              <a:gd name="connsiteX696" fmla="*/ 640967 w 7467600"/>
              <a:gd name="connsiteY696" fmla="*/ 4105601 h 6858000"/>
              <a:gd name="connsiteX697" fmla="*/ 112563 w 7467600"/>
              <a:gd name="connsiteY697" fmla="*/ 4396952 h 6858000"/>
              <a:gd name="connsiteX698" fmla="*/ 0 w 7467600"/>
              <a:gd name="connsiteY698" fmla="*/ 4466006 h 6858000"/>
              <a:gd name="connsiteX699" fmla="*/ 0 w 7467600"/>
              <a:gd name="connsiteY699" fmla="*/ 4233763 h 6858000"/>
              <a:gd name="connsiteX700" fmla="*/ 36881 w 7467600"/>
              <a:gd name="connsiteY700" fmla="*/ 4200118 h 6858000"/>
              <a:gd name="connsiteX701" fmla="*/ 910534 w 7467600"/>
              <a:gd name="connsiteY701" fmla="*/ 3629753 h 6858000"/>
              <a:gd name="connsiteX702" fmla="*/ 1578717 w 7467600"/>
              <a:gd name="connsiteY702" fmla="*/ 3575982 h 6858000"/>
              <a:gd name="connsiteX703" fmla="*/ 2338780 w 7467600"/>
              <a:gd name="connsiteY703" fmla="*/ 3033725 h 6858000"/>
              <a:gd name="connsiteX704" fmla="*/ 1807991 w 7467600"/>
              <a:gd name="connsiteY704" fmla="*/ 2807184 h 6858000"/>
              <a:gd name="connsiteX705" fmla="*/ 1416358 w 7467600"/>
              <a:gd name="connsiteY705" fmla="*/ 3112571 h 6858000"/>
              <a:gd name="connsiteX706" fmla="*/ 939066 w 7467600"/>
              <a:gd name="connsiteY706" fmla="*/ 3378798 h 6858000"/>
              <a:gd name="connsiteX707" fmla="*/ 115099 w 7467600"/>
              <a:gd name="connsiteY707" fmla="*/ 3607650 h 6858000"/>
              <a:gd name="connsiteX708" fmla="*/ 97284 w 7467600"/>
              <a:gd name="connsiteY708" fmla="*/ 3520393 h 6858000"/>
              <a:gd name="connsiteX709" fmla="*/ 922050 w 7467600"/>
              <a:gd name="connsiteY709" fmla="*/ 3074867 h 6858000"/>
              <a:gd name="connsiteX710" fmla="*/ 1405265 w 7467600"/>
              <a:gd name="connsiteY710" fmla="*/ 3016319 h 6858000"/>
              <a:gd name="connsiteX711" fmla="*/ 1407512 w 7467600"/>
              <a:gd name="connsiteY711" fmla="*/ 3018001 h 6858000"/>
              <a:gd name="connsiteX712" fmla="*/ 1726266 w 7467600"/>
              <a:gd name="connsiteY712" fmla="*/ 2777274 h 6858000"/>
              <a:gd name="connsiteX713" fmla="*/ 625390 w 7467600"/>
              <a:gd name="connsiteY713" fmla="*/ 2514541 h 6858000"/>
              <a:gd name="connsiteX714" fmla="*/ 619799 w 7467600"/>
              <a:gd name="connsiteY714" fmla="*/ 2527180 h 6858000"/>
              <a:gd name="connsiteX715" fmla="*/ 310030 w 7467600"/>
              <a:gd name="connsiteY715" fmla="*/ 2771818 h 6858000"/>
              <a:gd name="connsiteX716" fmla="*/ 173877 w 7467600"/>
              <a:gd name="connsiteY716" fmla="*/ 2937056 h 6858000"/>
              <a:gd name="connsiteX717" fmla="*/ 77889 w 7467600"/>
              <a:gd name="connsiteY717" fmla="*/ 3138440 h 6858000"/>
              <a:gd name="connsiteX718" fmla="*/ 0 w 7467600"/>
              <a:gd name="connsiteY718" fmla="*/ 3271395 h 6858000"/>
              <a:gd name="connsiteX719" fmla="*/ 0 w 7467600"/>
              <a:gd name="connsiteY719" fmla="*/ 3153002 h 6858000"/>
              <a:gd name="connsiteX720" fmla="*/ 2386 w 7467600"/>
              <a:gd name="connsiteY720" fmla="*/ 3149203 h 6858000"/>
              <a:gd name="connsiteX721" fmla="*/ 89753 w 7467600"/>
              <a:gd name="connsiteY721" fmla="*/ 2987702 h 6858000"/>
              <a:gd name="connsiteX722" fmla="*/ 76869 w 7467600"/>
              <a:gd name="connsiteY722" fmla="*/ 3005404 h 6858000"/>
              <a:gd name="connsiteX723" fmla="*/ 32049 w 7467600"/>
              <a:gd name="connsiteY723" fmla="*/ 3065814 h 6858000"/>
              <a:gd name="connsiteX724" fmla="*/ 0 w 7467600"/>
              <a:gd name="connsiteY724" fmla="*/ 3108744 h 6858000"/>
              <a:gd name="connsiteX725" fmla="*/ 0 w 7467600"/>
              <a:gd name="connsiteY725" fmla="*/ 3058059 h 6858000"/>
              <a:gd name="connsiteX726" fmla="*/ 7610 w 7467600"/>
              <a:gd name="connsiteY726" fmla="*/ 3047889 h 6858000"/>
              <a:gd name="connsiteX727" fmla="*/ 52419 w 7467600"/>
              <a:gd name="connsiteY727" fmla="*/ 2987479 h 6858000"/>
              <a:gd name="connsiteX728" fmla="*/ 59142 w 7467600"/>
              <a:gd name="connsiteY728" fmla="*/ 2978488 h 6858000"/>
              <a:gd name="connsiteX729" fmla="*/ 0 w 7467600"/>
              <a:gd name="connsiteY729" fmla="*/ 3015334 h 6858000"/>
              <a:gd name="connsiteX730" fmla="*/ 0 w 7467600"/>
              <a:gd name="connsiteY730" fmla="*/ 2914286 h 6858000"/>
              <a:gd name="connsiteX731" fmla="*/ 36383 w 7467600"/>
              <a:gd name="connsiteY731" fmla="*/ 2901128 h 6858000"/>
              <a:gd name="connsiteX732" fmla="*/ 156329 w 7467600"/>
              <a:gd name="connsiteY732" fmla="*/ 2840533 h 6858000"/>
              <a:gd name="connsiteX733" fmla="*/ 358355 w 7467600"/>
              <a:gd name="connsiteY733" fmla="*/ 2620471 h 6858000"/>
              <a:gd name="connsiteX734" fmla="*/ 510577 w 7467600"/>
              <a:gd name="connsiteY734" fmla="*/ 2501244 h 6858000"/>
              <a:gd name="connsiteX735" fmla="*/ 211967 w 7467600"/>
              <a:gd name="connsiteY735" fmla="*/ 2479171 h 6858000"/>
              <a:gd name="connsiteX736" fmla="*/ 0 w 7467600"/>
              <a:gd name="connsiteY736" fmla="*/ 2476398 h 6858000"/>
              <a:gd name="connsiteX737" fmla="*/ 0 w 7467600"/>
              <a:gd name="connsiteY737" fmla="*/ 2389189 h 6858000"/>
              <a:gd name="connsiteX738" fmla="*/ 103062 w 7467600"/>
              <a:gd name="connsiteY738" fmla="*/ 2389518 h 6858000"/>
              <a:gd name="connsiteX739" fmla="*/ 510734 w 7467600"/>
              <a:gd name="connsiteY739" fmla="*/ 2416201 h 6858000"/>
              <a:gd name="connsiteX740" fmla="*/ 279257 w 7467600"/>
              <a:gd name="connsiteY740" fmla="*/ 2092102 h 6858000"/>
              <a:gd name="connsiteX741" fmla="*/ 65265 w 7467600"/>
              <a:gd name="connsiteY741" fmla="*/ 2006049 h 6858000"/>
              <a:gd name="connsiteX742" fmla="*/ 0 w 7467600"/>
              <a:gd name="connsiteY742" fmla="*/ 1982532 h 6858000"/>
              <a:gd name="connsiteX743" fmla="*/ 0 w 7467600"/>
              <a:gd name="connsiteY743" fmla="*/ 1912789 h 6858000"/>
              <a:gd name="connsiteX744" fmla="*/ 97460 w 7467600"/>
              <a:gd name="connsiteY744" fmla="*/ 1953725 h 6858000"/>
              <a:gd name="connsiteX745" fmla="*/ 221272 w 7467600"/>
              <a:gd name="connsiteY745" fmla="*/ 1980766 h 6858000"/>
              <a:gd name="connsiteX746" fmla="*/ 116765 w 7467600"/>
              <a:gd name="connsiteY746" fmla="*/ 1911033 h 6858000"/>
              <a:gd name="connsiteX747" fmla="*/ 16405 w 7467600"/>
              <a:gd name="connsiteY747" fmla="*/ 1803412 h 6858000"/>
              <a:gd name="connsiteX748" fmla="*/ 0 w 7467600"/>
              <a:gd name="connsiteY748" fmla="*/ 1784777 h 6858000"/>
              <a:gd name="connsiteX749" fmla="*/ 0 w 7467600"/>
              <a:gd name="connsiteY749" fmla="*/ 1740082 h 6858000"/>
              <a:gd name="connsiteX750" fmla="*/ 39394 w 7467600"/>
              <a:gd name="connsiteY750" fmla="*/ 1784856 h 6858000"/>
              <a:gd name="connsiteX751" fmla="*/ 135813 w 7467600"/>
              <a:gd name="connsiteY751" fmla="*/ 1888838 h 6858000"/>
              <a:gd name="connsiteX752" fmla="*/ 242575 w 7467600"/>
              <a:gd name="connsiteY752" fmla="*/ 1958841 h 6858000"/>
              <a:gd name="connsiteX753" fmla="*/ 82197 w 7467600"/>
              <a:gd name="connsiteY753" fmla="*/ 1754826 h 6858000"/>
              <a:gd name="connsiteX754" fmla="*/ 0 w 7467600"/>
              <a:gd name="connsiteY754" fmla="*/ 1679650 h 6858000"/>
              <a:gd name="connsiteX755" fmla="*/ 0 w 7467600"/>
              <a:gd name="connsiteY755" fmla="*/ 1602463 h 6858000"/>
              <a:gd name="connsiteX756" fmla="*/ 84689 w 7467600"/>
              <a:gd name="connsiteY756" fmla="*/ 1677442 h 6858000"/>
              <a:gd name="connsiteX757" fmla="*/ 298437 w 7467600"/>
              <a:gd name="connsiteY757" fmla="*/ 1968019 h 6858000"/>
              <a:gd name="connsiteX758" fmla="*/ 227269 w 7467600"/>
              <a:gd name="connsiteY758" fmla="*/ 1114064 h 6858000"/>
              <a:gd name="connsiteX759" fmla="*/ 248003 w 7467600"/>
              <a:gd name="connsiteY759" fmla="*/ 1089613 h 6858000"/>
              <a:gd name="connsiteX760" fmla="*/ 427020 w 7467600"/>
              <a:gd name="connsiteY760" fmla="*/ 1619803 h 6858000"/>
              <a:gd name="connsiteX761" fmla="*/ 340345 w 7467600"/>
              <a:gd name="connsiteY761" fmla="*/ 2027739 h 6858000"/>
              <a:gd name="connsiteX762" fmla="*/ 360865 w 7467600"/>
              <a:gd name="connsiteY762" fmla="*/ 2044827 h 6858000"/>
              <a:gd name="connsiteX763" fmla="*/ 560414 w 7467600"/>
              <a:gd name="connsiteY763" fmla="*/ 2421457 h 6858000"/>
              <a:gd name="connsiteX764" fmla="*/ 1359703 w 7467600"/>
              <a:gd name="connsiteY764" fmla="*/ 2578554 h 6858000"/>
              <a:gd name="connsiteX765" fmla="*/ 1359422 w 7467600"/>
              <a:gd name="connsiteY765" fmla="*/ 2577994 h 6858000"/>
              <a:gd name="connsiteX766" fmla="*/ 828701 w 7467600"/>
              <a:gd name="connsiteY766" fmla="*/ 1839520 h 6858000"/>
              <a:gd name="connsiteX767" fmla="*/ 494427 w 7467600"/>
              <a:gd name="connsiteY767" fmla="*/ 1092333 h 6858000"/>
              <a:gd name="connsiteX768" fmla="*/ 506322 w 7467600"/>
              <a:gd name="connsiteY768" fmla="*/ 1020997 h 6858000"/>
              <a:gd name="connsiteX769" fmla="*/ 4570198 w 7467600"/>
              <a:gd name="connsiteY769" fmla="*/ 978081 h 6858000"/>
              <a:gd name="connsiteX770" fmla="*/ 4523691 w 7467600"/>
              <a:gd name="connsiteY770" fmla="*/ 1127776 h 6858000"/>
              <a:gd name="connsiteX771" fmla="*/ 4509875 w 7467600"/>
              <a:gd name="connsiteY771" fmla="*/ 1167552 h 6858000"/>
              <a:gd name="connsiteX772" fmla="*/ 4478168 w 7467600"/>
              <a:gd name="connsiteY772" fmla="*/ 1260735 h 6858000"/>
              <a:gd name="connsiteX773" fmla="*/ 4409309 w 7467600"/>
              <a:gd name="connsiteY773" fmla="*/ 1666996 h 6858000"/>
              <a:gd name="connsiteX774" fmla="*/ 4370031 w 7467600"/>
              <a:gd name="connsiteY774" fmla="*/ 1955666 h 6858000"/>
              <a:gd name="connsiteX775" fmla="*/ 4570198 w 7467600"/>
              <a:gd name="connsiteY775" fmla="*/ 978081 h 6858000"/>
              <a:gd name="connsiteX776" fmla="*/ 4557898 w 7467600"/>
              <a:gd name="connsiteY776" fmla="*/ 900011 h 6858000"/>
              <a:gd name="connsiteX777" fmla="*/ 4344840 w 7467600"/>
              <a:gd name="connsiteY777" fmla="*/ 1922038 h 6858000"/>
              <a:gd name="connsiteX778" fmla="*/ 4378710 w 7467600"/>
              <a:gd name="connsiteY778" fmla="*/ 1665516 h 6858000"/>
              <a:gd name="connsiteX779" fmla="*/ 4448798 w 7467600"/>
              <a:gd name="connsiteY779" fmla="*/ 1253024 h 6858000"/>
              <a:gd name="connsiteX780" fmla="*/ 4480315 w 7467600"/>
              <a:gd name="connsiteY780" fmla="*/ 1158454 h 6858000"/>
              <a:gd name="connsiteX781" fmla="*/ 4494133 w 7467600"/>
              <a:gd name="connsiteY781" fmla="*/ 1118676 h 6858000"/>
              <a:gd name="connsiteX782" fmla="*/ 4557898 w 7467600"/>
              <a:gd name="connsiteY782" fmla="*/ 900011 h 6858000"/>
              <a:gd name="connsiteX783" fmla="*/ 5870151 w 7467600"/>
              <a:gd name="connsiteY783" fmla="*/ 898890 h 6858000"/>
              <a:gd name="connsiteX784" fmla="*/ 5861335 w 7467600"/>
              <a:gd name="connsiteY784" fmla="*/ 899177 h 6858000"/>
              <a:gd name="connsiteX785" fmla="*/ 5843702 w 7467600"/>
              <a:gd name="connsiteY785" fmla="*/ 899748 h 6858000"/>
              <a:gd name="connsiteX786" fmla="*/ 5651107 w 7467600"/>
              <a:gd name="connsiteY786" fmla="*/ 920306 h 6858000"/>
              <a:gd name="connsiteX787" fmla="*/ 5459407 w 7467600"/>
              <a:gd name="connsiteY787" fmla="*/ 940975 h 6858000"/>
              <a:gd name="connsiteX788" fmla="*/ 5374846 w 7467600"/>
              <a:gd name="connsiteY788" fmla="*/ 941988 h 6858000"/>
              <a:gd name="connsiteX789" fmla="*/ 5256105 w 7467600"/>
              <a:gd name="connsiteY789" fmla="*/ 945632 h 6858000"/>
              <a:gd name="connsiteX790" fmla="*/ 5107071 w 7467600"/>
              <a:gd name="connsiteY790" fmla="*/ 969720 h 6858000"/>
              <a:gd name="connsiteX791" fmla="*/ 4998681 w 7467600"/>
              <a:gd name="connsiteY791" fmla="*/ 988771 h 6858000"/>
              <a:gd name="connsiteX792" fmla="*/ 5870151 w 7467600"/>
              <a:gd name="connsiteY792" fmla="*/ 898890 h 6858000"/>
              <a:gd name="connsiteX793" fmla="*/ 5504425 w 7467600"/>
              <a:gd name="connsiteY793" fmla="*/ 848067 h 6858000"/>
              <a:gd name="connsiteX794" fmla="*/ 4968849 w 7467600"/>
              <a:gd name="connsiteY794" fmla="*/ 962318 h 6858000"/>
              <a:gd name="connsiteX795" fmla="*/ 5104039 w 7467600"/>
              <a:gd name="connsiteY795" fmla="*/ 940634 h 6858000"/>
              <a:gd name="connsiteX796" fmla="*/ 5256311 w 7467600"/>
              <a:gd name="connsiteY796" fmla="*/ 916490 h 6858000"/>
              <a:gd name="connsiteX797" fmla="*/ 5377381 w 7467600"/>
              <a:gd name="connsiteY797" fmla="*/ 912671 h 6858000"/>
              <a:gd name="connsiteX798" fmla="*/ 5460148 w 7467600"/>
              <a:gd name="connsiteY798" fmla="*/ 911442 h 6858000"/>
              <a:gd name="connsiteX799" fmla="*/ 5648971 w 7467600"/>
              <a:gd name="connsiteY799" fmla="*/ 891331 h 6858000"/>
              <a:gd name="connsiteX800" fmla="*/ 5844807 w 7467600"/>
              <a:gd name="connsiteY800" fmla="*/ 870718 h 6858000"/>
              <a:gd name="connsiteX801" fmla="*/ 5862975 w 7467600"/>
              <a:gd name="connsiteY801" fmla="*/ 869756 h 6858000"/>
              <a:gd name="connsiteX802" fmla="*/ 5920887 w 7467600"/>
              <a:gd name="connsiteY802" fmla="*/ 865929 h 6858000"/>
              <a:gd name="connsiteX803" fmla="*/ 5504425 w 7467600"/>
              <a:gd name="connsiteY803" fmla="*/ 848067 h 6858000"/>
              <a:gd name="connsiteX804" fmla="*/ 3607114 w 7467600"/>
              <a:gd name="connsiteY804" fmla="*/ 467441 h 6858000"/>
              <a:gd name="connsiteX805" fmla="*/ 3296242 w 7467600"/>
              <a:gd name="connsiteY805" fmla="*/ 807991 h 6858000"/>
              <a:gd name="connsiteX806" fmla="*/ 3174674 w 7467600"/>
              <a:gd name="connsiteY806" fmla="*/ 919759 h 6858000"/>
              <a:gd name="connsiteX807" fmla="*/ 3042978 w 7467600"/>
              <a:gd name="connsiteY807" fmla="*/ 1054894 h 6858000"/>
              <a:gd name="connsiteX808" fmla="*/ 2968914 w 7467600"/>
              <a:gd name="connsiteY808" fmla="*/ 1133756 h 6858000"/>
              <a:gd name="connsiteX809" fmla="*/ 3103823 w 7467600"/>
              <a:gd name="connsiteY809" fmla="*/ 1026814 h 6858000"/>
              <a:gd name="connsiteX810" fmla="*/ 3607114 w 7467600"/>
              <a:gd name="connsiteY810" fmla="*/ 467441 h 6858000"/>
              <a:gd name="connsiteX811" fmla="*/ 3744487 w 7467600"/>
              <a:gd name="connsiteY811" fmla="*/ 383136 h 6858000"/>
              <a:gd name="connsiteX812" fmla="*/ 3970213 w 7467600"/>
              <a:gd name="connsiteY812" fmla="*/ 995559 h 6858000"/>
              <a:gd name="connsiteX813" fmla="*/ 3744487 w 7467600"/>
              <a:gd name="connsiteY813" fmla="*/ 383136 h 6858000"/>
              <a:gd name="connsiteX814" fmla="*/ 3624562 w 7467600"/>
              <a:gd name="connsiteY814" fmla="*/ 367041 h 6858000"/>
              <a:gd name="connsiteX815" fmla="*/ 3489712 w 7467600"/>
              <a:gd name="connsiteY815" fmla="*/ 485386 h 6858000"/>
              <a:gd name="connsiteX816" fmla="*/ 3182994 w 7467600"/>
              <a:gd name="connsiteY816" fmla="*/ 828265 h 6858000"/>
              <a:gd name="connsiteX817" fmla="*/ 2892114 w 7467600"/>
              <a:gd name="connsiteY817" fmla="*/ 1172635 h 6858000"/>
              <a:gd name="connsiteX818" fmla="*/ 3021459 w 7467600"/>
              <a:gd name="connsiteY818" fmla="*/ 1035385 h 6858000"/>
              <a:gd name="connsiteX819" fmla="*/ 3153873 w 7467600"/>
              <a:gd name="connsiteY819" fmla="*/ 898971 h 6858000"/>
              <a:gd name="connsiteX820" fmla="*/ 3276511 w 7467600"/>
              <a:gd name="connsiteY820" fmla="*/ 786423 h 6858000"/>
              <a:gd name="connsiteX821" fmla="*/ 3584154 w 7467600"/>
              <a:gd name="connsiteY821" fmla="*/ 448218 h 6858000"/>
              <a:gd name="connsiteX822" fmla="*/ 3624562 w 7467600"/>
              <a:gd name="connsiteY822" fmla="*/ 367041 h 6858000"/>
              <a:gd name="connsiteX823" fmla="*/ 3766672 w 7467600"/>
              <a:gd name="connsiteY823" fmla="*/ 359429 h 6858000"/>
              <a:gd name="connsiteX824" fmla="*/ 3996338 w 7467600"/>
              <a:gd name="connsiteY824" fmla="*/ 968237 h 6858000"/>
              <a:gd name="connsiteX825" fmla="*/ 3766672 w 7467600"/>
              <a:gd name="connsiteY825" fmla="*/ 359429 h 6858000"/>
              <a:gd name="connsiteX826" fmla="*/ 5805386 w 7467600"/>
              <a:gd name="connsiteY826" fmla="*/ 239240 h 6858000"/>
              <a:gd name="connsiteX827" fmla="*/ 5736947 w 7467600"/>
              <a:gd name="connsiteY827" fmla="*/ 261367 h 6858000"/>
              <a:gd name="connsiteX828" fmla="*/ 5427012 w 7467600"/>
              <a:gd name="connsiteY828" fmla="*/ 311272 h 6858000"/>
              <a:gd name="connsiteX829" fmla="*/ 5147818 w 7467600"/>
              <a:gd name="connsiteY829" fmla="*/ 322112 h 6858000"/>
              <a:gd name="connsiteX830" fmla="*/ 5060854 w 7467600"/>
              <a:gd name="connsiteY830" fmla="*/ 311882 h 6858000"/>
              <a:gd name="connsiteX831" fmla="*/ 4945989 w 7467600"/>
              <a:gd name="connsiteY831" fmla="*/ 300516 h 6858000"/>
              <a:gd name="connsiteX832" fmla="*/ 5410479 w 7467600"/>
              <a:gd name="connsiteY832" fmla="*/ 348434 h 6858000"/>
              <a:gd name="connsiteX833" fmla="*/ 5805386 w 7467600"/>
              <a:gd name="connsiteY833" fmla="*/ 239240 h 6858000"/>
              <a:gd name="connsiteX834" fmla="*/ 7467600 w 7467600"/>
              <a:gd name="connsiteY834" fmla="*/ 163142 h 6858000"/>
              <a:gd name="connsiteX835" fmla="*/ 7467600 w 7467600"/>
              <a:gd name="connsiteY835" fmla="*/ 789215 h 6858000"/>
              <a:gd name="connsiteX836" fmla="*/ 7451412 w 7467600"/>
              <a:gd name="connsiteY836" fmla="*/ 799572 h 6858000"/>
              <a:gd name="connsiteX837" fmla="*/ 7419999 w 7467600"/>
              <a:gd name="connsiteY837" fmla="*/ 774360 h 6858000"/>
              <a:gd name="connsiteX838" fmla="*/ 7429067 w 7467600"/>
              <a:gd name="connsiteY838" fmla="*/ 402737 h 6858000"/>
              <a:gd name="connsiteX839" fmla="*/ 5905192 w 7467600"/>
              <a:gd name="connsiteY839" fmla="*/ 163079 h 6858000"/>
              <a:gd name="connsiteX840" fmla="*/ 5865655 w 7467600"/>
              <a:gd name="connsiteY840" fmla="*/ 171901 h 6858000"/>
              <a:gd name="connsiteX841" fmla="*/ 5259740 w 7467600"/>
              <a:gd name="connsiteY841" fmla="*/ 257013 h 6858000"/>
              <a:gd name="connsiteX842" fmla="*/ 5208466 w 7467600"/>
              <a:gd name="connsiteY842" fmla="*/ 257550 h 6858000"/>
              <a:gd name="connsiteX843" fmla="*/ 4980204 w 7467600"/>
              <a:gd name="connsiteY843" fmla="*/ 271903 h 6858000"/>
              <a:gd name="connsiteX844" fmla="*/ 5068068 w 7467600"/>
              <a:gd name="connsiteY844" fmla="*/ 282244 h 6858000"/>
              <a:gd name="connsiteX845" fmla="*/ 5153231 w 7467600"/>
              <a:gd name="connsiteY845" fmla="*/ 292240 h 6858000"/>
              <a:gd name="connsiteX846" fmla="*/ 5426491 w 7467600"/>
              <a:gd name="connsiteY846" fmla="*/ 281128 h 6858000"/>
              <a:gd name="connsiteX847" fmla="*/ 5731212 w 7467600"/>
              <a:gd name="connsiteY847" fmla="*/ 231951 h 6858000"/>
              <a:gd name="connsiteX848" fmla="*/ 5905192 w 7467600"/>
              <a:gd name="connsiteY848" fmla="*/ 163079 h 6858000"/>
              <a:gd name="connsiteX849" fmla="*/ 5944437 w 7467600"/>
              <a:gd name="connsiteY849" fmla="*/ 113829 h 6858000"/>
              <a:gd name="connsiteX850" fmla="*/ 5825032 w 7467600"/>
              <a:gd name="connsiteY850" fmla="*/ 146405 h 6858000"/>
              <a:gd name="connsiteX851" fmla="*/ 4955599 w 7467600"/>
              <a:gd name="connsiteY851" fmla="*/ 247008 h 6858000"/>
              <a:gd name="connsiteX852" fmla="*/ 5210104 w 7467600"/>
              <a:gd name="connsiteY852" fmla="*/ 228123 h 6858000"/>
              <a:gd name="connsiteX853" fmla="*/ 5261015 w 7467600"/>
              <a:gd name="connsiteY853" fmla="*/ 227087 h 6858000"/>
              <a:gd name="connsiteX854" fmla="*/ 5861181 w 7467600"/>
              <a:gd name="connsiteY854" fmla="*/ 143093 h 6858000"/>
              <a:gd name="connsiteX855" fmla="*/ 5961252 w 7467600"/>
              <a:gd name="connsiteY855" fmla="*/ 114820 h 6858000"/>
              <a:gd name="connsiteX856" fmla="*/ 5944437 w 7467600"/>
              <a:gd name="connsiteY856" fmla="*/ 113829 h 6858000"/>
              <a:gd name="connsiteX857" fmla="*/ 3882765 w 7467600"/>
              <a:gd name="connsiteY857" fmla="*/ 0 h 6858000"/>
              <a:gd name="connsiteX858" fmla="*/ 3995099 w 7467600"/>
              <a:gd name="connsiteY858" fmla="*/ 0 h 6858000"/>
              <a:gd name="connsiteX859" fmla="*/ 4163818 w 7467600"/>
              <a:gd name="connsiteY859" fmla="*/ 234104 h 6858000"/>
              <a:gd name="connsiteX860" fmla="*/ 4172099 w 7467600"/>
              <a:gd name="connsiteY860" fmla="*/ 234207 h 6858000"/>
              <a:gd name="connsiteX861" fmla="*/ 4784282 w 7467600"/>
              <a:gd name="connsiteY861" fmla="*/ 276561 h 6858000"/>
              <a:gd name="connsiteX862" fmla="*/ 4801687 w 7467600"/>
              <a:gd name="connsiteY862" fmla="*/ 267764 h 6858000"/>
              <a:gd name="connsiteX863" fmla="*/ 6082788 w 7467600"/>
              <a:gd name="connsiteY863" fmla="*/ 64119 h 6858000"/>
              <a:gd name="connsiteX864" fmla="*/ 6099442 w 7467600"/>
              <a:gd name="connsiteY864" fmla="*/ 82568 h 6858000"/>
              <a:gd name="connsiteX865" fmla="*/ 4804137 w 7467600"/>
              <a:gd name="connsiteY865" fmla="*/ 320931 h 6858000"/>
              <a:gd name="connsiteX866" fmla="*/ 4227047 w 7467600"/>
              <a:gd name="connsiteY866" fmla="*/ 313415 h 6858000"/>
              <a:gd name="connsiteX867" fmla="*/ 4346041 w 7467600"/>
              <a:gd name="connsiteY867" fmla="*/ 456086 h 6858000"/>
              <a:gd name="connsiteX868" fmla="*/ 4870967 w 7467600"/>
              <a:gd name="connsiteY868" fmla="*/ 963061 h 6858000"/>
              <a:gd name="connsiteX869" fmla="*/ 4889647 w 7467600"/>
              <a:gd name="connsiteY869" fmla="*/ 957147 h 6858000"/>
              <a:gd name="connsiteX870" fmla="*/ 5422504 w 7467600"/>
              <a:gd name="connsiteY870" fmla="*/ 805191 h 6858000"/>
              <a:gd name="connsiteX871" fmla="*/ 6087656 w 7467600"/>
              <a:gd name="connsiteY871" fmla="*/ 826703 h 6858000"/>
              <a:gd name="connsiteX872" fmla="*/ 6058717 w 7467600"/>
              <a:gd name="connsiteY872" fmla="*/ 865992 h 6858000"/>
              <a:gd name="connsiteX873" fmla="*/ 4974153 w 7467600"/>
              <a:gd name="connsiteY873" fmla="*/ 1045456 h 6858000"/>
              <a:gd name="connsiteX874" fmla="*/ 5627835 w 7467600"/>
              <a:gd name="connsiteY874" fmla="*/ 1472077 h 6858000"/>
              <a:gd name="connsiteX875" fmla="*/ 5629817 w 7467600"/>
              <a:gd name="connsiteY875" fmla="*/ 1471412 h 6858000"/>
              <a:gd name="connsiteX876" fmla="*/ 5634124 w 7467600"/>
              <a:gd name="connsiteY876" fmla="*/ 1470572 h 6858000"/>
              <a:gd name="connsiteX877" fmla="*/ 5755832 w 7467600"/>
              <a:gd name="connsiteY877" fmla="*/ 1383886 h 6858000"/>
              <a:gd name="connsiteX878" fmla="*/ 6014186 w 7467600"/>
              <a:gd name="connsiteY878" fmla="*/ 1279799 h 6858000"/>
              <a:gd name="connsiteX879" fmla="*/ 6901619 w 7467600"/>
              <a:gd name="connsiteY879" fmla="*/ 1047874 h 6858000"/>
              <a:gd name="connsiteX880" fmla="*/ 6931566 w 7467600"/>
              <a:gd name="connsiteY880" fmla="*/ 1062034 h 6858000"/>
              <a:gd name="connsiteX881" fmla="*/ 5790982 w 7467600"/>
              <a:gd name="connsiteY881" fmla="*/ 1561380 h 6858000"/>
              <a:gd name="connsiteX882" fmla="*/ 6188971 w 7467600"/>
              <a:gd name="connsiteY882" fmla="*/ 1755168 h 6858000"/>
              <a:gd name="connsiteX883" fmla="*/ 6202446 w 7467600"/>
              <a:gd name="connsiteY883" fmla="*/ 1752268 h 6858000"/>
              <a:gd name="connsiteX884" fmla="*/ 7179560 w 7467600"/>
              <a:gd name="connsiteY884" fmla="*/ 1467551 h 6858000"/>
              <a:gd name="connsiteX885" fmla="*/ 7158730 w 7467600"/>
              <a:gd name="connsiteY885" fmla="*/ 1507835 h 6858000"/>
              <a:gd name="connsiteX886" fmla="*/ 6326959 w 7467600"/>
              <a:gd name="connsiteY886" fmla="*/ 1817686 h 6858000"/>
              <a:gd name="connsiteX887" fmla="*/ 6537433 w 7467600"/>
              <a:gd name="connsiteY887" fmla="*/ 1907790 h 6858000"/>
              <a:gd name="connsiteX888" fmla="*/ 6550221 w 7467600"/>
              <a:gd name="connsiteY888" fmla="*/ 1910729 h 6858000"/>
              <a:gd name="connsiteX889" fmla="*/ 6964438 w 7467600"/>
              <a:gd name="connsiteY889" fmla="*/ 2209505 h 6858000"/>
              <a:gd name="connsiteX890" fmla="*/ 7367862 w 7467600"/>
              <a:gd name="connsiteY890" fmla="*/ 2806833 h 6858000"/>
              <a:gd name="connsiteX891" fmla="*/ 7364329 w 7467600"/>
              <a:gd name="connsiteY891" fmla="*/ 2826907 h 6858000"/>
              <a:gd name="connsiteX892" fmla="*/ 7290545 w 7467600"/>
              <a:gd name="connsiteY892" fmla="*/ 2850663 h 6858000"/>
              <a:gd name="connsiteX893" fmla="*/ 6472036 w 7467600"/>
              <a:gd name="connsiteY893" fmla="*/ 1959003 h 6858000"/>
              <a:gd name="connsiteX894" fmla="*/ 5792897 w 7467600"/>
              <a:gd name="connsiteY894" fmla="*/ 1647747 h 6858000"/>
              <a:gd name="connsiteX895" fmla="*/ 5842751 w 7467600"/>
              <a:gd name="connsiteY895" fmla="*/ 1816112 h 6858000"/>
              <a:gd name="connsiteX896" fmla="*/ 5847424 w 7467600"/>
              <a:gd name="connsiteY896" fmla="*/ 1815776 h 6858000"/>
              <a:gd name="connsiteX897" fmla="*/ 6399821 w 7467600"/>
              <a:gd name="connsiteY897" fmla="*/ 2344799 h 6858000"/>
              <a:gd name="connsiteX898" fmla="*/ 6323232 w 7467600"/>
              <a:gd name="connsiteY898" fmla="*/ 2389634 h 6858000"/>
              <a:gd name="connsiteX899" fmla="*/ 5942958 w 7467600"/>
              <a:gd name="connsiteY899" fmla="*/ 2077708 h 6858000"/>
              <a:gd name="connsiteX900" fmla="*/ 5921559 w 7467600"/>
              <a:gd name="connsiteY900" fmla="*/ 2378596 h 6858000"/>
              <a:gd name="connsiteX901" fmla="*/ 5817651 w 7467600"/>
              <a:gd name="connsiteY901" fmla="*/ 3023919 h 6858000"/>
              <a:gd name="connsiteX902" fmla="*/ 5729634 w 7467600"/>
              <a:gd name="connsiteY902" fmla="*/ 3051849 h 6858000"/>
              <a:gd name="connsiteX903" fmla="*/ 5611018 w 7467600"/>
              <a:gd name="connsiteY903" fmla="*/ 2316769 h 6858000"/>
              <a:gd name="connsiteX904" fmla="*/ 5687608 w 7467600"/>
              <a:gd name="connsiteY904" fmla="*/ 2039972 h 6858000"/>
              <a:gd name="connsiteX905" fmla="*/ 5657554 w 7467600"/>
              <a:gd name="connsiteY905" fmla="*/ 1576445 h 6858000"/>
              <a:gd name="connsiteX906" fmla="*/ 5150475 w 7467600"/>
              <a:gd name="connsiteY906" fmla="*/ 1274012 h 6858000"/>
              <a:gd name="connsiteX907" fmla="*/ 5349142 w 7467600"/>
              <a:gd name="connsiteY907" fmla="*/ 2204405 h 6858000"/>
              <a:gd name="connsiteX908" fmla="*/ 5262214 w 7467600"/>
              <a:gd name="connsiteY908" fmla="*/ 2233836 h 6858000"/>
              <a:gd name="connsiteX909" fmla="*/ 4981539 w 7467600"/>
              <a:gd name="connsiteY909" fmla="*/ 1542201 h 6858000"/>
              <a:gd name="connsiteX910" fmla="*/ 4958461 w 7467600"/>
              <a:gd name="connsiteY910" fmla="*/ 1136957 h 6858000"/>
              <a:gd name="connsiteX911" fmla="*/ 4655015 w 7467600"/>
              <a:gd name="connsiteY911" fmla="*/ 891426 h 6858000"/>
              <a:gd name="connsiteX912" fmla="*/ 4348002 w 7467600"/>
              <a:gd name="connsiteY912" fmla="*/ 2205895 h 6858000"/>
              <a:gd name="connsiteX913" fmla="*/ 4262250 w 7467600"/>
              <a:gd name="connsiteY913" fmla="*/ 2219972 h 6858000"/>
              <a:gd name="connsiteX914" fmla="*/ 4550611 w 7467600"/>
              <a:gd name="connsiteY914" fmla="*/ 817540 h 6858000"/>
              <a:gd name="connsiteX915" fmla="*/ 4564418 w 7467600"/>
              <a:gd name="connsiteY915" fmla="*/ 808293 h 6858000"/>
              <a:gd name="connsiteX916" fmla="*/ 4266388 w 7467600"/>
              <a:gd name="connsiteY916" fmla="*/ 500083 h 6858000"/>
              <a:gd name="connsiteX917" fmla="*/ 4032842 w 7467600"/>
              <a:gd name="connsiteY917" fmla="*/ 211809 h 6858000"/>
              <a:gd name="connsiteX918" fmla="*/ 3721337 w 7467600"/>
              <a:gd name="connsiteY918" fmla="*/ 0 h 6858000"/>
              <a:gd name="connsiteX919" fmla="*/ 3797544 w 7467600"/>
              <a:gd name="connsiteY919" fmla="*/ 0 h 6858000"/>
              <a:gd name="connsiteX920" fmla="*/ 3775734 w 7467600"/>
              <a:gd name="connsiteY920" fmla="*/ 95131 h 6858000"/>
              <a:gd name="connsiteX921" fmla="*/ 3724807 w 7467600"/>
              <a:gd name="connsiteY921" fmla="*/ 272257 h 6858000"/>
              <a:gd name="connsiteX922" fmla="*/ 3726844 w 7467600"/>
              <a:gd name="connsiteY922" fmla="*/ 282988 h 6858000"/>
              <a:gd name="connsiteX923" fmla="*/ 3742664 w 7467600"/>
              <a:gd name="connsiteY923" fmla="*/ 279918 h 6858000"/>
              <a:gd name="connsiteX924" fmla="*/ 4103910 w 7467600"/>
              <a:gd name="connsiteY924" fmla="*/ 1161917 h 6858000"/>
              <a:gd name="connsiteX925" fmla="*/ 4020269 w 7467600"/>
              <a:gd name="connsiteY925" fmla="*/ 1200406 h 6858000"/>
              <a:gd name="connsiteX926" fmla="*/ 3674882 w 7467600"/>
              <a:gd name="connsiteY926" fmla="*/ 488524 h 6858000"/>
              <a:gd name="connsiteX927" fmla="*/ 3132682 w 7467600"/>
              <a:gd name="connsiteY927" fmla="*/ 1072284 h 6858000"/>
              <a:gd name="connsiteX928" fmla="*/ 2716346 w 7467600"/>
              <a:gd name="connsiteY928" fmla="*/ 1276376 h 6858000"/>
              <a:gd name="connsiteX929" fmla="*/ 2716772 w 7467600"/>
              <a:gd name="connsiteY929" fmla="*/ 1255462 h 6858000"/>
              <a:gd name="connsiteX930" fmla="*/ 3471096 w 7467600"/>
              <a:gd name="connsiteY930" fmla="*/ 437072 h 6858000"/>
              <a:gd name="connsiteX931" fmla="*/ 3639057 w 7467600"/>
              <a:gd name="connsiteY931" fmla="*/ 286334 h 6858000"/>
              <a:gd name="connsiteX932" fmla="*/ 3640309 w 7467600"/>
              <a:gd name="connsiteY932" fmla="*/ 284664 h 6858000"/>
              <a:gd name="connsiteX933" fmla="*/ 3646022 w 7467600"/>
              <a:gd name="connsiteY933" fmla="*/ 276711 h 6858000"/>
              <a:gd name="connsiteX934" fmla="*/ 3707943 w 7467600"/>
              <a:gd name="connsiteY934" fmla="*/ 65958 h 6858000"/>
              <a:gd name="connsiteX935" fmla="*/ 2867960 w 7467600"/>
              <a:gd name="connsiteY935" fmla="*/ 0 h 6858000"/>
              <a:gd name="connsiteX936" fmla="*/ 2926351 w 7467600"/>
              <a:gd name="connsiteY936" fmla="*/ 0 h 6858000"/>
              <a:gd name="connsiteX937" fmla="*/ 2902823 w 7467600"/>
              <a:gd name="connsiteY937" fmla="*/ 262929 h 6858000"/>
              <a:gd name="connsiteX938" fmla="*/ 2940663 w 7467600"/>
              <a:gd name="connsiteY938" fmla="*/ 140884 h 6858000"/>
              <a:gd name="connsiteX939" fmla="*/ 2947039 w 7467600"/>
              <a:gd name="connsiteY939" fmla="*/ 122524 h 6858000"/>
              <a:gd name="connsiteX940" fmla="*/ 2984316 w 7467600"/>
              <a:gd name="connsiteY940" fmla="*/ 0 h 6858000"/>
              <a:gd name="connsiteX941" fmla="*/ 3016114 w 7467600"/>
              <a:gd name="connsiteY941" fmla="*/ 0 h 6858000"/>
              <a:gd name="connsiteX942" fmla="*/ 2979949 w 7467600"/>
              <a:gd name="connsiteY942" fmla="*/ 119274 h 6858000"/>
              <a:gd name="connsiteX943" fmla="*/ 3023879 w 7467600"/>
              <a:gd name="connsiteY943" fmla="*/ 0 h 6858000"/>
              <a:gd name="connsiteX944" fmla="*/ 3105400 w 7467600"/>
              <a:gd name="connsiteY944" fmla="*/ 0 h 6858000"/>
              <a:gd name="connsiteX945" fmla="*/ 3094669 w 7467600"/>
              <a:gd name="connsiteY945" fmla="*/ 30308 h 6858000"/>
              <a:gd name="connsiteX946" fmla="*/ 2901945 w 7467600"/>
              <a:gd name="connsiteY946" fmla="*/ 466538 h 6858000"/>
              <a:gd name="connsiteX947" fmla="*/ 2815209 w 7467600"/>
              <a:gd name="connsiteY947" fmla="*/ 497361 h 6858000"/>
              <a:gd name="connsiteX948" fmla="*/ 2844845 w 7467600"/>
              <a:gd name="connsiteY948" fmla="*/ 127638 h 6858000"/>
              <a:gd name="connsiteX949" fmla="*/ 1057230 w 7467600"/>
              <a:gd name="connsiteY949" fmla="*/ 0 h 6858000"/>
              <a:gd name="connsiteX950" fmla="*/ 1111003 w 7467600"/>
              <a:gd name="connsiteY950" fmla="*/ 0 h 6858000"/>
              <a:gd name="connsiteX951" fmla="*/ 1125553 w 7467600"/>
              <a:gd name="connsiteY951" fmla="*/ 52588 h 6858000"/>
              <a:gd name="connsiteX952" fmla="*/ 1304276 w 7467600"/>
              <a:gd name="connsiteY952" fmla="*/ 476275 h 6858000"/>
              <a:gd name="connsiteX953" fmla="*/ 1492066 w 7467600"/>
              <a:gd name="connsiteY953" fmla="*/ 886333 h 6858000"/>
              <a:gd name="connsiteX954" fmla="*/ 1423698 w 7467600"/>
              <a:gd name="connsiteY954" fmla="*/ 710817 h 6858000"/>
              <a:gd name="connsiteX955" fmla="*/ 1357609 w 7467600"/>
              <a:gd name="connsiteY955" fmla="*/ 532892 h 6858000"/>
              <a:gd name="connsiteX956" fmla="*/ 1309550 w 7467600"/>
              <a:gd name="connsiteY956" fmla="*/ 374031 h 6858000"/>
              <a:gd name="connsiteX957" fmla="*/ 1193673 w 7467600"/>
              <a:gd name="connsiteY957" fmla="*/ 49533 h 6858000"/>
              <a:gd name="connsiteX958" fmla="*/ 1164391 w 7467600"/>
              <a:gd name="connsiteY958" fmla="*/ 0 h 6858000"/>
              <a:gd name="connsiteX959" fmla="*/ 1200666 w 7467600"/>
              <a:gd name="connsiteY959" fmla="*/ 0 h 6858000"/>
              <a:gd name="connsiteX960" fmla="*/ 1223408 w 7467600"/>
              <a:gd name="connsiteY960" fmla="*/ 38996 h 6858000"/>
              <a:gd name="connsiteX961" fmla="*/ 1339635 w 7467600"/>
              <a:gd name="connsiteY961" fmla="*/ 365517 h 6858000"/>
              <a:gd name="connsiteX962" fmla="*/ 1387469 w 7467600"/>
              <a:gd name="connsiteY962" fmla="*/ 523079 h 6858000"/>
              <a:gd name="connsiteX963" fmla="*/ 1452685 w 7467600"/>
              <a:gd name="connsiteY963" fmla="*/ 699806 h 6858000"/>
              <a:gd name="connsiteX964" fmla="*/ 1492092 w 7467600"/>
              <a:gd name="connsiteY964" fmla="*/ 800424 h 6858000"/>
              <a:gd name="connsiteX965" fmla="*/ 1455302 w 7467600"/>
              <a:gd name="connsiteY965" fmla="*/ 632913 h 6858000"/>
              <a:gd name="connsiteX966" fmla="*/ 1222336 w 7467600"/>
              <a:gd name="connsiteY966" fmla="*/ 9480 h 6858000"/>
              <a:gd name="connsiteX967" fmla="*/ 1214634 w 7467600"/>
              <a:gd name="connsiteY967" fmla="*/ 0 h 6858000"/>
              <a:gd name="connsiteX968" fmla="*/ 1289827 w 7467600"/>
              <a:gd name="connsiteY968" fmla="*/ 0 h 6858000"/>
              <a:gd name="connsiteX969" fmla="*/ 1321076 w 7467600"/>
              <a:gd name="connsiteY969" fmla="*/ 59722 h 6858000"/>
              <a:gd name="connsiteX970" fmla="*/ 1512579 w 7467600"/>
              <a:gd name="connsiteY970" fmla="*/ 626441 h 6858000"/>
              <a:gd name="connsiteX971" fmla="*/ 1506076 w 7467600"/>
              <a:gd name="connsiteY971" fmla="*/ 1089289 h 6858000"/>
              <a:gd name="connsiteX972" fmla="*/ 1486346 w 7467600"/>
              <a:gd name="connsiteY972" fmla="*/ 1079919 h 6858000"/>
              <a:gd name="connsiteX973" fmla="*/ 1070511 w 7467600"/>
              <a:gd name="connsiteY973" fmla="*/ 48609 h 6858000"/>
              <a:gd name="connsiteX974" fmla="*/ 43151 w 7467600"/>
              <a:gd name="connsiteY974" fmla="*/ 0 h 6858000"/>
              <a:gd name="connsiteX975" fmla="*/ 95283 w 7467600"/>
              <a:gd name="connsiteY975" fmla="*/ 0 h 6858000"/>
              <a:gd name="connsiteX976" fmla="*/ 300708 w 7467600"/>
              <a:gd name="connsiteY976" fmla="*/ 154571 h 6858000"/>
              <a:gd name="connsiteX977" fmla="*/ 530414 w 7467600"/>
              <a:gd name="connsiteY977" fmla="*/ 354673 h 6858000"/>
              <a:gd name="connsiteX978" fmla="*/ 333785 w 7467600"/>
              <a:gd name="connsiteY978" fmla="*/ 161564 h 6858000"/>
              <a:gd name="connsiteX979" fmla="*/ 147005 w 7467600"/>
              <a:gd name="connsiteY979" fmla="*/ 0 h 6858000"/>
              <a:gd name="connsiteX980" fmla="*/ 272509 w 7467600"/>
              <a:gd name="connsiteY980" fmla="*/ 0 h 6858000"/>
              <a:gd name="connsiteX981" fmla="*/ 326276 w 7467600"/>
              <a:gd name="connsiteY981" fmla="*/ 45847 h 6858000"/>
              <a:gd name="connsiteX982" fmla="*/ 823759 w 7467600"/>
              <a:gd name="connsiteY982" fmla="*/ 574145 h 6858000"/>
              <a:gd name="connsiteX983" fmla="*/ 811254 w 7467600"/>
              <a:gd name="connsiteY983" fmla="*/ 665546 h 6858000"/>
              <a:gd name="connsiteX984" fmla="*/ 154042 w 7467600"/>
              <a:gd name="connsiteY984" fmla="*/ 261522 h 6858000"/>
              <a:gd name="connsiteX985" fmla="*/ 13550 w 7467600"/>
              <a:gd name="connsiteY985" fmla="*/ 158423 h 6858000"/>
              <a:gd name="connsiteX986" fmla="*/ 0 w 7467600"/>
              <a:gd name="connsiteY986" fmla="*/ 146618 h 6858000"/>
              <a:gd name="connsiteX987" fmla="*/ 0 w 7467600"/>
              <a:gd name="connsiteY987" fmla="*/ 59161 h 6858000"/>
              <a:gd name="connsiteX988" fmla="*/ 45427 w 7467600"/>
              <a:gd name="connsiteY988" fmla="*/ 101078 h 6858000"/>
              <a:gd name="connsiteX989" fmla="*/ 630103 w 7467600"/>
              <a:gd name="connsiteY989" fmla="*/ 485885 h 6858000"/>
              <a:gd name="connsiteX990" fmla="*/ 532040 w 7467600"/>
              <a:gd name="connsiteY990" fmla="*/ 399359 h 6858000"/>
              <a:gd name="connsiteX991" fmla="*/ 517618 w 7467600"/>
              <a:gd name="connsiteY991" fmla="*/ 385726 h 6858000"/>
              <a:gd name="connsiteX992" fmla="*/ 285074 w 7467600"/>
              <a:gd name="connsiteY992" fmla="*/ 182755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7429067 w 7467600"/>
              <a:gd name="connsiteY844" fmla="*/ 402737 h 6858000"/>
              <a:gd name="connsiteX845" fmla="*/ 7467600 w 7467600"/>
              <a:gd name="connsiteY845" fmla="*/ 789215 h 6858000"/>
              <a:gd name="connsiteX846" fmla="*/ 7451412 w 7467600"/>
              <a:gd name="connsiteY846" fmla="*/ 799572 h 6858000"/>
              <a:gd name="connsiteX847" fmla="*/ 7419999 w 7467600"/>
              <a:gd name="connsiteY847" fmla="*/ 774360 h 6858000"/>
              <a:gd name="connsiteX848" fmla="*/ 7429067 w 7467600"/>
              <a:gd name="connsiteY848" fmla="*/ 402737 h 6858000"/>
              <a:gd name="connsiteX849" fmla="*/ 5905192 w 7467600"/>
              <a:gd name="connsiteY849" fmla="*/ 163079 h 6858000"/>
              <a:gd name="connsiteX850" fmla="*/ 5865655 w 7467600"/>
              <a:gd name="connsiteY850" fmla="*/ 171901 h 6858000"/>
              <a:gd name="connsiteX851" fmla="*/ 5259740 w 7467600"/>
              <a:gd name="connsiteY851" fmla="*/ 257013 h 6858000"/>
              <a:gd name="connsiteX852" fmla="*/ 5208466 w 7467600"/>
              <a:gd name="connsiteY852" fmla="*/ 257550 h 6858000"/>
              <a:gd name="connsiteX853" fmla="*/ 4980204 w 7467600"/>
              <a:gd name="connsiteY853" fmla="*/ 271903 h 6858000"/>
              <a:gd name="connsiteX854" fmla="*/ 5068068 w 7467600"/>
              <a:gd name="connsiteY854" fmla="*/ 282244 h 6858000"/>
              <a:gd name="connsiteX855" fmla="*/ 5153231 w 7467600"/>
              <a:gd name="connsiteY855" fmla="*/ 292240 h 6858000"/>
              <a:gd name="connsiteX856" fmla="*/ 5426491 w 7467600"/>
              <a:gd name="connsiteY856" fmla="*/ 281128 h 6858000"/>
              <a:gd name="connsiteX857" fmla="*/ 5731212 w 7467600"/>
              <a:gd name="connsiteY857" fmla="*/ 231951 h 6858000"/>
              <a:gd name="connsiteX858" fmla="*/ 5905192 w 7467600"/>
              <a:gd name="connsiteY858" fmla="*/ 163079 h 6858000"/>
              <a:gd name="connsiteX859" fmla="*/ 5944437 w 7467600"/>
              <a:gd name="connsiteY859" fmla="*/ 113829 h 6858000"/>
              <a:gd name="connsiteX860" fmla="*/ 5825032 w 7467600"/>
              <a:gd name="connsiteY860" fmla="*/ 146405 h 6858000"/>
              <a:gd name="connsiteX861" fmla="*/ 4955599 w 7467600"/>
              <a:gd name="connsiteY861" fmla="*/ 247008 h 6858000"/>
              <a:gd name="connsiteX862" fmla="*/ 5210104 w 7467600"/>
              <a:gd name="connsiteY862" fmla="*/ 228123 h 6858000"/>
              <a:gd name="connsiteX863" fmla="*/ 5261015 w 7467600"/>
              <a:gd name="connsiteY863" fmla="*/ 227087 h 6858000"/>
              <a:gd name="connsiteX864" fmla="*/ 5861181 w 7467600"/>
              <a:gd name="connsiteY864" fmla="*/ 143093 h 6858000"/>
              <a:gd name="connsiteX865" fmla="*/ 5961252 w 7467600"/>
              <a:gd name="connsiteY865" fmla="*/ 114820 h 6858000"/>
              <a:gd name="connsiteX866" fmla="*/ 5944437 w 7467600"/>
              <a:gd name="connsiteY866" fmla="*/ 113829 h 6858000"/>
              <a:gd name="connsiteX867" fmla="*/ 3882765 w 7467600"/>
              <a:gd name="connsiteY867" fmla="*/ 0 h 6858000"/>
              <a:gd name="connsiteX868" fmla="*/ 3995099 w 7467600"/>
              <a:gd name="connsiteY868" fmla="*/ 0 h 6858000"/>
              <a:gd name="connsiteX869" fmla="*/ 4163818 w 7467600"/>
              <a:gd name="connsiteY869" fmla="*/ 234104 h 6858000"/>
              <a:gd name="connsiteX870" fmla="*/ 4172099 w 7467600"/>
              <a:gd name="connsiteY870" fmla="*/ 234207 h 6858000"/>
              <a:gd name="connsiteX871" fmla="*/ 4784282 w 7467600"/>
              <a:gd name="connsiteY871" fmla="*/ 276561 h 6858000"/>
              <a:gd name="connsiteX872" fmla="*/ 4801687 w 7467600"/>
              <a:gd name="connsiteY872" fmla="*/ 267764 h 6858000"/>
              <a:gd name="connsiteX873" fmla="*/ 6082788 w 7467600"/>
              <a:gd name="connsiteY873" fmla="*/ 64119 h 6858000"/>
              <a:gd name="connsiteX874" fmla="*/ 6099442 w 7467600"/>
              <a:gd name="connsiteY874" fmla="*/ 82568 h 6858000"/>
              <a:gd name="connsiteX875" fmla="*/ 4804137 w 7467600"/>
              <a:gd name="connsiteY875" fmla="*/ 320931 h 6858000"/>
              <a:gd name="connsiteX876" fmla="*/ 4227047 w 7467600"/>
              <a:gd name="connsiteY876" fmla="*/ 313415 h 6858000"/>
              <a:gd name="connsiteX877" fmla="*/ 4346041 w 7467600"/>
              <a:gd name="connsiteY877" fmla="*/ 456086 h 6858000"/>
              <a:gd name="connsiteX878" fmla="*/ 4870967 w 7467600"/>
              <a:gd name="connsiteY878" fmla="*/ 963061 h 6858000"/>
              <a:gd name="connsiteX879" fmla="*/ 4889647 w 7467600"/>
              <a:gd name="connsiteY879" fmla="*/ 957147 h 6858000"/>
              <a:gd name="connsiteX880" fmla="*/ 5422504 w 7467600"/>
              <a:gd name="connsiteY880" fmla="*/ 805191 h 6858000"/>
              <a:gd name="connsiteX881" fmla="*/ 6087656 w 7467600"/>
              <a:gd name="connsiteY881" fmla="*/ 826703 h 6858000"/>
              <a:gd name="connsiteX882" fmla="*/ 6058717 w 7467600"/>
              <a:gd name="connsiteY882" fmla="*/ 865992 h 6858000"/>
              <a:gd name="connsiteX883" fmla="*/ 4974153 w 7467600"/>
              <a:gd name="connsiteY883" fmla="*/ 1045456 h 6858000"/>
              <a:gd name="connsiteX884" fmla="*/ 5627835 w 7467600"/>
              <a:gd name="connsiteY884" fmla="*/ 1472077 h 6858000"/>
              <a:gd name="connsiteX885" fmla="*/ 5629817 w 7467600"/>
              <a:gd name="connsiteY885" fmla="*/ 1471412 h 6858000"/>
              <a:gd name="connsiteX886" fmla="*/ 5634124 w 7467600"/>
              <a:gd name="connsiteY886" fmla="*/ 1470572 h 6858000"/>
              <a:gd name="connsiteX887" fmla="*/ 5755832 w 7467600"/>
              <a:gd name="connsiteY887" fmla="*/ 1383886 h 6858000"/>
              <a:gd name="connsiteX888" fmla="*/ 6014186 w 7467600"/>
              <a:gd name="connsiteY888" fmla="*/ 1279799 h 6858000"/>
              <a:gd name="connsiteX889" fmla="*/ 6901619 w 7467600"/>
              <a:gd name="connsiteY889" fmla="*/ 1047874 h 6858000"/>
              <a:gd name="connsiteX890" fmla="*/ 6931566 w 7467600"/>
              <a:gd name="connsiteY890" fmla="*/ 1062034 h 6858000"/>
              <a:gd name="connsiteX891" fmla="*/ 5790982 w 7467600"/>
              <a:gd name="connsiteY891" fmla="*/ 1561380 h 6858000"/>
              <a:gd name="connsiteX892" fmla="*/ 6188971 w 7467600"/>
              <a:gd name="connsiteY892" fmla="*/ 1755168 h 6858000"/>
              <a:gd name="connsiteX893" fmla="*/ 6202446 w 7467600"/>
              <a:gd name="connsiteY893" fmla="*/ 1752268 h 6858000"/>
              <a:gd name="connsiteX894" fmla="*/ 7179560 w 7467600"/>
              <a:gd name="connsiteY894" fmla="*/ 1467551 h 6858000"/>
              <a:gd name="connsiteX895" fmla="*/ 7158730 w 7467600"/>
              <a:gd name="connsiteY895" fmla="*/ 1507835 h 6858000"/>
              <a:gd name="connsiteX896" fmla="*/ 6326959 w 7467600"/>
              <a:gd name="connsiteY896" fmla="*/ 1817686 h 6858000"/>
              <a:gd name="connsiteX897" fmla="*/ 6537433 w 7467600"/>
              <a:gd name="connsiteY897" fmla="*/ 1907790 h 6858000"/>
              <a:gd name="connsiteX898" fmla="*/ 6550221 w 7467600"/>
              <a:gd name="connsiteY898" fmla="*/ 1910729 h 6858000"/>
              <a:gd name="connsiteX899" fmla="*/ 6964438 w 7467600"/>
              <a:gd name="connsiteY899" fmla="*/ 2209505 h 6858000"/>
              <a:gd name="connsiteX900" fmla="*/ 7367862 w 7467600"/>
              <a:gd name="connsiteY900" fmla="*/ 2806833 h 6858000"/>
              <a:gd name="connsiteX901" fmla="*/ 7364329 w 7467600"/>
              <a:gd name="connsiteY901" fmla="*/ 2826907 h 6858000"/>
              <a:gd name="connsiteX902" fmla="*/ 7290545 w 7467600"/>
              <a:gd name="connsiteY902" fmla="*/ 2850663 h 6858000"/>
              <a:gd name="connsiteX903" fmla="*/ 6472036 w 7467600"/>
              <a:gd name="connsiteY903" fmla="*/ 1959003 h 6858000"/>
              <a:gd name="connsiteX904" fmla="*/ 5792897 w 7467600"/>
              <a:gd name="connsiteY904" fmla="*/ 1647747 h 6858000"/>
              <a:gd name="connsiteX905" fmla="*/ 5842751 w 7467600"/>
              <a:gd name="connsiteY905" fmla="*/ 1816112 h 6858000"/>
              <a:gd name="connsiteX906" fmla="*/ 5847424 w 7467600"/>
              <a:gd name="connsiteY906" fmla="*/ 1815776 h 6858000"/>
              <a:gd name="connsiteX907" fmla="*/ 6399821 w 7467600"/>
              <a:gd name="connsiteY907" fmla="*/ 2344799 h 6858000"/>
              <a:gd name="connsiteX908" fmla="*/ 6323232 w 7467600"/>
              <a:gd name="connsiteY908" fmla="*/ 2389634 h 6858000"/>
              <a:gd name="connsiteX909" fmla="*/ 5942958 w 7467600"/>
              <a:gd name="connsiteY909" fmla="*/ 2077708 h 6858000"/>
              <a:gd name="connsiteX910" fmla="*/ 5921559 w 7467600"/>
              <a:gd name="connsiteY910" fmla="*/ 2378596 h 6858000"/>
              <a:gd name="connsiteX911" fmla="*/ 5817651 w 7467600"/>
              <a:gd name="connsiteY911" fmla="*/ 3023919 h 6858000"/>
              <a:gd name="connsiteX912" fmla="*/ 5729634 w 7467600"/>
              <a:gd name="connsiteY912" fmla="*/ 3051849 h 6858000"/>
              <a:gd name="connsiteX913" fmla="*/ 5611018 w 7467600"/>
              <a:gd name="connsiteY913" fmla="*/ 2316769 h 6858000"/>
              <a:gd name="connsiteX914" fmla="*/ 5687608 w 7467600"/>
              <a:gd name="connsiteY914" fmla="*/ 2039972 h 6858000"/>
              <a:gd name="connsiteX915" fmla="*/ 5657554 w 7467600"/>
              <a:gd name="connsiteY915" fmla="*/ 1576445 h 6858000"/>
              <a:gd name="connsiteX916" fmla="*/ 5150475 w 7467600"/>
              <a:gd name="connsiteY916" fmla="*/ 1274012 h 6858000"/>
              <a:gd name="connsiteX917" fmla="*/ 5349142 w 7467600"/>
              <a:gd name="connsiteY917" fmla="*/ 2204405 h 6858000"/>
              <a:gd name="connsiteX918" fmla="*/ 5262214 w 7467600"/>
              <a:gd name="connsiteY918" fmla="*/ 2233836 h 6858000"/>
              <a:gd name="connsiteX919" fmla="*/ 4981539 w 7467600"/>
              <a:gd name="connsiteY919" fmla="*/ 1542201 h 6858000"/>
              <a:gd name="connsiteX920" fmla="*/ 4958461 w 7467600"/>
              <a:gd name="connsiteY920" fmla="*/ 1136957 h 6858000"/>
              <a:gd name="connsiteX921" fmla="*/ 4655015 w 7467600"/>
              <a:gd name="connsiteY921" fmla="*/ 891426 h 6858000"/>
              <a:gd name="connsiteX922" fmla="*/ 4348002 w 7467600"/>
              <a:gd name="connsiteY922" fmla="*/ 2205895 h 6858000"/>
              <a:gd name="connsiteX923" fmla="*/ 4262250 w 7467600"/>
              <a:gd name="connsiteY923" fmla="*/ 2219972 h 6858000"/>
              <a:gd name="connsiteX924" fmla="*/ 4550611 w 7467600"/>
              <a:gd name="connsiteY924" fmla="*/ 817540 h 6858000"/>
              <a:gd name="connsiteX925" fmla="*/ 4564418 w 7467600"/>
              <a:gd name="connsiteY925" fmla="*/ 808293 h 6858000"/>
              <a:gd name="connsiteX926" fmla="*/ 4266388 w 7467600"/>
              <a:gd name="connsiteY926" fmla="*/ 500083 h 6858000"/>
              <a:gd name="connsiteX927" fmla="*/ 4032842 w 7467600"/>
              <a:gd name="connsiteY927" fmla="*/ 211809 h 6858000"/>
              <a:gd name="connsiteX928" fmla="*/ 3882765 w 7467600"/>
              <a:gd name="connsiteY928" fmla="*/ 0 h 6858000"/>
              <a:gd name="connsiteX929" fmla="*/ 3721337 w 7467600"/>
              <a:gd name="connsiteY929" fmla="*/ 0 h 6858000"/>
              <a:gd name="connsiteX930" fmla="*/ 3797544 w 7467600"/>
              <a:gd name="connsiteY930" fmla="*/ 0 h 6858000"/>
              <a:gd name="connsiteX931" fmla="*/ 3775734 w 7467600"/>
              <a:gd name="connsiteY931" fmla="*/ 95131 h 6858000"/>
              <a:gd name="connsiteX932" fmla="*/ 3724807 w 7467600"/>
              <a:gd name="connsiteY932" fmla="*/ 272257 h 6858000"/>
              <a:gd name="connsiteX933" fmla="*/ 3726844 w 7467600"/>
              <a:gd name="connsiteY933" fmla="*/ 282988 h 6858000"/>
              <a:gd name="connsiteX934" fmla="*/ 3742664 w 7467600"/>
              <a:gd name="connsiteY934" fmla="*/ 279918 h 6858000"/>
              <a:gd name="connsiteX935" fmla="*/ 4103910 w 7467600"/>
              <a:gd name="connsiteY935" fmla="*/ 1161917 h 6858000"/>
              <a:gd name="connsiteX936" fmla="*/ 4020269 w 7467600"/>
              <a:gd name="connsiteY936" fmla="*/ 1200406 h 6858000"/>
              <a:gd name="connsiteX937" fmla="*/ 3674882 w 7467600"/>
              <a:gd name="connsiteY937" fmla="*/ 488524 h 6858000"/>
              <a:gd name="connsiteX938" fmla="*/ 3132682 w 7467600"/>
              <a:gd name="connsiteY938" fmla="*/ 1072284 h 6858000"/>
              <a:gd name="connsiteX939" fmla="*/ 2716346 w 7467600"/>
              <a:gd name="connsiteY939" fmla="*/ 1276376 h 6858000"/>
              <a:gd name="connsiteX940" fmla="*/ 2716772 w 7467600"/>
              <a:gd name="connsiteY940" fmla="*/ 1255462 h 6858000"/>
              <a:gd name="connsiteX941" fmla="*/ 3471096 w 7467600"/>
              <a:gd name="connsiteY941" fmla="*/ 437072 h 6858000"/>
              <a:gd name="connsiteX942" fmla="*/ 3639057 w 7467600"/>
              <a:gd name="connsiteY942" fmla="*/ 286334 h 6858000"/>
              <a:gd name="connsiteX943" fmla="*/ 3640309 w 7467600"/>
              <a:gd name="connsiteY943" fmla="*/ 284664 h 6858000"/>
              <a:gd name="connsiteX944" fmla="*/ 3646022 w 7467600"/>
              <a:gd name="connsiteY944" fmla="*/ 276711 h 6858000"/>
              <a:gd name="connsiteX945" fmla="*/ 3707943 w 7467600"/>
              <a:gd name="connsiteY945" fmla="*/ 65958 h 6858000"/>
              <a:gd name="connsiteX946" fmla="*/ 3721337 w 7467600"/>
              <a:gd name="connsiteY946" fmla="*/ 0 h 6858000"/>
              <a:gd name="connsiteX947" fmla="*/ 2867960 w 7467600"/>
              <a:gd name="connsiteY947" fmla="*/ 0 h 6858000"/>
              <a:gd name="connsiteX948" fmla="*/ 2926351 w 7467600"/>
              <a:gd name="connsiteY948" fmla="*/ 0 h 6858000"/>
              <a:gd name="connsiteX949" fmla="*/ 2902823 w 7467600"/>
              <a:gd name="connsiteY949" fmla="*/ 262929 h 6858000"/>
              <a:gd name="connsiteX950" fmla="*/ 2940663 w 7467600"/>
              <a:gd name="connsiteY950" fmla="*/ 140884 h 6858000"/>
              <a:gd name="connsiteX951" fmla="*/ 2947039 w 7467600"/>
              <a:gd name="connsiteY951" fmla="*/ 122524 h 6858000"/>
              <a:gd name="connsiteX952" fmla="*/ 2984316 w 7467600"/>
              <a:gd name="connsiteY952" fmla="*/ 0 h 6858000"/>
              <a:gd name="connsiteX953" fmla="*/ 3016114 w 7467600"/>
              <a:gd name="connsiteY953" fmla="*/ 0 h 6858000"/>
              <a:gd name="connsiteX954" fmla="*/ 2979949 w 7467600"/>
              <a:gd name="connsiteY954" fmla="*/ 119274 h 6858000"/>
              <a:gd name="connsiteX955" fmla="*/ 3023879 w 7467600"/>
              <a:gd name="connsiteY955" fmla="*/ 0 h 6858000"/>
              <a:gd name="connsiteX956" fmla="*/ 3105400 w 7467600"/>
              <a:gd name="connsiteY956" fmla="*/ 0 h 6858000"/>
              <a:gd name="connsiteX957" fmla="*/ 3094669 w 7467600"/>
              <a:gd name="connsiteY957" fmla="*/ 30308 h 6858000"/>
              <a:gd name="connsiteX958" fmla="*/ 2901945 w 7467600"/>
              <a:gd name="connsiteY958" fmla="*/ 466538 h 6858000"/>
              <a:gd name="connsiteX959" fmla="*/ 2815209 w 7467600"/>
              <a:gd name="connsiteY959" fmla="*/ 497361 h 6858000"/>
              <a:gd name="connsiteX960" fmla="*/ 2844845 w 7467600"/>
              <a:gd name="connsiteY960" fmla="*/ 127638 h 6858000"/>
              <a:gd name="connsiteX961" fmla="*/ 2867960 w 7467600"/>
              <a:gd name="connsiteY961" fmla="*/ 0 h 6858000"/>
              <a:gd name="connsiteX962" fmla="*/ 1057230 w 7467600"/>
              <a:gd name="connsiteY962" fmla="*/ 0 h 6858000"/>
              <a:gd name="connsiteX963" fmla="*/ 1111003 w 7467600"/>
              <a:gd name="connsiteY963" fmla="*/ 0 h 6858000"/>
              <a:gd name="connsiteX964" fmla="*/ 1125553 w 7467600"/>
              <a:gd name="connsiteY964" fmla="*/ 52588 h 6858000"/>
              <a:gd name="connsiteX965" fmla="*/ 1304276 w 7467600"/>
              <a:gd name="connsiteY965" fmla="*/ 476275 h 6858000"/>
              <a:gd name="connsiteX966" fmla="*/ 1492066 w 7467600"/>
              <a:gd name="connsiteY966" fmla="*/ 886333 h 6858000"/>
              <a:gd name="connsiteX967" fmla="*/ 1423698 w 7467600"/>
              <a:gd name="connsiteY967" fmla="*/ 710817 h 6858000"/>
              <a:gd name="connsiteX968" fmla="*/ 1357609 w 7467600"/>
              <a:gd name="connsiteY968" fmla="*/ 532892 h 6858000"/>
              <a:gd name="connsiteX969" fmla="*/ 1309550 w 7467600"/>
              <a:gd name="connsiteY969" fmla="*/ 374031 h 6858000"/>
              <a:gd name="connsiteX970" fmla="*/ 1193673 w 7467600"/>
              <a:gd name="connsiteY970" fmla="*/ 49533 h 6858000"/>
              <a:gd name="connsiteX971" fmla="*/ 1164391 w 7467600"/>
              <a:gd name="connsiteY971" fmla="*/ 0 h 6858000"/>
              <a:gd name="connsiteX972" fmla="*/ 1200666 w 7467600"/>
              <a:gd name="connsiteY972" fmla="*/ 0 h 6858000"/>
              <a:gd name="connsiteX973" fmla="*/ 1223408 w 7467600"/>
              <a:gd name="connsiteY973" fmla="*/ 38996 h 6858000"/>
              <a:gd name="connsiteX974" fmla="*/ 1339635 w 7467600"/>
              <a:gd name="connsiteY974" fmla="*/ 365517 h 6858000"/>
              <a:gd name="connsiteX975" fmla="*/ 1387469 w 7467600"/>
              <a:gd name="connsiteY975" fmla="*/ 523079 h 6858000"/>
              <a:gd name="connsiteX976" fmla="*/ 1452685 w 7467600"/>
              <a:gd name="connsiteY976" fmla="*/ 699806 h 6858000"/>
              <a:gd name="connsiteX977" fmla="*/ 1492092 w 7467600"/>
              <a:gd name="connsiteY977" fmla="*/ 800424 h 6858000"/>
              <a:gd name="connsiteX978" fmla="*/ 1455302 w 7467600"/>
              <a:gd name="connsiteY978" fmla="*/ 632913 h 6858000"/>
              <a:gd name="connsiteX979" fmla="*/ 1222336 w 7467600"/>
              <a:gd name="connsiteY979" fmla="*/ 9480 h 6858000"/>
              <a:gd name="connsiteX980" fmla="*/ 1214634 w 7467600"/>
              <a:gd name="connsiteY980" fmla="*/ 0 h 6858000"/>
              <a:gd name="connsiteX981" fmla="*/ 1289827 w 7467600"/>
              <a:gd name="connsiteY981" fmla="*/ 0 h 6858000"/>
              <a:gd name="connsiteX982" fmla="*/ 1321076 w 7467600"/>
              <a:gd name="connsiteY982" fmla="*/ 59722 h 6858000"/>
              <a:gd name="connsiteX983" fmla="*/ 1512579 w 7467600"/>
              <a:gd name="connsiteY983" fmla="*/ 626441 h 6858000"/>
              <a:gd name="connsiteX984" fmla="*/ 1506076 w 7467600"/>
              <a:gd name="connsiteY984" fmla="*/ 1089289 h 6858000"/>
              <a:gd name="connsiteX985" fmla="*/ 1486346 w 7467600"/>
              <a:gd name="connsiteY985" fmla="*/ 1079919 h 6858000"/>
              <a:gd name="connsiteX986" fmla="*/ 1070511 w 7467600"/>
              <a:gd name="connsiteY986" fmla="*/ 48609 h 6858000"/>
              <a:gd name="connsiteX987" fmla="*/ 1057230 w 7467600"/>
              <a:gd name="connsiteY987" fmla="*/ 0 h 6858000"/>
              <a:gd name="connsiteX988" fmla="*/ 43151 w 7467600"/>
              <a:gd name="connsiteY988" fmla="*/ 0 h 6858000"/>
              <a:gd name="connsiteX989" fmla="*/ 95283 w 7467600"/>
              <a:gd name="connsiteY989" fmla="*/ 0 h 6858000"/>
              <a:gd name="connsiteX990" fmla="*/ 300708 w 7467600"/>
              <a:gd name="connsiteY990" fmla="*/ 154571 h 6858000"/>
              <a:gd name="connsiteX991" fmla="*/ 530414 w 7467600"/>
              <a:gd name="connsiteY991" fmla="*/ 354673 h 6858000"/>
              <a:gd name="connsiteX992" fmla="*/ 333785 w 7467600"/>
              <a:gd name="connsiteY992" fmla="*/ 161564 h 6858000"/>
              <a:gd name="connsiteX993" fmla="*/ 147005 w 7467600"/>
              <a:gd name="connsiteY993" fmla="*/ 0 h 6858000"/>
              <a:gd name="connsiteX994" fmla="*/ 272509 w 7467600"/>
              <a:gd name="connsiteY994" fmla="*/ 0 h 6858000"/>
              <a:gd name="connsiteX995" fmla="*/ 326276 w 7467600"/>
              <a:gd name="connsiteY995" fmla="*/ 45847 h 6858000"/>
              <a:gd name="connsiteX996" fmla="*/ 823759 w 7467600"/>
              <a:gd name="connsiteY996" fmla="*/ 574145 h 6858000"/>
              <a:gd name="connsiteX997" fmla="*/ 811254 w 7467600"/>
              <a:gd name="connsiteY997" fmla="*/ 665546 h 6858000"/>
              <a:gd name="connsiteX998" fmla="*/ 154042 w 7467600"/>
              <a:gd name="connsiteY998" fmla="*/ 261522 h 6858000"/>
              <a:gd name="connsiteX999" fmla="*/ 13550 w 7467600"/>
              <a:gd name="connsiteY999" fmla="*/ 158423 h 6858000"/>
              <a:gd name="connsiteX1000" fmla="*/ 0 w 7467600"/>
              <a:gd name="connsiteY1000" fmla="*/ 146618 h 6858000"/>
              <a:gd name="connsiteX1001" fmla="*/ 0 w 7467600"/>
              <a:gd name="connsiteY1001" fmla="*/ 59161 h 6858000"/>
              <a:gd name="connsiteX1002" fmla="*/ 45427 w 7467600"/>
              <a:gd name="connsiteY1002" fmla="*/ 101078 h 6858000"/>
              <a:gd name="connsiteX1003" fmla="*/ 630103 w 7467600"/>
              <a:gd name="connsiteY1003" fmla="*/ 485885 h 6858000"/>
              <a:gd name="connsiteX1004" fmla="*/ 532040 w 7467600"/>
              <a:gd name="connsiteY1004" fmla="*/ 399359 h 6858000"/>
              <a:gd name="connsiteX1005" fmla="*/ 517618 w 7467600"/>
              <a:gd name="connsiteY1005" fmla="*/ 385726 h 6858000"/>
              <a:gd name="connsiteX1006" fmla="*/ 285074 w 7467600"/>
              <a:gd name="connsiteY1006" fmla="*/ 182755 h 6858000"/>
              <a:gd name="connsiteX1007" fmla="*/ 43151 w 7467600"/>
              <a:gd name="connsiteY100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7419999 w 7467600"/>
              <a:gd name="connsiteY844" fmla="*/ 774360 h 6858000"/>
              <a:gd name="connsiteX845" fmla="*/ 7467600 w 7467600"/>
              <a:gd name="connsiteY845" fmla="*/ 789215 h 6858000"/>
              <a:gd name="connsiteX846" fmla="*/ 7451412 w 7467600"/>
              <a:gd name="connsiteY846" fmla="*/ 799572 h 6858000"/>
              <a:gd name="connsiteX847" fmla="*/ 7419999 w 7467600"/>
              <a:gd name="connsiteY847" fmla="*/ 774360 h 6858000"/>
              <a:gd name="connsiteX848" fmla="*/ 5905192 w 7467600"/>
              <a:gd name="connsiteY848" fmla="*/ 163079 h 6858000"/>
              <a:gd name="connsiteX849" fmla="*/ 5865655 w 7467600"/>
              <a:gd name="connsiteY849" fmla="*/ 171901 h 6858000"/>
              <a:gd name="connsiteX850" fmla="*/ 5259740 w 7467600"/>
              <a:gd name="connsiteY850" fmla="*/ 257013 h 6858000"/>
              <a:gd name="connsiteX851" fmla="*/ 5208466 w 7467600"/>
              <a:gd name="connsiteY851" fmla="*/ 257550 h 6858000"/>
              <a:gd name="connsiteX852" fmla="*/ 4980204 w 7467600"/>
              <a:gd name="connsiteY852" fmla="*/ 271903 h 6858000"/>
              <a:gd name="connsiteX853" fmla="*/ 5068068 w 7467600"/>
              <a:gd name="connsiteY853" fmla="*/ 282244 h 6858000"/>
              <a:gd name="connsiteX854" fmla="*/ 5153231 w 7467600"/>
              <a:gd name="connsiteY854" fmla="*/ 292240 h 6858000"/>
              <a:gd name="connsiteX855" fmla="*/ 5426491 w 7467600"/>
              <a:gd name="connsiteY855" fmla="*/ 281128 h 6858000"/>
              <a:gd name="connsiteX856" fmla="*/ 5731212 w 7467600"/>
              <a:gd name="connsiteY856" fmla="*/ 231951 h 6858000"/>
              <a:gd name="connsiteX857" fmla="*/ 5905192 w 7467600"/>
              <a:gd name="connsiteY857" fmla="*/ 163079 h 6858000"/>
              <a:gd name="connsiteX858" fmla="*/ 5944437 w 7467600"/>
              <a:gd name="connsiteY858" fmla="*/ 113829 h 6858000"/>
              <a:gd name="connsiteX859" fmla="*/ 5825032 w 7467600"/>
              <a:gd name="connsiteY859" fmla="*/ 146405 h 6858000"/>
              <a:gd name="connsiteX860" fmla="*/ 4955599 w 7467600"/>
              <a:gd name="connsiteY860" fmla="*/ 247008 h 6858000"/>
              <a:gd name="connsiteX861" fmla="*/ 5210104 w 7467600"/>
              <a:gd name="connsiteY861" fmla="*/ 228123 h 6858000"/>
              <a:gd name="connsiteX862" fmla="*/ 5261015 w 7467600"/>
              <a:gd name="connsiteY862" fmla="*/ 227087 h 6858000"/>
              <a:gd name="connsiteX863" fmla="*/ 5861181 w 7467600"/>
              <a:gd name="connsiteY863" fmla="*/ 143093 h 6858000"/>
              <a:gd name="connsiteX864" fmla="*/ 5961252 w 7467600"/>
              <a:gd name="connsiteY864" fmla="*/ 114820 h 6858000"/>
              <a:gd name="connsiteX865" fmla="*/ 5944437 w 7467600"/>
              <a:gd name="connsiteY865" fmla="*/ 113829 h 6858000"/>
              <a:gd name="connsiteX866" fmla="*/ 3882765 w 7467600"/>
              <a:gd name="connsiteY866" fmla="*/ 0 h 6858000"/>
              <a:gd name="connsiteX867" fmla="*/ 3995099 w 7467600"/>
              <a:gd name="connsiteY867" fmla="*/ 0 h 6858000"/>
              <a:gd name="connsiteX868" fmla="*/ 4163818 w 7467600"/>
              <a:gd name="connsiteY868" fmla="*/ 234104 h 6858000"/>
              <a:gd name="connsiteX869" fmla="*/ 4172099 w 7467600"/>
              <a:gd name="connsiteY869" fmla="*/ 234207 h 6858000"/>
              <a:gd name="connsiteX870" fmla="*/ 4784282 w 7467600"/>
              <a:gd name="connsiteY870" fmla="*/ 276561 h 6858000"/>
              <a:gd name="connsiteX871" fmla="*/ 4801687 w 7467600"/>
              <a:gd name="connsiteY871" fmla="*/ 267764 h 6858000"/>
              <a:gd name="connsiteX872" fmla="*/ 6082788 w 7467600"/>
              <a:gd name="connsiteY872" fmla="*/ 64119 h 6858000"/>
              <a:gd name="connsiteX873" fmla="*/ 6099442 w 7467600"/>
              <a:gd name="connsiteY873" fmla="*/ 82568 h 6858000"/>
              <a:gd name="connsiteX874" fmla="*/ 4804137 w 7467600"/>
              <a:gd name="connsiteY874" fmla="*/ 320931 h 6858000"/>
              <a:gd name="connsiteX875" fmla="*/ 4227047 w 7467600"/>
              <a:gd name="connsiteY875" fmla="*/ 313415 h 6858000"/>
              <a:gd name="connsiteX876" fmla="*/ 4346041 w 7467600"/>
              <a:gd name="connsiteY876" fmla="*/ 456086 h 6858000"/>
              <a:gd name="connsiteX877" fmla="*/ 4870967 w 7467600"/>
              <a:gd name="connsiteY877" fmla="*/ 963061 h 6858000"/>
              <a:gd name="connsiteX878" fmla="*/ 4889647 w 7467600"/>
              <a:gd name="connsiteY878" fmla="*/ 957147 h 6858000"/>
              <a:gd name="connsiteX879" fmla="*/ 5422504 w 7467600"/>
              <a:gd name="connsiteY879" fmla="*/ 805191 h 6858000"/>
              <a:gd name="connsiteX880" fmla="*/ 6087656 w 7467600"/>
              <a:gd name="connsiteY880" fmla="*/ 826703 h 6858000"/>
              <a:gd name="connsiteX881" fmla="*/ 6058717 w 7467600"/>
              <a:gd name="connsiteY881" fmla="*/ 865992 h 6858000"/>
              <a:gd name="connsiteX882" fmla="*/ 4974153 w 7467600"/>
              <a:gd name="connsiteY882" fmla="*/ 1045456 h 6858000"/>
              <a:gd name="connsiteX883" fmla="*/ 5627835 w 7467600"/>
              <a:gd name="connsiteY883" fmla="*/ 1472077 h 6858000"/>
              <a:gd name="connsiteX884" fmla="*/ 5629817 w 7467600"/>
              <a:gd name="connsiteY884" fmla="*/ 1471412 h 6858000"/>
              <a:gd name="connsiteX885" fmla="*/ 5634124 w 7467600"/>
              <a:gd name="connsiteY885" fmla="*/ 1470572 h 6858000"/>
              <a:gd name="connsiteX886" fmla="*/ 5755832 w 7467600"/>
              <a:gd name="connsiteY886" fmla="*/ 1383886 h 6858000"/>
              <a:gd name="connsiteX887" fmla="*/ 6014186 w 7467600"/>
              <a:gd name="connsiteY887" fmla="*/ 1279799 h 6858000"/>
              <a:gd name="connsiteX888" fmla="*/ 6901619 w 7467600"/>
              <a:gd name="connsiteY888" fmla="*/ 1047874 h 6858000"/>
              <a:gd name="connsiteX889" fmla="*/ 6931566 w 7467600"/>
              <a:gd name="connsiteY889" fmla="*/ 1062034 h 6858000"/>
              <a:gd name="connsiteX890" fmla="*/ 5790982 w 7467600"/>
              <a:gd name="connsiteY890" fmla="*/ 1561380 h 6858000"/>
              <a:gd name="connsiteX891" fmla="*/ 6188971 w 7467600"/>
              <a:gd name="connsiteY891" fmla="*/ 1755168 h 6858000"/>
              <a:gd name="connsiteX892" fmla="*/ 6202446 w 7467600"/>
              <a:gd name="connsiteY892" fmla="*/ 1752268 h 6858000"/>
              <a:gd name="connsiteX893" fmla="*/ 7179560 w 7467600"/>
              <a:gd name="connsiteY893" fmla="*/ 1467551 h 6858000"/>
              <a:gd name="connsiteX894" fmla="*/ 7158730 w 7467600"/>
              <a:gd name="connsiteY894" fmla="*/ 1507835 h 6858000"/>
              <a:gd name="connsiteX895" fmla="*/ 6326959 w 7467600"/>
              <a:gd name="connsiteY895" fmla="*/ 1817686 h 6858000"/>
              <a:gd name="connsiteX896" fmla="*/ 6537433 w 7467600"/>
              <a:gd name="connsiteY896" fmla="*/ 1907790 h 6858000"/>
              <a:gd name="connsiteX897" fmla="*/ 6550221 w 7467600"/>
              <a:gd name="connsiteY897" fmla="*/ 1910729 h 6858000"/>
              <a:gd name="connsiteX898" fmla="*/ 6964438 w 7467600"/>
              <a:gd name="connsiteY898" fmla="*/ 2209505 h 6858000"/>
              <a:gd name="connsiteX899" fmla="*/ 7367862 w 7467600"/>
              <a:gd name="connsiteY899" fmla="*/ 2806833 h 6858000"/>
              <a:gd name="connsiteX900" fmla="*/ 7364329 w 7467600"/>
              <a:gd name="connsiteY900" fmla="*/ 2826907 h 6858000"/>
              <a:gd name="connsiteX901" fmla="*/ 7290545 w 7467600"/>
              <a:gd name="connsiteY901" fmla="*/ 2850663 h 6858000"/>
              <a:gd name="connsiteX902" fmla="*/ 6472036 w 7467600"/>
              <a:gd name="connsiteY902" fmla="*/ 1959003 h 6858000"/>
              <a:gd name="connsiteX903" fmla="*/ 5792897 w 7467600"/>
              <a:gd name="connsiteY903" fmla="*/ 1647747 h 6858000"/>
              <a:gd name="connsiteX904" fmla="*/ 5842751 w 7467600"/>
              <a:gd name="connsiteY904" fmla="*/ 1816112 h 6858000"/>
              <a:gd name="connsiteX905" fmla="*/ 5847424 w 7467600"/>
              <a:gd name="connsiteY905" fmla="*/ 1815776 h 6858000"/>
              <a:gd name="connsiteX906" fmla="*/ 6399821 w 7467600"/>
              <a:gd name="connsiteY906" fmla="*/ 2344799 h 6858000"/>
              <a:gd name="connsiteX907" fmla="*/ 6323232 w 7467600"/>
              <a:gd name="connsiteY907" fmla="*/ 2389634 h 6858000"/>
              <a:gd name="connsiteX908" fmla="*/ 5942958 w 7467600"/>
              <a:gd name="connsiteY908" fmla="*/ 2077708 h 6858000"/>
              <a:gd name="connsiteX909" fmla="*/ 5921559 w 7467600"/>
              <a:gd name="connsiteY909" fmla="*/ 2378596 h 6858000"/>
              <a:gd name="connsiteX910" fmla="*/ 5817651 w 7467600"/>
              <a:gd name="connsiteY910" fmla="*/ 3023919 h 6858000"/>
              <a:gd name="connsiteX911" fmla="*/ 5729634 w 7467600"/>
              <a:gd name="connsiteY911" fmla="*/ 3051849 h 6858000"/>
              <a:gd name="connsiteX912" fmla="*/ 5611018 w 7467600"/>
              <a:gd name="connsiteY912" fmla="*/ 2316769 h 6858000"/>
              <a:gd name="connsiteX913" fmla="*/ 5687608 w 7467600"/>
              <a:gd name="connsiteY913" fmla="*/ 2039972 h 6858000"/>
              <a:gd name="connsiteX914" fmla="*/ 5657554 w 7467600"/>
              <a:gd name="connsiteY914" fmla="*/ 1576445 h 6858000"/>
              <a:gd name="connsiteX915" fmla="*/ 5150475 w 7467600"/>
              <a:gd name="connsiteY915" fmla="*/ 1274012 h 6858000"/>
              <a:gd name="connsiteX916" fmla="*/ 5349142 w 7467600"/>
              <a:gd name="connsiteY916" fmla="*/ 2204405 h 6858000"/>
              <a:gd name="connsiteX917" fmla="*/ 5262214 w 7467600"/>
              <a:gd name="connsiteY917" fmla="*/ 2233836 h 6858000"/>
              <a:gd name="connsiteX918" fmla="*/ 4981539 w 7467600"/>
              <a:gd name="connsiteY918" fmla="*/ 1542201 h 6858000"/>
              <a:gd name="connsiteX919" fmla="*/ 4958461 w 7467600"/>
              <a:gd name="connsiteY919" fmla="*/ 1136957 h 6858000"/>
              <a:gd name="connsiteX920" fmla="*/ 4655015 w 7467600"/>
              <a:gd name="connsiteY920" fmla="*/ 891426 h 6858000"/>
              <a:gd name="connsiteX921" fmla="*/ 4348002 w 7467600"/>
              <a:gd name="connsiteY921" fmla="*/ 2205895 h 6858000"/>
              <a:gd name="connsiteX922" fmla="*/ 4262250 w 7467600"/>
              <a:gd name="connsiteY922" fmla="*/ 2219972 h 6858000"/>
              <a:gd name="connsiteX923" fmla="*/ 4550611 w 7467600"/>
              <a:gd name="connsiteY923" fmla="*/ 817540 h 6858000"/>
              <a:gd name="connsiteX924" fmla="*/ 4564418 w 7467600"/>
              <a:gd name="connsiteY924" fmla="*/ 808293 h 6858000"/>
              <a:gd name="connsiteX925" fmla="*/ 4266388 w 7467600"/>
              <a:gd name="connsiteY925" fmla="*/ 500083 h 6858000"/>
              <a:gd name="connsiteX926" fmla="*/ 4032842 w 7467600"/>
              <a:gd name="connsiteY926" fmla="*/ 211809 h 6858000"/>
              <a:gd name="connsiteX927" fmla="*/ 3882765 w 7467600"/>
              <a:gd name="connsiteY927" fmla="*/ 0 h 6858000"/>
              <a:gd name="connsiteX928" fmla="*/ 3721337 w 7467600"/>
              <a:gd name="connsiteY928" fmla="*/ 0 h 6858000"/>
              <a:gd name="connsiteX929" fmla="*/ 3797544 w 7467600"/>
              <a:gd name="connsiteY929" fmla="*/ 0 h 6858000"/>
              <a:gd name="connsiteX930" fmla="*/ 3775734 w 7467600"/>
              <a:gd name="connsiteY930" fmla="*/ 95131 h 6858000"/>
              <a:gd name="connsiteX931" fmla="*/ 3724807 w 7467600"/>
              <a:gd name="connsiteY931" fmla="*/ 272257 h 6858000"/>
              <a:gd name="connsiteX932" fmla="*/ 3726844 w 7467600"/>
              <a:gd name="connsiteY932" fmla="*/ 282988 h 6858000"/>
              <a:gd name="connsiteX933" fmla="*/ 3742664 w 7467600"/>
              <a:gd name="connsiteY933" fmla="*/ 279918 h 6858000"/>
              <a:gd name="connsiteX934" fmla="*/ 4103910 w 7467600"/>
              <a:gd name="connsiteY934" fmla="*/ 1161917 h 6858000"/>
              <a:gd name="connsiteX935" fmla="*/ 4020269 w 7467600"/>
              <a:gd name="connsiteY935" fmla="*/ 1200406 h 6858000"/>
              <a:gd name="connsiteX936" fmla="*/ 3674882 w 7467600"/>
              <a:gd name="connsiteY936" fmla="*/ 488524 h 6858000"/>
              <a:gd name="connsiteX937" fmla="*/ 3132682 w 7467600"/>
              <a:gd name="connsiteY937" fmla="*/ 1072284 h 6858000"/>
              <a:gd name="connsiteX938" fmla="*/ 2716346 w 7467600"/>
              <a:gd name="connsiteY938" fmla="*/ 1276376 h 6858000"/>
              <a:gd name="connsiteX939" fmla="*/ 2716772 w 7467600"/>
              <a:gd name="connsiteY939" fmla="*/ 1255462 h 6858000"/>
              <a:gd name="connsiteX940" fmla="*/ 3471096 w 7467600"/>
              <a:gd name="connsiteY940" fmla="*/ 437072 h 6858000"/>
              <a:gd name="connsiteX941" fmla="*/ 3639057 w 7467600"/>
              <a:gd name="connsiteY941" fmla="*/ 286334 h 6858000"/>
              <a:gd name="connsiteX942" fmla="*/ 3640309 w 7467600"/>
              <a:gd name="connsiteY942" fmla="*/ 284664 h 6858000"/>
              <a:gd name="connsiteX943" fmla="*/ 3646022 w 7467600"/>
              <a:gd name="connsiteY943" fmla="*/ 276711 h 6858000"/>
              <a:gd name="connsiteX944" fmla="*/ 3707943 w 7467600"/>
              <a:gd name="connsiteY944" fmla="*/ 65958 h 6858000"/>
              <a:gd name="connsiteX945" fmla="*/ 3721337 w 7467600"/>
              <a:gd name="connsiteY945" fmla="*/ 0 h 6858000"/>
              <a:gd name="connsiteX946" fmla="*/ 2867960 w 7467600"/>
              <a:gd name="connsiteY946" fmla="*/ 0 h 6858000"/>
              <a:gd name="connsiteX947" fmla="*/ 2926351 w 7467600"/>
              <a:gd name="connsiteY947" fmla="*/ 0 h 6858000"/>
              <a:gd name="connsiteX948" fmla="*/ 2902823 w 7467600"/>
              <a:gd name="connsiteY948" fmla="*/ 262929 h 6858000"/>
              <a:gd name="connsiteX949" fmla="*/ 2940663 w 7467600"/>
              <a:gd name="connsiteY949" fmla="*/ 140884 h 6858000"/>
              <a:gd name="connsiteX950" fmla="*/ 2947039 w 7467600"/>
              <a:gd name="connsiteY950" fmla="*/ 122524 h 6858000"/>
              <a:gd name="connsiteX951" fmla="*/ 2984316 w 7467600"/>
              <a:gd name="connsiteY951" fmla="*/ 0 h 6858000"/>
              <a:gd name="connsiteX952" fmla="*/ 3016114 w 7467600"/>
              <a:gd name="connsiteY952" fmla="*/ 0 h 6858000"/>
              <a:gd name="connsiteX953" fmla="*/ 2979949 w 7467600"/>
              <a:gd name="connsiteY953" fmla="*/ 119274 h 6858000"/>
              <a:gd name="connsiteX954" fmla="*/ 3023879 w 7467600"/>
              <a:gd name="connsiteY954" fmla="*/ 0 h 6858000"/>
              <a:gd name="connsiteX955" fmla="*/ 3105400 w 7467600"/>
              <a:gd name="connsiteY955" fmla="*/ 0 h 6858000"/>
              <a:gd name="connsiteX956" fmla="*/ 3094669 w 7467600"/>
              <a:gd name="connsiteY956" fmla="*/ 30308 h 6858000"/>
              <a:gd name="connsiteX957" fmla="*/ 2901945 w 7467600"/>
              <a:gd name="connsiteY957" fmla="*/ 466538 h 6858000"/>
              <a:gd name="connsiteX958" fmla="*/ 2815209 w 7467600"/>
              <a:gd name="connsiteY958" fmla="*/ 497361 h 6858000"/>
              <a:gd name="connsiteX959" fmla="*/ 2844845 w 7467600"/>
              <a:gd name="connsiteY959" fmla="*/ 127638 h 6858000"/>
              <a:gd name="connsiteX960" fmla="*/ 2867960 w 7467600"/>
              <a:gd name="connsiteY960" fmla="*/ 0 h 6858000"/>
              <a:gd name="connsiteX961" fmla="*/ 1057230 w 7467600"/>
              <a:gd name="connsiteY961" fmla="*/ 0 h 6858000"/>
              <a:gd name="connsiteX962" fmla="*/ 1111003 w 7467600"/>
              <a:gd name="connsiteY962" fmla="*/ 0 h 6858000"/>
              <a:gd name="connsiteX963" fmla="*/ 1125553 w 7467600"/>
              <a:gd name="connsiteY963" fmla="*/ 52588 h 6858000"/>
              <a:gd name="connsiteX964" fmla="*/ 1304276 w 7467600"/>
              <a:gd name="connsiteY964" fmla="*/ 476275 h 6858000"/>
              <a:gd name="connsiteX965" fmla="*/ 1492066 w 7467600"/>
              <a:gd name="connsiteY965" fmla="*/ 886333 h 6858000"/>
              <a:gd name="connsiteX966" fmla="*/ 1423698 w 7467600"/>
              <a:gd name="connsiteY966" fmla="*/ 710817 h 6858000"/>
              <a:gd name="connsiteX967" fmla="*/ 1357609 w 7467600"/>
              <a:gd name="connsiteY967" fmla="*/ 532892 h 6858000"/>
              <a:gd name="connsiteX968" fmla="*/ 1309550 w 7467600"/>
              <a:gd name="connsiteY968" fmla="*/ 374031 h 6858000"/>
              <a:gd name="connsiteX969" fmla="*/ 1193673 w 7467600"/>
              <a:gd name="connsiteY969" fmla="*/ 49533 h 6858000"/>
              <a:gd name="connsiteX970" fmla="*/ 1164391 w 7467600"/>
              <a:gd name="connsiteY970" fmla="*/ 0 h 6858000"/>
              <a:gd name="connsiteX971" fmla="*/ 1200666 w 7467600"/>
              <a:gd name="connsiteY971" fmla="*/ 0 h 6858000"/>
              <a:gd name="connsiteX972" fmla="*/ 1223408 w 7467600"/>
              <a:gd name="connsiteY972" fmla="*/ 38996 h 6858000"/>
              <a:gd name="connsiteX973" fmla="*/ 1339635 w 7467600"/>
              <a:gd name="connsiteY973" fmla="*/ 365517 h 6858000"/>
              <a:gd name="connsiteX974" fmla="*/ 1387469 w 7467600"/>
              <a:gd name="connsiteY974" fmla="*/ 523079 h 6858000"/>
              <a:gd name="connsiteX975" fmla="*/ 1452685 w 7467600"/>
              <a:gd name="connsiteY975" fmla="*/ 699806 h 6858000"/>
              <a:gd name="connsiteX976" fmla="*/ 1492092 w 7467600"/>
              <a:gd name="connsiteY976" fmla="*/ 800424 h 6858000"/>
              <a:gd name="connsiteX977" fmla="*/ 1455302 w 7467600"/>
              <a:gd name="connsiteY977" fmla="*/ 632913 h 6858000"/>
              <a:gd name="connsiteX978" fmla="*/ 1222336 w 7467600"/>
              <a:gd name="connsiteY978" fmla="*/ 9480 h 6858000"/>
              <a:gd name="connsiteX979" fmla="*/ 1214634 w 7467600"/>
              <a:gd name="connsiteY979" fmla="*/ 0 h 6858000"/>
              <a:gd name="connsiteX980" fmla="*/ 1289827 w 7467600"/>
              <a:gd name="connsiteY980" fmla="*/ 0 h 6858000"/>
              <a:gd name="connsiteX981" fmla="*/ 1321076 w 7467600"/>
              <a:gd name="connsiteY981" fmla="*/ 59722 h 6858000"/>
              <a:gd name="connsiteX982" fmla="*/ 1512579 w 7467600"/>
              <a:gd name="connsiteY982" fmla="*/ 626441 h 6858000"/>
              <a:gd name="connsiteX983" fmla="*/ 1506076 w 7467600"/>
              <a:gd name="connsiteY983" fmla="*/ 1089289 h 6858000"/>
              <a:gd name="connsiteX984" fmla="*/ 1486346 w 7467600"/>
              <a:gd name="connsiteY984" fmla="*/ 1079919 h 6858000"/>
              <a:gd name="connsiteX985" fmla="*/ 1070511 w 7467600"/>
              <a:gd name="connsiteY985" fmla="*/ 48609 h 6858000"/>
              <a:gd name="connsiteX986" fmla="*/ 1057230 w 7467600"/>
              <a:gd name="connsiteY986" fmla="*/ 0 h 6858000"/>
              <a:gd name="connsiteX987" fmla="*/ 43151 w 7467600"/>
              <a:gd name="connsiteY987" fmla="*/ 0 h 6858000"/>
              <a:gd name="connsiteX988" fmla="*/ 95283 w 7467600"/>
              <a:gd name="connsiteY988" fmla="*/ 0 h 6858000"/>
              <a:gd name="connsiteX989" fmla="*/ 300708 w 7467600"/>
              <a:gd name="connsiteY989" fmla="*/ 154571 h 6858000"/>
              <a:gd name="connsiteX990" fmla="*/ 530414 w 7467600"/>
              <a:gd name="connsiteY990" fmla="*/ 354673 h 6858000"/>
              <a:gd name="connsiteX991" fmla="*/ 333785 w 7467600"/>
              <a:gd name="connsiteY991" fmla="*/ 161564 h 6858000"/>
              <a:gd name="connsiteX992" fmla="*/ 147005 w 7467600"/>
              <a:gd name="connsiteY992" fmla="*/ 0 h 6858000"/>
              <a:gd name="connsiteX993" fmla="*/ 272509 w 7467600"/>
              <a:gd name="connsiteY993" fmla="*/ 0 h 6858000"/>
              <a:gd name="connsiteX994" fmla="*/ 326276 w 7467600"/>
              <a:gd name="connsiteY994" fmla="*/ 45847 h 6858000"/>
              <a:gd name="connsiteX995" fmla="*/ 823759 w 7467600"/>
              <a:gd name="connsiteY995" fmla="*/ 574145 h 6858000"/>
              <a:gd name="connsiteX996" fmla="*/ 811254 w 7467600"/>
              <a:gd name="connsiteY996" fmla="*/ 665546 h 6858000"/>
              <a:gd name="connsiteX997" fmla="*/ 154042 w 7467600"/>
              <a:gd name="connsiteY997" fmla="*/ 261522 h 6858000"/>
              <a:gd name="connsiteX998" fmla="*/ 13550 w 7467600"/>
              <a:gd name="connsiteY998" fmla="*/ 158423 h 6858000"/>
              <a:gd name="connsiteX999" fmla="*/ 0 w 7467600"/>
              <a:gd name="connsiteY999" fmla="*/ 146618 h 6858000"/>
              <a:gd name="connsiteX1000" fmla="*/ 0 w 7467600"/>
              <a:gd name="connsiteY1000" fmla="*/ 59161 h 6858000"/>
              <a:gd name="connsiteX1001" fmla="*/ 45427 w 7467600"/>
              <a:gd name="connsiteY1001" fmla="*/ 101078 h 6858000"/>
              <a:gd name="connsiteX1002" fmla="*/ 630103 w 7467600"/>
              <a:gd name="connsiteY1002" fmla="*/ 485885 h 6858000"/>
              <a:gd name="connsiteX1003" fmla="*/ 532040 w 7467600"/>
              <a:gd name="connsiteY1003" fmla="*/ 399359 h 6858000"/>
              <a:gd name="connsiteX1004" fmla="*/ 517618 w 7467600"/>
              <a:gd name="connsiteY1004" fmla="*/ 385726 h 6858000"/>
              <a:gd name="connsiteX1005" fmla="*/ 285074 w 7467600"/>
              <a:gd name="connsiteY1005" fmla="*/ 182755 h 6858000"/>
              <a:gd name="connsiteX1006" fmla="*/ 43151 w 7467600"/>
              <a:gd name="connsiteY100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7451412 w 7467600"/>
              <a:gd name="connsiteY844" fmla="*/ 799572 h 6858000"/>
              <a:gd name="connsiteX845" fmla="*/ 7467600 w 7467600"/>
              <a:gd name="connsiteY845" fmla="*/ 789215 h 6858000"/>
              <a:gd name="connsiteX846" fmla="*/ 7451412 w 7467600"/>
              <a:gd name="connsiteY846" fmla="*/ 799572 h 6858000"/>
              <a:gd name="connsiteX847" fmla="*/ 5905192 w 7467600"/>
              <a:gd name="connsiteY847" fmla="*/ 163079 h 6858000"/>
              <a:gd name="connsiteX848" fmla="*/ 5865655 w 7467600"/>
              <a:gd name="connsiteY848" fmla="*/ 171901 h 6858000"/>
              <a:gd name="connsiteX849" fmla="*/ 5259740 w 7467600"/>
              <a:gd name="connsiteY849" fmla="*/ 257013 h 6858000"/>
              <a:gd name="connsiteX850" fmla="*/ 5208466 w 7467600"/>
              <a:gd name="connsiteY850" fmla="*/ 257550 h 6858000"/>
              <a:gd name="connsiteX851" fmla="*/ 4980204 w 7467600"/>
              <a:gd name="connsiteY851" fmla="*/ 271903 h 6858000"/>
              <a:gd name="connsiteX852" fmla="*/ 5068068 w 7467600"/>
              <a:gd name="connsiteY852" fmla="*/ 282244 h 6858000"/>
              <a:gd name="connsiteX853" fmla="*/ 5153231 w 7467600"/>
              <a:gd name="connsiteY853" fmla="*/ 292240 h 6858000"/>
              <a:gd name="connsiteX854" fmla="*/ 5426491 w 7467600"/>
              <a:gd name="connsiteY854" fmla="*/ 281128 h 6858000"/>
              <a:gd name="connsiteX855" fmla="*/ 5731212 w 7467600"/>
              <a:gd name="connsiteY855" fmla="*/ 231951 h 6858000"/>
              <a:gd name="connsiteX856" fmla="*/ 5905192 w 7467600"/>
              <a:gd name="connsiteY856" fmla="*/ 163079 h 6858000"/>
              <a:gd name="connsiteX857" fmla="*/ 5944437 w 7467600"/>
              <a:gd name="connsiteY857" fmla="*/ 113829 h 6858000"/>
              <a:gd name="connsiteX858" fmla="*/ 5825032 w 7467600"/>
              <a:gd name="connsiteY858" fmla="*/ 146405 h 6858000"/>
              <a:gd name="connsiteX859" fmla="*/ 4955599 w 7467600"/>
              <a:gd name="connsiteY859" fmla="*/ 247008 h 6858000"/>
              <a:gd name="connsiteX860" fmla="*/ 5210104 w 7467600"/>
              <a:gd name="connsiteY860" fmla="*/ 228123 h 6858000"/>
              <a:gd name="connsiteX861" fmla="*/ 5261015 w 7467600"/>
              <a:gd name="connsiteY861" fmla="*/ 227087 h 6858000"/>
              <a:gd name="connsiteX862" fmla="*/ 5861181 w 7467600"/>
              <a:gd name="connsiteY862" fmla="*/ 143093 h 6858000"/>
              <a:gd name="connsiteX863" fmla="*/ 5961252 w 7467600"/>
              <a:gd name="connsiteY863" fmla="*/ 114820 h 6858000"/>
              <a:gd name="connsiteX864" fmla="*/ 5944437 w 7467600"/>
              <a:gd name="connsiteY864" fmla="*/ 113829 h 6858000"/>
              <a:gd name="connsiteX865" fmla="*/ 3882765 w 7467600"/>
              <a:gd name="connsiteY865" fmla="*/ 0 h 6858000"/>
              <a:gd name="connsiteX866" fmla="*/ 3995099 w 7467600"/>
              <a:gd name="connsiteY866" fmla="*/ 0 h 6858000"/>
              <a:gd name="connsiteX867" fmla="*/ 4163818 w 7467600"/>
              <a:gd name="connsiteY867" fmla="*/ 234104 h 6858000"/>
              <a:gd name="connsiteX868" fmla="*/ 4172099 w 7467600"/>
              <a:gd name="connsiteY868" fmla="*/ 234207 h 6858000"/>
              <a:gd name="connsiteX869" fmla="*/ 4784282 w 7467600"/>
              <a:gd name="connsiteY869" fmla="*/ 276561 h 6858000"/>
              <a:gd name="connsiteX870" fmla="*/ 4801687 w 7467600"/>
              <a:gd name="connsiteY870" fmla="*/ 267764 h 6858000"/>
              <a:gd name="connsiteX871" fmla="*/ 6082788 w 7467600"/>
              <a:gd name="connsiteY871" fmla="*/ 64119 h 6858000"/>
              <a:gd name="connsiteX872" fmla="*/ 6099442 w 7467600"/>
              <a:gd name="connsiteY872" fmla="*/ 82568 h 6858000"/>
              <a:gd name="connsiteX873" fmla="*/ 4804137 w 7467600"/>
              <a:gd name="connsiteY873" fmla="*/ 320931 h 6858000"/>
              <a:gd name="connsiteX874" fmla="*/ 4227047 w 7467600"/>
              <a:gd name="connsiteY874" fmla="*/ 313415 h 6858000"/>
              <a:gd name="connsiteX875" fmla="*/ 4346041 w 7467600"/>
              <a:gd name="connsiteY875" fmla="*/ 456086 h 6858000"/>
              <a:gd name="connsiteX876" fmla="*/ 4870967 w 7467600"/>
              <a:gd name="connsiteY876" fmla="*/ 963061 h 6858000"/>
              <a:gd name="connsiteX877" fmla="*/ 4889647 w 7467600"/>
              <a:gd name="connsiteY877" fmla="*/ 957147 h 6858000"/>
              <a:gd name="connsiteX878" fmla="*/ 5422504 w 7467600"/>
              <a:gd name="connsiteY878" fmla="*/ 805191 h 6858000"/>
              <a:gd name="connsiteX879" fmla="*/ 6087656 w 7467600"/>
              <a:gd name="connsiteY879" fmla="*/ 826703 h 6858000"/>
              <a:gd name="connsiteX880" fmla="*/ 6058717 w 7467600"/>
              <a:gd name="connsiteY880" fmla="*/ 865992 h 6858000"/>
              <a:gd name="connsiteX881" fmla="*/ 4974153 w 7467600"/>
              <a:gd name="connsiteY881" fmla="*/ 1045456 h 6858000"/>
              <a:gd name="connsiteX882" fmla="*/ 5627835 w 7467600"/>
              <a:gd name="connsiteY882" fmla="*/ 1472077 h 6858000"/>
              <a:gd name="connsiteX883" fmla="*/ 5629817 w 7467600"/>
              <a:gd name="connsiteY883" fmla="*/ 1471412 h 6858000"/>
              <a:gd name="connsiteX884" fmla="*/ 5634124 w 7467600"/>
              <a:gd name="connsiteY884" fmla="*/ 1470572 h 6858000"/>
              <a:gd name="connsiteX885" fmla="*/ 5755832 w 7467600"/>
              <a:gd name="connsiteY885" fmla="*/ 1383886 h 6858000"/>
              <a:gd name="connsiteX886" fmla="*/ 6014186 w 7467600"/>
              <a:gd name="connsiteY886" fmla="*/ 1279799 h 6858000"/>
              <a:gd name="connsiteX887" fmla="*/ 6901619 w 7467600"/>
              <a:gd name="connsiteY887" fmla="*/ 1047874 h 6858000"/>
              <a:gd name="connsiteX888" fmla="*/ 6931566 w 7467600"/>
              <a:gd name="connsiteY888" fmla="*/ 1062034 h 6858000"/>
              <a:gd name="connsiteX889" fmla="*/ 5790982 w 7467600"/>
              <a:gd name="connsiteY889" fmla="*/ 1561380 h 6858000"/>
              <a:gd name="connsiteX890" fmla="*/ 6188971 w 7467600"/>
              <a:gd name="connsiteY890" fmla="*/ 1755168 h 6858000"/>
              <a:gd name="connsiteX891" fmla="*/ 6202446 w 7467600"/>
              <a:gd name="connsiteY891" fmla="*/ 1752268 h 6858000"/>
              <a:gd name="connsiteX892" fmla="*/ 7179560 w 7467600"/>
              <a:gd name="connsiteY892" fmla="*/ 1467551 h 6858000"/>
              <a:gd name="connsiteX893" fmla="*/ 7158730 w 7467600"/>
              <a:gd name="connsiteY893" fmla="*/ 1507835 h 6858000"/>
              <a:gd name="connsiteX894" fmla="*/ 6326959 w 7467600"/>
              <a:gd name="connsiteY894" fmla="*/ 1817686 h 6858000"/>
              <a:gd name="connsiteX895" fmla="*/ 6537433 w 7467600"/>
              <a:gd name="connsiteY895" fmla="*/ 1907790 h 6858000"/>
              <a:gd name="connsiteX896" fmla="*/ 6550221 w 7467600"/>
              <a:gd name="connsiteY896" fmla="*/ 1910729 h 6858000"/>
              <a:gd name="connsiteX897" fmla="*/ 6964438 w 7467600"/>
              <a:gd name="connsiteY897" fmla="*/ 2209505 h 6858000"/>
              <a:gd name="connsiteX898" fmla="*/ 7367862 w 7467600"/>
              <a:gd name="connsiteY898" fmla="*/ 2806833 h 6858000"/>
              <a:gd name="connsiteX899" fmla="*/ 7364329 w 7467600"/>
              <a:gd name="connsiteY899" fmla="*/ 2826907 h 6858000"/>
              <a:gd name="connsiteX900" fmla="*/ 7290545 w 7467600"/>
              <a:gd name="connsiteY900" fmla="*/ 2850663 h 6858000"/>
              <a:gd name="connsiteX901" fmla="*/ 6472036 w 7467600"/>
              <a:gd name="connsiteY901" fmla="*/ 1959003 h 6858000"/>
              <a:gd name="connsiteX902" fmla="*/ 5792897 w 7467600"/>
              <a:gd name="connsiteY902" fmla="*/ 1647747 h 6858000"/>
              <a:gd name="connsiteX903" fmla="*/ 5842751 w 7467600"/>
              <a:gd name="connsiteY903" fmla="*/ 1816112 h 6858000"/>
              <a:gd name="connsiteX904" fmla="*/ 5847424 w 7467600"/>
              <a:gd name="connsiteY904" fmla="*/ 1815776 h 6858000"/>
              <a:gd name="connsiteX905" fmla="*/ 6399821 w 7467600"/>
              <a:gd name="connsiteY905" fmla="*/ 2344799 h 6858000"/>
              <a:gd name="connsiteX906" fmla="*/ 6323232 w 7467600"/>
              <a:gd name="connsiteY906" fmla="*/ 2389634 h 6858000"/>
              <a:gd name="connsiteX907" fmla="*/ 5942958 w 7467600"/>
              <a:gd name="connsiteY907" fmla="*/ 2077708 h 6858000"/>
              <a:gd name="connsiteX908" fmla="*/ 5921559 w 7467600"/>
              <a:gd name="connsiteY908" fmla="*/ 2378596 h 6858000"/>
              <a:gd name="connsiteX909" fmla="*/ 5817651 w 7467600"/>
              <a:gd name="connsiteY909" fmla="*/ 3023919 h 6858000"/>
              <a:gd name="connsiteX910" fmla="*/ 5729634 w 7467600"/>
              <a:gd name="connsiteY910" fmla="*/ 3051849 h 6858000"/>
              <a:gd name="connsiteX911" fmla="*/ 5611018 w 7467600"/>
              <a:gd name="connsiteY911" fmla="*/ 2316769 h 6858000"/>
              <a:gd name="connsiteX912" fmla="*/ 5687608 w 7467600"/>
              <a:gd name="connsiteY912" fmla="*/ 2039972 h 6858000"/>
              <a:gd name="connsiteX913" fmla="*/ 5657554 w 7467600"/>
              <a:gd name="connsiteY913" fmla="*/ 1576445 h 6858000"/>
              <a:gd name="connsiteX914" fmla="*/ 5150475 w 7467600"/>
              <a:gd name="connsiteY914" fmla="*/ 1274012 h 6858000"/>
              <a:gd name="connsiteX915" fmla="*/ 5349142 w 7467600"/>
              <a:gd name="connsiteY915" fmla="*/ 2204405 h 6858000"/>
              <a:gd name="connsiteX916" fmla="*/ 5262214 w 7467600"/>
              <a:gd name="connsiteY916" fmla="*/ 2233836 h 6858000"/>
              <a:gd name="connsiteX917" fmla="*/ 4981539 w 7467600"/>
              <a:gd name="connsiteY917" fmla="*/ 1542201 h 6858000"/>
              <a:gd name="connsiteX918" fmla="*/ 4958461 w 7467600"/>
              <a:gd name="connsiteY918" fmla="*/ 1136957 h 6858000"/>
              <a:gd name="connsiteX919" fmla="*/ 4655015 w 7467600"/>
              <a:gd name="connsiteY919" fmla="*/ 891426 h 6858000"/>
              <a:gd name="connsiteX920" fmla="*/ 4348002 w 7467600"/>
              <a:gd name="connsiteY920" fmla="*/ 2205895 h 6858000"/>
              <a:gd name="connsiteX921" fmla="*/ 4262250 w 7467600"/>
              <a:gd name="connsiteY921" fmla="*/ 2219972 h 6858000"/>
              <a:gd name="connsiteX922" fmla="*/ 4550611 w 7467600"/>
              <a:gd name="connsiteY922" fmla="*/ 817540 h 6858000"/>
              <a:gd name="connsiteX923" fmla="*/ 4564418 w 7467600"/>
              <a:gd name="connsiteY923" fmla="*/ 808293 h 6858000"/>
              <a:gd name="connsiteX924" fmla="*/ 4266388 w 7467600"/>
              <a:gd name="connsiteY924" fmla="*/ 500083 h 6858000"/>
              <a:gd name="connsiteX925" fmla="*/ 4032842 w 7467600"/>
              <a:gd name="connsiteY925" fmla="*/ 211809 h 6858000"/>
              <a:gd name="connsiteX926" fmla="*/ 3882765 w 7467600"/>
              <a:gd name="connsiteY926" fmla="*/ 0 h 6858000"/>
              <a:gd name="connsiteX927" fmla="*/ 3721337 w 7467600"/>
              <a:gd name="connsiteY927" fmla="*/ 0 h 6858000"/>
              <a:gd name="connsiteX928" fmla="*/ 3797544 w 7467600"/>
              <a:gd name="connsiteY928" fmla="*/ 0 h 6858000"/>
              <a:gd name="connsiteX929" fmla="*/ 3775734 w 7467600"/>
              <a:gd name="connsiteY929" fmla="*/ 95131 h 6858000"/>
              <a:gd name="connsiteX930" fmla="*/ 3724807 w 7467600"/>
              <a:gd name="connsiteY930" fmla="*/ 272257 h 6858000"/>
              <a:gd name="connsiteX931" fmla="*/ 3726844 w 7467600"/>
              <a:gd name="connsiteY931" fmla="*/ 282988 h 6858000"/>
              <a:gd name="connsiteX932" fmla="*/ 3742664 w 7467600"/>
              <a:gd name="connsiteY932" fmla="*/ 279918 h 6858000"/>
              <a:gd name="connsiteX933" fmla="*/ 4103910 w 7467600"/>
              <a:gd name="connsiteY933" fmla="*/ 1161917 h 6858000"/>
              <a:gd name="connsiteX934" fmla="*/ 4020269 w 7467600"/>
              <a:gd name="connsiteY934" fmla="*/ 1200406 h 6858000"/>
              <a:gd name="connsiteX935" fmla="*/ 3674882 w 7467600"/>
              <a:gd name="connsiteY935" fmla="*/ 488524 h 6858000"/>
              <a:gd name="connsiteX936" fmla="*/ 3132682 w 7467600"/>
              <a:gd name="connsiteY936" fmla="*/ 1072284 h 6858000"/>
              <a:gd name="connsiteX937" fmla="*/ 2716346 w 7467600"/>
              <a:gd name="connsiteY937" fmla="*/ 1276376 h 6858000"/>
              <a:gd name="connsiteX938" fmla="*/ 2716772 w 7467600"/>
              <a:gd name="connsiteY938" fmla="*/ 1255462 h 6858000"/>
              <a:gd name="connsiteX939" fmla="*/ 3471096 w 7467600"/>
              <a:gd name="connsiteY939" fmla="*/ 437072 h 6858000"/>
              <a:gd name="connsiteX940" fmla="*/ 3639057 w 7467600"/>
              <a:gd name="connsiteY940" fmla="*/ 286334 h 6858000"/>
              <a:gd name="connsiteX941" fmla="*/ 3640309 w 7467600"/>
              <a:gd name="connsiteY941" fmla="*/ 284664 h 6858000"/>
              <a:gd name="connsiteX942" fmla="*/ 3646022 w 7467600"/>
              <a:gd name="connsiteY942" fmla="*/ 276711 h 6858000"/>
              <a:gd name="connsiteX943" fmla="*/ 3707943 w 7467600"/>
              <a:gd name="connsiteY943" fmla="*/ 65958 h 6858000"/>
              <a:gd name="connsiteX944" fmla="*/ 3721337 w 7467600"/>
              <a:gd name="connsiteY944" fmla="*/ 0 h 6858000"/>
              <a:gd name="connsiteX945" fmla="*/ 2867960 w 7467600"/>
              <a:gd name="connsiteY945" fmla="*/ 0 h 6858000"/>
              <a:gd name="connsiteX946" fmla="*/ 2926351 w 7467600"/>
              <a:gd name="connsiteY946" fmla="*/ 0 h 6858000"/>
              <a:gd name="connsiteX947" fmla="*/ 2902823 w 7467600"/>
              <a:gd name="connsiteY947" fmla="*/ 262929 h 6858000"/>
              <a:gd name="connsiteX948" fmla="*/ 2940663 w 7467600"/>
              <a:gd name="connsiteY948" fmla="*/ 140884 h 6858000"/>
              <a:gd name="connsiteX949" fmla="*/ 2947039 w 7467600"/>
              <a:gd name="connsiteY949" fmla="*/ 122524 h 6858000"/>
              <a:gd name="connsiteX950" fmla="*/ 2984316 w 7467600"/>
              <a:gd name="connsiteY950" fmla="*/ 0 h 6858000"/>
              <a:gd name="connsiteX951" fmla="*/ 3016114 w 7467600"/>
              <a:gd name="connsiteY951" fmla="*/ 0 h 6858000"/>
              <a:gd name="connsiteX952" fmla="*/ 2979949 w 7467600"/>
              <a:gd name="connsiteY952" fmla="*/ 119274 h 6858000"/>
              <a:gd name="connsiteX953" fmla="*/ 3023879 w 7467600"/>
              <a:gd name="connsiteY953" fmla="*/ 0 h 6858000"/>
              <a:gd name="connsiteX954" fmla="*/ 3105400 w 7467600"/>
              <a:gd name="connsiteY954" fmla="*/ 0 h 6858000"/>
              <a:gd name="connsiteX955" fmla="*/ 3094669 w 7467600"/>
              <a:gd name="connsiteY955" fmla="*/ 30308 h 6858000"/>
              <a:gd name="connsiteX956" fmla="*/ 2901945 w 7467600"/>
              <a:gd name="connsiteY956" fmla="*/ 466538 h 6858000"/>
              <a:gd name="connsiteX957" fmla="*/ 2815209 w 7467600"/>
              <a:gd name="connsiteY957" fmla="*/ 497361 h 6858000"/>
              <a:gd name="connsiteX958" fmla="*/ 2844845 w 7467600"/>
              <a:gd name="connsiteY958" fmla="*/ 127638 h 6858000"/>
              <a:gd name="connsiteX959" fmla="*/ 2867960 w 7467600"/>
              <a:gd name="connsiteY959" fmla="*/ 0 h 6858000"/>
              <a:gd name="connsiteX960" fmla="*/ 1057230 w 7467600"/>
              <a:gd name="connsiteY960" fmla="*/ 0 h 6858000"/>
              <a:gd name="connsiteX961" fmla="*/ 1111003 w 7467600"/>
              <a:gd name="connsiteY961" fmla="*/ 0 h 6858000"/>
              <a:gd name="connsiteX962" fmla="*/ 1125553 w 7467600"/>
              <a:gd name="connsiteY962" fmla="*/ 52588 h 6858000"/>
              <a:gd name="connsiteX963" fmla="*/ 1304276 w 7467600"/>
              <a:gd name="connsiteY963" fmla="*/ 476275 h 6858000"/>
              <a:gd name="connsiteX964" fmla="*/ 1492066 w 7467600"/>
              <a:gd name="connsiteY964" fmla="*/ 886333 h 6858000"/>
              <a:gd name="connsiteX965" fmla="*/ 1423698 w 7467600"/>
              <a:gd name="connsiteY965" fmla="*/ 710817 h 6858000"/>
              <a:gd name="connsiteX966" fmla="*/ 1357609 w 7467600"/>
              <a:gd name="connsiteY966" fmla="*/ 532892 h 6858000"/>
              <a:gd name="connsiteX967" fmla="*/ 1309550 w 7467600"/>
              <a:gd name="connsiteY967" fmla="*/ 374031 h 6858000"/>
              <a:gd name="connsiteX968" fmla="*/ 1193673 w 7467600"/>
              <a:gd name="connsiteY968" fmla="*/ 49533 h 6858000"/>
              <a:gd name="connsiteX969" fmla="*/ 1164391 w 7467600"/>
              <a:gd name="connsiteY969" fmla="*/ 0 h 6858000"/>
              <a:gd name="connsiteX970" fmla="*/ 1200666 w 7467600"/>
              <a:gd name="connsiteY970" fmla="*/ 0 h 6858000"/>
              <a:gd name="connsiteX971" fmla="*/ 1223408 w 7467600"/>
              <a:gd name="connsiteY971" fmla="*/ 38996 h 6858000"/>
              <a:gd name="connsiteX972" fmla="*/ 1339635 w 7467600"/>
              <a:gd name="connsiteY972" fmla="*/ 365517 h 6858000"/>
              <a:gd name="connsiteX973" fmla="*/ 1387469 w 7467600"/>
              <a:gd name="connsiteY973" fmla="*/ 523079 h 6858000"/>
              <a:gd name="connsiteX974" fmla="*/ 1452685 w 7467600"/>
              <a:gd name="connsiteY974" fmla="*/ 699806 h 6858000"/>
              <a:gd name="connsiteX975" fmla="*/ 1492092 w 7467600"/>
              <a:gd name="connsiteY975" fmla="*/ 800424 h 6858000"/>
              <a:gd name="connsiteX976" fmla="*/ 1455302 w 7467600"/>
              <a:gd name="connsiteY976" fmla="*/ 632913 h 6858000"/>
              <a:gd name="connsiteX977" fmla="*/ 1222336 w 7467600"/>
              <a:gd name="connsiteY977" fmla="*/ 9480 h 6858000"/>
              <a:gd name="connsiteX978" fmla="*/ 1214634 w 7467600"/>
              <a:gd name="connsiteY978" fmla="*/ 0 h 6858000"/>
              <a:gd name="connsiteX979" fmla="*/ 1289827 w 7467600"/>
              <a:gd name="connsiteY979" fmla="*/ 0 h 6858000"/>
              <a:gd name="connsiteX980" fmla="*/ 1321076 w 7467600"/>
              <a:gd name="connsiteY980" fmla="*/ 59722 h 6858000"/>
              <a:gd name="connsiteX981" fmla="*/ 1512579 w 7467600"/>
              <a:gd name="connsiteY981" fmla="*/ 626441 h 6858000"/>
              <a:gd name="connsiteX982" fmla="*/ 1506076 w 7467600"/>
              <a:gd name="connsiteY982" fmla="*/ 1089289 h 6858000"/>
              <a:gd name="connsiteX983" fmla="*/ 1486346 w 7467600"/>
              <a:gd name="connsiteY983" fmla="*/ 1079919 h 6858000"/>
              <a:gd name="connsiteX984" fmla="*/ 1070511 w 7467600"/>
              <a:gd name="connsiteY984" fmla="*/ 48609 h 6858000"/>
              <a:gd name="connsiteX985" fmla="*/ 1057230 w 7467600"/>
              <a:gd name="connsiteY985" fmla="*/ 0 h 6858000"/>
              <a:gd name="connsiteX986" fmla="*/ 43151 w 7467600"/>
              <a:gd name="connsiteY986" fmla="*/ 0 h 6858000"/>
              <a:gd name="connsiteX987" fmla="*/ 95283 w 7467600"/>
              <a:gd name="connsiteY987" fmla="*/ 0 h 6858000"/>
              <a:gd name="connsiteX988" fmla="*/ 300708 w 7467600"/>
              <a:gd name="connsiteY988" fmla="*/ 154571 h 6858000"/>
              <a:gd name="connsiteX989" fmla="*/ 530414 w 7467600"/>
              <a:gd name="connsiteY989" fmla="*/ 354673 h 6858000"/>
              <a:gd name="connsiteX990" fmla="*/ 333785 w 7467600"/>
              <a:gd name="connsiteY990" fmla="*/ 161564 h 6858000"/>
              <a:gd name="connsiteX991" fmla="*/ 147005 w 7467600"/>
              <a:gd name="connsiteY991" fmla="*/ 0 h 6858000"/>
              <a:gd name="connsiteX992" fmla="*/ 272509 w 7467600"/>
              <a:gd name="connsiteY992" fmla="*/ 0 h 6858000"/>
              <a:gd name="connsiteX993" fmla="*/ 326276 w 7467600"/>
              <a:gd name="connsiteY993" fmla="*/ 45847 h 6858000"/>
              <a:gd name="connsiteX994" fmla="*/ 823759 w 7467600"/>
              <a:gd name="connsiteY994" fmla="*/ 574145 h 6858000"/>
              <a:gd name="connsiteX995" fmla="*/ 811254 w 7467600"/>
              <a:gd name="connsiteY995" fmla="*/ 665546 h 6858000"/>
              <a:gd name="connsiteX996" fmla="*/ 154042 w 7467600"/>
              <a:gd name="connsiteY996" fmla="*/ 261522 h 6858000"/>
              <a:gd name="connsiteX997" fmla="*/ 13550 w 7467600"/>
              <a:gd name="connsiteY997" fmla="*/ 158423 h 6858000"/>
              <a:gd name="connsiteX998" fmla="*/ 0 w 7467600"/>
              <a:gd name="connsiteY998" fmla="*/ 146618 h 6858000"/>
              <a:gd name="connsiteX999" fmla="*/ 0 w 7467600"/>
              <a:gd name="connsiteY999" fmla="*/ 59161 h 6858000"/>
              <a:gd name="connsiteX1000" fmla="*/ 45427 w 7467600"/>
              <a:gd name="connsiteY1000" fmla="*/ 101078 h 6858000"/>
              <a:gd name="connsiteX1001" fmla="*/ 630103 w 7467600"/>
              <a:gd name="connsiteY1001" fmla="*/ 485885 h 6858000"/>
              <a:gd name="connsiteX1002" fmla="*/ 532040 w 7467600"/>
              <a:gd name="connsiteY1002" fmla="*/ 399359 h 6858000"/>
              <a:gd name="connsiteX1003" fmla="*/ 517618 w 7467600"/>
              <a:gd name="connsiteY1003" fmla="*/ 385726 h 6858000"/>
              <a:gd name="connsiteX1004" fmla="*/ 285074 w 7467600"/>
              <a:gd name="connsiteY1004" fmla="*/ 182755 h 6858000"/>
              <a:gd name="connsiteX1005" fmla="*/ 43151 w 7467600"/>
              <a:gd name="connsiteY100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5905192 w 7467600"/>
              <a:gd name="connsiteY844" fmla="*/ 163079 h 6858000"/>
              <a:gd name="connsiteX845" fmla="*/ 5865655 w 7467600"/>
              <a:gd name="connsiteY845" fmla="*/ 171901 h 6858000"/>
              <a:gd name="connsiteX846" fmla="*/ 5259740 w 7467600"/>
              <a:gd name="connsiteY846" fmla="*/ 257013 h 6858000"/>
              <a:gd name="connsiteX847" fmla="*/ 5208466 w 7467600"/>
              <a:gd name="connsiteY847" fmla="*/ 257550 h 6858000"/>
              <a:gd name="connsiteX848" fmla="*/ 4980204 w 7467600"/>
              <a:gd name="connsiteY848" fmla="*/ 271903 h 6858000"/>
              <a:gd name="connsiteX849" fmla="*/ 5068068 w 7467600"/>
              <a:gd name="connsiteY849" fmla="*/ 282244 h 6858000"/>
              <a:gd name="connsiteX850" fmla="*/ 5153231 w 7467600"/>
              <a:gd name="connsiteY850" fmla="*/ 292240 h 6858000"/>
              <a:gd name="connsiteX851" fmla="*/ 5426491 w 7467600"/>
              <a:gd name="connsiteY851" fmla="*/ 281128 h 6858000"/>
              <a:gd name="connsiteX852" fmla="*/ 5731212 w 7467600"/>
              <a:gd name="connsiteY852" fmla="*/ 231951 h 6858000"/>
              <a:gd name="connsiteX853" fmla="*/ 5905192 w 7467600"/>
              <a:gd name="connsiteY853" fmla="*/ 163079 h 6858000"/>
              <a:gd name="connsiteX854" fmla="*/ 5944437 w 7467600"/>
              <a:gd name="connsiteY854" fmla="*/ 113829 h 6858000"/>
              <a:gd name="connsiteX855" fmla="*/ 5825032 w 7467600"/>
              <a:gd name="connsiteY855" fmla="*/ 146405 h 6858000"/>
              <a:gd name="connsiteX856" fmla="*/ 4955599 w 7467600"/>
              <a:gd name="connsiteY856" fmla="*/ 247008 h 6858000"/>
              <a:gd name="connsiteX857" fmla="*/ 5210104 w 7467600"/>
              <a:gd name="connsiteY857" fmla="*/ 228123 h 6858000"/>
              <a:gd name="connsiteX858" fmla="*/ 5261015 w 7467600"/>
              <a:gd name="connsiteY858" fmla="*/ 227087 h 6858000"/>
              <a:gd name="connsiteX859" fmla="*/ 5861181 w 7467600"/>
              <a:gd name="connsiteY859" fmla="*/ 143093 h 6858000"/>
              <a:gd name="connsiteX860" fmla="*/ 5961252 w 7467600"/>
              <a:gd name="connsiteY860" fmla="*/ 114820 h 6858000"/>
              <a:gd name="connsiteX861" fmla="*/ 5944437 w 7467600"/>
              <a:gd name="connsiteY861" fmla="*/ 113829 h 6858000"/>
              <a:gd name="connsiteX862" fmla="*/ 3882765 w 7467600"/>
              <a:gd name="connsiteY862" fmla="*/ 0 h 6858000"/>
              <a:gd name="connsiteX863" fmla="*/ 3995099 w 7467600"/>
              <a:gd name="connsiteY863" fmla="*/ 0 h 6858000"/>
              <a:gd name="connsiteX864" fmla="*/ 4163818 w 7467600"/>
              <a:gd name="connsiteY864" fmla="*/ 234104 h 6858000"/>
              <a:gd name="connsiteX865" fmla="*/ 4172099 w 7467600"/>
              <a:gd name="connsiteY865" fmla="*/ 234207 h 6858000"/>
              <a:gd name="connsiteX866" fmla="*/ 4784282 w 7467600"/>
              <a:gd name="connsiteY866" fmla="*/ 276561 h 6858000"/>
              <a:gd name="connsiteX867" fmla="*/ 4801687 w 7467600"/>
              <a:gd name="connsiteY867" fmla="*/ 267764 h 6858000"/>
              <a:gd name="connsiteX868" fmla="*/ 6082788 w 7467600"/>
              <a:gd name="connsiteY868" fmla="*/ 64119 h 6858000"/>
              <a:gd name="connsiteX869" fmla="*/ 6099442 w 7467600"/>
              <a:gd name="connsiteY869" fmla="*/ 82568 h 6858000"/>
              <a:gd name="connsiteX870" fmla="*/ 4804137 w 7467600"/>
              <a:gd name="connsiteY870" fmla="*/ 320931 h 6858000"/>
              <a:gd name="connsiteX871" fmla="*/ 4227047 w 7467600"/>
              <a:gd name="connsiteY871" fmla="*/ 313415 h 6858000"/>
              <a:gd name="connsiteX872" fmla="*/ 4346041 w 7467600"/>
              <a:gd name="connsiteY872" fmla="*/ 456086 h 6858000"/>
              <a:gd name="connsiteX873" fmla="*/ 4870967 w 7467600"/>
              <a:gd name="connsiteY873" fmla="*/ 963061 h 6858000"/>
              <a:gd name="connsiteX874" fmla="*/ 4889647 w 7467600"/>
              <a:gd name="connsiteY874" fmla="*/ 957147 h 6858000"/>
              <a:gd name="connsiteX875" fmla="*/ 5422504 w 7467600"/>
              <a:gd name="connsiteY875" fmla="*/ 805191 h 6858000"/>
              <a:gd name="connsiteX876" fmla="*/ 6087656 w 7467600"/>
              <a:gd name="connsiteY876" fmla="*/ 826703 h 6858000"/>
              <a:gd name="connsiteX877" fmla="*/ 6058717 w 7467600"/>
              <a:gd name="connsiteY877" fmla="*/ 865992 h 6858000"/>
              <a:gd name="connsiteX878" fmla="*/ 4974153 w 7467600"/>
              <a:gd name="connsiteY878" fmla="*/ 1045456 h 6858000"/>
              <a:gd name="connsiteX879" fmla="*/ 5627835 w 7467600"/>
              <a:gd name="connsiteY879" fmla="*/ 1472077 h 6858000"/>
              <a:gd name="connsiteX880" fmla="*/ 5629817 w 7467600"/>
              <a:gd name="connsiteY880" fmla="*/ 1471412 h 6858000"/>
              <a:gd name="connsiteX881" fmla="*/ 5634124 w 7467600"/>
              <a:gd name="connsiteY881" fmla="*/ 1470572 h 6858000"/>
              <a:gd name="connsiteX882" fmla="*/ 5755832 w 7467600"/>
              <a:gd name="connsiteY882" fmla="*/ 1383886 h 6858000"/>
              <a:gd name="connsiteX883" fmla="*/ 6014186 w 7467600"/>
              <a:gd name="connsiteY883" fmla="*/ 1279799 h 6858000"/>
              <a:gd name="connsiteX884" fmla="*/ 6901619 w 7467600"/>
              <a:gd name="connsiteY884" fmla="*/ 1047874 h 6858000"/>
              <a:gd name="connsiteX885" fmla="*/ 6931566 w 7467600"/>
              <a:gd name="connsiteY885" fmla="*/ 1062034 h 6858000"/>
              <a:gd name="connsiteX886" fmla="*/ 5790982 w 7467600"/>
              <a:gd name="connsiteY886" fmla="*/ 1561380 h 6858000"/>
              <a:gd name="connsiteX887" fmla="*/ 6188971 w 7467600"/>
              <a:gd name="connsiteY887" fmla="*/ 1755168 h 6858000"/>
              <a:gd name="connsiteX888" fmla="*/ 6202446 w 7467600"/>
              <a:gd name="connsiteY888" fmla="*/ 1752268 h 6858000"/>
              <a:gd name="connsiteX889" fmla="*/ 7179560 w 7467600"/>
              <a:gd name="connsiteY889" fmla="*/ 1467551 h 6858000"/>
              <a:gd name="connsiteX890" fmla="*/ 7158730 w 7467600"/>
              <a:gd name="connsiteY890" fmla="*/ 1507835 h 6858000"/>
              <a:gd name="connsiteX891" fmla="*/ 6326959 w 7467600"/>
              <a:gd name="connsiteY891" fmla="*/ 1817686 h 6858000"/>
              <a:gd name="connsiteX892" fmla="*/ 6537433 w 7467600"/>
              <a:gd name="connsiteY892" fmla="*/ 1907790 h 6858000"/>
              <a:gd name="connsiteX893" fmla="*/ 6550221 w 7467600"/>
              <a:gd name="connsiteY893" fmla="*/ 1910729 h 6858000"/>
              <a:gd name="connsiteX894" fmla="*/ 6964438 w 7467600"/>
              <a:gd name="connsiteY894" fmla="*/ 2209505 h 6858000"/>
              <a:gd name="connsiteX895" fmla="*/ 7367862 w 7467600"/>
              <a:gd name="connsiteY895" fmla="*/ 2806833 h 6858000"/>
              <a:gd name="connsiteX896" fmla="*/ 7364329 w 7467600"/>
              <a:gd name="connsiteY896" fmla="*/ 2826907 h 6858000"/>
              <a:gd name="connsiteX897" fmla="*/ 7290545 w 7467600"/>
              <a:gd name="connsiteY897" fmla="*/ 2850663 h 6858000"/>
              <a:gd name="connsiteX898" fmla="*/ 6472036 w 7467600"/>
              <a:gd name="connsiteY898" fmla="*/ 1959003 h 6858000"/>
              <a:gd name="connsiteX899" fmla="*/ 5792897 w 7467600"/>
              <a:gd name="connsiteY899" fmla="*/ 1647747 h 6858000"/>
              <a:gd name="connsiteX900" fmla="*/ 5842751 w 7467600"/>
              <a:gd name="connsiteY900" fmla="*/ 1816112 h 6858000"/>
              <a:gd name="connsiteX901" fmla="*/ 5847424 w 7467600"/>
              <a:gd name="connsiteY901" fmla="*/ 1815776 h 6858000"/>
              <a:gd name="connsiteX902" fmla="*/ 6399821 w 7467600"/>
              <a:gd name="connsiteY902" fmla="*/ 2344799 h 6858000"/>
              <a:gd name="connsiteX903" fmla="*/ 6323232 w 7467600"/>
              <a:gd name="connsiteY903" fmla="*/ 2389634 h 6858000"/>
              <a:gd name="connsiteX904" fmla="*/ 5942958 w 7467600"/>
              <a:gd name="connsiteY904" fmla="*/ 2077708 h 6858000"/>
              <a:gd name="connsiteX905" fmla="*/ 5921559 w 7467600"/>
              <a:gd name="connsiteY905" fmla="*/ 2378596 h 6858000"/>
              <a:gd name="connsiteX906" fmla="*/ 5817651 w 7467600"/>
              <a:gd name="connsiteY906" fmla="*/ 3023919 h 6858000"/>
              <a:gd name="connsiteX907" fmla="*/ 5729634 w 7467600"/>
              <a:gd name="connsiteY907" fmla="*/ 3051849 h 6858000"/>
              <a:gd name="connsiteX908" fmla="*/ 5611018 w 7467600"/>
              <a:gd name="connsiteY908" fmla="*/ 2316769 h 6858000"/>
              <a:gd name="connsiteX909" fmla="*/ 5687608 w 7467600"/>
              <a:gd name="connsiteY909" fmla="*/ 2039972 h 6858000"/>
              <a:gd name="connsiteX910" fmla="*/ 5657554 w 7467600"/>
              <a:gd name="connsiteY910" fmla="*/ 1576445 h 6858000"/>
              <a:gd name="connsiteX911" fmla="*/ 5150475 w 7467600"/>
              <a:gd name="connsiteY911" fmla="*/ 1274012 h 6858000"/>
              <a:gd name="connsiteX912" fmla="*/ 5349142 w 7467600"/>
              <a:gd name="connsiteY912" fmla="*/ 2204405 h 6858000"/>
              <a:gd name="connsiteX913" fmla="*/ 5262214 w 7467600"/>
              <a:gd name="connsiteY913" fmla="*/ 2233836 h 6858000"/>
              <a:gd name="connsiteX914" fmla="*/ 4981539 w 7467600"/>
              <a:gd name="connsiteY914" fmla="*/ 1542201 h 6858000"/>
              <a:gd name="connsiteX915" fmla="*/ 4958461 w 7467600"/>
              <a:gd name="connsiteY915" fmla="*/ 1136957 h 6858000"/>
              <a:gd name="connsiteX916" fmla="*/ 4655015 w 7467600"/>
              <a:gd name="connsiteY916" fmla="*/ 891426 h 6858000"/>
              <a:gd name="connsiteX917" fmla="*/ 4348002 w 7467600"/>
              <a:gd name="connsiteY917" fmla="*/ 2205895 h 6858000"/>
              <a:gd name="connsiteX918" fmla="*/ 4262250 w 7467600"/>
              <a:gd name="connsiteY918" fmla="*/ 2219972 h 6858000"/>
              <a:gd name="connsiteX919" fmla="*/ 4550611 w 7467600"/>
              <a:gd name="connsiteY919" fmla="*/ 817540 h 6858000"/>
              <a:gd name="connsiteX920" fmla="*/ 4564418 w 7467600"/>
              <a:gd name="connsiteY920" fmla="*/ 808293 h 6858000"/>
              <a:gd name="connsiteX921" fmla="*/ 4266388 w 7467600"/>
              <a:gd name="connsiteY921" fmla="*/ 500083 h 6858000"/>
              <a:gd name="connsiteX922" fmla="*/ 4032842 w 7467600"/>
              <a:gd name="connsiteY922" fmla="*/ 211809 h 6858000"/>
              <a:gd name="connsiteX923" fmla="*/ 3882765 w 7467600"/>
              <a:gd name="connsiteY923" fmla="*/ 0 h 6858000"/>
              <a:gd name="connsiteX924" fmla="*/ 3721337 w 7467600"/>
              <a:gd name="connsiteY924" fmla="*/ 0 h 6858000"/>
              <a:gd name="connsiteX925" fmla="*/ 3797544 w 7467600"/>
              <a:gd name="connsiteY925" fmla="*/ 0 h 6858000"/>
              <a:gd name="connsiteX926" fmla="*/ 3775734 w 7467600"/>
              <a:gd name="connsiteY926" fmla="*/ 95131 h 6858000"/>
              <a:gd name="connsiteX927" fmla="*/ 3724807 w 7467600"/>
              <a:gd name="connsiteY927" fmla="*/ 272257 h 6858000"/>
              <a:gd name="connsiteX928" fmla="*/ 3726844 w 7467600"/>
              <a:gd name="connsiteY928" fmla="*/ 282988 h 6858000"/>
              <a:gd name="connsiteX929" fmla="*/ 3742664 w 7467600"/>
              <a:gd name="connsiteY929" fmla="*/ 279918 h 6858000"/>
              <a:gd name="connsiteX930" fmla="*/ 4103910 w 7467600"/>
              <a:gd name="connsiteY930" fmla="*/ 1161917 h 6858000"/>
              <a:gd name="connsiteX931" fmla="*/ 4020269 w 7467600"/>
              <a:gd name="connsiteY931" fmla="*/ 1200406 h 6858000"/>
              <a:gd name="connsiteX932" fmla="*/ 3674882 w 7467600"/>
              <a:gd name="connsiteY932" fmla="*/ 488524 h 6858000"/>
              <a:gd name="connsiteX933" fmla="*/ 3132682 w 7467600"/>
              <a:gd name="connsiteY933" fmla="*/ 1072284 h 6858000"/>
              <a:gd name="connsiteX934" fmla="*/ 2716346 w 7467600"/>
              <a:gd name="connsiteY934" fmla="*/ 1276376 h 6858000"/>
              <a:gd name="connsiteX935" fmla="*/ 2716772 w 7467600"/>
              <a:gd name="connsiteY935" fmla="*/ 1255462 h 6858000"/>
              <a:gd name="connsiteX936" fmla="*/ 3471096 w 7467600"/>
              <a:gd name="connsiteY936" fmla="*/ 437072 h 6858000"/>
              <a:gd name="connsiteX937" fmla="*/ 3639057 w 7467600"/>
              <a:gd name="connsiteY937" fmla="*/ 286334 h 6858000"/>
              <a:gd name="connsiteX938" fmla="*/ 3640309 w 7467600"/>
              <a:gd name="connsiteY938" fmla="*/ 284664 h 6858000"/>
              <a:gd name="connsiteX939" fmla="*/ 3646022 w 7467600"/>
              <a:gd name="connsiteY939" fmla="*/ 276711 h 6858000"/>
              <a:gd name="connsiteX940" fmla="*/ 3707943 w 7467600"/>
              <a:gd name="connsiteY940" fmla="*/ 65958 h 6858000"/>
              <a:gd name="connsiteX941" fmla="*/ 3721337 w 7467600"/>
              <a:gd name="connsiteY941" fmla="*/ 0 h 6858000"/>
              <a:gd name="connsiteX942" fmla="*/ 2867960 w 7467600"/>
              <a:gd name="connsiteY942" fmla="*/ 0 h 6858000"/>
              <a:gd name="connsiteX943" fmla="*/ 2926351 w 7467600"/>
              <a:gd name="connsiteY943" fmla="*/ 0 h 6858000"/>
              <a:gd name="connsiteX944" fmla="*/ 2902823 w 7467600"/>
              <a:gd name="connsiteY944" fmla="*/ 262929 h 6858000"/>
              <a:gd name="connsiteX945" fmla="*/ 2940663 w 7467600"/>
              <a:gd name="connsiteY945" fmla="*/ 140884 h 6858000"/>
              <a:gd name="connsiteX946" fmla="*/ 2947039 w 7467600"/>
              <a:gd name="connsiteY946" fmla="*/ 122524 h 6858000"/>
              <a:gd name="connsiteX947" fmla="*/ 2984316 w 7467600"/>
              <a:gd name="connsiteY947" fmla="*/ 0 h 6858000"/>
              <a:gd name="connsiteX948" fmla="*/ 3016114 w 7467600"/>
              <a:gd name="connsiteY948" fmla="*/ 0 h 6858000"/>
              <a:gd name="connsiteX949" fmla="*/ 2979949 w 7467600"/>
              <a:gd name="connsiteY949" fmla="*/ 119274 h 6858000"/>
              <a:gd name="connsiteX950" fmla="*/ 3023879 w 7467600"/>
              <a:gd name="connsiteY950" fmla="*/ 0 h 6858000"/>
              <a:gd name="connsiteX951" fmla="*/ 3105400 w 7467600"/>
              <a:gd name="connsiteY951" fmla="*/ 0 h 6858000"/>
              <a:gd name="connsiteX952" fmla="*/ 3094669 w 7467600"/>
              <a:gd name="connsiteY952" fmla="*/ 30308 h 6858000"/>
              <a:gd name="connsiteX953" fmla="*/ 2901945 w 7467600"/>
              <a:gd name="connsiteY953" fmla="*/ 466538 h 6858000"/>
              <a:gd name="connsiteX954" fmla="*/ 2815209 w 7467600"/>
              <a:gd name="connsiteY954" fmla="*/ 497361 h 6858000"/>
              <a:gd name="connsiteX955" fmla="*/ 2844845 w 7467600"/>
              <a:gd name="connsiteY955" fmla="*/ 127638 h 6858000"/>
              <a:gd name="connsiteX956" fmla="*/ 2867960 w 7467600"/>
              <a:gd name="connsiteY956" fmla="*/ 0 h 6858000"/>
              <a:gd name="connsiteX957" fmla="*/ 1057230 w 7467600"/>
              <a:gd name="connsiteY957" fmla="*/ 0 h 6858000"/>
              <a:gd name="connsiteX958" fmla="*/ 1111003 w 7467600"/>
              <a:gd name="connsiteY958" fmla="*/ 0 h 6858000"/>
              <a:gd name="connsiteX959" fmla="*/ 1125553 w 7467600"/>
              <a:gd name="connsiteY959" fmla="*/ 52588 h 6858000"/>
              <a:gd name="connsiteX960" fmla="*/ 1304276 w 7467600"/>
              <a:gd name="connsiteY960" fmla="*/ 476275 h 6858000"/>
              <a:gd name="connsiteX961" fmla="*/ 1492066 w 7467600"/>
              <a:gd name="connsiteY961" fmla="*/ 886333 h 6858000"/>
              <a:gd name="connsiteX962" fmla="*/ 1423698 w 7467600"/>
              <a:gd name="connsiteY962" fmla="*/ 710817 h 6858000"/>
              <a:gd name="connsiteX963" fmla="*/ 1357609 w 7467600"/>
              <a:gd name="connsiteY963" fmla="*/ 532892 h 6858000"/>
              <a:gd name="connsiteX964" fmla="*/ 1309550 w 7467600"/>
              <a:gd name="connsiteY964" fmla="*/ 374031 h 6858000"/>
              <a:gd name="connsiteX965" fmla="*/ 1193673 w 7467600"/>
              <a:gd name="connsiteY965" fmla="*/ 49533 h 6858000"/>
              <a:gd name="connsiteX966" fmla="*/ 1164391 w 7467600"/>
              <a:gd name="connsiteY966" fmla="*/ 0 h 6858000"/>
              <a:gd name="connsiteX967" fmla="*/ 1200666 w 7467600"/>
              <a:gd name="connsiteY967" fmla="*/ 0 h 6858000"/>
              <a:gd name="connsiteX968" fmla="*/ 1223408 w 7467600"/>
              <a:gd name="connsiteY968" fmla="*/ 38996 h 6858000"/>
              <a:gd name="connsiteX969" fmla="*/ 1339635 w 7467600"/>
              <a:gd name="connsiteY969" fmla="*/ 365517 h 6858000"/>
              <a:gd name="connsiteX970" fmla="*/ 1387469 w 7467600"/>
              <a:gd name="connsiteY970" fmla="*/ 523079 h 6858000"/>
              <a:gd name="connsiteX971" fmla="*/ 1452685 w 7467600"/>
              <a:gd name="connsiteY971" fmla="*/ 699806 h 6858000"/>
              <a:gd name="connsiteX972" fmla="*/ 1492092 w 7467600"/>
              <a:gd name="connsiteY972" fmla="*/ 800424 h 6858000"/>
              <a:gd name="connsiteX973" fmla="*/ 1455302 w 7467600"/>
              <a:gd name="connsiteY973" fmla="*/ 632913 h 6858000"/>
              <a:gd name="connsiteX974" fmla="*/ 1222336 w 7467600"/>
              <a:gd name="connsiteY974" fmla="*/ 9480 h 6858000"/>
              <a:gd name="connsiteX975" fmla="*/ 1214634 w 7467600"/>
              <a:gd name="connsiteY975" fmla="*/ 0 h 6858000"/>
              <a:gd name="connsiteX976" fmla="*/ 1289827 w 7467600"/>
              <a:gd name="connsiteY976" fmla="*/ 0 h 6858000"/>
              <a:gd name="connsiteX977" fmla="*/ 1321076 w 7467600"/>
              <a:gd name="connsiteY977" fmla="*/ 59722 h 6858000"/>
              <a:gd name="connsiteX978" fmla="*/ 1512579 w 7467600"/>
              <a:gd name="connsiteY978" fmla="*/ 626441 h 6858000"/>
              <a:gd name="connsiteX979" fmla="*/ 1506076 w 7467600"/>
              <a:gd name="connsiteY979" fmla="*/ 1089289 h 6858000"/>
              <a:gd name="connsiteX980" fmla="*/ 1486346 w 7467600"/>
              <a:gd name="connsiteY980" fmla="*/ 1079919 h 6858000"/>
              <a:gd name="connsiteX981" fmla="*/ 1070511 w 7467600"/>
              <a:gd name="connsiteY981" fmla="*/ 48609 h 6858000"/>
              <a:gd name="connsiteX982" fmla="*/ 1057230 w 7467600"/>
              <a:gd name="connsiteY982" fmla="*/ 0 h 6858000"/>
              <a:gd name="connsiteX983" fmla="*/ 43151 w 7467600"/>
              <a:gd name="connsiteY983" fmla="*/ 0 h 6858000"/>
              <a:gd name="connsiteX984" fmla="*/ 95283 w 7467600"/>
              <a:gd name="connsiteY984" fmla="*/ 0 h 6858000"/>
              <a:gd name="connsiteX985" fmla="*/ 300708 w 7467600"/>
              <a:gd name="connsiteY985" fmla="*/ 154571 h 6858000"/>
              <a:gd name="connsiteX986" fmla="*/ 530414 w 7467600"/>
              <a:gd name="connsiteY986" fmla="*/ 354673 h 6858000"/>
              <a:gd name="connsiteX987" fmla="*/ 333785 w 7467600"/>
              <a:gd name="connsiteY987" fmla="*/ 161564 h 6858000"/>
              <a:gd name="connsiteX988" fmla="*/ 147005 w 7467600"/>
              <a:gd name="connsiteY988" fmla="*/ 0 h 6858000"/>
              <a:gd name="connsiteX989" fmla="*/ 272509 w 7467600"/>
              <a:gd name="connsiteY989" fmla="*/ 0 h 6858000"/>
              <a:gd name="connsiteX990" fmla="*/ 326276 w 7467600"/>
              <a:gd name="connsiteY990" fmla="*/ 45847 h 6858000"/>
              <a:gd name="connsiteX991" fmla="*/ 823759 w 7467600"/>
              <a:gd name="connsiteY991" fmla="*/ 574145 h 6858000"/>
              <a:gd name="connsiteX992" fmla="*/ 811254 w 7467600"/>
              <a:gd name="connsiteY992" fmla="*/ 665546 h 6858000"/>
              <a:gd name="connsiteX993" fmla="*/ 154042 w 7467600"/>
              <a:gd name="connsiteY993" fmla="*/ 261522 h 6858000"/>
              <a:gd name="connsiteX994" fmla="*/ 13550 w 7467600"/>
              <a:gd name="connsiteY994" fmla="*/ 158423 h 6858000"/>
              <a:gd name="connsiteX995" fmla="*/ 0 w 7467600"/>
              <a:gd name="connsiteY995" fmla="*/ 146618 h 6858000"/>
              <a:gd name="connsiteX996" fmla="*/ 0 w 7467600"/>
              <a:gd name="connsiteY996" fmla="*/ 59161 h 6858000"/>
              <a:gd name="connsiteX997" fmla="*/ 45427 w 7467600"/>
              <a:gd name="connsiteY997" fmla="*/ 101078 h 6858000"/>
              <a:gd name="connsiteX998" fmla="*/ 630103 w 7467600"/>
              <a:gd name="connsiteY998" fmla="*/ 485885 h 6858000"/>
              <a:gd name="connsiteX999" fmla="*/ 532040 w 7467600"/>
              <a:gd name="connsiteY999" fmla="*/ 399359 h 6858000"/>
              <a:gd name="connsiteX1000" fmla="*/ 517618 w 7467600"/>
              <a:gd name="connsiteY1000" fmla="*/ 385726 h 6858000"/>
              <a:gd name="connsiteX1001" fmla="*/ 285074 w 7467600"/>
              <a:gd name="connsiteY1001" fmla="*/ 182755 h 6858000"/>
              <a:gd name="connsiteX1002" fmla="*/ 43151 w 7467600"/>
              <a:gd name="connsiteY100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1946 w 7467600"/>
              <a:gd name="connsiteY127" fmla="*/ 5075653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1903353 w 7467600"/>
              <a:gd name="connsiteY146" fmla="*/ 5044827 h 6858000"/>
              <a:gd name="connsiteX147" fmla="*/ 1936931 w 7467600"/>
              <a:gd name="connsiteY147" fmla="*/ 5093954 h 6858000"/>
              <a:gd name="connsiteX148" fmla="*/ 2195868 w 7467600"/>
              <a:gd name="connsiteY148" fmla="*/ 5396574 h 6858000"/>
              <a:gd name="connsiteX149" fmla="*/ 2088852 w 7467600"/>
              <a:gd name="connsiteY149" fmla="*/ 5166123 h 6858000"/>
              <a:gd name="connsiteX150" fmla="*/ 1958241 w 7467600"/>
              <a:gd name="connsiteY150" fmla="*/ 5067955 h 6858000"/>
              <a:gd name="connsiteX151" fmla="*/ 1903353 w 7467600"/>
              <a:gd name="connsiteY151" fmla="*/ 5044827 h 6858000"/>
              <a:gd name="connsiteX152" fmla="*/ 1979378 w 7467600"/>
              <a:gd name="connsiteY152" fmla="*/ 4769504 h 6858000"/>
              <a:gd name="connsiteX153" fmla="*/ 2882120 w 7467600"/>
              <a:gd name="connsiteY153" fmla="*/ 5064547 h 6858000"/>
              <a:gd name="connsiteX154" fmla="*/ 2793103 w 7467600"/>
              <a:gd name="connsiteY154" fmla="*/ 5039699 h 6858000"/>
              <a:gd name="connsiteX155" fmla="*/ 2770041 w 7467600"/>
              <a:gd name="connsiteY155" fmla="*/ 5033634 h 6858000"/>
              <a:gd name="connsiteX156" fmla="*/ 1979378 w 7467600"/>
              <a:gd name="connsiteY156" fmla="*/ 4769504 h 6858000"/>
              <a:gd name="connsiteX157" fmla="*/ 1927410 w 7467600"/>
              <a:gd name="connsiteY157" fmla="*/ 4716164 h 6858000"/>
              <a:gd name="connsiteX158" fmla="*/ 1959587 w 7467600"/>
              <a:gd name="connsiteY158" fmla="*/ 4728849 h 6858000"/>
              <a:gd name="connsiteX159" fmla="*/ 2777707 w 7467600"/>
              <a:gd name="connsiteY159" fmla="*/ 5003991 h 6858000"/>
              <a:gd name="connsiteX160" fmla="*/ 2800768 w 7467600"/>
              <a:gd name="connsiteY160" fmla="*/ 5010056 h 6858000"/>
              <a:gd name="connsiteX161" fmla="*/ 2879408 w 7467600"/>
              <a:gd name="connsiteY161" fmla="*/ 5031590 h 6858000"/>
              <a:gd name="connsiteX162" fmla="*/ 2862295 w 7467600"/>
              <a:gd name="connsiteY162" fmla="*/ 5022958 h 6858000"/>
              <a:gd name="connsiteX163" fmla="*/ 2813343 w 7467600"/>
              <a:gd name="connsiteY163" fmla="*/ 4998369 h 6858000"/>
              <a:gd name="connsiteX164" fmla="*/ 2646245 w 7467600"/>
              <a:gd name="connsiteY164" fmla="*/ 4930999 h 6858000"/>
              <a:gd name="connsiteX165" fmla="*/ 1999243 w 7467600"/>
              <a:gd name="connsiteY165" fmla="*/ 4730524 h 6858000"/>
              <a:gd name="connsiteX166" fmla="*/ 1979527 w 7467600"/>
              <a:gd name="connsiteY166" fmla="*/ 4726651 h 6858000"/>
              <a:gd name="connsiteX167" fmla="*/ 1927410 w 7467600"/>
              <a:gd name="connsiteY167" fmla="*/ 4716164 h 6858000"/>
              <a:gd name="connsiteX168" fmla="*/ 1997014 w 7467600"/>
              <a:gd name="connsiteY168" fmla="*/ 4698007 h 6858000"/>
              <a:gd name="connsiteX169" fmla="*/ 2005458 w 7467600"/>
              <a:gd name="connsiteY169" fmla="*/ 4699540 h 6858000"/>
              <a:gd name="connsiteX170" fmla="*/ 2657186 w 7467600"/>
              <a:gd name="connsiteY170" fmla="*/ 4901687 h 6858000"/>
              <a:gd name="connsiteX171" fmla="*/ 2826662 w 7467600"/>
              <a:gd name="connsiteY171" fmla="*/ 4970362 h 6858000"/>
              <a:gd name="connsiteX172" fmla="*/ 2876100 w 7467600"/>
              <a:gd name="connsiteY172" fmla="*/ 4995397 h 6858000"/>
              <a:gd name="connsiteX173" fmla="*/ 3042600 w 7467600"/>
              <a:gd name="connsiteY173" fmla="*/ 5059532 h 6858000"/>
              <a:gd name="connsiteX174" fmla="*/ 1997014 w 7467600"/>
              <a:gd name="connsiteY174" fmla="*/ 4698007 h 6858000"/>
              <a:gd name="connsiteX175" fmla="*/ 2305292 w 7467600"/>
              <a:gd name="connsiteY175" fmla="*/ 4219492 h 6858000"/>
              <a:gd name="connsiteX176" fmla="*/ 3360922 w 7467600"/>
              <a:gd name="connsiteY176" fmla="*/ 4529373 h 6858000"/>
              <a:gd name="connsiteX177" fmla="*/ 3492420 w 7467600"/>
              <a:gd name="connsiteY177" fmla="*/ 4510145 h 6858000"/>
              <a:gd name="connsiteX178" fmla="*/ 3364086 w 7467600"/>
              <a:gd name="connsiteY178" fmla="*/ 4480340 h 6858000"/>
              <a:gd name="connsiteX179" fmla="*/ 3225818 w 7467600"/>
              <a:gd name="connsiteY179" fmla="*/ 4411822 h 6858000"/>
              <a:gd name="connsiteX180" fmla="*/ 3129696 w 7467600"/>
              <a:gd name="connsiteY180" fmla="*/ 4360704 h 6858000"/>
              <a:gd name="connsiteX181" fmla="*/ 2814545 w 7467600"/>
              <a:gd name="connsiteY181" fmla="*/ 4282955 h 6858000"/>
              <a:gd name="connsiteX182" fmla="*/ 2305292 w 7467600"/>
              <a:gd name="connsiteY182" fmla="*/ 4219492 h 6858000"/>
              <a:gd name="connsiteX183" fmla="*/ 2626982 w 7467600"/>
              <a:gd name="connsiteY183" fmla="*/ 4206450 h 6858000"/>
              <a:gd name="connsiteX184" fmla="*/ 2490617 w 7467600"/>
              <a:gd name="connsiteY184" fmla="*/ 4206951 h 6858000"/>
              <a:gd name="connsiteX185" fmla="*/ 2819869 w 7467600"/>
              <a:gd name="connsiteY185" fmla="*/ 4252936 h 6858000"/>
              <a:gd name="connsiteX186" fmla="*/ 3143018 w 7467600"/>
              <a:gd name="connsiteY186" fmla="*/ 4332698 h 6858000"/>
              <a:gd name="connsiteX187" fmla="*/ 3241520 w 7467600"/>
              <a:gd name="connsiteY187" fmla="*/ 4385112 h 6858000"/>
              <a:gd name="connsiteX188" fmla="*/ 3374575 w 7467600"/>
              <a:gd name="connsiteY188" fmla="*/ 4451517 h 6858000"/>
              <a:gd name="connsiteX189" fmla="*/ 3505221 w 7467600"/>
              <a:gd name="connsiteY189" fmla="*/ 4480757 h 6858000"/>
              <a:gd name="connsiteX190" fmla="*/ 2626982 w 7467600"/>
              <a:gd name="connsiteY190" fmla="*/ 4206450 h 6858000"/>
              <a:gd name="connsiteX191" fmla="*/ 1310106 w 7467600"/>
              <a:gd name="connsiteY191" fmla="*/ 3943217 h 6858000"/>
              <a:gd name="connsiteX192" fmla="*/ 854994 w 7467600"/>
              <a:gd name="connsiteY192" fmla="*/ 4399136 h 6858000"/>
              <a:gd name="connsiteX193" fmla="*/ 742462 w 7467600"/>
              <a:gd name="connsiteY193" fmla="*/ 4594648 h 6858000"/>
              <a:gd name="connsiteX194" fmla="*/ 820602 w 7467600"/>
              <a:gd name="connsiteY194" fmla="*/ 4485915 h 6858000"/>
              <a:gd name="connsiteX195" fmla="*/ 878295 w 7467600"/>
              <a:gd name="connsiteY195" fmla="*/ 4403594 h 6858000"/>
              <a:gd name="connsiteX196" fmla="*/ 1240607 w 7467600"/>
              <a:gd name="connsiteY196" fmla="*/ 4010401 h 6858000"/>
              <a:gd name="connsiteX197" fmla="*/ 1310106 w 7467600"/>
              <a:gd name="connsiteY197" fmla="*/ 3943217 h 6858000"/>
              <a:gd name="connsiteX198" fmla="*/ 1423113 w 7467600"/>
              <a:gd name="connsiteY198" fmla="*/ 3874565 h 6858000"/>
              <a:gd name="connsiteX199" fmla="*/ 1260565 w 7467600"/>
              <a:gd name="connsiteY199" fmla="*/ 4031982 h 6858000"/>
              <a:gd name="connsiteX200" fmla="*/ 901900 w 7467600"/>
              <a:gd name="connsiteY200" fmla="*/ 4421236 h 6858000"/>
              <a:gd name="connsiteX201" fmla="*/ 845044 w 7467600"/>
              <a:gd name="connsiteY201" fmla="*/ 4502436 h 6858000"/>
              <a:gd name="connsiteX202" fmla="*/ 685926 w 7467600"/>
              <a:gd name="connsiteY202" fmla="*/ 4703069 h 6858000"/>
              <a:gd name="connsiteX203" fmla="*/ 684248 w 7467600"/>
              <a:gd name="connsiteY203" fmla="*/ 4706721 h 6858000"/>
              <a:gd name="connsiteX204" fmla="*/ 1423113 w 7467600"/>
              <a:gd name="connsiteY204" fmla="*/ 3874565 h 6858000"/>
              <a:gd name="connsiteX205" fmla="*/ 3316479 w 7467600"/>
              <a:gd name="connsiteY205" fmla="*/ 3872136 h 6858000"/>
              <a:gd name="connsiteX206" fmla="*/ 3546806 w 7467600"/>
              <a:gd name="connsiteY206" fmla="*/ 4356139 h 6858000"/>
              <a:gd name="connsiteX207" fmla="*/ 3364433 w 7467600"/>
              <a:gd name="connsiteY207" fmla="*/ 3953121 h 6858000"/>
              <a:gd name="connsiteX208" fmla="*/ 3316479 w 7467600"/>
              <a:gd name="connsiteY208" fmla="*/ 3872136 h 6858000"/>
              <a:gd name="connsiteX209" fmla="*/ 3291335 w 7467600"/>
              <a:gd name="connsiteY209" fmla="*/ 3767420 h 6858000"/>
              <a:gd name="connsiteX210" fmla="*/ 3390805 w 7467600"/>
              <a:gd name="connsiteY210" fmla="*/ 3937163 h 6858000"/>
              <a:gd name="connsiteX211" fmla="*/ 3579062 w 7467600"/>
              <a:gd name="connsiteY211" fmla="*/ 4359040 h 6858000"/>
              <a:gd name="connsiteX212" fmla="*/ 3467355 w 7467600"/>
              <a:gd name="connsiteY212" fmla="*/ 3988130 h 6858000"/>
              <a:gd name="connsiteX213" fmla="*/ 3310753 w 7467600"/>
              <a:gd name="connsiteY213" fmla="*/ 3787140 h 6858000"/>
              <a:gd name="connsiteX214" fmla="*/ 3291335 w 7467600"/>
              <a:gd name="connsiteY214" fmla="*/ 3767420 h 6858000"/>
              <a:gd name="connsiteX215" fmla="*/ 1635889 w 7467600"/>
              <a:gd name="connsiteY215" fmla="*/ 3709494 h 6858000"/>
              <a:gd name="connsiteX216" fmla="*/ 1634800 w 7467600"/>
              <a:gd name="connsiteY216" fmla="*/ 3731111 h 6858000"/>
              <a:gd name="connsiteX217" fmla="*/ 1635889 w 7467600"/>
              <a:gd name="connsiteY217" fmla="*/ 3709494 h 6858000"/>
              <a:gd name="connsiteX218" fmla="*/ 1510397 w 7467600"/>
              <a:gd name="connsiteY218" fmla="*/ 3684705 h 6858000"/>
              <a:gd name="connsiteX219" fmla="*/ 1146550 w 7467600"/>
              <a:gd name="connsiteY219" fmla="*/ 3802012 h 6858000"/>
              <a:gd name="connsiteX220" fmla="*/ 698834 w 7467600"/>
              <a:gd name="connsiteY220" fmla="*/ 3952272 h 6858000"/>
              <a:gd name="connsiteX221" fmla="*/ 34256 w 7467600"/>
              <a:gd name="connsiteY221" fmla="*/ 4347603 h 6858000"/>
              <a:gd name="connsiteX222" fmla="*/ 527241 w 7467600"/>
              <a:gd name="connsiteY222" fmla="*/ 4065078 h 6858000"/>
              <a:gd name="connsiteX223" fmla="*/ 1510397 w 7467600"/>
              <a:gd name="connsiteY223" fmla="*/ 3684705 h 6858000"/>
              <a:gd name="connsiteX224" fmla="*/ 1313114 w 7467600"/>
              <a:gd name="connsiteY224" fmla="*/ 3655216 h 6858000"/>
              <a:gd name="connsiteX225" fmla="*/ 1109304 w 7467600"/>
              <a:gd name="connsiteY225" fmla="*/ 3669030 h 6858000"/>
              <a:gd name="connsiteX226" fmla="*/ 8129 w 7467600"/>
              <a:gd name="connsiteY226" fmla="*/ 4330519 h 6858000"/>
              <a:gd name="connsiteX227" fmla="*/ 687572 w 7467600"/>
              <a:gd name="connsiteY227" fmla="*/ 3925629 h 6858000"/>
              <a:gd name="connsiteX228" fmla="*/ 1138365 w 7467600"/>
              <a:gd name="connsiteY228" fmla="*/ 3774515 h 6858000"/>
              <a:gd name="connsiteX229" fmla="*/ 1505579 w 7467600"/>
              <a:gd name="connsiteY229" fmla="*/ 3655526 h 6858000"/>
              <a:gd name="connsiteX230" fmla="*/ 1313114 w 7467600"/>
              <a:gd name="connsiteY230" fmla="*/ 3655216 h 6858000"/>
              <a:gd name="connsiteX231" fmla="*/ 3655073 w 7467600"/>
              <a:gd name="connsiteY231" fmla="*/ 3650884 h 6858000"/>
              <a:gd name="connsiteX232" fmla="*/ 3989938 w 7467600"/>
              <a:gd name="connsiteY232" fmla="*/ 3991685 h 6858000"/>
              <a:gd name="connsiteX233" fmla="*/ 4393907 w 7467600"/>
              <a:gd name="connsiteY233" fmla="*/ 4261258 h 6858000"/>
              <a:gd name="connsiteX234" fmla="*/ 4648051 w 7467600"/>
              <a:gd name="connsiteY234" fmla="*/ 4374051 h 6858000"/>
              <a:gd name="connsiteX235" fmla="*/ 4383389 w 7467600"/>
              <a:gd name="connsiteY235" fmla="*/ 4184369 h 6858000"/>
              <a:gd name="connsiteX236" fmla="*/ 4165508 w 7467600"/>
              <a:gd name="connsiteY236" fmla="*/ 4035196 h 6858000"/>
              <a:gd name="connsiteX237" fmla="*/ 4068162 w 7467600"/>
              <a:gd name="connsiteY237" fmla="*/ 3953394 h 6858000"/>
              <a:gd name="connsiteX238" fmla="*/ 3981416 w 7467600"/>
              <a:gd name="connsiteY238" fmla="*/ 3880482 h 6858000"/>
              <a:gd name="connsiteX239" fmla="*/ 3800147 w 7467600"/>
              <a:gd name="connsiteY239" fmla="*/ 3749872 h 6858000"/>
              <a:gd name="connsiteX240" fmla="*/ 3655073 w 7467600"/>
              <a:gd name="connsiteY240" fmla="*/ 3650884 h 6858000"/>
              <a:gd name="connsiteX241" fmla="*/ 3670252 w 7467600"/>
              <a:gd name="connsiteY241" fmla="*/ 3622798 h 6858000"/>
              <a:gd name="connsiteX242" fmla="*/ 3817258 w 7467600"/>
              <a:gd name="connsiteY242" fmla="*/ 3723577 h 6858000"/>
              <a:gd name="connsiteX243" fmla="*/ 4000461 w 7467600"/>
              <a:gd name="connsiteY243" fmla="*/ 3855966 h 6858000"/>
              <a:gd name="connsiteX244" fmla="*/ 4088180 w 7467600"/>
              <a:gd name="connsiteY244" fmla="*/ 3929774 h 6858000"/>
              <a:gd name="connsiteX245" fmla="*/ 4184555 w 7467600"/>
              <a:gd name="connsiteY245" fmla="*/ 4010683 h 6858000"/>
              <a:gd name="connsiteX246" fmla="*/ 4399563 w 7467600"/>
              <a:gd name="connsiteY246" fmla="*/ 4158106 h 6858000"/>
              <a:gd name="connsiteX247" fmla="*/ 4684469 w 7467600"/>
              <a:gd name="connsiteY247" fmla="*/ 4364680 h 6858000"/>
              <a:gd name="connsiteX248" fmla="*/ 4690271 w 7467600"/>
              <a:gd name="connsiteY248" fmla="*/ 4370034 h 6858000"/>
              <a:gd name="connsiteX249" fmla="*/ 4136093 w 7467600"/>
              <a:gd name="connsiteY249" fmla="*/ 3858466 h 6858000"/>
              <a:gd name="connsiteX250" fmla="*/ 3670252 w 7467600"/>
              <a:gd name="connsiteY250" fmla="*/ 3622798 h 6858000"/>
              <a:gd name="connsiteX251" fmla="*/ 4440129 w 7467600"/>
              <a:gd name="connsiteY251" fmla="*/ 3448571 h 6858000"/>
              <a:gd name="connsiteX252" fmla="*/ 4856525 w 7467600"/>
              <a:gd name="connsiteY252" fmla="*/ 3915351 h 6858000"/>
              <a:gd name="connsiteX253" fmla="*/ 5059055 w 7467600"/>
              <a:gd name="connsiteY253" fmla="*/ 4108918 h 6858000"/>
              <a:gd name="connsiteX254" fmla="*/ 5290070 w 7467600"/>
              <a:gd name="connsiteY254" fmla="*/ 4263619 h 6858000"/>
              <a:gd name="connsiteX255" fmla="*/ 4834991 w 7467600"/>
              <a:gd name="connsiteY255" fmla="*/ 3830985 h 6858000"/>
              <a:gd name="connsiteX256" fmla="*/ 4440129 w 7467600"/>
              <a:gd name="connsiteY256" fmla="*/ 3448571 h 6858000"/>
              <a:gd name="connsiteX257" fmla="*/ 4441737 w 7467600"/>
              <a:gd name="connsiteY257" fmla="*/ 3399734 h 6858000"/>
              <a:gd name="connsiteX258" fmla="*/ 4431236 w 7467600"/>
              <a:gd name="connsiteY258" fmla="*/ 3400954 h 6858000"/>
              <a:gd name="connsiteX259" fmla="*/ 4557150 w 7467600"/>
              <a:gd name="connsiteY259" fmla="*/ 3510023 h 6858000"/>
              <a:gd name="connsiteX260" fmla="*/ 4856936 w 7467600"/>
              <a:gd name="connsiteY260" fmla="*/ 3809146 h 6858000"/>
              <a:gd name="connsiteX261" fmla="*/ 5111996 w 7467600"/>
              <a:gd name="connsiteY261" fmla="*/ 4065759 h 6858000"/>
              <a:gd name="connsiteX262" fmla="*/ 5388878 w 7467600"/>
              <a:gd name="connsiteY262" fmla="*/ 4300185 h 6858000"/>
              <a:gd name="connsiteX263" fmla="*/ 5425556 w 7467600"/>
              <a:gd name="connsiteY263" fmla="*/ 4308967 h 6858000"/>
              <a:gd name="connsiteX264" fmla="*/ 4943646 w 7467600"/>
              <a:gd name="connsiteY264" fmla="*/ 3822916 h 6858000"/>
              <a:gd name="connsiteX265" fmla="*/ 4594837 w 7467600"/>
              <a:gd name="connsiteY265" fmla="*/ 3532274 h 6858000"/>
              <a:gd name="connsiteX266" fmla="*/ 4441737 w 7467600"/>
              <a:gd name="connsiteY266" fmla="*/ 3399734 h 6858000"/>
              <a:gd name="connsiteX267" fmla="*/ 5425834 w 7467600"/>
              <a:gd name="connsiteY267" fmla="*/ 3162785 h 6858000"/>
              <a:gd name="connsiteX268" fmla="*/ 5401644 w 7467600"/>
              <a:gd name="connsiteY268" fmla="*/ 3617847 h 6858000"/>
              <a:gd name="connsiteX269" fmla="*/ 5467256 w 7467600"/>
              <a:gd name="connsiteY269" fmla="*/ 4175494 h 6858000"/>
              <a:gd name="connsiteX270" fmla="*/ 5448069 w 7467600"/>
              <a:gd name="connsiteY270" fmla="*/ 3567554 h 6858000"/>
              <a:gd name="connsiteX271" fmla="*/ 5425834 w 7467600"/>
              <a:gd name="connsiteY271" fmla="*/ 3162785 h 6858000"/>
              <a:gd name="connsiteX272" fmla="*/ 1318687 w 7467600"/>
              <a:gd name="connsiteY272" fmla="*/ 3113840 h 6858000"/>
              <a:gd name="connsiteX273" fmla="*/ 1066793 w 7467600"/>
              <a:gd name="connsiteY273" fmla="*/ 3212171 h 6858000"/>
              <a:gd name="connsiteX274" fmla="*/ 993319 w 7467600"/>
              <a:gd name="connsiteY274" fmla="*/ 3247648 h 6858000"/>
              <a:gd name="connsiteX275" fmla="*/ 853081 w 7467600"/>
              <a:gd name="connsiteY275" fmla="*/ 3312410 h 6858000"/>
              <a:gd name="connsiteX276" fmla="*/ 805957 w 7467600"/>
              <a:gd name="connsiteY276" fmla="*/ 3330443 h 6858000"/>
              <a:gd name="connsiteX277" fmla="*/ 1318687 w 7467600"/>
              <a:gd name="connsiteY277" fmla="*/ 3113840 h 6858000"/>
              <a:gd name="connsiteX278" fmla="*/ 5453702 w 7467600"/>
              <a:gd name="connsiteY278" fmla="*/ 3090882 h 6858000"/>
              <a:gd name="connsiteX279" fmla="*/ 5480135 w 7467600"/>
              <a:gd name="connsiteY279" fmla="*/ 3565802 h 6858000"/>
              <a:gd name="connsiteX280" fmla="*/ 5499023 w 7467600"/>
              <a:gd name="connsiteY280" fmla="*/ 4166310 h 6858000"/>
              <a:gd name="connsiteX281" fmla="*/ 5547022 w 7467600"/>
              <a:gd name="connsiteY281" fmla="*/ 3607838 h 6858000"/>
              <a:gd name="connsiteX282" fmla="*/ 5515964 w 7467600"/>
              <a:gd name="connsiteY282" fmla="*/ 3378541 h 6858000"/>
              <a:gd name="connsiteX283" fmla="*/ 5453702 w 7467600"/>
              <a:gd name="connsiteY283" fmla="*/ 3090882 h 6858000"/>
              <a:gd name="connsiteX284" fmla="*/ 1238695 w 7467600"/>
              <a:gd name="connsiteY284" fmla="*/ 3076820 h 6858000"/>
              <a:gd name="connsiteX285" fmla="*/ 716371 w 7467600"/>
              <a:gd name="connsiteY285" fmla="*/ 3293249 h 6858000"/>
              <a:gd name="connsiteX286" fmla="*/ 579522 w 7467600"/>
              <a:gd name="connsiteY286" fmla="*/ 3371759 h 6858000"/>
              <a:gd name="connsiteX287" fmla="*/ 600288 w 7467600"/>
              <a:gd name="connsiteY287" fmla="*/ 3365555 h 6858000"/>
              <a:gd name="connsiteX288" fmla="*/ 840692 w 7467600"/>
              <a:gd name="connsiteY288" fmla="*/ 3284921 h 6858000"/>
              <a:gd name="connsiteX289" fmla="*/ 979248 w 7467600"/>
              <a:gd name="connsiteY289" fmla="*/ 3221003 h 6858000"/>
              <a:gd name="connsiteX290" fmla="*/ 1053282 w 7467600"/>
              <a:gd name="connsiteY290" fmla="*/ 3185247 h 6858000"/>
              <a:gd name="connsiteX291" fmla="*/ 1320603 w 7467600"/>
              <a:gd name="connsiteY291" fmla="*/ 3081281 h 6858000"/>
              <a:gd name="connsiteX292" fmla="*/ 1238695 w 7467600"/>
              <a:gd name="connsiteY292" fmla="*/ 3076820 h 6858000"/>
              <a:gd name="connsiteX293" fmla="*/ 5425627 w 7467600"/>
              <a:gd name="connsiteY293" fmla="*/ 2954192 h 6858000"/>
              <a:gd name="connsiteX294" fmla="*/ 5470770 w 7467600"/>
              <a:gd name="connsiteY294" fmla="*/ 3005435 h 6858000"/>
              <a:gd name="connsiteX295" fmla="*/ 5519779 w 7467600"/>
              <a:gd name="connsiteY295" fmla="*/ 4359223 h 6858000"/>
              <a:gd name="connsiteX296" fmla="*/ 5520293 w 7467600"/>
              <a:gd name="connsiteY296" fmla="*/ 4360602 h 6858000"/>
              <a:gd name="connsiteX297" fmla="*/ 5767221 w 7467600"/>
              <a:gd name="connsiteY297" fmla="*/ 4665564 h 6858000"/>
              <a:gd name="connsiteX298" fmla="*/ 6937169 w 7467600"/>
              <a:gd name="connsiteY298" fmla="*/ 4815941 h 6858000"/>
              <a:gd name="connsiteX299" fmla="*/ 6953922 w 7467600"/>
              <a:gd name="connsiteY299" fmla="*/ 4890068 h 6858000"/>
              <a:gd name="connsiteX300" fmla="*/ 6071359 w 7467600"/>
              <a:gd name="connsiteY300" fmla="*/ 4770770 h 6858000"/>
              <a:gd name="connsiteX301" fmla="*/ 6038839 w 7467600"/>
              <a:gd name="connsiteY301" fmla="*/ 4764474 h 6858000"/>
              <a:gd name="connsiteX302" fmla="*/ 6038706 w 7467600"/>
              <a:gd name="connsiteY302" fmla="*/ 4763847 h 6858000"/>
              <a:gd name="connsiteX303" fmla="*/ 6037784 w 7467600"/>
              <a:gd name="connsiteY303" fmla="*/ 4764270 h 6858000"/>
              <a:gd name="connsiteX304" fmla="*/ 6038839 w 7467600"/>
              <a:gd name="connsiteY304" fmla="*/ 4764474 h 6858000"/>
              <a:gd name="connsiteX305" fmla="*/ 6040338 w 7467600"/>
              <a:gd name="connsiteY305" fmla="*/ 4771418 h 6858000"/>
              <a:gd name="connsiteX306" fmla="*/ 6024488 w 7467600"/>
              <a:gd name="connsiteY306" fmla="*/ 4809903 h 6858000"/>
              <a:gd name="connsiteX307" fmla="*/ 5599771 w 7467600"/>
              <a:gd name="connsiteY307" fmla="*/ 5509652 h 6858000"/>
              <a:gd name="connsiteX308" fmla="*/ 5548843 w 7467600"/>
              <a:gd name="connsiteY308" fmla="*/ 5563845 h 6858000"/>
              <a:gd name="connsiteX309" fmla="*/ 5940952 w 7467600"/>
              <a:gd name="connsiteY309" fmla="*/ 6250028 h 6858000"/>
              <a:gd name="connsiteX310" fmla="*/ 6043441 w 7467600"/>
              <a:gd name="connsiteY310" fmla="*/ 6665847 h 6858000"/>
              <a:gd name="connsiteX311" fmla="*/ 6093432 w 7467600"/>
              <a:gd name="connsiteY311" fmla="*/ 6858000 h 6858000"/>
              <a:gd name="connsiteX312" fmla="*/ 6034344 w 7467600"/>
              <a:gd name="connsiteY312" fmla="*/ 6858000 h 6858000"/>
              <a:gd name="connsiteX313" fmla="*/ 6026679 w 7467600"/>
              <a:gd name="connsiteY313" fmla="*/ 6836959 h 6858000"/>
              <a:gd name="connsiteX314" fmla="*/ 5800441 w 7467600"/>
              <a:gd name="connsiteY314" fmla="*/ 6335286 h 6858000"/>
              <a:gd name="connsiteX315" fmla="*/ 5526562 w 7467600"/>
              <a:gd name="connsiteY315" fmla="*/ 5705388 h 6858000"/>
              <a:gd name="connsiteX316" fmla="*/ 5519640 w 7467600"/>
              <a:gd name="connsiteY316" fmla="*/ 5683774 h 6858000"/>
              <a:gd name="connsiteX317" fmla="*/ 5844559 w 7467600"/>
              <a:gd name="connsiteY317" fmla="*/ 6553349 h 6858000"/>
              <a:gd name="connsiteX318" fmla="*/ 5975994 w 7467600"/>
              <a:gd name="connsiteY318" fmla="*/ 6858000 h 6858000"/>
              <a:gd name="connsiteX319" fmla="*/ 5898547 w 7467600"/>
              <a:gd name="connsiteY319" fmla="*/ 6858000 h 6858000"/>
              <a:gd name="connsiteX320" fmla="*/ 5682041 w 7467600"/>
              <a:gd name="connsiteY320" fmla="*/ 6355860 h 6858000"/>
              <a:gd name="connsiteX321" fmla="*/ 5461758 w 7467600"/>
              <a:gd name="connsiteY321" fmla="*/ 5820220 h 6858000"/>
              <a:gd name="connsiteX322" fmla="*/ 5237282 w 7467600"/>
              <a:gd name="connsiteY322" fmla="*/ 6579086 h 6858000"/>
              <a:gd name="connsiteX323" fmla="*/ 5115009 w 7467600"/>
              <a:gd name="connsiteY323" fmla="*/ 6858000 h 6858000"/>
              <a:gd name="connsiteX324" fmla="*/ 5028074 w 7467600"/>
              <a:gd name="connsiteY324" fmla="*/ 6858000 h 6858000"/>
              <a:gd name="connsiteX325" fmla="*/ 5079508 w 7467600"/>
              <a:gd name="connsiteY325" fmla="*/ 6749074 h 6858000"/>
              <a:gd name="connsiteX326" fmla="*/ 5371846 w 7467600"/>
              <a:gd name="connsiteY326" fmla="*/ 5924413 h 6858000"/>
              <a:gd name="connsiteX327" fmla="*/ 5270512 w 7467600"/>
              <a:gd name="connsiteY327" fmla="*/ 6138975 h 6858000"/>
              <a:gd name="connsiteX328" fmla="*/ 5062409 w 7467600"/>
              <a:gd name="connsiteY328" fmla="*/ 6653544 h 6858000"/>
              <a:gd name="connsiteX329" fmla="*/ 5036628 w 7467600"/>
              <a:gd name="connsiteY329" fmla="*/ 6754247 h 6858000"/>
              <a:gd name="connsiteX330" fmla="*/ 5009112 w 7467600"/>
              <a:gd name="connsiteY330" fmla="*/ 6858000 h 6858000"/>
              <a:gd name="connsiteX331" fmla="*/ 4976679 w 7467600"/>
              <a:gd name="connsiteY331" fmla="*/ 6858000 h 6858000"/>
              <a:gd name="connsiteX332" fmla="*/ 5006537 w 7467600"/>
              <a:gd name="connsiteY332" fmla="*/ 6747068 h 6858000"/>
              <a:gd name="connsiteX333" fmla="*/ 5032723 w 7467600"/>
              <a:gd name="connsiteY333" fmla="*/ 6644957 h 6858000"/>
              <a:gd name="connsiteX334" fmla="*/ 5242949 w 7467600"/>
              <a:gd name="connsiteY334" fmla="*/ 6125175 h 6858000"/>
              <a:gd name="connsiteX335" fmla="*/ 5286321 w 7467600"/>
              <a:gd name="connsiteY335" fmla="*/ 6033555 h 6858000"/>
              <a:gd name="connsiteX336" fmla="*/ 5008210 w 7467600"/>
              <a:gd name="connsiteY336" fmla="*/ 6649194 h 6858000"/>
              <a:gd name="connsiteX337" fmla="*/ 4986321 w 7467600"/>
              <a:gd name="connsiteY337" fmla="*/ 6765687 h 6858000"/>
              <a:gd name="connsiteX338" fmla="*/ 4973474 w 7467600"/>
              <a:gd name="connsiteY338" fmla="*/ 6858000 h 6858000"/>
              <a:gd name="connsiteX339" fmla="*/ 4907178 w 7467600"/>
              <a:gd name="connsiteY339" fmla="*/ 6858000 h 6858000"/>
              <a:gd name="connsiteX340" fmla="*/ 4910810 w 7467600"/>
              <a:gd name="connsiteY340" fmla="*/ 6829660 h 6858000"/>
              <a:gd name="connsiteX341" fmla="*/ 4987461 w 7467600"/>
              <a:gd name="connsiteY341" fmla="*/ 6432994 h 6858000"/>
              <a:gd name="connsiteX342" fmla="*/ 5179262 w 7467600"/>
              <a:gd name="connsiteY342" fmla="*/ 6035044 h 6858000"/>
              <a:gd name="connsiteX343" fmla="*/ 4689678 w 7467600"/>
              <a:gd name="connsiteY343" fmla="*/ 6440241 h 6858000"/>
              <a:gd name="connsiteX344" fmla="*/ 4477543 w 7467600"/>
              <a:gd name="connsiteY344" fmla="*/ 6674836 h 6858000"/>
              <a:gd name="connsiteX345" fmla="*/ 4329957 w 7467600"/>
              <a:gd name="connsiteY345" fmla="*/ 6858000 h 6858000"/>
              <a:gd name="connsiteX346" fmla="*/ 4218595 w 7467600"/>
              <a:gd name="connsiteY346" fmla="*/ 6858000 h 6858000"/>
              <a:gd name="connsiteX347" fmla="*/ 4368888 w 7467600"/>
              <a:gd name="connsiteY347" fmla="*/ 6668412 h 6858000"/>
              <a:gd name="connsiteX348" fmla="*/ 4563091 w 7467600"/>
              <a:gd name="connsiteY348" fmla="*/ 6442508 h 6858000"/>
              <a:gd name="connsiteX349" fmla="*/ 5387324 w 7467600"/>
              <a:gd name="connsiteY349" fmla="*/ 5705830 h 6858000"/>
              <a:gd name="connsiteX350" fmla="*/ 5073620 w 7467600"/>
              <a:gd name="connsiteY350" fmla="*/ 5955437 h 6858000"/>
              <a:gd name="connsiteX351" fmla="*/ 4689789 w 7467600"/>
              <a:gd name="connsiteY351" fmla="*/ 6268382 h 6858000"/>
              <a:gd name="connsiteX352" fmla="*/ 4418722 w 7467600"/>
              <a:gd name="connsiteY352" fmla="*/ 6570886 h 6858000"/>
              <a:gd name="connsiteX353" fmla="*/ 4214944 w 7467600"/>
              <a:gd name="connsiteY353" fmla="*/ 6858000 h 6858000"/>
              <a:gd name="connsiteX354" fmla="*/ 4177898 w 7467600"/>
              <a:gd name="connsiteY354" fmla="*/ 6858000 h 6858000"/>
              <a:gd name="connsiteX355" fmla="*/ 4391597 w 7467600"/>
              <a:gd name="connsiteY355" fmla="*/ 6556370 h 6858000"/>
              <a:gd name="connsiteX356" fmla="*/ 4668889 w 7467600"/>
              <a:gd name="connsiteY356" fmla="*/ 6246399 h 6858000"/>
              <a:gd name="connsiteX357" fmla="*/ 5055427 w 7467600"/>
              <a:gd name="connsiteY357" fmla="*/ 5931476 h 6858000"/>
              <a:gd name="connsiteX358" fmla="*/ 5371814 w 7467600"/>
              <a:gd name="connsiteY358" fmla="*/ 5678975 h 6858000"/>
              <a:gd name="connsiteX359" fmla="*/ 4987918 w 7467600"/>
              <a:gd name="connsiteY359" fmla="*/ 5838701 h 6858000"/>
              <a:gd name="connsiteX360" fmla="*/ 4317146 w 7467600"/>
              <a:gd name="connsiteY360" fmla="*/ 6587716 h 6858000"/>
              <a:gd name="connsiteX361" fmla="*/ 4171627 w 7467600"/>
              <a:gd name="connsiteY361" fmla="*/ 6858000 h 6858000"/>
              <a:gd name="connsiteX362" fmla="*/ 4081585 w 7467600"/>
              <a:gd name="connsiteY362" fmla="*/ 6858000 h 6858000"/>
              <a:gd name="connsiteX363" fmla="*/ 4238603 w 7467600"/>
              <a:gd name="connsiteY363" fmla="*/ 6559341 h 6858000"/>
              <a:gd name="connsiteX364" fmla="*/ 4778333 w 7467600"/>
              <a:gd name="connsiteY364" fmla="*/ 5873626 h 6858000"/>
              <a:gd name="connsiteX365" fmla="*/ 5414185 w 7467600"/>
              <a:gd name="connsiteY365" fmla="*/ 5573882 h 6858000"/>
              <a:gd name="connsiteX366" fmla="*/ 5959648 w 7467600"/>
              <a:gd name="connsiteY366" fmla="*/ 4760797 h 6858000"/>
              <a:gd name="connsiteX367" fmla="*/ 5355019 w 7467600"/>
              <a:gd name="connsiteY367" fmla="*/ 4734672 h 6858000"/>
              <a:gd name="connsiteX368" fmla="*/ 5083565 w 7467600"/>
              <a:gd name="connsiteY368" fmla="*/ 5179121 h 6858000"/>
              <a:gd name="connsiteX369" fmla="*/ 4713577 w 7467600"/>
              <a:gd name="connsiteY369" fmla="*/ 5616803 h 6858000"/>
              <a:gd name="connsiteX370" fmla="*/ 3989559 w 7467600"/>
              <a:gd name="connsiteY370" fmla="*/ 6145945 h 6858000"/>
              <a:gd name="connsiteX371" fmla="*/ 3939824 w 7467600"/>
              <a:gd name="connsiteY371" fmla="*/ 6066900 h 6858000"/>
              <a:gd name="connsiteX372" fmla="*/ 4584537 w 7467600"/>
              <a:gd name="connsiteY372" fmla="*/ 5324826 h 6858000"/>
              <a:gd name="connsiteX373" fmla="*/ 5037105 w 7467600"/>
              <a:gd name="connsiteY373" fmla="*/ 5088765 h 6858000"/>
              <a:gd name="connsiteX374" fmla="*/ 5039930 w 7467600"/>
              <a:gd name="connsiteY374" fmla="*/ 5089585 h 6858000"/>
              <a:gd name="connsiteX375" fmla="*/ 5263764 w 7467600"/>
              <a:gd name="connsiteY375" fmla="*/ 4735525 h 6858000"/>
              <a:gd name="connsiteX376" fmla="*/ 4086300 w 7467600"/>
              <a:gd name="connsiteY376" fmla="*/ 4884599 h 6858000"/>
              <a:gd name="connsiteX377" fmla="*/ 4085485 w 7467600"/>
              <a:gd name="connsiteY377" fmla="*/ 4899070 h 6858000"/>
              <a:gd name="connsiteX378" fmla="*/ 3871915 w 7467600"/>
              <a:gd name="connsiteY378" fmla="*/ 5253645 h 6858000"/>
              <a:gd name="connsiteX379" fmla="*/ 3799374 w 7467600"/>
              <a:gd name="connsiteY379" fmla="*/ 5466127 h 6858000"/>
              <a:gd name="connsiteX380" fmla="*/ 3498850 w 7467600"/>
              <a:gd name="connsiteY380" fmla="*/ 6661888 h 6858000"/>
              <a:gd name="connsiteX381" fmla="*/ 3399216 w 7467600"/>
              <a:gd name="connsiteY381" fmla="*/ 6858000 h 6858000"/>
              <a:gd name="connsiteX382" fmla="*/ 3303688 w 7467600"/>
              <a:gd name="connsiteY382" fmla="*/ 6858000 h 6858000"/>
              <a:gd name="connsiteX383" fmla="*/ 3391774 w 7467600"/>
              <a:gd name="connsiteY383" fmla="*/ 6697181 h 6858000"/>
              <a:gd name="connsiteX384" fmla="*/ 3735540 w 7467600"/>
              <a:gd name="connsiteY384" fmla="*/ 5546923 h 6858000"/>
              <a:gd name="connsiteX385" fmla="*/ 3729438 w 7467600"/>
              <a:gd name="connsiteY385" fmla="*/ 5569058 h 6858000"/>
              <a:gd name="connsiteX386" fmla="*/ 3707782 w 7467600"/>
              <a:gd name="connsiteY386" fmla="*/ 5644908 h 6858000"/>
              <a:gd name="connsiteX387" fmla="*/ 3583827 w 7467600"/>
              <a:gd name="connsiteY387" fmla="*/ 6039215 h 6858000"/>
              <a:gd name="connsiteX388" fmla="*/ 3547861 w 7467600"/>
              <a:gd name="connsiteY388" fmla="*/ 6129609 h 6858000"/>
              <a:gd name="connsiteX389" fmla="*/ 3490905 w 7467600"/>
              <a:gd name="connsiteY389" fmla="*/ 6277660 h 6858000"/>
              <a:gd name="connsiteX390" fmla="*/ 3455859 w 7467600"/>
              <a:gd name="connsiteY390" fmla="*/ 6391301 h 6858000"/>
              <a:gd name="connsiteX391" fmla="*/ 3429112 w 7467600"/>
              <a:gd name="connsiteY391" fmla="*/ 6479469 h 6858000"/>
              <a:gd name="connsiteX392" fmla="*/ 3304862 w 7467600"/>
              <a:gd name="connsiteY392" fmla="*/ 6796476 h 6858000"/>
              <a:gd name="connsiteX393" fmla="*/ 3276071 w 7467600"/>
              <a:gd name="connsiteY393" fmla="*/ 6858000 h 6858000"/>
              <a:gd name="connsiteX394" fmla="*/ 3240805 w 7467600"/>
              <a:gd name="connsiteY394" fmla="*/ 6858000 h 6858000"/>
              <a:gd name="connsiteX395" fmla="*/ 3275917 w 7467600"/>
              <a:gd name="connsiteY395" fmla="*/ 6783192 h 6858000"/>
              <a:gd name="connsiteX396" fmla="*/ 3399358 w 7467600"/>
              <a:gd name="connsiteY396" fmla="*/ 6469011 h 6858000"/>
              <a:gd name="connsiteX397" fmla="*/ 3425650 w 7467600"/>
              <a:gd name="connsiteY397" fmla="*/ 6381333 h 6858000"/>
              <a:gd name="connsiteX398" fmla="*/ 3460661 w 7467600"/>
              <a:gd name="connsiteY398" fmla="*/ 6266763 h 6858000"/>
              <a:gd name="connsiteX399" fmla="*/ 3518021 w 7467600"/>
              <a:gd name="connsiteY399" fmla="*/ 6117298 h 6858000"/>
              <a:gd name="connsiteX400" fmla="*/ 3554035 w 7467600"/>
              <a:gd name="connsiteY400" fmla="*/ 6027832 h 6858000"/>
              <a:gd name="connsiteX401" fmla="*/ 3677174 w 7467600"/>
              <a:gd name="connsiteY401" fmla="*/ 5636351 h 6858000"/>
              <a:gd name="connsiteX402" fmla="*/ 3698819 w 7467600"/>
              <a:gd name="connsiteY402" fmla="*/ 5560503 h 6858000"/>
              <a:gd name="connsiteX403" fmla="*/ 3702094 w 7467600"/>
              <a:gd name="connsiteY403" fmla="*/ 5549194 h 6858000"/>
              <a:gd name="connsiteX404" fmla="*/ 3398355 w 7467600"/>
              <a:gd name="connsiteY404" fmla="*/ 6094603 h 6858000"/>
              <a:gd name="connsiteX405" fmla="*/ 3193941 w 7467600"/>
              <a:gd name="connsiteY405" fmla="*/ 6798775 h 6858000"/>
              <a:gd name="connsiteX406" fmla="*/ 3184140 w 7467600"/>
              <a:gd name="connsiteY406" fmla="*/ 6858000 h 6858000"/>
              <a:gd name="connsiteX407" fmla="*/ 3099978 w 7467600"/>
              <a:gd name="connsiteY407" fmla="*/ 6858000 h 6858000"/>
              <a:gd name="connsiteX408" fmla="*/ 3101556 w 7467600"/>
              <a:gd name="connsiteY408" fmla="*/ 6843337 h 6858000"/>
              <a:gd name="connsiteX409" fmla="*/ 3370162 w 7467600"/>
              <a:gd name="connsiteY409" fmla="*/ 5785550 h 6858000"/>
              <a:gd name="connsiteX410" fmla="*/ 3746477 w 7467600"/>
              <a:gd name="connsiteY410" fmla="*/ 5377889 h 6858000"/>
              <a:gd name="connsiteX411" fmla="*/ 3863399 w 7467600"/>
              <a:gd name="connsiteY411" fmla="*/ 5087257 h 6858000"/>
              <a:gd name="connsiteX412" fmla="*/ 3968712 w 7467600"/>
              <a:gd name="connsiteY412" fmla="*/ 4913989 h 6858000"/>
              <a:gd name="connsiteX413" fmla="*/ 2792390 w 7467600"/>
              <a:gd name="connsiteY413" fmla="*/ 5382974 h 6858000"/>
              <a:gd name="connsiteX414" fmla="*/ 2714982 w 7467600"/>
              <a:gd name="connsiteY414" fmla="*/ 5427051 h 6858000"/>
              <a:gd name="connsiteX415" fmla="*/ 2813361 w 7467600"/>
              <a:gd name="connsiteY415" fmla="*/ 6023912 h 6858000"/>
              <a:gd name="connsiteX416" fmla="*/ 2688430 w 7467600"/>
              <a:gd name="connsiteY416" fmla="*/ 6801564 h 6858000"/>
              <a:gd name="connsiteX417" fmla="*/ 2629626 w 7467600"/>
              <a:gd name="connsiteY417" fmla="*/ 6763394 h 6858000"/>
              <a:gd name="connsiteX418" fmla="*/ 2565328 w 7467600"/>
              <a:gd name="connsiteY418" fmla="*/ 5516399 h 6858000"/>
              <a:gd name="connsiteX419" fmla="*/ 1922999 w 7467600"/>
              <a:gd name="connsiteY419" fmla="*/ 5980343 h 6858000"/>
              <a:gd name="connsiteX420" fmla="*/ 1950261 w 7467600"/>
              <a:gd name="connsiteY420" fmla="*/ 6405858 h 6858000"/>
              <a:gd name="connsiteX421" fmla="*/ 2365554 w 7467600"/>
              <a:gd name="connsiteY421" fmla="*/ 6759107 h 6858000"/>
              <a:gd name="connsiteX422" fmla="*/ 2424142 w 7467600"/>
              <a:gd name="connsiteY422" fmla="*/ 6858000 h 6858000"/>
              <a:gd name="connsiteX423" fmla="*/ 2395994 w 7467600"/>
              <a:gd name="connsiteY423" fmla="*/ 6858000 h 6858000"/>
              <a:gd name="connsiteX424" fmla="*/ 2392863 w 7467600"/>
              <a:gd name="connsiteY424" fmla="*/ 6852964 h 6858000"/>
              <a:gd name="connsiteX425" fmla="*/ 2017589 w 7467600"/>
              <a:gd name="connsiteY425" fmla="*/ 6493982 h 6858000"/>
              <a:gd name="connsiteX426" fmla="*/ 2147336 w 7467600"/>
              <a:gd name="connsiteY426" fmla="*/ 6594052 h 6858000"/>
              <a:gd name="connsiteX427" fmla="*/ 2207047 w 7467600"/>
              <a:gd name="connsiteY427" fmla="*/ 6654540 h 6858000"/>
              <a:gd name="connsiteX428" fmla="*/ 2299106 w 7467600"/>
              <a:gd name="connsiteY428" fmla="*/ 6778931 h 6858000"/>
              <a:gd name="connsiteX429" fmla="*/ 2314430 w 7467600"/>
              <a:gd name="connsiteY429" fmla="*/ 6801144 h 6858000"/>
              <a:gd name="connsiteX430" fmla="*/ 2352406 w 7467600"/>
              <a:gd name="connsiteY430" fmla="*/ 6858000 h 6858000"/>
              <a:gd name="connsiteX431" fmla="*/ 2314492 w 7467600"/>
              <a:gd name="connsiteY431" fmla="*/ 6858000 h 6858000"/>
              <a:gd name="connsiteX432" fmla="*/ 2288095 w 7467600"/>
              <a:gd name="connsiteY432" fmla="*/ 6818030 h 6858000"/>
              <a:gd name="connsiteX433" fmla="*/ 2272768 w 7467600"/>
              <a:gd name="connsiteY433" fmla="*/ 6795822 h 6858000"/>
              <a:gd name="connsiteX434" fmla="*/ 2182715 w 7467600"/>
              <a:gd name="connsiteY434" fmla="*/ 6675071 h 6858000"/>
              <a:gd name="connsiteX435" fmla="*/ 2032061 w 7467600"/>
              <a:gd name="connsiteY435" fmla="*/ 6541380 h 6858000"/>
              <a:gd name="connsiteX436" fmla="*/ 2257220 w 7467600"/>
              <a:gd name="connsiteY436" fmla="*/ 6826257 h 6858000"/>
              <a:gd name="connsiteX437" fmla="*/ 2281324 w 7467600"/>
              <a:gd name="connsiteY437" fmla="*/ 6858000 h 6858000"/>
              <a:gd name="connsiteX438" fmla="*/ 2242860 w 7467600"/>
              <a:gd name="connsiteY438" fmla="*/ 6858000 h 6858000"/>
              <a:gd name="connsiteX439" fmla="*/ 2232818 w 7467600"/>
              <a:gd name="connsiteY439" fmla="*/ 6844926 h 6858000"/>
              <a:gd name="connsiteX440" fmla="*/ 1990172 w 7467600"/>
              <a:gd name="connsiteY440" fmla="*/ 6542121 h 6858000"/>
              <a:gd name="connsiteX441" fmla="*/ 2124090 w 7467600"/>
              <a:gd name="connsiteY441" fmla="*/ 6761017 h 6858000"/>
              <a:gd name="connsiteX442" fmla="*/ 2200380 w 7467600"/>
              <a:gd name="connsiteY442" fmla="*/ 6858000 h 6858000"/>
              <a:gd name="connsiteX443" fmla="*/ 2147507 w 7467600"/>
              <a:gd name="connsiteY443" fmla="*/ 6858000 h 6858000"/>
              <a:gd name="connsiteX444" fmla="*/ 2070668 w 7467600"/>
              <a:gd name="connsiteY444" fmla="*/ 6761520 h 6858000"/>
              <a:gd name="connsiteX445" fmla="*/ 1975142 w 7467600"/>
              <a:gd name="connsiteY445" fmla="*/ 6585570 h 6858000"/>
              <a:gd name="connsiteX446" fmla="*/ 2050035 w 7467600"/>
              <a:gd name="connsiteY446" fmla="*/ 6813345 h 6858000"/>
              <a:gd name="connsiteX447" fmla="*/ 2063025 w 7467600"/>
              <a:gd name="connsiteY447" fmla="*/ 6858000 h 6858000"/>
              <a:gd name="connsiteX448" fmla="*/ 2021675 w 7467600"/>
              <a:gd name="connsiteY448" fmla="*/ 6858000 h 6858000"/>
              <a:gd name="connsiteX449" fmla="*/ 2019308 w 7467600"/>
              <a:gd name="connsiteY449" fmla="*/ 6847118 h 6858000"/>
              <a:gd name="connsiteX450" fmla="*/ 1938835 w 7467600"/>
              <a:gd name="connsiteY450" fmla="*/ 6551160 h 6858000"/>
              <a:gd name="connsiteX451" fmla="*/ 1953230 w 7467600"/>
              <a:gd name="connsiteY451" fmla="*/ 6759699 h 6858000"/>
              <a:gd name="connsiteX452" fmla="*/ 1956763 w 7467600"/>
              <a:gd name="connsiteY452" fmla="*/ 6778191 h 6858000"/>
              <a:gd name="connsiteX453" fmla="*/ 1967925 w 7467600"/>
              <a:gd name="connsiteY453" fmla="*/ 6858000 h 6858000"/>
              <a:gd name="connsiteX454" fmla="*/ 1936622 w 7467600"/>
              <a:gd name="connsiteY454" fmla="*/ 6858000 h 6858000"/>
              <a:gd name="connsiteX455" fmla="*/ 1926261 w 7467600"/>
              <a:gd name="connsiteY455" fmla="*/ 6784064 h 6858000"/>
              <a:gd name="connsiteX456" fmla="*/ 1922724 w 7467600"/>
              <a:gd name="connsiteY456" fmla="*/ 6765577 h 6858000"/>
              <a:gd name="connsiteX457" fmla="*/ 1904650 w 7467600"/>
              <a:gd name="connsiteY457" fmla="*/ 6639616 h 6858000"/>
              <a:gd name="connsiteX458" fmla="*/ 1885273 w 7467600"/>
              <a:gd name="connsiteY458" fmla="*/ 6858000 h 6858000"/>
              <a:gd name="connsiteX459" fmla="*/ 1854363 w 7467600"/>
              <a:gd name="connsiteY459" fmla="*/ 6858000 h 6858000"/>
              <a:gd name="connsiteX460" fmla="*/ 1880391 w 7467600"/>
              <a:gd name="connsiteY460" fmla="*/ 6603796 h 6858000"/>
              <a:gd name="connsiteX461" fmla="*/ 1818273 w 7467600"/>
              <a:gd name="connsiteY461" fmla="*/ 6715729 h 6858000"/>
              <a:gd name="connsiteX462" fmla="*/ 1794691 w 7467600"/>
              <a:gd name="connsiteY462" fmla="*/ 6843239 h 6858000"/>
              <a:gd name="connsiteX463" fmla="*/ 1794914 w 7467600"/>
              <a:gd name="connsiteY463" fmla="*/ 6858000 h 6858000"/>
              <a:gd name="connsiteX464" fmla="*/ 1746128 w 7467600"/>
              <a:gd name="connsiteY464" fmla="*/ 6858000 h 6858000"/>
              <a:gd name="connsiteX465" fmla="*/ 1753934 w 7467600"/>
              <a:gd name="connsiteY465" fmla="*/ 6724796 h 6858000"/>
              <a:gd name="connsiteX466" fmla="*/ 1792053 w 7467600"/>
              <a:gd name="connsiteY466" fmla="*/ 6572396 h 6858000"/>
              <a:gd name="connsiteX467" fmla="*/ 1862248 w 7467600"/>
              <a:gd name="connsiteY467" fmla="*/ 6266397 h 6858000"/>
              <a:gd name="connsiteX468" fmla="*/ 1862250 w 7467600"/>
              <a:gd name="connsiteY468" fmla="*/ 6033531 h 6858000"/>
              <a:gd name="connsiteX469" fmla="*/ 1211999 w 7467600"/>
              <a:gd name="connsiteY469" fmla="*/ 6683610 h 6858000"/>
              <a:gd name="connsiteX470" fmla="*/ 1213266 w 7467600"/>
              <a:gd name="connsiteY470" fmla="*/ 6691947 h 6858000"/>
              <a:gd name="connsiteX471" fmla="*/ 1203370 w 7467600"/>
              <a:gd name="connsiteY471" fmla="*/ 6850676 h 6858000"/>
              <a:gd name="connsiteX472" fmla="*/ 1203671 w 7467600"/>
              <a:gd name="connsiteY472" fmla="*/ 6858000 h 6858000"/>
              <a:gd name="connsiteX473" fmla="*/ 1143180 w 7467600"/>
              <a:gd name="connsiteY473" fmla="*/ 6858000 h 6858000"/>
              <a:gd name="connsiteX474" fmla="*/ 1142176 w 7467600"/>
              <a:gd name="connsiteY474" fmla="*/ 6766045 h 6858000"/>
              <a:gd name="connsiteX475" fmla="*/ 1067484 w 7467600"/>
              <a:gd name="connsiteY475" fmla="*/ 6858000 h 6858000"/>
              <a:gd name="connsiteX476" fmla="*/ 953928 w 7467600"/>
              <a:gd name="connsiteY476" fmla="*/ 6858000 h 6858000"/>
              <a:gd name="connsiteX477" fmla="*/ 959715 w 7467600"/>
              <a:gd name="connsiteY477" fmla="*/ 6850185 h 6858000"/>
              <a:gd name="connsiteX478" fmla="*/ 1483788 w 7467600"/>
              <a:gd name="connsiteY478" fmla="*/ 6259174 h 6858000"/>
              <a:gd name="connsiteX479" fmla="*/ 1100671 w 7467600"/>
              <a:gd name="connsiteY479" fmla="*/ 6252137 h 6858000"/>
              <a:gd name="connsiteX480" fmla="*/ 1090144 w 7467600"/>
              <a:gd name="connsiteY480" fmla="*/ 6256748 h 6858000"/>
              <a:gd name="connsiteX481" fmla="*/ 1095872 w 7467600"/>
              <a:gd name="connsiteY481" fmla="*/ 6271892 h 6858000"/>
              <a:gd name="connsiteX482" fmla="*/ 262785 w 7467600"/>
              <a:gd name="connsiteY482" fmla="*/ 6845450 h 6858000"/>
              <a:gd name="connsiteX483" fmla="*/ 209968 w 7467600"/>
              <a:gd name="connsiteY483" fmla="*/ 6770713 h 6858000"/>
              <a:gd name="connsiteX484" fmla="*/ 873460 w 7467600"/>
              <a:gd name="connsiteY484" fmla="*/ 6253768 h 6858000"/>
              <a:gd name="connsiteX485" fmla="*/ 192686 w 7467600"/>
              <a:gd name="connsiteY485" fmla="*/ 5849257 h 6858000"/>
              <a:gd name="connsiteX486" fmla="*/ 4696 w 7467600"/>
              <a:gd name="connsiteY486" fmla="*/ 5697668 h 6858000"/>
              <a:gd name="connsiteX487" fmla="*/ 0 w 7467600"/>
              <a:gd name="connsiteY487" fmla="*/ 5689984 h 6858000"/>
              <a:gd name="connsiteX488" fmla="*/ 0 w 7467600"/>
              <a:gd name="connsiteY488" fmla="*/ 5513472 h 6858000"/>
              <a:gd name="connsiteX489" fmla="*/ 174101 w 7467600"/>
              <a:gd name="connsiteY489" fmla="*/ 5620277 h 6858000"/>
              <a:gd name="connsiteX490" fmla="*/ 891800 w 7467600"/>
              <a:gd name="connsiteY490" fmla="*/ 6036935 h 6858000"/>
              <a:gd name="connsiteX491" fmla="*/ 1072219 w 7467600"/>
              <a:gd name="connsiteY491" fmla="*/ 6169443 h 6858000"/>
              <a:gd name="connsiteX492" fmla="*/ 1074117 w 7467600"/>
              <a:gd name="connsiteY492" fmla="*/ 6170301 h 6858000"/>
              <a:gd name="connsiteX493" fmla="*/ 1083114 w 7467600"/>
              <a:gd name="connsiteY493" fmla="*/ 6174131 h 6858000"/>
              <a:gd name="connsiteX494" fmla="*/ 1543010 w 7467600"/>
              <a:gd name="connsiteY494" fmla="*/ 6191140 h 6858000"/>
              <a:gd name="connsiteX495" fmla="*/ 1551080 w 7467600"/>
              <a:gd name="connsiteY495" fmla="*/ 6195006 h 6858000"/>
              <a:gd name="connsiteX496" fmla="*/ 2345443 w 7467600"/>
              <a:gd name="connsiteY496" fmla="*/ 5549882 h 6858000"/>
              <a:gd name="connsiteX497" fmla="*/ 1721499 w 7467600"/>
              <a:gd name="connsiteY497" fmla="*/ 5599969 h 6858000"/>
              <a:gd name="connsiteX498" fmla="*/ 767716 w 7467600"/>
              <a:gd name="connsiteY498" fmla="*/ 5472768 h 6858000"/>
              <a:gd name="connsiteX499" fmla="*/ 722147 w 7467600"/>
              <a:gd name="connsiteY499" fmla="*/ 5393091 h 6858000"/>
              <a:gd name="connsiteX500" fmla="*/ 1485552 w 7467600"/>
              <a:gd name="connsiteY500" fmla="*/ 5313202 h 6858000"/>
              <a:gd name="connsiteX501" fmla="*/ 2143004 w 7467600"/>
              <a:gd name="connsiteY501" fmla="*/ 5402420 h 6858000"/>
              <a:gd name="connsiteX502" fmla="*/ 1933391 w 7467600"/>
              <a:gd name="connsiteY502" fmla="*/ 5156971 h 6858000"/>
              <a:gd name="connsiteX503" fmla="*/ 1827118 w 7467600"/>
              <a:gd name="connsiteY503" fmla="*/ 4968410 h 6858000"/>
              <a:gd name="connsiteX504" fmla="*/ 1837349 w 7467600"/>
              <a:gd name="connsiteY504" fmla="*/ 4956357 h 6858000"/>
              <a:gd name="connsiteX505" fmla="*/ 2162835 w 7467600"/>
              <a:gd name="connsiteY505" fmla="*/ 5187853 h 6858000"/>
              <a:gd name="connsiteX506" fmla="*/ 2257167 w 7467600"/>
              <a:gd name="connsiteY506" fmla="*/ 5462123 h 6858000"/>
              <a:gd name="connsiteX507" fmla="*/ 2261598 w 7467600"/>
              <a:gd name="connsiteY507" fmla="*/ 5467998 h 6858000"/>
              <a:gd name="connsiteX508" fmla="*/ 2437177 w 7467600"/>
              <a:gd name="connsiteY508" fmla="*/ 5479608 h 6858000"/>
              <a:gd name="connsiteX509" fmla="*/ 2445247 w 7467600"/>
              <a:gd name="connsiteY509" fmla="*/ 5483476 h 6858000"/>
              <a:gd name="connsiteX510" fmla="*/ 2743626 w 7467600"/>
              <a:gd name="connsiteY510" fmla="*/ 5304819 h 6858000"/>
              <a:gd name="connsiteX511" fmla="*/ 3048102 w 7467600"/>
              <a:gd name="connsiteY511" fmla="*/ 5150595 h 6858000"/>
              <a:gd name="connsiteX512" fmla="*/ 1799414 w 7467600"/>
              <a:gd name="connsiteY512" fmla="*/ 4694732 h 6858000"/>
              <a:gd name="connsiteX513" fmla="*/ 1771735 w 7467600"/>
              <a:gd name="connsiteY513" fmla="*/ 4619929 h 6858000"/>
              <a:gd name="connsiteX514" fmla="*/ 3104273 w 7467600"/>
              <a:gd name="connsiteY514" fmla="*/ 5076159 h 6858000"/>
              <a:gd name="connsiteX515" fmla="*/ 3113245 w 7467600"/>
              <a:gd name="connsiteY515" fmla="*/ 5090705 h 6858000"/>
              <a:gd name="connsiteX516" fmla="*/ 3126294 w 7467600"/>
              <a:gd name="connsiteY516" fmla="*/ 5114400 h 6858000"/>
              <a:gd name="connsiteX517" fmla="*/ 3937433 w 7467600"/>
              <a:gd name="connsiteY517" fmla="*/ 4830473 h 6858000"/>
              <a:gd name="connsiteX518" fmla="*/ 3590475 w 7467600"/>
              <a:gd name="connsiteY518" fmla="*/ 4597974 h 6858000"/>
              <a:gd name="connsiteX519" fmla="*/ 3100264 w 7467600"/>
              <a:gd name="connsiteY519" fmla="*/ 4579845 h 6858000"/>
              <a:gd name="connsiteX520" fmla="*/ 2183576 w 7467600"/>
              <a:gd name="connsiteY520" fmla="*/ 4227150 h 6858000"/>
              <a:gd name="connsiteX521" fmla="*/ 2151029 w 7467600"/>
              <a:gd name="connsiteY521" fmla="*/ 4146947 h 6858000"/>
              <a:gd name="connsiteX522" fmla="*/ 3563434 w 7467600"/>
              <a:gd name="connsiteY522" fmla="*/ 4469115 h 6858000"/>
              <a:gd name="connsiteX523" fmla="*/ 3177952 w 7467600"/>
              <a:gd name="connsiteY523" fmla="*/ 3657386 h 6858000"/>
              <a:gd name="connsiteX524" fmla="*/ 3189263 w 7467600"/>
              <a:gd name="connsiteY524" fmla="*/ 3625726 h 6858000"/>
              <a:gd name="connsiteX525" fmla="*/ 3560912 w 7467600"/>
              <a:gd name="connsiteY525" fmla="*/ 4079863 h 6858000"/>
              <a:gd name="connsiteX526" fmla="*/ 3626636 w 7467600"/>
              <a:gd name="connsiteY526" fmla="*/ 4512230 h 6858000"/>
              <a:gd name="connsiteX527" fmla="*/ 3653088 w 7467600"/>
              <a:gd name="connsiteY527" fmla="*/ 4521417 h 6858000"/>
              <a:gd name="connsiteX528" fmla="*/ 3988128 w 7467600"/>
              <a:gd name="connsiteY528" fmla="*/ 4817267 h 6858000"/>
              <a:gd name="connsiteX529" fmla="*/ 4830582 w 7467600"/>
              <a:gd name="connsiteY529" fmla="*/ 4676000 h 6858000"/>
              <a:gd name="connsiteX530" fmla="*/ 4830100 w 7467600"/>
              <a:gd name="connsiteY530" fmla="*/ 4675554 h 6858000"/>
              <a:gd name="connsiteX531" fmla="*/ 4036318 w 7467600"/>
              <a:gd name="connsiteY531" fmla="*/ 4147013 h 6858000"/>
              <a:gd name="connsiteX532" fmla="*/ 3432098 w 7467600"/>
              <a:gd name="connsiteY532" fmla="*/ 3537312 h 6858000"/>
              <a:gd name="connsiteX533" fmla="*/ 3446761 w 7467600"/>
              <a:gd name="connsiteY533" fmla="*/ 3461278 h 6858000"/>
              <a:gd name="connsiteX534" fmla="*/ 4419733 w 7467600"/>
              <a:gd name="connsiteY534" fmla="*/ 3963555 h 6858000"/>
              <a:gd name="connsiteX535" fmla="*/ 4781371 w 7467600"/>
              <a:gd name="connsiteY535" fmla="*/ 4458604 h 6858000"/>
              <a:gd name="connsiteX536" fmla="*/ 4780440 w 7467600"/>
              <a:gd name="connsiteY536" fmla="*/ 4470290 h 6858000"/>
              <a:gd name="connsiteX537" fmla="*/ 4898954 w 7467600"/>
              <a:gd name="connsiteY537" fmla="*/ 4662092 h 6858000"/>
              <a:gd name="connsiteX538" fmla="*/ 4900699 w 7467600"/>
              <a:gd name="connsiteY538" fmla="*/ 4670867 h 6858000"/>
              <a:gd name="connsiteX539" fmla="*/ 5714511 w 7467600"/>
              <a:gd name="connsiteY539" fmla="*/ 4663483 h 6858000"/>
              <a:gd name="connsiteX540" fmla="*/ 5464793 w 7467600"/>
              <a:gd name="connsiteY540" fmla="*/ 4393556 h 6858000"/>
              <a:gd name="connsiteX541" fmla="*/ 5461897 w 7467600"/>
              <a:gd name="connsiteY541" fmla="*/ 4390879 h 6858000"/>
              <a:gd name="connsiteX542" fmla="*/ 4294126 w 7467600"/>
              <a:gd name="connsiteY542" fmla="*/ 3303048 h 6858000"/>
              <a:gd name="connsiteX543" fmla="*/ 4305321 w 7467600"/>
              <a:gd name="connsiteY543" fmla="*/ 3256953 h 6858000"/>
              <a:gd name="connsiteX544" fmla="*/ 4949299 w 7467600"/>
              <a:gd name="connsiteY544" fmla="*/ 3766336 h 6858000"/>
              <a:gd name="connsiteX545" fmla="*/ 5291452 w 7467600"/>
              <a:gd name="connsiteY545" fmla="*/ 4076801 h 6858000"/>
              <a:gd name="connsiteX546" fmla="*/ 5434998 w 7467600"/>
              <a:gd name="connsiteY546" fmla="*/ 4254100 h 6858000"/>
              <a:gd name="connsiteX547" fmla="*/ 5351015 w 7467600"/>
              <a:gd name="connsiteY547" fmla="*/ 3760989 h 6858000"/>
              <a:gd name="connsiteX548" fmla="*/ 5413780 w 7467600"/>
              <a:gd name="connsiteY548" fmla="*/ 2966265 h 6858000"/>
              <a:gd name="connsiteX549" fmla="*/ 5425627 w 7467600"/>
              <a:gd name="connsiteY549" fmla="*/ 2954192 h 6858000"/>
              <a:gd name="connsiteX550" fmla="*/ 6604735 w 7467600"/>
              <a:gd name="connsiteY550" fmla="*/ 2041381 h 6858000"/>
              <a:gd name="connsiteX551" fmla="*/ 7204487 w 7467600"/>
              <a:gd name="connsiteY551" fmla="*/ 2742112 h 6858000"/>
              <a:gd name="connsiteX552" fmla="*/ 7131592 w 7467600"/>
              <a:gd name="connsiteY552" fmla="*/ 2672096 h 6858000"/>
              <a:gd name="connsiteX553" fmla="*/ 6996344 w 7467600"/>
              <a:gd name="connsiteY553" fmla="*/ 2518310 h 6858000"/>
              <a:gd name="connsiteX554" fmla="*/ 6735495 w 7467600"/>
              <a:gd name="connsiteY554" fmla="*/ 2196890 h 6858000"/>
              <a:gd name="connsiteX555" fmla="*/ 6721901 w 7467600"/>
              <a:gd name="connsiteY555" fmla="*/ 2179274 h 6858000"/>
              <a:gd name="connsiteX556" fmla="*/ 6604735 w 7467600"/>
              <a:gd name="connsiteY556" fmla="*/ 2041381 h 6858000"/>
              <a:gd name="connsiteX557" fmla="*/ 6591670 w 7467600"/>
              <a:gd name="connsiteY557" fmla="*/ 1988277 h 6858000"/>
              <a:gd name="connsiteX558" fmla="*/ 6747349 w 7467600"/>
              <a:gd name="connsiteY558" fmla="*/ 2160069 h 6858000"/>
              <a:gd name="connsiteX559" fmla="*/ 6760943 w 7467600"/>
              <a:gd name="connsiteY559" fmla="*/ 2177686 h 6858000"/>
              <a:gd name="connsiteX560" fmla="*/ 7021065 w 7467600"/>
              <a:gd name="connsiteY560" fmla="*/ 2498102 h 6858000"/>
              <a:gd name="connsiteX561" fmla="*/ 7155223 w 7467600"/>
              <a:gd name="connsiteY561" fmla="*/ 2650386 h 6858000"/>
              <a:gd name="connsiteX562" fmla="*/ 7203167 w 7467600"/>
              <a:gd name="connsiteY562" fmla="*/ 2697288 h 6858000"/>
              <a:gd name="connsiteX563" fmla="*/ 6937703 w 7467600"/>
              <a:gd name="connsiteY563" fmla="*/ 2321981 h 6858000"/>
              <a:gd name="connsiteX564" fmla="*/ 6591670 w 7467600"/>
              <a:gd name="connsiteY564" fmla="*/ 1988277 h 6858000"/>
              <a:gd name="connsiteX565" fmla="*/ 5798671 w 7467600"/>
              <a:gd name="connsiteY565" fmla="*/ 1981601 h 6858000"/>
              <a:gd name="connsiteX566" fmla="*/ 5754709 w 7467600"/>
              <a:gd name="connsiteY566" fmla="*/ 2071454 h 6858000"/>
              <a:gd name="connsiteX567" fmla="*/ 5763044 w 7467600"/>
              <a:gd name="connsiteY567" fmla="*/ 2842206 h 6858000"/>
              <a:gd name="connsiteX568" fmla="*/ 5764974 w 7467600"/>
              <a:gd name="connsiteY568" fmla="*/ 2799609 h 6858000"/>
              <a:gd name="connsiteX569" fmla="*/ 5767665 w 7467600"/>
              <a:gd name="connsiteY569" fmla="*/ 2666409 h 6858000"/>
              <a:gd name="connsiteX570" fmla="*/ 5763055 w 7467600"/>
              <a:gd name="connsiteY570" fmla="*/ 2579705 h 6858000"/>
              <a:gd name="connsiteX571" fmla="*/ 5758079 w 7467600"/>
              <a:gd name="connsiteY571" fmla="*/ 2492508 h 6858000"/>
              <a:gd name="connsiteX572" fmla="*/ 5779325 w 7467600"/>
              <a:gd name="connsiteY572" fmla="*/ 2197069 h 6858000"/>
              <a:gd name="connsiteX573" fmla="*/ 5798671 w 7467600"/>
              <a:gd name="connsiteY573" fmla="*/ 1981601 h 6858000"/>
              <a:gd name="connsiteX574" fmla="*/ 5829202 w 7467600"/>
              <a:gd name="connsiteY574" fmla="*/ 1971679 h 6858000"/>
              <a:gd name="connsiteX575" fmla="*/ 5809558 w 7467600"/>
              <a:gd name="connsiteY575" fmla="*/ 2198043 h 6858000"/>
              <a:gd name="connsiteX576" fmla="*/ 5788653 w 7467600"/>
              <a:gd name="connsiteY576" fmla="*/ 2489430 h 6858000"/>
              <a:gd name="connsiteX577" fmla="*/ 5793439 w 7467600"/>
              <a:gd name="connsiteY577" fmla="*/ 2575235 h 6858000"/>
              <a:gd name="connsiteX578" fmla="*/ 5796837 w 7467600"/>
              <a:gd name="connsiteY578" fmla="*/ 2637633 h 6858000"/>
              <a:gd name="connsiteX579" fmla="*/ 5818614 w 7467600"/>
              <a:gd name="connsiteY579" fmla="*/ 2473055 h 6858000"/>
              <a:gd name="connsiteX580" fmla="*/ 5829202 w 7467600"/>
              <a:gd name="connsiteY580" fmla="*/ 1971679 h 6858000"/>
              <a:gd name="connsiteX581" fmla="*/ 5911389 w 7467600"/>
              <a:gd name="connsiteY581" fmla="*/ 1898371 h 6858000"/>
              <a:gd name="connsiteX582" fmla="*/ 6237627 w 7467600"/>
              <a:gd name="connsiteY582" fmla="*/ 2231921 h 6858000"/>
              <a:gd name="connsiteX583" fmla="*/ 5911389 w 7467600"/>
              <a:gd name="connsiteY583" fmla="*/ 1898371 h 6858000"/>
              <a:gd name="connsiteX584" fmla="*/ 6944437 w 7467600"/>
              <a:gd name="connsiteY584" fmla="*/ 1575402 h 6858000"/>
              <a:gd name="connsiteX585" fmla="*/ 6304730 w 7467600"/>
              <a:gd name="connsiteY585" fmla="*/ 1766654 h 6858000"/>
              <a:gd name="connsiteX586" fmla="*/ 6944437 w 7467600"/>
              <a:gd name="connsiteY586" fmla="*/ 1575402 h 6858000"/>
              <a:gd name="connsiteX587" fmla="*/ 7019523 w 7467600"/>
              <a:gd name="connsiteY587" fmla="*/ 1519450 h 6858000"/>
              <a:gd name="connsiteX588" fmla="*/ 6298091 w 7467600"/>
              <a:gd name="connsiteY588" fmla="*/ 1737122 h 6858000"/>
              <a:gd name="connsiteX589" fmla="*/ 7019523 w 7467600"/>
              <a:gd name="connsiteY589" fmla="*/ 1519450 h 6858000"/>
              <a:gd name="connsiteX590" fmla="*/ 2399523 w 7467600"/>
              <a:gd name="connsiteY590" fmla="*/ 1428234 h 6858000"/>
              <a:gd name="connsiteX591" fmla="*/ 2224982 w 7467600"/>
              <a:gd name="connsiteY591" fmla="*/ 1826201 h 6858000"/>
              <a:gd name="connsiteX592" fmla="*/ 2096099 w 7467600"/>
              <a:gd name="connsiteY592" fmla="*/ 2345900 h 6858000"/>
              <a:gd name="connsiteX593" fmla="*/ 2283317 w 7467600"/>
              <a:gd name="connsiteY593" fmla="*/ 1796925 h 6858000"/>
              <a:gd name="connsiteX594" fmla="*/ 2399523 w 7467600"/>
              <a:gd name="connsiteY594" fmla="*/ 1428234 h 6858000"/>
              <a:gd name="connsiteX595" fmla="*/ 2448558 w 7467600"/>
              <a:gd name="connsiteY595" fmla="*/ 1373435 h 6858000"/>
              <a:gd name="connsiteX596" fmla="*/ 2312521 w 7467600"/>
              <a:gd name="connsiteY596" fmla="*/ 1806140 h 6858000"/>
              <a:gd name="connsiteX597" fmla="*/ 2127533 w 7467600"/>
              <a:gd name="connsiteY597" fmla="*/ 2348380 h 6858000"/>
              <a:gd name="connsiteX598" fmla="*/ 2358080 w 7467600"/>
              <a:gd name="connsiteY598" fmla="*/ 1866134 h 6858000"/>
              <a:gd name="connsiteX599" fmla="*/ 2407436 w 7467600"/>
              <a:gd name="connsiteY599" fmla="*/ 1651070 h 6858000"/>
              <a:gd name="connsiteX600" fmla="*/ 2448558 w 7467600"/>
              <a:gd name="connsiteY600" fmla="*/ 1373435 h 6858000"/>
              <a:gd name="connsiteX601" fmla="*/ 278707 w 7467600"/>
              <a:gd name="connsiteY601" fmla="*/ 1352270 h 6858000"/>
              <a:gd name="connsiteX602" fmla="*/ 321570 w 7467600"/>
              <a:gd name="connsiteY602" fmla="*/ 1861610 h 6858000"/>
              <a:gd name="connsiteX603" fmla="*/ 294281 w 7467600"/>
              <a:gd name="connsiteY603" fmla="*/ 1440658 h 6858000"/>
              <a:gd name="connsiteX604" fmla="*/ 278707 w 7467600"/>
              <a:gd name="connsiteY604" fmla="*/ 1352270 h 6858000"/>
              <a:gd name="connsiteX605" fmla="*/ 1423821 w 7467600"/>
              <a:gd name="connsiteY605" fmla="*/ 1351958 h 6858000"/>
              <a:gd name="connsiteX606" fmla="*/ 1638521 w 7467600"/>
              <a:gd name="connsiteY606" fmla="*/ 1908470 h 6858000"/>
              <a:gd name="connsiteX607" fmla="*/ 1754199 w 7467600"/>
              <a:gd name="connsiteY607" fmla="*/ 2149284 h 6858000"/>
              <a:gd name="connsiteX608" fmla="*/ 1908359 w 7467600"/>
              <a:gd name="connsiteY608" fmla="*/ 2364988 h 6858000"/>
              <a:gd name="connsiteX609" fmla="*/ 1647661 w 7467600"/>
              <a:gd name="connsiteY609" fmla="*/ 1825945 h 6858000"/>
              <a:gd name="connsiteX610" fmla="*/ 1423821 w 7467600"/>
              <a:gd name="connsiteY610" fmla="*/ 1351958 h 6858000"/>
              <a:gd name="connsiteX611" fmla="*/ 1431890 w 7467600"/>
              <a:gd name="connsiteY611" fmla="*/ 1306475 h 6858000"/>
              <a:gd name="connsiteX612" fmla="*/ 1507597 w 7467600"/>
              <a:gd name="connsiteY612" fmla="*/ 1446132 h 6858000"/>
              <a:gd name="connsiteX613" fmla="*/ 1674586 w 7467600"/>
              <a:gd name="connsiteY613" fmla="*/ 1813832 h 6858000"/>
              <a:gd name="connsiteX614" fmla="*/ 1815950 w 7467600"/>
              <a:gd name="connsiteY614" fmla="*/ 2128564 h 6858000"/>
              <a:gd name="connsiteX615" fmla="*/ 1984242 w 7467600"/>
              <a:gd name="connsiteY615" fmla="*/ 2430829 h 6858000"/>
              <a:gd name="connsiteX616" fmla="*/ 2014023 w 7467600"/>
              <a:gd name="connsiteY616" fmla="*/ 2450995 h 6858000"/>
              <a:gd name="connsiteX617" fmla="*/ 1747337 w 7467600"/>
              <a:gd name="connsiteY617" fmla="*/ 1855264 h 6858000"/>
              <a:gd name="connsiteX618" fmla="*/ 1533749 w 7467600"/>
              <a:gd name="connsiteY618" fmla="*/ 1478656 h 6858000"/>
              <a:gd name="connsiteX619" fmla="*/ 1431890 w 7467600"/>
              <a:gd name="connsiteY619" fmla="*/ 1306475 h 6858000"/>
              <a:gd name="connsiteX620" fmla="*/ 5052692 w 7467600"/>
              <a:gd name="connsiteY620" fmla="*/ 1292994 h 6858000"/>
              <a:gd name="connsiteX621" fmla="*/ 5200661 w 7467600"/>
              <a:gd name="connsiteY621" fmla="*/ 1635186 h 6858000"/>
              <a:gd name="connsiteX622" fmla="*/ 5297138 w 7467600"/>
              <a:gd name="connsiteY622" fmla="*/ 1906351 h 6858000"/>
              <a:gd name="connsiteX623" fmla="*/ 5052692 w 7467600"/>
              <a:gd name="connsiteY623" fmla="*/ 1292994 h 6858000"/>
              <a:gd name="connsiteX624" fmla="*/ 5009948 w 7467600"/>
              <a:gd name="connsiteY624" fmla="*/ 1273619 h 6858000"/>
              <a:gd name="connsiteX625" fmla="*/ 5121777 w 7467600"/>
              <a:gd name="connsiteY625" fmla="*/ 1654213 h 6858000"/>
              <a:gd name="connsiteX626" fmla="*/ 5293545 w 7467600"/>
              <a:gd name="connsiteY626" fmla="*/ 2072247 h 6858000"/>
              <a:gd name="connsiteX627" fmla="*/ 5294042 w 7467600"/>
              <a:gd name="connsiteY627" fmla="*/ 2065019 h 6858000"/>
              <a:gd name="connsiteX628" fmla="*/ 5171936 w 7467600"/>
              <a:gd name="connsiteY628" fmla="*/ 1647613 h 6858000"/>
              <a:gd name="connsiteX629" fmla="*/ 5009948 w 7467600"/>
              <a:gd name="connsiteY629" fmla="*/ 1273619 h 6858000"/>
              <a:gd name="connsiteX630" fmla="*/ 655236 w 7467600"/>
              <a:gd name="connsiteY630" fmla="*/ 1268632 h 6858000"/>
              <a:gd name="connsiteX631" fmla="*/ 839521 w 7467600"/>
              <a:gd name="connsiteY631" fmla="*/ 1685315 h 6858000"/>
              <a:gd name="connsiteX632" fmla="*/ 1109416 w 7467600"/>
              <a:gd name="connsiteY632" fmla="*/ 2061663 h 6858000"/>
              <a:gd name="connsiteX633" fmla="*/ 1298300 w 7467600"/>
              <a:gd name="connsiteY633" fmla="*/ 2247742 h 6858000"/>
              <a:gd name="connsiteX634" fmla="*/ 1125871 w 7467600"/>
              <a:gd name="connsiteY634" fmla="*/ 1989513 h 6858000"/>
              <a:gd name="connsiteX635" fmla="*/ 981574 w 7467600"/>
              <a:gd name="connsiteY635" fmla="*/ 1783157 h 6858000"/>
              <a:gd name="connsiteX636" fmla="*/ 922198 w 7467600"/>
              <a:gd name="connsiteY636" fmla="*/ 1677437 h 6858000"/>
              <a:gd name="connsiteX637" fmla="*/ 869293 w 7467600"/>
              <a:gd name="connsiteY637" fmla="*/ 1583214 h 6858000"/>
              <a:gd name="connsiteX638" fmla="*/ 751431 w 7467600"/>
              <a:gd name="connsiteY638" fmla="*/ 1405731 h 6858000"/>
              <a:gd name="connsiteX639" fmla="*/ 655236 w 7467600"/>
              <a:gd name="connsiteY639" fmla="*/ 1268632 h 6858000"/>
              <a:gd name="connsiteX640" fmla="*/ 6516292 w 7467600"/>
              <a:gd name="connsiteY640" fmla="*/ 1263064 h 6858000"/>
              <a:gd name="connsiteX641" fmla="*/ 5736320 w 7467600"/>
              <a:gd name="connsiteY641" fmla="*/ 1501803 h 6858000"/>
              <a:gd name="connsiteX642" fmla="*/ 6516292 w 7467600"/>
              <a:gd name="connsiteY642" fmla="*/ 1263064 h 6858000"/>
              <a:gd name="connsiteX643" fmla="*/ 291466 w 7467600"/>
              <a:gd name="connsiteY643" fmla="*/ 1250369 h 6858000"/>
              <a:gd name="connsiteX644" fmla="*/ 323180 w 7467600"/>
              <a:gd name="connsiteY644" fmla="*/ 1435283 h 6858000"/>
              <a:gd name="connsiteX645" fmla="*/ 349381 w 7467600"/>
              <a:gd name="connsiteY645" fmla="*/ 1875041 h 6858000"/>
              <a:gd name="connsiteX646" fmla="*/ 374363 w 7467600"/>
              <a:gd name="connsiteY646" fmla="*/ 1506494 h 6858000"/>
              <a:gd name="connsiteX647" fmla="*/ 302168 w 7467600"/>
              <a:gd name="connsiteY647" fmla="*/ 1274495 h 6858000"/>
              <a:gd name="connsiteX648" fmla="*/ 291466 w 7467600"/>
              <a:gd name="connsiteY648" fmla="*/ 1250369 h 6858000"/>
              <a:gd name="connsiteX649" fmla="*/ 678222 w 7467600"/>
              <a:gd name="connsiteY649" fmla="*/ 1248670 h 6858000"/>
              <a:gd name="connsiteX650" fmla="*/ 775536 w 7467600"/>
              <a:gd name="connsiteY650" fmla="*/ 1388015 h 6858000"/>
              <a:gd name="connsiteX651" fmla="*/ 894529 w 7467600"/>
              <a:gd name="connsiteY651" fmla="*/ 1567739 h 6858000"/>
              <a:gd name="connsiteX652" fmla="*/ 948000 w 7467600"/>
              <a:gd name="connsiteY652" fmla="*/ 1663088 h 6858000"/>
              <a:gd name="connsiteX653" fmla="*/ 1006812 w 7467600"/>
              <a:gd name="connsiteY653" fmla="*/ 1767683 h 6858000"/>
              <a:gd name="connsiteX654" fmla="*/ 1149133 w 7467600"/>
              <a:gd name="connsiteY654" fmla="*/ 1971513 h 6858000"/>
              <a:gd name="connsiteX655" fmla="*/ 1333952 w 7467600"/>
              <a:gd name="connsiteY655" fmla="*/ 2251620 h 6858000"/>
              <a:gd name="connsiteX656" fmla="*/ 1337329 w 7467600"/>
              <a:gd name="connsiteY656" fmla="*/ 2258350 h 6858000"/>
              <a:gd name="connsiteX657" fmla="*/ 1014726 w 7467600"/>
              <a:gd name="connsiteY657" fmla="*/ 1615556 h 6858000"/>
              <a:gd name="connsiteX658" fmla="*/ 678222 w 7467600"/>
              <a:gd name="connsiteY658" fmla="*/ 1248670 h 6858000"/>
              <a:gd name="connsiteX659" fmla="*/ 6691602 w 7467600"/>
              <a:gd name="connsiteY659" fmla="*/ 1140573 h 6858000"/>
              <a:gd name="connsiteX660" fmla="*/ 6571100 w 7467600"/>
              <a:gd name="connsiteY660" fmla="*/ 1183662 h 6858000"/>
              <a:gd name="connsiteX661" fmla="*/ 6241687 w 7467600"/>
              <a:gd name="connsiteY661" fmla="*/ 1257600 h 6858000"/>
              <a:gd name="connsiteX662" fmla="*/ 5693009 w 7467600"/>
              <a:gd name="connsiteY662" fmla="*/ 1478256 h 6858000"/>
              <a:gd name="connsiteX663" fmla="*/ 6548420 w 7467600"/>
              <a:gd name="connsiteY663" fmla="*/ 1214599 h 6858000"/>
              <a:gd name="connsiteX664" fmla="*/ 6605473 w 7467600"/>
              <a:gd name="connsiteY664" fmla="*/ 1184686 h 6858000"/>
              <a:gd name="connsiteX665" fmla="*/ 6691602 w 7467600"/>
              <a:gd name="connsiteY665" fmla="*/ 1140573 h 6858000"/>
              <a:gd name="connsiteX666" fmla="*/ 4002475 w 7467600"/>
              <a:gd name="connsiteY666" fmla="*/ 1037802 h 6858000"/>
              <a:gd name="connsiteX667" fmla="*/ 4000324 w 7467600"/>
              <a:gd name="connsiteY667" fmla="*/ 1039362 h 6858000"/>
              <a:gd name="connsiteX668" fmla="*/ 4002862 w 7467600"/>
              <a:gd name="connsiteY668" fmla="*/ 1042866 h 6858000"/>
              <a:gd name="connsiteX669" fmla="*/ 4002475 w 7467600"/>
              <a:gd name="connsiteY669" fmla="*/ 1037802 h 6858000"/>
              <a:gd name="connsiteX670" fmla="*/ 506322 w 7467600"/>
              <a:gd name="connsiteY670" fmla="*/ 1020997 h 6858000"/>
              <a:gd name="connsiteX671" fmla="*/ 533068 w 7467600"/>
              <a:gd name="connsiteY671" fmla="*/ 1029409 h 6858000"/>
              <a:gd name="connsiteX672" fmla="*/ 1232525 w 7467600"/>
              <a:gd name="connsiteY672" fmla="*/ 1804675 h 6858000"/>
              <a:gd name="connsiteX673" fmla="*/ 1388858 w 7467600"/>
              <a:gd name="connsiteY673" fmla="*/ 2368011 h 6858000"/>
              <a:gd name="connsiteX674" fmla="*/ 1384098 w 7467600"/>
              <a:gd name="connsiteY674" fmla="*/ 2378125 h 6858000"/>
              <a:gd name="connsiteX675" fmla="*/ 1425393 w 7467600"/>
              <a:gd name="connsiteY675" fmla="*/ 2589124 h 6858000"/>
              <a:gd name="connsiteX676" fmla="*/ 1424001 w 7467600"/>
              <a:gd name="connsiteY676" fmla="*/ 2597541 h 6858000"/>
              <a:gd name="connsiteX677" fmla="*/ 2152729 w 7467600"/>
              <a:gd name="connsiteY677" fmla="*/ 2864487 h 6858000"/>
              <a:gd name="connsiteX678" fmla="*/ 2020609 w 7467600"/>
              <a:gd name="connsiteY678" fmla="*/ 2539671 h 6858000"/>
              <a:gd name="connsiteX679" fmla="*/ 2018920 w 7467600"/>
              <a:gd name="connsiteY679" fmla="*/ 2536309 h 6858000"/>
              <a:gd name="connsiteX680" fmla="*/ 1342441 w 7467600"/>
              <a:gd name="connsiteY680" fmla="*/ 1173017 h 6858000"/>
              <a:gd name="connsiteX681" fmla="*/ 1367925 w 7467600"/>
              <a:gd name="connsiteY681" fmla="*/ 1135648 h 6858000"/>
              <a:gd name="connsiteX682" fmla="*/ 1771401 w 7467600"/>
              <a:gd name="connsiteY682" fmla="*/ 1806673 h 6858000"/>
              <a:gd name="connsiteX683" fmla="*/ 1972385 w 7467600"/>
              <a:gd name="connsiteY683" fmla="*/ 2198735 h 6858000"/>
              <a:gd name="connsiteX684" fmla="*/ 2040892 w 7467600"/>
              <a:gd name="connsiteY684" fmla="*/ 2405205 h 6858000"/>
              <a:gd name="connsiteX685" fmla="*/ 2131689 w 7467600"/>
              <a:gd name="connsiteY685" fmla="*/ 1936926 h 6858000"/>
              <a:gd name="connsiteX686" fmla="*/ 2454820 w 7467600"/>
              <a:gd name="connsiteY686" fmla="*/ 1248808 h 6858000"/>
              <a:gd name="connsiteX687" fmla="*/ 2492512 w 7467600"/>
              <a:gd name="connsiteY687" fmla="*/ 1302920 h 6858000"/>
              <a:gd name="connsiteX688" fmla="*/ 2081216 w 7467600"/>
              <a:gd name="connsiteY688" fmla="*/ 2527513 h 6858000"/>
              <a:gd name="connsiteX689" fmla="*/ 2081211 w 7467600"/>
              <a:gd name="connsiteY689" fmla="*/ 2528916 h 6858000"/>
              <a:gd name="connsiteX690" fmla="*/ 2199067 w 7467600"/>
              <a:gd name="connsiteY690" fmla="*/ 2884061 h 6858000"/>
              <a:gd name="connsiteX691" fmla="*/ 3192586 w 7467600"/>
              <a:gd name="connsiteY691" fmla="*/ 3411496 h 6858000"/>
              <a:gd name="connsiteX692" fmla="*/ 3182620 w 7467600"/>
              <a:gd name="connsiteY692" fmla="*/ 3483279 h 6858000"/>
              <a:gd name="connsiteX693" fmla="*/ 2435119 w 7467600"/>
              <a:gd name="connsiteY693" fmla="*/ 3080173 h 6858000"/>
              <a:gd name="connsiteX694" fmla="*/ 2410152 w 7467600"/>
              <a:gd name="connsiteY694" fmla="*/ 3063751 h 6858000"/>
              <a:gd name="connsiteX695" fmla="*/ 2408099 w 7467600"/>
              <a:gd name="connsiteY695" fmla="*/ 3064403 h 6858000"/>
              <a:gd name="connsiteX696" fmla="*/ 2407218 w 7467600"/>
              <a:gd name="connsiteY696" fmla="*/ 3070324 h 6858000"/>
              <a:gd name="connsiteX697" fmla="*/ 2380138 w 7467600"/>
              <a:gd name="connsiteY697" fmla="*/ 3099341 h 6858000"/>
              <a:gd name="connsiteX698" fmla="*/ 1765923 w 7467600"/>
              <a:gd name="connsiteY698" fmla="*/ 3581043 h 6858000"/>
              <a:gd name="connsiteX699" fmla="*/ 1702258 w 7467600"/>
              <a:gd name="connsiteY699" fmla="*/ 3612286 h 6858000"/>
              <a:gd name="connsiteX700" fmla="*/ 1538370 w 7467600"/>
              <a:gd name="connsiteY700" fmla="*/ 3811804 h 6858000"/>
              <a:gd name="connsiteX701" fmla="*/ 542867 w 7467600"/>
              <a:gd name="connsiteY701" fmla="*/ 4944092 h 6858000"/>
              <a:gd name="connsiteX702" fmla="*/ 515800 w 7467600"/>
              <a:gd name="connsiteY702" fmla="*/ 4862180 h 6858000"/>
              <a:gd name="connsiteX703" fmla="*/ 909145 w 7467600"/>
              <a:gd name="connsiteY703" fmla="*/ 4199225 h 6858000"/>
              <a:gd name="connsiteX704" fmla="*/ 1214067 w 7467600"/>
              <a:gd name="connsiteY704" fmla="*/ 3908561 h 6858000"/>
              <a:gd name="connsiteX705" fmla="*/ 640967 w 7467600"/>
              <a:gd name="connsiteY705" fmla="*/ 4105601 h 6858000"/>
              <a:gd name="connsiteX706" fmla="*/ 112563 w 7467600"/>
              <a:gd name="connsiteY706" fmla="*/ 4396952 h 6858000"/>
              <a:gd name="connsiteX707" fmla="*/ 0 w 7467600"/>
              <a:gd name="connsiteY707" fmla="*/ 4466006 h 6858000"/>
              <a:gd name="connsiteX708" fmla="*/ 0 w 7467600"/>
              <a:gd name="connsiteY708" fmla="*/ 4233763 h 6858000"/>
              <a:gd name="connsiteX709" fmla="*/ 36881 w 7467600"/>
              <a:gd name="connsiteY709" fmla="*/ 4200118 h 6858000"/>
              <a:gd name="connsiteX710" fmla="*/ 910534 w 7467600"/>
              <a:gd name="connsiteY710" fmla="*/ 3629753 h 6858000"/>
              <a:gd name="connsiteX711" fmla="*/ 1578717 w 7467600"/>
              <a:gd name="connsiteY711" fmla="*/ 3575982 h 6858000"/>
              <a:gd name="connsiteX712" fmla="*/ 2338780 w 7467600"/>
              <a:gd name="connsiteY712" fmla="*/ 3033725 h 6858000"/>
              <a:gd name="connsiteX713" fmla="*/ 1807991 w 7467600"/>
              <a:gd name="connsiteY713" fmla="*/ 2807184 h 6858000"/>
              <a:gd name="connsiteX714" fmla="*/ 1416358 w 7467600"/>
              <a:gd name="connsiteY714" fmla="*/ 3112571 h 6858000"/>
              <a:gd name="connsiteX715" fmla="*/ 939066 w 7467600"/>
              <a:gd name="connsiteY715" fmla="*/ 3378798 h 6858000"/>
              <a:gd name="connsiteX716" fmla="*/ 115099 w 7467600"/>
              <a:gd name="connsiteY716" fmla="*/ 3607650 h 6858000"/>
              <a:gd name="connsiteX717" fmla="*/ 97284 w 7467600"/>
              <a:gd name="connsiteY717" fmla="*/ 3520393 h 6858000"/>
              <a:gd name="connsiteX718" fmla="*/ 922050 w 7467600"/>
              <a:gd name="connsiteY718" fmla="*/ 3074867 h 6858000"/>
              <a:gd name="connsiteX719" fmla="*/ 1405265 w 7467600"/>
              <a:gd name="connsiteY719" fmla="*/ 3016319 h 6858000"/>
              <a:gd name="connsiteX720" fmla="*/ 1407512 w 7467600"/>
              <a:gd name="connsiteY720" fmla="*/ 3018001 h 6858000"/>
              <a:gd name="connsiteX721" fmla="*/ 1726266 w 7467600"/>
              <a:gd name="connsiteY721" fmla="*/ 2777274 h 6858000"/>
              <a:gd name="connsiteX722" fmla="*/ 625390 w 7467600"/>
              <a:gd name="connsiteY722" fmla="*/ 2514541 h 6858000"/>
              <a:gd name="connsiteX723" fmla="*/ 619799 w 7467600"/>
              <a:gd name="connsiteY723" fmla="*/ 2527180 h 6858000"/>
              <a:gd name="connsiteX724" fmla="*/ 310030 w 7467600"/>
              <a:gd name="connsiteY724" fmla="*/ 2771818 h 6858000"/>
              <a:gd name="connsiteX725" fmla="*/ 173877 w 7467600"/>
              <a:gd name="connsiteY725" fmla="*/ 2937056 h 6858000"/>
              <a:gd name="connsiteX726" fmla="*/ 77889 w 7467600"/>
              <a:gd name="connsiteY726" fmla="*/ 3138440 h 6858000"/>
              <a:gd name="connsiteX727" fmla="*/ 0 w 7467600"/>
              <a:gd name="connsiteY727" fmla="*/ 3271395 h 6858000"/>
              <a:gd name="connsiteX728" fmla="*/ 0 w 7467600"/>
              <a:gd name="connsiteY728" fmla="*/ 3153002 h 6858000"/>
              <a:gd name="connsiteX729" fmla="*/ 2386 w 7467600"/>
              <a:gd name="connsiteY729" fmla="*/ 3149203 h 6858000"/>
              <a:gd name="connsiteX730" fmla="*/ 89753 w 7467600"/>
              <a:gd name="connsiteY730" fmla="*/ 2987702 h 6858000"/>
              <a:gd name="connsiteX731" fmla="*/ 76869 w 7467600"/>
              <a:gd name="connsiteY731" fmla="*/ 3005404 h 6858000"/>
              <a:gd name="connsiteX732" fmla="*/ 32049 w 7467600"/>
              <a:gd name="connsiteY732" fmla="*/ 3065814 h 6858000"/>
              <a:gd name="connsiteX733" fmla="*/ 0 w 7467600"/>
              <a:gd name="connsiteY733" fmla="*/ 3108744 h 6858000"/>
              <a:gd name="connsiteX734" fmla="*/ 0 w 7467600"/>
              <a:gd name="connsiteY734" fmla="*/ 3058059 h 6858000"/>
              <a:gd name="connsiteX735" fmla="*/ 7610 w 7467600"/>
              <a:gd name="connsiteY735" fmla="*/ 3047889 h 6858000"/>
              <a:gd name="connsiteX736" fmla="*/ 52419 w 7467600"/>
              <a:gd name="connsiteY736" fmla="*/ 2987479 h 6858000"/>
              <a:gd name="connsiteX737" fmla="*/ 59142 w 7467600"/>
              <a:gd name="connsiteY737" fmla="*/ 2978488 h 6858000"/>
              <a:gd name="connsiteX738" fmla="*/ 0 w 7467600"/>
              <a:gd name="connsiteY738" fmla="*/ 3015334 h 6858000"/>
              <a:gd name="connsiteX739" fmla="*/ 0 w 7467600"/>
              <a:gd name="connsiteY739" fmla="*/ 2914286 h 6858000"/>
              <a:gd name="connsiteX740" fmla="*/ 36383 w 7467600"/>
              <a:gd name="connsiteY740" fmla="*/ 2901128 h 6858000"/>
              <a:gd name="connsiteX741" fmla="*/ 156329 w 7467600"/>
              <a:gd name="connsiteY741" fmla="*/ 2840533 h 6858000"/>
              <a:gd name="connsiteX742" fmla="*/ 358355 w 7467600"/>
              <a:gd name="connsiteY742" fmla="*/ 2620471 h 6858000"/>
              <a:gd name="connsiteX743" fmla="*/ 510577 w 7467600"/>
              <a:gd name="connsiteY743" fmla="*/ 2501244 h 6858000"/>
              <a:gd name="connsiteX744" fmla="*/ 211967 w 7467600"/>
              <a:gd name="connsiteY744" fmla="*/ 2479171 h 6858000"/>
              <a:gd name="connsiteX745" fmla="*/ 0 w 7467600"/>
              <a:gd name="connsiteY745" fmla="*/ 2476398 h 6858000"/>
              <a:gd name="connsiteX746" fmla="*/ 0 w 7467600"/>
              <a:gd name="connsiteY746" fmla="*/ 2389189 h 6858000"/>
              <a:gd name="connsiteX747" fmla="*/ 103062 w 7467600"/>
              <a:gd name="connsiteY747" fmla="*/ 2389518 h 6858000"/>
              <a:gd name="connsiteX748" fmla="*/ 510734 w 7467600"/>
              <a:gd name="connsiteY748" fmla="*/ 2416201 h 6858000"/>
              <a:gd name="connsiteX749" fmla="*/ 279257 w 7467600"/>
              <a:gd name="connsiteY749" fmla="*/ 2092102 h 6858000"/>
              <a:gd name="connsiteX750" fmla="*/ 65265 w 7467600"/>
              <a:gd name="connsiteY750" fmla="*/ 2006049 h 6858000"/>
              <a:gd name="connsiteX751" fmla="*/ 0 w 7467600"/>
              <a:gd name="connsiteY751" fmla="*/ 1982532 h 6858000"/>
              <a:gd name="connsiteX752" fmla="*/ 0 w 7467600"/>
              <a:gd name="connsiteY752" fmla="*/ 1912789 h 6858000"/>
              <a:gd name="connsiteX753" fmla="*/ 97460 w 7467600"/>
              <a:gd name="connsiteY753" fmla="*/ 1953725 h 6858000"/>
              <a:gd name="connsiteX754" fmla="*/ 221272 w 7467600"/>
              <a:gd name="connsiteY754" fmla="*/ 1980766 h 6858000"/>
              <a:gd name="connsiteX755" fmla="*/ 116765 w 7467600"/>
              <a:gd name="connsiteY755" fmla="*/ 1911033 h 6858000"/>
              <a:gd name="connsiteX756" fmla="*/ 16405 w 7467600"/>
              <a:gd name="connsiteY756" fmla="*/ 1803412 h 6858000"/>
              <a:gd name="connsiteX757" fmla="*/ 0 w 7467600"/>
              <a:gd name="connsiteY757" fmla="*/ 1784777 h 6858000"/>
              <a:gd name="connsiteX758" fmla="*/ 0 w 7467600"/>
              <a:gd name="connsiteY758" fmla="*/ 1740082 h 6858000"/>
              <a:gd name="connsiteX759" fmla="*/ 39394 w 7467600"/>
              <a:gd name="connsiteY759" fmla="*/ 1784856 h 6858000"/>
              <a:gd name="connsiteX760" fmla="*/ 135813 w 7467600"/>
              <a:gd name="connsiteY760" fmla="*/ 1888838 h 6858000"/>
              <a:gd name="connsiteX761" fmla="*/ 242575 w 7467600"/>
              <a:gd name="connsiteY761" fmla="*/ 1958841 h 6858000"/>
              <a:gd name="connsiteX762" fmla="*/ 82197 w 7467600"/>
              <a:gd name="connsiteY762" fmla="*/ 1754826 h 6858000"/>
              <a:gd name="connsiteX763" fmla="*/ 0 w 7467600"/>
              <a:gd name="connsiteY763" fmla="*/ 1679650 h 6858000"/>
              <a:gd name="connsiteX764" fmla="*/ 0 w 7467600"/>
              <a:gd name="connsiteY764" fmla="*/ 1602463 h 6858000"/>
              <a:gd name="connsiteX765" fmla="*/ 84689 w 7467600"/>
              <a:gd name="connsiteY765" fmla="*/ 1677442 h 6858000"/>
              <a:gd name="connsiteX766" fmla="*/ 298437 w 7467600"/>
              <a:gd name="connsiteY766" fmla="*/ 1968019 h 6858000"/>
              <a:gd name="connsiteX767" fmla="*/ 227269 w 7467600"/>
              <a:gd name="connsiteY767" fmla="*/ 1114064 h 6858000"/>
              <a:gd name="connsiteX768" fmla="*/ 248003 w 7467600"/>
              <a:gd name="connsiteY768" fmla="*/ 1089613 h 6858000"/>
              <a:gd name="connsiteX769" fmla="*/ 427020 w 7467600"/>
              <a:gd name="connsiteY769" fmla="*/ 1619803 h 6858000"/>
              <a:gd name="connsiteX770" fmla="*/ 340345 w 7467600"/>
              <a:gd name="connsiteY770" fmla="*/ 2027739 h 6858000"/>
              <a:gd name="connsiteX771" fmla="*/ 360865 w 7467600"/>
              <a:gd name="connsiteY771" fmla="*/ 2044827 h 6858000"/>
              <a:gd name="connsiteX772" fmla="*/ 560414 w 7467600"/>
              <a:gd name="connsiteY772" fmla="*/ 2421457 h 6858000"/>
              <a:gd name="connsiteX773" fmla="*/ 1359703 w 7467600"/>
              <a:gd name="connsiteY773" fmla="*/ 2578554 h 6858000"/>
              <a:gd name="connsiteX774" fmla="*/ 1359422 w 7467600"/>
              <a:gd name="connsiteY774" fmla="*/ 2577994 h 6858000"/>
              <a:gd name="connsiteX775" fmla="*/ 828701 w 7467600"/>
              <a:gd name="connsiteY775" fmla="*/ 1839520 h 6858000"/>
              <a:gd name="connsiteX776" fmla="*/ 494427 w 7467600"/>
              <a:gd name="connsiteY776" fmla="*/ 1092333 h 6858000"/>
              <a:gd name="connsiteX777" fmla="*/ 506322 w 7467600"/>
              <a:gd name="connsiteY777" fmla="*/ 1020997 h 6858000"/>
              <a:gd name="connsiteX778" fmla="*/ 4570198 w 7467600"/>
              <a:gd name="connsiteY778" fmla="*/ 978081 h 6858000"/>
              <a:gd name="connsiteX779" fmla="*/ 4523691 w 7467600"/>
              <a:gd name="connsiteY779" fmla="*/ 1127776 h 6858000"/>
              <a:gd name="connsiteX780" fmla="*/ 4509875 w 7467600"/>
              <a:gd name="connsiteY780" fmla="*/ 1167552 h 6858000"/>
              <a:gd name="connsiteX781" fmla="*/ 4478168 w 7467600"/>
              <a:gd name="connsiteY781" fmla="*/ 1260735 h 6858000"/>
              <a:gd name="connsiteX782" fmla="*/ 4409309 w 7467600"/>
              <a:gd name="connsiteY782" fmla="*/ 1666996 h 6858000"/>
              <a:gd name="connsiteX783" fmla="*/ 4370031 w 7467600"/>
              <a:gd name="connsiteY783" fmla="*/ 1955666 h 6858000"/>
              <a:gd name="connsiteX784" fmla="*/ 4570198 w 7467600"/>
              <a:gd name="connsiteY784" fmla="*/ 978081 h 6858000"/>
              <a:gd name="connsiteX785" fmla="*/ 4557898 w 7467600"/>
              <a:gd name="connsiteY785" fmla="*/ 900011 h 6858000"/>
              <a:gd name="connsiteX786" fmla="*/ 4344840 w 7467600"/>
              <a:gd name="connsiteY786" fmla="*/ 1922038 h 6858000"/>
              <a:gd name="connsiteX787" fmla="*/ 4378710 w 7467600"/>
              <a:gd name="connsiteY787" fmla="*/ 1665516 h 6858000"/>
              <a:gd name="connsiteX788" fmla="*/ 4448798 w 7467600"/>
              <a:gd name="connsiteY788" fmla="*/ 1253024 h 6858000"/>
              <a:gd name="connsiteX789" fmla="*/ 4480315 w 7467600"/>
              <a:gd name="connsiteY789" fmla="*/ 1158454 h 6858000"/>
              <a:gd name="connsiteX790" fmla="*/ 4494133 w 7467600"/>
              <a:gd name="connsiteY790" fmla="*/ 1118676 h 6858000"/>
              <a:gd name="connsiteX791" fmla="*/ 4557898 w 7467600"/>
              <a:gd name="connsiteY791" fmla="*/ 900011 h 6858000"/>
              <a:gd name="connsiteX792" fmla="*/ 5870151 w 7467600"/>
              <a:gd name="connsiteY792" fmla="*/ 898890 h 6858000"/>
              <a:gd name="connsiteX793" fmla="*/ 5861335 w 7467600"/>
              <a:gd name="connsiteY793" fmla="*/ 899177 h 6858000"/>
              <a:gd name="connsiteX794" fmla="*/ 5843702 w 7467600"/>
              <a:gd name="connsiteY794" fmla="*/ 899748 h 6858000"/>
              <a:gd name="connsiteX795" fmla="*/ 5651107 w 7467600"/>
              <a:gd name="connsiteY795" fmla="*/ 920306 h 6858000"/>
              <a:gd name="connsiteX796" fmla="*/ 5459407 w 7467600"/>
              <a:gd name="connsiteY796" fmla="*/ 940975 h 6858000"/>
              <a:gd name="connsiteX797" fmla="*/ 5374846 w 7467600"/>
              <a:gd name="connsiteY797" fmla="*/ 941988 h 6858000"/>
              <a:gd name="connsiteX798" fmla="*/ 5256105 w 7467600"/>
              <a:gd name="connsiteY798" fmla="*/ 945632 h 6858000"/>
              <a:gd name="connsiteX799" fmla="*/ 5107071 w 7467600"/>
              <a:gd name="connsiteY799" fmla="*/ 969720 h 6858000"/>
              <a:gd name="connsiteX800" fmla="*/ 4998681 w 7467600"/>
              <a:gd name="connsiteY800" fmla="*/ 988771 h 6858000"/>
              <a:gd name="connsiteX801" fmla="*/ 5870151 w 7467600"/>
              <a:gd name="connsiteY801" fmla="*/ 898890 h 6858000"/>
              <a:gd name="connsiteX802" fmla="*/ 5504425 w 7467600"/>
              <a:gd name="connsiteY802" fmla="*/ 848067 h 6858000"/>
              <a:gd name="connsiteX803" fmla="*/ 4968849 w 7467600"/>
              <a:gd name="connsiteY803" fmla="*/ 962318 h 6858000"/>
              <a:gd name="connsiteX804" fmla="*/ 5104039 w 7467600"/>
              <a:gd name="connsiteY804" fmla="*/ 940634 h 6858000"/>
              <a:gd name="connsiteX805" fmla="*/ 5256311 w 7467600"/>
              <a:gd name="connsiteY805" fmla="*/ 916490 h 6858000"/>
              <a:gd name="connsiteX806" fmla="*/ 5377381 w 7467600"/>
              <a:gd name="connsiteY806" fmla="*/ 912671 h 6858000"/>
              <a:gd name="connsiteX807" fmla="*/ 5460148 w 7467600"/>
              <a:gd name="connsiteY807" fmla="*/ 911442 h 6858000"/>
              <a:gd name="connsiteX808" fmla="*/ 5648971 w 7467600"/>
              <a:gd name="connsiteY808" fmla="*/ 891331 h 6858000"/>
              <a:gd name="connsiteX809" fmla="*/ 5844807 w 7467600"/>
              <a:gd name="connsiteY809" fmla="*/ 870718 h 6858000"/>
              <a:gd name="connsiteX810" fmla="*/ 5862975 w 7467600"/>
              <a:gd name="connsiteY810" fmla="*/ 869756 h 6858000"/>
              <a:gd name="connsiteX811" fmla="*/ 5920887 w 7467600"/>
              <a:gd name="connsiteY811" fmla="*/ 865929 h 6858000"/>
              <a:gd name="connsiteX812" fmla="*/ 5504425 w 7467600"/>
              <a:gd name="connsiteY812" fmla="*/ 848067 h 6858000"/>
              <a:gd name="connsiteX813" fmla="*/ 3607114 w 7467600"/>
              <a:gd name="connsiteY813" fmla="*/ 467441 h 6858000"/>
              <a:gd name="connsiteX814" fmla="*/ 3296242 w 7467600"/>
              <a:gd name="connsiteY814" fmla="*/ 807991 h 6858000"/>
              <a:gd name="connsiteX815" fmla="*/ 3174674 w 7467600"/>
              <a:gd name="connsiteY815" fmla="*/ 919759 h 6858000"/>
              <a:gd name="connsiteX816" fmla="*/ 3042978 w 7467600"/>
              <a:gd name="connsiteY816" fmla="*/ 1054894 h 6858000"/>
              <a:gd name="connsiteX817" fmla="*/ 2968914 w 7467600"/>
              <a:gd name="connsiteY817" fmla="*/ 1133756 h 6858000"/>
              <a:gd name="connsiteX818" fmla="*/ 3103823 w 7467600"/>
              <a:gd name="connsiteY818" fmla="*/ 1026814 h 6858000"/>
              <a:gd name="connsiteX819" fmla="*/ 3607114 w 7467600"/>
              <a:gd name="connsiteY819" fmla="*/ 467441 h 6858000"/>
              <a:gd name="connsiteX820" fmla="*/ 3744487 w 7467600"/>
              <a:gd name="connsiteY820" fmla="*/ 383136 h 6858000"/>
              <a:gd name="connsiteX821" fmla="*/ 3970213 w 7467600"/>
              <a:gd name="connsiteY821" fmla="*/ 995559 h 6858000"/>
              <a:gd name="connsiteX822" fmla="*/ 3744487 w 7467600"/>
              <a:gd name="connsiteY822" fmla="*/ 383136 h 6858000"/>
              <a:gd name="connsiteX823" fmla="*/ 3624562 w 7467600"/>
              <a:gd name="connsiteY823" fmla="*/ 367041 h 6858000"/>
              <a:gd name="connsiteX824" fmla="*/ 3489712 w 7467600"/>
              <a:gd name="connsiteY824" fmla="*/ 485386 h 6858000"/>
              <a:gd name="connsiteX825" fmla="*/ 3182994 w 7467600"/>
              <a:gd name="connsiteY825" fmla="*/ 828265 h 6858000"/>
              <a:gd name="connsiteX826" fmla="*/ 2892114 w 7467600"/>
              <a:gd name="connsiteY826" fmla="*/ 1172635 h 6858000"/>
              <a:gd name="connsiteX827" fmla="*/ 3021459 w 7467600"/>
              <a:gd name="connsiteY827" fmla="*/ 1035385 h 6858000"/>
              <a:gd name="connsiteX828" fmla="*/ 3153873 w 7467600"/>
              <a:gd name="connsiteY828" fmla="*/ 898971 h 6858000"/>
              <a:gd name="connsiteX829" fmla="*/ 3276511 w 7467600"/>
              <a:gd name="connsiteY829" fmla="*/ 786423 h 6858000"/>
              <a:gd name="connsiteX830" fmla="*/ 3584154 w 7467600"/>
              <a:gd name="connsiteY830" fmla="*/ 448218 h 6858000"/>
              <a:gd name="connsiteX831" fmla="*/ 3624562 w 7467600"/>
              <a:gd name="connsiteY831" fmla="*/ 367041 h 6858000"/>
              <a:gd name="connsiteX832" fmla="*/ 3766672 w 7467600"/>
              <a:gd name="connsiteY832" fmla="*/ 359429 h 6858000"/>
              <a:gd name="connsiteX833" fmla="*/ 3996338 w 7467600"/>
              <a:gd name="connsiteY833" fmla="*/ 968237 h 6858000"/>
              <a:gd name="connsiteX834" fmla="*/ 3766672 w 7467600"/>
              <a:gd name="connsiteY834" fmla="*/ 359429 h 6858000"/>
              <a:gd name="connsiteX835" fmla="*/ 5805386 w 7467600"/>
              <a:gd name="connsiteY835" fmla="*/ 239240 h 6858000"/>
              <a:gd name="connsiteX836" fmla="*/ 5736947 w 7467600"/>
              <a:gd name="connsiteY836" fmla="*/ 261367 h 6858000"/>
              <a:gd name="connsiteX837" fmla="*/ 5427012 w 7467600"/>
              <a:gd name="connsiteY837" fmla="*/ 311272 h 6858000"/>
              <a:gd name="connsiteX838" fmla="*/ 5147818 w 7467600"/>
              <a:gd name="connsiteY838" fmla="*/ 322112 h 6858000"/>
              <a:gd name="connsiteX839" fmla="*/ 5060854 w 7467600"/>
              <a:gd name="connsiteY839" fmla="*/ 311882 h 6858000"/>
              <a:gd name="connsiteX840" fmla="*/ 4945989 w 7467600"/>
              <a:gd name="connsiteY840" fmla="*/ 300516 h 6858000"/>
              <a:gd name="connsiteX841" fmla="*/ 5410479 w 7467600"/>
              <a:gd name="connsiteY841" fmla="*/ 348434 h 6858000"/>
              <a:gd name="connsiteX842" fmla="*/ 5805386 w 7467600"/>
              <a:gd name="connsiteY842" fmla="*/ 239240 h 6858000"/>
              <a:gd name="connsiteX843" fmla="*/ 5905192 w 7467600"/>
              <a:gd name="connsiteY843" fmla="*/ 163079 h 6858000"/>
              <a:gd name="connsiteX844" fmla="*/ 5865655 w 7467600"/>
              <a:gd name="connsiteY844" fmla="*/ 171901 h 6858000"/>
              <a:gd name="connsiteX845" fmla="*/ 5259740 w 7467600"/>
              <a:gd name="connsiteY845" fmla="*/ 257013 h 6858000"/>
              <a:gd name="connsiteX846" fmla="*/ 5208466 w 7467600"/>
              <a:gd name="connsiteY846" fmla="*/ 257550 h 6858000"/>
              <a:gd name="connsiteX847" fmla="*/ 4980204 w 7467600"/>
              <a:gd name="connsiteY847" fmla="*/ 271903 h 6858000"/>
              <a:gd name="connsiteX848" fmla="*/ 5068068 w 7467600"/>
              <a:gd name="connsiteY848" fmla="*/ 282244 h 6858000"/>
              <a:gd name="connsiteX849" fmla="*/ 5153231 w 7467600"/>
              <a:gd name="connsiteY849" fmla="*/ 292240 h 6858000"/>
              <a:gd name="connsiteX850" fmla="*/ 5426491 w 7467600"/>
              <a:gd name="connsiteY850" fmla="*/ 281128 h 6858000"/>
              <a:gd name="connsiteX851" fmla="*/ 5731212 w 7467600"/>
              <a:gd name="connsiteY851" fmla="*/ 231951 h 6858000"/>
              <a:gd name="connsiteX852" fmla="*/ 5905192 w 7467600"/>
              <a:gd name="connsiteY852" fmla="*/ 163079 h 6858000"/>
              <a:gd name="connsiteX853" fmla="*/ 5944437 w 7467600"/>
              <a:gd name="connsiteY853" fmla="*/ 113829 h 6858000"/>
              <a:gd name="connsiteX854" fmla="*/ 5825032 w 7467600"/>
              <a:gd name="connsiteY854" fmla="*/ 146405 h 6858000"/>
              <a:gd name="connsiteX855" fmla="*/ 4955599 w 7467600"/>
              <a:gd name="connsiteY855" fmla="*/ 247008 h 6858000"/>
              <a:gd name="connsiteX856" fmla="*/ 5210104 w 7467600"/>
              <a:gd name="connsiteY856" fmla="*/ 228123 h 6858000"/>
              <a:gd name="connsiteX857" fmla="*/ 5261015 w 7467600"/>
              <a:gd name="connsiteY857" fmla="*/ 227087 h 6858000"/>
              <a:gd name="connsiteX858" fmla="*/ 5861181 w 7467600"/>
              <a:gd name="connsiteY858" fmla="*/ 143093 h 6858000"/>
              <a:gd name="connsiteX859" fmla="*/ 5961252 w 7467600"/>
              <a:gd name="connsiteY859" fmla="*/ 114820 h 6858000"/>
              <a:gd name="connsiteX860" fmla="*/ 5944437 w 7467600"/>
              <a:gd name="connsiteY860" fmla="*/ 113829 h 6858000"/>
              <a:gd name="connsiteX861" fmla="*/ 3882765 w 7467600"/>
              <a:gd name="connsiteY861" fmla="*/ 0 h 6858000"/>
              <a:gd name="connsiteX862" fmla="*/ 3995099 w 7467600"/>
              <a:gd name="connsiteY862" fmla="*/ 0 h 6858000"/>
              <a:gd name="connsiteX863" fmla="*/ 4163818 w 7467600"/>
              <a:gd name="connsiteY863" fmla="*/ 234104 h 6858000"/>
              <a:gd name="connsiteX864" fmla="*/ 4172099 w 7467600"/>
              <a:gd name="connsiteY864" fmla="*/ 234207 h 6858000"/>
              <a:gd name="connsiteX865" fmla="*/ 4784282 w 7467600"/>
              <a:gd name="connsiteY865" fmla="*/ 276561 h 6858000"/>
              <a:gd name="connsiteX866" fmla="*/ 4801687 w 7467600"/>
              <a:gd name="connsiteY866" fmla="*/ 267764 h 6858000"/>
              <a:gd name="connsiteX867" fmla="*/ 6082788 w 7467600"/>
              <a:gd name="connsiteY867" fmla="*/ 64119 h 6858000"/>
              <a:gd name="connsiteX868" fmla="*/ 6099442 w 7467600"/>
              <a:gd name="connsiteY868" fmla="*/ 82568 h 6858000"/>
              <a:gd name="connsiteX869" fmla="*/ 4804137 w 7467600"/>
              <a:gd name="connsiteY869" fmla="*/ 320931 h 6858000"/>
              <a:gd name="connsiteX870" fmla="*/ 4227047 w 7467600"/>
              <a:gd name="connsiteY870" fmla="*/ 313415 h 6858000"/>
              <a:gd name="connsiteX871" fmla="*/ 4346041 w 7467600"/>
              <a:gd name="connsiteY871" fmla="*/ 456086 h 6858000"/>
              <a:gd name="connsiteX872" fmla="*/ 4870967 w 7467600"/>
              <a:gd name="connsiteY872" fmla="*/ 963061 h 6858000"/>
              <a:gd name="connsiteX873" fmla="*/ 4889647 w 7467600"/>
              <a:gd name="connsiteY873" fmla="*/ 957147 h 6858000"/>
              <a:gd name="connsiteX874" fmla="*/ 5422504 w 7467600"/>
              <a:gd name="connsiteY874" fmla="*/ 805191 h 6858000"/>
              <a:gd name="connsiteX875" fmla="*/ 6087656 w 7467600"/>
              <a:gd name="connsiteY875" fmla="*/ 826703 h 6858000"/>
              <a:gd name="connsiteX876" fmla="*/ 6058717 w 7467600"/>
              <a:gd name="connsiteY876" fmla="*/ 865992 h 6858000"/>
              <a:gd name="connsiteX877" fmla="*/ 4974153 w 7467600"/>
              <a:gd name="connsiteY877" fmla="*/ 1045456 h 6858000"/>
              <a:gd name="connsiteX878" fmla="*/ 5627835 w 7467600"/>
              <a:gd name="connsiteY878" fmla="*/ 1472077 h 6858000"/>
              <a:gd name="connsiteX879" fmla="*/ 5629817 w 7467600"/>
              <a:gd name="connsiteY879" fmla="*/ 1471412 h 6858000"/>
              <a:gd name="connsiteX880" fmla="*/ 5634124 w 7467600"/>
              <a:gd name="connsiteY880" fmla="*/ 1470572 h 6858000"/>
              <a:gd name="connsiteX881" fmla="*/ 5755832 w 7467600"/>
              <a:gd name="connsiteY881" fmla="*/ 1383886 h 6858000"/>
              <a:gd name="connsiteX882" fmla="*/ 6014186 w 7467600"/>
              <a:gd name="connsiteY882" fmla="*/ 1279799 h 6858000"/>
              <a:gd name="connsiteX883" fmla="*/ 6901619 w 7467600"/>
              <a:gd name="connsiteY883" fmla="*/ 1047874 h 6858000"/>
              <a:gd name="connsiteX884" fmla="*/ 6931566 w 7467600"/>
              <a:gd name="connsiteY884" fmla="*/ 1062034 h 6858000"/>
              <a:gd name="connsiteX885" fmla="*/ 5790982 w 7467600"/>
              <a:gd name="connsiteY885" fmla="*/ 1561380 h 6858000"/>
              <a:gd name="connsiteX886" fmla="*/ 6188971 w 7467600"/>
              <a:gd name="connsiteY886" fmla="*/ 1755168 h 6858000"/>
              <a:gd name="connsiteX887" fmla="*/ 6202446 w 7467600"/>
              <a:gd name="connsiteY887" fmla="*/ 1752268 h 6858000"/>
              <a:gd name="connsiteX888" fmla="*/ 7179560 w 7467600"/>
              <a:gd name="connsiteY888" fmla="*/ 1467551 h 6858000"/>
              <a:gd name="connsiteX889" fmla="*/ 7158730 w 7467600"/>
              <a:gd name="connsiteY889" fmla="*/ 1507835 h 6858000"/>
              <a:gd name="connsiteX890" fmla="*/ 6326959 w 7467600"/>
              <a:gd name="connsiteY890" fmla="*/ 1817686 h 6858000"/>
              <a:gd name="connsiteX891" fmla="*/ 6537433 w 7467600"/>
              <a:gd name="connsiteY891" fmla="*/ 1907790 h 6858000"/>
              <a:gd name="connsiteX892" fmla="*/ 6550221 w 7467600"/>
              <a:gd name="connsiteY892" fmla="*/ 1910729 h 6858000"/>
              <a:gd name="connsiteX893" fmla="*/ 6964438 w 7467600"/>
              <a:gd name="connsiteY893" fmla="*/ 2209505 h 6858000"/>
              <a:gd name="connsiteX894" fmla="*/ 7367862 w 7467600"/>
              <a:gd name="connsiteY894" fmla="*/ 2806833 h 6858000"/>
              <a:gd name="connsiteX895" fmla="*/ 7364329 w 7467600"/>
              <a:gd name="connsiteY895" fmla="*/ 2826907 h 6858000"/>
              <a:gd name="connsiteX896" fmla="*/ 7290545 w 7467600"/>
              <a:gd name="connsiteY896" fmla="*/ 2850663 h 6858000"/>
              <a:gd name="connsiteX897" fmla="*/ 6472036 w 7467600"/>
              <a:gd name="connsiteY897" fmla="*/ 1959003 h 6858000"/>
              <a:gd name="connsiteX898" fmla="*/ 5792897 w 7467600"/>
              <a:gd name="connsiteY898" fmla="*/ 1647747 h 6858000"/>
              <a:gd name="connsiteX899" fmla="*/ 5842751 w 7467600"/>
              <a:gd name="connsiteY899" fmla="*/ 1816112 h 6858000"/>
              <a:gd name="connsiteX900" fmla="*/ 5847424 w 7467600"/>
              <a:gd name="connsiteY900" fmla="*/ 1815776 h 6858000"/>
              <a:gd name="connsiteX901" fmla="*/ 6399821 w 7467600"/>
              <a:gd name="connsiteY901" fmla="*/ 2344799 h 6858000"/>
              <a:gd name="connsiteX902" fmla="*/ 6323232 w 7467600"/>
              <a:gd name="connsiteY902" fmla="*/ 2389634 h 6858000"/>
              <a:gd name="connsiteX903" fmla="*/ 5942958 w 7467600"/>
              <a:gd name="connsiteY903" fmla="*/ 2077708 h 6858000"/>
              <a:gd name="connsiteX904" fmla="*/ 5921559 w 7467600"/>
              <a:gd name="connsiteY904" fmla="*/ 2378596 h 6858000"/>
              <a:gd name="connsiteX905" fmla="*/ 5817651 w 7467600"/>
              <a:gd name="connsiteY905" fmla="*/ 3023919 h 6858000"/>
              <a:gd name="connsiteX906" fmla="*/ 5729634 w 7467600"/>
              <a:gd name="connsiteY906" fmla="*/ 3051849 h 6858000"/>
              <a:gd name="connsiteX907" fmla="*/ 5611018 w 7467600"/>
              <a:gd name="connsiteY907" fmla="*/ 2316769 h 6858000"/>
              <a:gd name="connsiteX908" fmla="*/ 5687608 w 7467600"/>
              <a:gd name="connsiteY908" fmla="*/ 2039972 h 6858000"/>
              <a:gd name="connsiteX909" fmla="*/ 5657554 w 7467600"/>
              <a:gd name="connsiteY909" fmla="*/ 1576445 h 6858000"/>
              <a:gd name="connsiteX910" fmla="*/ 5150475 w 7467600"/>
              <a:gd name="connsiteY910" fmla="*/ 1274012 h 6858000"/>
              <a:gd name="connsiteX911" fmla="*/ 5349142 w 7467600"/>
              <a:gd name="connsiteY911" fmla="*/ 2204405 h 6858000"/>
              <a:gd name="connsiteX912" fmla="*/ 5262214 w 7467600"/>
              <a:gd name="connsiteY912" fmla="*/ 2233836 h 6858000"/>
              <a:gd name="connsiteX913" fmla="*/ 4981539 w 7467600"/>
              <a:gd name="connsiteY913" fmla="*/ 1542201 h 6858000"/>
              <a:gd name="connsiteX914" fmla="*/ 4958461 w 7467600"/>
              <a:gd name="connsiteY914" fmla="*/ 1136957 h 6858000"/>
              <a:gd name="connsiteX915" fmla="*/ 4655015 w 7467600"/>
              <a:gd name="connsiteY915" fmla="*/ 891426 h 6858000"/>
              <a:gd name="connsiteX916" fmla="*/ 4348002 w 7467600"/>
              <a:gd name="connsiteY916" fmla="*/ 2205895 h 6858000"/>
              <a:gd name="connsiteX917" fmla="*/ 4262250 w 7467600"/>
              <a:gd name="connsiteY917" fmla="*/ 2219972 h 6858000"/>
              <a:gd name="connsiteX918" fmla="*/ 4550611 w 7467600"/>
              <a:gd name="connsiteY918" fmla="*/ 817540 h 6858000"/>
              <a:gd name="connsiteX919" fmla="*/ 4564418 w 7467600"/>
              <a:gd name="connsiteY919" fmla="*/ 808293 h 6858000"/>
              <a:gd name="connsiteX920" fmla="*/ 4266388 w 7467600"/>
              <a:gd name="connsiteY920" fmla="*/ 500083 h 6858000"/>
              <a:gd name="connsiteX921" fmla="*/ 4032842 w 7467600"/>
              <a:gd name="connsiteY921" fmla="*/ 211809 h 6858000"/>
              <a:gd name="connsiteX922" fmla="*/ 3882765 w 7467600"/>
              <a:gd name="connsiteY922" fmla="*/ 0 h 6858000"/>
              <a:gd name="connsiteX923" fmla="*/ 3721337 w 7467600"/>
              <a:gd name="connsiteY923" fmla="*/ 0 h 6858000"/>
              <a:gd name="connsiteX924" fmla="*/ 3797544 w 7467600"/>
              <a:gd name="connsiteY924" fmla="*/ 0 h 6858000"/>
              <a:gd name="connsiteX925" fmla="*/ 3775734 w 7467600"/>
              <a:gd name="connsiteY925" fmla="*/ 95131 h 6858000"/>
              <a:gd name="connsiteX926" fmla="*/ 3724807 w 7467600"/>
              <a:gd name="connsiteY926" fmla="*/ 272257 h 6858000"/>
              <a:gd name="connsiteX927" fmla="*/ 3726844 w 7467600"/>
              <a:gd name="connsiteY927" fmla="*/ 282988 h 6858000"/>
              <a:gd name="connsiteX928" fmla="*/ 3742664 w 7467600"/>
              <a:gd name="connsiteY928" fmla="*/ 279918 h 6858000"/>
              <a:gd name="connsiteX929" fmla="*/ 4103910 w 7467600"/>
              <a:gd name="connsiteY929" fmla="*/ 1161917 h 6858000"/>
              <a:gd name="connsiteX930" fmla="*/ 4020269 w 7467600"/>
              <a:gd name="connsiteY930" fmla="*/ 1200406 h 6858000"/>
              <a:gd name="connsiteX931" fmla="*/ 3674882 w 7467600"/>
              <a:gd name="connsiteY931" fmla="*/ 488524 h 6858000"/>
              <a:gd name="connsiteX932" fmla="*/ 3132682 w 7467600"/>
              <a:gd name="connsiteY932" fmla="*/ 1072284 h 6858000"/>
              <a:gd name="connsiteX933" fmla="*/ 2716346 w 7467600"/>
              <a:gd name="connsiteY933" fmla="*/ 1276376 h 6858000"/>
              <a:gd name="connsiteX934" fmla="*/ 2716772 w 7467600"/>
              <a:gd name="connsiteY934" fmla="*/ 1255462 h 6858000"/>
              <a:gd name="connsiteX935" fmla="*/ 3471096 w 7467600"/>
              <a:gd name="connsiteY935" fmla="*/ 437072 h 6858000"/>
              <a:gd name="connsiteX936" fmla="*/ 3639057 w 7467600"/>
              <a:gd name="connsiteY936" fmla="*/ 286334 h 6858000"/>
              <a:gd name="connsiteX937" fmla="*/ 3640309 w 7467600"/>
              <a:gd name="connsiteY937" fmla="*/ 284664 h 6858000"/>
              <a:gd name="connsiteX938" fmla="*/ 3646022 w 7467600"/>
              <a:gd name="connsiteY938" fmla="*/ 276711 h 6858000"/>
              <a:gd name="connsiteX939" fmla="*/ 3707943 w 7467600"/>
              <a:gd name="connsiteY939" fmla="*/ 65958 h 6858000"/>
              <a:gd name="connsiteX940" fmla="*/ 3721337 w 7467600"/>
              <a:gd name="connsiteY940" fmla="*/ 0 h 6858000"/>
              <a:gd name="connsiteX941" fmla="*/ 2867960 w 7467600"/>
              <a:gd name="connsiteY941" fmla="*/ 0 h 6858000"/>
              <a:gd name="connsiteX942" fmla="*/ 2926351 w 7467600"/>
              <a:gd name="connsiteY942" fmla="*/ 0 h 6858000"/>
              <a:gd name="connsiteX943" fmla="*/ 2902823 w 7467600"/>
              <a:gd name="connsiteY943" fmla="*/ 262929 h 6858000"/>
              <a:gd name="connsiteX944" fmla="*/ 2940663 w 7467600"/>
              <a:gd name="connsiteY944" fmla="*/ 140884 h 6858000"/>
              <a:gd name="connsiteX945" fmla="*/ 2947039 w 7467600"/>
              <a:gd name="connsiteY945" fmla="*/ 122524 h 6858000"/>
              <a:gd name="connsiteX946" fmla="*/ 2984316 w 7467600"/>
              <a:gd name="connsiteY946" fmla="*/ 0 h 6858000"/>
              <a:gd name="connsiteX947" fmla="*/ 3016114 w 7467600"/>
              <a:gd name="connsiteY947" fmla="*/ 0 h 6858000"/>
              <a:gd name="connsiteX948" fmla="*/ 2979949 w 7467600"/>
              <a:gd name="connsiteY948" fmla="*/ 119274 h 6858000"/>
              <a:gd name="connsiteX949" fmla="*/ 3023879 w 7467600"/>
              <a:gd name="connsiteY949" fmla="*/ 0 h 6858000"/>
              <a:gd name="connsiteX950" fmla="*/ 3105400 w 7467600"/>
              <a:gd name="connsiteY950" fmla="*/ 0 h 6858000"/>
              <a:gd name="connsiteX951" fmla="*/ 3094669 w 7467600"/>
              <a:gd name="connsiteY951" fmla="*/ 30308 h 6858000"/>
              <a:gd name="connsiteX952" fmla="*/ 2901945 w 7467600"/>
              <a:gd name="connsiteY952" fmla="*/ 466538 h 6858000"/>
              <a:gd name="connsiteX953" fmla="*/ 2815209 w 7467600"/>
              <a:gd name="connsiteY953" fmla="*/ 497361 h 6858000"/>
              <a:gd name="connsiteX954" fmla="*/ 2844845 w 7467600"/>
              <a:gd name="connsiteY954" fmla="*/ 127638 h 6858000"/>
              <a:gd name="connsiteX955" fmla="*/ 2867960 w 7467600"/>
              <a:gd name="connsiteY955" fmla="*/ 0 h 6858000"/>
              <a:gd name="connsiteX956" fmla="*/ 1057230 w 7467600"/>
              <a:gd name="connsiteY956" fmla="*/ 0 h 6858000"/>
              <a:gd name="connsiteX957" fmla="*/ 1111003 w 7467600"/>
              <a:gd name="connsiteY957" fmla="*/ 0 h 6858000"/>
              <a:gd name="connsiteX958" fmla="*/ 1125553 w 7467600"/>
              <a:gd name="connsiteY958" fmla="*/ 52588 h 6858000"/>
              <a:gd name="connsiteX959" fmla="*/ 1304276 w 7467600"/>
              <a:gd name="connsiteY959" fmla="*/ 476275 h 6858000"/>
              <a:gd name="connsiteX960" fmla="*/ 1492066 w 7467600"/>
              <a:gd name="connsiteY960" fmla="*/ 886333 h 6858000"/>
              <a:gd name="connsiteX961" fmla="*/ 1423698 w 7467600"/>
              <a:gd name="connsiteY961" fmla="*/ 710817 h 6858000"/>
              <a:gd name="connsiteX962" fmla="*/ 1357609 w 7467600"/>
              <a:gd name="connsiteY962" fmla="*/ 532892 h 6858000"/>
              <a:gd name="connsiteX963" fmla="*/ 1309550 w 7467600"/>
              <a:gd name="connsiteY963" fmla="*/ 374031 h 6858000"/>
              <a:gd name="connsiteX964" fmla="*/ 1193673 w 7467600"/>
              <a:gd name="connsiteY964" fmla="*/ 49533 h 6858000"/>
              <a:gd name="connsiteX965" fmla="*/ 1164391 w 7467600"/>
              <a:gd name="connsiteY965" fmla="*/ 0 h 6858000"/>
              <a:gd name="connsiteX966" fmla="*/ 1200666 w 7467600"/>
              <a:gd name="connsiteY966" fmla="*/ 0 h 6858000"/>
              <a:gd name="connsiteX967" fmla="*/ 1223408 w 7467600"/>
              <a:gd name="connsiteY967" fmla="*/ 38996 h 6858000"/>
              <a:gd name="connsiteX968" fmla="*/ 1339635 w 7467600"/>
              <a:gd name="connsiteY968" fmla="*/ 365517 h 6858000"/>
              <a:gd name="connsiteX969" fmla="*/ 1387469 w 7467600"/>
              <a:gd name="connsiteY969" fmla="*/ 523079 h 6858000"/>
              <a:gd name="connsiteX970" fmla="*/ 1452685 w 7467600"/>
              <a:gd name="connsiteY970" fmla="*/ 699806 h 6858000"/>
              <a:gd name="connsiteX971" fmla="*/ 1492092 w 7467600"/>
              <a:gd name="connsiteY971" fmla="*/ 800424 h 6858000"/>
              <a:gd name="connsiteX972" fmla="*/ 1455302 w 7467600"/>
              <a:gd name="connsiteY972" fmla="*/ 632913 h 6858000"/>
              <a:gd name="connsiteX973" fmla="*/ 1222336 w 7467600"/>
              <a:gd name="connsiteY973" fmla="*/ 9480 h 6858000"/>
              <a:gd name="connsiteX974" fmla="*/ 1214634 w 7467600"/>
              <a:gd name="connsiteY974" fmla="*/ 0 h 6858000"/>
              <a:gd name="connsiteX975" fmla="*/ 1289827 w 7467600"/>
              <a:gd name="connsiteY975" fmla="*/ 0 h 6858000"/>
              <a:gd name="connsiteX976" fmla="*/ 1321076 w 7467600"/>
              <a:gd name="connsiteY976" fmla="*/ 59722 h 6858000"/>
              <a:gd name="connsiteX977" fmla="*/ 1512579 w 7467600"/>
              <a:gd name="connsiteY977" fmla="*/ 626441 h 6858000"/>
              <a:gd name="connsiteX978" fmla="*/ 1506076 w 7467600"/>
              <a:gd name="connsiteY978" fmla="*/ 1089289 h 6858000"/>
              <a:gd name="connsiteX979" fmla="*/ 1486346 w 7467600"/>
              <a:gd name="connsiteY979" fmla="*/ 1079919 h 6858000"/>
              <a:gd name="connsiteX980" fmla="*/ 1070511 w 7467600"/>
              <a:gd name="connsiteY980" fmla="*/ 48609 h 6858000"/>
              <a:gd name="connsiteX981" fmla="*/ 1057230 w 7467600"/>
              <a:gd name="connsiteY981" fmla="*/ 0 h 6858000"/>
              <a:gd name="connsiteX982" fmla="*/ 43151 w 7467600"/>
              <a:gd name="connsiteY982" fmla="*/ 0 h 6858000"/>
              <a:gd name="connsiteX983" fmla="*/ 95283 w 7467600"/>
              <a:gd name="connsiteY983" fmla="*/ 0 h 6858000"/>
              <a:gd name="connsiteX984" fmla="*/ 300708 w 7467600"/>
              <a:gd name="connsiteY984" fmla="*/ 154571 h 6858000"/>
              <a:gd name="connsiteX985" fmla="*/ 530414 w 7467600"/>
              <a:gd name="connsiteY985" fmla="*/ 354673 h 6858000"/>
              <a:gd name="connsiteX986" fmla="*/ 333785 w 7467600"/>
              <a:gd name="connsiteY986" fmla="*/ 161564 h 6858000"/>
              <a:gd name="connsiteX987" fmla="*/ 147005 w 7467600"/>
              <a:gd name="connsiteY987" fmla="*/ 0 h 6858000"/>
              <a:gd name="connsiteX988" fmla="*/ 272509 w 7467600"/>
              <a:gd name="connsiteY988" fmla="*/ 0 h 6858000"/>
              <a:gd name="connsiteX989" fmla="*/ 326276 w 7467600"/>
              <a:gd name="connsiteY989" fmla="*/ 45847 h 6858000"/>
              <a:gd name="connsiteX990" fmla="*/ 823759 w 7467600"/>
              <a:gd name="connsiteY990" fmla="*/ 574145 h 6858000"/>
              <a:gd name="connsiteX991" fmla="*/ 811254 w 7467600"/>
              <a:gd name="connsiteY991" fmla="*/ 665546 h 6858000"/>
              <a:gd name="connsiteX992" fmla="*/ 154042 w 7467600"/>
              <a:gd name="connsiteY992" fmla="*/ 261522 h 6858000"/>
              <a:gd name="connsiteX993" fmla="*/ 13550 w 7467600"/>
              <a:gd name="connsiteY993" fmla="*/ 158423 h 6858000"/>
              <a:gd name="connsiteX994" fmla="*/ 0 w 7467600"/>
              <a:gd name="connsiteY994" fmla="*/ 146618 h 6858000"/>
              <a:gd name="connsiteX995" fmla="*/ 0 w 7467600"/>
              <a:gd name="connsiteY995" fmla="*/ 59161 h 6858000"/>
              <a:gd name="connsiteX996" fmla="*/ 45427 w 7467600"/>
              <a:gd name="connsiteY996" fmla="*/ 101078 h 6858000"/>
              <a:gd name="connsiteX997" fmla="*/ 630103 w 7467600"/>
              <a:gd name="connsiteY997" fmla="*/ 485885 h 6858000"/>
              <a:gd name="connsiteX998" fmla="*/ 532040 w 7467600"/>
              <a:gd name="connsiteY998" fmla="*/ 399359 h 6858000"/>
              <a:gd name="connsiteX999" fmla="*/ 517618 w 7467600"/>
              <a:gd name="connsiteY999" fmla="*/ 385726 h 6858000"/>
              <a:gd name="connsiteX1000" fmla="*/ 285074 w 7467600"/>
              <a:gd name="connsiteY1000" fmla="*/ 182755 h 6858000"/>
              <a:gd name="connsiteX1001" fmla="*/ 43151 w 7467600"/>
              <a:gd name="connsiteY100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68569 w 7467600"/>
              <a:gd name="connsiteY127" fmla="*/ 5270182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1903353 w 7467600"/>
              <a:gd name="connsiteY145" fmla="*/ 5044827 h 6858000"/>
              <a:gd name="connsiteX146" fmla="*/ 1936931 w 7467600"/>
              <a:gd name="connsiteY146" fmla="*/ 5093954 h 6858000"/>
              <a:gd name="connsiteX147" fmla="*/ 2195868 w 7467600"/>
              <a:gd name="connsiteY147" fmla="*/ 5396574 h 6858000"/>
              <a:gd name="connsiteX148" fmla="*/ 2088852 w 7467600"/>
              <a:gd name="connsiteY148" fmla="*/ 5166123 h 6858000"/>
              <a:gd name="connsiteX149" fmla="*/ 1958241 w 7467600"/>
              <a:gd name="connsiteY149" fmla="*/ 5067955 h 6858000"/>
              <a:gd name="connsiteX150" fmla="*/ 1903353 w 7467600"/>
              <a:gd name="connsiteY150" fmla="*/ 5044827 h 6858000"/>
              <a:gd name="connsiteX151" fmla="*/ 1979378 w 7467600"/>
              <a:gd name="connsiteY151" fmla="*/ 4769504 h 6858000"/>
              <a:gd name="connsiteX152" fmla="*/ 2882120 w 7467600"/>
              <a:gd name="connsiteY152" fmla="*/ 5064547 h 6858000"/>
              <a:gd name="connsiteX153" fmla="*/ 2793103 w 7467600"/>
              <a:gd name="connsiteY153" fmla="*/ 5039699 h 6858000"/>
              <a:gd name="connsiteX154" fmla="*/ 2770041 w 7467600"/>
              <a:gd name="connsiteY154" fmla="*/ 5033634 h 6858000"/>
              <a:gd name="connsiteX155" fmla="*/ 1979378 w 7467600"/>
              <a:gd name="connsiteY155" fmla="*/ 4769504 h 6858000"/>
              <a:gd name="connsiteX156" fmla="*/ 1927410 w 7467600"/>
              <a:gd name="connsiteY156" fmla="*/ 4716164 h 6858000"/>
              <a:gd name="connsiteX157" fmla="*/ 1959587 w 7467600"/>
              <a:gd name="connsiteY157" fmla="*/ 4728849 h 6858000"/>
              <a:gd name="connsiteX158" fmla="*/ 2777707 w 7467600"/>
              <a:gd name="connsiteY158" fmla="*/ 5003991 h 6858000"/>
              <a:gd name="connsiteX159" fmla="*/ 2800768 w 7467600"/>
              <a:gd name="connsiteY159" fmla="*/ 5010056 h 6858000"/>
              <a:gd name="connsiteX160" fmla="*/ 2879408 w 7467600"/>
              <a:gd name="connsiteY160" fmla="*/ 5031590 h 6858000"/>
              <a:gd name="connsiteX161" fmla="*/ 2862295 w 7467600"/>
              <a:gd name="connsiteY161" fmla="*/ 5022958 h 6858000"/>
              <a:gd name="connsiteX162" fmla="*/ 2813343 w 7467600"/>
              <a:gd name="connsiteY162" fmla="*/ 4998369 h 6858000"/>
              <a:gd name="connsiteX163" fmla="*/ 2646245 w 7467600"/>
              <a:gd name="connsiteY163" fmla="*/ 4930999 h 6858000"/>
              <a:gd name="connsiteX164" fmla="*/ 1999243 w 7467600"/>
              <a:gd name="connsiteY164" fmla="*/ 4730524 h 6858000"/>
              <a:gd name="connsiteX165" fmla="*/ 1979527 w 7467600"/>
              <a:gd name="connsiteY165" fmla="*/ 4726651 h 6858000"/>
              <a:gd name="connsiteX166" fmla="*/ 1927410 w 7467600"/>
              <a:gd name="connsiteY166" fmla="*/ 4716164 h 6858000"/>
              <a:gd name="connsiteX167" fmla="*/ 1997014 w 7467600"/>
              <a:gd name="connsiteY167" fmla="*/ 4698007 h 6858000"/>
              <a:gd name="connsiteX168" fmla="*/ 2005458 w 7467600"/>
              <a:gd name="connsiteY168" fmla="*/ 4699540 h 6858000"/>
              <a:gd name="connsiteX169" fmla="*/ 2657186 w 7467600"/>
              <a:gd name="connsiteY169" fmla="*/ 4901687 h 6858000"/>
              <a:gd name="connsiteX170" fmla="*/ 2826662 w 7467600"/>
              <a:gd name="connsiteY170" fmla="*/ 4970362 h 6858000"/>
              <a:gd name="connsiteX171" fmla="*/ 2876100 w 7467600"/>
              <a:gd name="connsiteY171" fmla="*/ 4995397 h 6858000"/>
              <a:gd name="connsiteX172" fmla="*/ 3042600 w 7467600"/>
              <a:gd name="connsiteY172" fmla="*/ 5059532 h 6858000"/>
              <a:gd name="connsiteX173" fmla="*/ 1997014 w 7467600"/>
              <a:gd name="connsiteY173" fmla="*/ 4698007 h 6858000"/>
              <a:gd name="connsiteX174" fmla="*/ 2305292 w 7467600"/>
              <a:gd name="connsiteY174" fmla="*/ 4219492 h 6858000"/>
              <a:gd name="connsiteX175" fmla="*/ 3360922 w 7467600"/>
              <a:gd name="connsiteY175" fmla="*/ 4529373 h 6858000"/>
              <a:gd name="connsiteX176" fmla="*/ 3492420 w 7467600"/>
              <a:gd name="connsiteY176" fmla="*/ 4510145 h 6858000"/>
              <a:gd name="connsiteX177" fmla="*/ 3364086 w 7467600"/>
              <a:gd name="connsiteY177" fmla="*/ 4480340 h 6858000"/>
              <a:gd name="connsiteX178" fmla="*/ 3225818 w 7467600"/>
              <a:gd name="connsiteY178" fmla="*/ 4411822 h 6858000"/>
              <a:gd name="connsiteX179" fmla="*/ 3129696 w 7467600"/>
              <a:gd name="connsiteY179" fmla="*/ 4360704 h 6858000"/>
              <a:gd name="connsiteX180" fmla="*/ 2814545 w 7467600"/>
              <a:gd name="connsiteY180" fmla="*/ 4282955 h 6858000"/>
              <a:gd name="connsiteX181" fmla="*/ 2305292 w 7467600"/>
              <a:gd name="connsiteY181" fmla="*/ 4219492 h 6858000"/>
              <a:gd name="connsiteX182" fmla="*/ 2626982 w 7467600"/>
              <a:gd name="connsiteY182" fmla="*/ 4206450 h 6858000"/>
              <a:gd name="connsiteX183" fmla="*/ 2490617 w 7467600"/>
              <a:gd name="connsiteY183" fmla="*/ 4206951 h 6858000"/>
              <a:gd name="connsiteX184" fmla="*/ 2819869 w 7467600"/>
              <a:gd name="connsiteY184" fmla="*/ 4252936 h 6858000"/>
              <a:gd name="connsiteX185" fmla="*/ 3143018 w 7467600"/>
              <a:gd name="connsiteY185" fmla="*/ 4332698 h 6858000"/>
              <a:gd name="connsiteX186" fmla="*/ 3241520 w 7467600"/>
              <a:gd name="connsiteY186" fmla="*/ 4385112 h 6858000"/>
              <a:gd name="connsiteX187" fmla="*/ 3374575 w 7467600"/>
              <a:gd name="connsiteY187" fmla="*/ 4451517 h 6858000"/>
              <a:gd name="connsiteX188" fmla="*/ 3505221 w 7467600"/>
              <a:gd name="connsiteY188" fmla="*/ 4480757 h 6858000"/>
              <a:gd name="connsiteX189" fmla="*/ 2626982 w 7467600"/>
              <a:gd name="connsiteY189" fmla="*/ 4206450 h 6858000"/>
              <a:gd name="connsiteX190" fmla="*/ 1310106 w 7467600"/>
              <a:gd name="connsiteY190" fmla="*/ 3943217 h 6858000"/>
              <a:gd name="connsiteX191" fmla="*/ 854994 w 7467600"/>
              <a:gd name="connsiteY191" fmla="*/ 4399136 h 6858000"/>
              <a:gd name="connsiteX192" fmla="*/ 742462 w 7467600"/>
              <a:gd name="connsiteY192" fmla="*/ 4594648 h 6858000"/>
              <a:gd name="connsiteX193" fmla="*/ 820602 w 7467600"/>
              <a:gd name="connsiteY193" fmla="*/ 4485915 h 6858000"/>
              <a:gd name="connsiteX194" fmla="*/ 878295 w 7467600"/>
              <a:gd name="connsiteY194" fmla="*/ 4403594 h 6858000"/>
              <a:gd name="connsiteX195" fmla="*/ 1240607 w 7467600"/>
              <a:gd name="connsiteY195" fmla="*/ 4010401 h 6858000"/>
              <a:gd name="connsiteX196" fmla="*/ 1310106 w 7467600"/>
              <a:gd name="connsiteY196" fmla="*/ 3943217 h 6858000"/>
              <a:gd name="connsiteX197" fmla="*/ 1423113 w 7467600"/>
              <a:gd name="connsiteY197" fmla="*/ 3874565 h 6858000"/>
              <a:gd name="connsiteX198" fmla="*/ 1260565 w 7467600"/>
              <a:gd name="connsiteY198" fmla="*/ 4031982 h 6858000"/>
              <a:gd name="connsiteX199" fmla="*/ 901900 w 7467600"/>
              <a:gd name="connsiteY199" fmla="*/ 4421236 h 6858000"/>
              <a:gd name="connsiteX200" fmla="*/ 845044 w 7467600"/>
              <a:gd name="connsiteY200" fmla="*/ 4502436 h 6858000"/>
              <a:gd name="connsiteX201" fmla="*/ 685926 w 7467600"/>
              <a:gd name="connsiteY201" fmla="*/ 4703069 h 6858000"/>
              <a:gd name="connsiteX202" fmla="*/ 684248 w 7467600"/>
              <a:gd name="connsiteY202" fmla="*/ 4706721 h 6858000"/>
              <a:gd name="connsiteX203" fmla="*/ 1423113 w 7467600"/>
              <a:gd name="connsiteY203" fmla="*/ 3874565 h 6858000"/>
              <a:gd name="connsiteX204" fmla="*/ 3316479 w 7467600"/>
              <a:gd name="connsiteY204" fmla="*/ 3872136 h 6858000"/>
              <a:gd name="connsiteX205" fmla="*/ 3546806 w 7467600"/>
              <a:gd name="connsiteY205" fmla="*/ 4356139 h 6858000"/>
              <a:gd name="connsiteX206" fmla="*/ 3364433 w 7467600"/>
              <a:gd name="connsiteY206" fmla="*/ 3953121 h 6858000"/>
              <a:gd name="connsiteX207" fmla="*/ 3316479 w 7467600"/>
              <a:gd name="connsiteY207" fmla="*/ 3872136 h 6858000"/>
              <a:gd name="connsiteX208" fmla="*/ 3291335 w 7467600"/>
              <a:gd name="connsiteY208" fmla="*/ 3767420 h 6858000"/>
              <a:gd name="connsiteX209" fmla="*/ 3390805 w 7467600"/>
              <a:gd name="connsiteY209" fmla="*/ 3937163 h 6858000"/>
              <a:gd name="connsiteX210" fmla="*/ 3579062 w 7467600"/>
              <a:gd name="connsiteY210" fmla="*/ 4359040 h 6858000"/>
              <a:gd name="connsiteX211" fmla="*/ 3467355 w 7467600"/>
              <a:gd name="connsiteY211" fmla="*/ 3988130 h 6858000"/>
              <a:gd name="connsiteX212" fmla="*/ 3310753 w 7467600"/>
              <a:gd name="connsiteY212" fmla="*/ 3787140 h 6858000"/>
              <a:gd name="connsiteX213" fmla="*/ 3291335 w 7467600"/>
              <a:gd name="connsiteY213" fmla="*/ 3767420 h 6858000"/>
              <a:gd name="connsiteX214" fmla="*/ 1635889 w 7467600"/>
              <a:gd name="connsiteY214" fmla="*/ 3709494 h 6858000"/>
              <a:gd name="connsiteX215" fmla="*/ 1634800 w 7467600"/>
              <a:gd name="connsiteY215" fmla="*/ 3731111 h 6858000"/>
              <a:gd name="connsiteX216" fmla="*/ 1635889 w 7467600"/>
              <a:gd name="connsiteY216" fmla="*/ 3709494 h 6858000"/>
              <a:gd name="connsiteX217" fmla="*/ 1510397 w 7467600"/>
              <a:gd name="connsiteY217" fmla="*/ 3684705 h 6858000"/>
              <a:gd name="connsiteX218" fmla="*/ 1146550 w 7467600"/>
              <a:gd name="connsiteY218" fmla="*/ 3802012 h 6858000"/>
              <a:gd name="connsiteX219" fmla="*/ 698834 w 7467600"/>
              <a:gd name="connsiteY219" fmla="*/ 3952272 h 6858000"/>
              <a:gd name="connsiteX220" fmla="*/ 34256 w 7467600"/>
              <a:gd name="connsiteY220" fmla="*/ 4347603 h 6858000"/>
              <a:gd name="connsiteX221" fmla="*/ 527241 w 7467600"/>
              <a:gd name="connsiteY221" fmla="*/ 4065078 h 6858000"/>
              <a:gd name="connsiteX222" fmla="*/ 1510397 w 7467600"/>
              <a:gd name="connsiteY222" fmla="*/ 3684705 h 6858000"/>
              <a:gd name="connsiteX223" fmla="*/ 1313114 w 7467600"/>
              <a:gd name="connsiteY223" fmla="*/ 3655216 h 6858000"/>
              <a:gd name="connsiteX224" fmla="*/ 1109304 w 7467600"/>
              <a:gd name="connsiteY224" fmla="*/ 3669030 h 6858000"/>
              <a:gd name="connsiteX225" fmla="*/ 8129 w 7467600"/>
              <a:gd name="connsiteY225" fmla="*/ 4330519 h 6858000"/>
              <a:gd name="connsiteX226" fmla="*/ 687572 w 7467600"/>
              <a:gd name="connsiteY226" fmla="*/ 3925629 h 6858000"/>
              <a:gd name="connsiteX227" fmla="*/ 1138365 w 7467600"/>
              <a:gd name="connsiteY227" fmla="*/ 3774515 h 6858000"/>
              <a:gd name="connsiteX228" fmla="*/ 1505579 w 7467600"/>
              <a:gd name="connsiteY228" fmla="*/ 3655526 h 6858000"/>
              <a:gd name="connsiteX229" fmla="*/ 1313114 w 7467600"/>
              <a:gd name="connsiteY229" fmla="*/ 3655216 h 6858000"/>
              <a:gd name="connsiteX230" fmla="*/ 3655073 w 7467600"/>
              <a:gd name="connsiteY230" fmla="*/ 3650884 h 6858000"/>
              <a:gd name="connsiteX231" fmla="*/ 3989938 w 7467600"/>
              <a:gd name="connsiteY231" fmla="*/ 3991685 h 6858000"/>
              <a:gd name="connsiteX232" fmla="*/ 4393907 w 7467600"/>
              <a:gd name="connsiteY232" fmla="*/ 4261258 h 6858000"/>
              <a:gd name="connsiteX233" fmla="*/ 4648051 w 7467600"/>
              <a:gd name="connsiteY233" fmla="*/ 4374051 h 6858000"/>
              <a:gd name="connsiteX234" fmla="*/ 4383389 w 7467600"/>
              <a:gd name="connsiteY234" fmla="*/ 4184369 h 6858000"/>
              <a:gd name="connsiteX235" fmla="*/ 4165508 w 7467600"/>
              <a:gd name="connsiteY235" fmla="*/ 4035196 h 6858000"/>
              <a:gd name="connsiteX236" fmla="*/ 4068162 w 7467600"/>
              <a:gd name="connsiteY236" fmla="*/ 3953394 h 6858000"/>
              <a:gd name="connsiteX237" fmla="*/ 3981416 w 7467600"/>
              <a:gd name="connsiteY237" fmla="*/ 3880482 h 6858000"/>
              <a:gd name="connsiteX238" fmla="*/ 3800147 w 7467600"/>
              <a:gd name="connsiteY238" fmla="*/ 3749872 h 6858000"/>
              <a:gd name="connsiteX239" fmla="*/ 3655073 w 7467600"/>
              <a:gd name="connsiteY239" fmla="*/ 3650884 h 6858000"/>
              <a:gd name="connsiteX240" fmla="*/ 3670252 w 7467600"/>
              <a:gd name="connsiteY240" fmla="*/ 3622798 h 6858000"/>
              <a:gd name="connsiteX241" fmla="*/ 3817258 w 7467600"/>
              <a:gd name="connsiteY241" fmla="*/ 3723577 h 6858000"/>
              <a:gd name="connsiteX242" fmla="*/ 4000461 w 7467600"/>
              <a:gd name="connsiteY242" fmla="*/ 3855966 h 6858000"/>
              <a:gd name="connsiteX243" fmla="*/ 4088180 w 7467600"/>
              <a:gd name="connsiteY243" fmla="*/ 3929774 h 6858000"/>
              <a:gd name="connsiteX244" fmla="*/ 4184555 w 7467600"/>
              <a:gd name="connsiteY244" fmla="*/ 4010683 h 6858000"/>
              <a:gd name="connsiteX245" fmla="*/ 4399563 w 7467600"/>
              <a:gd name="connsiteY245" fmla="*/ 4158106 h 6858000"/>
              <a:gd name="connsiteX246" fmla="*/ 4684469 w 7467600"/>
              <a:gd name="connsiteY246" fmla="*/ 4364680 h 6858000"/>
              <a:gd name="connsiteX247" fmla="*/ 4690271 w 7467600"/>
              <a:gd name="connsiteY247" fmla="*/ 4370034 h 6858000"/>
              <a:gd name="connsiteX248" fmla="*/ 4136093 w 7467600"/>
              <a:gd name="connsiteY248" fmla="*/ 3858466 h 6858000"/>
              <a:gd name="connsiteX249" fmla="*/ 3670252 w 7467600"/>
              <a:gd name="connsiteY249" fmla="*/ 3622798 h 6858000"/>
              <a:gd name="connsiteX250" fmla="*/ 4440129 w 7467600"/>
              <a:gd name="connsiteY250" fmla="*/ 3448571 h 6858000"/>
              <a:gd name="connsiteX251" fmla="*/ 4856525 w 7467600"/>
              <a:gd name="connsiteY251" fmla="*/ 3915351 h 6858000"/>
              <a:gd name="connsiteX252" fmla="*/ 5059055 w 7467600"/>
              <a:gd name="connsiteY252" fmla="*/ 4108918 h 6858000"/>
              <a:gd name="connsiteX253" fmla="*/ 5290070 w 7467600"/>
              <a:gd name="connsiteY253" fmla="*/ 4263619 h 6858000"/>
              <a:gd name="connsiteX254" fmla="*/ 4834991 w 7467600"/>
              <a:gd name="connsiteY254" fmla="*/ 3830985 h 6858000"/>
              <a:gd name="connsiteX255" fmla="*/ 4440129 w 7467600"/>
              <a:gd name="connsiteY255" fmla="*/ 3448571 h 6858000"/>
              <a:gd name="connsiteX256" fmla="*/ 4441737 w 7467600"/>
              <a:gd name="connsiteY256" fmla="*/ 3399734 h 6858000"/>
              <a:gd name="connsiteX257" fmla="*/ 4431236 w 7467600"/>
              <a:gd name="connsiteY257" fmla="*/ 3400954 h 6858000"/>
              <a:gd name="connsiteX258" fmla="*/ 4557150 w 7467600"/>
              <a:gd name="connsiteY258" fmla="*/ 3510023 h 6858000"/>
              <a:gd name="connsiteX259" fmla="*/ 4856936 w 7467600"/>
              <a:gd name="connsiteY259" fmla="*/ 3809146 h 6858000"/>
              <a:gd name="connsiteX260" fmla="*/ 5111996 w 7467600"/>
              <a:gd name="connsiteY260" fmla="*/ 4065759 h 6858000"/>
              <a:gd name="connsiteX261" fmla="*/ 5388878 w 7467600"/>
              <a:gd name="connsiteY261" fmla="*/ 4300185 h 6858000"/>
              <a:gd name="connsiteX262" fmla="*/ 5425556 w 7467600"/>
              <a:gd name="connsiteY262" fmla="*/ 4308967 h 6858000"/>
              <a:gd name="connsiteX263" fmla="*/ 4943646 w 7467600"/>
              <a:gd name="connsiteY263" fmla="*/ 3822916 h 6858000"/>
              <a:gd name="connsiteX264" fmla="*/ 4594837 w 7467600"/>
              <a:gd name="connsiteY264" fmla="*/ 3532274 h 6858000"/>
              <a:gd name="connsiteX265" fmla="*/ 4441737 w 7467600"/>
              <a:gd name="connsiteY265" fmla="*/ 3399734 h 6858000"/>
              <a:gd name="connsiteX266" fmla="*/ 5425834 w 7467600"/>
              <a:gd name="connsiteY266" fmla="*/ 3162785 h 6858000"/>
              <a:gd name="connsiteX267" fmla="*/ 5401644 w 7467600"/>
              <a:gd name="connsiteY267" fmla="*/ 3617847 h 6858000"/>
              <a:gd name="connsiteX268" fmla="*/ 5467256 w 7467600"/>
              <a:gd name="connsiteY268" fmla="*/ 4175494 h 6858000"/>
              <a:gd name="connsiteX269" fmla="*/ 5448069 w 7467600"/>
              <a:gd name="connsiteY269" fmla="*/ 3567554 h 6858000"/>
              <a:gd name="connsiteX270" fmla="*/ 5425834 w 7467600"/>
              <a:gd name="connsiteY270" fmla="*/ 3162785 h 6858000"/>
              <a:gd name="connsiteX271" fmla="*/ 1318687 w 7467600"/>
              <a:gd name="connsiteY271" fmla="*/ 3113840 h 6858000"/>
              <a:gd name="connsiteX272" fmla="*/ 1066793 w 7467600"/>
              <a:gd name="connsiteY272" fmla="*/ 3212171 h 6858000"/>
              <a:gd name="connsiteX273" fmla="*/ 993319 w 7467600"/>
              <a:gd name="connsiteY273" fmla="*/ 3247648 h 6858000"/>
              <a:gd name="connsiteX274" fmla="*/ 853081 w 7467600"/>
              <a:gd name="connsiteY274" fmla="*/ 3312410 h 6858000"/>
              <a:gd name="connsiteX275" fmla="*/ 805957 w 7467600"/>
              <a:gd name="connsiteY275" fmla="*/ 3330443 h 6858000"/>
              <a:gd name="connsiteX276" fmla="*/ 1318687 w 7467600"/>
              <a:gd name="connsiteY276" fmla="*/ 3113840 h 6858000"/>
              <a:gd name="connsiteX277" fmla="*/ 5453702 w 7467600"/>
              <a:gd name="connsiteY277" fmla="*/ 3090882 h 6858000"/>
              <a:gd name="connsiteX278" fmla="*/ 5480135 w 7467600"/>
              <a:gd name="connsiteY278" fmla="*/ 3565802 h 6858000"/>
              <a:gd name="connsiteX279" fmla="*/ 5499023 w 7467600"/>
              <a:gd name="connsiteY279" fmla="*/ 4166310 h 6858000"/>
              <a:gd name="connsiteX280" fmla="*/ 5547022 w 7467600"/>
              <a:gd name="connsiteY280" fmla="*/ 3607838 h 6858000"/>
              <a:gd name="connsiteX281" fmla="*/ 5515964 w 7467600"/>
              <a:gd name="connsiteY281" fmla="*/ 3378541 h 6858000"/>
              <a:gd name="connsiteX282" fmla="*/ 5453702 w 7467600"/>
              <a:gd name="connsiteY282" fmla="*/ 3090882 h 6858000"/>
              <a:gd name="connsiteX283" fmla="*/ 1238695 w 7467600"/>
              <a:gd name="connsiteY283" fmla="*/ 3076820 h 6858000"/>
              <a:gd name="connsiteX284" fmla="*/ 716371 w 7467600"/>
              <a:gd name="connsiteY284" fmla="*/ 3293249 h 6858000"/>
              <a:gd name="connsiteX285" fmla="*/ 579522 w 7467600"/>
              <a:gd name="connsiteY285" fmla="*/ 3371759 h 6858000"/>
              <a:gd name="connsiteX286" fmla="*/ 600288 w 7467600"/>
              <a:gd name="connsiteY286" fmla="*/ 3365555 h 6858000"/>
              <a:gd name="connsiteX287" fmla="*/ 840692 w 7467600"/>
              <a:gd name="connsiteY287" fmla="*/ 3284921 h 6858000"/>
              <a:gd name="connsiteX288" fmla="*/ 979248 w 7467600"/>
              <a:gd name="connsiteY288" fmla="*/ 3221003 h 6858000"/>
              <a:gd name="connsiteX289" fmla="*/ 1053282 w 7467600"/>
              <a:gd name="connsiteY289" fmla="*/ 3185247 h 6858000"/>
              <a:gd name="connsiteX290" fmla="*/ 1320603 w 7467600"/>
              <a:gd name="connsiteY290" fmla="*/ 3081281 h 6858000"/>
              <a:gd name="connsiteX291" fmla="*/ 1238695 w 7467600"/>
              <a:gd name="connsiteY291" fmla="*/ 3076820 h 6858000"/>
              <a:gd name="connsiteX292" fmla="*/ 5425627 w 7467600"/>
              <a:gd name="connsiteY292" fmla="*/ 2954192 h 6858000"/>
              <a:gd name="connsiteX293" fmla="*/ 5470770 w 7467600"/>
              <a:gd name="connsiteY293" fmla="*/ 3005435 h 6858000"/>
              <a:gd name="connsiteX294" fmla="*/ 5519779 w 7467600"/>
              <a:gd name="connsiteY294" fmla="*/ 4359223 h 6858000"/>
              <a:gd name="connsiteX295" fmla="*/ 5520293 w 7467600"/>
              <a:gd name="connsiteY295" fmla="*/ 4360602 h 6858000"/>
              <a:gd name="connsiteX296" fmla="*/ 5767221 w 7467600"/>
              <a:gd name="connsiteY296" fmla="*/ 4665564 h 6858000"/>
              <a:gd name="connsiteX297" fmla="*/ 6937169 w 7467600"/>
              <a:gd name="connsiteY297" fmla="*/ 4815941 h 6858000"/>
              <a:gd name="connsiteX298" fmla="*/ 6953922 w 7467600"/>
              <a:gd name="connsiteY298" fmla="*/ 4890068 h 6858000"/>
              <a:gd name="connsiteX299" fmla="*/ 6071359 w 7467600"/>
              <a:gd name="connsiteY299" fmla="*/ 4770770 h 6858000"/>
              <a:gd name="connsiteX300" fmla="*/ 6038839 w 7467600"/>
              <a:gd name="connsiteY300" fmla="*/ 4764474 h 6858000"/>
              <a:gd name="connsiteX301" fmla="*/ 6038706 w 7467600"/>
              <a:gd name="connsiteY301" fmla="*/ 4763847 h 6858000"/>
              <a:gd name="connsiteX302" fmla="*/ 6037784 w 7467600"/>
              <a:gd name="connsiteY302" fmla="*/ 4764270 h 6858000"/>
              <a:gd name="connsiteX303" fmla="*/ 6038839 w 7467600"/>
              <a:gd name="connsiteY303" fmla="*/ 4764474 h 6858000"/>
              <a:gd name="connsiteX304" fmla="*/ 6040338 w 7467600"/>
              <a:gd name="connsiteY304" fmla="*/ 4771418 h 6858000"/>
              <a:gd name="connsiteX305" fmla="*/ 6024488 w 7467600"/>
              <a:gd name="connsiteY305" fmla="*/ 4809903 h 6858000"/>
              <a:gd name="connsiteX306" fmla="*/ 5599771 w 7467600"/>
              <a:gd name="connsiteY306" fmla="*/ 5509652 h 6858000"/>
              <a:gd name="connsiteX307" fmla="*/ 5548843 w 7467600"/>
              <a:gd name="connsiteY307" fmla="*/ 5563845 h 6858000"/>
              <a:gd name="connsiteX308" fmla="*/ 5940952 w 7467600"/>
              <a:gd name="connsiteY308" fmla="*/ 6250028 h 6858000"/>
              <a:gd name="connsiteX309" fmla="*/ 6043441 w 7467600"/>
              <a:gd name="connsiteY309" fmla="*/ 6665847 h 6858000"/>
              <a:gd name="connsiteX310" fmla="*/ 6093432 w 7467600"/>
              <a:gd name="connsiteY310" fmla="*/ 6858000 h 6858000"/>
              <a:gd name="connsiteX311" fmla="*/ 6034344 w 7467600"/>
              <a:gd name="connsiteY311" fmla="*/ 6858000 h 6858000"/>
              <a:gd name="connsiteX312" fmla="*/ 6026679 w 7467600"/>
              <a:gd name="connsiteY312" fmla="*/ 6836959 h 6858000"/>
              <a:gd name="connsiteX313" fmla="*/ 5800441 w 7467600"/>
              <a:gd name="connsiteY313" fmla="*/ 6335286 h 6858000"/>
              <a:gd name="connsiteX314" fmla="*/ 5526562 w 7467600"/>
              <a:gd name="connsiteY314" fmla="*/ 5705388 h 6858000"/>
              <a:gd name="connsiteX315" fmla="*/ 5519640 w 7467600"/>
              <a:gd name="connsiteY315" fmla="*/ 5683774 h 6858000"/>
              <a:gd name="connsiteX316" fmla="*/ 5844559 w 7467600"/>
              <a:gd name="connsiteY316" fmla="*/ 6553349 h 6858000"/>
              <a:gd name="connsiteX317" fmla="*/ 5975994 w 7467600"/>
              <a:gd name="connsiteY317" fmla="*/ 6858000 h 6858000"/>
              <a:gd name="connsiteX318" fmla="*/ 5898547 w 7467600"/>
              <a:gd name="connsiteY318" fmla="*/ 6858000 h 6858000"/>
              <a:gd name="connsiteX319" fmla="*/ 5682041 w 7467600"/>
              <a:gd name="connsiteY319" fmla="*/ 6355860 h 6858000"/>
              <a:gd name="connsiteX320" fmla="*/ 5461758 w 7467600"/>
              <a:gd name="connsiteY320" fmla="*/ 5820220 h 6858000"/>
              <a:gd name="connsiteX321" fmla="*/ 5237282 w 7467600"/>
              <a:gd name="connsiteY321" fmla="*/ 6579086 h 6858000"/>
              <a:gd name="connsiteX322" fmla="*/ 5115009 w 7467600"/>
              <a:gd name="connsiteY322" fmla="*/ 6858000 h 6858000"/>
              <a:gd name="connsiteX323" fmla="*/ 5028074 w 7467600"/>
              <a:gd name="connsiteY323" fmla="*/ 6858000 h 6858000"/>
              <a:gd name="connsiteX324" fmla="*/ 5079508 w 7467600"/>
              <a:gd name="connsiteY324" fmla="*/ 6749074 h 6858000"/>
              <a:gd name="connsiteX325" fmla="*/ 5371846 w 7467600"/>
              <a:gd name="connsiteY325" fmla="*/ 5924413 h 6858000"/>
              <a:gd name="connsiteX326" fmla="*/ 5270512 w 7467600"/>
              <a:gd name="connsiteY326" fmla="*/ 6138975 h 6858000"/>
              <a:gd name="connsiteX327" fmla="*/ 5062409 w 7467600"/>
              <a:gd name="connsiteY327" fmla="*/ 6653544 h 6858000"/>
              <a:gd name="connsiteX328" fmla="*/ 5036628 w 7467600"/>
              <a:gd name="connsiteY328" fmla="*/ 6754247 h 6858000"/>
              <a:gd name="connsiteX329" fmla="*/ 5009112 w 7467600"/>
              <a:gd name="connsiteY329" fmla="*/ 6858000 h 6858000"/>
              <a:gd name="connsiteX330" fmla="*/ 4976679 w 7467600"/>
              <a:gd name="connsiteY330" fmla="*/ 6858000 h 6858000"/>
              <a:gd name="connsiteX331" fmla="*/ 5006537 w 7467600"/>
              <a:gd name="connsiteY331" fmla="*/ 6747068 h 6858000"/>
              <a:gd name="connsiteX332" fmla="*/ 5032723 w 7467600"/>
              <a:gd name="connsiteY332" fmla="*/ 6644957 h 6858000"/>
              <a:gd name="connsiteX333" fmla="*/ 5242949 w 7467600"/>
              <a:gd name="connsiteY333" fmla="*/ 6125175 h 6858000"/>
              <a:gd name="connsiteX334" fmla="*/ 5286321 w 7467600"/>
              <a:gd name="connsiteY334" fmla="*/ 6033555 h 6858000"/>
              <a:gd name="connsiteX335" fmla="*/ 5008210 w 7467600"/>
              <a:gd name="connsiteY335" fmla="*/ 6649194 h 6858000"/>
              <a:gd name="connsiteX336" fmla="*/ 4986321 w 7467600"/>
              <a:gd name="connsiteY336" fmla="*/ 6765687 h 6858000"/>
              <a:gd name="connsiteX337" fmla="*/ 4973474 w 7467600"/>
              <a:gd name="connsiteY337" fmla="*/ 6858000 h 6858000"/>
              <a:gd name="connsiteX338" fmla="*/ 4907178 w 7467600"/>
              <a:gd name="connsiteY338" fmla="*/ 6858000 h 6858000"/>
              <a:gd name="connsiteX339" fmla="*/ 4910810 w 7467600"/>
              <a:gd name="connsiteY339" fmla="*/ 6829660 h 6858000"/>
              <a:gd name="connsiteX340" fmla="*/ 4987461 w 7467600"/>
              <a:gd name="connsiteY340" fmla="*/ 6432994 h 6858000"/>
              <a:gd name="connsiteX341" fmla="*/ 5179262 w 7467600"/>
              <a:gd name="connsiteY341" fmla="*/ 6035044 h 6858000"/>
              <a:gd name="connsiteX342" fmla="*/ 4689678 w 7467600"/>
              <a:gd name="connsiteY342" fmla="*/ 6440241 h 6858000"/>
              <a:gd name="connsiteX343" fmla="*/ 4477543 w 7467600"/>
              <a:gd name="connsiteY343" fmla="*/ 6674836 h 6858000"/>
              <a:gd name="connsiteX344" fmla="*/ 4329957 w 7467600"/>
              <a:gd name="connsiteY344" fmla="*/ 6858000 h 6858000"/>
              <a:gd name="connsiteX345" fmla="*/ 4218595 w 7467600"/>
              <a:gd name="connsiteY345" fmla="*/ 6858000 h 6858000"/>
              <a:gd name="connsiteX346" fmla="*/ 4368888 w 7467600"/>
              <a:gd name="connsiteY346" fmla="*/ 6668412 h 6858000"/>
              <a:gd name="connsiteX347" fmla="*/ 4563091 w 7467600"/>
              <a:gd name="connsiteY347" fmla="*/ 6442508 h 6858000"/>
              <a:gd name="connsiteX348" fmla="*/ 5387324 w 7467600"/>
              <a:gd name="connsiteY348" fmla="*/ 5705830 h 6858000"/>
              <a:gd name="connsiteX349" fmla="*/ 5073620 w 7467600"/>
              <a:gd name="connsiteY349" fmla="*/ 5955437 h 6858000"/>
              <a:gd name="connsiteX350" fmla="*/ 4689789 w 7467600"/>
              <a:gd name="connsiteY350" fmla="*/ 6268382 h 6858000"/>
              <a:gd name="connsiteX351" fmla="*/ 4418722 w 7467600"/>
              <a:gd name="connsiteY351" fmla="*/ 6570886 h 6858000"/>
              <a:gd name="connsiteX352" fmla="*/ 4214944 w 7467600"/>
              <a:gd name="connsiteY352" fmla="*/ 6858000 h 6858000"/>
              <a:gd name="connsiteX353" fmla="*/ 4177898 w 7467600"/>
              <a:gd name="connsiteY353" fmla="*/ 6858000 h 6858000"/>
              <a:gd name="connsiteX354" fmla="*/ 4391597 w 7467600"/>
              <a:gd name="connsiteY354" fmla="*/ 6556370 h 6858000"/>
              <a:gd name="connsiteX355" fmla="*/ 4668889 w 7467600"/>
              <a:gd name="connsiteY355" fmla="*/ 6246399 h 6858000"/>
              <a:gd name="connsiteX356" fmla="*/ 5055427 w 7467600"/>
              <a:gd name="connsiteY356" fmla="*/ 5931476 h 6858000"/>
              <a:gd name="connsiteX357" fmla="*/ 5371814 w 7467600"/>
              <a:gd name="connsiteY357" fmla="*/ 5678975 h 6858000"/>
              <a:gd name="connsiteX358" fmla="*/ 4987918 w 7467600"/>
              <a:gd name="connsiteY358" fmla="*/ 5838701 h 6858000"/>
              <a:gd name="connsiteX359" fmla="*/ 4317146 w 7467600"/>
              <a:gd name="connsiteY359" fmla="*/ 6587716 h 6858000"/>
              <a:gd name="connsiteX360" fmla="*/ 4171627 w 7467600"/>
              <a:gd name="connsiteY360" fmla="*/ 6858000 h 6858000"/>
              <a:gd name="connsiteX361" fmla="*/ 4081585 w 7467600"/>
              <a:gd name="connsiteY361" fmla="*/ 6858000 h 6858000"/>
              <a:gd name="connsiteX362" fmla="*/ 4238603 w 7467600"/>
              <a:gd name="connsiteY362" fmla="*/ 6559341 h 6858000"/>
              <a:gd name="connsiteX363" fmla="*/ 4778333 w 7467600"/>
              <a:gd name="connsiteY363" fmla="*/ 5873626 h 6858000"/>
              <a:gd name="connsiteX364" fmla="*/ 5414185 w 7467600"/>
              <a:gd name="connsiteY364" fmla="*/ 5573882 h 6858000"/>
              <a:gd name="connsiteX365" fmla="*/ 5959648 w 7467600"/>
              <a:gd name="connsiteY365" fmla="*/ 4760797 h 6858000"/>
              <a:gd name="connsiteX366" fmla="*/ 5355019 w 7467600"/>
              <a:gd name="connsiteY366" fmla="*/ 4734672 h 6858000"/>
              <a:gd name="connsiteX367" fmla="*/ 5083565 w 7467600"/>
              <a:gd name="connsiteY367" fmla="*/ 5179121 h 6858000"/>
              <a:gd name="connsiteX368" fmla="*/ 4713577 w 7467600"/>
              <a:gd name="connsiteY368" fmla="*/ 5616803 h 6858000"/>
              <a:gd name="connsiteX369" fmla="*/ 3989559 w 7467600"/>
              <a:gd name="connsiteY369" fmla="*/ 6145945 h 6858000"/>
              <a:gd name="connsiteX370" fmla="*/ 3939824 w 7467600"/>
              <a:gd name="connsiteY370" fmla="*/ 6066900 h 6858000"/>
              <a:gd name="connsiteX371" fmla="*/ 4584537 w 7467600"/>
              <a:gd name="connsiteY371" fmla="*/ 5324826 h 6858000"/>
              <a:gd name="connsiteX372" fmla="*/ 5037105 w 7467600"/>
              <a:gd name="connsiteY372" fmla="*/ 5088765 h 6858000"/>
              <a:gd name="connsiteX373" fmla="*/ 5039930 w 7467600"/>
              <a:gd name="connsiteY373" fmla="*/ 5089585 h 6858000"/>
              <a:gd name="connsiteX374" fmla="*/ 5263764 w 7467600"/>
              <a:gd name="connsiteY374" fmla="*/ 4735525 h 6858000"/>
              <a:gd name="connsiteX375" fmla="*/ 4086300 w 7467600"/>
              <a:gd name="connsiteY375" fmla="*/ 4884599 h 6858000"/>
              <a:gd name="connsiteX376" fmla="*/ 4085485 w 7467600"/>
              <a:gd name="connsiteY376" fmla="*/ 4899070 h 6858000"/>
              <a:gd name="connsiteX377" fmla="*/ 3871915 w 7467600"/>
              <a:gd name="connsiteY377" fmla="*/ 5253645 h 6858000"/>
              <a:gd name="connsiteX378" fmla="*/ 3799374 w 7467600"/>
              <a:gd name="connsiteY378" fmla="*/ 5466127 h 6858000"/>
              <a:gd name="connsiteX379" fmla="*/ 3498850 w 7467600"/>
              <a:gd name="connsiteY379" fmla="*/ 6661888 h 6858000"/>
              <a:gd name="connsiteX380" fmla="*/ 3399216 w 7467600"/>
              <a:gd name="connsiteY380" fmla="*/ 6858000 h 6858000"/>
              <a:gd name="connsiteX381" fmla="*/ 3303688 w 7467600"/>
              <a:gd name="connsiteY381" fmla="*/ 6858000 h 6858000"/>
              <a:gd name="connsiteX382" fmla="*/ 3391774 w 7467600"/>
              <a:gd name="connsiteY382" fmla="*/ 6697181 h 6858000"/>
              <a:gd name="connsiteX383" fmla="*/ 3735540 w 7467600"/>
              <a:gd name="connsiteY383" fmla="*/ 5546923 h 6858000"/>
              <a:gd name="connsiteX384" fmla="*/ 3729438 w 7467600"/>
              <a:gd name="connsiteY384" fmla="*/ 5569058 h 6858000"/>
              <a:gd name="connsiteX385" fmla="*/ 3707782 w 7467600"/>
              <a:gd name="connsiteY385" fmla="*/ 5644908 h 6858000"/>
              <a:gd name="connsiteX386" fmla="*/ 3583827 w 7467600"/>
              <a:gd name="connsiteY386" fmla="*/ 6039215 h 6858000"/>
              <a:gd name="connsiteX387" fmla="*/ 3547861 w 7467600"/>
              <a:gd name="connsiteY387" fmla="*/ 6129609 h 6858000"/>
              <a:gd name="connsiteX388" fmla="*/ 3490905 w 7467600"/>
              <a:gd name="connsiteY388" fmla="*/ 6277660 h 6858000"/>
              <a:gd name="connsiteX389" fmla="*/ 3455859 w 7467600"/>
              <a:gd name="connsiteY389" fmla="*/ 6391301 h 6858000"/>
              <a:gd name="connsiteX390" fmla="*/ 3429112 w 7467600"/>
              <a:gd name="connsiteY390" fmla="*/ 6479469 h 6858000"/>
              <a:gd name="connsiteX391" fmla="*/ 3304862 w 7467600"/>
              <a:gd name="connsiteY391" fmla="*/ 6796476 h 6858000"/>
              <a:gd name="connsiteX392" fmla="*/ 3276071 w 7467600"/>
              <a:gd name="connsiteY392" fmla="*/ 6858000 h 6858000"/>
              <a:gd name="connsiteX393" fmla="*/ 3240805 w 7467600"/>
              <a:gd name="connsiteY393" fmla="*/ 6858000 h 6858000"/>
              <a:gd name="connsiteX394" fmla="*/ 3275917 w 7467600"/>
              <a:gd name="connsiteY394" fmla="*/ 6783192 h 6858000"/>
              <a:gd name="connsiteX395" fmla="*/ 3399358 w 7467600"/>
              <a:gd name="connsiteY395" fmla="*/ 6469011 h 6858000"/>
              <a:gd name="connsiteX396" fmla="*/ 3425650 w 7467600"/>
              <a:gd name="connsiteY396" fmla="*/ 6381333 h 6858000"/>
              <a:gd name="connsiteX397" fmla="*/ 3460661 w 7467600"/>
              <a:gd name="connsiteY397" fmla="*/ 6266763 h 6858000"/>
              <a:gd name="connsiteX398" fmla="*/ 3518021 w 7467600"/>
              <a:gd name="connsiteY398" fmla="*/ 6117298 h 6858000"/>
              <a:gd name="connsiteX399" fmla="*/ 3554035 w 7467600"/>
              <a:gd name="connsiteY399" fmla="*/ 6027832 h 6858000"/>
              <a:gd name="connsiteX400" fmla="*/ 3677174 w 7467600"/>
              <a:gd name="connsiteY400" fmla="*/ 5636351 h 6858000"/>
              <a:gd name="connsiteX401" fmla="*/ 3698819 w 7467600"/>
              <a:gd name="connsiteY401" fmla="*/ 5560503 h 6858000"/>
              <a:gd name="connsiteX402" fmla="*/ 3702094 w 7467600"/>
              <a:gd name="connsiteY402" fmla="*/ 5549194 h 6858000"/>
              <a:gd name="connsiteX403" fmla="*/ 3398355 w 7467600"/>
              <a:gd name="connsiteY403" fmla="*/ 6094603 h 6858000"/>
              <a:gd name="connsiteX404" fmla="*/ 3193941 w 7467600"/>
              <a:gd name="connsiteY404" fmla="*/ 6798775 h 6858000"/>
              <a:gd name="connsiteX405" fmla="*/ 3184140 w 7467600"/>
              <a:gd name="connsiteY405" fmla="*/ 6858000 h 6858000"/>
              <a:gd name="connsiteX406" fmla="*/ 3099978 w 7467600"/>
              <a:gd name="connsiteY406" fmla="*/ 6858000 h 6858000"/>
              <a:gd name="connsiteX407" fmla="*/ 3101556 w 7467600"/>
              <a:gd name="connsiteY407" fmla="*/ 6843337 h 6858000"/>
              <a:gd name="connsiteX408" fmla="*/ 3370162 w 7467600"/>
              <a:gd name="connsiteY408" fmla="*/ 5785550 h 6858000"/>
              <a:gd name="connsiteX409" fmla="*/ 3746477 w 7467600"/>
              <a:gd name="connsiteY409" fmla="*/ 5377889 h 6858000"/>
              <a:gd name="connsiteX410" fmla="*/ 3863399 w 7467600"/>
              <a:gd name="connsiteY410" fmla="*/ 5087257 h 6858000"/>
              <a:gd name="connsiteX411" fmla="*/ 3968712 w 7467600"/>
              <a:gd name="connsiteY411" fmla="*/ 4913989 h 6858000"/>
              <a:gd name="connsiteX412" fmla="*/ 2792390 w 7467600"/>
              <a:gd name="connsiteY412" fmla="*/ 5382974 h 6858000"/>
              <a:gd name="connsiteX413" fmla="*/ 2714982 w 7467600"/>
              <a:gd name="connsiteY413" fmla="*/ 5427051 h 6858000"/>
              <a:gd name="connsiteX414" fmla="*/ 2813361 w 7467600"/>
              <a:gd name="connsiteY414" fmla="*/ 6023912 h 6858000"/>
              <a:gd name="connsiteX415" fmla="*/ 2688430 w 7467600"/>
              <a:gd name="connsiteY415" fmla="*/ 6801564 h 6858000"/>
              <a:gd name="connsiteX416" fmla="*/ 2629626 w 7467600"/>
              <a:gd name="connsiteY416" fmla="*/ 6763394 h 6858000"/>
              <a:gd name="connsiteX417" fmla="*/ 2565328 w 7467600"/>
              <a:gd name="connsiteY417" fmla="*/ 5516399 h 6858000"/>
              <a:gd name="connsiteX418" fmla="*/ 1922999 w 7467600"/>
              <a:gd name="connsiteY418" fmla="*/ 5980343 h 6858000"/>
              <a:gd name="connsiteX419" fmla="*/ 1950261 w 7467600"/>
              <a:gd name="connsiteY419" fmla="*/ 6405858 h 6858000"/>
              <a:gd name="connsiteX420" fmla="*/ 2365554 w 7467600"/>
              <a:gd name="connsiteY420" fmla="*/ 6759107 h 6858000"/>
              <a:gd name="connsiteX421" fmla="*/ 2424142 w 7467600"/>
              <a:gd name="connsiteY421" fmla="*/ 6858000 h 6858000"/>
              <a:gd name="connsiteX422" fmla="*/ 2395994 w 7467600"/>
              <a:gd name="connsiteY422" fmla="*/ 6858000 h 6858000"/>
              <a:gd name="connsiteX423" fmla="*/ 2392863 w 7467600"/>
              <a:gd name="connsiteY423" fmla="*/ 6852964 h 6858000"/>
              <a:gd name="connsiteX424" fmla="*/ 2017589 w 7467600"/>
              <a:gd name="connsiteY424" fmla="*/ 6493982 h 6858000"/>
              <a:gd name="connsiteX425" fmla="*/ 2147336 w 7467600"/>
              <a:gd name="connsiteY425" fmla="*/ 6594052 h 6858000"/>
              <a:gd name="connsiteX426" fmla="*/ 2207047 w 7467600"/>
              <a:gd name="connsiteY426" fmla="*/ 6654540 h 6858000"/>
              <a:gd name="connsiteX427" fmla="*/ 2299106 w 7467600"/>
              <a:gd name="connsiteY427" fmla="*/ 6778931 h 6858000"/>
              <a:gd name="connsiteX428" fmla="*/ 2314430 w 7467600"/>
              <a:gd name="connsiteY428" fmla="*/ 6801144 h 6858000"/>
              <a:gd name="connsiteX429" fmla="*/ 2352406 w 7467600"/>
              <a:gd name="connsiteY429" fmla="*/ 6858000 h 6858000"/>
              <a:gd name="connsiteX430" fmla="*/ 2314492 w 7467600"/>
              <a:gd name="connsiteY430" fmla="*/ 6858000 h 6858000"/>
              <a:gd name="connsiteX431" fmla="*/ 2288095 w 7467600"/>
              <a:gd name="connsiteY431" fmla="*/ 6818030 h 6858000"/>
              <a:gd name="connsiteX432" fmla="*/ 2272768 w 7467600"/>
              <a:gd name="connsiteY432" fmla="*/ 6795822 h 6858000"/>
              <a:gd name="connsiteX433" fmla="*/ 2182715 w 7467600"/>
              <a:gd name="connsiteY433" fmla="*/ 6675071 h 6858000"/>
              <a:gd name="connsiteX434" fmla="*/ 2032061 w 7467600"/>
              <a:gd name="connsiteY434" fmla="*/ 6541380 h 6858000"/>
              <a:gd name="connsiteX435" fmla="*/ 2257220 w 7467600"/>
              <a:gd name="connsiteY435" fmla="*/ 6826257 h 6858000"/>
              <a:gd name="connsiteX436" fmla="*/ 2281324 w 7467600"/>
              <a:gd name="connsiteY436" fmla="*/ 6858000 h 6858000"/>
              <a:gd name="connsiteX437" fmla="*/ 2242860 w 7467600"/>
              <a:gd name="connsiteY437" fmla="*/ 6858000 h 6858000"/>
              <a:gd name="connsiteX438" fmla="*/ 2232818 w 7467600"/>
              <a:gd name="connsiteY438" fmla="*/ 6844926 h 6858000"/>
              <a:gd name="connsiteX439" fmla="*/ 1990172 w 7467600"/>
              <a:gd name="connsiteY439" fmla="*/ 6542121 h 6858000"/>
              <a:gd name="connsiteX440" fmla="*/ 2124090 w 7467600"/>
              <a:gd name="connsiteY440" fmla="*/ 6761017 h 6858000"/>
              <a:gd name="connsiteX441" fmla="*/ 2200380 w 7467600"/>
              <a:gd name="connsiteY441" fmla="*/ 6858000 h 6858000"/>
              <a:gd name="connsiteX442" fmla="*/ 2147507 w 7467600"/>
              <a:gd name="connsiteY442" fmla="*/ 6858000 h 6858000"/>
              <a:gd name="connsiteX443" fmla="*/ 2070668 w 7467600"/>
              <a:gd name="connsiteY443" fmla="*/ 6761520 h 6858000"/>
              <a:gd name="connsiteX444" fmla="*/ 1975142 w 7467600"/>
              <a:gd name="connsiteY444" fmla="*/ 6585570 h 6858000"/>
              <a:gd name="connsiteX445" fmla="*/ 2050035 w 7467600"/>
              <a:gd name="connsiteY445" fmla="*/ 6813345 h 6858000"/>
              <a:gd name="connsiteX446" fmla="*/ 2063025 w 7467600"/>
              <a:gd name="connsiteY446" fmla="*/ 6858000 h 6858000"/>
              <a:gd name="connsiteX447" fmla="*/ 2021675 w 7467600"/>
              <a:gd name="connsiteY447" fmla="*/ 6858000 h 6858000"/>
              <a:gd name="connsiteX448" fmla="*/ 2019308 w 7467600"/>
              <a:gd name="connsiteY448" fmla="*/ 6847118 h 6858000"/>
              <a:gd name="connsiteX449" fmla="*/ 1938835 w 7467600"/>
              <a:gd name="connsiteY449" fmla="*/ 6551160 h 6858000"/>
              <a:gd name="connsiteX450" fmla="*/ 1953230 w 7467600"/>
              <a:gd name="connsiteY450" fmla="*/ 6759699 h 6858000"/>
              <a:gd name="connsiteX451" fmla="*/ 1956763 w 7467600"/>
              <a:gd name="connsiteY451" fmla="*/ 6778191 h 6858000"/>
              <a:gd name="connsiteX452" fmla="*/ 1967925 w 7467600"/>
              <a:gd name="connsiteY452" fmla="*/ 6858000 h 6858000"/>
              <a:gd name="connsiteX453" fmla="*/ 1936622 w 7467600"/>
              <a:gd name="connsiteY453" fmla="*/ 6858000 h 6858000"/>
              <a:gd name="connsiteX454" fmla="*/ 1926261 w 7467600"/>
              <a:gd name="connsiteY454" fmla="*/ 6784064 h 6858000"/>
              <a:gd name="connsiteX455" fmla="*/ 1922724 w 7467600"/>
              <a:gd name="connsiteY455" fmla="*/ 6765577 h 6858000"/>
              <a:gd name="connsiteX456" fmla="*/ 1904650 w 7467600"/>
              <a:gd name="connsiteY456" fmla="*/ 6639616 h 6858000"/>
              <a:gd name="connsiteX457" fmla="*/ 1885273 w 7467600"/>
              <a:gd name="connsiteY457" fmla="*/ 6858000 h 6858000"/>
              <a:gd name="connsiteX458" fmla="*/ 1854363 w 7467600"/>
              <a:gd name="connsiteY458" fmla="*/ 6858000 h 6858000"/>
              <a:gd name="connsiteX459" fmla="*/ 1880391 w 7467600"/>
              <a:gd name="connsiteY459" fmla="*/ 6603796 h 6858000"/>
              <a:gd name="connsiteX460" fmla="*/ 1818273 w 7467600"/>
              <a:gd name="connsiteY460" fmla="*/ 6715729 h 6858000"/>
              <a:gd name="connsiteX461" fmla="*/ 1794691 w 7467600"/>
              <a:gd name="connsiteY461" fmla="*/ 6843239 h 6858000"/>
              <a:gd name="connsiteX462" fmla="*/ 1794914 w 7467600"/>
              <a:gd name="connsiteY462" fmla="*/ 6858000 h 6858000"/>
              <a:gd name="connsiteX463" fmla="*/ 1746128 w 7467600"/>
              <a:gd name="connsiteY463" fmla="*/ 6858000 h 6858000"/>
              <a:gd name="connsiteX464" fmla="*/ 1753934 w 7467600"/>
              <a:gd name="connsiteY464" fmla="*/ 6724796 h 6858000"/>
              <a:gd name="connsiteX465" fmla="*/ 1792053 w 7467600"/>
              <a:gd name="connsiteY465" fmla="*/ 6572396 h 6858000"/>
              <a:gd name="connsiteX466" fmla="*/ 1862248 w 7467600"/>
              <a:gd name="connsiteY466" fmla="*/ 6266397 h 6858000"/>
              <a:gd name="connsiteX467" fmla="*/ 1862250 w 7467600"/>
              <a:gd name="connsiteY467" fmla="*/ 6033531 h 6858000"/>
              <a:gd name="connsiteX468" fmla="*/ 1211999 w 7467600"/>
              <a:gd name="connsiteY468" fmla="*/ 6683610 h 6858000"/>
              <a:gd name="connsiteX469" fmla="*/ 1213266 w 7467600"/>
              <a:gd name="connsiteY469" fmla="*/ 6691947 h 6858000"/>
              <a:gd name="connsiteX470" fmla="*/ 1203370 w 7467600"/>
              <a:gd name="connsiteY470" fmla="*/ 6850676 h 6858000"/>
              <a:gd name="connsiteX471" fmla="*/ 1203671 w 7467600"/>
              <a:gd name="connsiteY471" fmla="*/ 6858000 h 6858000"/>
              <a:gd name="connsiteX472" fmla="*/ 1143180 w 7467600"/>
              <a:gd name="connsiteY472" fmla="*/ 6858000 h 6858000"/>
              <a:gd name="connsiteX473" fmla="*/ 1142176 w 7467600"/>
              <a:gd name="connsiteY473" fmla="*/ 6766045 h 6858000"/>
              <a:gd name="connsiteX474" fmla="*/ 1067484 w 7467600"/>
              <a:gd name="connsiteY474" fmla="*/ 6858000 h 6858000"/>
              <a:gd name="connsiteX475" fmla="*/ 953928 w 7467600"/>
              <a:gd name="connsiteY475" fmla="*/ 6858000 h 6858000"/>
              <a:gd name="connsiteX476" fmla="*/ 959715 w 7467600"/>
              <a:gd name="connsiteY476" fmla="*/ 6850185 h 6858000"/>
              <a:gd name="connsiteX477" fmla="*/ 1483788 w 7467600"/>
              <a:gd name="connsiteY477" fmla="*/ 6259174 h 6858000"/>
              <a:gd name="connsiteX478" fmla="*/ 1100671 w 7467600"/>
              <a:gd name="connsiteY478" fmla="*/ 6252137 h 6858000"/>
              <a:gd name="connsiteX479" fmla="*/ 1090144 w 7467600"/>
              <a:gd name="connsiteY479" fmla="*/ 6256748 h 6858000"/>
              <a:gd name="connsiteX480" fmla="*/ 1095872 w 7467600"/>
              <a:gd name="connsiteY480" fmla="*/ 6271892 h 6858000"/>
              <a:gd name="connsiteX481" fmla="*/ 262785 w 7467600"/>
              <a:gd name="connsiteY481" fmla="*/ 6845450 h 6858000"/>
              <a:gd name="connsiteX482" fmla="*/ 209968 w 7467600"/>
              <a:gd name="connsiteY482" fmla="*/ 6770713 h 6858000"/>
              <a:gd name="connsiteX483" fmla="*/ 873460 w 7467600"/>
              <a:gd name="connsiteY483" fmla="*/ 6253768 h 6858000"/>
              <a:gd name="connsiteX484" fmla="*/ 192686 w 7467600"/>
              <a:gd name="connsiteY484" fmla="*/ 5849257 h 6858000"/>
              <a:gd name="connsiteX485" fmla="*/ 4696 w 7467600"/>
              <a:gd name="connsiteY485" fmla="*/ 5697668 h 6858000"/>
              <a:gd name="connsiteX486" fmla="*/ 0 w 7467600"/>
              <a:gd name="connsiteY486" fmla="*/ 5689984 h 6858000"/>
              <a:gd name="connsiteX487" fmla="*/ 0 w 7467600"/>
              <a:gd name="connsiteY487" fmla="*/ 5513472 h 6858000"/>
              <a:gd name="connsiteX488" fmla="*/ 174101 w 7467600"/>
              <a:gd name="connsiteY488" fmla="*/ 5620277 h 6858000"/>
              <a:gd name="connsiteX489" fmla="*/ 891800 w 7467600"/>
              <a:gd name="connsiteY489" fmla="*/ 6036935 h 6858000"/>
              <a:gd name="connsiteX490" fmla="*/ 1072219 w 7467600"/>
              <a:gd name="connsiteY490" fmla="*/ 6169443 h 6858000"/>
              <a:gd name="connsiteX491" fmla="*/ 1074117 w 7467600"/>
              <a:gd name="connsiteY491" fmla="*/ 6170301 h 6858000"/>
              <a:gd name="connsiteX492" fmla="*/ 1083114 w 7467600"/>
              <a:gd name="connsiteY492" fmla="*/ 6174131 h 6858000"/>
              <a:gd name="connsiteX493" fmla="*/ 1543010 w 7467600"/>
              <a:gd name="connsiteY493" fmla="*/ 6191140 h 6858000"/>
              <a:gd name="connsiteX494" fmla="*/ 1551080 w 7467600"/>
              <a:gd name="connsiteY494" fmla="*/ 6195006 h 6858000"/>
              <a:gd name="connsiteX495" fmla="*/ 2345443 w 7467600"/>
              <a:gd name="connsiteY495" fmla="*/ 5549882 h 6858000"/>
              <a:gd name="connsiteX496" fmla="*/ 1721499 w 7467600"/>
              <a:gd name="connsiteY496" fmla="*/ 5599969 h 6858000"/>
              <a:gd name="connsiteX497" fmla="*/ 767716 w 7467600"/>
              <a:gd name="connsiteY497" fmla="*/ 5472768 h 6858000"/>
              <a:gd name="connsiteX498" fmla="*/ 722147 w 7467600"/>
              <a:gd name="connsiteY498" fmla="*/ 5393091 h 6858000"/>
              <a:gd name="connsiteX499" fmla="*/ 1485552 w 7467600"/>
              <a:gd name="connsiteY499" fmla="*/ 5313202 h 6858000"/>
              <a:gd name="connsiteX500" fmla="*/ 2143004 w 7467600"/>
              <a:gd name="connsiteY500" fmla="*/ 5402420 h 6858000"/>
              <a:gd name="connsiteX501" fmla="*/ 1933391 w 7467600"/>
              <a:gd name="connsiteY501" fmla="*/ 5156971 h 6858000"/>
              <a:gd name="connsiteX502" fmla="*/ 1827118 w 7467600"/>
              <a:gd name="connsiteY502" fmla="*/ 4968410 h 6858000"/>
              <a:gd name="connsiteX503" fmla="*/ 1837349 w 7467600"/>
              <a:gd name="connsiteY503" fmla="*/ 4956357 h 6858000"/>
              <a:gd name="connsiteX504" fmla="*/ 2162835 w 7467600"/>
              <a:gd name="connsiteY504" fmla="*/ 5187853 h 6858000"/>
              <a:gd name="connsiteX505" fmla="*/ 2257167 w 7467600"/>
              <a:gd name="connsiteY505" fmla="*/ 5462123 h 6858000"/>
              <a:gd name="connsiteX506" fmla="*/ 2261598 w 7467600"/>
              <a:gd name="connsiteY506" fmla="*/ 5467998 h 6858000"/>
              <a:gd name="connsiteX507" fmla="*/ 2437177 w 7467600"/>
              <a:gd name="connsiteY507" fmla="*/ 5479608 h 6858000"/>
              <a:gd name="connsiteX508" fmla="*/ 2445247 w 7467600"/>
              <a:gd name="connsiteY508" fmla="*/ 5483476 h 6858000"/>
              <a:gd name="connsiteX509" fmla="*/ 2743626 w 7467600"/>
              <a:gd name="connsiteY509" fmla="*/ 5304819 h 6858000"/>
              <a:gd name="connsiteX510" fmla="*/ 3048102 w 7467600"/>
              <a:gd name="connsiteY510" fmla="*/ 5150595 h 6858000"/>
              <a:gd name="connsiteX511" fmla="*/ 1799414 w 7467600"/>
              <a:gd name="connsiteY511" fmla="*/ 4694732 h 6858000"/>
              <a:gd name="connsiteX512" fmla="*/ 1771735 w 7467600"/>
              <a:gd name="connsiteY512" fmla="*/ 4619929 h 6858000"/>
              <a:gd name="connsiteX513" fmla="*/ 3104273 w 7467600"/>
              <a:gd name="connsiteY513" fmla="*/ 5076159 h 6858000"/>
              <a:gd name="connsiteX514" fmla="*/ 3113245 w 7467600"/>
              <a:gd name="connsiteY514" fmla="*/ 5090705 h 6858000"/>
              <a:gd name="connsiteX515" fmla="*/ 3126294 w 7467600"/>
              <a:gd name="connsiteY515" fmla="*/ 5114400 h 6858000"/>
              <a:gd name="connsiteX516" fmla="*/ 3937433 w 7467600"/>
              <a:gd name="connsiteY516" fmla="*/ 4830473 h 6858000"/>
              <a:gd name="connsiteX517" fmla="*/ 3590475 w 7467600"/>
              <a:gd name="connsiteY517" fmla="*/ 4597974 h 6858000"/>
              <a:gd name="connsiteX518" fmla="*/ 3100264 w 7467600"/>
              <a:gd name="connsiteY518" fmla="*/ 4579845 h 6858000"/>
              <a:gd name="connsiteX519" fmla="*/ 2183576 w 7467600"/>
              <a:gd name="connsiteY519" fmla="*/ 4227150 h 6858000"/>
              <a:gd name="connsiteX520" fmla="*/ 2151029 w 7467600"/>
              <a:gd name="connsiteY520" fmla="*/ 4146947 h 6858000"/>
              <a:gd name="connsiteX521" fmla="*/ 3563434 w 7467600"/>
              <a:gd name="connsiteY521" fmla="*/ 4469115 h 6858000"/>
              <a:gd name="connsiteX522" fmla="*/ 3177952 w 7467600"/>
              <a:gd name="connsiteY522" fmla="*/ 3657386 h 6858000"/>
              <a:gd name="connsiteX523" fmla="*/ 3189263 w 7467600"/>
              <a:gd name="connsiteY523" fmla="*/ 3625726 h 6858000"/>
              <a:gd name="connsiteX524" fmla="*/ 3560912 w 7467600"/>
              <a:gd name="connsiteY524" fmla="*/ 4079863 h 6858000"/>
              <a:gd name="connsiteX525" fmla="*/ 3626636 w 7467600"/>
              <a:gd name="connsiteY525" fmla="*/ 4512230 h 6858000"/>
              <a:gd name="connsiteX526" fmla="*/ 3653088 w 7467600"/>
              <a:gd name="connsiteY526" fmla="*/ 4521417 h 6858000"/>
              <a:gd name="connsiteX527" fmla="*/ 3988128 w 7467600"/>
              <a:gd name="connsiteY527" fmla="*/ 4817267 h 6858000"/>
              <a:gd name="connsiteX528" fmla="*/ 4830582 w 7467600"/>
              <a:gd name="connsiteY528" fmla="*/ 4676000 h 6858000"/>
              <a:gd name="connsiteX529" fmla="*/ 4830100 w 7467600"/>
              <a:gd name="connsiteY529" fmla="*/ 4675554 h 6858000"/>
              <a:gd name="connsiteX530" fmla="*/ 4036318 w 7467600"/>
              <a:gd name="connsiteY530" fmla="*/ 4147013 h 6858000"/>
              <a:gd name="connsiteX531" fmla="*/ 3432098 w 7467600"/>
              <a:gd name="connsiteY531" fmla="*/ 3537312 h 6858000"/>
              <a:gd name="connsiteX532" fmla="*/ 3446761 w 7467600"/>
              <a:gd name="connsiteY532" fmla="*/ 3461278 h 6858000"/>
              <a:gd name="connsiteX533" fmla="*/ 4419733 w 7467600"/>
              <a:gd name="connsiteY533" fmla="*/ 3963555 h 6858000"/>
              <a:gd name="connsiteX534" fmla="*/ 4781371 w 7467600"/>
              <a:gd name="connsiteY534" fmla="*/ 4458604 h 6858000"/>
              <a:gd name="connsiteX535" fmla="*/ 4780440 w 7467600"/>
              <a:gd name="connsiteY535" fmla="*/ 4470290 h 6858000"/>
              <a:gd name="connsiteX536" fmla="*/ 4898954 w 7467600"/>
              <a:gd name="connsiteY536" fmla="*/ 4662092 h 6858000"/>
              <a:gd name="connsiteX537" fmla="*/ 4900699 w 7467600"/>
              <a:gd name="connsiteY537" fmla="*/ 4670867 h 6858000"/>
              <a:gd name="connsiteX538" fmla="*/ 5714511 w 7467600"/>
              <a:gd name="connsiteY538" fmla="*/ 4663483 h 6858000"/>
              <a:gd name="connsiteX539" fmla="*/ 5464793 w 7467600"/>
              <a:gd name="connsiteY539" fmla="*/ 4393556 h 6858000"/>
              <a:gd name="connsiteX540" fmla="*/ 5461897 w 7467600"/>
              <a:gd name="connsiteY540" fmla="*/ 4390879 h 6858000"/>
              <a:gd name="connsiteX541" fmla="*/ 4294126 w 7467600"/>
              <a:gd name="connsiteY541" fmla="*/ 3303048 h 6858000"/>
              <a:gd name="connsiteX542" fmla="*/ 4305321 w 7467600"/>
              <a:gd name="connsiteY542" fmla="*/ 3256953 h 6858000"/>
              <a:gd name="connsiteX543" fmla="*/ 4949299 w 7467600"/>
              <a:gd name="connsiteY543" fmla="*/ 3766336 h 6858000"/>
              <a:gd name="connsiteX544" fmla="*/ 5291452 w 7467600"/>
              <a:gd name="connsiteY544" fmla="*/ 4076801 h 6858000"/>
              <a:gd name="connsiteX545" fmla="*/ 5434998 w 7467600"/>
              <a:gd name="connsiteY545" fmla="*/ 4254100 h 6858000"/>
              <a:gd name="connsiteX546" fmla="*/ 5351015 w 7467600"/>
              <a:gd name="connsiteY546" fmla="*/ 3760989 h 6858000"/>
              <a:gd name="connsiteX547" fmla="*/ 5413780 w 7467600"/>
              <a:gd name="connsiteY547" fmla="*/ 2966265 h 6858000"/>
              <a:gd name="connsiteX548" fmla="*/ 5425627 w 7467600"/>
              <a:gd name="connsiteY548" fmla="*/ 2954192 h 6858000"/>
              <a:gd name="connsiteX549" fmla="*/ 6604735 w 7467600"/>
              <a:gd name="connsiteY549" fmla="*/ 2041381 h 6858000"/>
              <a:gd name="connsiteX550" fmla="*/ 7204487 w 7467600"/>
              <a:gd name="connsiteY550" fmla="*/ 2742112 h 6858000"/>
              <a:gd name="connsiteX551" fmla="*/ 7131592 w 7467600"/>
              <a:gd name="connsiteY551" fmla="*/ 2672096 h 6858000"/>
              <a:gd name="connsiteX552" fmla="*/ 6996344 w 7467600"/>
              <a:gd name="connsiteY552" fmla="*/ 2518310 h 6858000"/>
              <a:gd name="connsiteX553" fmla="*/ 6735495 w 7467600"/>
              <a:gd name="connsiteY553" fmla="*/ 2196890 h 6858000"/>
              <a:gd name="connsiteX554" fmla="*/ 6721901 w 7467600"/>
              <a:gd name="connsiteY554" fmla="*/ 2179274 h 6858000"/>
              <a:gd name="connsiteX555" fmla="*/ 6604735 w 7467600"/>
              <a:gd name="connsiteY555" fmla="*/ 2041381 h 6858000"/>
              <a:gd name="connsiteX556" fmla="*/ 6591670 w 7467600"/>
              <a:gd name="connsiteY556" fmla="*/ 1988277 h 6858000"/>
              <a:gd name="connsiteX557" fmla="*/ 6747349 w 7467600"/>
              <a:gd name="connsiteY557" fmla="*/ 2160069 h 6858000"/>
              <a:gd name="connsiteX558" fmla="*/ 6760943 w 7467600"/>
              <a:gd name="connsiteY558" fmla="*/ 2177686 h 6858000"/>
              <a:gd name="connsiteX559" fmla="*/ 7021065 w 7467600"/>
              <a:gd name="connsiteY559" fmla="*/ 2498102 h 6858000"/>
              <a:gd name="connsiteX560" fmla="*/ 7155223 w 7467600"/>
              <a:gd name="connsiteY560" fmla="*/ 2650386 h 6858000"/>
              <a:gd name="connsiteX561" fmla="*/ 7203167 w 7467600"/>
              <a:gd name="connsiteY561" fmla="*/ 2697288 h 6858000"/>
              <a:gd name="connsiteX562" fmla="*/ 6937703 w 7467600"/>
              <a:gd name="connsiteY562" fmla="*/ 2321981 h 6858000"/>
              <a:gd name="connsiteX563" fmla="*/ 6591670 w 7467600"/>
              <a:gd name="connsiteY563" fmla="*/ 1988277 h 6858000"/>
              <a:gd name="connsiteX564" fmla="*/ 5798671 w 7467600"/>
              <a:gd name="connsiteY564" fmla="*/ 1981601 h 6858000"/>
              <a:gd name="connsiteX565" fmla="*/ 5754709 w 7467600"/>
              <a:gd name="connsiteY565" fmla="*/ 2071454 h 6858000"/>
              <a:gd name="connsiteX566" fmla="*/ 5763044 w 7467600"/>
              <a:gd name="connsiteY566" fmla="*/ 2842206 h 6858000"/>
              <a:gd name="connsiteX567" fmla="*/ 5764974 w 7467600"/>
              <a:gd name="connsiteY567" fmla="*/ 2799609 h 6858000"/>
              <a:gd name="connsiteX568" fmla="*/ 5767665 w 7467600"/>
              <a:gd name="connsiteY568" fmla="*/ 2666409 h 6858000"/>
              <a:gd name="connsiteX569" fmla="*/ 5763055 w 7467600"/>
              <a:gd name="connsiteY569" fmla="*/ 2579705 h 6858000"/>
              <a:gd name="connsiteX570" fmla="*/ 5758079 w 7467600"/>
              <a:gd name="connsiteY570" fmla="*/ 2492508 h 6858000"/>
              <a:gd name="connsiteX571" fmla="*/ 5779325 w 7467600"/>
              <a:gd name="connsiteY571" fmla="*/ 2197069 h 6858000"/>
              <a:gd name="connsiteX572" fmla="*/ 5798671 w 7467600"/>
              <a:gd name="connsiteY572" fmla="*/ 1981601 h 6858000"/>
              <a:gd name="connsiteX573" fmla="*/ 5829202 w 7467600"/>
              <a:gd name="connsiteY573" fmla="*/ 1971679 h 6858000"/>
              <a:gd name="connsiteX574" fmla="*/ 5809558 w 7467600"/>
              <a:gd name="connsiteY574" fmla="*/ 2198043 h 6858000"/>
              <a:gd name="connsiteX575" fmla="*/ 5788653 w 7467600"/>
              <a:gd name="connsiteY575" fmla="*/ 2489430 h 6858000"/>
              <a:gd name="connsiteX576" fmla="*/ 5793439 w 7467600"/>
              <a:gd name="connsiteY576" fmla="*/ 2575235 h 6858000"/>
              <a:gd name="connsiteX577" fmla="*/ 5796837 w 7467600"/>
              <a:gd name="connsiteY577" fmla="*/ 2637633 h 6858000"/>
              <a:gd name="connsiteX578" fmla="*/ 5818614 w 7467600"/>
              <a:gd name="connsiteY578" fmla="*/ 2473055 h 6858000"/>
              <a:gd name="connsiteX579" fmla="*/ 5829202 w 7467600"/>
              <a:gd name="connsiteY579" fmla="*/ 1971679 h 6858000"/>
              <a:gd name="connsiteX580" fmla="*/ 5911389 w 7467600"/>
              <a:gd name="connsiteY580" fmla="*/ 1898371 h 6858000"/>
              <a:gd name="connsiteX581" fmla="*/ 6237627 w 7467600"/>
              <a:gd name="connsiteY581" fmla="*/ 2231921 h 6858000"/>
              <a:gd name="connsiteX582" fmla="*/ 5911389 w 7467600"/>
              <a:gd name="connsiteY582" fmla="*/ 1898371 h 6858000"/>
              <a:gd name="connsiteX583" fmla="*/ 6944437 w 7467600"/>
              <a:gd name="connsiteY583" fmla="*/ 1575402 h 6858000"/>
              <a:gd name="connsiteX584" fmla="*/ 6304730 w 7467600"/>
              <a:gd name="connsiteY584" fmla="*/ 1766654 h 6858000"/>
              <a:gd name="connsiteX585" fmla="*/ 6944437 w 7467600"/>
              <a:gd name="connsiteY585" fmla="*/ 1575402 h 6858000"/>
              <a:gd name="connsiteX586" fmla="*/ 7019523 w 7467600"/>
              <a:gd name="connsiteY586" fmla="*/ 1519450 h 6858000"/>
              <a:gd name="connsiteX587" fmla="*/ 6298091 w 7467600"/>
              <a:gd name="connsiteY587" fmla="*/ 1737122 h 6858000"/>
              <a:gd name="connsiteX588" fmla="*/ 7019523 w 7467600"/>
              <a:gd name="connsiteY588" fmla="*/ 1519450 h 6858000"/>
              <a:gd name="connsiteX589" fmla="*/ 2399523 w 7467600"/>
              <a:gd name="connsiteY589" fmla="*/ 1428234 h 6858000"/>
              <a:gd name="connsiteX590" fmla="*/ 2224982 w 7467600"/>
              <a:gd name="connsiteY590" fmla="*/ 1826201 h 6858000"/>
              <a:gd name="connsiteX591" fmla="*/ 2096099 w 7467600"/>
              <a:gd name="connsiteY591" fmla="*/ 2345900 h 6858000"/>
              <a:gd name="connsiteX592" fmla="*/ 2283317 w 7467600"/>
              <a:gd name="connsiteY592" fmla="*/ 1796925 h 6858000"/>
              <a:gd name="connsiteX593" fmla="*/ 2399523 w 7467600"/>
              <a:gd name="connsiteY593" fmla="*/ 1428234 h 6858000"/>
              <a:gd name="connsiteX594" fmla="*/ 2448558 w 7467600"/>
              <a:gd name="connsiteY594" fmla="*/ 1373435 h 6858000"/>
              <a:gd name="connsiteX595" fmla="*/ 2312521 w 7467600"/>
              <a:gd name="connsiteY595" fmla="*/ 1806140 h 6858000"/>
              <a:gd name="connsiteX596" fmla="*/ 2127533 w 7467600"/>
              <a:gd name="connsiteY596" fmla="*/ 2348380 h 6858000"/>
              <a:gd name="connsiteX597" fmla="*/ 2358080 w 7467600"/>
              <a:gd name="connsiteY597" fmla="*/ 1866134 h 6858000"/>
              <a:gd name="connsiteX598" fmla="*/ 2407436 w 7467600"/>
              <a:gd name="connsiteY598" fmla="*/ 1651070 h 6858000"/>
              <a:gd name="connsiteX599" fmla="*/ 2448558 w 7467600"/>
              <a:gd name="connsiteY599" fmla="*/ 1373435 h 6858000"/>
              <a:gd name="connsiteX600" fmla="*/ 278707 w 7467600"/>
              <a:gd name="connsiteY600" fmla="*/ 1352270 h 6858000"/>
              <a:gd name="connsiteX601" fmla="*/ 321570 w 7467600"/>
              <a:gd name="connsiteY601" fmla="*/ 1861610 h 6858000"/>
              <a:gd name="connsiteX602" fmla="*/ 294281 w 7467600"/>
              <a:gd name="connsiteY602" fmla="*/ 1440658 h 6858000"/>
              <a:gd name="connsiteX603" fmla="*/ 278707 w 7467600"/>
              <a:gd name="connsiteY603" fmla="*/ 1352270 h 6858000"/>
              <a:gd name="connsiteX604" fmla="*/ 1423821 w 7467600"/>
              <a:gd name="connsiteY604" fmla="*/ 1351958 h 6858000"/>
              <a:gd name="connsiteX605" fmla="*/ 1638521 w 7467600"/>
              <a:gd name="connsiteY605" fmla="*/ 1908470 h 6858000"/>
              <a:gd name="connsiteX606" fmla="*/ 1754199 w 7467600"/>
              <a:gd name="connsiteY606" fmla="*/ 2149284 h 6858000"/>
              <a:gd name="connsiteX607" fmla="*/ 1908359 w 7467600"/>
              <a:gd name="connsiteY607" fmla="*/ 2364988 h 6858000"/>
              <a:gd name="connsiteX608" fmla="*/ 1647661 w 7467600"/>
              <a:gd name="connsiteY608" fmla="*/ 1825945 h 6858000"/>
              <a:gd name="connsiteX609" fmla="*/ 1423821 w 7467600"/>
              <a:gd name="connsiteY609" fmla="*/ 1351958 h 6858000"/>
              <a:gd name="connsiteX610" fmla="*/ 1431890 w 7467600"/>
              <a:gd name="connsiteY610" fmla="*/ 1306475 h 6858000"/>
              <a:gd name="connsiteX611" fmla="*/ 1507597 w 7467600"/>
              <a:gd name="connsiteY611" fmla="*/ 1446132 h 6858000"/>
              <a:gd name="connsiteX612" fmla="*/ 1674586 w 7467600"/>
              <a:gd name="connsiteY612" fmla="*/ 1813832 h 6858000"/>
              <a:gd name="connsiteX613" fmla="*/ 1815950 w 7467600"/>
              <a:gd name="connsiteY613" fmla="*/ 2128564 h 6858000"/>
              <a:gd name="connsiteX614" fmla="*/ 1984242 w 7467600"/>
              <a:gd name="connsiteY614" fmla="*/ 2430829 h 6858000"/>
              <a:gd name="connsiteX615" fmla="*/ 2014023 w 7467600"/>
              <a:gd name="connsiteY615" fmla="*/ 2450995 h 6858000"/>
              <a:gd name="connsiteX616" fmla="*/ 1747337 w 7467600"/>
              <a:gd name="connsiteY616" fmla="*/ 1855264 h 6858000"/>
              <a:gd name="connsiteX617" fmla="*/ 1533749 w 7467600"/>
              <a:gd name="connsiteY617" fmla="*/ 1478656 h 6858000"/>
              <a:gd name="connsiteX618" fmla="*/ 1431890 w 7467600"/>
              <a:gd name="connsiteY618" fmla="*/ 1306475 h 6858000"/>
              <a:gd name="connsiteX619" fmla="*/ 5052692 w 7467600"/>
              <a:gd name="connsiteY619" fmla="*/ 1292994 h 6858000"/>
              <a:gd name="connsiteX620" fmla="*/ 5200661 w 7467600"/>
              <a:gd name="connsiteY620" fmla="*/ 1635186 h 6858000"/>
              <a:gd name="connsiteX621" fmla="*/ 5297138 w 7467600"/>
              <a:gd name="connsiteY621" fmla="*/ 1906351 h 6858000"/>
              <a:gd name="connsiteX622" fmla="*/ 5052692 w 7467600"/>
              <a:gd name="connsiteY622" fmla="*/ 1292994 h 6858000"/>
              <a:gd name="connsiteX623" fmla="*/ 5009948 w 7467600"/>
              <a:gd name="connsiteY623" fmla="*/ 1273619 h 6858000"/>
              <a:gd name="connsiteX624" fmla="*/ 5121777 w 7467600"/>
              <a:gd name="connsiteY624" fmla="*/ 1654213 h 6858000"/>
              <a:gd name="connsiteX625" fmla="*/ 5293545 w 7467600"/>
              <a:gd name="connsiteY625" fmla="*/ 2072247 h 6858000"/>
              <a:gd name="connsiteX626" fmla="*/ 5294042 w 7467600"/>
              <a:gd name="connsiteY626" fmla="*/ 2065019 h 6858000"/>
              <a:gd name="connsiteX627" fmla="*/ 5171936 w 7467600"/>
              <a:gd name="connsiteY627" fmla="*/ 1647613 h 6858000"/>
              <a:gd name="connsiteX628" fmla="*/ 5009948 w 7467600"/>
              <a:gd name="connsiteY628" fmla="*/ 1273619 h 6858000"/>
              <a:gd name="connsiteX629" fmla="*/ 655236 w 7467600"/>
              <a:gd name="connsiteY629" fmla="*/ 1268632 h 6858000"/>
              <a:gd name="connsiteX630" fmla="*/ 839521 w 7467600"/>
              <a:gd name="connsiteY630" fmla="*/ 1685315 h 6858000"/>
              <a:gd name="connsiteX631" fmla="*/ 1109416 w 7467600"/>
              <a:gd name="connsiteY631" fmla="*/ 2061663 h 6858000"/>
              <a:gd name="connsiteX632" fmla="*/ 1298300 w 7467600"/>
              <a:gd name="connsiteY632" fmla="*/ 2247742 h 6858000"/>
              <a:gd name="connsiteX633" fmla="*/ 1125871 w 7467600"/>
              <a:gd name="connsiteY633" fmla="*/ 1989513 h 6858000"/>
              <a:gd name="connsiteX634" fmla="*/ 981574 w 7467600"/>
              <a:gd name="connsiteY634" fmla="*/ 1783157 h 6858000"/>
              <a:gd name="connsiteX635" fmla="*/ 922198 w 7467600"/>
              <a:gd name="connsiteY635" fmla="*/ 1677437 h 6858000"/>
              <a:gd name="connsiteX636" fmla="*/ 869293 w 7467600"/>
              <a:gd name="connsiteY636" fmla="*/ 1583214 h 6858000"/>
              <a:gd name="connsiteX637" fmla="*/ 751431 w 7467600"/>
              <a:gd name="connsiteY637" fmla="*/ 1405731 h 6858000"/>
              <a:gd name="connsiteX638" fmla="*/ 655236 w 7467600"/>
              <a:gd name="connsiteY638" fmla="*/ 1268632 h 6858000"/>
              <a:gd name="connsiteX639" fmla="*/ 6516292 w 7467600"/>
              <a:gd name="connsiteY639" fmla="*/ 1263064 h 6858000"/>
              <a:gd name="connsiteX640" fmla="*/ 5736320 w 7467600"/>
              <a:gd name="connsiteY640" fmla="*/ 1501803 h 6858000"/>
              <a:gd name="connsiteX641" fmla="*/ 6516292 w 7467600"/>
              <a:gd name="connsiteY641" fmla="*/ 1263064 h 6858000"/>
              <a:gd name="connsiteX642" fmla="*/ 291466 w 7467600"/>
              <a:gd name="connsiteY642" fmla="*/ 1250369 h 6858000"/>
              <a:gd name="connsiteX643" fmla="*/ 323180 w 7467600"/>
              <a:gd name="connsiteY643" fmla="*/ 1435283 h 6858000"/>
              <a:gd name="connsiteX644" fmla="*/ 349381 w 7467600"/>
              <a:gd name="connsiteY644" fmla="*/ 1875041 h 6858000"/>
              <a:gd name="connsiteX645" fmla="*/ 374363 w 7467600"/>
              <a:gd name="connsiteY645" fmla="*/ 1506494 h 6858000"/>
              <a:gd name="connsiteX646" fmla="*/ 302168 w 7467600"/>
              <a:gd name="connsiteY646" fmla="*/ 1274495 h 6858000"/>
              <a:gd name="connsiteX647" fmla="*/ 291466 w 7467600"/>
              <a:gd name="connsiteY647" fmla="*/ 1250369 h 6858000"/>
              <a:gd name="connsiteX648" fmla="*/ 678222 w 7467600"/>
              <a:gd name="connsiteY648" fmla="*/ 1248670 h 6858000"/>
              <a:gd name="connsiteX649" fmla="*/ 775536 w 7467600"/>
              <a:gd name="connsiteY649" fmla="*/ 1388015 h 6858000"/>
              <a:gd name="connsiteX650" fmla="*/ 894529 w 7467600"/>
              <a:gd name="connsiteY650" fmla="*/ 1567739 h 6858000"/>
              <a:gd name="connsiteX651" fmla="*/ 948000 w 7467600"/>
              <a:gd name="connsiteY651" fmla="*/ 1663088 h 6858000"/>
              <a:gd name="connsiteX652" fmla="*/ 1006812 w 7467600"/>
              <a:gd name="connsiteY652" fmla="*/ 1767683 h 6858000"/>
              <a:gd name="connsiteX653" fmla="*/ 1149133 w 7467600"/>
              <a:gd name="connsiteY653" fmla="*/ 1971513 h 6858000"/>
              <a:gd name="connsiteX654" fmla="*/ 1333952 w 7467600"/>
              <a:gd name="connsiteY654" fmla="*/ 2251620 h 6858000"/>
              <a:gd name="connsiteX655" fmla="*/ 1337329 w 7467600"/>
              <a:gd name="connsiteY655" fmla="*/ 2258350 h 6858000"/>
              <a:gd name="connsiteX656" fmla="*/ 1014726 w 7467600"/>
              <a:gd name="connsiteY656" fmla="*/ 1615556 h 6858000"/>
              <a:gd name="connsiteX657" fmla="*/ 678222 w 7467600"/>
              <a:gd name="connsiteY657" fmla="*/ 1248670 h 6858000"/>
              <a:gd name="connsiteX658" fmla="*/ 6691602 w 7467600"/>
              <a:gd name="connsiteY658" fmla="*/ 1140573 h 6858000"/>
              <a:gd name="connsiteX659" fmla="*/ 6571100 w 7467600"/>
              <a:gd name="connsiteY659" fmla="*/ 1183662 h 6858000"/>
              <a:gd name="connsiteX660" fmla="*/ 6241687 w 7467600"/>
              <a:gd name="connsiteY660" fmla="*/ 1257600 h 6858000"/>
              <a:gd name="connsiteX661" fmla="*/ 5693009 w 7467600"/>
              <a:gd name="connsiteY661" fmla="*/ 1478256 h 6858000"/>
              <a:gd name="connsiteX662" fmla="*/ 6548420 w 7467600"/>
              <a:gd name="connsiteY662" fmla="*/ 1214599 h 6858000"/>
              <a:gd name="connsiteX663" fmla="*/ 6605473 w 7467600"/>
              <a:gd name="connsiteY663" fmla="*/ 1184686 h 6858000"/>
              <a:gd name="connsiteX664" fmla="*/ 6691602 w 7467600"/>
              <a:gd name="connsiteY664" fmla="*/ 1140573 h 6858000"/>
              <a:gd name="connsiteX665" fmla="*/ 4002475 w 7467600"/>
              <a:gd name="connsiteY665" fmla="*/ 1037802 h 6858000"/>
              <a:gd name="connsiteX666" fmla="*/ 4000324 w 7467600"/>
              <a:gd name="connsiteY666" fmla="*/ 1039362 h 6858000"/>
              <a:gd name="connsiteX667" fmla="*/ 4002862 w 7467600"/>
              <a:gd name="connsiteY667" fmla="*/ 1042866 h 6858000"/>
              <a:gd name="connsiteX668" fmla="*/ 4002475 w 7467600"/>
              <a:gd name="connsiteY668" fmla="*/ 1037802 h 6858000"/>
              <a:gd name="connsiteX669" fmla="*/ 506322 w 7467600"/>
              <a:gd name="connsiteY669" fmla="*/ 1020997 h 6858000"/>
              <a:gd name="connsiteX670" fmla="*/ 533068 w 7467600"/>
              <a:gd name="connsiteY670" fmla="*/ 1029409 h 6858000"/>
              <a:gd name="connsiteX671" fmla="*/ 1232525 w 7467600"/>
              <a:gd name="connsiteY671" fmla="*/ 1804675 h 6858000"/>
              <a:gd name="connsiteX672" fmla="*/ 1388858 w 7467600"/>
              <a:gd name="connsiteY672" fmla="*/ 2368011 h 6858000"/>
              <a:gd name="connsiteX673" fmla="*/ 1384098 w 7467600"/>
              <a:gd name="connsiteY673" fmla="*/ 2378125 h 6858000"/>
              <a:gd name="connsiteX674" fmla="*/ 1425393 w 7467600"/>
              <a:gd name="connsiteY674" fmla="*/ 2589124 h 6858000"/>
              <a:gd name="connsiteX675" fmla="*/ 1424001 w 7467600"/>
              <a:gd name="connsiteY675" fmla="*/ 2597541 h 6858000"/>
              <a:gd name="connsiteX676" fmla="*/ 2152729 w 7467600"/>
              <a:gd name="connsiteY676" fmla="*/ 2864487 h 6858000"/>
              <a:gd name="connsiteX677" fmla="*/ 2020609 w 7467600"/>
              <a:gd name="connsiteY677" fmla="*/ 2539671 h 6858000"/>
              <a:gd name="connsiteX678" fmla="*/ 2018920 w 7467600"/>
              <a:gd name="connsiteY678" fmla="*/ 2536309 h 6858000"/>
              <a:gd name="connsiteX679" fmla="*/ 1342441 w 7467600"/>
              <a:gd name="connsiteY679" fmla="*/ 1173017 h 6858000"/>
              <a:gd name="connsiteX680" fmla="*/ 1367925 w 7467600"/>
              <a:gd name="connsiteY680" fmla="*/ 1135648 h 6858000"/>
              <a:gd name="connsiteX681" fmla="*/ 1771401 w 7467600"/>
              <a:gd name="connsiteY681" fmla="*/ 1806673 h 6858000"/>
              <a:gd name="connsiteX682" fmla="*/ 1972385 w 7467600"/>
              <a:gd name="connsiteY682" fmla="*/ 2198735 h 6858000"/>
              <a:gd name="connsiteX683" fmla="*/ 2040892 w 7467600"/>
              <a:gd name="connsiteY683" fmla="*/ 2405205 h 6858000"/>
              <a:gd name="connsiteX684" fmla="*/ 2131689 w 7467600"/>
              <a:gd name="connsiteY684" fmla="*/ 1936926 h 6858000"/>
              <a:gd name="connsiteX685" fmla="*/ 2454820 w 7467600"/>
              <a:gd name="connsiteY685" fmla="*/ 1248808 h 6858000"/>
              <a:gd name="connsiteX686" fmla="*/ 2492512 w 7467600"/>
              <a:gd name="connsiteY686" fmla="*/ 1302920 h 6858000"/>
              <a:gd name="connsiteX687" fmla="*/ 2081216 w 7467600"/>
              <a:gd name="connsiteY687" fmla="*/ 2527513 h 6858000"/>
              <a:gd name="connsiteX688" fmla="*/ 2081211 w 7467600"/>
              <a:gd name="connsiteY688" fmla="*/ 2528916 h 6858000"/>
              <a:gd name="connsiteX689" fmla="*/ 2199067 w 7467600"/>
              <a:gd name="connsiteY689" fmla="*/ 2884061 h 6858000"/>
              <a:gd name="connsiteX690" fmla="*/ 3192586 w 7467600"/>
              <a:gd name="connsiteY690" fmla="*/ 3411496 h 6858000"/>
              <a:gd name="connsiteX691" fmla="*/ 3182620 w 7467600"/>
              <a:gd name="connsiteY691" fmla="*/ 3483279 h 6858000"/>
              <a:gd name="connsiteX692" fmla="*/ 2435119 w 7467600"/>
              <a:gd name="connsiteY692" fmla="*/ 3080173 h 6858000"/>
              <a:gd name="connsiteX693" fmla="*/ 2410152 w 7467600"/>
              <a:gd name="connsiteY693" fmla="*/ 3063751 h 6858000"/>
              <a:gd name="connsiteX694" fmla="*/ 2408099 w 7467600"/>
              <a:gd name="connsiteY694" fmla="*/ 3064403 h 6858000"/>
              <a:gd name="connsiteX695" fmla="*/ 2407218 w 7467600"/>
              <a:gd name="connsiteY695" fmla="*/ 3070324 h 6858000"/>
              <a:gd name="connsiteX696" fmla="*/ 2380138 w 7467600"/>
              <a:gd name="connsiteY696" fmla="*/ 3099341 h 6858000"/>
              <a:gd name="connsiteX697" fmla="*/ 1765923 w 7467600"/>
              <a:gd name="connsiteY697" fmla="*/ 3581043 h 6858000"/>
              <a:gd name="connsiteX698" fmla="*/ 1702258 w 7467600"/>
              <a:gd name="connsiteY698" fmla="*/ 3612286 h 6858000"/>
              <a:gd name="connsiteX699" fmla="*/ 1538370 w 7467600"/>
              <a:gd name="connsiteY699" fmla="*/ 3811804 h 6858000"/>
              <a:gd name="connsiteX700" fmla="*/ 542867 w 7467600"/>
              <a:gd name="connsiteY700" fmla="*/ 4944092 h 6858000"/>
              <a:gd name="connsiteX701" fmla="*/ 515800 w 7467600"/>
              <a:gd name="connsiteY701" fmla="*/ 4862180 h 6858000"/>
              <a:gd name="connsiteX702" fmla="*/ 909145 w 7467600"/>
              <a:gd name="connsiteY702" fmla="*/ 4199225 h 6858000"/>
              <a:gd name="connsiteX703" fmla="*/ 1214067 w 7467600"/>
              <a:gd name="connsiteY703" fmla="*/ 3908561 h 6858000"/>
              <a:gd name="connsiteX704" fmla="*/ 640967 w 7467600"/>
              <a:gd name="connsiteY704" fmla="*/ 4105601 h 6858000"/>
              <a:gd name="connsiteX705" fmla="*/ 112563 w 7467600"/>
              <a:gd name="connsiteY705" fmla="*/ 4396952 h 6858000"/>
              <a:gd name="connsiteX706" fmla="*/ 0 w 7467600"/>
              <a:gd name="connsiteY706" fmla="*/ 4466006 h 6858000"/>
              <a:gd name="connsiteX707" fmla="*/ 0 w 7467600"/>
              <a:gd name="connsiteY707" fmla="*/ 4233763 h 6858000"/>
              <a:gd name="connsiteX708" fmla="*/ 36881 w 7467600"/>
              <a:gd name="connsiteY708" fmla="*/ 4200118 h 6858000"/>
              <a:gd name="connsiteX709" fmla="*/ 910534 w 7467600"/>
              <a:gd name="connsiteY709" fmla="*/ 3629753 h 6858000"/>
              <a:gd name="connsiteX710" fmla="*/ 1578717 w 7467600"/>
              <a:gd name="connsiteY710" fmla="*/ 3575982 h 6858000"/>
              <a:gd name="connsiteX711" fmla="*/ 2338780 w 7467600"/>
              <a:gd name="connsiteY711" fmla="*/ 3033725 h 6858000"/>
              <a:gd name="connsiteX712" fmla="*/ 1807991 w 7467600"/>
              <a:gd name="connsiteY712" fmla="*/ 2807184 h 6858000"/>
              <a:gd name="connsiteX713" fmla="*/ 1416358 w 7467600"/>
              <a:gd name="connsiteY713" fmla="*/ 3112571 h 6858000"/>
              <a:gd name="connsiteX714" fmla="*/ 939066 w 7467600"/>
              <a:gd name="connsiteY714" fmla="*/ 3378798 h 6858000"/>
              <a:gd name="connsiteX715" fmla="*/ 115099 w 7467600"/>
              <a:gd name="connsiteY715" fmla="*/ 3607650 h 6858000"/>
              <a:gd name="connsiteX716" fmla="*/ 97284 w 7467600"/>
              <a:gd name="connsiteY716" fmla="*/ 3520393 h 6858000"/>
              <a:gd name="connsiteX717" fmla="*/ 922050 w 7467600"/>
              <a:gd name="connsiteY717" fmla="*/ 3074867 h 6858000"/>
              <a:gd name="connsiteX718" fmla="*/ 1405265 w 7467600"/>
              <a:gd name="connsiteY718" fmla="*/ 3016319 h 6858000"/>
              <a:gd name="connsiteX719" fmla="*/ 1407512 w 7467600"/>
              <a:gd name="connsiteY719" fmla="*/ 3018001 h 6858000"/>
              <a:gd name="connsiteX720" fmla="*/ 1726266 w 7467600"/>
              <a:gd name="connsiteY720" fmla="*/ 2777274 h 6858000"/>
              <a:gd name="connsiteX721" fmla="*/ 625390 w 7467600"/>
              <a:gd name="connsiteY721" fmla="*/ 2514541 h 6858000"/>
              <a:gd name="connsiteX722" fmla="*/ 619799 w 7467600"/>
              <a:gd name="connsiteY722" fmla="*/ 2527180 h 6858000"/>
              <a:gd name="connsiteX723" fmla="*/ 310030 w 7467600"/>
              <a:gd name="connsiteY723" fmla="*/ 2771818 h 6858000"/>
              <a:gd name="connsiteX724" fmla="*/ 173877 w 7467600"/>
              <a:gd name="connsiteY724" fmla="*/ 2937056 h 6858000"/>
              <a:gd name="connsiteX725" fmla="*/ 77889 w 7467600"/>
              <a:gd name="connsiteY725" fmla="*/ 3138440 h 6858000"/>
              <a:gd name="connsiteX726" fmla="*/ 0 w 7467600"/>
              <a:gd name="connsiteY726" fmla="*/ 3271395 h 6858000"/>
              <a:gd name="connsiteX727" fmla="*/ 0 w 7467600"/>
              <a:gd name="connsiteY727" fmla="*/ 3153002 h 6858000"/>
              <a:gd name="connsiteX728" fmla="*/ 2386 w 7467600"/>
              <a:gd name="connsiteY728" fmla="*/ 3149203 h 6858000"/>
              <a:gd name="connsiteX729" fmla="*/ 89753 w 7467600"/>
              <a:gd name="connsiteY729" fmla="*/ 2987702 h 6858000"/>
              <a:gd name="connsiteX730" fmla="*/ 76869 w 7467600"/>
              <a:gd name="connsiteY730" fmla="*/ 3005404 h 6858000"/>
              <a:gd name="connsiteX731" fmla="*/ 32049 w 7467600"/>
              <a:gd name="connsiteY731" fmla="*/ 3065814 h 6858000"/>
              <a:gd name="connsiteX732" fmla="*/ 0 w 7467600"/>
              <a:gd name="connsiteY732" fmla="*/ 3108744 h 6858000"/>
              <a:gd name="connsiteX733" fmla="*/ 0 w 7467600"/>
              <a:gd name="connsiteY733" fmla="*/ 3058059 h 6858000"/>
              <a:gd name="connsiteX734" fmla="*/ 7610 w 7467600"/>
              <a:gd name="connsiteY734" fmla="*/ 3047889 h 6858000"/>
              <a:gd name="connsiteX735" fmla="*/ 52419 w 7467600"/>
              <a:gd name="connsiteY735" fmla="*/ 2987479 h 6858000"/>
              <a:gd name="connsiteX736" fmla="*/ 59142 w 7467600"/>
              <a:gd name="connsiteY736" fmla="*/ 2978488 h 6858000"/>
              <a:gd name="connsiteX737" fmla="*/ 0 w 7467600"/>
              <a:gd name="connsiteY737" fmla="*/ 3015334 h 6858000"/>
              <a:gd name="connsiteX738" fmla="*/ 0 w 7467600"/>
              <a:gd name="connsiteY738" fmla="*/ 2914286 h 6858000"/>
              <a:gd name="connsiteX739" fmla="*/ 36383 w 7467600"/>
              <a:gd name="connsiteY739" fmla="*/ 2901128 h 6858000"/>
              <a:gd name="connsiteX740" fmla="*/ 156329 w 7467600"/>
              <a:gd name="connsiteY740" fmla="*/ 2840533 h 6858000"/>
              <a:gd name="connsiteX741" fmla="*/ 358355 w 7467600"/>
              <a:gd name="connsiteY741" fmla="*/ 2620471 h 6858000"/>
              <a:gd name="connsiteX742" fmla="*/ 510577 w 7467600"/>
              <a:gd name="connsiteY742" fmla="*/ 2501244 h 6858000"/>
              <a:gd name="connsiteX743" fmla="*/ 211967 w 7467600"/>
              <a:gd name="connsiteY743" fmla="*/ 2479171 h 6858000"/>
              <a:gd name="connsiteX744" fmla="*/ 0 w 7467600"/>
              <a:gd name="connsiteY744" fmla="*/ 2476398 h 6858000"/>
              <a:gd name="connsiteX745" fmla="*/ 0 w 7467600"/>
              <a:gd name="connsiteY745" fmla="*/ 2389189 h 6858000"/>
              <a:gd name="connsiteX746" fmla="*/ 103062 w 7467600"/>
              <a:gd name="connsiteY746" fmla="*/ 2389518 h 6858000"/>
              <a:gd name="connsiteX747" fmla="*/ 510734 w 7467600"/>
              <a:gd name="connsiteY747" fmla="*/ 2416201 h 6858000"/>
              <a:gd name="connsiteX748" fmla="*/ 279257 w 7467600"/>
              <a:gd name="connsiteY748" fmla="*/ 2092102 h 6858000"/>
              <a:gd name="connsiteX749" fmla="*/ 65265 w 7467600"/>
              <a:gd name="connsiteY749" fmla="*/ 2006049 h 6858000"/>
              <a:gd name="connsiteX750" fmla="*/ 0 w 7467600"/>
              <a:gd name="connsiteY750" fmla="*/ 1982532 h 6858000"/>
              <a:gd name="connsiteX751" fmla="*/ 0 w 7467600"/>
              <a:gd name="connsiteY751" fmla="*/ 1912789 h 6858000"/>
              <a:gd name="connsiteX752" fmla="*/ 97460 w 7467600"/>
              <a:gd name="connsiteY752" fmla="*/ 1953725 h 6858000"/>
              <a:gd name="connsiteX753" fmla="*/ 221272 w 7467600"/>
              <a:gd name="connsiteY753" fmla="*/ 1980766 h 6858000"/>
              <a:gd name="connsiteX754" fmla="*/ 116765 w 7467600"/>
              <a:gd name="connsiteY754" fmla="*/ 1911033 h 6858000"/>
              <a:gd name="connsiteX755" fmla="*/ 16405 w 7467600"/>
              <a:gd name="connsiteY755" fmla="*/ 1803412 h 6858000"/>
              <a:gd name="connsiteX756" fmla="*/ 0 w 7467600"/>
              <a:gd name="connsiteY756" fmla="*/ 1784777 h 6858000"/>
              <a:gd name="connsiteX757" fmla="*/ 0 w 7467600"/>
              <a:gd name="connsiteY757" fmla="*/ 1740082 h 6858000"/>
              <a:gd name="connsiteX758" fmla="*/ 39394 w 7467600"/>
              <a:gd name="connsiteY758" fmla="*/ 1784856 h 6858000"/>
              <a:gd name="connsiteX759" fmla="*/ 135813 w 7467600"/>
              <a:gd name="connsiteY759" fmla="*/ 1888838 h 6858000"/>
              <a:gd name="connsiteX760" fmla="*/ 242575 w 7467600"/>
              <a:gd name="connsiteY760" fmla="*/ 1958841 h 6858000"/>
              <a:gd name="connsiteX761" fmla="*/ 82197 w 7467600"/>
              <a:gd name="connsiteY761" fmla="*/ 1754826 h 6858000"/>
              <a:gd name="connsiteX762" fmla="*/ 0 w 7467600"/>
              <a:gd name="connsiteY762" fmla="*/ 1679650 h 6858000"/>
              <a:gd name="connsiteX763" fmla="*/ 0 w 7467600"/>
              <a:gd name="connsiteY763" fmla="*/ 1602463 h 6858000"/>
              <a:gd name="connsiteX764" fmla="*/ 84689 w 7467600"/>
              <a:gd name="connsiteY764" fmla="*/ 1677442 h 6858000"/>
              <a:gd name="connsiteX765" fmla="*/ 298437 w 7467600"/>
              <a:gd name="connsiteY765" fmla="*/ 1968019 h 6858000"/>
              <a:gd name="connsiteX766" fmla="*/ 227269 w 7467600"/>
              <a:gd name="connsiteY766" fmla="*/ 1114064 h 6858000"/>
              <a:gd name="connsiteX767" fmla="*/ 248003 w 7467600"/>
              <a:gd name="connsiteY767" fmla="*/ 1089613 h 6858000"/>
              <a:gd name="connsiteX768" fmla="*/ 427020 w 7467600"/>
              <a:gd name="connsiteY768" fmla="*/ 1619803 h 6858000"/>
              <a:gd name="connsiteX769" fmla="*/ 340345 w 7467600"/>
              <a:gd name="connsiteY769" fmla="*/ 2027739 h 6858000"/>
              <a:gd name="connsiteX770" fmla="*/ 360865 w 7467600"/>
              <a:gd name="connsiteY770" fmla="*/ 2044827 h 6858000"/>
              <a:gd name="connsiteX771" fmla="*/ 560414 w 7467600"/>
              <a:gd name="connsiteY771" fmla="*/ 2421457 h 6858000"/>
              <a:gd name="connsiteX772" fmla="*/ 1359703 w 7467600"/>
              <a:gd name="connsiteY772" fmla="*/ 2578554 h 6858000"/>
              <a:gd name="connsiteX773" fmla="*/ 1359422 w 7467600"/>
              <a:gd name="connsiteY773" fmla="*/ 2577994 h 6858000"/>
              <a:gd name="connsiteX774" fmla="*/ 828701 w 7467600"/>
              <a:gd name="connsiteY774" fmla="*/ 1839520 h 6858000"/>
              <a:gd name="connsiteX775" fmla="*/ 494427 w 7467600"/>
              <a:gd name="connsiteY775" fmla="*/ 1092333 h 6858000"/>
              <a:gd name="connsiteX776" fmla="*/ 506322 w 7467600"/>
              <a:gd name="connsiteY776" fmla="*/ 1020997 h 6858000"/>
              <a:gd name="connsiteX777" fmla="*/ 4570198 w 7467600"/>
              <a:gd name="connsiteY777" fmla="*/ 978081 h 6858000"/>
              <a:gd name="connsiteX778" fmla="*/ 4523691 w 7467600"/>
              <a:gd name="connsiteY778" fmla="*/ 1127776 h 6858000"/>
              <a:gd name="connsiteX779" fmla="*/ 4509875 w 7467600"/>
              <a:gd name="connsiteY779" fmla="*/ 1167552 h 6858000"/>
              <a:gd name="connsiteX780" fmla="*/ 4478168 w 7467600"/>
              <a:gd name="connsiteY780" fmla="*/ 1260735 h 6858000"/>
              <a:gd name="connsiteX781" fmla="*/ 4409309 w 7467600"/>
              <a:gd name="connsiteY781" fmla="*/ 1666996 h 6858000"/>
              <a:gd name="connsiteX782" fmla="*/ 4370031 w 7467600"/>
              <a:gd name="connsiteY782" fmla="*/ 1955666 h 6858000"/>
              <a:gd name="connsiteX783" fmla="*/ 4570198 w 7467600"/>
              <a:gd name="connsiteY783" fmla="*/ 978081 h 6858000"/>
              <a:gd name="connsiteX784" fmla="*/ 4557898 w 7467600"/>
              <a:gd name="connsiteY784" fmla="*/ 900011 h 6858000"/>
              <a:gd name="connsiteX785" fmla="*/ 4344840 w 7467600"/>
              <a:gd name="connsiteY785" fmla="*/ 1922038 h 6858000"/>
              <a:gd name="connsiteX786" fmla="*/ 4378710 w 7467600"/>
              <a:gd name="connsiteY786" fmla="*/ 1665516 h 6858000"/>
              <a:gd name="connsiteX787" fmla="*/ 4448798 w 7467600"/>
              <a:gd name="connsiteY787" fmla="*/ 1253024 h 6858000"/>
              <a:gd name="connsiteX788" fmla="*/ 4480315 w 7467600"/>
              <a:gd name="connsiteY788" fmla="*/ 1158454 h 6858000"/>
              <a:gd name="connsiteX789" fmla="*/ 4494133 w 7467600"/>
              <a:gd name="connsiteY789" fmla="*/ 1118676 h 6858000"/>
              <a:gd name="connsiteX790" fmla="*/ 4557898 w 7467600"/>
              <a:gd name="connsiteY790" fmla="*/ 900011 h 6858000"/>
              <a:gd name="connsiteX791" fmla="*/ 5870151 w 7467600"/>
              <a:gd name="connsiteY791" fmla="*/ 898890 h 6858000"/>
              <a:gd name="connsiteX792" fmla="*/ 5861335 w 7467600"/>
              <a:gd name="connsiteY792" fmla="*/ 899177 h 6858000"/>
              <a:gd name="connsiteX793" fmla="*/ 5843702 w 7467600"/>
              <a:gd name="connsiteY793" fmla="*/ 899748 h 6858000"/>
              <a:gd name="connsiteX794" fmla="*/ 5651107 w 7467600"/>
              <a:gd name="connsiteY794" fmla="*/ 920306 h 6858000"/>
              <a:gd name="connsiteX795" fmla="*/ 5459407 w 7467600"/>
              <a:gd name="connsiteY795" fmla="*/ 940975 h 6858000"/>
              <a:gd name="connsiteX796" fmla="*/ 5374846 w 7467600"/>
              <a:gd name="connsiteY796" fmla="*/ 941988 h 6858000"/>
              <a:gd name="connsiteX797" fmla="*/ 5256105 w 7467600"/>
              <a:gd name="connsiteY797" fmla="*/ 945632 h 6858000"/>
              <a:gd name="connsiteX798" fmla="*/ 5107071 w 7467600"/>
              <a:gd name="connsiteY798" fmla="*/ 969720 h 6858000"/>
              <a:gd name="connsiteX799" fmla="*/ 4998681 w 7467600"/>
              <a:gd name="connsiteY799" fmla="*/ 988771 h 6858000"/>
              <a:gd name="connsiteX800" fmla="*/ 5870151 w 7467600"/>
              <a:gd name="connsiteY800" fmla="*/ 898890 h 6858000"/>
              <a:gd name="connsiteX801" fmla="*/ 5504425 w 7467600"/>
              <a:gd name="connsiteY801" fmla="*/ 848067 h 6858000"/>
              <a:gd name="connsiteX802" fmla="*/ 4968849 w 7467600"/>
              <a:gd name="connsiteY802" fmla="*/ 962318 h 6858000"/>
              <a:gd name="connsiteX803" fmla="*/ 5104039 w 7467600"/>
              <a:gd name="connsiteY803" fmla="*/ 940634 h 6858000"/>
              <a:gd name="connsiteX804" fmla="*/ 5256311 w 7467600"/>
              <a:gd name="connsiteY804" fmla="*/ 916490 h 6858000"/>
              <a:gd name="connsiteX805" fmla="*/ 5377381 w 7467600"/>
              <a:gd name="connsiteY805" fmla="*/ 912671 h 6858000"/>
              <a:gd name="connsiteX806" fmla="*/ 5460148 w 7467600"/>
              <a:gd name="connsiteY806" fmla="*/ 911442 h 6858000"/>
              <a:gd name="connsiteX807" fmla="*/ 5648971 w 7467600"/>
              <a:gd name="connsiteY807" fmla="*/ 891331 h 6858000"/>
              <a:gd name="connsiteX808" fmla="*/ 5844807 w 7467600"/>
              <a:gd name="connsiteY808" fmla="*/ 870718 h 6858000"/>
              <a:gd name="connsiteX809" fmla="*/ 5862975 w 7467600"/>
              <a:gd name="connsiteY809" fmla="*/ 869756 h 6858000"/>
              <a:gd name="connsiteX810" fmla="*/ 5920887 w 7467600"/>
              <a:gd name="connsiteY810" fmla="*/ 865929 h 6858000"/>
              <a:gd name="connsiteX811" fmla="*/ 5504425 w 7467600"/>
              <a:gd name="connsiteY811" fmla="*/ 848067 h 6858000"/>
              <a:gd name="connsiteX812" fmla="*/ 3607114 w 7467600"/>
              <a:gd name="connsiteY812" fmla="*/ 467441 h 6858000"/>
              <a:gd name="connsiteX813" fmla="*/ 3296242 w 7467600"/>
              <a:gd name="connsiteY813" fmla="*/ 807991 h 6858000"/>
              <a:gd name="connsiteX814" fmla="*/ 3174674 w 7467600"/>
              <a:gd name="connsiteY814" fmla="*/ 919759 h 6858000"/>
              <a:gd name="connsiteX815" fmla="*/ 3042978 w 7467600"/>
              <a:gd name="connsiteY815" fmla="*/ 1054894 h 6858000"/>
              <a:gd name="connsiteX816" fmla="*/ 2968914 w 7467600"/>
              <a:gd name="connsiteY816" fmla="*/ 1133756 h 6858000"/>
              <a:gd name="connsiteX817" fmla="*/ 3103823 w 7467600"/>
              <a:gd name="connsiteY817" fmla="*/ 1026814 h 6858000"/>
              <a:gd name="connsiteX818" fmla="*/ 3607114 w 7467600"/>
              <a:gd name="connsiteY818" fmla="*/ 467441 h 6858000"/>
              <a:gd name="connsiteX819" fmla="*/ 3744487 w 7467600"/>
              <a:gd name="connsiteY819" fmla="*/ 383136 h 6858000"/>
              <a:gd name="connsiteX820" fmla="*/ 3970213 w 7467600"/>
              <a:gd name="connsiteY820" fmla="*/ 995559 h 6858000"/>
              <a:gd name="connsiteX821" fmla="*/ 3744487 w 7467600"/>
              <a:gd name="connsiteY821" fmla="*/ 383136 h 6858000"/>
              <a:gd name="connsiteX822" fmla="*/ 3624562 w 7467600"/>
              <a:gd name="connsiteY822" fmla="*/ 367041 h 6858000"/>
              <a:gd name="connsiteX823" fmla="*/ 3489712 w 7467600"/>
              <a:gd name="connsiteY823" fmla="*/ 485386 h 6858000"/>
              <a:gd name="connsiteX824" fmla="*/ 3182994 w 7467600"/>
              <a:gd name="connsiteY824" fmla="*/ 828265 h 6858000"/>
              <a:gd name="connsiteX825" fmla="*/ 2892114 w 7467600"/>
              <a:gd name="connsiteY825" fmla="*/ 1172635 h 6858000"/>
              <a:gd name="connsiteX826" fmla="*/ 3021459 w 7467600"/>
              <a:gd name="connsiteY826" fmla="*/ 1035385 h 6858000"/>
              <a:gd name="connsiteX827" fmla="*/ 3153873 w 7467600"/>
              <a:gd name="connsiteY827" fmla="*/ 898971 h 6858000"/>
              <a:gd name="connsiteX828" fmla="*/ 3276511 w 7467600"/>
              <a:gd name="connsiteY828" fmla="*/ 786423 h 6858000"/>
              <a:gd name="connsiteX829" fmla="*/ 3584154 w 7467600"/>
              <a:gd name="connsiteY829" fmla="*/ 448218 h 6858000"/>
              <a:gd name="connsiteX830" fmla="*/ 3624562 w 7467600"/>
              <a:gd name="connsiteY830" fmla="*/ 367041 h 6858000"/>
              <a:gd name="connsiteX831" fmla="*/ 3766672 w 7467600"/>
              <a:gd name="connsiteY831" fmla="*/ 359429 h 6858000"/>
              <a:gd name="connsiteX832" fmla="*/ 3996338 w 7467600"/>
              <a:gd name="connsiteY832" fmla="*/ 968237 h 6858000"/>
              <a:gd name="connsiteX833" fmla="*/ 3766672 w 7467600"/>
              <a:gd name="connsiteY833" fmla="*/ 359429 h 6858000"/>
              <a:gd name="connsiteX834" fmla="*/ 5805386 w 7467600"/>
              <a:gd name="connsiteY834" fmla="*/ 239240 h 6858000"/>
              <a:gd name="connsiteX835" fmla="*/ 5736947 w 7467600"/>
              <a:gd name="connsiteY835" fmla="*/ 261367 h 6858000"/>
              <a:gd name="connsiteX836" fmla="*/ 5427012 w 7467600"/>
              <a:gd name="connsiteY836" fmla="*/ 311272 h 6858000"/>
              <a:gd name="connsiteX837" fmla="*/ 5147818 w 7467600"/>
              <a:gd name="connsiteY837" fmla="*/ 322112 h 6858000"/>
              <a:gd name="connsiteX838" fmla="*/ 5060854 w 7467600"/>
              <a:gd name="connsiteY838" fmla="*/ 311882 h 6858000"/>
              <a:gd name="connsiteX839" fmla="*/ 4945989 w 7467600"/>
              <a:gd name="connsiteY839" fmla="*/ 300516 h 6858000"/>
              <a:gd name="connsiteX840" fmla="*/ 5410479 w 7467600"/>
              <a:gd name="connsiteY840" fmla="*/ 348434 h 6858000"/>
              <a:gd name="connsiteX841" fmla="*/ 5805386 w 7467600"/>
              <a:gd name="connsiteY841" fmla="*/ 239240 h 6858000"/>
              <a:gd name="connsiteX842" fmla="*/ 5905192 w 7467600"/>
              <a:gd name="connsiteY842" fmla="*/ 163079 h 6858000"/>
              <a:gd name="connsiteX843" fmla="*/ 5865655 w 7467600"/>
              <a:gd name="connsiteY843" fmla="*/ 171901 h 6858000"/>
              <a:gd name="connsiteX844" fmla="*/ 5259740 w 7467600"/>
              <a:gd name="connsiteY844" fmla="*/ 257013 h 6858000"/>
              <a:gd name="connsiteX845" fmla="*/ 5208466 w 7467600"/>
              <a:gd name="connsiteY845" fmla="*/ 257550 h 6858000"/>
              <a:gd name="connsiteX846" fmla="*/ 4980204 w 7467600"/>
              <a:gd name="connsiteY846" fmla="*/ 271903 h 6858000"/>
              <a:gd name="connsiteX847" fmla="*/ 5068068 w 7467600"/>
              <a:gd name="connsiteY847" fmla="*/ 282244 h 6858000"/>
              <a:gd name="connsiteX848" fmla="*/ 5153231 w 7467600"/>
              <a:gd name="connsiteY848" fmla="*/ 292240 h 6858000"/>
              <a:gd name="connsiteX849" fmla="*/ 5426491 w 7467600"/>
              <a:gd name="connsiteY849" fmla="*/ 281128 h 6858000"/>
              <a:gd name="connsiteX850" fmla="*/ 5731212 w 7467600"/>
              <a:gd name="connsiteY850" fmla="*/ 231951 h 6858000"/>
              <a:gd name="connsiteX851" fmla="*/ 5905192 w 7467600"/>
              <a:gd name="connsiteY851" fmla="*/ 163079 h 6858000"/>
              <a:gd name="connsiteX852" fmla="*/ 5944437 w 7467600"/>
              <a:gd name="connsiteY852" fmla="*/ 113829 h 6858000"/>
              <a:gd name="connsiteX853" fmla="*/ 5825032 w 7467600"/>
              <a:gd name="connsiteY853" fmla="*/ 146405 h 6858000"/>
              <a:gd name="connsiteX854" fmla="*/ 4955599 w 7467600"/>
              <a:gd name="connsiteY854" fmla="*/ 247008 h 6858000"/>
              <a:gd name="connsiteX855" fmla="*/ 5210104 w 7467600"/>
              <a:gd name="connsiteY855" fmla="*/ 228123 h 6858000"/>
              <a:gd name="connsiteX856" fmla="*/ 5261015 w 7467600"/>
              <a:gd name="connsiteY856" fmla="*/ 227087 h 6858000"/>
              <a:gd name="connsiteX857" fmla="*/ 5861181 w 7467600"/>
              <a:gd name="connsiteY857" fmla="*/ 143093 h 6858000"/>
              <a:gd name="connsiteX858" fmla="*/ 5961252 w 7467600"/>
              <a:gd name="connsiteY858" fmla="*/ 114820 h 6858000"/>
              <a:gd name="connsiteX859" fmla="*/ 5944437 w 7467600"/>
              <a:gd name="connsiteY859" fmla="*/ 113829 h 6858000"/>
              <a:gd name="connsiteX860" fmla="*/ 3882765 w 7467600"/>
              <a:gd name="connsiteY860" fmla="*/ 0 h 6858000"/>
              <a:gd name="connsiteX861" fmla="*/ 3995099 w 7467600"/>
              <a:gd name="connsiteY861" fmla="*/ 0 h 6858000"/>
              <a:gd name="connsiteX862" fmla="*/ 4163818 w 7467600"/>
              <a:gd name="connsiteY862" fmla="*/ 234104 h 6858000"/>
              <a:gd name="connsiteX863" fmla="*/ 4172099 w 7467600"/>
              <a:gd name="connsiteY863" fmla="*/ 234207 h 6858000"/>
              <a:gd name="connsiteX864" fmla="*/ 4784282 w 7467600"/>
              <a:gd name="connsiteY864" fmla="*/ 276561 h 6858000"/>
              <a:gd name="connsiteX865" fmla="*/ 4801687 w 7467600"/>
              <a:gd name="connsiteY865" fmla="*/ 267764 h 6858000"/>
              <a:gd name="connsiteX866" fmla="*/ 6082788 w 7467600"/>
              <a:gd name="connsiteY866" fmla="*/ 64119 h 6858000"/>
              <a:gd name="connsiteX867" fmla="*/ 6099442 w 7467600"/>
              <a:gd name="connsiteY867" fmla="*/ 82568 h 6858000"/>
              <a:gd name="connsiteX868" fmla="*/ 4804137 w 7467600"/>
              <a:gd name="connsiteY868" fmla="*/ 320931 h 6858000"/>
              <a:gd name="connsiteX869" fmla="*/ 4227047 w 7467600"/>
              <a:gd name="connsiteY869" fmla="*/ 313415 h 6858000"/>
              <a:gd name="connsiteX870" fmla="*/ 4346041 w 7467600"/>
              <a:gd name="connsiteY870" fmla="*/ 456086 h 6858000"/>
              <a:gd name="connsiteX871" fmla="*/ 4870967 w 7467600"/>
              <a:gd name="connsiteY871" fmla="*/ 963061 h 6858000"/>
              <a:gd name="connsiteX872" fmla="*/ 4889647 w 7467600"/>
              <a:gd name="connsiteY872" fmla="*/ 957147 h 6858000"/>
              <a:gd name="connsiteX873" fmla="*/ 5422504 w 7467600"/>
              <a:gd name="connsiteY873" fmla="*/ 805191 h 6858000"/>
              <a:gd name="connsiteX874" fmla="*/ 6087656 w 7467600"/>
              <a:gd name="connsiteY874" fmla="*/ 826703 h 6858000"/>
              <a:gd name="connsiteX875" fmla="*/ 6058717 w 7467600"/>
              <a:gd name="connsiteY875" fmla="*/ 865992 h 6858000"/>
              <a:gd name="connsiteX876" fmla="*/ 4974153 w 7467600"/>
              <a:gd name="connsiteY876" fmla="*/ 1045456 h 6858000"/>
              <a:gd name="connsiteX877" fmla="*/ 5627835 w 7467600"/>
              <a:gd name="connsiteY877" fmla="*/ 1472077 h 6858000"/>
              <a:gd name="connsiteX878" fmla="*/ 5629817 w 7467600"/>
              <a:gd name="connsiteY878" fmla="*/ 1471412 h 6858000"/>
              <a:gd name="connsiteX879" fmla="*/ 5634124 w 7467600"/>
              <a:gd name="connsiteY879" fmla="*/ 1470572 h 6858000"/>
              <a:gd name="connsiteX880" fmla="*/ 5755832 w 7467600"/>
              <a:gd name="connsiteY880" fmla="*/ 1383886 h 6858000"/>
              <a:gd name="connsiteX881" fmla="*/ 6014186 w 7467600"/>
              <a:gd name="connsiteY881" fmla="*/ 1279799 h 6858000"/>
              <a:gd name="connsiteX882" fmla="*/ 6901619 w 7467600"/>
              <a:gd name="connsiteY882" fmla="*/ 1047874 h 6858000"/>
              <a:gd name="connsiteX883" fmla="*/ 6931566 w 7467600"/>
              <a:gd name="connsiteY883" fmla="*/ 1062034 h 6858000"/>
              <a:gd name="connsiteX884" fmla="*/ 5790982 w 7467600"/>
              <a:gd name="connsiteY884" fmla="*/ 1561380 h 6858000"/>
              <a:gd name="connsiteX885" fmla="*/ 6188971 w 7467600"/>
              <a:gd name="connsiteY885" fmla="*/ 1755168 h 6858000"/>
              <a:gd name="connsiteX886" fmla="*/ 6202446 w 7467600"/>
              <a:gd name="connsiteY886" fmla="*/ 1752268 h 6858000"/>
              <a:gd name="connsiteX887" fmla="*/ 7179560 w 7467600"/>
              <a:gd name="connsiteY887" fmla="*/ 1467551 h 6858000"/>
              <a:gd name="connsiteX888" fmla="*/ 7158730 w 7467600"/>
              <a:gd name="connsiteY888" fmla="*/ 1507835 h 6858000"/>
              <a:gd name="connsiteX889" fmla="*/ 6326959 w 7467600"/>
              <a:gd name="connsiteY889" fmla="*/ 1817686 h 6858000"/>
              <a:gd name="connsiteX890" fmla="*/ 6537433 w 7467600"/>
              <a:gd name="connsiteY890" fmla="*/ 1907790 h 6858000"/>
              <a:gd name="connsiteX891" fmla="*/ 6550221 w 7467600"/>
              <a:gd name="connsiteY891" fmla="*/ 1910729 h 6858000"/>
              <a:gd name="connsiteX892" fmla="*/ 6964438 w 7467600"/>
              <a:gd name="connsiteY892" fmla="*/ 2209505 h 6858000"/>
              <a:gd name="connsiteX893" fmla="*/ 7367862 w 7467600"/>
              <a:gd name="connsiteY893" fmla="*/ 2806833 h 6858000"/>
              <a:gd name="connsiteX894" fmla="*/ 7364329 w 7467600"/>
              <a:gd name="connsiteY894" fmla="*/ 2826907 h 6858000"/>
              <a:gd name="connsiteX895" fmla="*/ 7290545 w 7467600"/>
              <a:gd name="connsiteY895" fmla="*/ 2850663 h 6858000"/>
              <a:gd name="connsiteX896" fmla="*/ 6472036 w 7467600"/>
              <a:gd name="connsiteY896" fmla="*/ 1959003 h 6858000"/>
              <a:gd name="connsiteX897" fmla="*/ 5792897 w 7467600"/>
              <a:gd name="connsiteY897" fmla="*/ 1647747 h 6858000"/>
              <a:gd name="connsiteX898" fmla="*/ 5842751 w 7467600"/>
              <a:gd name="connsiteY898" fmla="*/ 1816112 h 6858000"/>
              <a:gd name="connsiteX899" fmla="*/ 5847424 w 7467600"/>
              <a:gd name="connsiteY899" fmla="*/ 1815776 h 6858000"/>
              <a:gd name="connsiteX900" fmla="*/ 6399821 w 7467600"/>
              <a:gd name="connsiteY900" fmla="*/ 2344799 h 6858000"/>
              <a:gd name="connsiteX901" fmla="*/ 6323232 w 7467600"/>
              <a:gd name="connsiteY901" fmla="*/ 2389634 h 6858000"/>
              <a:gd name="connsiteX902" fmla="*/ 5942958 w 7467600"/>
              <a:gd name="connsiteY902" fmla="*/ 2077708 h 6858000"/>
              <a:gd name="connsiteX903" fmla="*/ 5921559 w 7467600"/>
              <a:gd name="connsiteY903" fmla="*/ 2378596 h 6858000"/>
              <a:gd name="connsiteX904" fmla="*/ 5817651 w 7467600"/>
              <a:gd name="connsiteY904" fmla="*/ 3023919 h 6858000"/>
              <a:gd name="connsiteX905" fmla="*/ 5729634 w 7467600"/>
              <a:gd name="connsiteY905" fmla="*/ 3051849 h 6858000"/>
              <a:gd name="connsiteX906" fmla="*/ 5611018 w 7467600"/>
              <a:gd name="connsiteY906" fmla="*/ 2316769 h 6858000"/>
              <a:gd name="connsiteX907" fmla="*/ 5687608 w 7467600"/>
              <a:gd name="connsiteY907" fmla="*/ 2039972 h 6858000"/>
              <a:gd name="connsiteX908" fmla="*/ 5657554 w 7467600"/>
              <a:gd name="connsiteY908" fmla="*/ 1576445 h 6858000"/>
              <a:gd name="connsiteX909" fmla="*/ 5150475 w 7467600"/>
              <a:gd name="connsiteY909" fmla="*/ 1274012 h 6858000"/>
              <a:gd name="connsiteX910" fmla="*/ 5349142 w 7467600"/>
              <a:gd name="connsiteY910" fmla="*/ 2204405 h 6858000"/>
              <a:gd name="connsiteX911" fmla="*/ 5262214 w 7467600"/>
              <a:gd name="connsiteY911" fmla="*/ 2233836 h 6858000"/>
              <a:gd name="connsiteX912" fmla="*/ 4981539 w 7467600"/>
              <a:gd name="connsiteY912" fmla="*/ 1542201 h 6858000"/>
              <a:gd name="connsiteX913" fmla="*/ 4958461 w 7467600"/>
              <a:gd name="connsiteY913" fmla="*/ 1136957 h 6858000"/>
              <a:gd name="connsiteX914" fmla="*/ 4655015 w 7467600"/>
              <a:gd name="connsiteY914" fmla="*/ 891426 h 6858000"/>
              <a:gd name="connsiteX915" fmla="*/ 4348002 w 7467600"/>
              <a:gd name="connsiteY915" fmla="*/ 2205895 h 6858000"/>
              <a:gd name="connsiteX916" fmla="*/ 4262250 w 7467600"/>
              <a:gd name="connsiteY916" fmla="*/ 2219972 h 6858000"/>
              <a:gd name="connsiteX917" fmla="*/ 4550611 w 7467600"/>
              <a:gd name="connsiteY917" fmla="*/ 817540 h 6858000"/>
              <a:gd name="connsiteX918" fmla="*/ 4564418 w 7467600"/>
              <a:gd name="connsiteY918" fmla="*/ 808293 h 6858000"/>
              <a:gd name="connsiteX919" fmla="*/ 4266388 w 7467600"/>
              <a:gd name="connsiteY919" fmla="*/ 500083 h 6858000"/>
              <a:gd name="connsiteX920" fmla="*/ 4032842 w 7467600"/>
              <a:gd name="connsiteY920" fmla="*/ 211809 h 6858000"/>
              <a:gd name="connsiteX921" fmla="*/ 3882765 w 7467600"/>
              <a:gd name="connsiteY921" fmla="*/ 0 h 6858000"/>
              <a:gd name="connsiteX922" fmla="*/ 3721337 w 7467600"/>
              <a:gd name="connsiteY922" fmla="*/ 0 h 6858000"/>
              <a:gd name="connsiteX923" fmla="*/ 3797544 w 7467600"/>
              <a:gd name="connsiteY923" fmla="*/ 0 h 6858000"/>
              <a:gd name="connsiteX924" fmla="*/ 3775734 w 7467600"/>
              <a:gd name="connsiteY924" fmla="*/ 95131 h 6858000"/>
              <a:gd name="connsiteX925" fmla="*/ 3724807 w 7467600"/>
              <a:gd name="connsiteY925" fmla="*/ 272257 h 6858000"/>
              <a:gd name="connsiteX926" fmla="*/ 3726844 w 7467600"/>
              <a:gd name="connsiteY926" fmla="*/ 282988 h 6858000"/>
              <a:gd name="connsiteX927" fmla="*/ 3742664 w 7467600"/>
              <a:gd name="connsiteY927" fmla="*/ 279918 h 6858000"/>
              <a:gd name="connsiteX928" fmla="*/ 4103910 w 7467600"/>
              <a:gd name="connsiteY928" fmla="*/ 1161917 h 6858000"/>
              <a:gd name="connsiteX929" fmla="*/ 4020269 w 7467600"/>
              <a:gd name="connsiteY929" fmla="*/ 1200406 h 6858000"/>
              <a:gd name="connsiteX930" fmla="*/ 3674882 w 7467600"/>
              <a:gd name="connsiteY930" fmla="*/ 488524 h 6858000"/>
              <a:gd name="connsiteX931" fmla="*/ 3132682 w 7467600"/>
              <a:gd name="connsiteY931" fmla="*/ 1072284 h 6858000"/>
              <a:gd name="connsiteX932" fmla="*/ 2716346 w 7467600"/>
              <a:gd name="connsiteY932" fmla="*/ 1276376 h 6858000"/>
              <a:gd name="connsiteX933" fmla="*/ 2716772 w 7467600"/>
              <a:gd name="connsiteY933" fmla="*/ 1255462 h 6858000"/>
              <a:gd name="connsiteX934" fmla="*/ 3471096 w 7467600"/>
              <a:gd name="connsiteY934" fmla="*/ 437072 h 6858000"/>
              <a:gd name="connsiteX935" fmla="*/ 3639057 w 7467600"/>
              <a:gd name="connsiteY935" fmla="*/ 286334 h 6858000"/>
              <a:gd name="connsiteX936" fmla="*/ 3640309 w 7467600"/>
              <a:gd name="connsiteY936" fmla="*/ 284664 h 6858000"/>
              <a:gd name="connsiteX937" fmla="*/ 3646022 w 7467600"/>
              <a:gd name="connsiteY937" fmla="*/ 276711 h 6858000"/>
              <a:gd name="connsiteX938" fmla="*/ 3707943 w 7467600"/>
              <a:gd name="connsiteY938" fmla="*/ 65958 h 6858000"/>
              <a:gd name="connsiteX939" fmla="*/ 3721337 w 7467600"/>
              <a:gd name="connsiteY939" fmla="*/ 0 h 6858000"/>
              <a:gd name="connsiteX940" fmla="*/ 2867960 w 7467600"/>
              <a:gd name="connsiteY940" fmla="*/ 0 h 6858000"/>
              <a:gd name="connsiteX941" fmla="*/ 2926351 w 7467600"/>
              <a:gd name="connsiteY941" fmla="*/ 0 h 6858000"/>
              <a:gd name="connsiteX942" fmla="*/ 2902823 w 7467600"/>
              <a:gd name="connsiteY942" fmla="*/ 262929 h 6858000"/>
              <a:gd name="connsiteX943" fmla="*/ 2940663 w 7467600"/>
              <a:gd name="connsiteY943" fmla="*/ 140884 h 6858000"/>
              <a:gd name="connsiteX944" fmla="*/ 2947039 w 7467600"/>
              <a:gd name="connsiteY944" fmla="*/ 122524 h 6858000"/>
              <a:gd name="connsiteX945" fmla="*/ 2984316 w 7467600"/>
              <a:gd name="connsiteY945" fmla="*/ 0 h 6858000"/>
              <a:gd name="connsiteX946" fmla="*/ 3016114 w 7467600"/>
              <a:gd name="connsiteY946" fmla="*/ 0 h 6858000"/>
              <a:gd name="connsiteX947" fmla="*/ 2979949 w 7467600"/>
              <a:gd name="connsiteY947" fmla="*/ 119274 h 6858000"/>
              <a:gd name="connsiteX948" fmla="*/ 3023879 w 7467600"/>
              <a:gd name="connsiteY948" fmla="*/ 0 h 6858000"/>
              <a:gd name="connsiteX949" fmla="*/ 3105400 w 7467600"/>
              <a:gd name="connsiteY949" fmla="*/ 0 h 6858000"/>
              <a:gd name="connsiteX950" fmla="*/ 3094669 w 7467600"/>
              <a:gd name="connsiteY950" fmla="*/ 30308 h 6858000"/>
              <a:gd name="connsiteX951" fmla="*/ 2901945 w 7467600"/>
              <a:gd name="connsiteY951" fmla="*/ 466538 h 6858000"/>
              <a:gd name="connsiteX952" fmla="*/ 2815209 w 7467600"/>
              <a:gd name="connsiteY952" fmla="*/ 497361 h 6858000"/>
              <a:gd name="connsiteX953" fmla="*/ 2844845 w 7467600"/>
              <a:gd name="connsiteY953" fmla="*/ 127638 h 6858000"/>
              <a:gd name="connsiteX954" fmla="*/ 2867960 w 7467600"/>
              <a:gd name="connsiteY954" fmla="*/ 0 h 6858000"/>
              <a:gd name="connsiteX955" fmla="*/ 1057230 w 7467600"/>
              <a:gd name="connsiteY955" fmla="*/ 0 h 6858000"/>
              <a:gd name="connsiteX956" fmla="*/ 1111003 w 7467600"/>
              <a:gd name="connsiteY956" fmla="*/ 0 h 6858000"/>
              <a:gd name="connsiteX957" fmla="*/ 1125553 w 7467600"/>
              <a:gd name="connsiteY957" fmla="*/ 52588 h 6858000"/>
              <a:gd name="connsiteX958" fmla="*/ 1304276 w 7467600"/>
              <a:gd name="connsiteY958" fmla="*/ 476275 h 6858000"/>
              <a:gd name="connsiteX959" fmla="*/ 1492066 w 7467600"/>
              <a:gd name="connsiteY959" fmla="*/ 886333 h 6858000"/>
              <a:gd name="connsiteX960" fmla="*/ 1423698 w 7467600"/>
              <a:gd name="connsiteY960" fmla="*/ 710817 h 6858000"/>
              <a:gd name="connsiteX961" fmla="*/ 1357609 w 7467600"/>
              <a:gd name="connsiteY961" fmla="*/ 532892 h 6858000"/>
              <a:gd name="connsiteX962" fmla="*/ 1309550 w 7467600"/>
              <a:gd name="connsiteY962" fmla="*/ 374031 h 6858000"/>
              <a:gd name="connsiteX963" fmla="*/ 1193673 w 7467600"/>
              <a:gd name="connsiteY963" fmla="*/ 49533 h 6858000"/>
              <a:gd name="connsiteX964" fmla="*/ 1164391 w 7467600"/>
              <a:gd name="connsiteY964" fmla="*/ 0 h 6858000"/>
              <a:gd name="connsiteX965" fmla="*/ 1200666 w 7467600"/>
              <a:gd name="connsiteY965" fmla="*/ 0 h 6858000"/>
              <a:gd name="connsiteX966" fmla="*/ 1223408 w 7467600"/>
              <a:gd name="connsiteY966" fmla="*/ 38996 h 6858000"/>
              <a:gd name="connsiteX967" fmla="*/ 1339635 w 7467600"/>
              <a:gd name="connsiteY967" fmla="*/ 365517 h 6858000"/>
              <a:gd name="connsiteX968" fmla="*/ 1387469 w 7467600"/>
              <a:gd name="connsiteY968" fmla="*/ 523079 h 6858000"/>
              <a:gd name="connsiteX969" fmla="*/ 1452685 w 7467600"/>
              <a:gd name="connsiteY969" fmla="*/ 699806 h 6858000"/>
              <a:gd name="connsiteX970" fmla="*/ 1492092 w 7467600"/>
              <a:gd name="connsiteY970" fmla="*/ 800424 h 6858000"/>
              <a:gd name="connsiteX971" fmla="*/ 1455302 w 7467600"/>
              <a:gd name="connsiteY971" fmla="*/ 632913 h 6858000"/>
              <a:gd name="connsiteX972" fmla="*/ 1222336 w 7467600"/>
              <a:gd name="connsiteY972" fmla="*/ 9480 h 6858000"/>
              <a:gd name="connsiteX973" fmla="*/ 1214634 w 7467600"/>
              <a:gd name="connsiteY973" fmla="*/ 0 h 6858000"/>
              <a:gd name="connsiteX974" fmla="*/ 1289827 w 7467600"/>
              <a:gd name="connsiteY974" fmla="*/ 0 h 6858000"/>
              <a:gd name="connsiteX975" fmla="*/ 1321076 w 7467600"/>
              <a:gd name="connsiteY975" fmla="*/ 59722 h 6858000"/>
              <a:gd name="connsiteX976" fmla="*/ 1512579 w 7467600"/>
              <a:gd name="connsiteY976" fmla="*/ 626441 h 6858000"/>
              <a:gd name="connsiteX977" fmla="*/ 1506076 w 7467600"/>
              <a:gd name="connsiteY977" fmla="*/ 1089289 h 6858000"/>
              <a:gd name="connsiteX978" fmla="*/ 1486346 w 7467600"/>
              <a:gd name="connsiteY978" fmla="*/ 1079919 h 6858000"/>
              <a:gd name="connsiteX979" fmla="*/ 1070511 w 7467600"/>
              <a:gd name="connsiteY979" fmla="*/ 48609 h 6858000"/>
              <a:gd name="connsiteX980" fmla="*/ 1057230 w 7467600"/>
              <a:gd name="connsiteY980" fmla="*/ 0 h 6858000"/>
              <a:gd name="connsiteX981" fmla="*/ 43151 w 7467600"/>
              <a:gd name="connsiteY981" fmla="*/ 0 h 6858000"/>
              <a:gd name="connsiteX982" fmla="*/ 95283 w 7467600"/>
              <a:gd name="connsiteY982" fmla="*/ 0 h 6858000"/>
              <a:gd name="connsiteX983" fmla="*/ 300708 w 7467600"/>
              <a:gd name="connsiteY983" fmla="*/ 154571 h 6858000"/>
              <a:gd name="connsiteX984" fmla="*/ 530414 w 7467600"/>
              <a:gd name="connsiteY984" fmla="*/ 354673 h 6858000"/>
              <a:gd name="connsiteX985" fmla="*/ 333785 w 7467600"/>
              <a:gd name="connsiteY985" fmla="*/ 161564 h 6858000"/>
              <a:gd name="connsiteX986" fmla="*/ 147005 w 7467600"/>
              <a:gd name="connsiteY986" fmla="*/ 0 h 6858000"/>
              <a:gd name="connsiteX987" fmla="*/ 272509 w 7467600"/>
              <a:gd name="connsiteY987" fmla="*/ 0 h 6858000"/>
              <a:gd name="connsiteX988" fmla="*/ 326276 w 7467600"/>
              <a:gd name="connsiteY988" fmla="*/ 45847 h 6858000"/>
              <a:gd name="connsiteX989" fmla="*/ 823759 w 7467600"/>
              <a:gd name="connsiteY989" fmla="*/ 574145 h 6858000"/>
              <a:gd name="connsiteX990" fmla="*/ 811254 w 7467600"/>
              <a:gd name="connsiteY990" fmla="*/ 665546 h 6858000"/>
              <a:gd name="connsiteX991" fmla="*/ 154042 w 7467600"/>
              <a:gd name="connsiteY991" fmla="*/ 261522 h 6858000"/>
              <a:gd name="connsiteX992" fmla="*/ 13550 w 7467600"/>
              <a:gd name="connsiteY992" fmla="*/ 158423 h 6858000"/>
              <a:gd name="connsiteX993" fmla="*/ 0 w 7467600"/>
              <a:gd name="connsiteY993" fmla="*/ 146618 h 6858000"/>
              <a:gd name="connsiteX994" fmla="*/ 0 w 7467600"/>
              <a:gd name="connsiteY994" fmla="*/ 59161 h 6858000"/>
              <a:gd name="connsiteX995" fmla="*/ 45427 w 7467600"/>
              <a:gd name="connsiteY995" fmla="*/ 101078 h 6858000"/>
              <a:gd name="connsiteX996" fmla="*/ 630103 w 7467600"/>
              <a:gd name="connsiteY996" fmla="*/ 485885 h 6858000"/>
              <a:gd name="connsiteX997" fmla="*/ 532040 w 7467600"/>
              <a:gd name="connsiteY997" fmla="*/ 399359 h 6858000"/>
              <a:gd name="connsiteX998" fmla="*/ 517618 w 7467600"/>
              <a:gd name="connsiteY998" fmla="*/ 385726 h 6858000"/>
              <a:gd name="connsiteX999" fmla="*/ 285074 w 7467600"/>
              <a:gd name="connsiteY999" fmla="*/ 182755 h 6858000"/>
              <a:gd name="connsiteX1000" fmla="*/ 43151 w 7467600"/>
              <a:gd name="connsiteY100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68569 w 7467600"/>
              <a:gd name="connsiteY127" fmla="*/ 5270182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7467600 w 7467600"/>
              <a:gd name="connsiteY141" fmla="*/ 5297634 h 6858000"/>
              <a:gd name="connsiteX142" fmla="*/ 7467600 w 7467600"/>
              <a:gd name="connsiteY142" fmla="*/ 5361850 h 6858000"/>
              <a:gd name="connsiteX143" fmla="*/ 7368569 w 7467600"/>
              <a:gd name="connsiteY143" fmla="*/ 5270182 h 6858000"/>
              <a:gd name="connsiteX144" fmla="*/ 1903353 w 7467600"/>
              <a:gd name="connsiteY144" fmla="*/ 5044827 h 6858000"/>
              <a:gd name="connsiteX145" fmla="*/ 1936931 w 7467600"/>
              <a:gd name="connsiteY145" fmla="*/ 5093954 h 6858000"/>
              <a:gd name="connsiteX146" fmla="*/ 2195868 w 7467600"/>
              <a:gd name="connsiteY146" fmla="*/ 5396574 h 6858000"/>
              <a:gd name="connsiteX147" fmla="*/ 2088852 w 7467600"/>
              <a:gd name="connsiteY147" fmla="*/ 5166123 h 6858000"/>
              <a:gd name="connsiteX148" fmla="*/ 1958241 w 7467600"/>
              <a:gd name="connsiteY148" fmla="*/ 5067955 h 6858000"/>
              <a:gd name="connsiteX149" fmla="*/ 1903353 w 7467600"/>
              <a:gd name="connsiteY149" fmla="*/ 5044827 h 6858000"/>
              <a:gd name="connsiteX150" fmla="*/ 1979378 w 7467600"/>
              <a:gd name="connsiteY150" fmla="*/ 4769504 h 6858000"/>
              <a:gd name="connsiteX151" fmla="*/ 2882120 w 7467600"/>
              <a:gd name="connsiteY151" fmla="*/ 5064547 h 6858000"/>
              <a:gd name="connsiteX152" fmla="*/ 2793103 w 7467600"/>
              <a:gd name="connsiteY152" fmla="*/ 5039699 h 6858000"/>
              <a:gd name="connsiteX153" fmla="*/ 2770041 w 7467600"/>
              <a:gd name="connsiteY153" fmla="*/ 5033634 h 6858000"/>
              <a:gd name="connsiteX154" fmla="*/ 1979378 w 7467600"/>
              <a:gd name="connsiteY154" fmla="*/ 4769504 h 6858000"/>
              <a:gd name="connsiteX155" fmla="*/ 1927410 w 7467600"/>
              <a:gd name="connsiteY155" fmla="*/ 4716164 h 6858000"/>
              <a:gd name="connsiteX156" fmla="*/ 1959587 w 7467600"/>
              <a:gd name="connsiteY156" fmla="*/ 4728849 h 6858000"/>
              <a:gd name="connsiteX157" fmla="*/ 2777707 w 7467600"/>
              <a:gd name="connsiteY157" fmla="*/ 5003991 h 6858000"/>
              <a:gd name="connsiteX158" fmla="*/ 2800768 w 7467600"/>
              <a:gd name="connsiteY158" fmla="*/ 5010056 h 6858000"/>
              <a:gd name="connsiteX159" fmla="*/ 2879408 w 7467600"/>
              <a:gd name="connsiteY159" fmla="*/ 5031590 h 6858000"/>
              <a:gd name="connsiteX160" fmla="*/ 2862295 w 7467600"/>
              <a:gd name="connsiteY160" fmla="*/ 5022958 h 6858000"/>
              <a:gd name="connsiteX161" fmla="*/ 2813343 w 7467600"/>
              <a:gd name="connsiteY161" fmla="*/ 4998369 h 6858000"/>
              <a:gd name="connsiteX162" fmla="*/ 2646245 w 7467600"/>
              <a:gd name="connsiteY162" fmla="*/ 4930999 h 6858000"/>
              <a:gd name="connsiteX163" fmla="*/ 1999243 w 7467600"/>
              <a:gd name="connsiteY163" fmla="*/ 4730524 h 6858000"/>
              <a:gd name="connsiteX164" fmla="*/ 1979527 w 7467600"/>
              <a:gd name="connsiteY164" fmla="*/ 4726651 h 6858000"/>
              <a:gd name="connsiteX165" fmla="*/ 1927410 w 7467600"/>
              <a:gd name="connsiteY165" fmla="*/ 4716164 h 6858000"/>
              <a:gd name="connsiteX166" fmla="*/ 1997014 w 7467600"/>
              <a:gd name="connsiteY166" fmla="*/ 4698007 h 6858000"/>
              <a:gd name="connsiteX167" fmla="*/ 2005458 w 7467600"/>
              <a:gd name="connsiteY167" fmla="*/ 4699540 h 6858000"/>
              <a:gd name="connsiteX168" fmla="*/ 2657186 w 7467600"/>
              <a:gd name="connsiteY168" fmla="*/ 4901687 h 6858000"/>
              <a:gd name="connsiteX169" fmla="*/ 2826662 w 7467600"/>
              <a:gd name="connsiteY169" fmla="*/ 4970362 h 6858000"/>
              <a:gd name="connsiteX170" fmla="*/ 2876100 w 7467600"/>
              <a:gd name="connsiteY170" fmla="*/ 4995397 h 6858000"/>
              <a:gd name="connsiteX171" fmla="*/ 3042600 w 7467600"/>
              <a:gd name="connsiteY171" fmla="*/ 5059532 h 6858000"/>
              <a:gd name="connsiteX172" fmla="*/ 1997014 w 7467600"/>
              <a:gd name="connsiteY172" fmla="*/ 4698007 h 6858000"/>
              <a:gd name="connsiteX173" fmla="*/ 2305292 w 7467600"/>
              <a:gd name="connsiteY173" fmla="*/ 4219492 h 6858000"/>
              <a:gd name="connsiteX174" fmla="*/ 3360922 w 7467600"/>
              <a:gd name="connsiteY174" fmla="*/ 4529373 h 6858000"/>
              <a:gd name="connsiteX175" fmla="*/ 3492420 w 7467600"/>
              <a:gd name="connsiteY175" fmla="*/ 4510145 h 6858000"/>
              <a:gd name="connsiteX176" fmla="*/ 3364086 w 7467600"/>
              <a:gd name="connsiteY176" fmla="*/ 4480340 h 6858000"/>
              <a:gd name="connsiteX177" fmla="*/ 3225818 w 7467600"/>
              <a:gd name="connsiteY177" fmla="*/ 4411822 h 6858000"/>
              <a:gd name="connsiteX178" fmla="*/ 3129696 w 7467600"/>
              <a:gd name="connsiteY178" fmla="*/ 4360704 h 6858000"/>
              <a:gd name="connsiteX179" fmla="*/ 2814545 w 7467600"/>
              <a:gd name="connsiteY179" fmla="*/ 4282955 h 6858000"/>
              <a:gd name="connsiteX180" fmla="*/ 2305292 w 7467600"/>
              <a:gd name="connsiteY180" fmla="*/ 4219492 h 6858000"/>
              <a:gd name="connsiteX181" fmla="*/ 2626982 w 7467600"/>
              <a:gd name="connsiteY181" fmla="*/ 4206450 h 6858000"/>
              <a:gd name="connsiteX182" fmla="*/ 2490617 w 7467600"/>
              <a:gd name="connsiteY182" fmla="*/ 4206951 h 6858000"/>
              <a:gd name="connsiteX183" fmla="*/ 2819869 w 7467600"/>
              <a:gd name="connsiteY183" fmla="*/ 4252936 h 6858000"/>
              <a:gd name="connsiteX184" fmla="*/ 3143018 w 7467600"/>
              <a:gd name="connsiteY184" fmla="*/ 4332698 h 6858000"/>
              <a:gd name="connsiteX185" fmla="*/ 3241520 w 7467600"/>
              <a:gd name="connsiteY185" fmla="*/ 4385112 h 6858000"/>
              <a:gd name="connsiteX186" fmla="*/ 3374575 w 7467600"/>
              <a:gd name="connsiteY186" fmla="*/ 4451517 h 6858000"/>
              <a:gd name="connsiteX187" fmla="*/ 3505221 w 7467600"/>
              <a:gd name="connsiteY187" fmla="*/ 4480757 h 6858000"/>
              <a:gd name="connsiteX188" fmla="*/ 2626982 w 7467600"/>
              <a:gd name="connsiteY188" fmla="*/ 4206450 h 6858000"/>
              <a:gd name="connsiteX189" fmla="*/ 1310106 w 7467600"/>
              <a:gd name="connsiteY189" fmla="*/ 3943217 h 6858000"/>
              <a:gd name="connsiteX190" fmla="*/ 854994 w 7467600"/>
              <a:gd name="connsiteY190" fmla="*/ 4399136 h 6858000"/>
              <a:gd name="connsiteX191" fmla="*/ 742462 w 7467600"/>
              <a:gd name="connsiteY191" fmla="*/ 4594648 h 6858000"/>
              <a:gd name="connsiteX192" fmla="*/ 820602 w 7467600"/>
              <a:gd name="connsiteY192" fmla="*/ 4485915 h 6858000"/>
              <a:gd name="connsiteX193" fmla="*/ 878295 w 7467600"/>
              <a:gd name="connsiteY193" fmla="*/ 4403594 h 6858000"/>
              <a:gd name="connsiteX194" fmla="*/ 1240607 w 7467600"/>
              <a:gd name="connsiteY194" fmla="*/ 4010401 h 6858000"/>
              <a:gd name="connsiteX195" fmla="*/ 1310106 w 7467600"/>
              <a:gd name="connsiteY195" fmla="*/ 3943217 h 6858000"/>
              <a:gd name="connsiteX196" fmla="*/ 1423113 w 7467600"/>
              <a:gd name="connsiteY196" fmla="*/ 3874565 h 6858000"/>
              <a:gd name="connsiteX197" fmla="*/ 1260565 w 7467600"/>
              <a:gd name="connsiteY197" fmla="*/ 4031982 h 6858000"/>
              <a:gd name="connsiteX198" fmla="*/ 901900 w 7467600"/>
              <a:gd name="connsiteY198" fmla="*/ 4421236 h 6858000"/>
              <a:gd name="connsiteX199" fmla="*/ 845044 w 7467600"/>
              <a:gd name="connsiteY199" fmla="*/ 4502436 h 6858000"/>
              <a:gd name="connsiteX200" fmla="*/ 685926 w 7467600"/>
              <a:gd name="connsiteY200" fmla="*/ 4703069 h 6858000"/>
              <a:gd name="connsiteX201" fmla="*/ 684248 w 7467600"/>
              <a:gd name="connsiteY201" fmla="*/ 4706721 h 6858000"/>
              <a:gd name="connsiteX202" fmla="*/ 1423113 w 7467600"/>
              <a:gd name="connsiteY202" fmla="*/ 3874565 h 6858000"/>
              <a:gd name="connsiteX203" fmla="*/ 3316479 w 7467600"/>
              <a:gd name="connsiteY203" fmla="*/ 3872136 h 6858000"/>
              <a:gd name="connsiteX204" fmla="*/ 3546806 w 7467600"/>
              <a:gd name="connsiteY204" fmla="*/ 4356139 h 6858000"/>
              <a:gd name="connsiteX205" fmla="*/ 3364433 w 7467600"/>
              <a:gd name="connsiteY205" fmla="*/ 3953121 h 6858000"/>
              <a:gd name="connsiteX206" fmla="*/ 3316479 w 7467600"/>
              <a:gd name="connsiteY206" fmla="*/ 3872136 h 6858000"/>
              <a:gd name="connsiteX207" fmla="*/ 3291335 w 7467600"/>
              <a:gd name="connsiteY207" fmla="*/ 3767420 h 6858000"/>
              <a:gd name="connsiteX208" fmla="*/ 3390805 w 7467600"/>
              <a:gd name="connsiteY208" fmla="*/ 3937163 h 6858000"/>
              <a:gd name="connsiteX209" fmla="*/ 3579062 w 7467600"/>
              <a:gd name="connsiteY209" fmla="*/ 4359040 h 6858000"/>
              <a:gd name="connsiteX210" fmla="*/ 3467355 w 7467600"/>
              <a:gd name="connsiteY210" fmla="*/ 3988130 h 6858000"/>
              <a:gd name="connsiteX211" fmla="*/ 3310753 w 7467600"/>
              <a:gd name="connsiteY211" fmla="*/ 3787140 h 6858000"/>
              <a:gd name="connsiteX212" fmla="*/ 3291335 w 7467600"/>
              <a:gd name="connsiteY212" fmla="*/ 3767420 h 6858000"/>
              <a:gd name="connsiteX213" fmla="*/ 1635889 w 7467600"/>
              <a:gd name="connsiteY213" fmla="*/ 3709494 h 6858000"/>
              <a:gd name="connsiteX214" fmla="*/ 1634800 w 7467600"/>
              <a:gd name="connsiteY214" fmla="*/ 3731111 h 6858000"/>
              <a:gd name="connsiteX215" fmla="*/ 1635889 w 7467600"/>
              <a:gd name="connsiteY215" fmla="*/ 3709494 h 6858000"/>
              <a:gd name="connsiteX216" fmla="*/ 1510397 w 7467600"/>
              <a:gd name="connsiteY216" fmla="*/ 3684705 h 6858000"/>
              <a:gd name="connsiteX217" fmla="*/ 1146550 w 7467600"/>
              <a:gd name="connsiteY217" fmla="*/ 3802012 h 6858000"/>
              <a:gd name="connsiteX218" fmla="*/ 698834 w 7467600"/>
              <a:gd name="connsiteY218" fmla="*/ 3952272 h 6858000"/>
              <a:gd name="connsiteX219" fmla="*/ 34256 w 7467600"/>
              <a:gd name="connsiteY219" fmla="*/ 4347603 h 6858000"/>
              <a:gd name="connsiteX220" fmla="*/ 527241 w 7467600"/>
              <a:gd name="connsiteY220" fmla="*/ 4065078 h 6858000"/>
              <a:gd name="connsiteX221" fmla="*/ 1510397 w 7467600"/>
              <a:gd name="connsiteY221" fmla="*/ 3684705 h 6858000"/>
              <a:gd name="connsiteX222" fmla="*/ 1313114 w 7467600"/>
              <a:gd name="connsiteY222" fmla="*/ 3655216 h 6858000"/>
              <a:gd name="connsiteX223" fmla="*/ 1109304 w 7467600"/>
              <a:gd name="connsiteY223" fmla="*/ 3669030 h 6858000"/>
              <a:gd name="connsiteX224" fmla="*/ 8129 w 7467600"/>
              <a:gd name="connsiteY224" fmla="*/ 4330519 h 6858000"/>
              <a:gd name="connsiteX225" fmla="*/ 687572 w 7467600"/>
              <a:gd name="connsiteY225" fmla="*/ 3925629 h 6858000"/>
              <a:gd name="connsiteX226" fmla="*/ 1138365 w 7467600"/>
              <a:gd name="connsiteY226" fmla="*/ 3774515 h 6858000"/>
              <a:gd name="connsiteX227" fmla="*/ 1505579 w 7467600"/>
              <a:gd name="connsiteY227" fmla="*/ 3655526 h 6858000"/>
              <a:gd name="connsiteX228" fmla="*/ 1313114 w 7467600"/>
              <a:gd name="connsiteY228" fmla="*/ 3655216 h 6858000"/>
              <a:gd name="connsiteX229" fmla="*/ 3655073 w 7467600"/>
              <a:gd name="connsiteY229" fmla="*/ 3650884 h 6858000"/>
              <a:gd name="connsiteX230" fmla="*/ 3989938 w 7467600"/>
              <a:gd name="connsiteY230" fmla="*/ 3991685 h 6858000"/>
              <a:gd name="connsiteX231" fmla="*/ 4393907 w 7467600"/>
              <a:gd name="connsiteY231" fmla="*/ 4261258 h 6858000"/>
              <a:gd name="connsiteX232" fmla="*/ 4648051 w 7467600"/>
              <a:gd name="connsiteY232" fmla="*/ 4374051 h 6858000"/>
              <a:gd name="connsiteX233" fmla="*/ 4383389 w 7467600"/>
              <a:gd name="connsiteY233" fmla="*/ 4184369 h 6858000"/>
              <a:gd name="connsiteX234" fmla="*/ 4165508 w 7467600"/>
              <a:gd name="connsiteY234" fmla="*/ 4035196 h 6858000"/>
              <a:gd name="connsiteX235" fmla="*/ 4068162 w 7467600"/>
              <a:gd name="connsiteY235" fmla="*/ 3953394 h 6858000"/>
              <a:gd name="connsiteX236" fmla="*/ 3981416 w 7467600"/>
              <a:gd name="connsiteY236" fmla="*/ 3880482 h 6858000"/>
              <a:gd name="connsiteX237" fmla="*/ 3800147 w 7467600"/>
              <a:gd name="connsiteY237" fmla="*/ 3749872 h 6858000"/>
              <a:gd name="connsiteX238" fmla="*/ 3655073 w 7467600"/>
              <a:gd name="connsiteY238" fmla="*/ 3650884 h 6858000"/>
              <a:gd name="connsiteX239" fmla="*/ 3670252 w 7467600"/>
              <a:gd name="connsiteY239" fmla="*/ 3622798 h 6858000"/>
              <a:gd name="connsiteX240" fmla="*/ 3817258 w 7467600"/>
              <a:gd name="connsiteY240" fmla="*/ 3723577 h 6858000"/>
              <a:gd name="connsiteX241" fmla="*/ 4000461 w 7467600"/>
              <a:gd name="connsiteY241" fmla="*/ 3855966 h 6858000"/>
              <a:gd name="connsiteX242" fmla="*/ 4088180 w 7467600"/>
              <a:gd name="connsiteY242" fmla="*/ 3929774 h 6858000"/>
              <a:gd name="connsiteX243" fmla="*/ 4184555 w 7467600"/>
              <a:gd name="connsiteY243" fmla="*/ 4010683 h 6858000"/>
              <a:gd name="connsiteX244" fmla="*/ 4399563 w 7467600"/>
              <a:gd name="connsiteY244" fmla="*/ 4158106 h 6858000"/>
              <a:gd name="connsiteX245" fmla="*/ 4684469 w 7467600"/>
              <a:gd name="connsiteY245" fmla="*/ 4364680 h 6858000"/>
              <a:gd name="connsiteX246" fmla="*/ 4690271 w 7467600"/>
              <a:gd name="connsiteY246" fmla="*/ 4370034 h 6858000"/>
              <a:gd name="connsiteX247" fmla="*/ 4136093 w 7467600"/>
              <a:gd name="connsiteY247" fmla="*/ 3858466 h 6858000"/>
              <a:gd name="connsiteX248" fmla="*/ 3670252 w 7467600"/>
              <a:gd name="connsiteY248" fmla="*/ 3622798 h 6858000"/>
              <a:gd name="connsiteX249" fmla="*/ 4440129 w 7467600"/>
              <a:gd name="connsiteY249" fmla="*/ 3448571 h 6858000"/>
              <a:gd name="connsiteX250" fmla="*/ 4856525 w 7467600"/>
              <a:gd name="connsiteY250" fmla="*/ 3915351 h 6858000"/>
              <a:gd name="connsiteX251" fmla="*/ 5059055 w 7467600"/>
              <a:gd name="connsiteY251" fmla="*/ 4108918 h 6858000"/>
              <a:gd name="connsiteX252" fmla="*/ 5290070 w 7467600"/>
              <a:gd name="connsiteY252" fmla="*/ 4263619 h 6858000"/>
              <a:gd name="connsiteX253" fmla="*/ 4834991 w 7467600"/>
              <a:gd name="connsiteY253" fmla="*/ 3830985 h 6858000"/>
              <a:gd name="connsiteX254" fmla="*/ 4440129 w 7467600"/>
              <a:gd name="connsiteY254" fmla="*/ 3448571 h 6858000"/>
              <a:gd name="connsiteX255" fmla="*/ 4441737 w 7467600"/>
              <a:gd name="connsiteY255" fmla="*/ 3399734 h 6858000"/>
              <a:gd name="connsiteX256" fmla="*/ 4431236 w 7467600"/>
              <a:gd name="connsiteY256" fmla="*/ 3400954 h 6858000"/>
              <a:gd name="connsiteX257" fmla="*/ 4557150 w 7467600"/>
              <a:gd name="connsiteY257" fmla="*/ 3510023 h 6858000"/>
              <a:gd name="connsiteX258" fmla="*/ 4856936 w 7467600"/>
              <a:gd name="connsiteY258" fmla="*/ 3809146 h 6858000"/>
              <a:gd name="connsiteX259" fmla="*/ 5111996 w 7467600"/>
              <a:gd name="connsiteY259" fmla="*/ 4065759 h 6858000"/>
              <a:gd name="connsiteX260" fmla="*/ 5388878 w 7467600"/>
              <a:gd name="connsiteY260" fmla="*/ 4300185 h 6858000"/>
              <a:gd name="connsiteX261" fmla="*/ 5425556 w 7467600"/>
              <a:gd name="connsiteY261" fmla="*/ 4308967 h 6858000"/>
              <a:gd name="connsiteX262" fmla="*/ 4943646 w 7467600"/>
              <a:gd name="connsiteY262" fmla="*/ 3822916 h 6858000"/>
              <a:gd name="connsiteX263" fmla="*/ 4594837 w 7467600"/>
              <a:gd name="connsiteY263" fmla="*/ 3532274 h 6858000"/>
              <a:gd name="connsiteX264" fmla="*/ 4441737 w 7467600"/>
              <a:gd name="connsiteY264" fmla="*/ 3399734 h 6858000"/>
              <a:gd name="connsiteX265" fmla="*/ 5425834 w 7467600"/>
              <a:gd name="connsiteY265" fmla="*/ 3162785 h 6858000"/>
              <a:gd name="connsiteX266" fmla="*/ 5401644 w 7467600"/>
              <a:gd name="connsiteY266" fmla="*/ 3617847 h 6858000"/>
              <a:gd name="connsiteX267" fmla="*/ 5467256 w 7467600"/>
              <a:gd name="connsiteY267" fmla="*/ 4175494 h 6858000"/>
              <a:gd name="connsiteX268" fmla="*/ 5448069 w 7467600"/>
              <a:gd name="connsiteY268" fmla="*/ 3567554 h 6858000"/>
              <a:gd name="connsiteX269" fmla="*/ 5425834 w 7467600"/>
              <a:gd name="connsiteY269" fmla="*/ 3162785 h 6858000"/>
              <a:gd name="connsiteX270" fmla="*/ 1318687 w 7467600"/>
              <a:gd name="connsiteY270" fmla="*/ 3113840 h 6858000"/>
              <a:gd name="connsiteX271" fmla="*/ 1066793 w 7467600"/>
              <a:gd name="connsiteY271" fmla="*/ 3212171 h 6858000"/>
              <a:gd name="connsiteX272" fmla="*/ 993319 w 7467600"/>
              <a:gd name="connsiteY272" fmla="*/ 3247648 h 6858000"/>
              <a:gd name="connsiteX273" fmla="*/ 853081 w 7467600"/>
              <a:gd name="connsiteY273" fmla="*/ 3312410 h 6858000"/>
              <a:gd name="connsiteX274" fmla="*/ 805957 w 7467600"/>
              <a:gd name="connsiteY274" fmla="*/ 3330443 h 6858000"/>
              <a:gd name="connsiteX275" fmla="*/ 1318687 w 7467600"/>
              <a:gd name="connsiteY275" fmla="*/ 3113840 h 6858000"/>
              <a:gd name="connsiteX276" fmla="*/ 5453702 w 7467600"/>
              <a:gd name="connsiteY276" fmla="*/ 3090882 h 6858000"/>
              <a:gd name="connsiteX277" fmla="*/ 5480135 w 7467600"/>
              <a:gd name="connsiteY277" fmla="*/ 3565802 h 6858000"/>
              <a:gd name="connsiteX278" fmla="*/ 5499023 w 7467600"/>
              <a:gd name="connsiteY278" fmla="*/ 4166310 h 6858000"/>
              <a:gd name="connsiteX279" fmla="*/ 5547022 w 7467600"/>
              <a:gd name="connsiteY279" fmla="*/ 3607838 h 6858000"/>
              <a:gd name="connsiteX280" fmla="*/ 5515964 w 7467600"/>
              <a:gd name="connsiteY280" fmla="*/ 3378541 h 6858000"/>
              <a:gd name="connsiteX281" fmla="*/ 5453702 w 7467600"/>
              <a:gd name="connsiteY281" fmla="*/ 3090882 h 6858000"/>
              <a:gd name="connsiteX282" fmla="*/ 1238695 w 7467600"/>
              <a:gd name="connsiteY282" fmla="*/ 3076820 h 6858000"/>
              <a:gd name="connsiteX283" fmla="*/ 716371 w 7467600"/>
              <a:gd name="connsiteY283" fmla="*/ 3293249 h 6858000"/>
              <a:gd name="connsiteX284" fmla="*/ 579522 w 7467600"/>
              <a:gd name="connsiteY284" fmla="*/ 3371759 h 6858000"/>
              <a:gd name="connsiteX285" fmla="*/ 600288 w 7467600"/>
              <a:gd name="connsiteY285" fmla="*/ 3365555 h 6858000"/>
              <a:gd name="connsiteX286" fmla="*/ 840692 w 7467600"/>
              <a:gd name="connsiteY286" fmla="*/ 3284921 h 6858000"/>
              <a:gd name="connsiteX287" fmla="*/ 979248 w 7467600"/>
              <a:gd name="connsiteY287" fmla="*/ 3221003 h 6858000"/>
              <a:gd name="connsiteX288" fmla="*/ 1053282 w 7467600"/>
              <a:gd name="connsiteY288" fmla="*/ 3185247 h 6858000"/>
              <a:gd name="connsiteX289" fmla="*/ 1320603 w 7467600"/>
              <a:gd name="connsiteY289" fmla="*/ 3081281 h 6858000"/>
              <a:gd name="connsiteX290" fmla="*/ 1238695 w 7467600"/>
              <a:gd name="connsiteY290" fmla="*/ 3076820 h 6858000"/>
              <a:gd name="connsiteX291" fmla="*/ 5425627 w 7467600"/>
              <a:gd name="connsiteY291" fmla="*/ 2954192 h 6858000"/>
              <a:gd name="connsiteX292" fmla="*/ 5470770 w 7467600"/>
              <a:gd name="connsiteY292" fmla="*/ 3005435 h 6858000"/>
              <a:gd name="connsiteX293" fmla="*/ 5519779 w 7467600"/>
              <a:gd name="connsiteY293" fmla="*/ 4359223 h 6858000"/>
              <a:gd name="connsiteX294" fmla="*/ 5520293 w 7467600"/>
              <a:gd name="connsiteY294" fmla="*/ 4360602 h 6858000"/>
              <a:gd name="connsiteX295" fmla="*/ 5767221 w 7467600"/>
              <a:gd name="connsiteY295" fmla="*/ 4665564 h 6858000"/>
              <a:gd name="connsiteX296" fmla="*/ 6937169 w 7467600"/>
              <a:gd name="connsiteY296" fmla="*/ 4815941 h 6858000"/>
              <a:gd name="connsiteX297" fmla="*/ 6953922 w 7467600"/>
              <a:gd name="connsiteY297" fmla="*/ 4890068 h 6858000"/>
              <a:gd name="connsiteX298" fmla="*/ 6071359 w 7467600"/>
              <a:gd name="connsiteY298" fmla="*/ 4770770 h 6858000"/>
              <a:gd name="connsiteX299" fmla="*/ 6038839 w 7467600"/>
              <a:gd name="connsiteY299" fmla="*/ 4764474 h 6858000"/>
              <a:gd name="connsiteX300" fmla="*/ 6038706 w 7467600"/>
              <a:gd name="connsiteY300" fmla="*/ 4763847 h 6858000"/>
              <a:gd name="connsiteX301" fmla="*/ 6037784 w 7467600"/>
              <a:gd name="connsiteY301" fmla="*/ 4764270 h 6858000"/>
              <a:gd name="connsiteX302" fmla="*/ 6038839 w 7467600"/>
              <a:gd name="connsiteY302" fmla="*/ 4764474 h 6858000"/>
              <a:gd name="connsiteX303" fmla="*/ 6040338 w 7467600"/>
              <a:gd name="connsiteY303" fmla="*/ 4771418 h 6858000"/>
              <a:gd name="connsiteX304" fmla="*/ 6024488 w 7467600"/>
              <a:gd name="connsiteY304" fmla="*/ 4809903 h 6858000"/>
              <a:gd name="connsiteX305" fmla="*/ 5599771 w 7467600"/>
              <a:gd name="connsiteY305" fmla="*/ 5509652 h 6858000"/>
              <a:gd name="connsiteX306" fmla="*/ 5548843 w 7467600"/>
              <a:gd name="connsiteY306" fmla="*/ 5563845 h 6858000"/>
              <a:gd name="connsiteX307" fmla="*/ 5940952 w 7467600"/>
              <a:gd name="connsiteY307" fmla="*/ 6250028 h 6858000"/>
              <a:gd name="connsiteX308" fmla="*/ 6043441 w 7467600"/>
              <a:gd name="connsiteY308" fmla="*/ 6665847 h 6858000"/>
              <a:gd name="connsiteX309" fmla="*/ 6093432 w 7467600"/>
              <a:gd name="connsiteY309" fmla="*/ 6858000 h 6858000"/>
              <a:gd name="connsiteX310" fmla="*/ 6034344 w 7467600"/>
              <a:gd name="connsiteY310" fmla="*/ 6858000 h 6858000"/>
              <a:gd name="connsiteX311" fmla="*/ 6026679 w 7467600"/>
              <a:gd name="connsiteY311" fmla="*/ 6836959 h 6858000"/>
              <a:gd name="connsiteX312" fmla="*/ 5800441 w 7467600"/>
              <a:gd name="connsiteY312" fmla="*/ 6335286 h 6858000"/>
              <a:gd name="connsiteX313" fmla="*/ 5526562 w 7467600"/>
              <a:gd name="connsiteY313" fmla="*/ 5705388 h 6858000"/>
              <a:gd name="connsiteX314" fmla="*/ 5519640 w 7467600"/>
              <a:gd name="connsiteY314" fmla="*/ 5683774 h 6858000"/>
              <a:gd name="connsiteX315" fmla="*/ 5844559 w 7467600"/>
              <a:gd name="connsiteY315" fmla="*/ 6553349 h 6858000"/>
              <a:gd name="connsiteX316" fmla="*/ 5975994 w 7467600"/>
              <a:gd name="connsiteY316" fmla="*/ 6858000 h 6858000"/>
              <a:gd name="connsiteX317" fmla="*/ 5898547 w 7467600"/>
              <a:gd name="connsiteY317" fmla="*/ 6858000 h 6858000"/>
              <a:gd name="connsiteX318" fmla="*/ 5682041 w 7467600"/>
              <a:gd name="connsiteY318" fmla="*/ 6355860 h 6858000"/>
              <a:gd name="connsiteX319" fmla="*/ 5461758 w 7467600"/>
              <a:gd name="connsiteY319" fmla="*/ 5820220 h 6858000"/>
              <a:gd name="connsiteX320" fmla="*/ 5237282 w 7467600"/>
              <a:gd name="connsiteY320" fmla="*/ 6579086 h 6858000"/>
              <a:gd name="connsiteX321" fmla="*/ 5115009 w 7467600"/>
              <a:gd name="connsiteY321" fmla="*/ 6858000 h 6858000"/>
              <a:gd name="connsiteX322" fmla="*/ 5028074 w 7467600"/>
              <a:gd name="connsiteY322" fmla="*/ 6858000 h 6858000"/>
              <a:gd name="connsiteX323" fmla="*/ 5079508 w 7467600"/>
              <a:gd name="connsiteY323" fmla="*/ 6749074 h 6858000"/>
              <a:gd name="connsiteX324" fmla="*/ 5371846 w 7467600"/>
              <a:gd name="connsiteY324" fmla="*/ 5924413 h 6858000"/>
              <a:gd name="connsiteX325" fmla="*/ 5270512 w 7467600"/>
              <a:gd name="connsiteY325" fmla="*/ 6138975 h 6858000"/>
              <a:gd name="connsiteX326" fmla="*/ 5062409 w 7467600"/>
              <a:gd name="connsiteY326" fmla="*/ 6653544 h 6858000"/>
              <a:gd name="connsiteX327" fmla="*/ 5036628 w 7467600"/>
              <a:gd name="connsiteY327" fmla="*/ 6754247 h 6858000"/>
              <a:gd name="connsiteX328" fmla="*/ 5009112 w 7467600"/>
              <a:gd name="connsiteY328" fmla="*/ 6858000 h 6858000"/>
              <a:gd name="connsiteX329" fmla="*/ 4976679 w 7467600"/>
              <a:gd name="connsiteY329" fmla="*/ 6858000 h 6858000"/>
              <a:gd name="connsiteX330" fmla="*/ 5006537 w 7467600"/>
              <a:gd name="connsiteY330" fmla="*/ 6747068 h 6858000"/>
              <a:gd name="connsiteX331" fmla="*/ 5032723 w 7467600"/>
              <a:gd name="connsiteY331" fmla="*/ 6644957 h 6858000"/>
              <a:gd name="connsiteX332" fmla="*/ 5242949 w 7467600"/>
              <a:gd name="connsiteY332" fmla="*/ 6125175 h 6858000"/>
              <a:gd name="connsiteX333" fmla="*/ 5286321 w 7467600"/>
              <a:gd name="connsiteY333" fmla="*/ 6033555 h 6858000"/>
              <a:gd name="connsiteX334" fmla="*/ 5008210 w 7467600"/>
              <a:gd name="connsiteY334" fmla="*/ 6649194 h 6858000"/>
              <a:gd name="connsiteX335" fmla="*/ 4986321 w 7467600"/>
              <a:gd name="connsiteY335" fmla="*/ 6765687 h 6858000"/>
              <a:gd name="connsiteX336" fmla="*/ 4973474 w 7467600"/>
              <a:gd name="connsiteY336" fmla="*/ 6858000 h 6858000"/>
              <a:gd name="connsiteX337" fmla="*/ 4907178 w 7467600"/>
              <a:gd name="connsiteY337" fmla="*/ 6858000 h 6858000"/>
              <a:gd name="connsiteX338" fmla="*/ 4910810 w 7467600"/>
              <a:gd name="connsiteY338" fmla="*/ 6829660 h 6858000"/>
              <a:gd name="connsiteX339" fmla="*/ 4987461 w 7467600"/>
              <a:gd name="connsiteY339" fmla="*/ 6432994 h 6858000"/>
              <a:gd name="connsiteX340" fmla="*/ 5179262 w 7467600"/>
              <a:gd name="connsiteY340" fmla="*/ 6035044 h 6858000"/>
              <a:gd name="connsiteX341" fmla="*/ 4689678 w 7467600"/>
              <a:gd name="connsiteY341" fmla="*/ 6440241 h 6858000"/>
              <a:gd name="connsiteX342" fmla="*/ 4477543 w 7467600"/>
              <a:gd name="connsiteY342" fmla="*/ 6674836 h 6858000"/>
              <a:gd name="connsiteX343" fmla="*/ 4329957 w 7467600"/>
              <a:gd name="connsiteY343" fmla="*/ 6858000 h 6858000"/>
              <a:gd name="connsiteX344" fmla="*/ 4218595 w 7467600"/>
              <a:gd name="connsiteY344" fmla="*/ 6858000 h 6858000"/>
              <a:gd name="connsiteX345" fmla="*/ 4368888 w 7467600"/>
              <a:gd name="connsiteY345" fmla="*/ 6668412 h 6858000"/>
              <a:gd name="connsiteX346" fmla="*/ 4563091 w 7467600"/>
              <a:gd name="connsiteY346" fmla="*/ 6442508 h 6858000"/>
              <a:gd name="connsiteX347" fmla="*/ 5387324 w 7467600"/>
              <a:gd name="connsiteY347" fmla="*/ 5705830 h 6858000"/>
              <a:gd name="connsiteX348" fmla="*/ 5073620 w 7467600"/>
              <a:gd name="connsiteY348" fmla="*/ 5955437 h 6858000"/>
              <a:gd name="connsiteX349" fmla="*/ 4689789 w 7467600"/>
              <a:gd name="connsiteY349" fmla="*/ 6268382 h 6858000"/>
              <a:gd name="connsiteX350" fmla="*/ 4418722 w 7467600"/>
              <a:gd name="connsiteY350" fmla="*/ 6570886 h 6858000"/>
              <a:gd name="connsiteX351" fmla="*/ 4214944 w 7467600"/>
              <a:gd name="connsiteY351" fmla="*/ 6858000 h 6858000"/>
              <a:gd name="connsiteX352" fmla="*/ 4177898 w 7467600"/>
              <a:gd name="connsiteY352" fmla="*/ 6858000 h 6858000"/>
              <a:gd name="connsiteX353" fmla="*/ 4391597 w 7467600"/>
              <a:gd name="connsiteY353" fmla="*/ 6556370 h 6858000"/>
              <a:gd name="connsiteX354" fmla="*/ 4668889 w 7467600"/>
              <a:gd name="connsiteY354" fmla="*/ 6246399 h 6858000"/>
              <a:gd name="connsiteX355" fmla="*/ 5055427 w 7467600"/>
              <a:gd name="connsiteY355" fmla="*/ 5931476 h 6858000"/>
              <a:gd name="connsiteX356" fmla="*/ 5371814 w 7467600"/>
              <a:gd name="connsiteY356" fmla="*/ 5678975 h 6858000"/>
              <a:gd name="connsiteX357" fmla="*/ 4987918 w 7467600"/>
              <a:gd name="connsiteY357" fmla="*/ 5838701 h 6858000"/>
              <a:gd name="connsiteX358" fmla="*/ 4317146 w 7467600"/>
              <a:gd name="connsiteY358" fmla="*/ 6587716 h 6858000"/>
              <a:gd name="connsiteX359" fmla="*/ 4171627 w 7467600"/>
              <a:gd name="connsiteY359" fmla="*/ 6858000 h 6858000"/>
              <a:gd name="connsiteX360" fmla="*/ 4081585 w 7467600"/>
              <a:gd name="connsiteY360" fmla="*/ 6858000 h 6858000"/>
              <a:gd name="connsiteX361" fmla="*/ 4238603 w 7467600"/>
              <a:gd name="connsiteY361" fmla="*/ 6559341 h 6858000"/>
              <a:gd name="connsiteX362" fmla="*/ 4778333 w 7467600"/>
              <a:gd name="connsiteY362" fmla="*/ 5873626 h 6858000"/>
              <a:gd name="connsiteX363" fmla="*/ 5414185 w 7467600"/>
              <a:gd name="connsiteY363" fmla="*/ 5573882 h 6858000"/>
              <a:gd name="connsiteX364" fmla="*/ 5959648 w 7467600"/>
              <a:gd name="connsiteY364" fmla="*/ 4760797 h 6858000"/>
              <a:gd name="connsiteX365" fmla="*/ 5355019 w 7467600"/>
              <a:gd name="connsiteY365" fmla="*/ 4734672 h 6858000"/>
              <a:gd name="connsiteX366" fmla="*/ 5083565 w 7467600"/>
              <a:gd name="connsiteY366" fmla="*/ 5179121 h 6858000"/>
              <a:gd name="connsiteX367" fmla="*/ 4713577 w 7467600"/>
              <a:gd name="connsiteY367" fmla="*/ 5616803 h 6858000"/>
              <a:gd name="connsiteX368" fmla="*/ 3989559 w 7467600"/>
              <a:gd name="connsiteY368" fmla="*/ 6145945 h 6858000"/>
              <a:gd name="connsiteX369" fmla="*/ 3939824 w 7467600"/>
              <a:gd name="connsiteY369" fmla="*/ 6066900 h 6858000"/>
              <a:gd name="connsiteX370" fmla="*/ 4584537 w 7467600"/>
              <a:gd name="connsiteY370" fmla="*/ 5324826 h 6858000"/>
              <a:gd name="connsiteX371" fmla="*/ 5037105 w 7467600"/>
              <a:gd name="connsiteY371" fmla="*/ 5088765 h 6858000"/>
              <a:gd name="connsiteX372" fmla="*/ 5039930 w 7467600"/>
              <a:gd name="connsiteY372" fmla="*/ 5089585 h 6858000"/>
              <a:gd name="connsiteX373" fmla="*/ 5263764 w 7467600"/>
              <a:gd name="connsiteY373" fmla="*/ 4735525 h 6858000"/>
              <a:gd name="connsiteX374" fmla="*/ 4086300 w 7467600"/>
              <a:gd name="connsiteY374" fmla="*/ 4884599 h 6858000"/>
              <a:gd name="connsiteX375" fmla="*/ 4085485 w 7467600"/>
              <a:gd name="connsiteY375" fmla="*/ 4899070 h 6858000"/>
              <a:gd name="connsiteX376" fmla="*/ 3871915 w 7467600"/>
              <a:gd name="connsiteY376" fmla="*/ 5253645 h 6858000"/>
              <a:gd name="connsiteX377" fmla="*/ 3799374 w 7467600"/>
              <a:gd name="connsiteY377" fmla="*/ 5466127 h 6858000"/>
              <a:gd name="connsiteX378" fmla="*/ 3498850 w 7467600"/>
              <a:gd name="connsiteY378" fmla="*/ 6661888 h 6858000"/>
              <a:gd name="connsiteX379" fmla="*/ 3399216 w 7467600"/>
              <a:gd name="connsiteY379" fmla="*/ 6858000 h 6858000"/>
              <a:gd name="connsiteX380" fmla="*/ 3303688 w 7467600"/>
              <a:gd name="connsiteY380" fmla="*/ 6858000 h 6858000"/>
              <a:gd name="connsiteX381" fmla="*/ 3391774 w 7467600"/>
              <a:gd name="connsiteY381" fmla="*/ 6697181 h 6858000"/>
              <a:gd name="connsiteX382" fmla="*/ 3735540 w 7467600"/>
              <a:gd name="connsiteY382" fmla="*/ 5546923 h 6858000"/>
              <a:gd name="connsiteX383" fmla="*/ 3729438 w 7467600"/>
              <a:gd name="connsiteY383" fmla="*/ 5569058 h 6858000"/>
              <a:gd name="connsiteX384" fmla="*/ 3707782 w 7467600"/>
              <a:gd name="connsiteY384" fmla="*/ 5644908 h 6858000"/>
              <a:gd name="connsiteX385" fmla="*/ 3583827 w 7467600"/>
              <a:gd name="connsiteY385" fmla="*/ 6039215 h 6858000"/>
              <a:gd name="connsiteX386" fmla="*/ 3547861 w 7467600"/>
              <a:gd name="connsiteY386" fmla="*/ 6129609 h 6858000"/>
              <a:gd name="connsiteX387" fmla="*/ 3490905 w 7467600"/>
              <a:gd name="connsiteY387" fmla="*/ 6277660 h 6858000"/>
              <a:gd name="connsiteX388" fmla="*/ 3455859 w 7467600"/>
              <a:gd name="connsiteY388" fmla="*/ 6391301 h 6858000"/>
              <a:gd name="connsiteX389" fmla="*/ 3429112 w 7467600"/>
              <a:gd name="connsiteY389" fmla="*/ 6479469 h 6858000"/>
              <a:gd name="connsiteX390" fmla="*/ 3304862 w 7467600"/>
              <a:gd name="connsiteY390" fmla="*/ 6796476 h 6858000"/>
              <a:gd name="connsiteX391" fmla="*/ 3276071 w 7467600"/>
              <a:gd name="connsiteY391" fmla="*/ 6858000 h 6858000"/>
              <a:gd name="connsiteX392" fmla="*/ 3240805 w 7467600"/>
              <a:gd name="connsiteY392" fmla="*/ 6858000 h 6858000"/>
              <a:gd name="connsiteX393" fmla="*/ 3275917 w 7467600"/>
              <a:gd name="connsiteY393" fmla="*/ 6783192 h 6858000"/>
              <a:gd name="connsiteX394" fmla="*/ 3399358 w 7467600"/>
              <a:gd name="connsiteY394" fmla="*/ 6469011 h 6858000"/>
              <a:gd name="connsiteX395" fmla="*/ 3425650 w 7467600"/>
              <a:gd name="connsiteY395" fmla="*/ 6381333 h 6858000"/>
              <a:gd name="connsiteX396" fmla="*/ 3460661 w 7467600"/>
              <a:gd name="connsiteY396" fmla="*/ 6266763 h 6858000"/>
              <a:gd name="connsiteX397" fmla="*/ 3518021 w 7467600"/>
              <a:gd name="connsiteY397" fmla="*/ 6117298 h 6858000"/>
              <a:gd name="connsiteX398" fmla="*/ 3554035 w 7467600"/>
              <a:gd name="connsiteY398" fmla="*/ 6027832 h 6858000"/>
              <a:gd name="connsiteX399" fmla="*/ 3677174 w 7467600"/>
              <a:gd name="connsiteY399" fmla="*/ 5636351 h 6858000"/>
              <a:gd name="connsiteX400" fmla="*/ 3698819 w 7467600"/>
              <a:gd name="connsiteY400" fmla="*/ 5560503 h 6858000"/>
              <a:gd name="connsiteX401" fmla="*/ 3702094 w 7467600"/>
              <a:gd name="connsiteY401" fmla="*/ 5549194 h 6858000"/>
              <a:gd name="connsiteX402" fmla="*/ 3398355 w 7467600"/>
              <a:gd name="connsiteY402" fmla="*/ 6094603 h 6858000"/>
              <a:gd name="connsiteX403" fmla="*/ 3193941 w 7467600"/>
              <a:gd name="connsiteY403" fmla="*/ 6798775 h 6858000"/>
              <a:gd name="connsiteX404" fmla="*/ 3184140 w 7467600"/>
              <a:gd name="connsiteY404" fmla="*/ 6858000 h 6858000"/>
              <a:gd name="connsiteX405" fmla="*/ 3099978 w 7467600"/>
              <a:gd name="connsiteY405" fmla="*/ 6858000 h 6858000"/>
              <a:gd name="connsiteX406" fmla="*/ 3101556 w 7467600"/>
              <a:gd name="connsiteY406" fmla="*/ 6843337 h 6858000"/>
              <a:gd name="connsiteX407" fmla="*/ 3370162 w 7467600"/>
              <a:gd name="connsiteY407" fmla="*/ 5785550 h 6858000"/>
              <a:gd name="connsiteX408" fmla="*/ 3746477 w 7467600"/>
              <a:gd name="connsiteY408" fmla="*/ 5377889 h 6858000"/>
              <a:gd name="connsiteX409" fmla="*/ 3863399 w 7467600"/>
              <a:gd name="connsiteY409" fmla="*/ 5087257 h 6858000"/>
              <a:gd name="connsiteX410" fmla="*/ 3968712 w 7467600"/>
              <a:gd name="connsiteY410" fmla="*/ 4913989 h 6858000"/>
              <a:gd name="connsiteX411" fmla="*/ 2792390 w 7467600"/>
              <a:gd name="connsiteY411" fmla="*/ 5382974 h 6858000"/>
              <a:gd name="connsiteX412" fmla="*/ 2714982 w 7467600"/>
              <a:gd name="connsiteY412" fmla="*/ 5427051 h 6858000"/>
              <a:gd name="connsiteX413" fmla="*/ 2813361 w 7467600"/>
              <a:gd name="connsiteY413" fmla="*/ 6023912 h 6858000"/>
              <a:gd name="connsiteX414" fmla="*/ 2688430 w 7467600"/>
              <a:gd name="connsiteY414" fmla="*/ 6801564 h 6858000"/>
              <a:gd name="connsiteX415" fmla="*/ 2629626 w 7467600"/>
              <a:gd name="connsiteY415" fmla="*/ 6763394 h 6858000"/>
              <a:gd name="connsiteX416" fmla="*/ 2565328 w 7467600"/>
              <a:gd name="connsiteY416" fmla="*/ 5516399 h 6858000"/>
              <a:gd name="connsiteX417" fmla="*/ 1922999 w 7467600"/>
              <a:gd name="connsiteY417" fmla="*/ 5980343 h 6858000"/>
              <a:gd name="connsiteX418" fmla="*/ 1950261 w 7467600"/>
              <a:gd name="connsiteY418" fmla="*/ 6405858 h 6858000"/>
              <a:gd name="connsiteX419" fmla="*/ 2365554 w 7467600"/>
              <a:gd name="connsiteY419" fmla="*/ 6759107 h 6858000"/>
              <a:gd name="connsiteX420" fmla="*/ 2424142 w 7467600"/>
              <a:gd name="connsiteY420" fmla="*/ 6858000 h 6858000"/>
              <a:gd name="connsiteX421" fmla="*/ 2395994 w 7467600"/>
              <a:gd name="connsiteY421" fmla="*/ 6858000 h 6858000"/>
              <a:gd name="connsiteX422" fmla="*/ 2392863 w 7467600"/>
              <a:gd name="connsiteY422" fmla="*/ 6852964 h 6858000"/>
              <a:gd name="connsiteX423" fmla="*/ 2017589 w 7467600"/>
              <a:gd name="connsiteY423" fmla="*/ 6493982 h 6858000"/>
              <a:gd name="connsiteX424" fmla="*/ 2147336 w 7467600"/>
              <a:gd name="connsiteY424" fmla="*/ 6594052 h 6858000"/>
              <a:gd name="connsiteX425" fmla="*/ 2207047 w 7467600"/>
              <a:gd name="connsiteY425" fmla="*/ 6654540 h 6858000"/>
              <a:gd name="connsiteX426" fmla="*/ 2299106 w 7467600"/>
              <a:gd name="connsiteY426" fmla="*/ 6778931 h 6858000"/>
              <a:gd name="connsiteX427" fmla="*/ 2314430 w 7467600"/>
              <a:gd name="connsiteY427" fmla="*/ 6801144 h 6858000"/>
              <a:gd name="connsiteX428" fmla="*/ 2352406 w 7467600"/>
              <a:gd name="connsiteY428" fmla="*/ 6858000 h 6858000"/>
              <a:gd name="connsiteX429" fmla="*/ 2314492 w 7467600"/>
              <a:gd name="connsiteY429" fmla="*/ 6858000 h 6858000"/>
              <a:gd name="connsiteX430" fmla="*/ 2288095 w 7467600"/>
              <a:gd name="connsiteY430" fmla="*/ 6818030 h 6858000"/>
              <a:gd name="connsiteX431" fmla="*/ 2272768 w 7467600"/>
              <a:gd name="connsiteY431" fmla="*/ 6795822 h 6858000"/>
              <a:gd name="connsiteX432" fmla="*/ 2182715 w 7467600"/>
              <a:gd name="connsiteY432" fmla="*/ 6675071 h 6858000"/>
              <a:gd name="connsiteX433" fmla="*/ 2032061 w 7467600"/>
              <a:gd name="connsiteY433" fmla="*/ 6541380 h 6858000"/>
              <a:gd name="connsiteX434" fmla="*/ 2257220 w 7467600"/>
              <a:gd name="connsiteY434" fmla="*/ 6826257 h 6858000"/>
              <a:gd name="connsiteX435" fmla="*/ 2281324 w 7467600"/>
              <a:gd name="connsiteY435" fmla="*/ 6858000 h 6858000"/>
              <a:gd name="connsiteX436" fmla="*/ 2242860 w 7467600"/>
              <a:gd name="connsiteY436" fmla="*/ 6858000 h 6858000"/>
              <a:gd name="connsiteX437" fmla="*/ 2232818 w 7467600"/>
              <a:gd name="connsiteY437" fmla="*/ 6844926 h 6858000"/>
              <a:gd name="connsiteX438" fmla="*/ 1990172 w 7467600"/>
              <a:gd name="connsiteY438" fmla="*/ 6542121 h 6858000"/>
              <a:gd name="connsiteX439" fmla="*/ 2124090 w 7467600"/>
              <a:gd name="connsiteY439" fmla="*/ 6761017 h 6858000"/>
              <a:gd name="connsiteX440" fmla="*/ 2200380 w 7467600"/>
              <a:gd name="connsiteY440" fmla="*/ 6858000 h 6858000"/>
              <a:gd name="connsiteX441" fmla="*/ 2147507 w 7467600"/>
              <a:gd name="connsiteY441" fmla="*/ 6858000 h 6858000"/>
              <a:gd name="connsiteX442" fmla="*/ 2070668 w 7467600"/>
              <a:gd name="connsiteY442" fmla="*/ 6761520 h 6858000"/>
              <a:gd name="connsiteX443" fmla="*/ 1975142 w 7467600"/>
              <a:gd name="connsiteY443" fmla="*/ 6585570 h 6858000"/>
              <a:gd name="connsiteX444" fmla="*/ 2050035 w 7467600"/>
              <a:gd name="connsiteY444" fmla="*/ 6813345 h 6858000"/>
              <a:gd name="connsiteX445" fmla="*/ 2063025 w 7467600"/>
              <a:gd name="connsiteY445" fmla="*/ 6858000 h 6858000"/>
              <a:gd name="connsiteX446" fmla="*/ 2021675 w 7467600"/>
              <a:gd name="connsiteY446" fmla="*/ 6858000 h 6858000"/>
              <a:gd name="connsiteX447" fmla="*/ 2019308 w 7467600"/>
              <a:gd name="connsiteY447" fmla="*/ 6847118 h 6858000"/>
              <a:gd name="connsiteX448" fmla="*/ 1938835 w 7467600"/>
              <a:gd name="connsiteY448" fmla="*/ 6551160 h 6858000"/>
              <a:gd name="connsiteX449" fmla="*/ 1953230 w 7467600"/>
              <a:gd name="connsiteY449" fmla="*/ 6759699 h 6858000"/>
              <a:gd name="connsiteX450" fmla="*/ 1956763 w 7467600"/>
              <a:gd name="connsiteY450" fmla="*/ 6778191 h 6858000"/>
              <a:gd name="connsiteX451" fmla="*/ 1967925 w 7467600"/>
              <a:gd name="connsiteY451" fmla="*/ 6858000 h 6858000"/>
              <a:gd name="connsiteX452" fmla="*/ 1936622 w 7467600"/>
              <a:gd name="connsiteY452" fmla="*/ 6858000 h 6858000"/>
              <a:gd name="connsiteX453" fmla="*/ 1926261 w 7467600"/>
              <a:gd name="connsiteY453" fmla="*/ 6784064 h 6858000"/>
              <a:gd name="connsiteX454" fmla="*/ 1922724 w 7467600"/>
              <a:gd name="connsiteY454" fmla="*/ 6765577 h 6858000"/>
              <a:gd name="connsiteX455" fmla="*/ 1904650 w 7467600"/>
              <a:gd name="connsiteY455" fmla="*/ 6639616 h 6858000"/>
              <a:gd name="connsiteX456" fmla="*/ 1885273 w 7467600"/>
              <a:gd name="connsiteY456" fmla="*/ 6858000 h 6858000"/>
              <a:gd name="connsiteX457" fmla="*/ 1854363 w 7467600"/>
              <a:gd name="connsiteY457" fmla="*/ 6858000 h 6858000"/>
              <a:gd name="connsiteX458" fmla="*/ 1880391 w 7467600"/>
              <a:gd name="connsiteY458" fmla="*/ 6603796 h 6858000"/>
              <a:gd name="connsiteX459" fmla="*/ 1818273 w 7467600"/>
              <a:gd name="connsiteY459" fmla="*/ 6715729 h 6858000"/>
              <a:gd name="connsiteX460" fmla="*/ 1794691 w 7467600"/>
              <a:gd name="connsiteY460" fmla="*/ 6843239 h 6858000"/>
              <a:gd name="connsiteX461" fmla="*/ 1794914 w 7467600"/>
              <a:gd name="connsiteY461" fmla="*/ 6858000 h 6858000"/>
              <a:gd name="connsiteX462" fmla="*/ 1746128 w 7467600"/>
              <a:gd name="connsiteY462" fmla="*/ 6858000 h 6858000"/>
              <a:gd name="connsiteX463" fmla="*/ 1753934 w 7467600"/>
              <a:gd name="connsiteY463" fmla="*/ 6724796 h 6858000"/>
              <a:gd name="connsiteX464" fmla="*/ 1792053 w 7467600"/>
              <a:gd name="connsiteY464" fmla="*/ 6572396 h 6858000"/>
              <a:gd name="connsiteX465" fmla="*/ 1862248 w 7467600"/>
              <a:gd name="connsiteY465" fmla="*/ 6266397 h 6858000"/>
              <a:gd name="connsiteX466" fmla="*/ 1862250 w 7467600"/>
              <a:gd name="connsiteY466" fmla="*/ 6033531 h 6858000"/>
              <a:gd name="connsiteX467" fmla="*/ 1211999 w 7467600"/>
              <a:gd name="connsiteY467" fmla="*/ 6683610 h 6858000"/>
              <a:gd name="connsiteX468" fmla="*/ 1213266 w 7467600"/>
              <a:gd name="connsiteY468" fmla="*/ 6691947 h 6858000"/>
              <a:gd name="connsiteX469" fmla="*/ 1203370 w 7467600"/>
              <a:gd name="connsiteY469" fmla="*/ 6850676 h 6858000"/>
              <a:gd name="connsiteX470" fmla="*/ 1203671 w 7467600"/>
              <a:gd name="connsiteY470" fmla="*/ 6858000 h 6858000"/>
              <a:gd name="connsiteX471" fmla="*/ 1143180 w 7467600"/>
              <a:gd name="connsiteY471" fmla="*/ 6858000 h 6858000"/>
              <a:gd name="connsiteX472" fmla="*/ 1142176 w 7467600"/>
              <a:gd name="connsiteY472" fmla="*/ 6766045 h 6858000"/>
              <a:gd name="connsiteX473" fmla="*/ 1067484 w 7467600"/>
              <a:gd name="connsiteY473" fmla="*/ 6858000 h 6858000"/>
              <a:gd name="connsiteX474" fmla="*/ 953928 w 7467600"/>
              <a:gd name="connsiteY474" fmla="*/ 6858000 h 6858000"/>
              <a:gd name="connsiteX475" fmla="*/ 959715 w 7467600"/>
              <a:gd name="connsiteY475" fmla="*/ 6850185 h 6858000"/>
              <a:gd name="connsiteX476" fmla="*/ 1483788 w 7467600"/>
              <a:gd name="connsiteY476" fmla="*/ 6259174 h 6858000"/>
              <a:gd name="connsiteX477" fmla="*/ 1100671 w 7467600"/>
              <a:gd name="connsiteY477" fmla="*/ 6252137 h 6858000"/>
              <a:gd name="connsiteX478" fmla="*/ 1090144 w 7467600"/>
              <a:gd name="connsiteY478" fmla="*/ 6256748 h 6858000"/>
              <a:gd name="connsiteX479" fmla="*/ 1095872 w 7467600"/>
              <a:gd name="connsiteY479" fmla="*/ 6271892 h 6858000"/>
              <a:gd name="connsiteX480" fmla="*/ 262785 w 7467600"/>
              <a:gd name="connsiteY480" fmla="*/ 6845450 h 6858000"/>
              <a:gd name="connsiteX481" fmla="*/ 209968 w 7467600"/>
              <a:gd name="connsiteY481" fmla="*/ 6770713 h 6858000"/>
              <a:gd name="connsiteX482" fmla="*/ 873460 w 7467600"/>
              <a:gd name="connsiteY482" fmla="*/ 6253768 h 6858000"/>
              <a:gd name="connsiteX483" fmla="*/ 192686 w 7467600"/>
              <a:gd name="connsiteY483" fmla="*/ 5849257 h 6858000"/>
              <a:gd name="connsiteX484" fmla="*/ 4696 w 7467600"/>
              <a:gd name="connsiteY484" fmla="*/ 5697668 h 6858000"/>
              <a:gd name="connsiteX485" fmla="*/ 0 w 7467600"/>
              <a:gd name="connsiteY485" fmla="*/ 5689984 h 6858000"/>
              <a:gd name="connsiteX486" fmla="*/ 0 w 7467600"/>
              <a:gd name="connsiteY486" fmla="*/ 5513472 h 6858000"/>
              <a:gd name="connsiteX487" fmla="*/ 174101 w 7467600"/>
              <a:gd name="connsiteY487" fmla="*/ 5620277 h 6858000"/>
              <a:gd name="connsiteX488" fmla="*/ 891800 w 7467600"/>
              <a:gd name="connsiteY488" fmla="*/ 6036935 h 6858000"/>
              <a:gd name="connsiteX489" fmla="*/ 1072219 w 7467600"/>
              <a:gd name="connsiteY489" fmla="*/ 6169443 h 6858000"/>
              <a:gd name="connsiteX490" fmla="*/ 1074117 w 7467600"/>
              <a:gd name="connsiteY490" fmla="*/ 6170301 h 6858000"/>
              <a:gd name="connsiteX491" fmla="*/ 1083114 w 7467600"/>
              <a:gd name="connsiteY491" fmla="*/ 6174131 h 6858000"/>
              <a:gd name="connsiteX492" fmla="*/ 1543010 w 7467600"/>
              <a:gd name="connsiteY492" fmla="*/ 6191140 h 6858000"/>
              <a:gd name="connsiteX493" fmla="*/ 1551080 w 7467600"/>
              <a:gd name="connsiteY493" fmla="*/ 6195006 h 6858000"/>
              <a:gd name="connsiteX494" fmla="*/ 2345443 w 7467600"/>
              <a:gd name="connsiteY494" fmla="*/ 5549882 h 6858000"/>
              <a:gd name="connsiteX495" fmla="*/ 1721499 w 7467600"/>
              <a:gd name="connsiteY495" fmla="*/ 5599969 h 6858000"/>
              <a:gd name="connsiteX496" fmla="*/ 767716 w 7467600"/>
              <a:gd name="connsiteY496" fmla="*/ 5472768 h 6858000"/>
              <a:gd name="connsiteX497" fmla="*/ 722147 w 7467600"/>
              <a:gd name="connsiteY497" fmla="*/ 5393091 h 6858000"/>
              <a:gd name="connsiteX498" fmla="*/ 1485552 w 7467600"/>
              <a:gd name="connsiteY498" fmla="*/ 5313202 h 6858000"/>
              <a:gd name="connsiteX499" fmla="*/ 2143004 w 7467600"/>
              <a:gd name="connsiteY499" fmla="*/ 5402420 h 6858000"/>
              <a:gd name="connsiteX500" fmla="*/ 1933391 w 7467600"/>
              <a:gd name="connsiteY500" fmla="*/ 5156971 h 6858000"/>
              <a:gd name="connsiteX501" fmla="*/ 1827118 w 7467600"/>
              <a:gd name="connsiteY501" fmla="*/ 4968410 h 6858000"/>
              <a:gd name="connsiteX502" fmla="*/ 1837349 w 7467600"/>
              <a:gd name="connsiteY502" fmla="*/ 4956357 h 6858000"/>
              <a:gd name="connsiteX503" fmla="*/ 2162835 w 7467600"/>
              <a:gd name="connsiteY503" fmla="*/ 5187853 h 6858000"/>
              <a:gd name="connsiteX504" fmla="*/ 2257167 w 7467600"/>
              <a:gd name="connsiteY504" fmla="*/ 5462123 h 6858000"/>
              <a:gd name="connsiteX505" fmla="*/ 2261598 w 7467600"/>
              <a:gd name="connsiteY505" fmla="*/ 5467998 h 6858000"/>
              <a:gd name="connsiteX506" fmla="*/ 2437177 w 7467600"/>
              <a:gd name="connsiteY506" fmla="*/ 5479608 h 6858000"/>
              <a:gd name="connsiteX507" fmla="*/ 2445247 w 7467600"/>
              <a:gd name="connsiteY507" fmla="*/ 5483476 h 6858000"/>
              <a:gd name="connsiteX508" fmla="*/ 2743626 w 7467600"/>
              <a:gd name="connsiteY508" fmla="*/ 5304819 h 6858000"/>
              <a:gd name="connsiteX509" fmla="*/ 3048102 w 7467600"/>
              <a:gd name="connsiteY509" fmla="*/ 5150595 h 6858000"/>
              <a:gd name="connsiteX510" fmla="*/ 1799414 w 7467600"/>
              <a:gd name="connsiteY510" fmla="*/ 4694732 h 6858000"/>
              <a:gd name="connsiteX511" fmla="*/ 1771735 w 7467600"/>
              <a:gd name="connsiteY511" fmla="*/ 4619929 h 6858000"/>
              <a:gd name="connsiteX512" fmla="*/ 3104273 w 7467600"/>
              <a:gd name="connsiteY512" fmla="*/ 5076159 h 6858000"/>
              <a:gd name="connsiteX513" fmla="*/ 3113245 w 7467600"/>
              <a:gd name="connsiteY513" fmla="*/ 5090705 h 6858000"/>
              <a:gd name="connsiteX514" fmla="*/ 3126294 w 7467600"/>
              <a:gd name="connsiteY514" fmla="*/ 5114400 h 6858000"/>
              <a:gd name="connsiteX515" fmla="*/ 3937433 w 7467600"/>
              <a:gd name="connsiteY515" fmla="*/ 4830473 h 6858000"/>
              <a:gd name="connsiteX516" fmla="*/ 3590475 w 7467600"/>
              <a:gd name="connsiteY516" fmla="*/ 4597974 h 6858000"/>
              <a:gd name="connsiteX517" fmla="*/ 3100264 w 7467600"/>
              <a:gd name="connsiteY517" fmla="*/ 4579845 h 6858000"/>
              <a:gd name="connsiteX518" fmla="*/ 2183576 w 7467600"/>
              <a:gd name="connsiteY518" fmla="*/ 4227150 h 6858000"/>
              <a:gd name="connsiteX519" fmla="*/ 2151029 w 7467600"/>
              <a:gd name="connsiteY519" fmla="*/ 4146947 h 6858000"/>
              <a:gd name="connsiteX520" fmla="*/ 3563434 w 7467600"/>
              <a:gd name="connsiteY520" fmla="*/ 4469115 h 6858000"/>
              <a:gd name="connsiteX521" fmla="*/ 3177952 w 7467600"/>
              <a:gd name="connsiteY521" fmla="*/ 3657386 h 6858000"/>
              <a:gd name="connsiteX522" fmla="*/ 3189263 w 7467600"/>
              <a:gd name="connsiteY522" fmla="*/ 3625726 h 6858000"/>
              <a:gd name="connsiteX523" fmla="*/ 3560912 w 7467600"/>
              <a:gd name="connsiteY523" fmla="*/ 4079863 h 6858000"/>
              <a:gd name="connsiteX524" fmla="*/ 3626636 w 7467600"/>
              <a:gd name="connsiteY524" fmla="*/ 4512230 h 6858000"/>
              <a:gd name="connsiteX525" fmla="*/ 3653088 w 7467600"/>
              <a:gd name="connsiteY525" fmla="*/ 4521417 h 6858000"/>
              <a:gd name="connsiteX526" fmla="*/ 3988128 w 7467600"/>
              <a:gd name="connsiteY526" fmla="*/ 4817267 h 6858000"/>
              <a:gd name="connsiteX527" fmla="*/ 4830582 w 7467600"/>
              <a:gd name="connsiteY527" fmla="*/ 4676000 h 6858000"/>
              <a:gd name="connsiteX528" fmla="*/ 4830100 w 7467600"/>
              <a:gd name="connsiteY528" fmla="*/ 4675554 h 6858000"/>
              <a:gd name="connsiteX529" fmla="*/ 4036318 w 7467600"/>
              <a:gd name="connsiteY529" fmla="*/ 4147013 h 6858000"/>
              <a:gd name="connsiteX530" fmla="*/ 3432098 w 7467600"/>
              <a:gd name="connsiteY530" fmla="*/ 3537312 h 6858000"/>
              <a:gd name="connsiteX531" fmla="*/ 3446761 w 7467600"/>
              <a:gd name="connsiteY531" fmla="*/ 3461278 h 6858000"/>
              <a:gd name="connsiteX532" fmla="*/ 4419733 w 7467600"/>
              <a:gd name="connsiteY532" fmla="*/ 3963555 h 6858000"/>
              <a:gd name="connsiteX533" fmla="*/ 4781371 w 7467600"/>
              <a:gd name="connsiteY533" fmla="*/ 4458604 h 6858000"/>
              <a:gd name="connsiteX534" fmla="*/ 4780440 w 7467600"/>
              <a:gd name="connsiteY534" fmla="*/ 4470290 h 6858000"/>
              <a:gd name="connsiteX535" fmla="*/ 4898954 w 7467600"/>
              <a:gd name="connsiteY535" fmla="*/ 4662092 h 6858000"/>
              <a:gd name="connsiteX536" fmla="*/ 4900699 w 7467600"/>
              <a:gd name="connsiteY536" fmla="*/ 4670867 h 6858000"/>
              <a:gd name="connsiteX537" fmla="*/ 5714511 w 7467600"/>
              <a:gd name="connsiteY537" fmla="*/ 4663483 h 6858000"/>
              <a:gd name="connsiteX538" fmla="*/ 5464793 w 7467600"/>
              <a:gd name="connsiteY538" fmla="*/ 4393556 h 6858000"/>
              <a:gd name="connsiteX539" fmla="*/ 5461897 w 7467600"/>
              <a:gd name="connsiteY539" fmla="*/ 4390879 h 6858000"/>
              <a:gd name="connsiteX540" fmla="*/ 4294126 w 7467600"/>
              <a:gd name="connsiteY540" fmla="*/ 3303048 h 6858000"/>
              <a:gd name="connsiteX541" fmla="*/ 4305321 w 7467600"/>
              <a:gd name="connsiteY541" fmla="*/ 3256953 h 6858000"/>
              <a:gd name="connsiteX542" fmla="*/ 4949299 w 7467600"/>
              <a:gd name="connsiteY542" fmla="*/ 3766336 h 6858000"/>
              <a:gd name="connsiteX543" fmla="*/ 5291452 w 7467600"/>
              <a:gd name="connsiteY543" fmla="*/ 4076801 h 6858000"/>
              <a:gd name="connsiteX544" fmla="*/ 5434998 w 7467600"/>
              <a:gd name="connsiteY544" fmla="*/ 4254100 h 6858000"/>
              <a:gd name="connsiteX545" fmla="*/ 5351015 w 7467600"/>
              <a:gd name="connsiteY545" fmla="*/ 3760989 h 6858000"/>
              <a:gd name="connsiteX546" fmla="*/ 5413780 w 7467600"/>
              <a:gd name="connsiteY546" fmla="*/ 2966265 h 6858000"/>
              <a:gd name="connsiteX547" fmla="*/ 5425627 w 7467600"/>
              <a:gd name="connsiteY547" fmla="*/ 2954192 h 6858000"/>
              <a:gd name="connsiteX548" fmla="*/ 6604735 w 7467600"/>
              <a:gd name="connsiteY548" fmla="*/ 2041381 h 6858000"/>
              <a:gd name="connsiteX549" fmla="*/ 7204487 w 7467600"/>
              <a:gd name="connsiteY549" fmla="*/ 2742112 h 6858000"/>
              <a:gd name="connsiteX550" fmla="*/ 7131592 w 7467600"/>
              <a:gd name="connsiteY550" fmla="*/ 2672096 h 6858000"/>
              <a:gd name="connsiteX551" fmla="*/ 6996344 w 7467600"/>
              <a:gd name="connsiteY551" fmla="*/ 2518310 h 6858000"/>
              <a:gd name="connsiteX552" fmla="*/ 6735495 w 7467600"/>
              <a:gd name="connsiteY552" fmla="*/ 2196890 h 6858000"/>
              <a:gd name="connsiteX553" fmla="*/ 6721901 w 7467600"/>
              <a:gd name="connsiteY553" fmla="*/ 2179274 h 6858000"/>
              <a:gd name="connsiteX554" fmla="*/ 6604735 w 7467600"/>
              <a:gd name="connsiteY554" fmla="*/ 2041381 h 6858000"/>
              <a:gd name="connsiteX555" fmla="*/ 6591670 w 7467600"/>
              <a:gd name="connsiteY555" fmla="*/ 1988277 h 6858000"/>
              <a:gd name="connsiteX556" fmla="*/ 6747349 w 7467600"/>
              <a:gd name="connsiteY556" fmla="*/ 2160069 h 6858000"/>
              <a:gd name="connsiteX557" fmla="*/ 6760943 w 7467600"/>
              <a:gd name="connsiteY557" fmla="*/ 2177686 h 6858000"/>
              <a:gd name="connsiteX558" fmla="*/ 7021065 w 7467600"/>
              <a:gd name="connsiteY558" fmla="*/ 2498102 h 6858000"/>
              <a:gd name="connsiteX559" fmla="*/ 7155223 w 7467600"/>
              <a:gd name="connsiteY559" fmla="*/ 2650386 h 6858000"/>
              <a:gd name="connsiteX560" fmla="*/ 7203167 w 7467600"/>
              <a:gd name="connsiteY560" fmla="*/ 2697288 h 6858000"/>
              <a:gd name="connsiteX561" fmla="*/ 6937703 w 7467600"/>
              <a:gd name="connsiteY561" fmla="*/ 2321981 h 6858000"/>
              <a:gd name="connsiteX562" fmla="*/ 6591670 w 7467600"/>
              <a:gd name="connsiteY562" fmla="*/ 1988277 h 6858000"/>
              <a:gd name="connsiteX563" fmla="*/ 5798671 w 7467600"/>
              <a:gd name="connsiteY563" fmla="*/ 1981601 h 6858000"/>
              <a:gd name="connsiteX564" fmla="*/ 5754709 w 7467600"/>
              <a:gd name="connsiteY564" fmla="*/ 2071454 h 6858000"/>
              <a:gd name="connsiteX565" fmla="*/ 5763044 w 7467600"/>
              <a:gd name="connsiteY565" fmla="*/ 2842206 h 6858000"/>
              <a:gd name="connsiteX566" fmla="*/ 5764974 w 7467600"/>
              <a:gd name="connsiteY566" fmla="*/ 2799609 h 6858000"/>
              <a:gd name="connsiteX567" fmla="*/ 5767665 w 7467600"/>
              <a:gd name="connsiteY567" fmla="*/ 2666409 h 6858000"/>
              <a:gd name="connsiteX568" fmla="*/ 5763055 w 7467600"/>
              <a:gd name="connsiteY568" fmla="*/ 2579705 h 6858000"/>
              <a:gd name="connsiteX569" fmla="*/ 5758079 w 7467600"/>
              <a:gd name="connsiteY569" fmla="*/ 2492508 h 6858000"/>
              <a:gd name="connsiteX570" fmla="*/ 5779325 w 7467600"/>
              <a:gd name="connsiteY570" fmla="*/ 2197069 h 6858000"/>
              <a:gd name="connsiteX571" fmla="*/ 5798671 w 7467600"/>
              <a:gd name="connsiteY571" fmla="*/ 1981601 h 6858000"/>
              <a:gd name="connsiteX572" fmla="*/ 5829202 w 7467600"/>
              <a:gd name="connsiteY572" fmla="*/ 1971679 h 6858000"/>
              <a:gd name="connsiteX573" fmla="*/ 5809558 w 7467600"/>
              <a:gd name="connsiteY573" fmla="*/ 2198043 h 6858000"/>
              <a:gd name="connsiteX574" fmla="*/ 5788653 w 7467600"/>
              <a:gd name="connsiteY574" fmla="*/ 2489430 h 6858000"/>
              <a:gd name="connsiteX575" fmla="*/ 5793439 w 7467600"/>
              <a:gd name="connsiteY575" fmla="*/ 2575235 h 6858000"/>
              <a:gd name="connsiteX576" fmla="*/ 5796837 w 7467600"/>
              <a:gd name="connsiteY576" fmla="*/ 2637633 h 6858000"/>
              <a:gd name="connsiteX577" fmla="*/ 5818614 w 7467600"/>
              <a:gd name="connsiteY577" fmla="*/ 2473055 h 6858000"/>
              <a:gd name="connsiteX578" fmla="*/ 5829202 w 7467600"/>
              <a:gd name="connsiteY578" fmla="*/ 1971679 h 6858000"/>
              <a:gd name="connsiteX579" fmla="*/ 5911389 w 7467600"/>
              <a:gd name="connsiteY579" fmla="*/ 1898371 h 6858000"/>
              <a:gd name="connsiteX580" fmla="*/ 6237627 w 7467600"/>
              <a:gd name="connsiteY580" fmla="*/ 2231921 h 6858000"/>
              <a:gd name="connsiteX581" fmla="*/ 5911389 w 7467600"/>
              <a:gd name="connsiteY581" fmla="*/ 1898371 h 6858000"/>
              <a:gd name="connsiteX582" fmla="*/ 6944437 w 7467600"/>
              <a:gd name="connsiteY582" fmla="*/ 1575402 h 6858000"/>
              <a:gd name="connsiteX583" fmla="*/ 6304730 w 7467600"/>
              <a:gd name="connsiteY583" fmla="*/ 1766654 h 6858000"/>
              <a:gd name="connsiteX584" fmla="*/ 6944437 w 7467600"/>
              <a:gd name="connsiteY584" fmla="*/ 1575402 h 6858000"/>
              <a:gd name="connsiteX585" fmla="*/ 7019523 w 7467600"/>
              <a:gd name="connsiteY585" fmla="*/ 1519450 h 6858000"/>
              <a:gd name="connsiteX586" fmla="*/ 6298091 w 7467600"/>
              <a:gd name="connsiteY586" fmla="*/ 1737122 h 6858000"/>
              <a:gd name="connsiteX587" fmla="*/ 7019523 w 7467600"/>
              <a:gd name="connsiteY587" fmla="*/ 1519450 h 6858000"/>
              <a:gd name="connsiteX588" fmla="*/ 2399523 w 7467600"/>
              <a:gd name="connsiteY588" fmla="*/ 1428234 h 6858000"/>
              <a:gd name="connsiteX589" fmla="*/ 2224982 w 7467600"/>
              <a:gd name="connsiteY589" fmla="*/ 1826201 h 6858000"/>
              <a:gd name="connsiteX590" fmla="*/ 2096099 w 7467600"/>
              <a:gd name="connsiteY590" fmla="*/ 2345900 h 6858000"/>
              <a:gd name="connsiteX591" fmla="*/ 2283317 w 7467600"/>
              <a:gd name="connsiteY591" fmla="*/ 1796925 h 6858000"/>
              <a:gd name="connsiteX592" fmla="*/ 2399523 w 7467600"/>
              <a:gd name="connsiteY592" fmla="*/ 1428234 h 6858000"/>
              <a:gd name="connsiteX593" fmla="*/ 2448558 w 7467600"/>
              <a:gd name="connsiteY593" fmla="*/ 1373435 h 6858000"/>
              <a:gd name="connsiteX594" fmla="*/ 2312521 w 7467600"/>
              <a:gd name="connsiteY594" fmla="*/ 1806140 h 6858000"/>
              <a:gd name="connsiteX595" fmla="*/ 2127533 w 7467600"/>
              <a:gd name="connsiteY595" fmla="*/ 2348380 h 6858000"/>
              <a:gd name="connsiteX596" fmla="*/ 2358080 w 7467600"/>
              <a:gd name="connsiteY596" fmla="*/ 1866134 h 6858000"/>
              <a:gd name="connsiteX597" fmla="*/ 2407436 w 7467600"/>
              <a:gd name="connsiteY597" fmla="*/ 1651070 h 6858000"/>
              <a:gd name="connsiteX598" fmla="*/ 2448558 w 7467600"/>
              <a:gd name="connsiteY598" fmla="*/ 1373435 h 6858000"/>
              <a:gd name="connsiteX599" fmla="*/ 278707 w 7467600"/>
              <a:gd name="connsiteY599" fmla="*/ 1352270 h 6858000"/>
              <a:gd name="connsiteX600" fmla="*/ 321570 w 7467600"/>
              <a:gd name="connsiteY600" fmla="*/ 1861610 h 6858000"/>
              <a:gd name="connsiteX601" fmla="*/ 294281 w 7467600"/>
              <a:gd name="connsiteY601" fmla="*/ 1440658 h 6858000"/>
              <a:gd name="connsiteX602" fmla="*/ 278707 w 7467600"/>
              <a:gd name="connsiteY602" fmla="*/ 1352270 h 6858000"/>
              <a:gd name="connsiteX603" fmla="*/ 1423821 w 7467600"/>
              <a:gd name="connsiteY603" fmla="*/ 1351958 h 6858000"/>
              <a:gd name="connsiteX604" fmla="*/ 1638521 w 7467600"/>
              <a:gd name="connsiteY604" fmla="*/ 1908470 h 6858000"/>
              <a:gd name="connsiteX605" fmla="*/ 1754199 w 7467600"/>
              <a:gd name="connsiteY605" fmla="*/ 2149284 h 6858000"/>
              <a:gd name="connsiteX606" fmla="*/ 1908359 w 7467600"/>
              <a:gd name="connsiteY606" fmla="*/ 2364988 h 6858000"/>
              <a:gd name="connsiteX607" fmla="*/ 1647661 w 7467600"/>
              <a:gd name="connsiteY607" fmla="*/ 1825945 h 6858000"/>
              <a:gd name="connsiteX608" fmla="*/ 1423821 w 7467600"/>
              <a:gd name="connsiteY608" fmla="*/ 1351958 h 6858000"/>
              <a:gd name="connsiteX609" fmla="*/ 1431890 w 7467600"/>
              <a:gd name="connsiteY609" fmla="*/ 1306475 h 6858000"/>
              <a:gd name="connsiteX610" fmla="*/ 1507597 w 7467600"/>
              <a:gd name="connsiteY610" fmla="*/ 1446132 h 6858000"/>
              <a:gd name="connsiteX611" fmla="*/ 1674586 w 7467600"/>
              <a:gd name="connsiteY611" fmla="*/ 1813832 h 6858000"/>
              <a:gd name="connsiteX612" fmla="*/ 1815950 w 7467600"/>
              <a:gd name="connsiteY612" fmla="*/ 2128564 h 6858000"/>
              <a:gd name="connsiteX613" fmla="*/ 1984242 w 7467600"/>
              <a:gd name="connsiteY613" fmla="*/ 2430829 h 6858000"/>
              <a:gd name="connsiteX614" fmla="*/ 2014023 w 7467600"/>
              <a:gd name="connsiteY614" fmla="*/ 2450995 h 6858000"/>
              <a:gd name="connsiteX615" fmla="*/ 1747337 w 7467600"/>
              <a:gd name="connsiteY615" fmla="*/ 1855264 h 6858000"/>
              <a:gd name="connsiteX616" fmla="*/ 1533749 w 7467600"/>
              <a:gd name="connsiteY616" fmla="*/ 1478656 h 6858000"/>
              <a:gd name="connsiteX617" fmla="*/ 1431890 w 7467600"/>
              <a:gd name="connsiteY617" fmla="*/ 1306475 h 6858000"/>
              <a:gd name="connsiteX618" fmla="*/ 5052692 w 7467600"/>
              <a:gd name="connsiteY618" fmla="*/ 1292994 h 6858000"/>
              <a:gd name="connsiteX619" fmla="*/ 5200661 w 7467600"/>
              <a:gd name="connsiteY619" fmla="*/ 1635186 h 6858000"/>
              <a:gd name="connsiteX620" fmla="*/ 5297138 w 7467600"/>
              <a:gd name="connsiteY620" fmla="*/ 1906351 h 6858000"/>
              <a:gd name="connsiteX621" fmla="*/ 5052692 w 7467600"/>
              <a:gd name="connsiteY621" fmla="*/ 1292994 h 6858000"/>
              <a:gd name="connsiteX622" fmla="*/ 5009948 w 7467600"/>
              <a:gd name="connsiteY622" fmla="*/ 1273619 h 6858000"/>
              <a:gd name="connsiteX623" fmla="*/ 5121777 w 7467600"/>
              <a:gd name="connsiteY623" fmla="*/ 1654213 h 6858000"/>
              <a:gd name="connsiteX624" fmla="*/ 5293545 w 7467600"/>
              <a:gd name="connsiteY624" fmla="*/ 2072247 h 6858000"/>
              <a:gd name="connsiteX625" fmla="*/ 5294042 w 7467600"/>
              <a:gd name="connsiteY625" fmla="*/ 2065019 h 6858000"/>
              <a:gd name="connsiteX626" fmla="*/ 5171936 w 7467600"/>
              <a:gd name="connsiteY626" fmla="*/ 1647613 h 6858000"/>
              <a:gd name="connsiteX627" fmla="*/ 5009948 w 7467600"/>
              <a:gd name="connsiteY627" fmla="*/ 1273619 h 6858000"/>
              <a:gd name="connsiteX628" fmla="*/ 655236 w 7467600"/>
              <a:gd name="connsiteY628" fmla="*/ 1268632 h 6858000"/>
              <a:gd name="connsiteX629" fmla="*/ 839521 w 7467600"/>
              <a:gd name="connsiteY629" fmla="*/ 1685315 h 6858000"/>
              <a:gd name="connsiteX630" fmla="*/ 1109416 w 7467600"/>
              <a:gd name="connsiteY630" fmla="*/ 2061663 h 6858000"/>
              <a:gd name="connsiteX631" fmla="*/ 1298300 w 7467600"/>
              <a:gd name="connsiteY631" fmla="*/ 2247742 h 6858000"/>
              <a:gd name="connsiteX632" fmla="*/ 1125871 w 7467600"/>
              <a:gd name="connsiteY632" fmla="*/ 1989513 h 6858000"/>
              <a:gd name="connsiteX633" fmla="*/ 981574 w 7467600"/>
              <a:gd name="connsiteY633" fmla="*/ 1783157 h 6858000"/>
              <a:gd name="connsiteX634" fmla="*/ 922198 w 7467600"/>
              <a:gd name="connsiteY634" fmla="*/ 1677437 h 6858000"/>
              <a:gd name="connsiteX635" fmla="*/ 869293 w 7467600"/>
              <a:gd name="connsiteY635" fmla="*/ 1583214 h 6858000"/>
              <a:gd name="connsiteX636" fmla="*/ 751431 w 7467600"/>
              <a:gd name="connsiteY636" fmla="*/ 1405731 h 6858000"/>
              <a:gd name="connsiteX637" fmla="*/ 655236 w 7467600"/>
              <a:gd name="connsiteY637" fmla="*/ 1268632 h 6858000"/>
              <a:gd name="connsiteX638" fmla="*/ 6516292 w 7467600"/>
              <a:gd name="connsiteY638" fmla="*/ 1263064 h 6858000"/>
              <a:gd name="connsiteX639" fmla="*/ 5736320 w 7467600"/>
              <a:gd name="connsiteY639" fmla="*/ 1501803 h 6858000"/>
              <a:gd name="connsiteX640" fmla="*/ 6516292 w 7467600"/>
              <a:gd name="connsiteY640" fmla="*/ 1263064 h 6858000"/>
              <a:gd name="connsiteX641" fmla="*/ 291466 w 7467600"/>
              <a:gd name="connsiteY641" fmla="*/ 1250369 h 6858000"/>
              <a:gd name="connsiteX642" fmla="*/ 323180 w 7467600"/>
              <a:gd name="connsiteY642" fmla="*/ 1435283 h 6858000"/>
              <a:gd name="connsiteX643" fmla="*/ 349381 w 7467600"/>
              <a:gd name="connsiteY643" fmla="*/ 1875041 h 6858000"/>
              <a:gd name="connsiteX644" fmla="*/ 374363 w 7467600"/>
              <a:gd name="connsiteY644" fmla="*/ 1506494 h 6858000"/>
              <a:gd name="connsiteX645" fmla="*/ 302168 w 7467600"/>
              <a:gd name="connsiteY645" fmla="*/ 1274495 h 6858000"/>
              <a:gd name="connsiteX646" fmla="*/ 291466 w 7467600"/>
              <a:gd name="connsiteY646" fmla="*/ 1250369 h 6858000"/>
              <a:gd name="connsiteX647" fmla="*/ 678222 w 7467600"/>
              <a:gd name="connsiteY647" fmla="*/ 1248670 h 6858000"/>
              <a:gd name="connsiteX648" fmla="*/ 775536 w 7467600"/>
              <a:gd name="connsiteY648" fmla="*/ 1388015 h 6858000"/>
              <a:gd name="connsiteX649" fmla="*/ 894529 w 7467600"/>
              <a:gd name="connsiteY649" fmla="*/ 1567739 h 6858000"/>
              <a:gd name="connsiteX650" fmla="*/ 948000 w 7467600"/>
              <a:gd name="connsiteY650" fmla="*/ 1663088 h 6858000"/>
              <a:gd name="connsiteX651" fmla="*/ 1006812 w 7467600"/>
              <a:gd name="connsiteY651" fmla="*/ 1767683 h 6858000"/>
              <a:gd name="connsiteX652" fmla="*/ 1149133 w 7467600"/>
              <a:gd name="connsiteY652" fmla="*/ 1971513 h 6858000"/>
              <a:gd name="connsiteX653" fmla="*/ 1333952 w 7467600"/>
              <a:gd name="connsiteY653" fmla="*/ 2251620 h 6858000"/>
              <a:gd name="connsiteX654" fmla="*/ 1337329 w 7467600"/>
              <a:gd name="connsiteY654" fmla="*/ 2258350 h 6858000"/>
              <a:gd name="connsiteX655" fmla="*/ 1014726 w 7467600"/>
              <a:gd name="connsiteY655" fmla="*/ 1615556 h 6858000"/>
              <a:gd name="connsiteX656" fmla="*/ 678222 w 7467600"/>
              <a:gd name="connsiteY656" fmla="*/ 1248670 h 6858000"/>
              <a:gd name="connsiteX657" fmla="*/ 6691602 w 7467600"/>
              <a:gd name="connsiteY657" fmla="*/ 1140573 h 6858000"/>
              <a:gd name="connsiteX658" fmla="*/ 6571100 w 7467600"/>
              <a:gd name="connsiteY658" fmla="*/ 1183662 h 6858000"/>
              <a:gd name="connsiteX659" fmla="*/ 6241687 w 7467600"/>
              <a:gd name="connsiteY659" fmla="*/ 1257600 h 6858000"/>
              <a:gd name="connsiteX660" fmla="*/ 5693009 w 7467600"/>
              <a:gd name="connsiteY660" fmla="*/ 1478256 h 6858000"/>
              <a:gd name="connsiteX661" fmla="*/ 6548420 w 7467600"/>
              <a:gd name="connsiteY661" fmla="*/ 1214599 h 6858000"/>
              <a:gd name="connsiteX662" fmla="*/ 6605473 w 7467600"/>
              <a:gd name="connsiteY662" fmla="*/ 1184686 h 6858000"/>
              <a:gd name="connsiteX663" fmla="*/ 6691602 w 7467600"/>
              <a:gd name="connsiteY663" fmla="*/ 1140573 h 6858000"/>
              <a:gd name="connsiteX664" fmla="*/ 4002475 w 7467600"/>
              <a:gd name="connsiteY664" fmla="*/ 1037802 h 6858000"/>
              <a:gd name="connsiteX665" fmla="*/ 4000324 w 7467600"/>
              <a:gd name="connsiteY665" fmla="*/ 1039362 h 6858000"/>
              <a:gd name="connsiteX666" fmla="*/ 4002862 w 7467600"/>
              <a:gd name="connsiteY666" fmla="*/ 1042866 h 6858000"/>
              <a:gd name="connsiteX667" fmla="*/ 4002475 w 7467600"/>
              <a:gd name="connsiteY667" fmla="*/ 1037802 h 6858000"/>
              <a:gd name="connsiteX668" fmla="*/ 506322 w 7467600"/>
              <a:gd name="connsiteY668" fmla="*/ 1020997 h 6858000"/>
              <a:gd name="connsiteX669" fmla="*/ 533068 w 7467600"/>
              <a:gd name="connsiteY669" fmla="*/ 1029409 h 6858000"/>
              <a:gd name="connsiteX670" fmla="*/ 1232525 w 7467600"/>
              <a:gd name="connsiteY670" fmla="*/ 1804675 h 6858000"/>
              <a:gd name="connsiteX671" fmla="*/ 1388858 w 7467600"/>
              <a:gd name="connsiteY671" fmla="*/ 2368011 h 6858000"/>
              <a:gd name="connsiteX672" fmla="*/ 1384098 w 7467600"/>
              <a:gd name="connsiteY672" fmla="*/ 2378125 h 6858000"/>
              <a:gd name="connsiteX673" fmla="*/ 1425393 w 7467600"/>
              <a:gd name="connsiteY673" fmla="*/ 2589124 h 6858000"/>
              <a:gd name="connsiteX674" fmla="*/ 1424001 w 7467600"/>
              <a:gd name="connsiteY674" fmla="*/ 2597541 h 6858000"/>
              <a:gd name="connsiteX675" fmla="*/ 2152729 w 7467600"/>
              <a:gd name="connsiteY675" fmla="*/ 2864487 h 6858000"/>
              <a:gd name="connsiteX676" fmla="*/ 2020609 w 7467600"/>
              <a:gd name="connsiteY676" fmla="*/ 2539671 h 6858000"/>
              <a:gd name="connsiteX677" fmla="*/ 2018920 w 7467600"/>
              <a:gd name="connsiteY677" fmla="*/ 2536309 h 6858000"/>
              <a:gd name="connsiteX678" fmla="*/ 1342441 w 7467600"/>
              <a:gd name="connsiteY678" fmla="*/ 1173017 h 6858000"/>
              <a:gd name="connsiteX679" fmla="*/ 1367925 w 7467600"/>
              <a:gd name="connsiteY679" fmla="*/ 1135648 h 6858000"/>
              <a:gd name="connsiteX680" fmla="*/ 1771401 w 7467600"/>
              <a:gd name="connsiteY680" fmla="*/ 1806673 h 6858000"/>
              <a:gd name="connsiteX681" fmla="*/ 1972385 w 7467600"/>
              <a:gd name="connsiteY681" fmla="*/ 2198735 h 6858000"/>
              <a:gd name="connsiteX682" fmla="*/ 2040892 w 7467600"/>
              <a:gd name="connsiteY682" fmla="*/ 2405205 h 6858000"/>
              <a:gd name="connsiteX683" fmla="*/ 2131689 w 7467600"/>
              <a:gd name="connsiteY683" fmla="*/ 1936926 h 6858000"/>
              <a:gd name="connsiteX684" fmla="*/ 2454820 w 7467600"/>
              <a:gd name="connsiteY684" fmla="*/ 1248808 h 6858000"/>
              <a:gd name="connsiteX685" fmla="*/ 2492512 w 7467600"/>
              <a:gd name="connsiteY685" fmla="*/ 1302920 h 6858000"/>
              <a:gd name="connsiteX686" fmla="*/ 2081216 w 7467600"/>
              <a:gd name="connsiteY686" fmla="*/ 2527513 h 6858000"/>
              <a:gd name="connsiteX687" fmla="*/ 2081211 w 7467600"/>
              <a:gd name="connsiteY687" fmla="*/ 2528916 h 6858000"/>
              <a:gd name="connsiteX688" fmla="*/ 2199067 w 7467600"/>
              <a:gd name="connsiteY688" fmla="*/ 2884061 h 6858000"/>
              <a:gd name="connsiteX689" fmla="*/ 3192586 w 7467600"/>
              <a:gd name="connsiteY689" fmla="*/ 3411496 h 6858000"/>
              <a:gd name="connsiteX690" fmla="*/ 3182620 w 7467600"/>
              <a:gd name="connsiteY690" fmla="*/ 3483279 h 6858000"/>
              <a:gd name="connsiteX691" fmla="*/ 2435119 w 7467600"/>
              <a:gd name="connsiteY691" fmla="*/ 3080173 h 6858000"/>
              <a:gd name="connsiteX692" fmla="*/ 2410152 w 7467600"/>
              <a:gd name="connsiteY692" fmla="*/ 3063751 h 6858000"/>
              <a:gd name="connsiteX693" fmla="*/ 2408099 w 7467600"/>
              <a:gd name="connsiteY693" fmla="*/ 3064403 h 6858000"/>
              <a:gd name="connsiteX694" fmla="*/ 2407218 w 7467600"/>
              <a:gd name="connsiteY694" fmla="*/ 3070324 h 6858000"/>
              <a:gd name="connsiteX695" fmla="*/ 2380138 w 7467600"/>
              <a:gd name="connsiteY695" fmla="*/ 3099341 h 6858000"/>
              <a:gd name="connsiteX696" fmla="*/ 1765923 w 7467600"/>
              <a:gd name="connsiteY696" fmla="*/ 3581043 h 6858000"/>
              <a:gd name="connsiteX697" fmla="*/ 1702258 w 7467600"/>
              <a:gd name="connsiteY697" fmla="*/ 3612286 h 6858000"/>
              <a:gd name="connsiteX698" fmla="*/ 1538370 w 7467600"/>
              <a:gd name="connsiteY698" fmla="*/ 3811804 h 6858000"/>
              <a:gd name="connsiteX699" fmla="*/ 542867 w 7467600"/>
              <a:gd name="connsiteY699" fmla="*/ 4944092 h 6858000"/>
              <a:gd name="connsiteX700" fmla="*/ 515800 w 7467600"/>
              <a:gd name="connsiteY700" fmla="*/ 4862180 h 6858000"/>
              <a:gd name="connsiteX701" fmla="*/ 909145 w 7467600"/>
              <a:gd name="connsiteY701" fmla="*/ 4199225 h 6858000"/>
              <a:gd name="connsiteX702" fmla="*/ 1214067 w 7467600"/>
              <a:gd name="connsiteY702" fmla="*/ 3908561 h 6858000"/>
              <a:gd name="connsiteX703" fmla="*/ 640967 w 7467600"/>
              <a:gd name="connsiteY703" fmla="*/ 4105601 h 6858000"/>
              <a:gd name="connsiteX704" fmla="*/ 112563 w 7467600"/>
              <a:gd name="connsiteY704" fmla="*/ 4396952 h 6858000"/>
              <a:gd name="connsiteX705" fmla="*/ 0 w 7467600"/>
              <a:gd name="connsiteY705" fmla="*/ 4466006 h 6858000"/>
              <a:gd name="connsiteX706" fmla="*/ 0 w 7467600"/>
              <a:gd name="connsiteY706" fmla="*/ 4233763 h 6858000"/>
              <a:gd name="connsiteX707" fmla="*/ 36881 w 7467600"/>
              <a:gd name="connsiteY707" fmla="*/ 4200118 h 6858000"/>
              <a:gd name="connsiteX708" fmla="*/ 910534 w 7467600"/>
              <a:gd name="connsiteY708" fmla="*/ 3629753 h 6858000"/>
              <a:gd name="connsiteX709" fmla="*/ 1578717 w 7467600"/>
              <a:gd name="connsiteY709" fmla="*/ 3575982 h 6858000"/>
              <a:gd name="connsiteX710" fmla="*/ 2338780 w 7467600"/>
              <a:gd name="connsiteY710" fmla="*/ 3033725 h 6858000"/>
              <a:gd name="connsiteX711" fmla="*/ 1807991 w 7467600"/>
              <a:gd name="connsiteY711" fmla="*/ 2807184 h 6858000"/>
              <a:gd name="connsiteX712" fmla="*/ 1416358 w 7467600"/>
              <a:gd name="connsiteY712" fmla="*/ 3112571 h 6858000"/>
              <a:gd name="connsiteX713" fmla="*/ 939066 w 7467600"/>
              <a:gd name="connsiteY713" fmla="*/ 3378798 h 6858000"/>
              <a:gd name="connsiteX714" fmla="*/ 115099 w 7467600"/>
              <a:gd name="connsiteY714" fmla="*/ 3607650 h 6858000"/>
              <a:gd name="connsiteX715" fmla="*/ 97284 w 7467600"/>
              <a:gd name="connsiteY715" fmla="*/ 3520393 h 6858000"/>
              <a:gd name="connsiteX716" fmla="*/ 922050 w 7467600"/>
              <a:gd name="connsiteY716" fmla="*/ 3074867 h 6858000"/>
              <a:gd name="connsiteX717" fmla="*/ 1405265 w 7467600"/>
              <a:gd name="connsiteY717" fmla="*/ 3016319 h 6858000"/>
              <a:gd name="connsiteX718" fmla="*/ 1407512 w 7467600"/>
              <a:gd name="connsiteY718" fmla="*/ 3018001 h 6858000"/>
              <a:gd name="connsiteX719" fmla="*/ 1726266 w 7467600"/>
              <a:gd name="connsiteY719" fmla="*/ 2777274 h 6858000"/>
              <a:gd name="connsiteX720" fmla="*/ 625390 w 7467600"/>
              <a:gd name="connsiteY720" fmla="*/ 2514541 h 6858000"/>
              <a:gd name="connsiteX721" fmla="*/ 619799 w 7467600"/>
              <a:gd name="connsiteY721" fmla="*/ 2527180 h 6858000"/>
              <a:gd name="connsiteX722" fmla="*/ 310030 w 7467600"/>
              <a:gd name="connsiteY722" fmla="*/ 2771818 h 6858000"/>
              <a:gd name="connsiteX723" fmla="*/ 173877 w 7467600"/>
              <a:gd name="connsiteY723" fmla="*/ 2937056 h 6858000"/>
              <a:gd name="connsiteX724" fmla="*/ 77889 w 7467600"/>
              <a:gd name="connsiteY724" fmla="*/ 3138440 h 6858000"/>
              <a:gd name="connsiteX725" fmla="*/ 0 w 7467600"/>
              <a:gd name="connsiteY725" fmla="*/ 3271395 h 6858000"/>
              <a:gd name="connsiteX726" fmla="*/ 0 w 7467600"/>
              <a:gd name="connsiteY726" fmla="*/ 3153002 h 6858000"/>
              <a:gd name="connsiteX727" fmla="*/ 2386 w 7467600"/>
              <a:gd name="connsiteY727" fmla="*/ 3149203 h 6858000"/>
              <a:gd name="connsiteX728" fmla="*/ 89753 w 7467600"/>
              <a:gd name="connsiteY728" fmla="*/ 2987702 h 6858000"/>
              <a:gd name="connsiteX729" fmla="*/ 76869 w 7467600"/>
              <a:gd name="connsiteY729" fmla="*/ 3005404 h 6858000"/>
              <a:gd name="connsiteX730" fmla="*/ 32049 w 7467600"/>
              <a:gd name="connsiteY730" fmla="*/ 3065814 h 6858000"/>
              <a:gd name="connsiteX731" fmla="*/ 0 w 7467600"/>
              <a:gd name="connsiteY731" fmla="*/ 3108744 h 6858000"/>
              <a:gd name="connsiteX732" fmla="*/ 0 w 7467600"/>
              <a:gd name="connsiteY732" fmla="*/ 3058059 h 6858000"/>
              <a:gd name="connsiteX733" fmla="*/ 7610 w 7467600"/>
              <a:gd name="connsiteY733" fmla="*/ 3047889 h 6858000"/>
              <a:gd name="connsiteX734" fmla="*/ 52419 w 7467600"/>
              <a:gd name="connsiteY734" fmla="*/ 2987479 h 6858000"/>
              <a:gd name="connsiteX735" fmla="*/ 59142 w 7467600"/>
              <a:gd name="connsiteY735" fmla="*/ 2978488 h 6858000"/>
              <a:gd name="connsiteX736" fmla="*/ 0 w 7467600"/>
              <a:gd name="connsiteY736" fmla="*/ 3015334 h 6858000"/>
              <a:gd name="connsiteX737" fmla="*/ 0 w 7467600"/>
              <a:gd name="connsiteY737" fmla="*/ 2914286 h 6858000"/>
              <a:gd name="connsiteX738" fmla="*/ 36383 w 7467600"/>
              <a:gd name="connsiteY738" fmla="*/ 2901128 h 6858000"/>
              <a:gd name="connsiteX739" fmla="*/ 156329 w 7467600"/>
              <a:gd name="connsiteY739" fmla="*/ 2840533 h 6858000"/>
              <a:gd name="connsiteX740" fmla="*/ 358355 w 7467600"/>
              <a:gd name="connsiteY740" fmla="*/ 2620471 h 6858000"/>
              <a:gd name="connsiteX741" fmla="*/ 510577 w 7467600"/>
              <a:gd name="connsiteY741" fmla="*/ 2501244 h 6858000"/>
              <a:gd name="connsiteX742" fmla="*/ 211967 w 7467600"/>
              <a:gd name="connsiteY742" fmla="*/ 2479171 h 6858000"/>
              <a:gd name="connsiteX743" fmla="*/ 0 w 7467600"/>
              <a:gd name="connsiteY743" fmla="*/ 2476398 h 6858000"/>
              <a:gd name="connsiteX744" fmla="*/ 0 w 7467600"/>
              <a:gd name="connsiteY744" fmla="*/ 2389189 h 6858000"/>
              <a:gd name="connsiteX745" fmla="*/ 103062 w 7467600"/>
              <a:gd name="connsiteY745" fmla="*/ 2389518 h 6858000"/>
              <a:gd name="connsiteX746" fmla="*/ 510734 w 7467600"/>
              <a:gd name="connsiteY746" fmla="*/ 2416201 h 6858000"/>
              <a:gd name="connsiteX747" fmla="*/ 279257 w 7467600"/>
              <a:gd name="connsiteY747" fmla="*/ 2092102 h 6858000"/>
              <a:gd name="connsiteX748" fmla="*/ 65265 w 7467600"/>
              <a:gd name="connsiteY748" fmla="*/ 2006049 h 6858000"/>
              <a:gd name="connsiteX749" fmla="*/ 0 w 7467600"/>
              <a:gd name="connsiteY749" fmla="*/ 1982532 h 6858000"/>
              <a:gd name="connsiteX750" fmla="*/ 0 w 7467600"/>
              <a:gd name="connsiteY750" fmla="*/ 1912789 h 6858000"/>
              <a:gd name="connsiteX751" fmla="*/ 97460 w 7467600"/>
              <a:gd name="connsiteY751" fmla="*/ 1953725 h 6858000"/>
              <a:gd name="connsiteX752" fmla="*/ 221272 w 7467600"/>
              <a:gd name="connsiteY752" fmla="*/ 1980766 h 6858000"/>
              <a:gd name="connsiteX753" fmla="*/ 116765 w 7467600"/>
              <a:gd name="connsiteY753" fmla="*/ 1911033 h 6858000"/>
              <a:gd name="connsiteX754" fmla="*/ 16405 w 7467600"/>
              <a:gd name="connsiteY754" fmla="*/ 1803412 h 6858000"/>
              <a:gd name="connsiteX755" fmla="*/ 0 w 7467600"/>
              <a:gd name="connsiteY755" fmla="*/ 1784777 h 6858000"/>
              <a:gd name="connsiteX756" fmla="*/ 0 w 7467600"/>
              <a:gd name="connsiteY756" fmla="*/ 1740082 h 6858000"/>
              <a:gd name="connsiteX757" fmla="*/ 39394 w 7467600"/>
              <a:gd name="connsiteY757" fmla="*/ 1784856 h 6858000"/>
              <a:gd name="connsiteX758" fmla="*/ 135813 w 7467600"/>
              <a:gd name="connsiteY758" fmla="*/ 1888838 h 6858000"/>
              <a:gd name="connsiteX759" fmla="*/ 242575 w 7467600"/>
              <a:gd name="connsiteY759" fmla="*/ 1958841 h 6858000"/>
              <a:gd name="connsiteX760" fmla="*/ 82197 w 7467600"/>
              <a:gd name="connsiteY760" fmla="*/ 1754826 h 6858000"/>
              <a:gd name="connsiteX761" fmla="*/ 0 w 7467600"/>
              <a:gd name="connsiteY761" fmla="*/ 1679650 h 6858000"/>
              <a:gd name="connsiteX762" fmla="*/ 0 w 7467600"/>
              <a:gd name="connsiteY762" fmla="*/ 1602463 h 6858000"/>
              <a:gd name="connsiteX763" fmla="*/ 84689 w 7467600"/>
              <a:gd name="connsiteY763" fmla="*/ 1677442 h 6858000"/>
              <a:gd name="connsiteX764" fmla="*/ 298437 w 7467600"/>
              <a:gd name="connsiteY764" fmla="*/ 1968019 h 6858000"/>
              <a:gd name="connsiteX765" fmla="*/ 227269 w 7467600"/>
              <a:gd name="connsiteY765" fmla="*/ 1114064 h 6858000"/>
              <a:gd name="connsiteX766" fmla="*/ 248003 w 7467600"/>
              <a:gd name="connsiteY766" fmla="*/ 1089613 h 6858000"/>
              <a:gd name="connsiteX767" fmla="*/ 427020 w 7467600"/>
              <a:gd name="connsiteY767" fmla="*/ 1619803 h 6858000"/>
              <a:gd name="connsiteX768" fmla="*/ 340345 w 7467600"/>
              <a:gd name="connsiteY768" fmla="*/ 2027739 h 6858000"/>
              <a:gd name="connsiteX769" fmla="*/ 360865 w 7467600"/>
              <a:gd name="connsiteY769" fmla="*/ 2044827 h 6858000"/>
              <a:gd name="connsiteX770" fmla="*/ 560414 w 7467600"/>
              <a:gd name="connsiteY770" fmla="*/ 2421457 h 6858000"/>
              <a:gd name="connsiteX771" fmla="*/ 1359703 w 7467600"/>
              <a:gd name="connsiteY771" fmla="*/ 2578554 h 6858000"/>
              <a:gd name="connsiteX772" fmla="*/ 1359422 w 7467600"/>
              <a:gd name="connsiteY772" fmla="*/ 2577994 h 6858000"/>
              <a:gd name="connsiteX773" fmla="*/ 828701 w 7467600"/>
              <a:gd name="connsiteY773" fmla="*/ 1839520 h 6858000"/>
              <a:gd name="connsiteX774" fmla="*/ 494427 w 7467600"/>
              <a:gd name="connsiteY774" fmla="*/ 1092333 h 6858000"/>
              <a:gd name="connsiteX775" fmla="*/ 506322 w 7467600"/>
              <a:gd name="connsiteY775" fmla="*/ 1020997 h 6858000"/>
              <a:gd name="connsiteX776" fmla="*/ 4570198 w 7467600"/>
              <a:gd name="connsiteY776" fmla="*/ 978081 h 6858000"/>
              <a:gd name="connsiteX777" fmla="*/ 4523691 w 7467600"/>
              <a:gd name="connsiteY777" fmla="*/ 1127776 h 6858000"/>
              <a:gd name="connsiteX778" fmla="*/ 4509875 w 7467600"/>
              <a:gd name="connsiteY778" fmla="*/ 1167552 h 6858000"/>
              <a:gd name="connsiteX779" fmla="*/ 4478168 w 7467600"/>
              <a:gd name="connsiteY779" fmla="*/ 1260735 h 6858000"/>
              <a:gd name="connsiteX780" fmla="*/ 4409309 w 7467600"/>
              <a:gd name="connsiteY780" fmla="*/ 1666996 h 6858000"/>
              <a:gd name="connsiteX781" fmla="*/ 4370031 w 7467600"/>
              <a:gd name="connsiteY781" fmla="*/ 1955666 h 6858000"/>
              <a:gd name="connsiteX782" fmla="*/ 4570198 w 7467600"/>
              <a:gd name="connsiteY782" fmla="*/ 978081 h 6858000"/>
              <a:gd name="connsiteX783" fmla="*/ 4557898 w 7467600"/>
              <a:gd name="connsiteY783" fmla="*/ 900011 h 6858000"/>
              <a:gd name="connsiteX784" fmla="*/ 4344840 w 7467600"/>
              <a:gd name="connsiteY784" fmla="*/ 1922038 h 6858000"/>
              <a:gd name="connsiteX785" fmla="*/ 4378710 w 7467600"/>
              <a:gd name="connsiteY785" fmla="*/ 1665516 h 6858000"/>
              <a:gd name="connsiteX786" fmla="*/ 4448798 w 7467600"/>
              <a:gd name="connsiteY786" fmla="*/ 1253024 h 6858000"/>
              <a:gd name="connsiteX787" fmla="*/ 4480315 w 7467600"/>
              <a:gd name="connsiteY787" fmla="*/ 1158454 h 6858000"/>
              <a:gd name="connsiteX788" fmla="*/ 4494133 w 7467600"/>
              <a:gd name="connsiteY788" fmla="*/ 1118676 h 6858000"/>
              <a:gd name="connsiteX789" fmla="*/ 4557898 w 7467600"/>
              <a:gd name="connsiteY789" fmla="*/ 900011 h 6858000"/>
              <a:gd name="connsiteX790" fmla="*/ 5870151 w 7467600"/>
              <a:gd name="connsiteY790" fmla="*/ 898890 h 6858000"/>
              <a:gd name="connsiteX791" fmla="*/ 5861335 w 7467600"/>
              <a:gd name="connsiteY791" fmla="*/ 899177 h 6858000"/>
              <a:gd name="connsiteX792" fmla="*/ 5843702 w 7467600"/>
              <a:gd name="connsiteY792" fmla="*/ 899748 h 6858000"/>
              <a:gd name="connsiteX793" fmla="*/ 5651107 w 7467600"/>
              <a:gd name="connsiteY793" fmla="*/ 920306 h 6858000"/>
              <a:gd name="connsiteX794" fmla="*/ 5459407 w 7467600"/>
              <a:gd name="connsiteY794" fmla="*/ 940975 h 6858000"/>
              <a:gd name="connsiteX795" fmla="*/ 5374846 w 7467600"/>
              <a:gd name="connsiteY795" fmla="*/ 941988 h 6858000"/>
              <a:gd name="connsiteX796" fmla="*/ 5256105 w 7467600"/>
              <a:gd name="connsiteY796" fmla="*/ 945632 h 6858000"/>
              <a:gd name="connsiteX797" fmla="*/ 5107071 w 7467600"/>
              <a:gd name="connsiteY797" fmla="*/ 969720 h 6858000"/>
              <a:gd name="connsiteX798" fmla="*/ 4998681 w 7467600"/>
              <a:gd name="connsiteY798" fmla="*/ 988771 h 6858000"/>
              <a:gd name="connsiteX799" fmla="*/ 5870151 w 7467600"/>
              <a:gd name="connsiteY799" fmla="*/ 898890 h 6858000"/>
              <a:gd name="connsiteX800" fmla="*/ 5504425 w 7467600"/>
              <a:gd name="connsiteY800" fmla="*/ 848067 h 6858000"/>
              <a:gd name="connsiteX801" fmla="*/ 4968849 w 7467600"/>
              <a:gd name="connsiteY801" fmla="*/ 962318 h 6858000"/>
              <a:gd name="connsiteX802" fmla="*/ 5104039 w 7467600"/>
              <a:gd name="connsiteY802" fmla="*/ 940634 h 6858000"/>
              <a:gd name="connsiteX803" fmla="*/ 5256311 w 7467600"/>
              <a:gd name="connsiteY803" fmla="*/ 916490 h 6858000"/>
              <a:gd name="connsiteX804" fmla="*/ 5377381 w 7467600"/>
              <a:gd name="connsiteY804" fmla="*/ 912671 h 6858000"/>
              <a:gd name="connsiteX805" fmla="*/ 5460148 w 7467600"/>
              <a:gd name="connsiteY805" fmla="*/ 911442 h 6858000"/>
              <a:gd name="connsiteX806" fmla="*/ 5648971 w 7467600"/>
              <a:gd name="connsiteY806" fmla="*/ 891331 h 6858000"/>
              <a:gd name="connsiteX807" fmla="*/ 5844807 w 7467600"/>
              <a:gd name="connsiteY807" fmla="*/ 870718 h 6858000"/>
              <a:gd name="connsiteX808" fmla="*/ 5862975 w 7467600"/>
              <a:gd name="connsiteY808" fmla="*/ 869756 h 6858000"/>
              <a:gd name="connsiteX809" fmla="*/ 5920887 w 7467600"/>
              <a:gd name="connsiteY809" fmla="*/ 865929 h 6858000"/>
              <a:gd name="connsiteX810" fmla="*/ 5504425 w 7467600"/>
              <a:gd name="connsiteY810" fmla="*/ 848067 h 6858000"/>
              <a:gd name="connsiteX811" fmla="*/ 3607114 w 7467600"/>
              <a:gd name="connsiteY811" fmla="*/ 467441 h 6858000"/>
              <a:gd name="connsiteX812" fmla="*/ 3296242 w 7467600"/>
              <a:gd name="connsiteY812" fmla="*/ 807991 h 6858000"/>
              <a:gd name="connsiteX813" fmla="*/ 3174674 w 7467600"/>
              <a:gd name="connsiteY813" fmla="*/ 919759 h 6858000"/>
              <a:gd name="connsiteX814" fmla="*/ 3042978 w 7467600"/>
              <a:gd name="connsiteY814" fmla="*/ 1054894 h 6858000"/>
              <a:gd name="connsiteX815" fmla="*/ 2968914 w 7467600"/>
              <a:gd name="connsiteY815" fmla="*/ 1133756 h 6858000"/>
              <a:gd name="connsiteX816" fmla="*/ 3103823 w 7467600"/>
              <a:gd name="connsiteY816" fmla="*/ 1026814 h 6858000"/>
              <a:gd name="connsiteX817" fmla="*/ 3607114 w 7467600"/>
              <a:gd name="connsiteY817" fmla="*/ 467441 h 6858000"/>
              <a:gd name="connsiteX818" fmla="*/ 3744487 w 7467600"/>
              <a:gd name="connsiteY818" fmla="*/ 383136 h 6858000"/>
              <a:gd name="connsiteX819" fmla="*/ 3970213 w 7467600"/>
              <a:gd name="connsiteY819" fmla="*/ 995559 h 6858000"/>
              <a:gd name="connsiteX820" fmla="*/ 3744487 w 7467600"/>
              <a:gd name="connsiteY820" fmla="*/ 383136 h 6858000"/>
              <a:gd name="connsiteX821" fmla="*/ 3624562 w 7467600"/>
              <a:gd name="connsiteY821" fmla="*/ 367041 h 6858000"/>
              <a:gd name="connsiteX822" fmla="*/ 3489712 w 7467600"/>
              <a:gd name="connsiteY822" fmla="*/ 485386 h 6858000"/>
              <a:gd name="connsiteX823" fmla="*/ 3182994 w 7467600"/>
              <a:gd name="connsiteY823" fmla="*/ 828265 h 6858000"/>
              <a:gd name="connsiteX824" fmla="*/ 2892114 w 7467600"/>
              <a:gd name="connsiteY824" fmla="*/ 1172635 h 6858000"/>
              <a:gd name="connsiteX825" fmla="*/ 3021459 w 7467600"/>
              <a:gd name="connsiteY825" fmla="*/ 1035385 h 6858000"/>
              <a:gd name="connsiteX826" fmla="*/ 3153873 w 7467600"/>
              <a:gd name="connsiteY826" fmla="*/ 898971 h 6858000"/>
              <a:gd name="connsiteX827" fmla="*/ 3276511 w 7467600"/>
              <a:gd name="connsiteY827" fmla="*/ 786423 h 6858000"/>
              <a:gd name="connsiteX828" fmla="*/ 3584154 w 7467600"/>
              <a:gd name="connsiteY828" fmla="*/ 448218 h 6858000"/>
              <a:gd name="connsiteX829" fmla="*/ 3624562 w 7467600"/>
              <a:gd name="connsiteY829" fmla="*/ 367041 h 6858000"/>
              <a:gd name="connsiteX830" fmla="*/ 3766672 w 7467600"/>
              <a:gd name="connsiteY830" fmla="*/ 359429 h 6858000"/>
              <a:gd name="connsiteX831" fmla="*/ 3996338 w 7467600"/>
              <a:gd name="connsiteY831" fmla="*/ 968237 h 6858000"/>
              <a:gd name="connsiteX832" fmla="*/ 3766672 w 7467600"/>
              <a:gd name="connsiteY832" fmla="*/ 359429 h 6858000"/>
              <a:gd name="connsiteX833" fmla="*/ 5805386 w 7467600"/>
              <a:gd name="connsiteY833" fmla="*/ 239240 h 6858000"/>
              <a:gd name="connsiteX834" fmla="*/ 5736947 w 7467600"/>
              <a:gd name="connsiteY834" fmla="*/ 261367 h 6858000"/>
              <a:gd name="connsiteX835" fmla="*/ 5427012 w 7467600"/>
              <a:gd name="connsiteY835" fmla="*/ 311272 h 6858000"/>
              <a:gd name="connsiteX836" fmla="*/ 5147818 w 7467600"/>
              <a:gd name="connsiteY836" fmla="*/ 322112 h 6858000"/>
              <a:gd name="connsiteX837" fmla="*/ 5060854 w 7467600"/>
              <a:gd name="connsiteY837" fmla="*/ 311882 h 6858000"/>
              <a:gd name="connsiteX838" fmla="*/ 4945989 w 7467600"/>
              <a:gd name="connsiteY838" fmla="*/ 300516 h 6858000"/>
              <a:gd name="connsiteX839" fmla="*/ 5410479 w 7467600"/>
              <a:gd name="connsiteY839" fmla="*/ 348434 h 6858000"/>
              <a:gd name="connsiteX840" fmla="*/ 5805386 w 7467600"/>
              <a:gd name="connsiteY840" fmla="*/ 239240 h 6858000"/>
              <a:gd name="connsiteX841" fmla="*/ 5905192 w 7467600"/>
              <a:gd name="connsiteY841" fmla="*/ 163079 h 6858000"/>
              <a:gd name="connsiteX842" fmla="*/ 5865655 w 7467600"/>
              <a:gd name="connsiteY842" fmla="*/ 171901 h 6858000"/>
              <a:gd name="connsiteX843" fmla="*/ 5259740 w 7467600"/>
              <a:gd name="connsiteY843" fmla="*/ 257013 h 6858000"/>
              <a:gd name="connsiteX844" fmla="*/ 5208466 w 7467600"/>
              <a:gd name="connsiteY844" fmla="*/ 257550 h 6858000"/>
              <a:gd name="connsiteX845" fmla="*/ 4980204 w 7467600"/>
              <a:gd name="connsiteY845" fmla="*/ 271903 h 6858000"/>
              <a:gd name="connsiteX846" fmla="*/ 5068068 w 7467600"/>
              <a:gd name="connsiteY846" fmla="*/ 282244 h 6858000"/>
              <a:gd name="connsiteX847" fmla="*/ 5153231 w 7467600"/>
              <a:gd name="connsiteY847" fmla="*/ 292240 h 6858000"/>
              <a:gd name="connsiteX848" fmla="*/ 5426491 w 7467600"/>
              <a:gd name="connsiteY848" fmla="*/ 281128 h 6858000"/>
              <a:gd name="connsiteX849" fmla="*/ 5731212 w 7467600"/>
              <a:gd name="connsiteY849" fmla="*/ 231951 h 6858000"/>
              <a:gd name="connsiteX850" fmla="*/ 5905192 w 7467600"/>
              <a:gd name="connsiteY850" fmla="*/ 163079 h 6858000"/>
              <a:gd name="connsiteX851" fmla="*/ 5944437 w 7467600"/>
              <a:gd name="connsiteY851" fmla="*/ 113829 h 6858000"/>
              <a:gd name="connsiteX852" fmla="*/ 5825032 w 7467600"/>
              <a:gd name="connsiteY852" fmla="*/ 146405 h 6858000"/>
              <a:gd name="connsiteX853" fmla="*/ 4955599 w 7467600"/>
              <a:gd name="connsiteY853" fmla="*/ 247008 h 6858000"/>
              <a:gd name="connsiteX854" fmla="*/ 5210104 w 7467600"/>
              <a:gd name="connsiteY854" fmla="*/ 228123 h 6858000"/>
              <a:gd name="connsiteX855" fmla="*/ 5261015 w 7467600"/>
              <a:gd name="connsiteY855" fmla="*/ 227087 h 6858000"/>
              <a:gd name="connsiteX856" fmla="*/ 5861181 w 7467600"/>
              <a:gd name="connsiteY856" fmla="*/ 143093 h 6858000"/>
              <a:gd name="connsiteX857" fmla="*/ 5961252 w 7467600"/>
              <a:gd name="connsiteY857" fmla="*/ 114820 h 6858000"/>
              <a:gd name="connsiteX858" fmla="*/ 5944437 w 7467600"/>
              <a:gd name="connsiteY858" fmla="*/ 113829 h 6858000"/>
              <a:gd name="connsiteX859" fmla="*/ 3882765 w 7467600"/>
              <a:gd name="connsiteY859" fmla="*/ 0 h 6858000"/>
              <a:gd name="connsiteX860" fmla="*/ 3995099 w 7467600"/>
              <a:gd name="connsiteY860" fmla="*/ 0 h 6858000"/>
              <a:gd name="connsiteX861" fmla="*/ 4163818 w 7467600"/>
              <a:gd name="connsiteY861" fmla="*/ 234104 h 6858000"/>
              <a:gd name="connsiteX862" fmla="*/ 4172099 w 7467600"/>
              <a:gd name="connsiteY862" fmla="*/ 234207 h 6858000"/>
              <a:gd name="connsiteX863" fmla="*/ 4784282 w 7467600"/>
              <a:gd name="connsiteY863" fmla="*/ 276561 h 6858000"/>
              <a:gd name="connsiteX864" fmla="*/ 4801687 w 7467600"/>
              <a:gd name="connsiteY864" fmla="*/ 267764 h 6858000"/>
              <a:gd name="connsiteX865" fmla="*/ 6082788 w 7467600"/>
              <a:gd name="connsiteY865" fmla="*/ 64119 h 6858000"/>
              <a:gd name="connsiteX866" fmla="*/ 6099442 w 7467600"/>
              <a:gd name="connsiteY866" fmla="*/ 82568 h 6858000"/>
              <a:gd name="connsiteX867" fmla="*/ 4804137 w 7467600"/>
              <a:gd name="connsiteY867" fmla="*/ 320931 h 6858000"/>
              <a:gd name="connsiteX868" fmla="*/ 4227047 w 7467600"/>
              <a:gd name="connsiteY868" fmla="*/ 313415 h 6858000"/>
              <a:gd name="connsiteX869" fmla="*/ 4346041 w 7467600"/>
              <a:gd name="connsiteY869" fmla="*/ 456086 h 6858000"/>
              <a:gd name="connsiteX870" fmla="*/ 4870967 w 7467600"/>
              <a:gd name="connsiteY870" fmla="*/ 963061 h 6858000"/>
              <a:gd name="connsiteX871" fmla="*/ 4889647 w 7467600"/>
              <a:gd name="connsiteY871" fmla="*/ 957147 h 6858000"/>
              <a:gd name="connsiteX872" fmla="*/ 5422504 w 7467600"/>
              <a:gd name="connsiteY872" fmla="*/ 805191 h 6858000"/>
              <a:gd name="connsiteX873" fmla="*/ 6087656 w 7467600"/>
              <a:gd name="connsiteY873" fmla="*/ 826703 h 6858000"/>
              <a:gd name="connsiteX874" fmla="*/ 6058717 w 7467600"/>
              <a:gd name="connsiteY874" fmla="*/ 865992 h 6858000"/>
              <a:gd name="connsiteX875" fmla="*/ 4974153 w 7467600"/>
              <a:gd name="connsiteY875" fmla="*/ 1045456 h 6858000"/>
              <a:gd name="connsiteX876" fmla="*/ 5627835 w 7467600"/>
              <a:gd name="connsiteY876" fmla="*/ 1472077 h 6858000"/>
              <a:gd name="connsiteX877" fmla="*/ 5629817 w 7467600"/>
              <a:gd name="connsiteY877" fmla="*/ 1471412 h 6858000"/>
              <a:gd name="connsiteX878" fmla="*/ 5634124 w 7467600"/>
              <a:gd name="connsiteY878" fmla="*/ 1470572 h 6858000"/>
              <a:gd name="connsiteX879" fmla="*/ 5755832 w 7467600"/>
              <a:gd name="connsiteY879" fmla="*/ 1383886 h 6858000"/>
              <a:gd name="connsiteX880" fmla="*/ 6014186 w 7467600"/>
              <a:gd name="connsiteY880" fmla="*/ 1279799 h 6858000"/>
              <a:gd name="connsiteX881" fmla="*/ 6901619 w 7467600"/>
              <a:gd name="connsiteY881" fmla="*/ 1047874 h 6858000"/>
              <a:gd name="connsiteX882" fmla="*/ 6931566 w 7467600"/>
              <a:gd name="connsiteY882" fmla="*/ 1062034 h 6858000"/>
              <a:gd name="connsiteX883" fmla="*/ 5790982 w 7467600"/>
              <a:gd name="connsiteY883" fmla="*/ 1561380 h 6858000"/>
              <a:gd name="connsiteX884" fmla="*/ 6188971 w 7467600"/>
              <a:gd name="connsiteY884" fmla="*/ 1755168 h 6858000"/>
              <a:gd name="connsiteX885" fmla="*/ 6202446 w 7467600"/>
              <a:gd name="connsiteY885" fmla="*/ 1752268 h 6858000"/>
              <a:gd name="connsiteX886" fmla="*/ 7179560 w 7467600"/>
              <a:gd name="connsiteY886" fmla="*/ 1467551 h 6858000"/>
              <a:gd name="connsiteX887" fmla="*/ 7158730 w 7467600"/>
              <a:gd name="connsiteY887" fmla="*/ 1507835 h 6858000"/>
              <a:gd name="connsiteX888" fmla="*/ 6326959 w 7467600"/>
              <a:gd name="connsiteY888" fmla="*/ 1817686 h 6858000"/>
              <a:gd name="connsiteX889" fmla="*/ 6537433 w 7467600"/>
              <a:gd name="connsiteY889" fmla="*/ 1907790 h 6858000"/>
              <a:gd name="connsiteX890" fmla="*/ 6550221 w 7467600"/>
              <a:gd name="connsiteY890" fmla="*/ 1910729 h 6858000"/>
              <a:gd name="connsiteX891" fmla="*/ 6964438 w 7467600"/>
              <a:gd name="connsiteY891" fmla="*/ 2209505 h 6858000"/>
              <a:gd name="connsiteX892" fmla="*/ 7367862 w 7467600"/>
              <a:gd name="connsiteY892" fmla="*/ 2806833 h 6858000"/>
              <a:gd name="connsiteX893" fmla="*/ 7364329 w 7467600"/>
              <a:gd name="connsiteY893" fmla="*/ 2826907 h 6858000"/>
              <a:gd name="connsiteX894" fmla="*/ 7290545 w 7467600"/>
              <a:gd name="connsiteY894" fmla="*/ 2850663 h 6858000"/>
              <a:gd name="connsiteX895" fmla="*/ 6472036 w 7467600"/>
              <a:gd name="connsiteY895" fmla="*/ 1959003 h 6858000"/>
              <a:gd name="connsiteX896" fmla="*/ 5792897 w 7467600"/>
              <a:gd name="connsiteY896" fmla="*/ 1647747 h 6858000"/>
              <a:gd name="connsiteX897" fmla="*/ 5842751 w 7467600"/>
              <a:gd name="connsiteY897" fmla="*/ 1816112 h 6858000"/>
              <a:gd name="connsiteX898" fmla="*/ 5847424 w 7467600"/>
              <a:gd name="connsiteY898" fmla="*/ 1815776 h 6858000"/>
              <a:gd name="connsiteX899" fmla="*/ 6399821 w 7467600"/>
              <a:gd name="connsiteY899" fmla="*/ 2344799 h 6858000"/>
              <a:gd name="connsiteX900" fmla="*/ 6323232 w 7467600"/>
              <a:gd name="connsiteY900" fmla="*/ 2389634 h 6858000"/>
              <a:gd name="connsiteX901" fmla="*/ 5942958 w 7467600"/>
              <a:gd name="connsiteY901" fmla="*/ 2077708 h 6858000"/>
              <a:gd name="connsiteX902" fmla="*/ 5921559 w 7467600"/>
              <a:gd name="connsiteY902" fmla="*/ 2378596 h 6858000"/>
              <a:gd name="connsiteX903" fmla="*/ 5817651 w 7467600"/>
              <a:gd name="connsiteY903" fmla="*/ 3023919 h 6858000"/>
              <a:gd name="connsiteX904" fmla="*/ 5729634 w 7467600"/>
              <a:gd name="connsiteY904" fmla="*/ 3051849 h 6858000"/>
              <a:gd name="connsiteX905" fmla="*/ 5611018 w 7467600"/>
              <a:gd name="connsiteY905" fmla="*/ 2316769 h 6858000"/>
              <a:gd name="connsiteX906" fmla="*/ 5687608 w 7467600"/>
              <a:gd name="connsiteY906" fmla="*/ 2039972 h 6858000"/>
              <a:gd name="connsiteX907" fmla="*/ 5657554 w 7467600"/>
              <a:gd name="connsiteY907" fmla="*/ 1576445 h 6858000"/>
              <a:gd name="connsiteX908" fmla="*/ 5150475 w 7467600"/>
              <a:gd name="connsiteY908" fmla="*/ 1274012 h 6858000"/>
              <a:gd name="connsiteX909" fmla="*/ 5349142 w 7467600"/>
              <a:gd name="connsiteY909" fmla="*/ 2204405 h 6858000"/>
              <a:gd name="connsiteX910" fmla="*/ 5262214 w 7467600"/>
              <a:gd name="connsiteY910" fmla="*/ 2233836 h 6858000"/>
              <a:gd name="connsiteX911" fmla="*/ 4981539 w 7467600"/>
              <a:gd name="connsiteY911" fmla="*/ 1542201 h 6858000"/>
              <a:gd name="connsiteX912" fmla="*/ 4958461 w 7467600"/>
              <a:gd name="connsiteY912" fmla="*/ 1136957 h 6858000"/>
              <a:gd name="connsiteX913" fmla="*/ 4655015 w 7467600"/>
              <a:gd name="connsiteY913" fmla="*/ 891426 h 6858000"/>
              <a:gd name="connsiteX914" fmla="*/ 4348002 w 7467600"/>
              <a:gd name="connsiteY914" fmla="*/ 2205895 h 6858000"/>
              <a:gd name="connsiteX915" fmla="*/ 4262250 w 7467600"/>
              <a:gd name="connsiteY915" fmla="*/ 2219972 h 6858000"/>
              <a:gd name="connsiteX916" fmla="*/ 4550611 w 7467600"/>
              <a:gd name="connsiteY916" fmla="*/ 817540 h 6858000"/>
              <a:gd name="connsiteX917" fmla="*/ 4564418 w 7467600"/>
              <a:gd name="connsiteY917" fmla="*/ 808293 h 6858000"/>
              <a:gd name="connsiteX918" fmla="*/ 4266388 w 7467600"/>
              <a:gd name="connsiteY918" fmla="*/ 500083 h 6858000"/>
              <a:gd name="connsiteX919" fmla="*/ 4032842 w 7467600"/>
              <a:gd name="connsiteY919" fmla="*/ 211809 h 6858000"/>
              <a:gd name="connsiteX920" fmla="*/ 3882765 w 7467600"/>
              <a:gd name="connsiteY920" fmla="*/ 0 h 6858000"/>
              <a:gd name="connsiteX921" fmla="*/ 3721337 w 7467600"/>
              <a:gd name="connsiteY921" fmla="*/ 0 h 6858000"/>
              <a:gd name="connsiteX922" fmla="*/ 3797544 w 7467600"/>
              <a:gd name="connsiteY922" fmla="*/ 0 h 6858000"/>
              <a:gd name="connsiteX923" fmla="*/ 3775734 w 7467600"/>
              <a:gd name="connsiteY923" fmla="*/ 95131 h 6858000"/>
              <a:gd name="connsiteX924" fmla="*/ 3724807 w 7467600"/>
              <a:gd name="connsiteY924" fmla="*/ 272257 h 6858000"/>
              <a:gd name="connsiteX925" fmla="*/ 3726844 w 7467600"/>
              <a:gd name="connsiteY925" fmla="*/ 282988 h 6858000"/>
              <a:gd name="connsiteX926" fmla="*/ 3742664 w 7467600"/>
              <a:gd name="connsiteY926" fmla="*/ 279918 h 6858000"/>
              <a:gd name="connsiteX927" fmla="*/ 4103910 w 7467600"/>
              <a:gd name="connsiteY927" fmla="*/ 1161917 h 6858000"/>
              <a:gd name="connsiteX928" fmla="*/ 4020269 w 7467600"/>
              <a:gd name="connsiteY928" fmla="*/ 1200406 h 6858000"/>
              <a:gd name="connsiteX929" fmla="*/ 3674882 w 7467600"/>
              <a:gd name="connsiteY929" fmla="*/ 488524 h 6858000"/>
              <a:gd name="connsiteX930" fmla="*/ 3132682 w 7467600"/>
              <a:gd name="connsiteY930" fmla="*/ 1072284 h 6858000"/>
              <a:gd name="connsiteX931" fmla="*/ 2716346 w 7467600"/>
              <a:gd name="connsiteY931" fmla="*/ 1276376 h 6858000"/>
              <a:gd name="connsiteX932" fmla="*/ 2716772 w 7467600"/>
              <a:gd name="connsiteY932" fmla="*/ 1255462 h 6858000"/>
              <a:gd name="connsiteX933" fmla="*/ 3471096 w 7467600"/>
              <a:gd name="connsiteY933" fmla="*/ 437072 h 6858000"/>
              <a:gd name="connsiteX934" fmla="*/ 3639057 w 7467600"/>
              <a:gd name="connsiteY934" fmla="*/ 286334 h 6858000"/>
              <a:gd name="connsiteX935" fmla="*/ 3640309 w 7467600"/>
              <a:gd name="connsiteY935" fmla="*/ 284664 h 6858000"/>
              <a:gd name="connsiteX936" fmla="*/ 3646022 w 7467600"/>
              <a:gd name="connsiteY936" fmla="*/ 276711 h 6858000"/>
              <a:gd name="connsiteX937" fmla="*/ 3707943 w 7467600"/>
              <a:gd name="connsiteY937" fmla="*/ 65958 h 6858000"/>
              <a:gd name="connsiteX938" fmla="*/ 3721337 w 7467600"/>
              <a:gd name="connsiteY938" fmla="*/ 0 h 6858000"/>
              <a:gd name="connsiteX939" fmla="*/ 2867960 w 7467600"/>
              <a:gd name="connsiteY939" fmla="*/ 0 h 6858000"/>
              <a:gd name="connsiteX940" fmla="*/ 2926351 w 7467600"/>
              <a:gd name="connsiteY940" fmla="*/ 0 h 6858000"/>
              <a:gd name="connsiteX941" fmla="*/ 2902823 w 7467600"/>
              <a:gd name="connsiteY941" fmla="*/ 262929 h 6858000"/>
              <a:gd name="connsiteX942" fmla="*/ 2940663 w 7467600"/>
              <a:gd name="connsiteY942" fmla="*/ 140884 h 6858000"/>
              <a:gd name="connsiteX943" fmla="*/ 2947039 w 7467600"/>
              <a:gd name="connsiteY943" fmla="*/ 122524 h 6858000"/>
              <a:gd name="connsiteX944" fmla="*/ 2984316 w 7467600"/>
              <a:gd name="connsiteY944" fmla="*/ 0 h 6858000"/>
              <a:gd name="connsiteX945" fmla="*/ 3016114 w 7467600"/>
              <a:gd name="connsiteY945" fmla="*/ 0 h 6858000"/>
              <a:gd name="connsiteX946" fmla="*/ 2979949 w 7467600"/>
              <a:gd name="connsiteY946" fmla="*/ 119274 h 6858000"/>
              <a:gd name="connsiteX947" fmla="*/ 3023879 w 7467600"/>
              <a:gd name="connsiteY947" fmla="*/ 0 h 6858000"/>
              <a:gd name="connsiteX948" fmla="*/ 3105400 w 7467600"/>
              <a:gd name="connsiteY948" fmla="*/ 0 h 6858000"/>
              <a:gd name="connsiteX949" fmla="*/ 3094669 w 7467600"/>
              <a:gd name="connsiteY949" fmla="*/ 30308 h 6858000"/>
              <a:gd name="connsiteX950" fmla="*/ 2901945 w 7467600"/>
              <a:gd name="connsiteY950" fmla="*/ 466538 h 6858000"/>
              <a:gd name="connsiteX951" fmla="*/ 2815209 w 7467600"/>
              <a:gd name="connsiteY951" fmla="*/ 497361 h 6858000"/>
              <a:gd name="connsiteX952" fmla="*/ 2844845 w 7467600"/>
              <a:gd name="connsiteY952" fmla="*/ 127638 h 6858000"/>
              <a:gd name="connsiteX953" fmla="*/ 2867960 w 7467600"/>
              <a:gd name="connsiteY953" fmla="*/ 0 h 6858000"/>
              <a:gd name="connsiteX954" fmla="*/ 1057230 w 7467600"/>
              <a:gd name="connsiteY954" fmla="*/ 0 h 6858000"/>
              <a:gd name="connsiteX955" fmla="*/ 1111003 w 7467600"/>
              <a:gd name="connsiteY955" fmla="*/ 0 h 6858000"/>
              <a:gd name="connsiteX956" fmla="*/ 1125553 w 7467600"/>
              <a:gd name="connsiteY956" fmla="*/ 52588 h 6858000"/>
              <a:gd name="connsiteX957" fmla="*/ 1304276 w 7467600"/>
              <a:gd name="connsiteY957" fmla="*/ 476275 h 6858000"/>
              <a:gd name="connsiteX958" fmla="*/ 1492066 w 7467600"/>
              <a:gd name="connsiteY958" fmla="*/ 886333 h 6858000"/>
              <a:gd name="connsiteX959" fmla="*/ 1423698 w 7467600"/>
              <a:gd name="connsiteY959" fmla="*/ 710817 h 6858000"/>
              <a:gd name="connsiteX960" fmla="*/ 1357609 w 7467600"/>
              <a:gd name="connsiteY960" fmla="*/ 532892 h 6858000"/>
              <a:gd name="connsiteX961" fmla="*/ 1309550 w 7467600"/>
              <a:gd name="connsiteY961" fmla="*/ 374031 h 6858000"/>
              <a:gd name="connsiteX962" fmla="*/ 1193673 w 7467600"/>
              <a:gd name="connsiteY962" fmla="*/ 49533 h 6858000"/>
              <a:gd name="connsiteX963" fmla="*/ 1164391 w 7467600"/>
              <a:gd name="connsiteY963" fmla="*/ 0 h 6858000"/>
              <a:gd name="connsiteX964" fmla="*/ 1200666 w 7467600"/>
              <a:gd name="connsiteY964" fmla="*/ 0 h 6858000"/>
              <a:gd name="connsiteX965" fmla="*/ 1223408 w 7467600"/>
              <a:gd name="connsiteY965" fmla="*/ 38996 h 6858000"/>
              <a:gd name="connsiteX966" fmla="*/ 1339635 w 7467600"/>
              <a:gd name="connsiteY966" fmla="*/ 365517 h 6858000"/>
              <a:gd name="connsiteX967" fmla="*/ 1387469 w 7467600"/>
              <a:gd name="connsiteY967" fmla="*/ 523079 h 6858000"/>
              <a:gd name="connsiteX968" fmla="*/ 1452685 w 7467600"/>
              <a:gd name="connsiteY968" fmla="*/ 699806 h 6858000"/>
              <a:gd name="connsiteX969" fmla="*/ 1492092 w 7467600"/>
              <a:gd name="connsiteY969" fmla="*/ 800424 h 6858000"/>
              <a:gd name="connsiteX970" fmla="*/ 1455302 w 7467600"/>
              <a:gd name="connsiteY970" fmla="*/ 632913 h 6858000"/>
              <a:gd name="connsiteX971" fmla="*/ 1222336 w 7467600"/>
              <a:gd name="connsiteY971" fmla="*/ 9480 h 6858000"/>
              <a:gd name="connsiteX972" fmla="*/ 1214634 w 7467600"/>
              <a:gd name="connsiteY972" fmla="*/ 0 h 6858000"/>
              <a:gd name="connsiteX973" fmla="*/ 1289827 w 7467600"/>
              <a:gd name="connsiteY973" fmla="*/ 0 h 6858000"/>
              <a:gd name="connsiteX974" fmla="*/ 1321076 w 7467600"/>
              <a:gd name="connsiteY974" fmla="*/ 59722 h 6858000"/>
              <a:gd name="connsiteX975" fmla="*/ 1512579 w 7467600"/>
              <a:gd name="connsiteY975" fmla="*/ 626441 h 6858000"/>
              <a:gd name="connsiteX976" fmla="*/ 1506076 w 7467600"/>
              <a:gd name="connsiteY976" fmla="*/ 1089289 h 6858000"/>
              <a:gd name="connsiteX977" fmla="*/ 1486346 w 7467600"/>
              <a:gd name="connsiteY977" fmla="*/ 1079919 h 6858000"/>
              <a:gd name="connsiteX978" fmla="*/ 1070511 w 7467600"/>
              <a:gd name="connsiteY978" fmla="*/ 48609 h 6858000"/>
              <a:gd name="connsiteX979" fmla="*/ 1057230 w 7467600"/>
              <a:gd name="connsiteY979" fmla="*/ 0 h 6858000"/>
              <a:gd name="connsiteX980" fmla="*/ 43151 w 7467600"/>
              <a:gd name="connsiteY980" fmla="*/ 0 h 6858000"/>
              <a:gd name="connsiteX981" fmla="*/ 95283 w 7467600"/>
              <a:gd name="connsiteY981" fmla="*/ 0 h 6858000"/>
              <a:gd name="connsiteX982" fmla="*/ 300708 w 7467600"/>
              <a:gd name="connsiteY982" fmla="*/ 154571 h 6858000"/>
              <a:gd name="connsiteX983" fmla="*/ 530414 w 7467600"/>
              <a:gd name="connsiteY983" fmla="*/ 354673 h 6858000"/>
              <a:gd name="connsiteX984" fmla="*/ 333785 w 7467600"/>
              <a:gd name="connsiteY984" fmla="*/ 161564 h 6858000"/>
              <a:gd name="connsiteX985" fmla="*/ 147005 w 7467600"/>
              <a:gd name="connsiteY985" fmla="*/ 0 h 6858000"/>
              <a:gd name="connsiteX986" fmla="*/ 272509 w 7467600"/>
              <a:gd name="connsiteY986" fmla="*/ 0 h 6858000"/>
              <a:gd name="connsiteX987" fmla="*/ 326276 w 7467600"/>
              <a:gd name="connsiteY987" fmla="*/ 45847 h 6858000"/>
              <a:gd name="connsiteX988" fmla="*/ 823759 w 7467600"/>
              <a:gd name="connsiteY988" fmla="*/ 574145 h 6858000"/>
              <a:gd name="connsiteX989" fmla="*/ 811254 w 7467600"/>
              <a:gd name="connsiteY989" fmla="*/ 665546 h 6858000"/>
              <a:gd name="connsiteX990" fmla="*/ 154042 w 7467600"/>
              <a:gd name="connsiteY990" fmla="*/ 261522 h 6858000"/>
              <a:gd name="connsiteX991" fmla="*/ 13550 w 7467600"/>
              <a:gd name="connsiteY991" fmla="*/ 158423 h 6858000"/>
              <a:gd name="connsiteX992" fmla="*/ 0 w 7467600"/>
              <a:gd name="connsiteY992" fmla="*/ 146618 h 6858000"/>
              <a:gd name="connsiteX993" fmla="*/ 0 w 7467600"/>
              <a:gd name="connsiteY993" fmla="*/ 59161 h 6858000"/>
              <a:gd name="connsiteX994" fmla="*/ 45427 w 7467600"/>
              <a:gd name="connsiteY994" fmla="*/ 101078 h 6858000"/>
              <a:gd name="connsiteX995" fmla="*/ 630103 w 7467600"/>
              <a:gd name="connsiteY995" fmla="*/ 485885 h 6858000"/>
              <a:gd name="connsiteX996" fmla="*/ 532040 w 7467600"/>
              <a:gd name="connsiteY996" fmla="*/ 399359 h 6858000"/>
              <a:gd name="connsiteX997" fmla="*/ 517618 w 7467600"/>
              <a:gd name="connsiteY997" fmla="*/ 385726 h 6858000"/>
              <a:gd name="connsiteX998" fmla="*/ 285074 w 7467600"/>
              <a:gd name="connsiteY998" fmla="*/ 182755 h 6858000"/>
              <a:gd name="connsiteX999" fmla="*/ 43151 w 7467600"/>
              <a:gd name="connsiteY99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361850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7467600 w 7467600"/>
              <a:gd name="connsiteY141" fmla="*/ 5297634 h 6858000"/>
              <a:gd name="connsiteX142" fmla="*/ 7467600 w 7467600"/>
              <a:gd name="connsiteY142" fmla="*/ 5361850 h 6858000"/>
              <a:gd name="connsiteX143" fmla="*/ 1903353 w 7467600"/>
              <a:gd name="connsiteY143" fmla="*/ 5044827 h 6858000"/>
              <a:gd name="connsiteX144" fmla="*/ 1936931 w 7467600"/>
              <a:gd name="connsiteY144" fmla="*/ 5093954 h 6858000"/>
              <a:gd name="connsiteX145" fmla="*/ 2195868 w 7467600"/>
              <a:gd name="connsiteY145" fmla="*/ 5396574 h 6858000"/>
              <a:gd name="connsiteX146" fmla="*/ 2088852 w 7467600"/>
              <a:gd name="connsiteY146" fmla="*/ 5166123 h 6858000"/>
              <a:gd name="connsiteX147" fmla="*/ 1958241 w 7467600"/>
              <a:gd name="connsiteY147" fmla="*/ 5067955 h 6858000"/>
              <a:gd name="connsiteX148" fmla="*/ 1903353 w 7467600"/>
              <a:gd name="connsiteY148" fmla="*/ 5044827 h 6858000"/>
              <a:gd name="connsiteX149" fmla="*/ 1979378 w 7467600"/>
              <a:gd name="connsiteY149" fmla="*/ 4769504 h 6858000"/>
              <a:gd name="connsiteX150" fmla="*/ 2882120 w 7467600"/>
              <a:gd name="connsiteY150" fmla="*/ 5064547 h 6858000"/>
              <a:gd name="connsiteX151" fmla="*/ 2793103 w 7467600"/>
              <a:gd name="connsiteY151" fmla="*/ 5039699 h 6858000"/>
              <a:gd name="connsiteX152" fmla="*/ 2770041 w 7467600"/>
              <a:gd name="connsiteY152" fmla="*/ 5033634 h 6858000"/>
              <a:gd name="connsiteX153" fmla="*/ 1979378 w 7467600"/>
              <a:gd name="connsiteY153" fmla="*/ 4769504 h 6858000"/>
              <a:gd name="connsiteX154" fmla="*/ 1927410 w 7467600"/>
              <a:gd name="connsiteY154" fmla="*/ 4716164 h 6858000"/>
              <a:gd name="connsiteX155" fmla="*/ 1959587 w 7467600"/>
              <a:gd name="connsiteY155" fmla="*/ 4728849 h 6858000"/>
              <a:gd name="connsiteX156" fmla="*/ 2777707 w 7467600"/>
              <a:gd name="connsiteY156" fmla="*/ 5003991 h 6858000"/>
              <a:gd name="connsiteX157" fmla="*/ 2800768 w 7467600"/>
              <a:gd name="connsiteY157" fmla="*/ 5010056 h 6858000"/>
              <a:gd name="connsiteX158" fmla="*/ 2879408 w 7467600"/>
              <a:gd name="connsiteY158" fmla="*/ 5031590 h 6858000"/>
              <a:gd name="connsiteX159" fmla="*/ 2862295 w 7467600"/>
              <a:gd name="connsiteY159" fmla="*/ 5022958 h 6858000"/>
              <a:gd name="connsiteX160" fmla="*/ 2813343 w 7467600"/>
              <a:gd name="connsiteY160" fmla="*/ 4998369 h 6858000"/>
              <a:gd name="connsiteX161" fmla="*/ 2646245 w 7467600"/>
              <a:gd name="connsiteY161" fmla="*/ 4930999 h 6858000"/>
              <a:gd name="connsiteX162" fmla="*/ 1999243 w 7467600"/>
              <a:gd name="connsiteY162" fmla="*/ 4730524 h 6858000"/>
              <a:gd name="connsiteX163" fmla="*/ 1979527 w 7467600"/>
              <a:gd name="connsiteY163" fmla="*/ 4726651 h 6858000"/>
              <a:gd name="connsiteX164" fmla="*/ 1927410 w 7467600"/>
              <a:gd name="connsiteY164" fmla="*/ 4716164 h 6858000"/>
              <a:gd name="connsiteX165" fmla="*/ 1997014 w 7467600"/>
              <a:gd name="connsiteY165" fmla="*/ 4698007 h 6858000"/>
              <a:gd name="connsiteX166" fmla="*/ 2005458 w 7467600"/>
              <a:gd name="connsiteY166" fmla="*/ 4699540 h 6858000"/>
              <a:gd name="connsiteX167" fmla="*/ 2657186 w 7467600"/>
              <a:gd name="connsiteY167" fmla="*/ 4901687 h 6858000"/>
              <a:gd name="connsiteX168" fmla="*/ 2826662 w 7467600"/>
              <a:gd name="connsiteY168" fmla="*/ 4970362 h 6858000"/>
              <a:gd name="connsiteX169" fmla="*/ 2876100 w 7467600"/>
              <a:gd name="connsiteY169" fmla="*/ 4995397 h 6858000"/>
              <a:gd name="connsiteX170" fmla="*/ 3042600 w 7467600"/>
              <a:gd name="connsiteY170" fmla="*/ 5059532 h 6858000"/>
              <a:gd name="connsiteX171" fmla="*/ 1997014 w 7467600"/>
              <a:gd name="connsiteY171" fmla="*/ 4698007 h 6858000"/>
              <a:gd name="connsiteX172" fmla="*/ 2305292 w 7467600"/>
              <a:gd name="connsiteY172" fmla="*/ 4219492 h 6858000"/>
              <a:gd name="connsiteX173" fmla="*/ 3360922 w 7467600"/>
              <a:gd name="connsiteY173" fmla="*/ 4529373 h 6858000"/>
              <a:gd name="connsiteX174" fmla="*/ 3492420 w 7467600"/>
              <a:gd name="connsiteY174" fmla="*/ 4510145 h 6858000"/>
              <a:gd name="connsiteX175" fmla="*/ 3364086 w 7467600"/>
              <a:gd name="connsiteY175" fmla="*/ 4480340 h 6858000"/>
              <a:gd name="connsiteX176" fmla="*/ 3225818 w 7467600"/>
              <a:gd name="connsiteY176" fmla="*/ 4411822 h 6858000"/>
              <a:gd name="connsiteX177" fmla="*/ 3129696 w 7467600"/>
              <a:gd name="connsiteY177" fmla="*/ 4360704 h 6858000"/>
              <a:gd name="connsiteX178" fmla="*/ 2814545 w 7467600"/>
              <a:gd name="connsiteY178" fmla="*/ 4282955 h 6858000"/>
              <a:gd name="connsiteX179" fmla="*/ 2305292 w 7467600"/>
              <a:gd name="connsiteY179" fmla="*/ 4219492 h 6858000"/>
              <a:gd name="connsiteX180" fmla="*/ 2626982 w 7467600"/>
              <a:gd name="connsiteY180" fmla="*/ 4206450 h 6858000"/>
              <a:gd name="connsiteX181" fmla="*/ 2490617 w 7467600"/>
              <a:gd name="connsiteY181" fmla="*/ 4206951 h 6858000"/>
              <a:gd name="connsiteX182" fmla="*/ 2819869 w 7467600"/>
              <a:gd name="connsiteY182" fmla="*/ 4252936 h 6858000"/>
              <a:gd name="connsiteX183" fmla="*/ 3143018 w 7467600"/>
              <a:gd name="connsiteY183" fmla="*/ 4332698 h 6858000"/>
              <a:gd name="connsiteX184" fmla="*/ 3241520 w 7467600"/>
              <a:gd name="connsiteY184" fmla="*/ 4385112 h 6858000"/>
              <a:gd name="connsiteX185" fmla="*/ 3374575 w 7467600"/>
              <a:gd name="connsiteY185" fmla="*/ 4451517 h 6858000"/>
              <a:gd name="connsiteX186" fmla="*/ 3505221 w 7467600"/>
              <a:gd name="connsiteY186" fmla="*/ 4480757 h 6858000"/>
              <a:gd name="connsiteX187" fmla="*/ 2626982 w 7467600"/>
              <a:gd name="connsiteY187" fmla="*/ 4206450 h 6858000"/>
              <a:gd name="connsiteX188" fmla="*/ 1310106 w 7467600"/>
              <a:gd name="connsiteY188" fmla="*/ 3943217 h 6858000"/>
              <a:gd name="connsiteX189" fmla="*/ 854994 w 7467600"/>
              <a:gd name="connsiteY189" fmla="*/ 4399136 h 6858000"/>
              <a:gd name="connsiteX190" fmla="*/ 742462 w 7467600"/>
              <a:gd name="connsiteY190" fmla="*/ 4594648 h 6858000"/>
              <a:gd name="connsiteX191" fmla="*/ 820602 w 7467600"/>
              <a:gd name="connsiteY191" fmla="*/ 4485915 h 6858000"/>
              <a:gd name="connsiteX192" fmla="*/ 878295 w 7467600"/>
              <a:gd name="connsiteY192" fmla="*/ 4403594 h 6858000"/>
              <a:gd name="connsiteX193" fmla="*/ 1240607 w 7467600"/>
              <a:gd name="connsiteY193" fmla="*/ 4010401 h 6858000"/>
              <a:gd name="connsiteX194" fmla="*/ 1310106 w 7467600"/>
              <a:gd name="connsiteY194" fmla="*/ 3943217 h 6858000"/>
              <a:gd name="connsiteX195" fmla="*/ 1423113 w 7467600"/>
              <a:gd name="connsiteY195" fmla="*/ 3874565 h 6858000"/>
              <a:gd name="connsiteX196" fmla="*/ 1260565 w 7467600"/>
              <a:gd name="connsiteY196" fmla="*/ 4031982 h 6858000"/>
              <a:gd name="connsiteX197" fmla="*/ 901900 w 7467600"/>
              <a:gd name="connsiteY197" fmla="*/ 4421236 h 6858000"/>
              <a:gd name="connsiteX198" fmla="*/ 845044 w 7467600"/>
              <a:gd name="connsiteY198" fmla="*/ 4502436 h 6858000"/>
              <a:gd name="connsiteX199" fmla="*/ 685926 w 7467600"/>
              <a:gd name="connsiteY199" fmla="*/ 4703069 h 6858000"/>
              <a:gd name="connsiteX200" fmla="*/ 684248 w 7467600"/>
              <a:gd name="connsiteY200" fmla="*/ 4706721 h 6858000"/>
              <a:gd name="connsiteX201" fmla="*/ 1423113 w 7467600"/>
              <a:gd name="connsiteY201" fmla="*/ 3874565 h 6858000"/>
              <a:gd name="connsiteX202" fmla="*/ 3316479 w 7467600"/>
              <a:gd name="connsiteY202" fmla="*/ 3872136 h 6858000"/>
              <a:gd name="connsiteX203" fmla="*/ 3546806 w 7467600"/>
              <a:gd name="connsiteY203" fmla="*/ 4356139 h 6858000"/>
              <a:gd name="connsiteX204" fmla="*/ 3364433 w 7467600"/>
              <a:gd name="connsiteY204" fmla="*/ 3953121 h 6858000"/>
              <a:gd name="connsiteX205" fmla="*/ 3316479 w 7467600"/>
              <a:gd name="connsiteY205" fmla="*/ 3872136 h 6858000"/>
              <a:gd name="connsiteX206" fmla="*/ 3291335 w 7467600"/>
              <a:gd name="connsiteY206" fmla="*/ 3767420 h 6858000"/>
              <a:gd name="connsiteX207" fmla="*/ 3390805 w 7467600"/>
              <a:gd name="connsiteY207" fmla="*/ 3937163 h 6858000"/>
              <a:gd name="connsiteX208" fmla="*/ 3579062 w 7467600"/>
              <a:gd name="connsiteY208" fmla="*/ 4359040 h 6858000"/>
              <a:gd name="connsiteX209" fmla="*/ 3467355 w 7467600"/>
              <a:gd name="connsiteY209" fmla="*/ 3988130 h 6858000"/>
              <a:gd name="connsiteX210" fmla="*/ 3310753 w 7467600"/>
              <a:gd name="connsiteY210" fmla="*/ 3787140 h 6858000"/>
              <a:gd name="connsiteX211" fmla="*/ 3291335 w 7467600"/>
              <a:gd name="connsiteY211" fmla="*/ 3767420 h 6858000"/>
              <a:gd name="connsiteX212" fmla="*/ 1635889 w 7467600"/>
              <a:gd name="connsiteY212" fmla="*/ 3709494 h 6858000"/>
              <a:gd name="connsiteX213" fmla="*/ 1634800 w 7467600"/>
              <a:gd name="connsiteY213" fmla="*/ 3731111 h 6858000"/>
              <a:gd name="connsiteX214" fmla="*/ 1635889 w 7467600"/>
              <a:gd name="connsiteY214" fmla="*/ 3709494 h 6858000"/>
              <a:gd name="connsiteX215" fmla="*/ 1510397 w 7467600"/>
              <a:gd name="connsiteY215" fmla="*/ 3684705 h 6858000"/>
              <a:gd name="connsiteX216" fmla="*/ 1146550 w 7467600"/>
              <a:gd name="connsiteY216" fmla="*/ 3802012 h 6858000"/>
              <a:gd name="connsiteX217" fmla="*/ 698834 w 7467600"/>
              <a:gd name="connsiteY217" fmla="*/ 3952272 h 6858000"/>
              <a:gd name="connsiteX218" fmla="*/ 34256 w 7467600"/>
              <a:gd name="connsiteY218" fmla="*/ 4347603 h 6858000"/>
              <a:gd name="connsiteX219" fmla="*/ 527241 w 7467600"/>
              <a:gd name="connsiteY219" fmla="*/ 4065078 h 6858000"/>
              <a:gd name="connsiteX220" fmla="*/ 1510397 w 7467600"/>
              <a:gd name="connsiteY220" fmla="*/ 3684705 h 6858000"/>
              <a:gd name="connsiteX221" fmla="*/ 1313114 w 7467600"/>
              <a:gd name="connsiteY221" fmla="*/ 3655216 h 6858000"/>
              <a:gd name="connsiteX222" fmla="*/ 1109304 w 7467600"/>
              <a:gd name="connsiteY222" fmla="*/ 3669030 h 6858000"/>
              <a:gd name="connsiteX223" fmla="*/ 8129 w 7467600"/>
              <a:gd name="connsiteY223" fmla="*/ 4330519 h 6858000"/>
              <a:gd name="connsiteX224" fmla="*/ 687572 w 7467600"/>
              <a:gd name="connsiteY224" fmla="*/ 3925629 h 6858000"/>
              <a:gd name="connsiteX225" fmla="*/ 1138365 w 7467600"/>
              <a:gd name="connsiteY225" fmla="*/ 3774515 h 6858000"/>
              <a:gd name="connsiteX226" fmla="*/ 1505579 w 7467600"/>
              <a:gd name="connsiteY226" fmla="*/ 3655526 h 6858000"/>
              <a:gd name="connsiteX227" fmla="*/ 1313114 w 7467600"/>
              <a:gd name="connsiteY227" fmla="*/ 3655216 h 6858000"/>
              <a:gd name="connsiteX228" fmla="*/ 3655073 w 7467600"/>
              <a:gd name="connsiteY228" fmla="*/ 3650884 h 6858000"/>
              <a:gd name="connsiteX229" fmla="*/ 3989938 w 7467600"/>
              <a:gd name="connsiteY229" fmla="*/ 3991685 h 6858000"/>
              <a:gd name="connsiteX230" fmla="*/ 4393907 w 7467600"/>
              <a:gd name="connsiteY230" fmla="*/ 4261258 h 6858000"/>
              <a:gd name="connsiteX231" fmla="*/ 4648051 w 7467600"/>
              <a:gd name="connsiteY231" fmla="*/ 4374051 h 6858000"/>
              <a:gd name="connsiteX232" fmla="*/ 4383389 w 7467600"/>
              <a:gd name="connsiteY232" fmla="*/ 4184369 h 6858000"/>
              <a:gd name="connsiteX233" fmla="*/ 4165508 w 7467600"/>
              <a:gd name="connsiteY233" fmla="*/ 4035196 h 6858000"/>
              <a:gd name="connsiteX234" fmla="*/ 4068162 w 7467600"/>
              <a:gd name="connsiteY234" fmla="*/ 3953394 h 6858000"/>
              <a:gd name="connsiteX235" fmla="*/ 3981416 w 7467600"/>
              <a:gd name="connsiteY235" fmla="*/ 3880482 h 6858000"/>
              <a:gd name="connsiteX236" fmla="*/ 3800147 w 7467600"/>
              <a:gd name="connsiteY236" fmla="*/ 3749872 h 6858000"/>
              <a:gd name="connsiteX237" fmla="*/ 3655073 w 7467600"/>
              <a:gd name="connsiteY237" fmla="*/ 3650884 h 6858000"/>
              <a:gd name="connsiteX238" fmla="*/ 3670252 w 7467600"/>
              <a:gd name="connsiteY238" fmla="*/ 3622798 h 6858000"/>
              <a:gd name="connsiteX239" fmla="*/ 3817258 w 7467600"/>
              <a:gd name="connsiteY239" fmla="*/ 3723577 h 6858000"/>
              <a:gd name="connsiteX240" fmla="*/ 4000461 w 7467600"/>
              <a:gd name="connsiteY240" fmla="*/ 3855966 h 6858000"/>
              <a:gd name="connsiteX241" fmla="*/ 4088180 w 7467600"/>
              <a:gd name="connsiteY241" fmla="*/ 3929774 h 6858000"/>
              <a:gd name="connsiteX242" fmla="*/ 4184555 w 7467600"/>
              <a:gd name="connsiteY242" fmla="*/ 4010683 h 6858000"/>
              <a:gd name="connsiteX243" fmla="*/ 4399563 w 7467600"/>
              <a:gd name="connsiteY243" fmla="*/ 4158106 h 6858000"/>
              <a:gd name="connsiteX244" fmla="*/ 4684469 w 7467600"/>
              <a:gd name="connsiteY244" fmla="*/ 4364680 h 6858000"/>
              <a:gd name="connsiteX245" fmla="*/ 4690271 w 7467600"/>
              <a:gd name="connsiteY245" fmla="*/ 4370034 h 6858000"/>
              <a:gd name="connsiteX246" fmla="*/ 4136093 w 7467600"/>
              <a:gd name="connsiteY246" fmla="*/ 3858466 h 6858000"/>
              <a:gd name="connsiteX247" fmla="*/ 3670252 w 7467600"/>
              <a:gd name="connsiteY247" fmla="*/ 3622798 h 6858000"/>
              <a:gd name="connsiteX248" fmla="*/ 4440129 w 7467600"/>
              <a:gd name="connsiteY248" fmla="*/ 3448571 h 6858000"/>
              <a:gd name="connsiteX249" fmla="*/ 4856525 w 7467600"/>
              <a:gd name="connsiteY249" fmla="*/ 3915351 h 6858000"/>
              <a:gd name="connsiteX250" fmla="*/ 5059055 w 7467600"/>
              <a:gd name="connsiteY250" fmla="*/ 4108918 h 6858000"/>
              <a:gd name="connsiteX251" fmla="*/ 5290070 w 7467600"/>
              <a:gd name="connsiteY251" fmla="*/ 4263619 h 6858000"/>
              <a:gd name="connsiteX252" fmla="*/ 4834991 w 7467600"/>
              <a:gd name="connsiteY252" fmla="*/ 3830985 h 6858000"/>
              <a:gd name="connsiteX253" fmla="*/ 4440129 w 7467600"/>
              <a:gd name="connsiteY253" fmla="*/ 3448571 h 6858000"/>
              <a:gd name="connsiteX254" fmla="*/ 4441737 w 7467600"/>
              <a:gd name="connsiteY254" fmla="*/ 3399734 h 6858000"/>
              <a:gd name="connsiteX255" fmla="*/ 4431236 w 7467600"/>
              <a:gd name="connsiteY255" fmla="*/ 3400954 h 6858000"/>
              <a:gd name="connsiteX256" fmla="*/ 4557150 w 7467600"/>
              <a:gd name="connsiteY256" fmla="*/ 3510023 h 6858000"/>
              <a:gd name="connsiteX257" fmla="*/ 4856936 w 7467600"/>
              <a:gd name="connsiteY257" fmla="*/ 3809146 h 6858000"/>
              <a:gd name="connsiteX258" fmla="*/ 5111996 w 7467600"/>
              <a:gd name="connsiteY258" fmla="*/ 4065759 h 6858000"/>
              <a:gd name="connsiteX259" fmla="*/ 5388878 w 7467600"/>
              <a:gd name="connsiteY259" fmla="*/ 4300185 h 6858000"/>
              <a:gd name="connsiteX260" fmla="*/ 5425556 w 7467600"/>
              <a:gd name="connsiteY260" fmla="*/ 4308967 h 6858000"/>
              <a:gd name="connsiteX261" fmla="*/ 4943646 w 7467600"/>
              <a:gd name="connsiteY261" fmla="*/ 3822916 h 6858000"/>
              <a:gd name="connsiteX262" fmla="*/ 4594837 w 7467600"/>
              <a:gd name="connsiteY262" fmla="*/ 3532274 h 6858000"/>
              <a:gd name="connsiteX263" fmla="*/ 4441737 w 7467600"/>
              <a:gd name="connsiteY263" fmla="*/ 3399734 h 6858000"/>
              <a:gd name="connsiteX264" fmla="*/ 5425834 w 7467600"/>
              <a:gd name="connsiteY264" fmla="*/ 3162785 h 6858000"/>
              <a:gd name="connsiteX265" fmla="*/ 5401644 w 7467600"/>
              <a:gd name="connsiteY265" fmla="*/ 3617847 h 6858000"/>
              <a:gd name="connsiteX266" fmla="*/ 5467256 w 7467600"/>
              <a:gd name="connsiteY266" fmla="*/ 4175494 h 6858000"/>
              <a:gd name="connsiteX267" fmla="*/ 5448069 w 7467600"/>
              <a:gd name="connsiteY267" fmla="*/ 3567554 h 6858000"/>
              <a:gd name="connsiteX268" fmla="*/ 5425834 w 7467600"/>
              <a:gd name="connsiteY268" fmla="*/ 3162785 h 6858000"/>
              <a:gd name="connsiteX269" fmla="*/ 1318687 w 7467600"/>
              <a:gd name="connsiteY269" fmla="*/ 3113840 h 6858000"/>
              <a:gd name="connsiteX270" fmla="*/ 1066793 w 7467600"/>
              <a:gd name="connsiteY270" fmla="*/ 3212171 h 6858000"/>
              <a:gd name="connsiteX271" fmla="*/ 993319 w 7467600"/>
              <a:gd name="connsiteY271" fmla="*/ 3247648 h 6858000"/>
              <a:gd name="connsiteX272" fmla="*/ 853081 w 7467600"/>
              <a:gd name="connsiteY272" fmla="*/ 3312410 h 6858000"/>
              <a:gd name="connsiteX273" fmla="*/ 805957 w 7467600"/>
              <a:gd name="connsiteY273" fmla="*/ 3330443 h 6858000"/>
              <a:gd name="connsiteX274" fmla="*/ 1318687 w 7467600"/>
              <a:gd name="connsiteY274" fmla="*/ 3113840 h 6858000"/>
              <a:gd name="connsiteX275" fmla="*/ 5453702 w 7467600"/>
              <a:gd name="connsiteY275" fmla="*/ 3090882 h 6858000"/>
              <a:gd name="connsiteX276" fmla="*/ 5480135 w 7467600"/>
              <a:gd name="connsiteY276" fmla="*/ 3565802 h 6858000"/>
              <a:gd name="connsiteX277" fmla="*/ 5499023 w 7467600"/>
              <a:gd name="connsiteY277" fmla="*/ 4166310 h 6858000"/>
              <a:gd name="connsiteX278" fmla="*/ 5547022 w 7467600"/>
              <a:gd name="connsiteY278" fmla="*/ 3607838 h 6858000"/>
              <a:gd name="connsiteX279" fmla="*/ 5515964 w 7467600"/>
              <a:gd name="connsiteY279" fmla="*/ 3378541 h 6858000"/>
              <a:gd name="connsiteX280" fmla="*/ 5453702 w 7467600"/>
              <a:gd name="connsiteY280" fmla="*/ 3090882 h 6858000"/>
              <a:gd name="connsiteX281" fmla="*/ 1238695 w 7467600"/>
              <a:gd name="connsiteY281" fmla="*/ 3076820 h 6858000"/>
              <a:gd name="connsiteX282" fmla="*/ 716371 w 7467600"/>
              <a:gd name="connsiteY282" fmla="*/ 3293249 h 6858000"/>
              <a:gd name="connsiteX283" fmla="*/ 579522 w 7467600"/>
              <a:gd name="connsiteY283" fmla="*/ 3371759 h 6858000"/>
              <a:gd name="connsiteX284" fmla="*/ 600288 w 7467600"/>
              <a:gd name="connsiteY284" fmla="*/ 3365555 h 6858000"/>
              <a:gd name="connsiteX285" fmla="*/ 840692 w 7467600"/>
              <a:gd name="connsiteY285" fmla="*/ 3284921 h 6858000"/>
              <a:gd name="connsiteX286" fmla="*/ 979248 w 7467600"/>
              <a:gd name="connsiteY286" fmla="*/ 3221003 h 6858000"/>
              <a:gd name="connsiteX287" fmla="*/ 1053282 w 7467600"/>
              <a:gd name="connsiteY287" fmla="*/ 3185247 h 6858000"/>
              <a:gd name="connsiteX288" fmla="*/ 1320603 w 7467600"/>
              <a:gd name="connsiteY288" fmla="*/ 3081281 h 6858000"/>
              <a:gd name="connsiteX289" fmla="*/ 1238695 w 7467600"/>
              <a:gd name="connsiteY289" fmla="*/ 3076820 h 6858000"/>
              <a:gd name="connsiteX290" fmla="*/ 5425627 w 7467600"/>
              <a:gd name="connsiteY290" fmla="*/ 2954192 h 6858000"/>
              <a:gd name="connsiteX291" fmla="*/ 5470770 w 7467600"/>
              <a:gd name="connsiteY291" fmla="*/ 3005435 h 6858000"/>
              <a:gd name="connsiteX292" fmla="*/ 5519779 w 7467600"/>
              <a:gd name="connsiteY292" fmla="*/ 4359223 h 6858000"/>
              <a:gd name="connsiteX293" fmla="*/ 5520293 w 7467600"/>
              <a:gd name="connsiteY293" fmla="*/ 4360602 h 6858000"/>
              <a:gd name="connsiteX294" fmla="*/ 5767221 w 7467600"/>
              <a:gd name="connsiteY294" fmla="*/ 4665564 h 6858000"/>
              <a:gd name="connsiteX295" fmla="*/ 6937169 w 7467600"/>
              <a:gd name="connsiteY295" fmla="*/ 4815941 h 6858000"/>
              <a:gd name="connsiteX296" fmla="*/ 6953922 w 7467600"/>
              <a:gd name="connsiteY296" fmla="*/ 4890068 h 6858000"/>
              <a:gd name="connsiteX297" fmla="*/ 6071359 w 7467600"/>
              <a:gd name="connsiteY297" fmla="*/ 4770770 h 6858000"/>
              <a:gd name="connsiteX298" fmla="*/ 6038839 w 7467600"/>
              <a:gd name="connsiteY298" fmla="*/ 4764474 h 6858000"/>
              <a:gd name="connsiteX299" fmla="*/ 6038706 w 7467600"/>
              <a:gd name="connsiteY299" fmla="*/ 4763847 h 6858000"/>
              <a:gd name="connsiteX300" fmla="*/ 6037784 w 7467600"/>
              <a:gd name="connsiteY300" fmla="*/ 4764270 h 6858000"/>
              <a:gd name="connsiteX301" fmla="*/ 6038839 w 7467600"/>
              <a:gd name="connsiteY301" fmla="*/ 4764474 h 6858000"/>
              <a:gd name="connsiteX302" fmla="*/ 6040338 w 7467600"/>
              <a:gd name="connsiteY302" fmla="*/ 4771418 h 6858000"/>
              <a:gd name="connsiteX303" fmla="*/ 6024488 w 7467600"/>
              <a:gd name="connsiteY303" fmla="*/ 4809903 h 6858000"/>
              <a:gd name="connsiteX304" fmla="*/ 5599771 w 7467600"/>
              <a:gd name="connsiteY304" fmla="*/ 5509652 h 6858000"/>
              <a:gd name="connsiteX305" fmla="*/ 5548843 w 7467600"/>
              <a:gd name="connsiteY305" fmla="*/ 5563845 h 6858000"/>
              <a:gd name="connsiteX306" fmla="*/ 5940952 w 7467600"/>
              <a:gd name="connsiteY306" fmla="*/ 6250028 h 6858000"/>
              <a:gd name="connsiteX307" fmla="*/ 6043441 w 7467600"/>
              <a:gd name="connsiteY307" fmla="*/ 6665847 h 6858000"/>
              <a:gd name="connsiteX308" fmla="*/ 6093432 w 7467600"/>
              <a:gd name="connsiteY308" fmla="*/ 6858000 h 6858000"/>
              <a:gd name="connsiteX309" fmla="*/ 6034344 w 7467600"/>
              <a:gd name="connsiteY309" fmla="*/ 6858000 h 6858000"/>
              <a:gd name="connsiteX310" fmla="*/ 6026679 w 7467600"/>
              <a:gd name="connsiteY310" fmla="*/ 6836959 h 6858000"/>
              <a:gd name="connsiteX311" fmla="*/ 5800441 w 7467600"/>
              <a:gd name="connsiteY311" fmla="*/ 6335286 h 6858000"/>
              <a:gd name="connsiteX312" fmla="*/ 5526562 w 7467600"/>
              <a:gd name="connsiteY312" fmla="*/ 5705388 h 6858000"/>
              <a:gd name="connsiteX313" fmla="*/ 5519640 w 7467600"/>
              <a:gd name="connsiteY313" fmla="*/ 5683774 h 6858000"/>
              <a:gd name="connsiteX314" fmla="*/ 5844559 w 7467600"/>
              <a:gd name="connsiteY314" fmla="*/ 6553349 h 6858000"/>
              <a:gd name="connsiteX315" fmla="*/ 5975994 w 7467600"/>
              <a:gd name="connsiteY315" fmla="*/ 6858000 h 6858000"/>
              <a:gd name="connsiteX316" fmla="*/ 5898547 w 7467600"/>
              <a:gd name="connsiteY316" fmla="*/ 6858000 h 6858000"/>
              <a:gd name="connsiteX317" fmla="*/ 5682041 w 7467600"/>
              <a:gd name="connsiteY317" fmla="*/ 6355860 h 6858000"/>
              <a:gd name="connsiteX318" fmla="*/ 5461758 w 7467600"/>
              <a:gd name="connsiteY318" fmla="*/ 5820220 h 6858000"/>
              <a:gd name="connsiteX319" fmla="*/ 5237282 w 7467600"/>
              <a:gd name="connsiteY319" fmla="*/ 6579086 h 6858000"/>
              <a:gd name="connsiteX320" fmla="*/ 5115009 w 7467600"/>
              <a:gd name="connsiteY320" fmla="*/ 6858000 h 6858000"/>
              <a:gd name="connsiteX321" fmla="*/ 5028074 w 7467600"/>
              <a:gd name="connsiteY321" fmla="*/ 6858000 h 6858000"/>
              <a:gd name="connsiteX322" fmla="*/ 5079508 w 7467600"/>
              <a:gd name="connsiteY322" fmla="*/ 6749074 h 6858000"/>
              <a:gd name="connsiteX323" fmla="*/ 5371846 w 7467600"/>
              <a:gd name="connsiteY323" fmla="*/ 5924413 h 6858000"/>
              <a:gd name="connsiteX324" fmla="*/ 5270512 w 7467600"/>
              <a:gd name="connsiteY324" fmla="*/ 6138975 h 6858000"/>
              <a:gd name="connsiteX325" fmla="*/ 5062409 w 7467600"/>
              <a:gd name="connsiteY325" fmla="*/ 6653544 h 6858000"/>
              <a:gd name="connsiteX326" fmla="*/ 5036628 w 7467600"/>
              <a:gd name="connsiteY326" fmla="*/ 6754247 h 6858000"/>
              <a:gd name="connsiteX327" fmla="*/ 5009112 w 7467600"/>
              <a:gd name="connsiteY327" fmla="*/ 6858000 h 6858000"/>
              <a:gd name="connsiteX328" fmla="*/ 4976679 w 7467600"/>
              <a:gd name="connsiteY328" fmla="*/ 6858000 h 6858000"/>
              <a:gd name="connsiteX329" fmla="*/ 5006537 w 7467600"/>
              <a:gd name="connsiteY329" fmla="*/ 6747068 h 6858000"/>
              <a:gd name="connsiteX330" fmla="*/ 5032723 w 7467600"/>
              <a:gd name="connsiteY330" fmla="*/ 6644957 h 6858000"/>
              <a:gd name="connsiteX331" fmla="*/ 5242949 w 7467600"/>
              <a:gd name="connsiteY331" fmla="*/ 6125175 h 6858000"/>
              <a:gd name="connsiteX332" fmla="*/ 5286321 w 7467600"/>
              <a:gd name="connsiteY332" fmla="*/ 6033555 h 6858000"/>
              <a:gd name="connsiteX333" fmla="*/ 5008210 w 7467600"/>
              <a:gd name="connsiteY333" fmla="*/ 6649194 h 6858000"/>
              <a:gd name="connsiteX334" fmla="*/ 4986321 w 7467600"/>
              <a:gd name="connsiteY334" fmla="*/ 6765687 h 6858000"/>
              <a:gd name="connsiteX335" fmla="*/ 4973474 w 7467600"/>
              <a:gd name="connsiteY335" fmla="*/ 6858000 h 6858000"/>
              <a:gd name="connsiteX336" fmla="*/ 4907178 w 7467600"/>
              <a:gd name="connsiteY336" fmla="*/ 6858000 h 6858000"/>
              <a:gd name="connsiteX337" fmla="*/ 4910810 w 7467600"/>
              <a:gd name="connsiteY337" fmla="*/ 6829660 h 6858000"/>
              <a:gd name="connsiteX338" fmla="*/ 4987461 w 7467600"/>
              <a:gd name="connsiteY338" fmla="*/ 6432994 h 6858000"/>
              <a:gd name="connsiteX339" fmla="*/ 5179262 w 7467600"/>
              <a:gd name="connsiteY339" fmla="*/ 6035044 h 6858000"/>
              <a:gd name="connsiteX340" fmla="*/ 4689678 w 7467600"/>
              <a:gd name="connsiteY340" fmla="*/ 6440241 h 6858000"/>
              <a:gd name="connsiteX341" fmla="*/ 4477543 w 7467600"/>
              <a:gd name="connsiteY341" fmla="*/ 6674836 h 6858000"/>
              <a:gd name="connsiteX342" fmla="*/ 4329957 w 7467600"/>
              <a:gd name="connsiteY342" fmla="*/ 6858000 h 6858000"/>
              <a:gd name="connsiteX343" fmla="*/ 4218595 w 7467600"/>
              <a:gd name="connsiteY343" fmla="*/ 6858000 h 6858000"/>
              <a:gd name="connsiteX344" fmla="*/ 4368888 w 7467600"/>
              <a:gd name="connsiteY344" fmla="*/ 6668412 h 6858000"/>
              <a:gd name="connsiteX345" fmla="*/ 4563091 w 7467600"/>
              <a:gd name="connsiteY345" fmla="*/ 6442508 h 6858000"/>
              <a:gd name="connsiteX346" fmla="*/ 5387324 w 7467600"/>
              <a:gd name="connsiteY346" fmla="*/ 5705830 h 6858000"/>
              <a:gd name="connsiteX347" fmla="*/ 5073620 w 7467600"/>
              <a:gd name="connsiteY347" fmla="*/ 5955437 h 6858000"/>
              <a:gd name="connsiteX348" fmla="*/ 4689789 w 7467600"/>
              <a:gd name="connsiteY348" fmla="*/ 6268382 h 6858000"/>
              <a:gd name="connsiteX349" fmla="*/ 4418722 w 7467600"/>
              <a:gd name="connsiteY349" fmla="*/ 6570886 h 6858000"/>
              <a:gd name="connsiteX350" fmla="*/ 4214944 w 7467600"/>
              <a:gd name="connsiteY350" fmla="*/ 6858000 h 6858000"/>
              <a:gd name="connsiteX351" fmla="*/ 4177898 w 7467600"/>
              <a:gd name="connsiteY351" fmla="*/ 6858000 h 6858000"/>
              <a:gd name="connsiteX352" fmla="*/ 4391597 w 7467600"/>
              <a:gd name="connsiteY352" fmla="*/ 6556370 h 6858000"/>
              <a:gd name="connsiteX353" fmla="*/ 4668889 w 7467600"/>
              <a:gd name="connsiteY353" fmla="*/ 6246399 h 6858000"/>
              <a:gd name="connsiteX354" fmla="*/ 5055427 w 7467600"/>
              <a:gd name="connsiteY354" fmla="*/ 5931476 h 6858000"/>
              <a:gd name="connsiteX355" fmla="*/ 5371814 w 7467600"/>
              <a:gd name="connsiteY355" fmla="*/ 5678975 h 6858000"/>
              <a:gd name="connsiteX356" fmla="*/ 4987918 w 7467600"/>
              <a:gd name="connsiteY356" fmla="*/ 5838701 h 6858000"/>
              <a:gd name="connsiteX357" fmla="*/ 4317146 w 7467600"/>
              <a:gd name="connsiteY357" fmla="*/ 6587716 h 6858000"/>
              <a:gd name="connsiteX358" fmla="*/ 4171627 w 7467600"/>
              <a:gd name="connsiteY358" fmla="*/ 6858000 h 6858000"/>
              <a:gd name="connsiteX359" fmla="*/ 4081585 w 7467600"/>
              <a:gd name="connsiteY359" fmla="*/ 6858000 h 6858000"/>
              <a:gd name="connsiteX360" fmla="*/ 4238603 w 7467600"/>
              <a:gd name="connsiteY360" fmla="*/ 6559341 h 6858000"/>
              <a:gd name="connsiteX361" fmla="*/ 4778333 w 7467600"/>
              <a:gd name="connsiteY361" fmla="*/ 5873626 h 6858000"/>
              <a:gd name="connsiteX362" fmla="*/ 5414185 w 7467600"/>
              <a:gd name="connsiteY362" fmla="*/ 5573882 h 6858000"/>
              <a:gd name="connsiteX363" fmla="*/ 5959648 w 7467600"/>
              <a:gd name="connsiteY363" fmla="*/ 4760797 h 6858000"/>
              <a:gd name="connsiteX364" fmla="*/ 5355019 w 7467600"/>
              <a:gd name="connsiteY364" fmla="*/ 4734672 h 6858000"/>
              <a:gd name="connsiteX365" fmla="*/ 5083565 w 7467600"/>
              <a:gd name="connsiteY365" fmla="*/ 5179121 h 6858000"/>
              <a:gd name="connsiteX366" fmla="*/ 4713577 w 7467600"/>
              <a:gd name="connsiteY366" fmla="*/ 5616803 h 6858000"/>
              <a:gd name="connsiteX367" fmla="*/ 3989559 w 7467600"/>
              <a:gd name="connsiteY367" fmla="*/ 6145945 h 6858000"/>
              <a:gd name="connsiteX368" fmla="*/ 3939824 w 7467600"/>
              <a:gd name="connsiteY368" fmla="*/ 6066900 h 6858000"/>
              <a:gd name="connsiteX369" fmla="*/ 4584537 w 7467600"/>
              <a:gd name="connsiteY369" fmla="*/ 5324826 h 6858000"/>
              <a:gd name="connsiteX370" fmla="*/ 5037105 w 7467600"/>
              <a:gd name="connsiteY370" fmla="*/ 5088765 h 6858000"/>
              <a:gd name="connsiteX371" fmla="*/ 5039930 w 7467600"/>
              <a:gd name="connsiteY371" fmla="*/ 5089585 h 6858000"/>
              <a:gd name="connsiteX372" fmla="*/ 5263764 w 7467600"/>
              <a:gd name="connsiteY372" fmla="*/ 4735525 h 6858000"/>
              <a:gd name="connsiteX373" fmla="*/ 4086300 w 7467600"/>
              <a:gd name="connsiteY373" fmla="*/ 4884599 h 6858000"/>
              <a:gd name="connsiteX374" fmla="*/ 4085485 w 7467600"/>
              <a:gd name="connsiteY374" fmla="*/ 4899070 h 6858000"/>
              <a:gd name="connsiteX375" fmla="*/ 3871915 w 7467600"/>
              <a:gd name="connsiteY375" fmla="*/ 5253645 h 6858000"/>
              <a:gd name="connsiteX376" fmla="*/ 3799374 w 7467600"/>
              <a:gd name="connsiteY376" fmla="*/ 5466127 h 6858000"/>
              <a:gd name="connsiteX377" fmla="*/ 3498850 w 7467600"/>
              <a:gd name="connsiteY377" fmla="*/ 6661888 h 6858000"/>
              <a:gd name="connsiteX378" fmla="*/ 3399216 w 7467600"/>
              <a:gd name="connsiteY378" fmla="*/ 6858000 h 6858000"/>
              <a:gd name="connsiteX379" fmla="*/ 3303688 w 7467600"/>
              <a:gd name="connsiteY379" fmla="*/ 6858000 h 6858000"/>
              <a:gd name="connsiteX380" fmla="*/ 3391774 w 7467600"/>
              <a:gd name="connsiteY380" fmla="*/ 6697181 h 6858000"/>
              <a:gd name="connsiteX381" fmla="*/ 3735540 w 7467600"/>
              <a:gd name="connsiteY381" fmla="*/ 5546923 h 6858000"/>
              <a:gd name="connsiteX382" fmla="*/ 3729438 w 7467600"/>
              <a:gd name="connsiteY382" fmla="*/ 5569058 h 6858000"/>
              <a:gd name="connsiteX383" fmla="*/ 3707782 w 7467600"/>
              <a:gd name="connsiteY383" fmla="*/ 5644908 h 6858000"/>
              <a:gd name="connsiteX384" fmla="*/ 3583827 w 7467600"/>
              <a:gd name="connsiteY384" fmla="*/ 6039215 h 6858000"/>
              <a:gd name="connsiteX385" fmla="*/ 3547861 w 7467600"/>
              <a:gd name="connsiteY385" fmla="*/ 6129609 h 6858000"/>
              <a:gd name="connsiteX386" fmla="*/ 3490905 w 7467600"/>
              <a:gd name="connsiteY386" fmla="*/ 6277660 h 6858000"/>
              <a:gd name="connsiteX387" fmla="*/ 3455859 w 7467600"/>
              <a:gd name="connsiteY387" fmla="*/ 6391301 h 6858000"/>
              <a:gd name="connsiteX388" fmla="*/ 3429112 w 7467600"/>
              <a:gd name="connsiteY388" fmla="*/ 6479469 h 6858000"/>
              <a:gd name="connsiteX389" fmla="*/ 3304862 w 7467600"/>
              <a:gd name="connsiteY389" fmla="*/ 6796476 h 6858000"/>
              <a:gd name="connsiteX390" fmla="*/ 3276071 w 7467600"/>
              <a:gd name="connsiteY390" fmla="*/ 6858000 h 6858000"/>
              <a:gd name="connsiteX391" fmla="*/ 3240805 w 7467600"/>
              <a:gd name="connsiteY391" fmla="*/ 6858000 h 6858000"/>
              <a:gd name="connsiteX392" fmla="*/ 3275917 w 7467600"/>
              <a:gd name="connsiteY392" fmla="*/ 6783192 h 6858000"/>
              <a:gd name="connsiteX393" fmla="*/ 3399358 w 7467600"/>
              <a:gd name="connsiteY393" fmla="*/ 6469011 h 6858000"/>
              <a:gd name="connsiteX394" fmla="*/ 3425650 w 7467600"/>
              <a:gd name="connsiteY394" fmla="*/ 6381333 h 6858000"/>
              <a:gd name="connsiteX395" fmla="*/ 3460661 w 7467600"/>
              <a:gd name="connsiteY395" fmla="*/ 6266763 h 6858000"/>
              <a:gd name="connsiteX396" fmla="*/ 3518021 w 7467600"/>
              <a:gd name="connsiteY396" fmla="*/ 6117298 h 6858000"/>
              <a:gd name="connsiteX397" fmla="*/ 3554035 w 7467600"/>
              <a:gd name="connsiteY397" fmla="*/ 6027832 h 6858000"/>
              <a:gd name="connsiteX398" fmla="*/ 3677174 w 7467600"/>
              <a:gd name="connsiteY398" fmla="*/ 5636351 h 6858000"/>
              <a:gd name="connsiteX399" fmla="*/ 3698819 w 7467600"/>
              <a:gd name="connsiteY399" fmla="*/ 5560503 h 6858000"/>
              <a:gd name="connsiteX400" fmla="*/ 3702094 w 7467600"/>
              <a:gd name="connsiteY400" fmla="*/ 5549194 h 6858000"/>
              <a:gd name="connsiteX401" fmla="*/ 3398355 w 7467600"/>
              <a:gd name="connsiteY401" fmla="*/ 6094603 h 6858000"/>
              <a:gd name="connsiteX402" fmla="*/ 3193941 w 7467600"/>
              <a:gd name="connsiteY402" fmla="*/ 6798775 h 6858000"/>
              <a:gd name="connsiteX403" fmla="*/ 3184140 w 7467600"/>
              <a:gd name="connsiteY403" fmla="*/ 6858000 h 6858000"/>
              <a:gd name="connsiteX404" fmla="*/ 3099978 w 7467600"/>
              <a:gd name="connsiteY404" fmla="*/ 6858000 h 6858000"/>
              <a:gd name="connsiteX405" fmla="*/ 3101556 w 7467600"/>
              <a:gd name="connsiteY405" fmla="*/ 6843337 h 6858000"/>
              <a:gd name="connsiteX406" fmla="*/ 3370162 w 7467600"/>
              <a:gd name="connsiteY406" fmla="*/ 5785550 h 6858000"/>
              <a:gd name="connsiteX407" fmla="*/ 3746477 w 7467600"/>
              <a:gd name="connsiteY407" fmla="*/ 5377889 h 6858000"/>
              <a:gd name="connsiteX408" fmla="*/ 3863399 w 7467600"/>
              <a:gd name="connsiteY408" fmla="*/ 5087257 h 6858000"/>
              <a:gd name="connsiteX409" fmla="*/ 3968712 w 7467600"/>
              <a:gd name="connsiteY409" fmla="*/ 4913989 h 6858000"/>
              <a:gd name="connsiteX410" fmla="*/ 2792390 w 7467600"/>
              <a:gd name="connsiteY410" fmla="*/ 5382974 h 6858000"/>
              <a:gd name="connsiteX411" fmla="*/ 2714982 w 7467600"/>
              <a:gd name="connsiteY411" fmla="*/ 5427051 h 6858000"/>
              <a:gd name="connsiteX412" fmla="*/ 2813361 w 7467600"/>
              <a:gd name="connsiteY412" fmla="*/ 6023912 h 6858000"/>
              <a:gd name="connsiteX413" fmla="*/ 2688430 w 7467600"/>
              <a:gd name="connsiteY413" fmla="*/ 6801564 h 6858000"/>
              <a:gd name="connsiteX414" fmla="*/ 2629626 w 7467600"/>
              <a:gd name="connsiteY414" fmla="*/ 6763394 h 6858000"/>
              <a:gd name="connsiteX415" fmla="*/ 2565328 w 7467600"/>
              <a:gd name="connsiteY415" fmla="*/ 5516399 h 6858000"/>
              <a:gd name="connsiteX416" fmla="*/ 1922999 w 7467600"/>
              <a:gd name="connsiteY416" fmla="*/ 5980343 h 6858000"/>
              <a:gd name="connsiteX417" fmla="*/ 1950261 w 7467600"/>
              <a:gd name="connsiteY417" fmla="*/ 6405858 h 6858000"/>
              <a:gd name="connsiteX418" fmla="*/ 2365554 w 7467600"/>
              <a:gd name="connsiteY418" fmla="*/ 6759107 h 6858000"/>
              <a:gd name="connsiteX419" fmla="*/ 2424142 w 7467600"/>
              <a:gd name="connsiteY419" fmla="*/ 6858000 h 6858000"/>
              <a:gd name="connsiteX420" fmla="*/ 2395994 w 7467600"/>
              <a:gd name="connsiteY420" fmla="*/ 6858000 h 6858000"/>
              <a:gd name="connsiteX421" fmla="*/ 2392863 w 7467600"/>
              <a:gd name="connsiteY421" fmla="*/ 6852964 h 6858000"/>
              <a:gd name="connsiteX422" fmla="*/ 2017589 w 7467600"/>
              <a:gd name="connsiteY422" fmla="*/ 6493982 h 6858000"/>
              <a:gd name="connsiteX423" fmla="*/ 2147336 w 7467600"/>
              <a:gd name="connsiteY423" fmla="*/ 6594052 h 6858000"/>
              <a:gd name="connsiteX424" fmla="*/ 2207047 w 7467600"/>
              <a:gd name="connsiteY424" fmla="*/ 6654540 h 6858000"/>
              <a:gd name="connsiteX425" fmla="*/ 2299106 w 7467600"/>
              <a:gd name="connsiteY425" fmla="*/ 6778931 h 6858000"/>
              <a:gd name="connsiteX426" fmla="*/ 2314430 w 7467600"/>
              <a:gd name="connsiteY426" fmla="*/ 6801144 h 6858000"/>
              <a:gd name="connsiteX427" fmla="*/ 2352406 w 7467600"/>
              <a:gd name="connsiteY427" fmla="*/ 6858000 h 6858000"/>
              <a:gd name="connsiteX428" fmla="*/ 2314492 w 7467600"/>
              <a:gd name="connsiteY428" fmla="*/ 6858000 h 6858000"/>
              <a:gd name="connsiteX429" fmla="*/ 2288095 w 7467600"/>
              <a:gd name="connsiteY429" fmla="*/ 6818030 h 6858000"/>
              <a:gd name="connsiteX430" fmla="*/ 2272768 w 7467600"/>
              <a:gd name="connsiteY430" fmla="*/ 6795822 h 6858000"/>
              <a:gd name="connsiteX431" fmla="*/ 2182715 w 7467600"/>
              <a:gd name="connsiteY431" fmla="*/ 6675071 h 6858000"/>
              <a:gd name="connsiteX432" fmla="*/ 2032061 w 7467600"/>
              <a:gd name="connsiteY432" fmla="*/ 6541380 h 6858000"/>
              <a:gd name="connsiteX433" fmla="*/ 2257220 w 7467600"/>
              <a:gd name="connsiteY433" fmla="*/ 6826257 h 6858000"/>
              <a:gd name="connsiteX434" fmla="*/ 2281324 w 7467600"/>
              <a:gd name="connsiteY434" fmla="*/ 6858000 h 6858000"/>
              <a:gd name="connsiteX435" fmla="*/ 2242860 w 7467600"/>
              <a:gd name="connsiteY435" fmla="*/ 6858000 h 6858000"/>
              <a:gd name="connsiteX436" fmla="*/ 2232818 w 7467600"/>
              <a:gd name="connsiteY436" fmla="*/ 6844926 h 6858000"/>
              <a:gd name="connsiteX437" fmla="*/ 1990172 w 7467600"/>
              <a:gd name="connsiteY437" fmla="*/ 6542121 h 6858000"/>
              <a:gd name="connsiteX438" fmla="*/ 2124090 w 7467600"/>
              <a:gd name="connsiteY438" fmla="*/ 6761017 h 6858000"/>
              <a:gd name="connsiteX439" fmla="*/ 2200380 w 7467600"/>
              <a:gd name="connsiteY439" fmla="*/ 6858000 h 6858000"/>
              <a:gd name="connsiteX440" fmla="*/ 2147507 w 7467600"/>
              <a:gd name="connsiteY440" fmla="*/ 6858000 h 6858000"/>
              <a:gd name="connsiteX441" fmla="*/ 2070668 w 7467600"/>
              <a:gd name="connsiteY441" fmla="*/ 6761520 h 6858000"/>
              <a:gd name="connsiteX442" fmla="*/ 1975142 w 7467600"/>
              <a:gd name="connsiteY442" fmla="*/ 6585570 h 6858000"/>
              <a:gd name="connsiteX443" fmla="*/ 2050035 w 7467600"/>
              <a:gd name="connsiteY443" fmla="*/ 6813345 h 6858000"/>
              <a:gd name="connsiteX444" fmla="*/ 2063025 w 7467600"/>
              <a:gd name="connsiteY444" fmla="*/ 6858000 h 6858000"/>
              <a:gd name="connsiteX445" fmla="*/ 2021675 w 7467600"/>
              <a:gd name="connsiteY445" fmla="*/ 6858000 h 6858000"/>
              <a:gd name="connsiteX446" fmla="*/ 2019308 w 7467600"/>
              <a:gd name="connsiteY446" fmla="*/ 6847118 h 6858000"/>
              <a:gd name="connsiteX447" fmla="*/ 1938835 w 7467600"/>
              <a:gd name="connsiteY447" fmla="*/ 6551160 h 6858000"/>
              <a:gd name="connsiteX448" fmla="*/ 1953230 w 7467600"/>
              <a:gd name="connsiteY448" fmla="*/ 6759699 h 6858000"/>
              <a:gd name="connsiteX449" fmla="*/ 1956763 w 7467600"/>
              <a:gd name="connsiteY449" fmla="*/ 6778191 h 6858000"/>
              <a:gd name="connsiteX450" fmla="*/ 1967925 w 7467600"/>
              <a:gd name="connsiteY450" fmla="*/ 6858000 h 6858000"/>
              <a:gd name="connsiteX451" fmla="*/ 1936622 w 7467600"/>
              <a:gd name="connsiteY451" fmla="*/ 6858000 h 6858000"/>
              <a:gd name="connsiteX452" fmla="*/ 1926261 w 7467600"/>
              <a:gd name="connsiteY452" fmla="*/ 6784064 h 6858000"/>
              <a:gd name="connsiteX453" fmla="*/ 1922724 w 7467600"/>
              <a:gd name="connsiteY453" fmla="*/ 6765577 h 6858000"/>
              <a:gd name="connsiteX454" fmla="*/ 1904650 w 7467600"/>
              <a:gd name="connsiteY454" fmla="*/ 6639616 h 6858000"/>
              <a:gd name="connsiteX455" fmla="*/ 1885273 w 7467600"/>
              <a:gd name="connsiteY455" fmla="*/ 6858000 h 6858000"/>
              <a:gd name="connsiteX456" fmla="*/ 1854363 w 7467600"/>
              <a:gd name="connsiteY456" fmla="*/ 6858000 h 6858000"/>
              <a:gd name="connsiteX457" fmla="*/ 1880391 w 7467600"/>
              <a:gd name="connsiteY457" fmla="*/ 6603796 h 6858000"/>
              <a:gd name="connsiteX458" fmla="*/ 1818273 w 7467600"/>
              <a:gd name="connsiteY458" fmla="*/ 6715729 h 6858000"/>
              <a:gd name="connsiteX459" fmla="*/ 1794691 w 7467600"/>
              <a:gd name="connsiteY459" fmla="*/ 6843239 h 6858000"/>
              <a:gd name="connsiteX460" fmla="*/ 1794914 w 7467600"/>
              <a:gd name="connsiteY460" fmla="*/ 6858000 h 6858000"/>
              <a:gd name="connsiteX461" fmla="*/ 1746128 w 7467600"/>
              <a:gd name="connsiteY461" fmla="*/ 6858000 h 6858000"/>
              <a:gd name="connsiteX462" fmla="*/ 1753934 w 7467600"/>
              <a:gd name="connsiteY462" fmla="*/ 6724796 h 6858000"/>
              <a:gd name="connsiteX463" fmla="*/ 1792053 w 7467600"/>
              <a:gd name="connsiteY463" fmla="*/ 6572396 h 6858000"/>
              <a:gd name="connsiteX464" fmla="*/ 1862248 w 7467600"/>
              <a:gd name="connsiteY464" fmla="*/ 6266397 h 6858000"/>
              <a:gd name="connsiteX465" fmla="*/ 1862250 w 7467600"/>
              <a:gd name="connsiteY465" fmla="*/ 6033531 h 6858000"/>
              <a:gd name="connsiteX466" fmla="*/ 1211999 w 7467600"/>
              <a:gd name="connsiteY466" fmla="*/ 6683610 h 6858000"/>
              <a:gd name="connsiteX467" fmla="*/ 1213266 w 7467600"/>
              <a:gd name="connsiteY467" fmla="*/ 6691947 h 6858000"/>
              <a:gd name="connsiteX468" fmla="*/ 1203370 w 7467600"/>
              <a:gd name="connsiteY468" fmla="*/ 6850676 h 6858000"/>
              <a:gd name="connsiteX469" fmla="*/ 1203671 w 7467600"/>
              <a:gd name="connsiteY469" fmla="*/ 6858000 h 6858000"/>
              <a:gd name="connsiteX470" fmla="*/ 1143180 w 7467600"/>
              <a:gd name="connsiteY470" fmla="*/ 6858000 h 6858000"/>
              <a:gd name="connsiteX471" fmla="*/ 1142176 w 7467600"/>
              <a:gd name="connsiteY471" fmla="*/ 6766045 h 6858000"/>
              <a:gd name="connsiteX472" fmla="*/ 1067484 w 7467600"/>
              <a:gd name="connsiteY472" fmla="*/ 6858000 h 6858000"/>
              <a:gd name="connsiteX473" fmla="*/ 953928 w 7467600"/>
              <a:gd name="connsiteY473" fmla="*/ 6858000 h 6858000"/>
              <a:gd name="connsiteX474" fmla="*/ 959715 w 7467600"/>
              <a:gd name="connsiteY474" fmla="*/ 6850185 h 6858000"/>
              <a:gd name="connsiteX475" fmla="*/ 1483788 w 7467600"/>
              <a:gd name="connsiteY475" fmla="*/ 6259174 h 6858000"/>
              <a:gd name="connsiteX476" fmla="*/ 1100671 w 7467600"/>
              <a:gd name="connsiteY476" fmla="*/ 6252137 h 6858000"/>
              <a:gd name="connsiteX477" fmla="*/ 1090144 w 7467600"/>
              <a:gd name="connsiteY477" fmla="*/ 6256748 h 6858000"/>
              <a:gd name="connsiteX478" fmla="*/ 1095872 w 7467600"/>
              <a:gd name="connsiteY478" fmla="*/ 6271892 h 6858000"/>
              <a:gd name="connsiteX479" fmla="*/ 262785 w 7467600"/>
              <a:gd name="connsiteY479" fmla="*/ 6845450 h 6858000"/>
              <a:gd name="connsiteX480" fmla="*/ 209968 w 7467600"/>
              <a:gd name="connsiteY480" fmla="*/ 6770713 h 6858000"/>
              <a:gd name="connsiteX481" fmla="*/ 873460 w 7467600"/>
              <a:gd name="connsiteY481" fmla="*/ 6253768 h 6858000"/>
              <a:gd name="connsiteX482" fmla="*/ 192686 w 7467600"/>
              <a:gd name="connsiteY482" fmla="*/ 5849257 h 6858000"/>
              <a:gd name="connsiteX483" fmla="*/ 4696 w 7467600"/>
              <a:gd name="connsiteY483" fmla="*/ 5697668 h 6858000"/>
              <a:gd name="connsiteX484" fmla="*/ 0 w 7467600"/>
              <a:gd name="connsiteY484" fmla="*/ 5689984 h 6858000"/>
              <a:gd name="connsiteX485" fmla="*/ 0 w 7467600"/>
              <a:gd name="connsiteY485" fmla="*/ 5513472 h 6858000"/>
              <a:gd name="connsiteX486" fmla="*/ 174101 w 7467600"/>
              <a:gd name="connsiteY486" fmla="*/ 5620277 h 6858000"/>
              <a:gd name="connsiteX487" fmla="*/ 891800 w 7467600"/>
              <a:gd name="connsiteY487" fmla="*/ 6036935 h 6858000"/>
              <a:gd name="connsiteX488" fmla="*/ 1072219 w 7467600"/>
              <a:gd name="connsiteY488" fmla="*/ 6169443 h 6858000"/>
              <a:gd name="connsiteX489" fmla="*/ 1074117 w 7467600"/>
              <a:gd name="connsiteY489" fmla="*/ 6170301 h 6858000"/>
              <a:gd name="connsiteX490" fmla="*/ 1083114 w 7467600"/>
              <a:gd name="connsiteY490" fmla="*/ 6174131 h 6858000"/>
              <a:gd name="connsiteX491" fmla="*/ 1543010 w 7467600"/>
              <a:gd name="connsiteY491" fmla="*/ 6191140 h 6858000"/>
              <a:gd name="connsiteX492" fmla="*/ 1551080 w 7467600"/>
              <a:gd name="connsiteY492" fmla="*/ 6195006 h 6858000"/>
              <a:gd name="connsiteX493" fmla="*/ 2345443 w 7467600"/>
              <a:gd name="connsiteY493" fmla="*/ 5549882 h 6858000"/>
              <a:gd name="connsiteX494" fmla="*/ 1721499 w 7467600"/>
              <a:gd name="connsiteY494" fmla="*/ 5599969 h 6858000"/>
              <a:gd name="connsiteX495" fmla="*/ 767716 w 7467600"/>
              <a:gd name="connsiteY495" fmla="*/ 5472768 h 6858000"/>
              <a:gd name="connsiteX496" fmla="*/ 722147 w 7467600"/>
              <a:gd name="connsiteY496" fmla="*/ 5393091 h 6858000"/>
              <a:gd name="connsiteX497" fmla="*/ 1485552 w 7467600"/>
              <a:gd name="connsiteY497" fmla="*/ 5313202 h 6858000"/>
              <a:gd name="connsiteX498" fmla="*/ 2143004 w 7467600"/>
              <a:gd name="connsiteY498" fmla="*/ 5402420 h 6858000"/>
              <a:gd name="connsiteX499" fmla="*/ 1933391 w 7467600"/>
              <a:gd name="connsiteY499" fmla="*/ 5156971 h 6858000"/>
              <a:gd name="connsiteX500" fmla="*/ 1827118 w 7467600"/>
              <a:gd name="connsiteY500" fmla="*/ 4968410 h 6858000"/>
              <a:gd name="connsiteX501" fmla="*/ 1837349 w 7467600"/>
              <a:gd name="connsiteY501" fmla="*/ 4956357 h 6858000"/>
              <a:gd name="connsiteX502" fmla="*/ 2162835 w 7467600"/>
              <a:gd name="connsiteY502" fmla="*/ 5187853 h 6858000"/>
              <a:gd name="connsiteX503" fmla="*/ 2257167 w 7467600"/>
              <a:gd name="connsiteY503" fmla="*/ 5462123 h 6858000"/>
              <a:gd name="connsiteX504" fmla="*/ 2261598 w 7467600"/>
              <a:gd name="connsiteY504" fmla="*/ 5467998 h 6858000"/>
              <a:gd name="connsiteX505" fmla="*/ 2437177 w 7467600"/>
              <a:gd name="connsiteY505" fmla="*/ 5479608 h 6858000"/>
              <a:gd name="connsiteX506" fmla="*/ 2445247 w 7467600"/>
              <a:gd name="connsiteY506" fmla="*/ 5483476 h 6858000"/>
              <a:gd name="connsiteX507" fmla="*/ 2743626 w 7467600"/>
              <a:gd name="connsiteY507" fmla="*/ 5304819 h 6858000"/>
              <a:gd name="connsiteX508" fmla="*/ 3048102 w 7467600"/>
              <a:gd name="connsiteY508" fmla="*/ 5150595 h 6858000"/>
              <a:gd name="connsiteX509" fmla="*/ 1799414 w 7467600"/>
              <a:gd name="connsiteY509" fmla="*/ 4694732 h 6858000"/>
              <a:gd name="connsiteX510" fmla="*/ 1771735 w 7467600"/>
              <a:gd name="connsiteY510" fmla="*/ 4619929 h 6858000"/>
              <a:gd name="connsiteX511" fmla="*/ 3104273 w 7467600"/>
              <a:gd name="connsiteY511" fmla="*/ 5076159 h 6858000"/>
              <a:gd name="connsiteX512" fmla="*/ 3113245 w 7467600"/>
              <a:gd name="connsiteY512" fmla="*/ 5090705 h 6858000"/>
              <a:gd name="connsiteX513" fmla="*/ 3126294 w 7467600"/>
              <a:gd name="connsiteY513" fmla="*/ 5114400 h 6858000"/>
              <a:gd name="connsiteX514" fmla="*/ 3937433 w 7467600"/>
              <a:gd name="connsiteY514" fmla="*/ 4830473 h 6858000"/>
              <a:gd name="connsiteX515" fmla="*/ 3590475 w 7467600"/>
              <a:gd name="connsiteY515" fmla="*/ 4597974 h 6858000"/>
              <a:gd name="connsiteX516" fmla="*/ 3100264 w 7467600"/>
              <a:gd name="connsiteY516" fmla="*/ 4579845 h 6858000"/>
              <a:gd name="connsiteX517" fmla="*/ 2183576 w 7467600"/>
              <a:gd name="connsiteY517" fmla="*/ 4227150 h 6858000"/>
              <a:gd name="connsiteX518" fmla="*/ 2151029 w 7467600"/>
              <a:gd name="connsiteY518" fmla="*/ 4146947 h 6858000"/>
              <a:gd name="connsiteX519" fmla="*/ 3563434 w 7467600"/>
              <a:gd name="connsiteY519" fmla="*/ 4469115 h 6858000"/>
              <a:gd name="connsiteX520" fmla="*/ 3177952 w 7467600"/>
              <a:gd name="connsiteY520" fmla="*/ 3657386 h 6858000"/>
              <a:gd name="connsiteX521" fmla="*/ 3189263 w 7467600"/>
              <a:gd name="connsiteY521" fmla="*/ 3625726 h 6858000"/>
              <a:gd name="connsiteX522" fmla="*/ 3560912 w 7467600"/>
              <a:gd name="connsiteY522" fmla="*/ 4079863 h 6858000"/>
              <a:gd name="connsiteX523" fmla="*/ 3626636 w 7467600"/>
              <a:gd name="connsiteY523" fmla="*/ 4512230 h 6858000"/>
              <a:gd name="connsiteX524" fmla="*/ 3653088 w 7467600"/>
              <a:gd name="connsiteY524" fmla="*/ 4521417 h 6858000"/>
              <a:gd name="connsiteX525" fmla="*/ 3988128 w 7467600"/>
              <a:gd name="connsiteY525" fmla="*/ 4817267 h 6858000"/>
              <a:gd name="connsiteX526" fmla="*/ 4830582 w 7467600"/>
              <a:gd name="connsiteY526" fmla="*/ 4676000 h 6858000"/>
              <a:gd name="connsiteX527" fmla="*/ 4830100 w 7467600"/>
              <a:gd name="connsiteY527" fmla="*/ 4675554 h 6858000"/>
              <a:gd name="connsiteX528" fmla="*/ 4036318 w 7467600"/>
              <a:gd name="connsiteY528" fmla="*/ 4147013 h 6858000"/>
              <a:gd name="connsiteX529" fmla="*/ 3432098 w 7467600"/>
              <a:gd name="connsiteY529" fmla="*/ 3537312 h 6858000"/>
              <a:gd name="connsiteX530" fmla="*/ 3446761 w 7467600"/>
              <a:gd name="connsiteY530" fmla="*/ 3461278 h 6858000"/>
              <a:gd name="connsiteX531" fmla="*/ 4419733 w 7467600"/>
              <a:gd name="connsiteY531" fmla="*/ 3963555 h 6858000"/>
              <a:gd name="connsiteX532" fmla="*/ 4781371 w 7467600"/>
              <a:gd name="connsiteY532" fmla="*/ 4458604 h 6858000"/>
              <a:gd name="connsiteX533" fmla="*/ 4780440 w 7467600"/>
              <a:gd name="connsiteY533" fmla="*/ 4470290 h 6858000"/>
              <a:gd name="connsiteX534" fmla="*/ 4898954 w 7467600"/>
              <a:gd name="connsiteY534" fmla="*/ 4662092 h 6858000"/>
              <a:gd name="connsiteX535" fmla="*/ 4900699 w 7467600"/>
              <a:gd name="connsiteY535" fmla="*/ 4670867 h 6858000"/>
              <a:gd name="connsiteX536" fmla="*/ 5714511 w 7467600"/>
              <a:gd name="connsiteY536" fmla="*/ 4663483 h 6858000"/>
              <a:gd name="connsiteX537" fmla="*/ 5464793 w 7467600"/>
              <a:gd name="connsiteY537" fmla="*/ 4393556 h 6858000"/>
              <a:gd name="connsiteX538" fmla="*/ 5461897 w 7467600"/>
              <a:gd name="connsiteY538" fmla="*/ 4390879 h 6858000"/>
              <a:gd name="connsiteX539" fmla="*/ 4294126 w 7467600"/>
              <a:gd name="connsiteY539" fmla="*/ 3303048 h 6858000"/>
              <a:gd name="connsiteX540" fmla="*/ 4305321 w 7467600"/>
              <a:gd name="connsiteY540" fmla="*/ 3256953 h 6858000"/>
              <a:gd name="connsiteX541" fmla="*/ 4949299 w 7467600"/>
              <a:gd name="connsiteY541" fmla="*/ 3766336 h 6858000"/>
              <a:gd name="connsiteX542" fmla="*/ 5291452 w 7467600"/>
              <a:gd name="connsiteY542" fmla="*/ 4076801 h 6858000"/>
              <a:gd name="connsiteX543" fmla="*/ 5434998 w 7467600"/>
              <a:gd name="connsiteY543" fmla="*/ 4254100 h 6858000"/>
              <a:gd name="connsiteX544" fmla="*/ 5351015 w 7467600"/>
              <a:gd name="connsiteY544" fmla="*/ 3760989 h 6858000"/>
              <a:gd name="connsiteX545" fmla="*/ 5413780 w 7467600"/>
              <a:gd name="connsiteY545" fmla="*/ 2966265 h 6858000"/>
              <a:gd name="connsiteX546" fmla="*/ 5425627 w 7467600"/>
              <a:gd name="connsiteY546" fmla="*/ 2954192 h 6858000"/>
              <a:gd name="connsiteX547" fmla="*/ 6604735 w 7467600"/>
              <a:gd name="connsiteY547" fmla="*/ 2041381 h 6858000"/>
              <a:gd name="connsiteX548" fmla="*/ 7204487 w 7467600"/>
              <a:gd name="connsiteY548" fmla="*/ 2742112 h 6858000"/>
              <a:gd name="connsiteX549" fmla="*/ 7131592 w 7467600"/>
              <a:gd name="connsiteY549" fmla="*/ 2672096 h 6858000"/>
              <a:gd name="connsiteX550" fmla="*/ 6996344 w 7467600"/>
              <a:gd name="connsiteY550" fmla="*/ 2518310 h 6858000"/>
              <a:gd name="connsiteX551" fmla="*/ 6735495 w 7467600"/>
              <a:gd name="connsiteY551" fmla="*/ 2196890 h 6858000"/>
              <a:gd name="connsiteX552" fmla="*/ 6721901 w 7467600"/>
              <a:gd name="connsiteY552" fmla="*/ 2179274 h 6858000"/>
              <a:gd name="connsiteX553" fmla="*/ 6604735 w 7467600"/>
              <a:gd name="connsiteY553" fmla="*/ 2041381 h 6858000"/>
              <a:gd name="connsiteX554" fmla="*/ 6591670 w 7467600"/>
              <a:gd name="connsiteY554" fmla="*/ 1988277 h 6858000"/>
              <a:gd name="connsiteX555" fmla="*/ 6747349 w 7467600"/>
              <a:gd name="connsiteY555" fmla="*/ 2160069 h 6858000"/>
              <a:gd name="connsiteX556" fmla="*/ 6760943 w 7467600"/>
              <a:gd name="connsiteY556" fmla="*/ 2177686 h 6858000"/>
              <a:gd name="connsiteX557" fmla="*/ 7021065 w 7467600"/>
              <a:gd name="connsiteY557" fmla="*/ 2498102 h 6858000"/>
              <a:gd name="connsiteX558" fmla="*/ 7155223 w 7467600"/>
              <a:gd name="connsiteY558" fmla="*/ 2650386 h 6858000"/>
              <a:gd name="connsiteX559" fmla="*/ 7203167 w 7467600"/>
              <a:gd name="connsiteY559" fmla="*/ 2697288 h 6858000"/>
              <a:gd name="connsiteX560" fmla="*/ 6937703 w 7467600"/>
              <a:gd name="connsiteY560" fmla="*/ 2321981 h 6858000"/>
              <a:gd name="connsiteX561" fmla="*/ 6591670 w 7467600"/>
              <a:gd name="connsiteY561" fmla="*/ 1988277 h 6858000"/>
              <a:gd name="connsiteX562" fmla="*/ 5798671 w 7467600"/>
              <a:gd name="connsiteY562" fmla="*/ 1981601 h 6858000"/>
              <a:gd name="connsiteX563" fmla="*/ 5754709 w 7467600"/>
              <a:gd name="connsiteY563" fmla="*/ 2071454 h 6858000"/>
              <a:gd name="connsiteX564" fmla="*/ 5763044 w 7467600"/>
              <a:gd name="connsiteY564" fmla="*/ 2842206 h 6858000"/>
              <a:gd name="connsiteX565" fmla="*/ 5764974 w 7467600"/>
              <a:gd name="connsiteY565" fmla="*/ 2799609 h 6858000"/>
              <a:gd name="connsiteX566" fmla="*/ 5767665 w 7467600"/>
              <a:gd name="connsiteY566" fmla="*/ 2666409 h 6858000"/>
              <a:gd name="connsiteX567" fmla="*/ 5763055 w 7467600"/>
              <a:gd name="connsiteY567" fmla="*/ 2579705 h 6858000"/>
              <a:gd name="connsiteX568" fmla="*/ 5758079 w 7467600"/>
              <a:gd name="connsiteY568" fmla="*/ 2492508 h 6858000"/>
              <a:gd name="connsiteX569" fmla="*/ 5779325 w 7467600"/>
              <a:gd name="connsiteY569" fmla="*/ 2197069 h 6858000"/>
              <a:gd name="connsiteX570" fmla="*/ 5798671 w 7467600"/>
              <a:gd name="connsiteY570" fmla="*/ 1981601 h 6858000"/>
              <a:gd name="connsiteX571" fmla="*/ 5829202 w 7467600"/>
              <a:gd name="connsiteY571" fmla="*/ 1971679 h 6858000"/>
              <a:gd name="connsiteX572" fmla="*/ 5809558 w 7467600"/>
              <a:gd name="connsiteY572" fmla="*/ 2198043 h 6858000"/>
              <a:gd name="connsiteX573" fmla="*/ 5788653 w 7467600"/>
              <a:gd name="connsiteY573" fmla="*/ 2489430 h 6858000"/>
              <a:gd name="connsiteX574" fmla="*/ 5793439 w 7467600"/>
              <a:gd name="connsiteY574" fmla="*/ 2575235 h 6858000"/>
              <a:gd name="connsiteX575" fmla="*/ 5796837 w 7467600"/>
              <a:gd name="connsiteY575" fmla="*/ 2637633 h 6858000"/>
              <a:gd name="connsiteX576" fmla="*/ 5818614 w 7467600"/>
              <a:gd name="connsiteY576" fmla="*/ 2473055 h 6858000"/>
              <a:gd name="connsiteX577" fmla="*/ 5829202 w 7467600"/>
              <a:gd name="connsiteY577" fmla="*/ 1971679 h 6858000"/>
              <a:gd name="connsiteX578" fmla="*/ 5911389 w 7467600"/>
              <a:gd name="connsiteY578" fmla="*/ 1898371 h 6858000"/>
              <a:gd name="connsiteX579" fmla="*/ 6237627 w 7467600"/>
              <a:gd name="connsiteY579" fmla="*/ 2231921 h 6858000"/>
              <a:gd name="connsiteX580" fmla="*/ 5911389 w 7467600"/>
              <a:gd name="connsiteY580" fmla="*/ 1898371 h 6858000"/>
              <a:gd name="connsiteX581" fmla="*/ 6944437 w 7467600"/>
              <a:gd name="connsiteY581" fmla="*/ 1575402 h 6858000"/>
              <a:gd name="connsiteX582" fmla="*/ 6304730 w 7467600"/>
              <a:gd name="connsiteY582" fmla="*/ 1766654 h 6858000"/>
              <a:gd name="connsiteX583" fmla="*/ 6944437 w 7467600"/>
              <a:gd name="connsiteY583" fmla="*/ 1575402 h 6858000"/>
              <a:gd name="connsiteX584" fmla="*/ 7019523 w 7467600"/>
              <a:gd name="connsiteY584" fmla="*/ 1519450 h 6858000"/>
              <a:gd name="connsiteX585" fmla="*/ 6298091 w 7467600"/>
              <a:gd name="connsiteY585" fmla="*/ 1737122 h 6858000"/>
              <a:gd name="connsiteX586" fmla="*/ 7019523 w 7467600"/>
              <a:gd name="connsiteY586" fmla="*/ 1519450 h 6858000"/>
              <a:gd name="connsiteX587" fmla="*/ 2399523 w 7467600"/>
              <a:gd name="connsiteY587" fmla="*/ 1428234 h 6858000"/>
              <a:gd name="connsiteX588" fmla="*/ 2224982 w 7467600"/>
              <a:gd name="connsiteY588" fmla="*/ 1826201 h 6858000"/>
              <a:gd name="connsiteX589" fmla="*/ 2096099 w 7467600"/>
              <a:gd name="connsiteY589" fmla="*/ 2345900 h 6858000"/>
              <a:gd name="connsiteX590" fmla="*/ 2283317 w 7467600"/>
              <a:gd name="connsiteY590" fmla="*/ 1796925 h 6858000"/>
              <a:gd name="connsiteX591" fmla="*/ 2399523 w 7467600"/>
              <a:gd name="connsiteY591" fmla="*/ 1428234 h 6858000"/>
              <a:gd name="connsiteX592" fmla="*/ 2448558 w 7467600"/>
              <a:gd name="connsiteY592" fmla="*/ 1373435 h 6858000"/>
              <a:gd name="connsiteX593" fmla="*/ 2312521 w 7467600"/>
              <a:gd name="connsiteY593" fmla="*/ 1806140 h 6858000"/>
              <a:gd name="connsiteX594" fmla="*/ 2127533 w 7467600"/>
              <a:gd name="connsiteY594" fmla="*/ 2348380 h 6858000"/>
              <a:gd name="connsiteX595" fmla="*/ 2358080 w 7467600"/>
              <a:gd name="connsiteY595" fmla="*/ 1866134 h 6858000"/>
              <a:gd name="connsiteX596" fmla="*/ 2407436 w 7467600"/>
              <a:gd name="connsiteY596" fmla="*/ 1651070 h 6858000"/>
              <a:gd name="connsiteX597" fmla="*/ 2448558 w 7467600"/>
              <a:gd name="connsiteY597" fmla="*/ 1373435 h 6858000"/>
              <a:gd name="connsiteX598" fmla="*/ 278707 w 7467600"/>
              <a:gd name="connsiteY598" fmla="*/ 1352270 h 6858000"/>
              <a:gd name="connsiteX599" fmla="*/ 321570 w 7467600"/>
              <a:gd name="connsiteY599" fmla="*/ 1861610 h 6858000"/>
              <a:gd name="connsiteX600" fmla="*/ 294281 w 7467600"/>
              <a:gd name="connsiteY600" fmla="*/ 1440658 h 6858000"/>
              <a:gd name="connsiteX601" fmla="*/ 278707 w 7467600"/>
              <a:gd name="connsiteY601" fmla="*/ 1352270 h 6858000"/>
              <a:gd name="connsiteX602" fmla="*/ 1423821 w 7467600"/>
              <a:gd name="connsiteY602" fmla="*/ 1351958 h 6858000"/>
              <a:gd name="connsiteX603" fmla="*/ 1638521 w 7467600"/>
              <a:gd name="connsiteY603" fmla="*/ 1908470 h 6858000"/>
              <a:gd name="connsiteX604" fmla="*/ 1754199 w 7467600"/>
              <a:gd name="connsiteY604" fmla="*/ 2149284 h 6858000"/>
              <a:gd name="connsiteX605" fmla="*/ 1908359 w 7467600"/>
              <a:gd name="connsiteY605" fmla="*/ 2364988 h 6858000"/>
              <a:gd name="connsiteX606" fmla="*/ 1647661 w 7467600"/>
              <a:gd name="connsiteY606" fmla="*/ 1825945 h 6858000"/>
              <a:gd name="connsiteX607" fmla="*/ 1423821 w 7467600"/>
              <a:gd name="connsiteY607" fmla="*/ 1351958 h 6858000"/>
              <a:gd name="connsiteX608" fmla="*/ 1431890 w 7467600"/>
              <a:gd name="connsiteY608" fmla="*/ 1306475 h 6858000"/>
              <a:gd name="connsiteX609" fmla="*/ 1507597 w 7467600"/>
              <a:gd name="connsiteY609" fmla="*/ 1446132 h 6858000"/>
              <a:gd name="connsiteX610" fmla="*/ 1674586 w 7467600"/>
              <a:gd name="connsiteY610" fmla="*/ 1813832 h 6858000"/>
              <a:gd name="connsiteX611" fmla="*/ 1815950 w 7467600"/>
              <a:gd name="connsiteY611" fmla="*/ 2128564 h 6858000"/>
              <a:gd name="connsiteX612" fmla="*/ 1984242 w 7467600"/>
              <a:gd name="connsiteY612" fmla="*/ 2430829 h 6858000"/>
              <a:gd name="connsiteX613" fmla="*/ 2014023 w 7467600"/>
              <a:gd name="connsiteY613" fmla="*/ 2450995 h 6858000"/>
              <a:gd name="connsiteX614" fmla="*/ 1747337 w 7467600"/>
              <a:gd name="connsiteY614" fmla="*/ 1855264 h 6858000"/>
              <a:gd name="connsiteX615" fmla="*/ 1533749 w 7467600"/>
              <a:gd name="connsiteY615" fmla="*/ 1478656 h 6858000"/>
              <a:gd name="connsiteX616" fmla="*/ 1431890 w 7467600"/>
              <a:gd name="connsiteY616" fmla="*/ 1306475 h 6858000"/>
              <a:gd name="connsiteX617" fmla="*/ 5052692 w 7467600"/>
              <a:gd name="connsiteY617" fmla="*/ 1292994 h 6858000"/>
              <a:gd name="connsiteX618" fmla="*/ 5200661 w 7467600"/>
              <a:gd name="connsiteY618" fmla="*/ 1635186 h 6858000"/>
              <a:gd name="connsiteX619" fmla="*/ 5297138 w 7467600"/>
              <a:gd name="connsiteY619" fmla="*/ 1906351 h 6858000"/>
              <a:gd name="connsiteX620" fmla="*/ 5052692 w 7467600"/>
              <a:gd name="connsiteY620" fmla="*/ 1292994 h 6858000"/>
              <a:gd name="connsiteX621" fmla="*/ 5009948 w 7467600"/>
              <a:gd name="connsiteY621" fmla="*/ 1273619 h 6858000"/>
              <a:gd name="connsiteX622" fmla="*/ 5121777 w 7467600"/>
              <a:gd name="connsiteY622" fmla="*/ 1654213 h 6858000"/>
              <a:gd name="connsiteX623" fmla="*/ 5293545 w 7467600"/>
              <a:gd name="connsiteY623" fmla="*/ 2072247 h 6858000"/>
              <a:gd name="connsiteX624" fmla="*/ 5294042 w 7467600"/>
              <a:gd name="connsiteY624" fmla="*/ 2065019 h 6858000"/>
              <a:gd name="connsiteX625" fmla="*/ 5171936 w 7467600"/>
              <a:gd name="connsiteY625" fmla="*/ 1647613 h 6858000"/>
              <a:gd name="connsiteX626" fmla="*/ 5009948 w 7467600"/>
              <a:gd name="connsiteY626" fmla="*/ 1273619 h 6858000"/>
              <a:gd name="connsiteX627" fmla="*/ 655236 w 7467600"/>
              <a:gd name="connsiteY627" fmla="*/ 1268632 h 6858000"/>
              <a:gd name="connsiteX628" fmla="*/ 839521 w 7467600"/>
              <a:gd name="connsiteY628" fmla="*/ 1685315 h 6858000"/>
              <a:gd name="connsiteX629" fmla="*/ 1109416 w 7467600"/>
              <a:gd name="connsiteY629" fmla="*/ 2061663 h 6858000"/>
              <a:gd name="connsiteX630" fmla="*/ 1298300 w 7467600"/>
              <a:gd name="connsiteY630" fmla="*/ 2247742 h 6858000"/>
              <a:gd name="connsiteX631" fmla="*/ 1125871 w 7467600"/>
              <a:gd name="connsiteY631" fmla="*/ 1989513 h 6858000"/>
              <a:gd name="connsiteX632" fmla="*/ 981574 w 7467600"/>
              <a:gd name="connsiteY632" fmla="*/ 1783157 h 6858000"/>
              <a:gd name="connsiteX633" fmla="*/ 922198 w 7467600"/>
              <a:gd name="connsiteY633" fmla="*/ 1677437 h 6858000"/>
              <a:gd name="connsiteX634" fmla="*/ 869293 w 7467600"/>
              <a:gd name="connsiteY634" fmla="*/ 1583214 h 6858000"/>
              <a:gd name="connsiteX635" fmla="*/ 751431 w 7467600"/>
              <a:gd name="connsiteY635" fmla="*/ 1405731 h 6858000"/>
              <a:gd name="connsiteX636" fmla="*/ 655236 w 7467600"/>
              <a:gd name="connsiteY636" fmla="*/ 1268632 h 6858000"/>
              <a:gd name="connsiteX637" fmla="*/ 6516292 w 7467600"/>
              <a:gd name="connsiteY637" fmla="*/ 1263064 h 6858000"/>
              <a:gd name="connsiteX638" fmla="*/ 5736320 w 7467600"/>
              <a:gd name="connsiteY638" fmla="*/ 1501803 h 6858000"/>
              <a:gd name="connsiteX639" fmla="*/ 6516292 w 7467600"/>
              <a:gd name="connsiteY639" fmla="*/ 1263064 h 6858000"/>
              <a:gd name="connsiteX640" fmla="*/ 291466 w 7467600"/>
              <a:gd name="connsiteY640" fmla="*/ 1250369 h 6858000"/>
              <a:gd name="connsiteX641" fmla="*/ 323180 w 7467600"/>
              <a:gd name="connsiteY641" fmla="*/ 1435283 h 6858000"/>
              <a:gd name="connsiteX642" fmla="*/ 349381 w 7467600"/>
              <a:gd name="connsiteY642" fmla="*/ 1875041 h 6858000"/>
              <a:gd name="connsiteX643" fmla="*/ 374363 w 7467600"/>
              <a:gd name="connsiteY643" fmla="*/ 1506494 h 6858000"/>
              <a:gd name="connsiteX644" fmla="*/ 302168 w 7467600"/>
              <a:gd name="connsiteY644" fmla="*/ 1274495 h 6858000"/>
              <a:gd name="connsiteX645" fmla="*/ 291466 w 7467600"/>
              <a:gd name="connsiteY645" fmla="*/ 1250369 h 6858000"/>
              <a:gd name="connsiteX646" fmla="*/ 678222 w 7467600"/>
              <a:gd name="connsiteY646" fmla="*/ 1248670 h 6858000"/>
              <a:gd name="connsiteX647" fmla="*/ 775536 w 7467600"/>
              <a:gd name="connsiteY647" fmla="*/ 1388015 h 6858000"/>
              <a:gd name="connsiteX648" fmla="*/ 894529 w 7467600"/>
              <a:gd name="connsiteY648" fmla="*/ 1567739 h 6858000"/>
              <a:gd name="connsiteX649" fmla="*/ 948000 w 7467600"/>
              <a:gd name="connsiteY649" fmla="*/ 1663088 h 6858000"/>
              <a:gd name="connsiteX650" fmla="*/ 1006812 w 7467600"/>
              <a:gd name="connsiteY650" fmla="*/ 1767683 h 6858000"/>
              <a:gd name="connsiteX651" fmla="*/ 1149133 w 7467600"/>
              <a:gd name="connsiteY651" fmla="*/ 1971513 h 6858000"/>
              <a:gd name="connsiteX652" fmla="*/ 1333952 w 7467600"/>
              <a:gd name="connsiteY652" fmla="*/ 2251620 h 6858000"/>
              <a:gd name="connsiteX653" fmla="*/ 1337329 w 7467600"/>
              <a:gd name="connsiteY653" fmla="*/ 2258350 h 6858000"/>
              <a:gd name="connsiteX654" fmla="*/ 1014726 w 7467600"/>
              <a:gd name="connsiteY654" fmla="*/ 1615556 h 6858000"/>
              <a:gd name="connsiteX655" fmla="*/ 678222 w 7467600"/>
              <a:gd name="connsiteY655" fmla="*/ 1248670 h 6858000"/>
              <a:gd name="connsiteX656" fmla="*/ 6691602 w 7467600"/>
              <a:gd name="connsiteY656" fmla="*/ 1140573 h 6858000"/>
              <a:gd name="connsiteX657" fmla="*/ 6571100 w 7467600"/>
              <a:gd name="connsiteY657" fmla="*/ 1183662 h 6858000"/>
              <a:gd name="connsiteX658" fmla="*/ 6241687 w 7467600"/>
              <a:gd name="connsiteY658" fmla="*/ 1257600 h 6858000"/>
              <a:gd name="connsiteX659" fmla="*/ 5693009 w 7467600"/>
              <a:gd name="connsiteY659" fmla="*/ 1478256 h 6858000"/>
              <a:gd name="connsiteX660" fmla="*/ 6548420 w 7467600"/>
              <a:gd name="connsiteY660" fmla="*/ 1214599 h 6858000"/>
              <a:gd name="connsiteX661" fmla="*/ 6605473 w 7467600"/>
              <a:gd name="connsiteY661" fmla="*/ 1184686 h 6858000"/>
              <a:gd name="connsiteX662" fmla="*/ 6691602 w 7467600"/>
              <a:gd name="connsiteY662" fmla="*/ 1140573 h 6858000"/>
              <a:gd name="connsiteX663" fmla="*/ 4002475 w 7467600"/>
              <a:gd name="connsiteY663" fmla="*/ 1037802 h 6858000"/>
              <a:gd name="connsiteX664" fmla="*/ 4000324 w 7467600"/>
              <a:gd name="connsiteY664" fmla="*/ 1039362 h 6858000"/>
              <a:gd name="connsiteX665" fmla="*/ 4002862 w 7467600"/>
              <a:gd name="connsiteY665" fmla="*/ 1042866 h 6858000"/>
              <a:gd name="connsiteX666" fmla="*/ 4002475 w 7467600"/>
              <a:gd name="connsiteY666" fmla="*/ 1037802 h 6858000"/>
              <a:gd name="connsiteX667" fmla="*/ 506322 w 7467600"/>
              <a:gd name="connsiteY667" fmla="*/ 1020997 h 6858000"/>
              <a:gd name="connsiteX668" fmla="*/ 533068 w 7467600"/>
              <a:gd name="connsiteY668" fmla="*/ 1029409 h 6858000"/>
              <a:gd name="connsiteX669" fmla="*/ 1232525 w 7467600"/>
              <a:gd name="connsiteY669" fmla="*/ 1804675 h 6858000"/>
              <a:gd name="connsiteX670" fmla="*/ 1388858 w 7467600"/>
              <a:gd name="connsiteY670" fmla="*/ 2368011 h 6858000"/>
              <a:gd name="connsiteX671" fmla="*/ 1384098 w 7467600"/>
              <a:gd name="connsiteY671" fmla="*/ 2378125 h 6858000"/>
              <a:gd name="connsiteX672" fmla="*/ 1425393 w 7467600"/>
              <a:gd name="connsiteY672" fmla="*/ 2589124 h 6858000"/>
              <a:gd name="connsiteX673" fmla="*/ 1424001 w 7467600"/>
              <a:gd name="connsiteY673" fmla="*/ 2597541 h 6858000"/>
              <a:gd name="connsiteX674" fmla="*/ 2152729 w 7467600"/>
              <a:gd name="connsiteY674" fmla="*/ 2864487 h 6858000"/>
              <a:gd name="connsiteX675" fmla="*/ 2020609 w 7467600"/>
              <a:gd name="connsiteY675" fmla="*/ 2539671 h 6858000"/>
              <a:gd name="connsiteX676" fmla="*/ 2018920 w 7467600"/>
              <a:gd name="connsiteY676" fmla="*/ 2536309 h 6858000"/>
              <a:gd name="connsiteX677" fmla="*/ 1342441 w 7467600"/>
              <a:gd name="connsiteY677" fmla="*/ 1173017 h 6858000"/>
              <a:gd name="connsiteX678" fmla="*/ 1367925 w 7467600"/>
              <a:gd name="connsiteY678" fmla="*/ 1135648 h 6858000"/>
              <a:gd name="connsiteX679" fmla="*/ 1771401 w 7467600"/>
              <a:gd name="connsiteY679" fmla="*/ 1806673 h 6858000"/>
              <a:gd name="connsiteX680" fmla="*/ 1972385 w 7467600"/>
              <a:gd name="connsiteY680" fmla="*/ 2198735 h 6858000"/>
              <a:gd name="connsiteX681" fmla="*/ 2040892 w 7467600"/>
              <a:gd name="connsiteY681" fmla="*/ 2405205 h 6858000"/>
              <a:gd name="connsiteX682" fmla="*/ 2131689 w 7467600"/>
              <a:gd name="connsiteY682" fmla="*/ 1936926 h 6858000"/>
              <a:gd name="connsiteX683" fmla="*/ 2454820 w 7467600"/>
              <a:gd name="connsiteY683" fmla="*/ 1248808 h 6858000"/>
              <a:gd name="connsiteX684" fmla="*/ 2492512 w 7467600"/>
              <a:gd name="connsiteY684" fmla="*/ 1302920 h 6858000"/>
              <a:gd name="connsiteX685" fmla="*/ 2081216 w 7467600"/>
              <a:gd name="connsiteY685" fmla="*/ 2527513 h 6858000"/>
              <a:gd name="connsiteX686" fmla="*/ 2081211 w 7467600"/>
              <a:gd name="connsiteY686" fmla="*/ 2528916 h 6858000"/>
              <a:gd name="connsiteX687" fmla="*/ 2199067 w 7467600"/>
              <a:gd name="connsiteY687" fmla="*/ 2884061 h 6858000"/>
              <a:gd name="connsiteX688" fmla="*/ 3192586 w 7467600"/>
              <a:gd name="connsiteY688" fmla="*/ 3411496 h 6858000"/>
              <a:gd name="connsiteX689" fmla="*/ 3182620 w 7467600"/>
              <a:gd name="connsiteY689" fmla="*/ 3483279 h 6858000"/>
              <a:gd name="connsiteX690" fmla="*/ 2435119 w 7467600"/>
              <a:gd name="connsiteY690" fmla="*/ 3080173 h 6858000"/>
              <a:gd name="connsiteX691" fmla="*/ 2410152 w 7467600"/>
              <a:gd name="connsiteY691" fmla="*/ 3063751 h 6858000"/>
              <a:gd name="connsiteX692" fmla="*/ 2408099 w 7467600"/>
              <a:gd name="connsiteY692" fmla="*/ 3064403 h 6858000"/>
              <a:gd name="connsiteX693" fmla="*/ 2407218 w 7467600"/>
              <a:gd name="connsiteY693" fmla="*/ 3070324 h 6858000"/>
              <a:gd name="connsiteX694" fmla="*/ 2380138 w 7467600"/>
              <a:gd name="connsiteY694" fmla="*/ 3099341 h 6858000"/>
              <a:gd name="connsiteX695" fmla="*/ 1765923 w 7467600"/>
              <a:gd name="connsiteY695" fmla="*/ 3581043 h 6858000"/>
              <a:gd name="connsiteX696" fmla="*/ 1702258 w 7467600"/>
              <a:gd name="connsiteY696" fmla="*/ 3612286 h 6858000"/>
              <a:gd name="connsiteX697" fmla="*/ 1538370 w 7467600"/>
              <a:gd name="connsiteY697" fmla="*/ 3811804 h 6858000"/>
              <a:gd name="connsiteX698" fmla="*/ 542867 w 7467600"/>
              <a:gd name="connsiteY698" fmla="*/ 4944092 h 6858000"/>
              <a:gd name="connsiteX699" fmla="*/ 515800 w 7467600"/>
              <a:gd name="connsiteY699" fmla="*/ 4862180 h 6858000"/>
              <a:gd name="connsiteX700" fmla="*/ 909145 w 7467600"/>
              <a:gd name="connsiteY700" fmla="*/ 4199225 h 6858000"/>
              <a:gd name="connsiteX701" fmla="*/ 1214067 w 7467600"/>
              <a:gd name="connsiteY701" fmla="*/ 3908561 h 6858000"/>
              <a:gd name="connsiteX702" fmla="*/ 640967 w 7467600"/>
              <a:gd name="connsiteY702" fmla="*/ 4105601 h 6858000"/>
              <a:gd name="connsiteX703" fmla="*/ 112563 w 7467600"/>
              <a:gd name="connsiteY703" fmla="*/ 4396952 h 6858000"/>
              <a:gd name="connsiteX704" fmla="*/ 0 w 7467600"/>
              <a:gd name="connsiteY704" fmla="*/ 4466006 h 6858000"/>
              <a:gd name="connsiteX705" fmla="*/ 0 w 7467600"/>
              <a:gd name="connsiteY705" fmla="*/ 4233763 h 6858000"/>
              <a:gd name="connsiteX706" fmla="*/ 36881 w 7467600"/>
              <a:gd name="connsiteY706" fmla="*/ 4200118 h 6858000"/>
              <a:gd name="connsiteX707" fmla="*/ 910534 w 7467600"/>
              <a:gd name="connsiteY707" fmla="*/ 3629753 h 6858000"/>
              <a:gd name="connsiteX708" fmla="*/ 1578717 w 7467600"/>
              <a:gd name="connsiteY708" fmla="*/ 3575982 h 6858000"/>
              <a:gd name="connsiteX709" fmla="*/ 2338780 w 7467600"/>
              <a:gd name="connsiteY709" fmla="*/ 3033725 h 6858000"/>
              <a:gd name="connsiteX710" fmla="*/ 1807991 w 7467600"/>
              <a:gd name="connsiteY710" fmla="*/ 2807184 h 6858000"/>
              <a:gd name="connsiteX711" fmla="*/ 1416358 w 7467600"/>
              <a:gd name="connsiteY711" fmla="*/ 3112571 h 6858000"/>
              <a:gd name="connsiteX712" fmla="*/ 939066 w 7467600"/>
              <a:gd name="connsiteY712" fmla="*/ 3378798 h 6858000"/>
              <a:gd name="connsiteX713" fmla="*/ 115099 w 7467600"/>
              <a:gd name="connsiteY713" fmla="*/ 3607650 h 6858000"/>
              <a:gd name="connsiteX714" fmla="*/ 97284 w 7467600"/>
              <a:gd name="connsiteY714" fmla="*/ 3520393 h 6858000"/>
              <a:gd name="connsiteX715" fmla="*/ 922050 w 7467600"/>
              <a:gd name="connsiteY715" fmla="*/ 3074867 h 6858000"/>
              <a:gd name="connsiteX716" fmla="*/ 1405265 w 7467600"/>
              <a:gd name="connsiteY716" fmla="*/ 3016319 h 6858000"/>
              <a:gd name="connsiteX717" fmla="*/ 1407512 w 7467600"/>
              <a:gd name="connsiteY717" fmla="*/ 3018001 h 6858000"/>
              <a:gd name="connsiteX718" fmla="*/ 1726266 w 7467600"/>
              <a:gd name="connsiteY718" fmla="*/ 2777274 h 6858000"/>
              <a:gd name="connsiteX719" fmla="*/ 625390 w 7467600"/>
              <a:gd name="connsiteY719" fmla="*/ 2514541 h 6858000"/>
              <a:gd name="connsiteX720" fmla="*/ 619799 w 7467600"/>
              <a:gd name="connsiteY720" fmla="*/ 2527180 h 6858000"/>
              <a:gd name="connsiteX721" fmla="*/ 310030 w 7467600"/>
              <a:gd name="connsiteY721" fmla="*/ 2771818 h 6858000"/>
              <a:gd name="connsiteX722" fmla="*/ 173877 w 7467600"/>
              <a:gd name="connsiteY722" fmla="*/ 2937056 h 6858000"/>
              <a:gd name="connsiteX723" fmla="*/ 77889 w 7467600"/>
              <a:gd name="connsiteY723" fmla="*/ 3138440 h 6858000"/>
              <a:gd name="connsiteX724" fmla="*/ 0 w 7467600"/>
              <a:gd name="connsiteY724" fmla="*/ 3271395 h 6858000"/>
              <a:gd name="connsiteX725" fmla="*/ 0 w 7467600"/>
              <a:gd name="connsiteY725" fmla="*/ 3153002 h 6858000"/>
              <a:gd name="connsiteX726" fmla="*/ 2386 w 7467600"/>
              <a:gd name="connsiteY726" fmla="*/ 3149203 h 6858000"/>
              <a:gd name="connsiteX727" fmla="*/ 89753 w 7467600"/>
              <a:gd name="connsiteY727" fmla="*/ 2987702 h 6858000"/>
              <a:gd name="connsiteX728" fmla="*/ 76869 w 7467600"/>
              <a:gd name="connsiteY728" fmla="*/ 3005404 h 6858000"/>
              <a:gd name="connsiteX729" fmla="*/ 32049 w 7467600"/>
              <a:gd name="connsiteY729" fmla="*/ 3065814 h 6858000"/>
              <a:gd name="connsiteX730" fmla="*/ 0 w 7467600"/>
              <a:gd name="connsiteY730" fmla="*/ 3108744 h 6858000"/>
              <a:gd name="connsiteX731" fmla="*/ 0 w 7467600"/>
              <a:gd name="connsiteY731" fmla="*/ 3058059 h 6858000"/>
              <a:gd name="connsiteX732" fmla="*/ 7610 w 7467600"/>
              <a:gd name="connsiteY732" fmla="*/ 3047889 h 6858000"/>
              <a:gd name="connsiteX733" fmla="*/ 52419 w 7467600"/>
              <a:gd name="connsiteY733" fmla="*/ 2987479 h 6858000"/>
              <a:gd name="connsiteX734" fmla="*/ 59142 w 7467600"/>
              <a:gd name="connsiteY734" fmla="*/ 2978488 h 6858000"/>
              <a:gd name="connsiteX735" fmla="*/ 0 w 7467600"/>
              <a:gd name="connsiteY735" fmla="*/ 3015334 h 6858000"/>
              <a:gd name="connsiteX736" fmla="*/ 0 w 7467600"/>
              <a:gd name="connsiteY736" fmla="*/ 2914286 h 6858000"/>
              <a:gd name="connsiteX737" fmla="*/ 36383 w 7467600"/>
              <a:gd name="connsiteY737" fmla="*/ 2901128 h 6858000"/>
              <a:gd name="connsiteX738" fmla="*/ 156329 w 7467600"/>
              <a:gd name="connsiteY738" fmla="*/ 2840533 h 6858000"/>
              <a:gd name="connsiteX739" fmla="*/ 358355 w 7467600"/>
              <a:gd name="connsiteY739" fmla="*/ 2620471 h 6858000"/>
              <a:gd name="connsiteX740" fmla="*/ 510577 w 7467600"/>
              <a:gd name="connsiteY740" fmla="*/ 2501244 h 6858000"/>
              <a:gd name="connsiteX741" fmla="*/ 211967 w 7467600"/>
              <a:gd name="connsiteY741" fmla="*/ 2479171 h 6858000"/>
              <a:gd name="connsiteX742" fmla="*/ 0 w 7467600"/>
              <a:gd name="connsiteY742" fmla="*/ 2476398 h 6858000"/>
              <a:gd name="connsiteX743" fmla="*/ 0 w 7467600"/>
              <a:gd name="connsiteY743" fmla="*/ 2389189 h 6858000"/>
              <a:gd name="connsiteX744" fmla="*/ 103062 w 7467600"/>
              <a:gd name="connsiteY744" fmla="*/ 2389518 h 6858000"/>
              <a:gd name="connsiteX745" fmla="*/ 510734 w 7467600"/>
              <a:gd name="connsiteY745" fmla="*/ 2416201 h 6858000"/>
              <a:gd name="connsiteX746" fmla="*/ 279257 w 7467600"/>
              <a:gd name="connsiteY746" fmla="*/ 2092102 h 6858000"/>
              <a:gd name="connsiteX747" fmla="*/ 65265 w 7467600"/>
              <a:gd name="connsiteY747" fmla="*/ 2006049 h 6858000"/>
              <a:gd name="connsiteX748" fmla="*/ 0 w 7467600"/>
              <a:gd name="connsiteY748" fmla="*/ 1982532 h 6858000"/>
              <a:gd name="connsiteX749" fmla="*/ 0 w 7467600"/>
              <a:gd name="connsiteY749" fmla="*/ 1912789 h 6858000"/>
              <a:gd name="connsiteX750" fmla="*/ 97460 w 7467600"/>
              <a:gd name="connsiteY750" fmla="*/ 1953725 h 6858000"/>
              <a:gd name="connsiteX751" fmla="*/ 221272 w 7467600"/>
              <a:gd name="connsiteY751" fmla="*/ 1980766 h 6858000"/>
              <a:gd name="connsiteX752" fmla="*/ 116765 w 7467600"/>
              <a:gd name="connsiteY752" fmla="*/ 1911033 h 6858000"/>
              <a:gd name="connsiteX753" fmla="*/ 16405 w 7467600"/>
              <a:gd name="connsiteY753" fmla="*/ 1803412 h 6858000"/>
              <a:gd name="connsiteX754" fmla="*/ 0 w 7467600"/>
              <a:gd name="connsiteY754" fmla="*/ 1784777 h 6858000"/>
              <a:gd name="connsiteX755" fmla="*/ 0 w 7467600"/>
              <a:gd name="connsiteY755" fmla="*/ 1740082 h 6858000"/>
              <a:gd name="connsiteX756" fmla="*/ 39394 w 7467600"/>
              <a:gd name="connsiteY756" fmla="*/ 1784856 h 6858000"/>
              <a:gd name="connsiteX757" fmla="*/ 135813 w 7467600"/>
              <a:gd name="connsiteY757" fmla="*/ 1888838 h 6858000"/>
              <a:gd name="connsiteX758" fmla="*/ 242575 w 7467600"/>
              <a:gd name="connsiteY758" fmla="*/ 1958841 h 6858000"/>
              <a:gd name="connsiteX759" fmla="*/ 82197 w 7467600"/>
              <a:gd name="connsiteY759" fmla="*/ 1754826 h 6858000"/>
              <a:gd name="connsiteX760" fmla="*/ 0 w 7467600"/>
              <a:gd name="connsiteY760" fmla="*/ 1679650 h 6858000"/>
              <a:gd name="connsiteX761" fmla="*/ 0 w 7467600"/>
              <a:gd name="connsiteY761" fmla="*/ 1602463 h 6858000"/>
              <a:gd name="connsiteX762" fmla="*/ 84689 w 7467600"/>
              <a:gd name="connsiteY762" fmla="*/ 1677442 h 6858000"/>
              <a:gd name="connsiteX763" fmla="*/ 298437 w 7467600"/>
              <a:gd name="connsiteY763" fmla="*/ 1968019 h 6858000"/>
              <a:gd name="connsiteX764" fmla="*/ 227269 w 7467600"/>
              <a:gd name="connsiteY764" fmla="*/ 1114064 h 6858000"/>
              <a:gd name="connsiteX765" fmla="*/ 248003 w 7467600"/>
              <a:gd name="connsiteY765" fmla="*/ 1089613 h 6858000"/>
              <a:gd name="connsiteX766" fmla="*/ 427020 w 7467600"/>
              <a:gd name="connsiteY766" fmla="*/ 1619803 h 6858000"/>
              <a:gd name="connsiteX767" fmla="*/ 340345 w 7467600"/>
              <a:gd name="connsiteY767" fmla="*/ 2027739 h 6858000"/>
              <a:gd name="connsiteX768" fmla="*/ 360865 w 7467600"/>
              <a:gd name="connsiteY768" fmla="*/ 2044827 h 6858000"/>
              <a:gd name="connsiteX769" fmla="*/ 560414 w 7467600"/>
              <a:gd name="connsiteY769" fmla="*/ 2421457 h 6858000"/>
              <a:gd name="connsiteX770" fmla="*/ 1359703 w 7467600"/>
              <a:gd name="connsiteY770" fmla="*/ 2578554 h 6858000"/>
              <a:gd name="connsiteX771" fmla="*/ 1359422 w 7467600"/>
              <a:gd name="connsiteY771" fmla="*/ 2577994 h 6858000"/>
              <a:gd name="connsiteX772" fmla="*/ 828701 w 7467600"/>
              <a:gd name="connsiteY772" fmla="*/ 1839520 h 6858000"/>
              <a:gd name="connsiteX773" fmla="*/ 494427 w 7467600"/>
              <a:gd name="connsiteY773" fmla="*/ 1092333 h 6858000"/>
              <a:gd name="connsiteX774" fmla="*/ 506322 w 7467600"/>
              <a:gd name="connsiteY774" fmla="*/ 1020997 h 6858000"/>
              <a:gd name="connsiteX775" fmla="*/ 4570198 w 7467600"/>
              <a:gd name="connsiteY775" fmla="*/ 978081 h 6858000"/>
              <a:gd name="connsiteX776" fmla="*/ 4523691 w 7467600"/>
              <a:gd name="connsiteY776" fmla="*/ 1127776 h 6858000"/>
              <a:gd name="connsiteX777" fmla="*/ 4509875 w 7467600"/>
              <a:gd name="connsiteY777" fmla="*/ 1167552 h 6858000"/>
              <a:gd name="connsiteX778" fmla="*/ 4478168 w 7467600"/>
              <a:gd name="connsiteY778" fmla="*/ 1260735 h 6858000"/>
              <a:gd name="connsiteX779" fmla="*/ 4409309 w 7467600"/>
              <a:gd name="connsiteY779" fmla="*/ 1666996 h 6858000"/>
              <a:gd name="connsiteX780" fmla="*/ 4370031 w 7467600"/>
              <a:gd name="connsiteY780" fmla="*/ 1955666 h 6858000"/>
              <a:gd name="connsiteX781" fmla="*/ 4570198 w 7467600"/>
              <a:gd name="connsiteY781" fmla="*/ 978081 h 6858000"/>
              <a:gd name="connsiteX782" fmla="*/ 4557898 w 7467600"/>
              <a:gd name="connsiteY782" fmla="*/ 900011 h 6858000"/>
              <a:gd name="connsiteX783" fmla="*/ 4344840 w 7467600"/>
              <a:gd name="connsiteY783" fmla="*/ 1922038 h 6858000"/>
              <a:gd name="connsiteX784" fmla="*/ 4378710 w 7467600"/>
              <a:gd name="connsiteY784" fmla="*/ 1665516 h 6858000"/>
              <a:gd name="connsiteX785" fmla="*/ 4448798 w 7467600"/>
              <a:gd name="connsiteY785" fmla="*/ 1253024 h 6858000"/>
              <a:gd name="connsiteX786" fmla="*/ 4480315 w 7467600"/>
              <a:gd name="connsiteY786" fmla="*/ 1158454 h 6858000"/>
              <a:gd name="connsiteX787" fmla="*/ 4494133 w 7467600"/>
              <a:gd name="connsiteY787" fmla="*/ 1118676 h 6858000"/>
              <a:gd name="connsiteX788" fmla="*/ 4557898 w 7467600"/>
              <a:gd name="connsiteY788" fmla="*/ 900011 h 6858000"/>
              <a:gd name="connsiteX789" fmla="*/ 5870151 w 7467600"/>
              <a:gd name="connsiteY789" fmla="*/ 898890 h 6858000"/>
              <a:gd name="connsiteX790" fmla="*/ 5861335 w 7467600"/>
              <a:gd name="connsiteY790" fmla="*/ 899177 h 6858000"/>
              <a:gd name="connsiteX791" fmla="*/ 5843702 w 7467600"/>
              <a:gd name="connsiteY791" fmla="*/ 899748 h 6858000"/>
              <a:gd name="connsiteX792" fmla="*/ 5651107 w 7467600"/>
              <a:gd name="connsiteY792" fmla="*/ 920306 h 6858000"/>
              <a:gd name="connsiteX793" fmla="*/ 5459407 w 7467600"/>
              <a:gd name="connsiteY793" fmla="*/ 940975 h 6858000"/>
              <a:gd name="connsiteX794" fmla="*/ 5374846 w 7467600"/>
              <a:gd name="connsiteY794" fmla="*/ 941988 h 6858000"/>
              <a:gd name="connsiteX795" fmla="*/ 5256105 w 7467600"/>
              <a:gd name="connsiteY795" fmla="*/ 945632 h 6858000"/>
              <a:gd name="connsiteX796" fmla="*/ 5107071 w 7467600"/>
              <a:gd name="connsiteY796" fmla="*/ 969720 h 6858000"/>
              <a:gd name="connsiteX797" fmla="*/ 4998681 w 7467600"/>
              <a:gd name="connsiteY797" fmla="*/ 988771 h 6858000"/>
              <a:gd name="connsiteX798" fmla="*/ 5870151 w 7467600"/>
              <a:gd name="connsiteY798" fmla="*/ 898890 h 6858000"/>
              <a:gd name="connsiteX799" fmla="*/ 5504425 w 7467600"/>
              <a:gd name="connsiteY799" fmla="*/ 848067 h 6858000"/>
              <a:gd name="connsiteX800" fmla="*/ 4968849 w 7467600"/>
              <a:gd name="connsiteY800" fmla="*/ 962318 h 6858000"/>
              <a:gd name="connsiteX801" fmla="*/ 5104039 w 7467600"/>
              <a:gd name="connsiteY801" fmla="*/ 940634 h 6858000"/>
              <a:gd name="connsiteX802" fmla="*/ 5256311 w 7467600"/>
              <a:gd name="connsiteY802" fmla="*/ 916490 h 6858000"/>
              <a:gd name="connsiteX803" fmla="*/ 5377381 w 7467600"/>
              <a:gd name="connsiteY803" fmla="*/ 912671 h 6858000"/>
              <a:gd name="connsiteX804" fmla="*/ 5460148 w 7467600"/>
              <a:gd name="connsiteY804" fmla="*/ 911442 h 6858000"/>
              <a:gd name="connsiteX805" fmla="*/ 5648971 w 7467600"/>
              <a:gd name="connsiteY805" fmla="*/ 891331 h 6858000"/>
              <a:gd name="connsiteX806" fmla="*/ 5844807 w 7467600"/>
              <a:gd name="connsiteY806" fmla="*/ 870718 h 6858000"/>
              <a:gd name="connsiteX807" fmla="*/ 5862975 w 7467600"/>
              <a:gd name="connsiteY807" fmla="*/ 869756 h 6858000"/>
              <a:gd name="connsiteX808" fmla="*/ 5920887 w 7467600"/>
              <a:gd name="connsiteY808" fmla="*/ 865929 h 6858000"/>
              <a:gd name="connsiteX809" fmla="*/ 5504425 w 7467600"/>
              <a:gd name="connsiteY809" fmla="*/ 848067 h 6858000"/>
              <a:gd name="connsiteX810" fmla="*/ 3607114 w 7467600"/>
              <a:gd name="connsiteY810" fmla="*/ 467441 h 6858000"/>
              <a:gd name="connsiteX811" fmla="*/ 3296242 w 7467600"/>
              <a:gd name="connsiteY811" fmla="*/ 807991 h 6858000"/>
              <a:gd name="connsiteX812" fmla="*/ 3174674 w 7467600"/>
              <a:gd name="connsiteY812" fmla="*/ 919759 h 6858000"/>
              <a:gd name="connsiteX813" fmla="*/ 3042978 w 7467600"/>
              <a:gd name="connsiteY813" fmla="*/ 1054894 h 6858000"/>
              <a:gd name="connsiteX814" fmla="*/ 2968914 w 7467600"/>
              <a:gd name="connsiteY814" fmla="*/ 1133756 h 6858000"/>
              <a:gd name="connsiteX815" fmla="*/ 3103823 w 7467600"/>
              <a:gd name="connsiteY815" fmla="*/ 1026814 h 6858000"/>
              <a:gd name="connsiteX816" fmla="*/ 3607114 w 7467600"/>
              <a:gd name="connsiteY816" fmla="*/ 467441 h 6858000"/>
              <a:gd name="connsiteX817" fmla="*/ 3744487 w 7467600"/>
              <a:gd name="connsiteY817" fmla="*/ 383136 h 6858000"/>
              <a:gd name="connsiteX818" fmla="*/ 3970213 w 7467600"/>
              <a:gd name="connsiteY818" fmla="*/ 995559 h 6858000"/>
              <a:gd name="connsiteX819" fmla="*/ 3744487 w 7467600"/>
              <a:gd name="connsiteY819" fmla="*/ 383136 h 6858000"/>
              <a:gd name="connsiteX820" fmla="*/ 3624562 w 7467600"/>
              <a:gd name="connsiteY820" fmla="*/ 367041 h 6858000"/>
              <a:gd name="connsiteX821" fmla="*/ 3489712 w 7467600"/>
              <a:gd name="connsiteY821" fmla="*/ 485386 h 6858000"/>
              <a:gd name="connsiteX822" fmla="*/ 3182994 w 7467600"/>
              <a:gd name="connsiteY822" fmla="*/ 828265 h 6858000"/>
              <a:gd name="connsiteX823" fmla="*/ 2892114 w 7467600"/>
              <a:gd name="connsiteY823" fmla="*/ 1172635 h 6858000"/>
              <a:gd name="connsiteX824" fmla="*/ 3021459 w 7467600"/>
              <a:gd name="connsiteY824" fmla="*/ 1035385 h 6858000"/>
              <a:gd name="connsiteX825" fmla="*/ 3153873 w 7467600"/>
              <a:gd name="connsiteY825" fmla="*/ 898971 h 6858000"/>
              <a:gd name="connsiteX826" fmla="*/ 3276511 w 7467600"/>
              <a:gd name="connsiteY826" fmla="*/ 786423 h 6858000"/>
              <a:gd name="connsiteX827" fmla="*/ 3584154 w 7467600"/>
              <a:gd name="connsiteY827" fmla="*/ 448218 h 6858000"/>
              <a:gd name="connsiteX828" fmla="*/ 3624562 w 7467600"/>
              <a:gd name="connsiteY828" fmla="*/ 367041 h 6858000"/>
              <a:gd name="connsiteX829" fmla="*/ 3766672 w 7467600"/>
              <a:gd name="connsiteY829" fmla="*/ 359429 h 6858000"/>
              <a:gd name="connsiteX830" fmla="*/ 3996338 w 7467600"/>
              <a:gd name="connsiteY830" fmla="*/ 968237 h 6858000"/>
              <a:gd name="connsiteX831" fmla="*/ 3766672 w 7467600"/>
              <a:gd name="connsiteY831" fmla="*/ 359429 h 6858000"/>
              <a:gd name="connsiteX832" fmla="*/ 5805386 w 7467600"/>
              <a:gd name="connsiteY832" fmla="*/ 239240 h 6858000"/>
              <a:gd name="connsiteX833" fmla="*/ 5736947 w 7467600"/>
              <a:gd name="connsiteY833" fmla="*/ 261367 h 6858000"/>
              <a:gd name="connsiteX834" fmla="*/ 5427012 w 7467600"/>
              <a:gd name="connsiteY834" fmla="*/ 311272 h 6858000"/>
              <a:gd name="connsiteX835" fmla="*/ 5147818 w 7467600"/>
              <a:gd name="connsiteY835" fmla="*/ 322112 h 6858000"/>
              <a:gd name="connsiteX836" fmla="*/ 5060854 w 7467600"/>
              <a:gd name="connsiteY836" fmla="*/ 311882 h 6858000"/>
              <a:gd name="connsiteX837" fmla="*/ 4945989 w 7467600"/>
              <a:gd name="connsiteY837" fmla="*/ 300516 h 6858000"/>
              <a:gd name="connsiteX838" fmla="*/ 5410479 w 7467600"/>
              <a:gd name="connsiteY838" fmla="*/ 348434 h 6858000"/>
              <a:gd name="connsiteX839" fmla="*/ 5805386 w 7467600"/>
              <a:gd name="connsiteY839" fmla="*/ 239240 h 6858000"/>
              <a:gd name="connsiteX840" fmla="*/ 5905192 w 7467600"/>
              <a:gd name="connsiteY840" fmla="*/ 163079 h 6858000"/>
              <a:gd name="connsiteX841" fmla="*/ 5865655 w 7467600"/>
              <a:gd name="connsiteY841" fmla="*/ 171901 h 6858000"/>
              <a:gd name="connsiteX842" fmla="*/ 5259740 w 7467600"/>
              <a:gd name="connsiteY842" fmla="*/ 257013 h 6858000"/>
              <a:gd name="connsiteX843" fmla="*/ 5208466 w 7467600"/>
              <a:gd name="connsiteY843" fmla="*/ 257550 h 6858000"/>
              <a:gd name="connsiteX844" fmla="*/ 4980204 w 7467600"/>
              <a:gd name="connsiteY844" fmla="*/ 271903 h 6858000"/>
              <a:gd name="connsiteX845" fmla="*/ 5068068 w 7467600"/>
              <a:gd name="connsiteY845" fmla="*/ 282244 h 6858000"/>
              <a:gd name="connsiteX846" fmla="*/ 5153231 w 7467600"/>
              <a:gd name="connsiteY846" fmla="*/ 292240 h 6858000"/>
              <a:gd name="connsiteX847" fmla="*/ 5426491 w 7467600"/>
              <a:gd name="connsiteY847" fmla="*/ 281128 h 6858000"/>
              <a:gd name="connsiteX848" fmla="*/ 5731212 w 7467600"/>
              <a:gd name="connsiteY848" fmla="*/ 231951 h 6858000"/>
              <a:gd name="connsiteX849" fmla="*/ 5905192 w 7467600"/>
              <a:gd name="connsiteY849" fmla="*/ 163079 h 6858000"/>
              <a:gd name="connsiteX850" fmla="*/ 5944437 w 7467600"/>
              <a:gd name="connsiteY850" fmla="*/ 113829 h 6858000"/>
              <a:gd name="connsiteX851" fmla="*/ 5825032 w 7467600"/>
              <a:gd name="connsiteY851" fmla="*/ 146405 h 6858000"/>
              <a:gd name="connsiteX852" fmla="*/ 4955599 w 7467600"/>
              <a:gd name="connsiteY852" fmla="*/ 247008 h 6858000"/>
              <a:gd name="connsiteX853" fmla="*/ 5210104 w 7467600"/>
              <a:gd name="connsiteY853" fmla="*/ 228123 h 6858000"/>
              <a:gd name="connsiteX854" fmla="*/ 5261015 w 7467600"/>
              <a:gd name="connsiteY854" fmla="*/ 227087 h 6858000"/>
              <a:gd name="connsiteX855" fmla="*/ 5861181 w 7467600"/>
              <a:gd name="connsiteY855" fmla="*/ 143093 h 6858000"/>
              <a:gd name="connsiteX856" fmla="*/ 5961252 w 7467600"/>
              <a:gd name="connsiteY856" fmla="*/ 114820 h 6858000"/>
              <a:gd name="connsiteX857" fmla="*/ 5944437 w 7467600"/>
              <a:gd name="connsiteY857" fmla="*/ 113829 h 6858000"/>
              <a:gd name="connsiteX858" fmla="*/ 3882765 w 7467600"/>
              <a:gd name="connsiteY858" fmla="*/ 0 h 6858000"/>
              <a:gd name="connsiteX859" fmla="*/ 3995099 w 7467600"/>
              <a:gd name="connsiteY859" fmla="*/ 0 h 6858000"/>
              <a:gd name="connsiteX860" fmla="*/ 4163818 w 7467600"/>
              <a:gd name="connsiteY860" fmla="*/ 234104 h 6858000"/>
              <a:gd name="connsiteX861" fmla="*/ 4172099 w 7467600"/>
              <a:gd name="connsiteY861" fmla="*/ 234207 h 6858000"/>
              <a:gd name="connsiteX862" fmla="*/ 4784282 w 7467600"/>
              <a:gd name="connsiteY862" fmla="*/ 276561 h 6858000"/>
              <a:gd name="connsiteX863" fmla="*/ 4801687 w 7467600"/>
              <a:gd name="connsiteY863" fmla="*/ 267764 h 6858000"/>
              <a:gd name="connsiteX864" fmla="*/ 6082788 w 7467600"/>
              <a:gd name="connsiteY864" fmla="*/ 64119 h 6858000"/>
              <a:gd name="connsiteX865" fmla="*/ 6099442 w 7467600"/>
              <a:gd name="connsiteY865" fmla="*/ 82568 h 6858000"/>
              <a:gd name="connsiteX866" fmla="*/ 4804137 w 7467600"/>
              <a:gd name="connsiteY866" fmla="*/ 320931 h 6858000"/>
              <a:gd name="connsiteX867" fmla="*/ 4227047 w 7467600"/>
              <a:gd name="connsiteY867" fmla="*/ 313415 h 6858000"/>
              <a:gd name="connsiteX868" fmla="*/ 4346041 w 7467600"/>
              <a:gd name="connsiteY868" fmla="*/ 456086 h 6858000"/>
              <a:gd name="connsiteX869" fmla="*/ 4870967 w 7467600"/>
              <a:gd name="connsiteY869" fmla="*/ 963061 h 6858000"/>
              <a:gd name="connsiteX870" fmla="*/ 4889647 w 7467600"/>
              <a:gd name="connsiteY870" fmla="*/ 957147 h 6858000"/>
              <a:gd name="connsiteX871" fmla="*/ 5422504 w 7467600"/>
              <a:gd name="connsiteY871" fmla="*/ 805191 h 6858000"/>
              <a:gd name="connsiteX872" fmla="*/ 6087656 w 7467600"/>
              <a:gd name="connsiteY872" fmla="*/ 826703 h 6858000"/>
              <a:gd name="connsiteX873" fmla="*/ 6058717 w 7467600"/>
              <a:gd name="connsiteY873" fmla="*/ 865992 h 6858000"/>
              <a:gd name="connsiteX874" fmla="*/ 4974153 w 7467600"/>
              <a:gd name="connsiteY874" fmla="*/ 1045456 h 6858000"/>
              <a:gd name="connsiteX875" fmla="*/ 5627835 w 7467600"/>
              <a:gd name="connsiteY875" fmla="*/ 1472077 h 6858000"/>
              <a:gd name="connsiteX876" fmla="*/ 5629817 w 7467600"/>
              <a:gd name="connsiteY876" fmla="*/ 1471412 h 6858000"/>
              <a:gd name="connsiteX877" fmla="*/ 5634124 w 7467600"/>
              <a:gd name="connsiteY877" fmla="*/ 1470572 h 6858000"/>
              <a:gd name="connsiteX878" fmla="*/ 5755832 w 7467600"/>
              <a:gd name="connsiteY878" fmla="*/ 1383886 h 6858000"/>
              <a:gd name="connsiteX879" fmla="*/ 6014186 w 7467600"/>
              <a:gd name="connsiteY879" fmla="*/ 1279799 h 6858000"/>
              <a:gd name="connsiteX880" fmla="*/ 6901619 w 7467600"/>
              <a:gd name="connsiteY880" fmla="*/ 1047874 h 6858000"/>
              <a:gd name="connsiteX881" fmla="*/ 6931566 w 7467600"/>
              <a:gd name="connsiteY881" fmla="*/ 1062034 h 6858000"/>
              <a:gd name="connsiteX882" fmla="*/ 5790982 w 7467600"/>
              <a:gd name="connsiteY882" fmla="*/ 1561380 h 6858000"/>
              <a:gd name="connsiteX883" fmla="*/ 6188971 w 7467600"/>
              <a:gd name="connsiteY883" fmla="*/ 1755168 h 6858000"/>
              <a:gd name="connsiteX884" fmla="*/ 6202446 w 7467600"/>
              <a:gd name="connsiteY884" fmla="*/ 1752268 h 6858000"/>
              <a:gd name="connsiteX885" fmla="*/ 7179560 w 7467600"/>
              <a:gd name="connsiteY885" fmla="*/ 1467551 h 6858000"/>
              <a:gd name="connsiteX886" fmla="*/ 7158730 w 7467600"/>
              <a:gd name="connsiteY886" fmla="*/ 1507835 h 6858000"/>
              <a:gd name="connsiteX887" fmla="*/ 6326959 w 7467600"/>
              <a:gd name="connsiteY887" fmla="*/ 1817686 h 6858000"/>
              <a:gd name="connsiteX888" fmla="*/ 6537433 w 7467600"/>
              <a:gd name="connsiteY888" fmla="*/ 1907790 h 6858000"/>
              <a:gd name="connsiteX889" fmla="*/ 6550221 w 7467600"/>
              <a:gd name="connsiteY889" fmla="*/ 1910729 h 6858000"/>
              <a:gd name="connsiteX890" fmla="*/ 6964438 w 7467600"/>
              <a:gd name="connsiteY890" fmla="*/ 2209505 h 6858000"/>
              <a:gd name="connsiteX891" fmla="*/ 7367862 w 7467600"/>
              <a:gd name="connsiteY891" fmla="*/ 2806833 h 6858000"/>
              <a:gd name="connsiteX892" fmla="*/ 7364329 w 7467600"/>
              <a:gd name="connsiteY892" fmla="*/ 2826907 h 6858000"/>
              <a:gd name="connsiteX893" fmla="*/ 7290545 w 7467600"/>
              <a:gd name="connsiteY893" fmla="*/ 2850663 h 6858000"/>
              <a:gd name="connsiteX894" fmla="*/ 6472036 w 7467600"/>
              <a:gd name="connsiteY894" fmla="*/ 1959003 h 6858000"/>
              <a:gd name="connsiteX895" fmla="*/ 5792897 w 7467600"/>
              <a:gd name="connsiteY895" fmla="*/ 1647747 h 6858000"/>
              <a:gd name="connsiteX896" fmla="*/ 5842751 w 7467600"/>
              <a:gd name="connsiteY896" fmla="*/ 1816112 h 6858000"/>
              <a:gd name="connsiteX897" fmla="*/ 5847424 w 7467600"/>
              <a:gd name="connsiteY897" fmla="*/ 1815776 h 6858000"/>
              <a:gd name="connsiteX898" fmla="*/ 6399821 w 7467600"/>
              <a:gd name="connsiteY898" fmla="*/ 2344799 h 6858000"/>
              <a:gd name="connsiteX899" fmla="*/ 6323232 w 7467600"/>
              <a:gd name="connsiteY899" fmla="*/ 2389634 h 6858000"/>
              <a:gd name="connsiteX900" fmla="*/ 5942958 w 7467600"/>
              <a:gd name="connsiteY900" fmla="*/ 2077708 h 6858000"/>
              <a:gd name="connsiteX901" fmla="*/ 5921559 w 7467600"/>
              <a:gd name="connsiteY901" fmla="*/ 2378596 h 6858000"/>
              <a:gd name="connsiteX902" fmla="*/ 5817651 w 7467600"/>
              <a:gd name="connsiteY902" fmla="*/ 3023919 h 6858000"/>
              <a:gd name="connsiteX903" fmla="*/ 5729634 w 7467600"/>
              <a:gd name="connsiteY903" fmla="*/ 3051849 h 6858000"/>
              <a:gd name="connsiteX904" fmla="*/ 5611018 w 7467600"/>
              <a:gd name="connsiteY904" fmla="*/ 2316769 h 6858000"/>
              <a:gd name="connsiteX905" fmla="*/ 5687608 w 7467600"/>
              <a:gd name="connsiteY905" fmla="*/ 2039972 h 6858000"/>
              <a:gd name="connsiteX906" fmla="*/ 5657554 w 7467600"/>
              <a:gd name="connsiteY906" fmla="*/ 1576445 h 6858000"/>
              <a:gd name="connsiteX907" fmla="*/ 5150475 w 7467600"/>
              <a:gd name="connsiteY907" fmla="*/ 1274012 h 6858000"/>
              <a:gd name="connsiteX908" fmla="*/ 5349142 w 7467600"/>
              <a:gd name="connsiteY908" fmla="*/ 2204405 h 6858000"/>
              <a:gd name="connsiteX909" fmla="*/ 5262214 w 7467600"/>
              <a:gd name="connsiteY909" fmla="*/ 2233836 h 6858000"/>
              <a:gd name="connsiteX910" fmla="*/ 4981539 w 7467600"/>
              <a:gd name="connsiteY910" fmla="*/ 1542201 h 6858000"/>
              <a:gd name="connsiteX911" fmla="*/ 4958461 w 7467600"/>
              <a:gd name="connsiteY911" fmla="*/ 1136957 h 6858000"/>
              <a:gd name="connsiteX912" fmla="*/ 4655015 w 7467600"/>
              <a:gd name="connsiteY912" fmla="*/ 891426 h 6858000"/>
              <a:gd name="connsiteX913" fmla="*/ 4348002 w 7467600"/>
              <a:gd name="connsiteY913" fmla="*/ 2205895 h 6858000"/>
              <a:gd name="connsiteX914" fmla="*/ 4262250 w 7467600"/>
              <a:gd name="connsiteY914" fmla="*/ 2219972 h 6858000"/>
              <a:gd name="connsiteX915" fmla="*/ 4550611 w 7467600"/>
              <a:gd name="connsiteY915" fmla="*/ 817540 h 6858000"/>
              <a:gd name="connsiteX916" fmla="*/ 4564418 w 7467600"/>
              <a:gd name="connsiteY916" fmla="*/ 808293 h 6858000"/>
              <a:gd name="connsiteX917" fmla="*/ 4266388 w 7467600"/>
              <a:gd name="connsiteY917" fmla="*/ 500083 h 6858000"/>
              <a:gd name="connsiteX918" fmla="*/ 4032842 w 7467600"/>
              <a:gd name="connsiteY918" fmla="*/ 211809 h 6858000"/>
              <a:gd name="connsiteX919" fmla="*/ 3882765 w 7467600"/>
              <a:gd name="connsiteY919" fmla="*/ 0 h 6858000"/>
              <a:gd name="connsiteX920" fmla="*/ 3721337 w 7467600"/>
              <a:gd name="connsiteY920" fmla="*/ 0 h 6858000"/>
              <a:gd name="connsiteX921" fmla="*/ 3797544 w 7467600"/>
              <a:gd name="connsiteY921" fmla="*/ 0 h 6858000"/>
              <a:gd name="connsiteX922" fmla="*/ 3775734 w 7467600"/>
              <a:gd name="connsiteY922" fmla="*/ 95131 h 6858000"/>
              <a:gd name="connsiteX923" fmla="*/ 3724807 w 7467600"/>
              <a:gd name="connsiteY923" fmla="*/ 272257 h 6858000"/>
              <a:gd name="connsiteX924" fmla="*/ 3726844 w 7467600"/>
              <a:gd name="connsiteY924" fmla="*/ 282988 h 6858000"/>
              <a:gd name="connsiteX925" fmla="*/ 3742664 w 7467600"/>
              <a:gd name="connsiteY925" fmla="*/ 279918 h 6858000"/>
              <a:gd name="connsiteX926" fmla="*/ 4103910 w 7467600"/>
              <a:gd name="connsiteY926" fmla="*/ 1161917 h 6858000"/>
              <a:gd name="connsiteX927" fmla="*/ 4020269 w 7467600"/>
              <a:gd name="connsiteY927" fmla="*/ 1200406 h 6858000"/>
              <a:gd name="connsiteX928" fmla="*/ 3674882 w 7467600"/>
              <a:gd name="connsiteY928" fmla="*/ 488524 h 6858000"/>
              <a:gd name="connsiteX929" fmla="*/ 3132682 w 7467600"/>
              <a:gd name="connsiteY929" fmla="*/ 1072284 h 6858000"/>
              <a:gd name="connsiteX930" fmla="*/ 2716346 w 7467600"/>
              <a:gd name="connsiteY930" fmla="*/ 1276376 h 6858000"/>
              <a:gd name="connsiteX931" fmla="*/ 2716772 w 7467600"/>
              <a:gd name="connsiteY931" fmla="*/ 1255462 h 6858000"/>
              <a:gd name="connsiteX932" fmla="*/ 3471096 w 7467600"/>
              <a:gd name="connsiteY932" fmla="*/ 437072 h 6858000"/>
              <a:gd name="connsiteX933" fmla="*/ 3639057 w 7467600"/>
              <a:gd name="connsiteY933" fmla="*/ 286334 h 6858000"/>
              <a:gd name="connsiteX934" fmla="*/ 3640309 w 7467600"/>
              <a:gd name="connsiteY934" fmla="*/ 284664 h 6858000"/>
              <a:gd name="connsiteX935" fmla="*/ 3646022 w 7467600"/>
              <a:gd name="connsiteY935" fmla="*/ 276711 h 6858000"/>
              <a:gd name="connsiteX936" fmla="*/ 3707943 w 7467600"/>
              <a:gd name="connsiteY936" fmla="*/ 65958 h 6858000"/>
              <a:gd name="connsiteX937" fmla="*/ 3721337 w 7467600"/>
              <a:gd name="connsiteY937" fmla="*/ 0 h 6858000"/>
              <a:gd name="connsiteX938" fmla="*/ 2867960 w 7467600"/>
              <a:gd name="connsiteY938" fmla="*/ 0 h 6858000"/>
              <a:gd name="connsiteX939" fmla="*/ 2926351 w 7467600"/>
              <a:gd name="connsiteY939" fmla="*/ 0 h 6858000"/>
              <a:gd name="connsiteX940" fmla="*/ 2902823 w 7467600"/>
              <a:gd name="connsiteY940" fmla="*/ 262929 h 6858000"/>
              <a:gd name="connsiteX941" fmla="*/ 2940663 w 7467600"/>
              <a:gd name="connsiteY941" fmla="*/ 140884 h 6858000"/>
              <a:gd name="connsiteX942" fmla="*/ 2947039 w 7467600"/>
              <a:gd name="connsiteY942" fmla="*/ 122524 h 6858000"/>
              <a:gd name="connsiteX943" fmla="*/ 2984316 w 7467600"/>
              <a:gd name="connsiteY943" fmla="*/ 0 h 6858000"/>
              <a:gd name="connsiteX944" fmla="*/ 3016114 w 7467600"/>
              <a:gd name="connsiteY944" fmla="*/ 0 h 6858000"/>
              <a:gd name="connsiteX945" fmla="*/ 2979949 w 7467600"/>
              <a:gd name="connsiteY945" fmla="*/ 119274 h 6858000"/>
              <a:gd name="connsiteX946" fmla="*/ 3023879 w 7467600"/>
              <a:gd name="connsiteY946" fmla="*/ 0 h 6858000"/>
              <a:gd name="connsiteX947" fmla="*/ 3105400 w 7467600"/>
              <a:gd name="connsiteY947" fmla="*/ 0 h 6858000"/>
              <a:gd name="connsiteX948" fmla="*/ 3094669 w 7467600"/>
              <a:gd name="connsiteY948" fmla="*/ 30308 h 6858000"/>
              <a:gd name="connsiteX949" fmla="*/ 2901945 w 7467600"/>
              <a:gd name="connsiteY949" fmla="*/ 466538 h 6858000"/>
              <a:gd name="connsiteX950" fmla="*/ 2815209 w 7467600"/>
              <a:gd name="connsiteY950" fmla="*/ 497361 h 6858000"/>
              <a:gd name="connsiteX951" fmla="*/ 2844845 w 7467600"/>
              <a:gd name="connsiteY951" fmla="*/ 127638 h 6858000"/>
              <a:gd name="connsiteX952" fmla="*/ 2867960 w 7467600"/>
              <a:gd name="connsiteY952" fmla="*/ 0 h 6858000"/>
              <a:gd name="connsiteX953" fmla="*/ 1057230 w 7467600"/>
              <a:gd name="connsiteY953" fmla="*/ 0 h 6858000"/>
              <a:gd name="connsiteX954" fmla="*/ 1111003 w 7467600"/>
              <a:gd name="connsiteY954" fmla="*/ 0 h 6858000"/>
              <a:gd name="connsiteX955" fmla="*/ 1125553 w 7467600"/>
              <a:gd name="connsiteY955" fmla="*/ 52588 h 6858000"/>
              <a:gd name="connsiteX956" fmla="*/ 1304276 w 7467600"/>
              <a:gd name="connsiteY956" fmla="*/ 476275 h 6858000"/>
              <a:gd name="connsiteX957" fmla="*/ 1492066 w 7467600"/>
              <a:gd name="connsiteY957" fmla="*/ 886333 h 6858000"/>
              <a:gd name="connsiteX958" fmla="*/ 1423698 w 7467600"/>
              <a:gd name="connsiteY958" fmla="*/ 710817 h 6858000"/>
              <a:gd name="connsiteX959" fmla="*/ 1357609 w 7467600"/>
              <a:gd name="connsiteY959" fmla="*/ 532892 h 6858000"/>
              <a:gd name="connsiteX960" fmla="*/ 1309550 w 7467600"/>
              <a:gd name="connsiteY960" fmla="*/ 374031 h 6858000"/>
              <a:gd name="connsiteX961" fmla="*/ 1193673 w 7467600"/>
              <a:gd name="connsiteY961" fmla="*/ 49533 h 6858000"/>
              <a:gd name="connsiteX962" fmla="*/ 1164391 w 7467600"/>
              <a:gd name="connsiteY962" fmla="*/ 0 h 6858000"/>
              <a:gd name="connsiteX963" fmla="*/ 1200666 w 7467600"/>
              <a:gd name="connsiteY963" fmla="*/ 0 h 6858000"/>
              <a:gd name="connsiteX964" fmla="*/ 1223408 w 7467600"/>
              <a:gd name="connsiteY964" fmla="*/ 38996 h 6858000"/>
              <a:gd name="connsiteX965" fmla="*/ 1339635 w 7467600"/>
              <a:gd name="connsiteY965" fmla="*/ 365517 h 6858000"/>
              <a:gd name="connsiteX966" fmla="*/ 1387469 w 7467600"/>
              <a:gd name="connsiteY966" fmla="*/ 523079 h 6858000"/>
              <a:gd name="connsiteX967" fmla="*/ 1452685 w 7467600"/>
              <a:gd name="connsiteY967" fmla="*/ 699806 h 6858000"/>
              <a:gd name="connsiteX968" fmla="*/ 1492092 w 7467600"/>
              <a:gd name="connsiteY968" fmla="*/ 800424 h 6858000"/>
              <a:gd name="connsiteX969" fmla="*/ 1455302 w 7467600"/>
              <a:gd name="connsiteY969" fmla="*/ 632913 h 6858000"/>
              <a:gd name="connsiteX970" fmla="*/ 1222336 w 7467600"/>
              <a:gd name="connsiteY970" fmla="*/ 9480 h 6858000"/>
              <a:gd name="connsiteX971" fmla="*/ 1214634 w 7467600"/>
              <a:gd name="connsiteY971" fmla="*/ 0 h 6858000"/>
              <a:gd name="connsiteX972" fmla="*/ 1289827 w 7467600"/>
              <a:gd name="connsiteY972" fmla="*/ 0 h 6858000"/>
              <a:gd name="connsiteX973" fmla="*/ 1321076 w 7467600"/>
              <a:gd name="connsiteY973" fmla="*/ 59722 h 6858000"/>
              <a:gd name="connsiteX974" fmla="*/ 1512579 w 7467600"/>
              <a:gd name="connsiteY974" fmla="*/ 626441 h 6858000"/>
              <a:gd name="connsiteX975" fmla="*/ 1506076 w 7467600"/>
              <a:gd name="connsiteY975" fmla="*/ 1089289 h 6858000"/>
              <a:gd name="connsiteX976" fmla="*/ 1486346 w 7467600"/>
              <a:gd name="connsiteY976" fmla="*/ 1079919 h 6858000"/>
              <a:gd name="connsiteX977" fmla="*/ 1070511 w 7467600"/>
              <a:gd name="connsiteY977" fmla="*/ 48609 h 6858000"/>
              <a:gd name="connsiteX978" fmla="*/ 1057230 w 7467600"/>
              <a:gd name="connsiteY978" fmla="*/ 0 h 6858000"/>
              <a:gd name="connsiteX979" fmla="*/ 43151 w 7467600"/>
              <a:gd name="connsiteY979" fmla="*/ 0 h 6858000"/>
              <a:gd name="connsiteX980" fmla="*/ 95283 w 7467600"/>
              <a:gd name="connsiteY980" fmla="*/ 0 h 6858000"/>
              <a:gd name="connsiteX981" fmla="*/ 300708 w 7467600"/>
              <a:gd name="connsiteY981" fmla="*/ 154571 h 6858000"/>
              <a:gd name="connsiteX982" fmla="*/ 530414 w 7467600"/>
              <a:gd name="connsiteY982" fmla="*/ 354673 h 6858000"/>
              <a:gd name="connsiteX983" fmla="*/ 333785 w 7467600"/>
              <a:gd name="connsiteY983" fmla="*/ 161564 h 6858000"/>
              <a:gd name="connsiteX984" fmla="*/ 147005 w 7467600"/>
              <a:gd name="connsiteY984" fmla="*/ 0 h 6858000"/>
              <a:gd name="connsiteX985" fmla="*/ 272509 w 7467600"/>
              <a:gd name="connsiteY985" fmla="*/ 0 h 6858000"/>
              <a:gd name="connsiteX986" fmla="*/ 326276 w 7467600"/>
              <a:gd name="connsiteY986" fmla="*/ 45847 h 6858000"/>
              <a:gd name="connsiteX987" fmla="*/ 823759 w 7467600"/>
              <a:gd name="connsiteY987" fmla="*/ 574145 h 6858000"/>
              <a:gd name="connsiteX988" fmla="*/ 811254 w 7467600"/>
              <a:gd name="connsiteY988" fmla="*/ 665546 h 6858000"/>
              <a:gd name="connsiteX989" fmla="*/ 154042 w 7467600"/>
              <a:gd name="connsiteY989" fmla="*/ 261522 h 6858000"/>
              <a:gd name="connsiteX990" fmla="*/ 13550 w 7467600"/>
              <a:gd name="connsiteY990" fmla="*/ 158423 h 6858000"/>
              <a:gd name="connsiteX991" fmla="*/ 0 w 7467600"/>
              <a:gd name="connsiteY991" fmla="*/ 146618 h 6858000"/>
              <a:gd name="connsiteX992" fmla="*/ 0 w 7467600"/>
              <a:gd name="connsiteY992" fmla="*/ 59161 h 6858000"/>
              <a:gd name="connsiteX993" fmla="*/ 45427 w 7467600"/>
              <a:gd name="connsiteY993" fmla="*/ 101078 h 6858000"/>
              <a:gd name="connsiteX994" fmla="*/ 630103 w 7467600"/>
              <a:gd name="connsiteY994" fmla="*/ 485885 h 6858000"/>
              <a:gd name="connsiteX995" fmla="*/ 532040 w 7467600"/>
              <a:gd name="connsiteY995" fmla="*/ 399359 h 6858000"/>
              <a:gd name="connsiteX996" fmla="*/ 517618 w 7467600"/>
              <a:gd name="connsiteY996" fmla="*/ 385726 h 6858000"/>
              <a:gd name="connsiteX997" fmla="*/ 285074 w 7467600"/>
              <a:gd name="connsiteY997" fmla="*/ 182755 h 6858000"/>
              <a:gd name="connsiteX998" fmla="*/ 43151 w 7467600"/>
              <a:gd name="connsiteY99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297634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7467600 w 7467600"/>
              <a:gd name="connsiteY141" fmla="*/ 5297634 h 6858000"/>
              <a:gd name="connsiteX142" fmla="*/ 1903353 w 7467600"/>
              <a:gd name="connsiteY142" fmla="*/ 5044827 h 6858000"/>
              <a:gd name="connsiteX143" fmla="*/ 1936931 w 7467600"/>
              <a:gd name="connsiteY143" fmla="*/ 5093954 h 6858000"/>
              <a:gd name="connsiteX144" fmla="*/ 2195868 w 7467600"/>
              <a:gd name="connsiteY144" fmla="*/ 5396574 h 6858000"/>
              <a:gd name="connsiteX145" fmla="*/ 2088852 w 7467600"/>
              <a:gd name="connsiteY145" fmla="*/ 5166123 h 6858000"/>
              <a:gd name="connsiteX146" fmla="*/ 1958241 w 7467600"/>
              <a:gd name="connsiteY146" fmla="*/ 5067955 h 6858000"/>
              <a:gd name="connsiteX147" fmla="*/ 1903353 w 7467600"/>
              <a:gd name="connsiteY147" fmla="*/ 5044827 h 6858000"/>
              <a:gd name="connsiteX148" fmla="*/ 1979378 w 7467600"/>
              <a:gd name="connsiteY148" fmla="*/ 4769504 h 6858000"/>
              <a:gd name="connsiteX149" fmla="*/ 2882120 w 7467600"/>
              <a:gd name="connsiteY149" fmla="*/ 5064547 h 6858000"/>
              <a:gd name="connsiteX150" fmla="*/ 2793103 w 7467600"/>
              <a:gd name="connsiteY150" fmla="*/ 5039699 h 6858000"/>
              <a:gd name="connsiteX151" fmla="*/ 2770041 w 7467600"/>
              <a:gd name="connsiteY151" fmla="*/ 5033634 h 6858000"/>
              <a:gd name="connsiteX152" fmla="*/ 1979378 w 7467600"/>
              <a:gd name="connsiteY152" fmla="*/ 4769504 h 6858000"/>
              <a:gd name="connsiteX153" fmla="*/ 1927410 w 7467600"/>
              <a:gd name="connsiteY153" fmla="*/ 4716164 h 6858000"/>
              <a:gd name="connsiteX154" fmla="*/ 1959587 w 7467600"/>
              <a:gd name="connsiteY154" fmla="*/ 4728849 h 6858000"/>
              <a:gd name="connsiteX155" fmla="*/ 2777707 w 7467600"/>
              <a:gd name="connsiteY155" fmla="*/ 5003991 h 6858000"/>
              <a:gd name="connsiteX156" fmla="*/ 2800768 w 7467600"/>
              <a:gd name="connsiteY156" fmla="*/ 5010056 h 6858000"/>
              <a:gd name="connsiteX157" fmla="*/ 2879408 w 7467600"/>
              <a:gd name="connsiteY157" fmla="*/ 5031590 h 6858000"/>
              <a:gd name="connsiteX158" fmla="*/ 2862295 w 7467600"/>
              <a:gd name="connsiteY158" fmla="*/ 5022958 h 6858000"/>
              <a:gd name="connsiteX159" fmla="*/ 2813343 w 7467600"/>
              <a:gd name="connsiteY159" fmla="*/ 4998369 h 6858000"/>
              <a:gd name="connsiteX160" fmla="*/ 2646245 w 7467600"/>
              <a:gd name="connsiteY160" fmla="*/ 4930999 h 6858000"/>
              <a:gd name="connsiteX161" fmla="*/ 1999243 w 7467600"/>
              <a:gd name="connsiteY161" fmla="*/ 4730524 h 6858000"/>
              <a:gd name="connsiteX162" fmla="*/ 1979527 w 7467600"/>
              <a:gd name="connsiteY162" fmla="*/ 4726651 h 6858000"/>
              <a:gd name="connsiteX163" fmla="*/ 1927410 w 7467600"/>
              <a:gd name="connsiteY163" fmla="*/ 4716164 h 6858000"/>
              <a:gd name="connsiteX164" fmla="*/ 1997014 w 7467600"/>
              <a:gd name="connsiteY164" fmla="*/ 4698007 h 6858000"/>
              <a:gd name="connsiteX165" fmla="*/ 2005458 w 7467600"/>
              <a:gd name="connsiteY165" fmla="*/ 4699540 h 6858000"/>
              <a:gd name="connsiteX166" fmla="*/ 2657186 w 7467600"/>
              <a:gd name="connsiteY166" fmla="*/ 4901687 h 6858000"/>
              <a:gd name="connsiteX167" fmla="*/ 2826662 w 7467600"/>
              <a:gd name="connsiteY167" fmla="*/ 4970362 h 6858000"/>
              <a:gd name="connsiteX168" fmla="*/ 2876100 w 7467600"/>
              <a:gd name="connsiteY168" fmla="*/ 4995397 h 6858000"/>
              <a:gd name="connsiteX169" fmla="*/ 3042600 w 7467600"/>
              <a:gd name="connsiteY169" fmla="*/ 5059532 h 6858000"/>
              <a:gd name="connsiteX170" fmla="*/ 1997014 w 7467600"/>
              <a:gd name="connsiteY170" fmla="*/ 4698007 h 6858000"/>
              <a:gd name="connsiteX171" fmla="*/ 2305292 w 7467600"/>
              <a:gd name="connsiteY171" fmla="*/ 4219492 h 6858000"/>
              <a:gd name="connsiteX172" fmla="*/ 3360922 w 7467600"/>
              <a:gd name="connsiteY172" fmla="*/ 4529373 h 6858000"/>
              <a:gd name="connsiteX173" fmla="*/ 3492420 w 7467600"/>
              <a:gd name="connsiteY173" fmla="*/ 4510145 h 6858000"/>
              <a:gd name="connsiteX174" fmla="*/ 3364086 w 7467600"/>
              <a:gd name="connsiteY174" fmla="*/ 4480340 h 6858000"/>
              <a:gd name="connsiteX175" fmla="*/ 3225818 w 7467600"/>
              <a:gd name="connsiteY175" fmla="*/ 4411822 h 6858000"/>
              <a:gd name="connsiteX176" fmla="*/ 3129696 w 7467600"/>
              <a:gd name="connsiteY176" fmla="*/ 4360704 h 6858000"/>
              <a:gd name="connsiteX177" fmla="*/ 2814545 w 7467600"/>
              <a:gd name="connsiteY177" fmla="*/ 4282955 h 6858000"/>
              <a:gd name="connsiteX178" fmla="*/ 2305292 w 7467600"/>
              <a:gd name="connsiteY178" fmla="*/ 4219492 h 6858000"/>
              <a:gd name="connsiteX179" fmla="*/ 2626982 w 7467600"/>
              <a:gd name="connsiteY179" fmla="*/ 4206450 h 6858000"/>
              <a:gd name="connsiteX180" fmla="*/ 2490617 w 7467600"/>
              <a:gd name="connsiteY180" fmla="*/ 4206951 h 6858000"/>
              <a:gd name="connsiteX181" fmla="*/ 2819869 w 7467600"/>
              <a:gd name="connsiteY181" fmla="*/ 4252936 h 6858000"/>
              <a:gd name="connsiteX182" fmla="*/ 3143018 w 7467600"/>
              <a:gd name="connsiteY182" fmla="*/ 4332698 h 6858000"/>
              <a:gd name="connsiteX183" fmla="*/ 3241520 w 7467600"/>
              <a:gd name="connsiteY183" fmla="*/ 4385112 h 6858000"/>
              <a:gd name="connsiteX184" fmla="*/ 3374575 w 7467600"/>
              <a:gd name="connsiteY184" fmla="*/ 4451517 h 6858000"/>
              <a:gd name="connsiteX185" fmla="*/ 3505221 w 7467600"/>
              <a:gd name="connsiteY185" fmla="*/ 4480757 h 6858000"/>
              <a:gd name="connsiteX186" fmla="*/ 2626982 w 7467600"/>
              <a:gd name="connsiteY186" fmla="*/ 4206450 h 6858000"/>
              <a:gd name="connsiteX187" fmla="*/ 1310106 w 7467600"/>
              <a:gd name="connsiteY187" fmla="*/ 3943217 h 6858000"/>
              <a:gd name="connsiteX188" fmla="*/ 854994 w 7467600"/>
              <a:gd name="connsiteY188" fmla="*/ 4399136 h 6858000"/>
              <a:gd name="connsiteX189" fmla="*/ 742462 w 7467600"/>
              <a:gd name="connsiteY189" fmla="*/ 4594648 h 6858000"/>
              <a:gd name="connsiteX190" fmla="*/ 820602 w 7467600"/>
              <a:gd name="connsiteY190" fmla="*/ 4485915 h 6858000"/>
              <a:gd name="connsiteX191" fmla="*/ 878295 w 7467600"/>
              <a:gd name="connsiteY191" fmla="*/ 4403594 h 6858000"/>
              <a:gd name="connsiteX192" fmla="*/ 1240607 w 7467600"/>
              <a:gd name="connsiteY192" fmla="*/ 4010401 h 6858000"/>
              <a:gd name="connsiteX193" fmla="*/ 1310106 w 7467600"/>
              <a:gd name="connsiteY193" fmla="*/ 3943217 h 6858000"/>
              <a:gd name="connsiteX194" fmla="*/ 1423113 w 7467600"/>
              <a:gd name="connsiteY194" fmla="*/ 3874565 h 6858000"/>
              <a:gd name="connsiteX195" fmla="*/ 1260565 w 7467600"/>
              <a:gd name="connsiteY195" fmla="*/ 4031982 h 6858000"/>
              <a:gd name="connsiteX196" fmla="*/ 901900 w 7467600"/>
              <a:gd name="connsiteY196" fmla="*/ 4421236 h 6858000"/>
              <a:gd name="connsiteX197" fmla="*/ 845044 w 7467600"/>
              <a:gd name="connsiteY197" fmla="*/ 4502436 h 6858000"/>
              <a:gd name="connsiteX198" fmla="*/ 685926 w 7467600"/>
              <a:gd name="connsiteY198" fmla="*/ 4703069 h 6858000"/>
              <a:gd name="connsiteX199" fmla="*/ 684248 w 7467600"/>
              <a:gd name="connsiteY199" fmla="*/ 4706721 h 6858000"/>
              <a:gd name="connsiteX200" fmla="*/ 1423113 w 7467600"/>
              <a:gd name="connsiteY200" fmla="*/ 3874565 h 6858000"/>
              <a:gd name="connsiteX201" fmla="*/ 3316479 w 7467600"/>
              <a:gd name="connsiteY201" fmla="*/ 3872136 h 6858000"/>
              <a:gd name="connsiteX202" fmla="*/ 3546806 w 7467600"/>
              <a:gd name="connsiteY202" fmla="*/ 4356139 h 6858000"/>
              <a:gd name="connsiteX203" fmla="*/ 3364433 w 7467600"/>
              <a:gd name="connsiteY203" fmla="*/ 3953121 h 6858000"/>
              <a:gd name="connsiteX204" fmla="*/ 3316479 w 7467600"/>
              <a:gd name="connsiteY204" fmla="*/ 3872136 h 6858000"/>
              <a:gd name="connsiteX205" fmla="*/ 3291335 w 7467600"/>
              <a:gd name="connsiteY205" fmla="*/ 3767420 h 6858000"/>
              <a:gd name="connsiteX206" fmla="*/ 3390805 w 7467600"/>
              <a:gd name="connsiteY206" fmla="*/ 3937163 h 6858000"/>
              <a:gd name="connsiteX207" fmla="*/ 3579062 w 7467600"/>
              <a:gd name="connsiteY207" fmla="*/ 4359040 h 6858000"/>
              <a:gd name="connsiteX208" fmla="*/ 3467355 w 7467600"/>
              <a:gd name="connsiteY208" fmla="*/ 3988130 h 6858000"/>
              <a:gd name="connsiteX209" fmla="*/ 3310753 w 7467600"/>
              <a:gd name="connsiteY209" fmla="*/ 3787140 h 6858000"/>
              <a:gd name="connsiteX210" fmla="*/ 3291335 w 7467600"/>
              <a:gd name="connsiteY210" fmla="*/ 3767420 h 6858000"/>
              <a:gd name="connsiteX211" fmla="*/ 1635889 w 7467600"/>
              <a:gd name="connsiteY211" fmla="*/ 3709494 h 6858000"/>
              <a:gd name="connsiteX212" fmla="*/ 1634800 w 7467600"/>
              <a:gd name="connsiteY212" fmla="*/ 3731111 h 6858000"/>
              <a:gd name="connsiteX213" fmla="*/ 1635889 w 7467600"/>
              <a:gd name="connsiteY213" fmla="*/ 3709494 h 6858000"/>
              <a:gd name="connsiteX214" fmla="*/ 1510397 w 7467600"/>
              <a:gd name="connsiteY214" fmla="*/ 3684705 h 6858000"/>
              <a:gd name="connsiteX215" fmla="*/ 1146550 w 7467600"/>
              <a:gd name="connsiteY215" fmla="*/ 3802012 h 6858000"/>
              <a:gd name="connsiteX216" fmla="*/ 698834 w 7467600"/>
              <a:gd name="connsiteY216" fmla="*/ 3952272 h 6858000"/>
              <a:gd name="connsiteX217" fmla="*/ 34256 w 7467600"/>
              <a:gd name="connsiteY217" fmla="*/ 4347603 h 6858000"/>
              <a:gd name="connsiteX218" fmla="*/ 527241 w 7467600"/>
              <a:gd name="connsiteY218" fmla="*/ 4065078 h 6858000"/>
              <a:gd name="connsiteX219" fmla="*/ 1510397 w 7467600"/>
              <a:gd name="connsiteY219" fmla="*/ 3684705 h 6858000"/>
              <a:gd name="connsiteX220" fmla="*/ 1313114 w 7467600"/>
              <a:gd name="connsiteY220" fmla="*/ 3655216 h 6858000"/>
              <a:gd name="connsiteX221" fmla="*/ 1109304 w 7467600"/>
              <a:gd name="connsiteY221" fmla="*/ 3669030 h 6858000"/>
              <a:gd name="connsiteX222" fmla="*/ 8129 w 7467600"/>
              <a:gd name="connsiteY222" fmla="*/ 4330519 h 6858000"/>
              <a:gd name="connsiteX223" fmla="*/ 687572 w 7467600"/>
              <a:gd name="connsiteY223" fmla="*/ 3925629 h 6858000"/>
              <a:gd name="connsiteX224" fmla="*/ 1138365 w 7467600"/>
              <a:gd name="connsiteY224" fmla="*/ 3774515 h 6858000"/>
              <a:gd name="connsiteX225" fmla="*/ 1505579 w 7467600"/>
              <a:gd name="connsiteY225" fmla="*/ 3655526 h 6858000"/>
              <a:gd name="connsiteX226" fmla="*/ 1313114 w 7467600"/>
              <a:gd name="connsiteY226" fmla="*/ 3655216 h 6858000"/>
              <a:gd name="connsiteX227" fmla="*/ 3655073 w 7467600"/>
              <a:gd name="connsiteY227" fmla="*/ 3650884 h 6858000"/>
              <a:gd name="connsiteX228" fmla="*/ 3989938 w 7467600"/>
              <a:gd name="connsiteY228" fmla="*/ 3991685 h 6858000"/>
              <a:gd name="connsiteX229" fmla="*/ 4393907 w 7467600"/>
              <a:gd name="connsiteY229" fmla="*/ 4261258 h 6858000"/>
              <a:gd name="connsiteX230" fmla="*/ 4648051 w 7467600"/>
              <a:gd name="connsiteY230" fmla="*/ 4374051 h 6858000"/>
              <a:gd name="connsiteX231" fmla="*/ 4383389 w 7467600"/>
              <a:gd name="connsiteY231" fmla="*/ 4184369 h 6858000"/>
              <a:gd name="connsiteX232" fmla="*/ 4165508 w 7467600"/>
              <a:gd name="connsiteY232" fmla="*/ 4035196 h 6858000"/>
              <a:gd name="connsiteX233" fmla="*/ 4068162 w 7467600"/>
              <a:gd name="connsiteY233" fmla="*/ 3953394 h 6858000"/>
              <a:gd name="connsiteX234" fmla="*/ 3981416 w 7467600"/>
              <a:gd name="connsiteY234" fmla="*/ 3880482 h 6858000"/>
              <a:gd name="connsiteX235" fmla="*/ 3800147 w 7467600"/>
              <a:gd name="connsiteY235" fmla="*/ 3749872 h 6858000"/>
              <a:gd name="connsiteX236" fmla="*/ 3655073 w 7467600"/>
              <a:gd name="connsiteY236" fmla="*/ 3650884 h 6858000"/>
              <a:gd name="connsiteX237" fmla="*/ 3670252 w 7467600"/>
              <a:gd name="connsiteY237" fmla="*/ 3622798 h 6858000"/>
              <a:gd name="connsiteX238" fmla="*/ 3817258 w 7467600"/>
              <a:gd name="connsiteY238" fmla="*/ 3723577 h 6858000"/>
              <a:gd name="connsiteX239" fmla="*/ 4000461 w 7467600"/>
              <a:gd name="connsiteY239" fmla="*/ 3855966 h 6858000"/>
              <a:gd name="connsiteX240" fmla="*/ 4088180 w 7467600"/>
              <a:gd name="connsiteY240" fmla="*/ 3929774 h 6858000"/>
              <a:gd name="connsiteX241" fmla="*/ 4184555 w 7467600"/>
              <a:gd name="connsiteY241" fmla="*/ 4010683 h 6858000"/>
              <a:gd name="connsiteX242" fmla="*/ 4399563 w 7467600"/>
              <a:gd name="connsiteY242" fmla="*/ 4158106 h 6858000"/>
              <a:gd name="connsiteX243" fmla="*/ 4684469 w 7467600"/>
              <a:gd name="connsiteY243" fmla="*/ 4364680 h 6858000"/>
              <a:gd name="connsiteX244" fmla="*/ 4690271 w 7467600"/>
              <a:gd name="connsiteY244" fmla="*/ 4370034 h 6858000"/>
              <a:gd name="connsiteX245" fmla="*/ 4136093 w 7467600"/>
              <a:gd name="connsiteY245" fmla="*/ 3858466 h 6858000"/>
              <a:gd name="connsiteX246" fmla="*/ 3670252 w 7467600"/>
              <a:gd name="connsiteY246" fmla="*/ 3622798 h 6858000"/>
              <a:gd name="connsiteX247" fmla="*/ 4440129 w 7467600"/>
              <a:gd name="connsiteY247" fmla="*/ 3448571 h 6858000"/>
              <a:gd name="connsiteX248" fmla="*/ 4856525 w 7467600"/>
              <a:gd name="connsiteY248" fmla="*/ 3915351 h 6858000"/>
              <a:gd name="connsiteX249" fmla="*/ 5059055 w 7467600"/>
              <a:gd name="connsiteY249" fmla="*/ 4108918 h 6858000"/>
              <a:gd name="connsiteX250" fmla="*/ 5290070 w 7467600"/>
              <a:gd name="connsiteY250" fmla="*/ 4263619 h 6858000"/>
              <a:gd name="connsiteX251" fmla="*/ 4834991 w 7467600"/>
              <a:gd name="connsiteY251" fmla="*/ 3830985 h 6858000"/>
              <a:gd name="connsiteX252" fmla="*/ 4440129 w 7467600"/>
              <a:gd name="connsiteY252" fmla="*/ 3448571 h 6858000"/>
              <a:gd name="connsiteX253" fmla="*/ 4441737 w 7467600"/>
              <a:gd name="connsiteY253" fmla="*/ 3399734 h 6858000"/>
              <a:gd name="connsiteX254" fmla="*/ 4431236 w 7467600"/>
              <a:gd name="connsiteY254" fmla="*/ 3400954 h 6858000"/>
              <a:gd name="connsiteX255" fmla="*/ 4557150 w 7467600"/>
              <a:gd name="connsiteY255" fmla="*/ 3510023 h 6858000"/>
              <a:gd name="connsiteX256" fmla="*/ 4856936 w 7467600"/>
              <a:gd name="connsiteY256" fmla="*/ 3809146 h 6858000"/>
              <a:gd name="connsiteX257" fmla="*/ 5111996 w 7467600"/>
              <a:gd name="connsiteY257" fmla="*/ 4065759 h 6858000"/>
              <a:gd name="connsiteX258" fmla="*/ 5388878 w 7467600"/>
              <a:gd name="connsiteY258" fmla="*/ 4300185 h 6858000"/>
              <a:gd name="connsiteX259" fmla="*/ 5425556 w 7467600"/>
              <a:gd name="connsiteY259" fmla="*/ 4308967 h 6858000"/>
              <a:gd name="connsiteX260" fmla="*/ 4943646 w 7467600"/>
              <a:gd name="connsiteY260" fmla="*/ 3822916 h 6858000"/>
              <a:gd name="connsiteX261" fmla="*/ 4594837 w 7467600"/>
              <a:gd name="connsiteY261" fmla="*/ 3532274 h 6858000"/>
              <a:gd name="connsiteX262" fmla="*/ 4441737 w 7467600"/>
              <a:gd name="connsiteY262" fmla="*/ 3399734 h 6858000"/>
              <a:gd name="connsiteX263" fmla="*/ 5425834 w 7467600"/>
              <a:gd name="connsiteY263" fmla="*/ 3162785 h 6858000"/>
              <a:gd name="connsiteX264" fmla="*/ 5401644 w 7467600"/>
              <a:gd name="connsiteY264" fmla="*/ 3617847 h 6858000"/>
              <a:gd name="connsiteX265" fmla="*/ 5467256 w 7467600"/>
              <a:gd name="connsiteY265" fmla="*/ 4175494 h 6858000"/>
              <a:gd name="connsiteX266" fmla="*/ 5448069 w 7467600"/>
              <a:gd name="connsiteY266" fmla="*/ 3567554 h 6858000"/>
              <a:gd name="connsiteX267" fmla="*/ 5425834 w 7467600"/>
              <a:gd name="connsiteY267" fmla="*/ 3162785 h 6858000"/>
              <a:gd name="connsiteX268" fmla="*/ 1318687 w 7467600"/>
              <a:gd name="connsiteY268" fmla="*/ 3113840 h 6858000"/>
              <a:gd name="connsiteX269" fmla="*/ 1066793 w 7467600"/>
              <a:gd name="connsiteY269" fmla="*/ 3212171 h 6858000"/>
              <a:gd name="connsiteX270" fmla="*/ 993319 w 7467600"/>
              <a:gd name="connsiteY270" fmla="*/ 3247648 h 6858000"/>
              <a:gd name="connsiteX271" fmla="*/ 853081 w 7467600"/>
              <a:gd name="connsiteY271" fmla="*/ 3312410 h 6858000"/>
              <a:gd name="connsiteX272" fmla="*/ 805957 w 7467600"/>
              <a:gd name="connsiteY272" fmla="*/ 3330443 h 6858000"/>
              <a:gd name="connsiteX273" fmla="*/ 1318687 w 7467600"/>
              <a:gd name="connsiteY273" fmla="*/ 3113840 h 6858000"/>
              <a:gd name="connsiteX274" fmla="*/ 5453702 w 7467600"/>
              <a:gd name="connsiteY274" fmla="*/ 3090882 h 6858000"/>
              <a:gd name="connsiteX275" fmla="*/ 5480135 w 7467600"/>
              <a:gd name="connsiteY275" fmla="*/ 3565802 h 6858000"/>
              <a:gd name="connsiteX276" fmla="*/ 5499023 w 7467600"/>
              <a:gd name="connsiteY276" fmla="*/ 4166310 h 6858000"/>
              <a:gd name="connsiteX277" fmla="*/ 5547022 w 7467600"/>
              <a:gd name="connsiteY277" fmla="*/ 3607838 h 6858000"/>
              <a:gd name="connsiteX278" fmla="*/ 5515964 w 7467600"/>
              <a:gd name="connsiteY278" fmla="*/ 3378541 h 6858000"/>
              <a:gd name="connsiteX279" fmla="*/ 5453702 w 7467600"/>
              <a:gd name="connsiteY279" fmla="*/ 3090882 h 6858000"/>
              <a:gd name="connsiteX280" fmla="*/ 1238695 w 7467600"/>
              <a:gd name="connsiteY280" fmla="*/ 3076820 h 6858000"/>
              <a:gd name="connsiteX281" fmla="*/ 716371 w 7467600"/>
              <a:gd name="connsiteY281" fmla="*/ 3293249 h 6858000"/>
              <a:gd name="connsiteX282" fmla="*/ 579522 w 7467600"/>
              <a:gd name="connsiteY282" fmla="*/ 3371759 h 6858000"/>
              <a:gd name="connsiteX283" fmla="*/ 600288 w 7467600"/>
              <a:gd name="connsiteY283" fmla="*/ 3365555 h 6858000"/>
              <a:gd name="connsiteX284" fmla="*/ 840692 w 7467600"/>
              <a:gd name="connsiteY284" fmla="*/ 3284921 h 6858000"/>
              <a:gd name="connsiteX285" fmla="*/ 979248 w 7467600"/>
              <a:gd name="connsiteY285" fmla="*/ 3221003 h 6858000"/>
              <a:gd name="connsiteX286" fmla="*/ 1053282 w 7467600"/>
              <a:gd name="connsiteY286" fmla="*/ 3185247 h 6858000"/>
              <a:gd name="connsiteX287" fmla="*/ 1320603 w 7467600"/>
              <a:gd name="connsiteY287" fmla="*/ 3081281 h 6858000"/>
              <a:gd name="connsiteX288" fmla="*/ 1238695 w 7467600"/>
              <a:gd name="connsiteY288" fmla="*/ 3076820 h 6858000"/>
              <a:gd name="connsiteX289" fmla="*/ 5425627 w 7467600"/>
              <a:gd name="connsiteY289" fmla="*/ 2954192 h 6858000"/>
              <a:gd name="connsiteX290" fmla="*/ 5470770 w 7467600"/>
              <a:gd name="connsiteY290" fmla="*/ 3005435 h 6858000"/>
              <a:gd name="connsiteX291" fmla="*/ 5519779 w 7467600"/>
              <a:gd name="connsiteY291" fmla="*/ 4359223 h 6858000"/>
              <a:gd name="connsiteX292" fmla="*/ 5520293 w 7467600"/>
              <a:gd name="connsiteY292" fmla="*/ 4360602 h 6858000"/>
              <a:gd name="connsiteX293" fmla="*/ 5767221 w 7467600"/>
              <a:gd name="connsiteY293" fmla="*/ 4665564 h 6858000"/>
              <a:gd name="connsiteX294" fmla="*/ 6937169 w 7467600"/>
              <a:gd name="connsiteY294" fmla="*/ 4815941 h 6858000"/>
              <a:gd name="connsiteX295" fmla="*/ 6953922 w 7467600"/>
              <a:gd name="connsiteY295" fmla="*/ 4890068 h 6858000"/>
              <a:gd name="connsiteX296" fmla="*/ 6071359 w 7467600"/>
              <a:gd name="connsiteY296" fmla="*/ 4770770 h 6858000"/>
              <a:gd name="connsiteX297" fmla="*/ 6038839 w 7467600"/>
              <a:gd name="connsiteY297" fmla="*/ 4764474 h 6858000"/>
              <a:gd name="connsiteX298" fmla="*/ 6038706 w 7467600"/>
              <a:gd name="connsiteY298" fmla="*/ 4763847 h 6858000"/>
              <a:gd name="connsiteX299" fmla="*/ 6037784 w 7467600"/>
              <a:gd name="connsiteY299" fmla="*/ 4764270 h 6858000"/>
              <a:gd name="connsiteX300" fmla="*/ 6038839 w 7467600"/>
              <a:gd name="connsiteY300" fmla="*/ 4764474 h 6858000"/>
              <a:gd name="connsiteX301" fmla="*/ 6040338 w 7467600"/>
              <a:gd name="connsiteY301" fmla="*/ 4771418 h 6858000"/>
              <a:gd name="connsiteX302" fmla="*/ 6024488 w 7467600"/>
              <a:gd name="connsiteY302" fmla="*/ 4809903 h 6858000"/>
              <a:gd name="connsiteX303" fmla="*/ 5599771 w 7467600"/>
              <a:gd name="connsiteY303" fmla="*/ 5509652 h 6858000"/>
              <a:gd name="connsiteX304" fmla="*/ 5548843 w 7467600"/>
              <a:gd name="connsiteY304" fmla="*/ 5563845 h 6858000"/>
              <a:gd name="connsiteX305" fmla="*/ 5940952 w 7467600"/>
              <a:gd name="connsiteY305" fmla="*/ 6250028 h 6858000"/>
              <a:gd name="connsiteX306" fmla="*/ 6043441 w 7467600"/>
              <a:gd name="connsiteY306" fmla="*/ 6665847 h 6858000"/>
              <a:gd name="connsiteX307" fmla="*/ 6093432 w 7467600"/>
              <a:gd name="connsiteY307" fmla="*/ 6858000 h 6858000"/>
              <a:gd name="connsiteX308" fmla="*/ 6034344 w 7467600"/>
              <a:gd name="connsiteY308" fmla="*/ 6858000 h 6858000"/>
              <a:gd name="connsiteX309" fmla="*/ 6026679 w 7467600"/>
              <a:gd name="connsiteY309" fmla="*/ 6836959 h 6858000"/>
              <a:gd name="connsiteX310" fmla="*/ 5800441 w 7467600"/>
              <a:gd name="connsiteY310" fmla="*/ 6335286 h 6858000"/>
              <a:gd name="connsiteX311" fmla="*/ 5526562 w 7467600"/>
              <a:gd name="connsiteY311" fmla="*/ 5705388 h 6858000"/>
              <a:gd name="connsiteX312" fmla="*/ 5519640 w 7467600"/>
              <a:gd name="connsiteY312" fmla="*/ 5683774 h 6858000"/>
              <a:gd name="connsiteX313" fmla="*/ 5844559 w 7467600"/>
              <a:gd name="connsiteY313" fmla="*/ 6553349 h 6858000"/>
              <a:gd name="connsiteX314" fmla="*/ 5975994 w 7467600"/>
              <a:gd name="connsiteY314" fmla="*/ 6858000 h 6858000"/>
              <a:gd name="connsiteX315" fmla="*/ 5898547 w 7467600"/>
              <a:gd name="connsiteY315" fmla="*/ 6858000 h 6858000"/>
              <a:gd name="connsiteX316" fmla="*/ 5682041 w 7467600"/>
              <a:gd name="connsiteY316" fmla="*/ 6355860 h 6858000"/>
              <a:gd name="connsiteX317" fmla="*/ 5461758 w 7467600"/>
              <a:gd name="connsiteY317" fmla="*/ 5820220 h 6858000"/>
              <a:gd name="connsiteX318" fmla="*/ 5237282 w 7467600"/>
              <a:gd name="connsiteY318" fmla="*/ 6579086 h 6858000"/>
              <a:gd name="connsiteX319" fmla="*/ 5115009 w 7467600"/>
              <a:gd name="connsiteY319" fmla="*/ 6858000 h 6858000"/>
              <a:gd name="connsiteX320" fmla="*/ 5028074 w 7467600"/>
              <a:gd name="connsiteY320" fmla="*/ 6858000 h 6858000"/>
              <a:gd name="connsiteX321" fmla="*/ 5079508 w 7467600"/>
              <a:gd name="connsiteY321" fmla="*/ 6749074 h 6858000"/>
              <a:gd name="connsiteX322" fmla="*/ 5371846 w 7467600"/>
              <a:gd name="connsiteY322" fmla="*/ 5924413 h 6858000"/>
              <a:gd name="connsiteX323" fmla="*/ 5270512 w 7467600"/>
              <a:gd name="connsiteY323" fmla="*/ 6138975 h 6858000"/>
              <a:gd name="connsiteX324" fmla="*/ 5062409 w 7467600"/>
              <a:gd name="connsiteY324" fmla="*/ 6653544 h 6858000"/>
              <a:gd name="connsiteX325" fmla="*/ 5036628 w 7467600"/>
              <a:gd name="connsiteY325" fmla="*/ 6754247 h 6858000"/>
              <a:gd name="connsiteX326" fmla="*/ 5009112 w 7467600"/>
              <a:gd name="connsiteY326" fmla="*/ 6858000 h 6858000"/>
              <a:gd name="connsiteX327" fmla="*/ 4976679 w 7467600"/>
              <a:gd name="connsiteY327" fmla="*/ 6858000 h 6858000"/>
              <a:gd name="connsiteX328" fmla="*/ 5006537 w 7467600"/>
              <a:gd name="connsiteY328" fmla="*/ 6747068 h 6858000"/>
              <a:gd name="connsiteX329" fmla="*/ 5032723 w 7467600"/>
              <a:gd name="connsiteY329" fmla="*/ 6644957 h 6858000"/>
              <a:gd name="connsiteX330" fmla="*/ 5242949 w 7467600"/>
              <a:gd name="connsiteY330" fmla="*/ 6125175 h 6858000"/>
              <a:gd name="connsiteX331" fmla="*/ 5286321 w 7467600"/>
              <a:gd name="connsiteY331" fmla="*/ 6033555 h 6858000"/>
              <a:gd name="connsiteX332" fmla="*/ 5008210 w 7467600"/>
              <a:gd name="connsiteY332" fmla="*/ 6649194 h 6858000"/>
              <a:gd name="connsiteX333" fmla="*/ 4986321 w 7467600"/>
              <a:gd name="connsiteY333" fmla="*/ 6765687 h 6858000"/>
              <a:gd name="connsiteX334" fmla="*/ 4973474 w 7467600"/>
              <a:gd name="connsiteY334" fmla="*/ 6858000 h 6858000"/>
              <a:gd name="connsiteX335" fmla="*/ 4907178 w 7467600"/>
              <a:gd name="connsiteY335" fmla="*/ 6858000 h 6858000"/>
              <a:gd name="connsiteX336" fmla="*/ 4910810 w 7467600"/>
              <a:gd name="connsiteY336" fmla="*/ 6829660 h 6858000"/>
              <a:gd name="connsiteX337" fmla="*/ 4987461 w 7467600"/>
              <a:gd name="connsiteY337" fmla="*/ 6432994 h 6858000"/>
              <a:gd name="connsiteX338" fmla="*/ 5179262 w 7467600"/>
              <a:gd name="connsiteY338" fmla="*/ 6035044 h 6858000"/>
              <a:gd name="connsiteX339" fmla="*/ 4689678 w 7467600"/>
              <a:gd name="connsiteY339" fmla="*/ 6440241 h 6858000"/>
              <a:gd name="connsiteX340" fmla="*/ 4477543 w 7467600"/>
              <a:gd name="connsiteY340" fmla="*/ 6674836 h 6858000"/>
              <a:gd name="connsiteX341" fmla="*/ 4329957 w 7467600"/>
              <a:gd name="connsiteY341" fmla="*/ 6858000 h 6858000"/>
              <a:gd name="connsiteX342" fmla="*/ 4218595 w 7467600"/>
              <a:gd name="connsiteY342" fmla="*/ 6858000 h 6858000"/>
              <a:gd name="connsiteX343" fmla="*/ 4368888 w 7467600"/>
              <a:gd name="connsiteY343" fmla="*/ 6668412 h 6858000"/>
              <a:gd name="connsiteX344" fmla="*/ 4563091 w 7467600"/>
              <a:gd name="connsiteY344" fmla="*/ 6442508 h 6858000"/>
              <a:gd name="connsiteX345" fmla="*/ 5387324 w 7467600"/>
              <a:gd name="connsiteY345" fmla="*/ 5705830 h 6858000"/>
              <a:gd name="connsiteX346" fmla="*/ 5073620 w 7467600"/>
              <a:gd name="connsiteY346" fmla="*/ 5955437 h 6858000"/>
              <a:gd name="connsiteX347" fmla="*/ 4689789 w 7467600"/>
              <a:gd name="connsiteY347" fmla="*/ 6268382 h 6858000"/>
              <a:gd name="connsiteX348" fmla="*/ 4418722 w 7467600"/>
              <a:gd name="connsiteY348" fmla="*/ 6570886 h 6858000"/>
              <a:gd name="connsiteX349" fmla="*/ 4214944 w 7467600"/>
              <a:gd name="connsiteY349" fmla="*/ 6858000 h 6858000"/>
              <a:gd name="connsiteX350" fmla="*/ 4177898 w 7467600"/>
              <a:gd name="connsiteY350" fmla="*/ 6858000 h 6858000"/>
              <a:gd name="connsiteX351" fmla="*/ 4391597 w 7467600"/>
              <a:gd name="connsiteY351" fmla="*/ 6556370 h 6858000"/>
              <a:gd name="connsiteX352" fmla="*/ 4668889 w 7467600"/>
              <a:gd name="connsiteY352" fmla="*/ 6246399 h 6858000"/>
              <a:gd name="connsiteX353" fmla="*/ 5055427 w 7467600"/>
              <a:gd name="connsiteY353" fmla="*/ 5931476 h 6858000"/>
              <a:gd name="connsiteX354" fmla="*/ 5371814 w 7467600"/>
              <a:gd name="connsiteY354" fmla="*/ 5678975 h 6858000"/>
              <a:gd name="connsiteX355" fmla="*/ 4987918 w 7467600"/>
              <a:gd name="connsiteY355" fmla="*/ 5838701 h 6858000"/>
              <a:gd name="connsiteX356" fmla="*/ 4317146 w 7467600"/>
              <a:gd name="connsiteY356" fmla="*/ 6587716 h 6858000"/>
              <a:gd name="connsiteX357" fmla="*/ 4171627 w 7467600"/>
              <a:gd name="connsiteY357" fmla="*/ 6858000 h 6858000"/>
              <a:gd name="connsiteX358" fmla="*/ 4081585 w 7467600"/>
              <a:gd name="connsiteY358" fmla="*/ 6858000 h 6858000"/>
              <a:gd name="connsiteX359" fmla="*/ 4238603 w 7467600"/>
              <a:gd name="connsiteY359" fmla="*/ 6559341 h 6858000"/>
              <a:gd name="connsiteX360" fmla="*/ 4778333 w 7467600"/>
              <a:gd name="connsiteY360" fmla="*/ 5873626 h 6858000"/>
              <a:gd name="connsiteX361" fmla="*/ 5414185 w 7467600"/>
              <a:gd name="connsiteY361" fmla="*/ 5573882 h 6858000"/>
              <a:gd name="connsiteX362" fmla="*/ 5959648 w 7467600"/>
              <a:gd name="connsiteY362" fmla="*/ 4760797 h 6858000"/>
              <a:gd name="connsiteX363" fmla="*/ 5355019 w 7467600"/>
              <a:gd name="connsiteY363" fmla="*/ 4734672 h 6858000"/>
              <a:gd name="connsiteX364" fmla="*/ 5083565 w 7467600"/>
              <a:gd name="connsiteY364" fmla="*/ 5179121 h 6858000"/>
              <a:gd name="connsiteX365" fmla="*/ 4713577 w 7467600"/>
              <a:gd name="connsiteY365" fmla="*/ 5616803 h 6858000"/>
              <a:gd name="connsiteX366" fmla="*/ 3989559 w 7467600"/>
              <a:gd name="connsiteY366" fmla="*/ 6145945 h 6858000"/>
              <a:gd name="connsiteX367" fmla="*/ 3939824 w 7467600"/>
              <a:gd name="connsiteY367" fmla="*/ 6066900 h 6858000"/>
              <a:gd name="connsiteX368" fmla="*/ 4584537 w 7467600"/>
              <a:gd name="connsiteY368" fmla="*/ 5324826 h 6858000"/>
              <a:gd name="connsiteX369" fmla="*/ 5037105 w 7467600"/>
              <a:gd name="connsiteY369" fmla="*/ 5088765 h 6858000"/>
              <a:gd name="connsiteX370" fmla="*/ 5039930 w 7467600"/>
              <a:gd name="connsiteY370" fmla="*/ 5089585 h 6858000"/>
              <a:gd name="connsiteX371" fmla="*/ 5263764 w 7467600"/>
              <a:gd name="connsiteY371" fmla="*/ 4735525 h 6858000"/>
              <a:gd name="connsiteX372" fmla="*/ 4086300 w 7467600"/>
              <a:gd name="connsiteY372" fmla="*/ 4884599 h 6858000"/>
              <a:gd name="connsiteX373" fmla="*/ 4085485 w 7467600"/>
              <a:gd name="connsiteY373" fmla="*/ 4899070 h 6858000"/>
              <a:gd name="connsiteX374" fmla="*/ 3871915 w 7467600"/>
              <a:gd name="connsiteY374" fmla="*/ 5253645 h 6858000"/>
              <a:gd name="connsiteX375" fmla="*/ 3799374 w 7467600"/>
              <a:gd name="connsiteY375" fmla="*/ 5466127 h 6858000"/>
              <a:gd name="connsiteX376" fmla="*/ 3498850 w 7467600"/>
              <a:gd name="connsiteY376" fmla="*/ 6661888 h 6858000"/>
              <a:gd name="connsiteX377" fmla="*/ 3399216 w 7467600"/>
              <a:gd name="connsiteY377" fmla="*/ 6858000 h 6858000"/>
              <a:gd name="connsiteX378" fmla="*/ 3303688 w 7467600"/>
              <a:gd name="connsiteY378" fmla="*/ 6858000 h 6858000"/>
              <a:gd name="connsiteX379" fmla="*/ 3391774 w 7467600"/>
              <a:gd name="connsiteY379" fmla="*/ 6697181 h 6858000"/>
              <a:gd name="connsiteX380" fmla="*/ 3735540 w 7467600"/>
              <a:gd name="connsiteY380" fmla="*/ 5546923 h 6858000"/>
              <a:gd name="connsiteX381" fmla="*/ 3729438 w 7467600"/>
              <a:gd name="connsiteY381" fmla="*/ 5569058 h 6858000"/>
              <a:gd name="connsiteX382" fmla="*/ 3707782 w 7467600"/>
              <a:gd name="connsiteY382" fmla="*/ 5644908 h 6858000"/>
              <a:gd name="connsiteX383" fmla="*/ 3583827 w 7467600"/>
              <a:gd name="connsiteY383" fmla="*/ 6039215 h 6858000"/>
              <a:gd name="connsiteX384" fmla="*/ 3547861 w 7467600"/>
              <a:gd name="connsiteY384" fmla="*/ 6129609 h 6858000"/>
              <a:gd name="connsiteX385" fmla="*/ 3490905 w 7467600"/>
              <a:gd name="connsiteY385" fmla="*/ 6277660 h 6858000"/>
              <a:gd name="connsiteX386" fmla="*/ 3455859 w 7467600"/>
              <a:gd name="connsiteY386" fmla="*/ 6391301 h 6858000"/>
              <a:gd name="connsiteX387" fmla="*/ 3429112 w 7467600"/>
              <a:gd name="connsiteY387" fmla="*/ 6479469 h 6858000"/>
              <a:gd name="connsiteX388" fmla="*/ 3304862 w 7467600"/>
              <a:gd name="connsiteY388" fmla="*/ 6796476 h 6858000"/>
              <a:gd name="connsiteX389" fmla="*/ 3276071 w 7467600"/>
              <a:gd name="connsiteY389" fmla="*/ 6858000 h 6858000"/>
              <a:gd name="connsiteX390" fmla="*/ 3240805 w 7467600"/>
              <a:gd name="connsiteY390" fmla="*/ 6858000 h 6858000"/>
              <a:gd name="connsiteX391" fmla="*/ 3275917 w 7467600"/>
              <a:gd name="connsiteY391" fmla="*/ 6783192 h 6858000"/>
              <a:gd name="connsiteX392" fmla="*/ 3399358 w 7467600"/>
              <a:gd name="connsiteY392" fmla="*/ 6469011 h 6858000"/>
              <a:gd name="connsiteX393" fmla="*/ 3425650 w 7467600"/>
              <a:gd name="connsiteY393" fmla="*/ 6381333 h 6858000"/>
              <a:gd name="connsiteX394" fmla="*/ 3460661 w 7467600"/>
              <a:gd name="connsiteY394" fmla="*/ 6266763 h 6858000"/>
              <a:gd name="connsiteX395" fmla="*/ 3518021 w 7467600"/>
              <a:gd name="connsiteY395" fmla="*/ 6117298 h 6858000"/>
              <a:gd name="connsiteX396" fmla="*/ 3554035 w 7467600"/>
              <a:gd name="connsiteY396" fmla="*/ 6027832 h 6858000"/>
              <a:gd name="connsiteX397" fmla="*/ 3677174 w 7467600"/>
              <a:gd name="connsiteY397" fmla="*/ 5636351 h 6858000"/>
              <a:gd name="connsiteX398" fmla="*/ 3698819 w 7467600"/>
              <a:gd name="connsiteY398" fmla="*/ 5560503 h 6858000"/>
              <a:gd name="connsiteX399" fmla="*/ 3702094 w 7467600"/>
              <a:gd name="connsiteY399" fmla="*/ 5549194 h 6858000"/>
              <a:gd name="connsiteX400" fmla="*/ 3398355 w 7467600"/>
              <a:gd name="connsiteY400" fmla="*/ 6094603 h 6858000"/>
              <a:gd name="connsiteX401" fmla="*/ 3193941 w 7467600"/>
              <a:gd name="connsiteY401" fmla="*/ 6798775 h 6858000"/>
              <a:gd name="connsiteX402" fmla="*/ 3184140 w 7467600"/>
              <a:gd name="connsiteY402" fmla="*/ 6858000 h 6858000"/>
              <a:gd name="connsiteX403" fmla="*/ 3099978 w 7467600"/>
              <a:gd name="connsiteY403" fmla="*/ 6858000 h 6858000"/>
              <a:gd name="connsiteX404" fmla="*/ 3101556 w 7467600"/>
              <a:gd name="connsiteY404" fmla="*/ 6843337 h 6858000"/>
              <a:gd name="connsiteX405" fmla="*/ 3370162 w 7467600"/>
              <a:gd name="connsiteY405" fmla="*/ 5785550 h 6858000"/>
              <a:gd name="connsiteX406" fmla="*/ 3746477 w 7467600"/>
              <a:gd name="connsiteY406" fmla="*/ 5377889 h 6858000"/>
              <a:gd name="connsiteX407" fmla="*/ 3863399 w 7467600"/>
              <a:gd name="connsiteY407" fmla="*/ 5087257 h 6858000"/>
              <a:gd name="connsiteX408" fmla="*/ 3968712 w 7467600"/>
              <a:gd name="connsiteY408" fmla="*/ 4913989 h 6858000"/>
              <a:gd name="connsiteX409" fmla="*/ 2792390 w 7467600"/>
              <a:gd name="connsiteY409" fmla="*/ 5382974 h 6858000"/>
              <a:gd name="connsiteX410" fmla="*/ 2714982 w 7467600"/>
              <a:gd name="connsiteY410" fmla="*/ 5427051 h 6858000"/>
              <a:gd name="connsiteX411" fmla="*/ 2813361 w 7467600"/>
              <a:gd name="connsiteY411" fmla="*/ 6023912 h 6858000"/>
              <a:gd name="connsiteX412" fmla="*/ 2688430 w 7467600"/>
              <a:gd name="connsiteY412" fmla="*/ 6801564 h 6858000"/>
              <a:gd name="connsiteX413" fmla="*/ 2629626 w 7467600"/>
              <a:gd name="connsiteY413" fmla="*/ 6763394 h 6858000"/>
              <a:gd name="connsiteX414" fmla="*/ 2565328 w 7467600"/>
              <a:gd name="connsiteY414" fmla="*/ 5516399 h 6858000"/>
              <a:gd name="connsiteX415" fmla="*/ 1922999 w 7467600"/>
              <a:gd name="connsiteY415" fmla="*/ 5980343 h 6858000"/>
              <a:gd name="connsiteX416" fmla="*/ 1950261 w 7467600"/>
              <a:gd name="connsiteY416" fmla="*/ 6405858 h 6858000"/>
              <a:gd name="connsiteX417" fmla="*/ 2365554 w 7467600"/>
              <a:gd name="connsiteY417" fmla="*/ 6759107 h 6858000"/>
              <a:gd name="connsiteX418" fmla="*/ 2424142 w 7467600"/>
              <a:gd name="connsiteY418" fmla="*/ 6858000 h 6858000"/>
              <a:gd name="connsiteX419" fmla="*/ 2395994 w 7467600"/>
              <a:gd name="connsiteY419" fmla="*/ 6858000 h 6858000"/>
              <a:gd name="connsiteX420" fmla="*/ 2392863 w 7467600"/>
              <a:gd name="connsiteY420" fmla="*/ 6852964 h 6858000"/>
              <a:gd name="connsiteX421" fmla="*/ 2017589 w 7467600"/>
              <a:gd name="connsiteY421" fmla="*/ 6493982 h 6858000"/>
              <a:gd name="connsiteX422" fmla="*/ 2147336 w 7467600"/>
              <a:gd name="connsiteY422" fmla="*/ 6594052 h 6858000"/>
              <a:gd name="connsiteX423" fmla="*/ 2207047 w 7467600"/>
              <a:gd name="connsiteY423" fmla="*/ 6654540 h 6858000"/>
              <a:gd name="connsiteX424" fmla="*/ 2299106 w 7467600"/>
              <a:gd name="connsiteY424" fmla="*/ 6778931 h 6858000"/>
              <a:gd name="connsiteX425" fmla="*/ 2314430 w 7467600"/>
              <a:gd name="connsiteY425" fmla="*/ 6801144 h 6858000"/>
              <a:gd name="connsiteX426" fmla="*/ 2352406 w 7467600"/>
              <a:gd name="connsiteY426" fmla="*/ 6858000 h 6858000"/>
              <a:gd name="connsiteX427" fmla="*/ 2314492 w 7467600"/>
              <a:gd name="connsiteY427" fmla="*/ 6858000 h 6858000"/>
              <a:gd name="connsiteX428" fmla="*/ 2288095 w 7467600"/>
              <a:gd name="connsiteY428" fmla="*/ 6818030 h 6858000"/>
              <a:gd name="connsiteX429" fmla="*/ 2272768 w 7467600"/>
              <a:gd name="connsiteY429" fmla="*/ 6795822 h 6858000"/>
              <a:gd name="connsiteX430" fmla="*/ 2182715 w 7467600"/>
              <a:gd name="connsiteY430" fmla="*/ 6675071 h 6858000"/>
              <a:gd name="connsiteX431" fmla="*/ 2032061 w 7467600"/>
              <a:gd name="connsiteY431" fmla="*/ 6541380 h 6858000"/>
              <a:gd name="connsiteX432" fmla="*/ 2257220 w 7467600"/>
              <a:gd name="connsiteY432" fmla="*/ 6826257 h 6858000"/>
              <a:gd name="connsiteX433" fmla="*/ 2281324 w 7467600"/>
              <a:gd name="connsiteY433" fmla="*/ 6858000 h 6858000"/>
              <a:gd name="connsiteX434" fmla="*/ 2242860 w 7467600"/>
              <a:gd name="connsiteY434" fmla="*/ 6858000 h 6858000"/>
              <a:gd name="connsiteX435" fmla="*/ 2232818 w 7467600"/>
              <a:gd name="connsiteY435" fmla="*/ 6844926 h 6858000"/>
              <a:gd name="connsiteX436" fmla="*/ 1990172 w 7467600"/>
              <a:gd name="connsiteY436" fmla="*/ 6542121 h 6858000"/>
              <a:gd name="connsiteX437" fmla="*/ 2124090 w 7467600"/>
              <a:gd name="connsiteY437" fmla="*/ 6761017 h 6858000"/>
              <a:gd name="connsiteX438" fmla="*/ 2200380 w 7467600"/>
              <a:gd name="connsiteY438" fmla="*/ 6858000 h 6858000"/>
              <a:gd name="connsiteX439" fmla="*/ 2147507 w 7467600"/>
              <a:gd name="connsiteY439" fmla="*/ 6858000 h 6858000"/>
              <a:gd name="connsiteX440" fmla="*/ 2070668 w 7467600"/>
              <a:gd name="connsiteY440" fmla="*/ 6761520 h 6858000"/>
              <a:gd name="connsiteX441" fmla="*/ 1975142 w 7467600"/>
              <a:gd name="connsiteY441" fmla="*/ 6585570 h 6858000"/>
              <a:gd name="connsiteX442" fmla="*/ 2050035 w 7467600"/>
              <a:gd name="connsiteY442" fmla="*/ 6813345 h 6858000"/>
              <a:gd name="connsiteX443" fmla="*/ 2063025 w 7467600"/>
              <a:gd name="connsiteY443" fmla="*/ 6858000 h 6858000"/>
              <a:gd name="connsiteX444" fmla="*/ 2021675 w 7467600"/>
              <a:gd name="connsiteY444" fmla="*/ 6858000 h 6858000"/>
              <a:gd name="connsiteX445" fmla="*/ 2019308 w 7467600"/>
              <a:gd name="connsiteY445" fmla="*/ 6847118 h 6858000"/>
              <a:gd name="connsiteX446" fmla="*/ 1938835 w 7467600"/>
              <a:gd name="connsiteY446" fmla="*/ 6551160 h 6858000"/>
              <a:gd name="connsiteX447" fmla="*/ 1953230 w 7467600"/>
              <a:gd name="connsiteY447" fmla="*/ 6759699 h 6858000"/>
              <a:gd name="connsiteX448" fmla="*/ 1956763 w 7467600"/>
              <a:gd name="connsiteY448" fmla="*/ 6778191 h 6858000"/>
              <a:gd name="connsiteX449" fmla="*/ 1967925 w 7467600"/>
              <a:gd name="connsiteY449" fmla="*/ 6858000 h 6858000"/>
              <a:gd name="connsiteX450" fmla="*/ 1936622 w 7467600"/>
              <a:gd name="connsiteY450" fmla="*/ 6858000 h 6858000"/>
              <a:gd name="connsiteX451" fmla="*/ 1926261 w 7467600"/>
              <a:gd name="connsiteY451" fmla="*/ 6784064 h 6858000"/>
              <a:gd name="connsiteX452" fmla="*/ 1922724 w 7467600"/>
              <a:gd name="connsiteY452" fmla="*/ 6765577 h 6858000"/>
              <a:gd name="connsiteX453" fmla="*/ 1904650 w 7467600"/>
              <a:gd name="connsiteY453" fmla="*/ 6639616 h 6858000"/>
              <a:gd name="connsiteX454" fmla="*/ 1885273 w 7467600"/>
              <a:gd name="connsiteY454" fmla="*/ 6858000 h 6858000"/>
              <a:gd name="connsiteX455" fmla="*/ 1854363 w 7467600"/>
              <a:gd name="connsiteY455" fmla="*/ 6858000 h 6858000"/>
              <a:gd name="connsiteX456" fmla="*/ 1880391 w 7467600"/>
              <a:gd name="connsiteY456" fmla="*/ 6603796 h 6858000"/>
              <a:gd name="connsiteX457" fmla="*/ 1818273 w 7467600"/>
              <a:gd name="connsiteY457" fmla="*/ 6715729 h 6858000"/>
              <a:gd name="connsiteX458" fmla="*/ 1794691 w 7467600"/>
              <a:gd name="connsiteY458" fmla="*/ 6843239 h 6858000"/>
              <a:gd name="connsiteX459" fmla="*/ 1794914 w 7467600"/>
              <a:gd name="connsiteY459" fmla="*/ 6858000 h 6858000"/>
              <a:gd name="connsiteX460" fmla="*/ 1746128 w 7467600"/>
              <a:gd name="connsiteY460" fmla="*/ 6858000 h 6858000"/>
              <a:gd name="connsiteX461" fmla="*/ 1753934 w 7467600"/>
              <a:gd name="connsiteY461" fmla="*/ 6724796 h 6858000"/>
              <a:gd name="connsiteX462" fmla="*/ 1792053 w 7467600"/>
              <a:gd name="connsiteY462" fmla="*/ 6572396 h 6858000"/>
              <a:gd name="connsiteX463" fmla="*/ 1862248 w 7467600"/>
              <a:gd name="connsiteY463" fmla="*/ 6266397 h 6858000"/>
              <a:gd name="connsiteX464" fmla="*/ 1862250 w 7467600"/>
              <a:gd name="connsiteY464" fmla="*/ 6033531 h 6858000"/>
              <a:gd name="connsiteX465" fmla="*/ 1211999 w 7467600"/>
              <a:gd name="connsiteY465" fmla="*/ 6683610 h 6858000"/>
              <a:gd name="connsiteX466" fmla="*/ 1213266 w 7467600"/>
              <a:gd name="connsiteY466" fmla="*/ 6691947 h 6858000"/>
              <a:gd name="connsiteX467" fmla="*/ 1203370 w 7467600"/>
              <a:gd name="connsiteY467" fmla="*/ 6850676 h 6858000"/>
              <a:gd name="connsiteX468" fmla="*/ 1203671 w 7467600"/>
              <a:gd name="connsiteY468" fmla="*/ 6858000 h 6858000"/>
              <a:gd name="connsiteX469" fmla="*/ 1143180 w 7467600"/>
              <a:gd name="connsiteY469" fmla="*/ 6858000 h 6858000"/>
              <a:gd name="connsiteX470" fmla="*/ 1142176 w 7467600"/>
              <a:gd name="connsiteY470" fmla="*/ 6766045 h 6858000"/>
              <a:gd name="connsiteX471" fmla="*/ 1067484 w 7467600"/>
              <a:gd name="connsiteY471" fmla="*/ 6858000 h 6858000"/>
              <a:gd name="connsiteX472" fmla="*/ 953928 w 7467600"/>
              <a:gd name="connsiteY472" fmla="*/ 6858000 h 6858000"/>
              <a:gd name="connsiteX473" fmla="*/ 959715 w 7467600"/>
              <a:gd name="connsiteY473" fmla="*/ 6850185 h 6858000"/>
              <a:gd name="connsiteX474" fmla="*/ 1483788 w 7467600"/>
              <a:gd name="connsiteY474" fmla="*/ 6259174 h 6858000"/>
              <a:gd name="connsiteX475" fmla="*/ 1100671 w 7467600"/>
              <a:gd name="connsiteY475" fmla="*/ 6252137 h 6858000"/>
              <a:gd name="connsiteX476" fmla="*/ 1090144 w 7467600"/>
              <a:gd name="connsiteY476" fmla="*/ 6256748 h 6858000"/>
              <a:gd name="connsiteX477" fmla="*/ 1095872 w 7467600"/>
              <a:gd name="connsiteY477" fmla="*/ 6271892 h 6858000"/>
              <a:gd name="connsiteX478" fmla="*/ 262785 w 7467600"/>
              <a:gd name="connsiteY478" fmla="*/ 6845450 h 6858000"/>
              <a:gd name="connsiteX479" fmla="*/ 209968 w 7467600"/>
              <a:gd name="connsiteY479" fmla="*/ 6770713 h 6858000"/>
              <a:gd name="connsiteX480" fmla="*/ 873460 w 7467600"/>
              <a:gd name="connsiteY480" fmla="*/ 6253768 h 6858000"/>
              <a:gd name="connsiteX481" fmla="*/ 192686 w 7467600"/>
              <a:gd name="connsiteY481" fmla="*/ 5849257 h 6858000"/>
              <a:gd name="connsiteX482" fmla="*/ 4696 w 7467600"/>
              <a:gd name="connsiteY482" fmla="*/ 5697668 h 6858000"/>
              <a:gd name="connsiteX483" fmla="*/ 0 w 7467600"/>
              <a:gd name="connsiteY483" fmla="*/ 5689984 h 6858000"/>
              <a:gd name="connsiteX484" fmla="*/ 0 w 7467600"/>
              <a:gd name="connsiteY484" fmla="*/ 5513472 h 6858000"/>
              <a:gd name="connsiteX485" fmla="*/ 174101 w 7467600"/>
              <a:gd name="connsiteY485" fmla="*/ 5620277 h 6858000"/>
              <a:gd name="connsiteX486" fmla="*/ 891800 w 7467600"/>
              <a:gd name="connsiteY486" fmla="*/ 6036935 h 6858000"/>
              <a:gd name="connsiteX487" fmla="*/ 1072219 w 7467600"/>
              <a:gd name="connsiteY487" fmla="*/ 6169443 h 6858000"/>
              <a:gd name="connsiteX488" fmla="*/ 1074117 w 7467600"/>
              <a:gd name="connsiteY488" fmla="*/ 6170301 h 6858000"/>
              <a:gd name="connsiteX489" fmla="*/ 1083114 w 7467600"/>
              <a:gd name="connsiteY489" fmla="*/ 6174131 h 6858000"/>
              <a:gd name="connsiteX490" fmla="*/ 1543010 w 7467600"/>
              <a:gd name="connsiteY490" fmla="*/ 6191140 h 6858000"/>
              <a:gd name="connsiteX491" fmla="*/ 1551080 w 7467600"/>
              <a:gd name="connsiteY491" fmla="*/ 6195006 h 6858000"/>
              <a:gd name="connsiteX492" fmla="*/ 2345443 w 7467600"/>
              <a:gd name="connsiteY492" fmla="*/ 5549882 h 6858000"/>
              <a:gd name="connsiteX493" fmla="*/ 1721499 w 7467600"/>
              <a:gd name="connsiteY493" fmla="*/ 5599969 h 6858000"/>
              <a:gd name="connsiteX494" fmla="*/ 767716 w 7467600"/>
              <a:gd name="connsiteY494" fmla="*/ 5472768 h 6858000"/>
              <a:gd name="connsiteX495" fmla="*/ 722147 w 7467600"/>
              <a:gd name="connsiteY495" fmla="*/ 5393091 h 6858000"/>
              <a:gd name="connsiteX496" fmla="*/ 1485552 w 7467600"/>
              <a:gd name="connsiteY496" fmla="*/ 5313202 h 6858000"/>
              <a:gd name="connsiteX497" fmla="*/ 2143004 w 7467600"/>
              <a:gd name="connsiteY497" fmla="*/ 5402420 h 6858000"/>
              <a:gd name="connsiteX498" fmla="*/ 1933391 w 7467600"/>
              <a:gd name="connsiteY498" fmla="*/ 5156971 h 6858000"/>
              <a:gd name="connsiteX499" fmla="*/ 1827118 w 7467600"/>
              <a:gd name="connsiteY499" fmla="*/ 4968410 h 6858000"/>
              <a:gd name="connsiteX500" fmla="*/ 1837349 w 7467600"/>
              <a:gd name="connsiteY500" fmla="*/ 4956357 h 6858000"/>
              <a:gd name="connsiteX501" fmla="*/ 2162835 w 7467600"/>
              <a:gd name="connsiteY501" fmla="*/ 5187853 h 6858000"/>
              <a:gd name="connsiteX502" fmla="*/ 2257167 w 7467600"/>
              <a:gd name="connsiteY502" fmla="*/ 5462123 h 6858000"/>
              <a:gd name="connsiteX503" fmla="*/ 2261598 w 7467600"/>
              <a:gd name="connsiteY503" fmla="*/ 5467998 h 6858000"/>
              <a:gd name="connsiteX504" fmla="*/ 2437177 w 7467600"/>
              <a:gd name="connsiteY504" fmla="*/ 5479608 h 6858000"/>
              <a:gd name="connsiteX505" fmla="*/ 2445247 w 7467600"/>
              <a:gd name="connsiteY505" fmla="*/ 5483476 h 6858000"/>
              <a:gd name="connsiteX506" fmla="*/ 2743626 w 7467600"/>
              <a:gd name="connsiteY506" fmla="*/ 5304819 h 6858000"/>
              <a:gd name="connsiteX507" fmla="*/ 3048102 w 7467600"/>
              <a:gd name="connsiteY507" fmla="*/ 5150595 h 6858000"/>
              <a:gd name="connsiteX508" fmla="*/ 1799414 w 7467600"/>
              <a:gd name="connsiteY508" fmla="*/ 4694732 h 6858000"/>
              <a:gd name="connsiteX509" fmla="*/ 1771735 w 7467600"/>
              <a:gd name="connsiteY509" fmla="*/ 4619929 h 6858000"/>
              <a:gd name="connsiteX510" fmla="*/ 3104273 w 7467600"/>
              <a:gd name="connsiteY510" fmla="*/ 5076159 h 6858000"/>
              <a:gd name="connsiteX511" fmla="*/ 3113245 w 7467600"/>
              <a:gd name="connsiteY511" fmla="*/ 5090705 h 6858000"/>
              <a:gd name="connsiteX512" fmla="*/ 3126294 w 7467600"/>
              <a:gd name="connsiteY512" fmla="*/ 5114400 h 6858000"/>
              <a:gd name="connsiteX513" fmla="*/ 3937433 w 7467600"/>
              <a:gd name="connsiteY513" fmla="*/ 4830473 h 6858000"/>
              <a:gd name="connsiteX514" fmla="*/ 3590475 w 7467600"/>
              <a:gd name="connsiteY514" fmla="*/ 4597974 h 6858000"/>
              <a:gd name="connsiteX515" fmla="*/ 3100264 w 7467600"/>
              <a:gd name="connsiteY515" fmla="*/ 4579845 h 6858000"/>
              <a:gd name="connsiteX516" fmla="*/ 2183576 w 7467600"/>
              <a:gd name="connsiteY516" fmla="*/ 4227150 h 6858000"/>
              <a:gd name="connsiteX517" fmla="*/ 2151029 w 7467600"/>
              <a:gd name="connsiteY517" fmla="*/ 4146947 h 6858000"/>
              <a:gd name="connsiteX518" fmla="*/ 3563434 w 7467600"/>
              <a:gd name="connsiteY518" fmla="*/ 4469115 h 6858000"/>
              <a:gd name="connsiteX519" fmla="*/ 3177952 w 7467600"/>
              <a:gd name="connsiteY519" fmla="*/ 3657386 h 6858000"/>
              <a:gd name="connsiteX520" fmla="*/ 3189263 w 7467600"/>
              <a:gd name="connsiteY520" fmla="*/ 3625726 h 6858000"/>
              <a:gd name="connsiteX521" fmla="*/ 3560912 w 7467600"/>
              <a:gd name="connsiteY521" fmla="*/ 4079863 h 6858000"/>
              <a:gd name="connsiteX522" fmla="*/ 3626636 w 7467600"/>
              <a:gd name="connsiteY522" fmla="*/ 4512230 h 6858000"/>
              <a:gd name="connsiteX523" fmla="*/ 3653088 w 7467600"/>
              <a:gd name="connsiteY523" fmla="*/ 4521417 h 6858000"/>
              <a:gd name="connsiteX524" fmla="*/ 3988128 w 7467600"/>
              <a:gd name="connsiteY524" fmla="*/ 4817267 h 6858000"/>
              <a:gd name="connsiteX525" fmla="*/ 4830582 w 7467600"/>
              <a:gd name="connsiteY525" fmla="*/ 4676000 h 6858000"/>
              <a:gd name="connsiteX526" fmla="*/ 4830100 w 7467600"/>
              <a:gd name="connsiteY526" fmla="*/ 4675554 h 6858000"/>
              <a:gd name="connsiteX527" fmla="*/ 4036318 w 7467600"/>
              <a:gd name="connsiteY527" fmla="*/ 4147013 h 6858000"/>
              <a:gd name="connsiteX528" fmla="*/ 3432098 w 7467600"/>
              <a:gd name="connsiteY528" fmla="*/ 3537312 h 6858000"/>
              <a:gd name="connsiteX529" fmla="*/ 3446761 w 7467600"/>
              <a:gd name="connsiteY529" fmla="*/ 3461278 h 6858000"/>
              <a:gd name="connsiteX530" fmla="*/ 4419733 w 7467600"/>
              <a:gd name="connsiteY530" fmla="*/ 3963555 h 6858000"/>
              <a:gd name="connsiteX531" fmla="*/ 4781371 w 7467600"/>
              <a:gd name="connsiteY531" fmla="*/ 4458604 h 6858000"/>
              <a:gd name="connsiteX532" fmla="*/ 4780440 w 7467600"/>
              <a:gd name="connsiteY532" fmla="*/ 4470290 h 6858000"/>
              <a:gd name="connsiteX533" fmla="*/ 4898954 w 7467600"/>
              <a:gd name="connsiteY533" fmla="*/ 4662092 h 6858000"/>
              <a:gd name="connsiteX534" fmla="*/ 4900699 w 7467600"/>
              <a:gd name="connsiteY534" fmla="*/ 4670867 h 6858000"/>
              <a:gd name="connsiteX535" fmla="*/ 5714511 w 7467600"/>
              <a:gd name="connsiteY535" fmla="*/ 4663483 h 6858000"/>
              <a:gd name="connsiteX536" fmla="*/ 5464793 w 7467600"/>
              <a:gd name="connsiteY536" fmla="*/ 4393556 h 6858000"/>
              <a:gd name="connsiteX537" fmla="*/ 5461897 w 7467600"/>
              <a:gd name="connsiteY537" fmla="*/ 4390879 h 6858000"/>
              <a:gd name="connsiteX538" fmla="*/ 4294126 w 7467600"/>
              <a:gd name="connsiteY538" fmla="*/ 3303048 h 6858000"/>
              <a:gd name="connsiteX539" fmla="*/ 4305321 w 7467600"/>
              <a:gd name="connsiteY539" fmla="*/ 3256953 h 6858000"/>
              <a:gd name="connsiteX540" fmla="*/ 4949299 w 7467600"/>
              <a:gd name="connsiteY540" fmla="*/ 3766336 h 6858000"/>
              <a:gd name="connsiteX541" fmla="*/ 5291452 w 7467600"/>
              <a:gd name="connsiteY541" fmla="*/ 4076801 h 6858000"/>
              <a:gd name="connsiteX542" fmla="*/ 5434998 w 7467600"/>
              <a:gd name="connsiteY542" fmla="*/ 4254100 h 6858000"/>
              <a:gd name="connsiteX543" fmla="*/ 5351015 w 7467600"/>
              <a:gd name="connsiteY543" fmla="*/ 3760989 h 6858000"/>
              <a:gd name="connsiteX544" fmla="*/ 5413780 w 7467600"/>
              <a:gd name="connsiteY544" fmla="*/ 2966265 h 6858000"/>
              <a:gd name="connsiteX545" fmla="*/ 5425627 w 7467600"/>
              <a:gd name="connsiteY545" fmla="*/ 2954192 h 6858000"/>
              <a:gd name="connsiteX546" fmla="*/ 6604735 w 7467600"/>
              <a:gd name="connsiteY546" fmla="*/ 2041381 h 6858000"/>
              <a:gd name="connsiteX547" fmla="*/ 7204487 w 7467600"/>
              <a:gd name="connsiteY547" fmla="*/ 2742112 h 6858000"/>
              <a:gd name="connsiteX548" fmla="*/ 7131592 w 7467600"/>
              <a:gd name="connsiteY548" fmla="*/ 2672096 h 6858000"/>
              <a:gd name="connsiteX549" fmla="*/ 6996344 w 7467600"/>
              <a:gd name="connsiteY549" fmla="*/ 2518310 h 6858000"/>
              <a:gd name="connsiteX550" fmla="*/ 6735495 w 7467600"/>
              <a:gd name="connsiteY550" fmla="*/ 2196890 h 6858000"/>
              <a:gd name="connsiteX551" fmla="*/ 6721901 w 7467600"/>
              <a:gd name="connsiteY551" fmla="*/ 2179274 h 6858000"/>
              <a:gd name="connsiteX552" fmla="*/ 6604735 w 7467600"/>
              <a:gd name="connsiteY552" fmla="*/ 2041381 h 6858000"/>
              <a:gd name="connsiteX553" fmla="*/ 6591670 w 7467600"/>
              <a:gd name="connsiteY553" fmla="*/ 1988277 h 6858000"/>
              <a:gd name="connsiteX554" fmla="*/ 6747349 w 7467600"/>
              <a:gd name="connsiteY554" fmla="*/ 2160069 h 6858000"/>
              <a:gd name="connsiteX555" fmla="*/ 6760943 w 7467600"/>
              <a:gd name="connsiteY555" fmla="*/ 2177686 h 6858000"/>
              <a:gd name="connsiteX556" fmla="*/ 7021065 w 7467600"/>
              <a:gd name="connsiteY556" fmla="*/ 2498102 h 6858000"/>
              <a:gd name="connsiteX557" fmla="*/ 7155223 w 7467600"/>
              <a:gd name="connsiteY557" fmla="*/ 2650386 h 6858000"/>
              <a:gd name="connsiteX558" fmla="*/ 7203167 w 7467600"/>
              <a:gd name="connsiteY558" fmla="*/ 2697288 h 6858000"/>
              <a:gd name="connsiteX559" fmla="*/ 6937703 w 7467600"/>
              <a:gd name="connsiteY559" fmla="*/ 2321981 h 6858000"/>
              <a:gd name="connsiteX560" fmla="*/ 6591670 w 7467600"/>
              <a:gd name="connsiteY560" fmla="*/ 1988277 h 6858000"/>
              <a:gd name="connsiteX561" fmla="*/ 5798671 w 7467600"/>
              <a:gd name="connsiteY561" fmla="*/ 1981601 h 6858000"/>
              <a:gd name="connsiteX562" fmla="*/ 5754709 w 7467600"/>
              <a:gd name="connsiteY562" fmla="*/ 2071454 h 6858000"/>
              <a:gd name="connsiteX563" fmla="*/ 5763044 w 7467600"/>
              <a:gd name="connsiteY563" fmla="*/ 2842206 h 6858000"/>
              <a:gd name="connsiteX564" fmla="*/ 5764974 w 7467600"/>
              <a:gd name="connsiteY564" fmla="*/ 2799609 h 6858000"/>
              <a:gd name="connsiteX565" fmla="*/ 5767665 w 7467600"/>
              <a:gd name="connsiteY565" fmla="*/ 2666409 h 6858000"/>
              <a:gd name="connsiteX566" fmla="*/ 5763055 w 7467600"/>
              <a:gd name="connsiteY566" fmla="*/ 2579705 h 6858000"/>
              <a:gd name="connsiteX567" fmla="*/ 5758079 w 7467600"/>
              <a:gd name="connsiteY567" fmla="*/ 2492508 h 6858000"/>
              <a:gd name="connsiteX568" fmla="*/ 5779325 w 7467600"/>
              <a:gd name="connsiteY568" fmla="*/ 2197069 h 6858000"/>
              <a:gd name="connsiteX569" fmla="*/ 5798671 w 7467600"/>
              <a:gd name="connsiteY569" fmla="*/ 1981601 h 6858000"/>
              <a:gd name="connsiteX570" fmla="*/ 5829202 w 7467600"/>
              <a:gd name="connsiteY570" fmla="*/ 1971679 h 6858000"/>
              <a:gd name="connsiteX571" fmla="*/ 5809558 w 7467600"/>
              <a:gd name="connsiteY571" fmla="*/ 2198043 h 6858000"/>
              <a:gd name="connsiteX572" fmla="*/ 5788653 w 7467600"/>
              <a:gd name="connsiteY572" fmla="*/ 2489430 h 6858000"/>
              <a:gd name="connsiteX573" fmla="*/ 5793439 w 7467600"/>
              <a:gd name="connsiteY573" fmla="*/ 2575235 h 6858000"/>
              <a:gd name="connsiteX574" fmla="*/ 5796837 w 7467600"/>
              <a:gd name="connsiteY574" fmla="*/ 2637633 h 6858000"/>
              <a:gd name="connsiteX575" fmla="*/ 5818614 w 7467600"/>
              <a:gd name="connsiteY575" fmla="*/ 2473055 h 6858000"/>
              <a:gd name="connsiteX576" fmla="*/ 5829202 w 7467600"/>
              <a:gd name="connsiteY576" fmla="*/ 1971679 h 6858000"/>
              <a:gd name="connsiteX577" fmla="*/ 5911389 w 7467600"/>
              <a:gd name="connsiteY577" fmla="*/ 1898371 h 6858000"/>
              <a:gd name="connsiteX578" fmla="*/ 6237627 w 7467600"/>
              <a:gd name="connsiteY578" fmla="*/ 2231921 h 6858000"/>
              <a:gd name="connsiteX579" fmla="*/ 5911389 w 7467600"/>
              <a:gd name="connsiteY579" fmla="*/ 1898371 h 6858000"/>
              <a:gd name="connsiteX580" fmla="*/ 6944437 w 7467600"/>
              <a:gd name="connsiteY580" fmla="*/ 1575402 h 6858000"/>
              <a:gd name="connsiteX581" fmla="*/ 6304730 w 7467600"/>
              <a:gd name="connsiteY581" fmla="*/ 1766654 h 6858000"/>
              <a:gd name="connsiteX582" fmla="*/ 6944437 w 7467600"/>
              <a:gd name="connsiteY582" fmla="*/ 1575402 h 6858000"/>
              <a:gd name="connsiteX583" fmla="*/ 7019523 w 7467600"/>
              <a:gd name="connsiteY583" fmla="*/ 1519450 h 6858000"/>
              <a:gd name="connsiteX584" fmla="*/ 6298091 w 7467600"/>
              <a:gd name="connsiteY584" fmla="*/ 1737122 h 6858000"/>
              <a:gd name="connsiteX585" fmla="*/ 7019523 w 7467600"/>
              <a:gd name="connsiteY585" fmla="*/ 1519450 h 6858000"/>
              <a:gd name="connsiteX586" fmla="*/ 2399523 w 7467600"/>
              <a:gd name="connsiteY586" fmla="*/ 1428234 h 6858000"/>
              <a:gd name="connsiteX587" fmla="*/ 2224982 w 7467600"/>
              <a:gd name="connsiteY587" fmla="*/ 1826201 h 6858000"/>
              <a:gd name="connsiteX588" fmla="*/ 2096099 w 7467600"/>
              <a:gd name="connsiteY588" fmla="*/ 2345900 h 6858000"/>
              <a:gd name="connsiteX589" fmla="*/ 2283317 w 7467600"/>
              <a:gd name="connsiteY589" fmla="*/ 1796925 h 6858000"/>
              <a:gd name="connsiteX590" fmla="*/ 2399523 w 7467600"/>
              <a:gd name="connsiteY590" fmla="*/ 1428234 h 6858000"/>
              <a:gd name="connsiteX591" fmla="*/ 2448558 w 7467600"/>
              <a:gd name="connsiteY591" fmla="*/ 1373435 h 6858000"/>
              <a:gd name="connsiteX592" fmla="*/ 2312521 w 7467600"/>
              <a:gd name="connsiteY592" fmla="*/ 1806140 h 6858000"/>
              <a:gd name="connsiteX593" fmla="*/ 2127533 w 7467600"/>
              <a:gd name="connsiteY593" fmla="*/ 2348380 h 6858000"/>
              <a:gd name="connsiteX594" fmla="*/ 2358080 w 7467600"/>
              <a:gd name="connsiteY594" fmla="*/ 1866134 h 6858000"/>
              <a:gd name="connsiteX595" fmla="*/ 2407436 w 7467600"/>
              <a:gd name="connsiteY595" fmla="*/ 1651070 h 6858000"/>
              <a:gd name="connsiteX596" fmla="*/ 2448558 w 7467600"/>
              <a:gd name="connsiteY596" fmla="*/ 1373435 h 6858000"/>
              <a:gd name="connsiteX597" fmla="*/ 278707 w 7467600"/>
              <a:gd name="connsiteY597" fmla="*/ 1352270 h 6858000"/>
              <a:gd name="connsiteX598" fmla="*/ 321570 w 7467600"/>
              <a:gd name="connsiteY598" fmla="*/ 1861610 h 6858000"/>
              <a:gd name="connsiteX599" fmla="*/ 294281 w 7467600"/>
              <a:gd name="connsiteY599" fmla="*/ 1440658 h 6858000"/>
              <a:gd name="connsiteX600" fmla="*/ 278707 w 7467600"/>
              <a:gd name="connsiteY600" fmla="*/ 1352270 h 6858000"/>
              <a:gd name="connsiteX601" fmla="*/ 1423821 w 7467600"/>
              <a:gd name="connsiteY601" fmla="*/ 1351958 h 6858000"/>
              <a:gd name="connsiteX602" fmla="*/ 1638521 w 7467600"/>
              <a:gd name="connsiteY602" fmla="*/ 1908470 h 6858000"/>
              <a:gd name="connsiteX603" fmla="*/ 1754199 w 7467600"/>
              <a:gd name="connsiteY603" fmla="*/ 2149284 h 6858000"/>
              <a:gd name="connsiteX604" fmla="*/ 1908359 w 7467600"/>
              <a:gd name="connsiteY604" fmla="*/ 2364988 h 6858000"/>
              <a:gd name="connsiteX605" fmla="*/ 1647661 w 7467600"/>
              <a:gd name="connsiteY605" fmla="*/ 1825945 h 6858000"/>
              <a:gd name="connsiteX606" fmla="*/ 1423821 w 7467600"/>
              <a:gd name="connsiteY606" fmla="*/ 1351958 h 6858000"/>
              <a:gd name="connsiteX607" fmla="*/ 1431890 w 7467600"/>
              <a:gd name="connsiteY607" fmla="*/ 1306475 h 6858000"/>
              <a:gd name="connsiteX608" fmla="*/ 1507597 w 7467600"/>
              <a:gd name="connsiteY608" fmla="*/ 1446132 h 6858000"/>
              <a:gd name="connsiteX609" fmla="*/ 1674586 w 7467600"/>
              <a:gd name="connsiteY609" fmla="*/ 1813832 h 6858000"/>
              <a:gd name="connsiteX610" fmla="*/ 1815950 w 7467600"/>
              <a:gd name="connsiteY610" fmla="*/ 2128564 h 6858000"/>
              <a:gd name="connsiteX611" fmla="*/ 1984242 w 7467600"/>
              <a:gd name="connsiteY611" fmla="*/ 2430829 h 6858000"/>
              <a:gd name="connsiteX612" fmla="*/ 2014023 w 7467600"/>
              <a:gd name="connsiteY612" fmla="*/ 2450995 h 6858000"/>
              <a:gd name="connsiteX613" fmla="*/ 1747337 w 7467600"/>
              <a:gd name="connsiteY613" fmla="*/ 1855264 h 6858000"/>
              <a:gd name="connsiteX614" fmla="*/ 1533749 w 7467600"/>
              <a:gd name="connsiteY614" fmla="*/ 1478656 h 6858000"/>
              <a:gd name="connsiteX615" fmla="*/ 1431890 w 7467600"/>
              <a:gd name="connsiteY615" fmla="*/ 1306475 h 6858000"/>
              <a:gd name="connsiteX616" fmla="*/ 5052692 w 7467600"/>
              <a:gd name="connsiteY616" fmla="*/ 1292994 h 6858000"/>
              <a:gd name="connsiteX617" fmla="*/ 5200661 w 7467600"/>
              <a:gd name="connsiteY617" fmla="*/ 1635186 h 6858000"/>
              <a:gd name="connsiteX618" fmla="*/ 5297138 w 7467600"/>
              <a:gd name="connsiteY618" fmla="*/ 1906351 h 6858000"/>
              <a:gd name="connsiteX619" fmla="*/ 5052692 w 7467600"/>
              <a:gd name="connsiteY619" fmla="*/ 1292994 h 6858000"/>
              <a:gd name="connsiteX620" fmla="*/ 5009948 w 7467600"/>
              <a:gd name="connsiteY620" fmla="*/ 1273619 h 6858000"/>
              <a:gd name="connsiteX621" fmla="*/ 5121777 w 7467600"/>
              <a:gd name="connsiteY621" fmla="*/ 1654213 h 6858000"/>
              <a:gd name="connsiteX622" fmla="*/ 5293545 w 7467600"/>
              <a:gd name="connsiteY622" fmla="*/ 2072247 h 6858000"/>
              <a:gd name="connsiteX623" fmla="*/ 5294042 w 7467600"/>
              <a:gd name="connsiteY623" fmla="*/ 2065019 h 6858000"/>
              <a:gd name="connsiteX624" fmla="*/ 5171936 w 7467600"/>
              <a:gd name="connsiteY624" fmla="*/ 1647613 h 6858000"/>
              <a:gd name="connsiteX625" fmla="*/ 5009948 w 7467600"/>
              <a:gd name="connsiteY625" fmla="*/ 1273619 h 6858000"/>
              <a:gd name="connsiteX626" fmla="*/ 655236 w 7467600"/>
              <a:gd name="connsiteY626" fmla="*/ 1268632 h 6858000"/>
              <a:gd name="connsiteX627" fmla="*/ 839521 w 7467600"/>
              <a:gd name="connsiteY627" fmla="*/ 1685315 h 6858000"/>
              <a:gd name="connsiteX628" fmla="*/ 1109416 w 7467600"/>
              <a:gd name="connsiteY628" fmla="*/ 2061663 h 6858000"/>
              <a:gd name="connsiteX629" fmla="*/ 1298300 w 7467600"/>
              <a:gd name="connsiteY629" fmla="*/ 2247742 h 6858000"/>
              <a:gd name="connsiteX630" fmla="*/ 1125871 w 7467600"/>
              <a:gd name="connsiteY630" fmla="*/ 1989513 h 6858000"/>
              <a:gd name="connsiteX631" fmla="*/ 981574 w 7467600"/>
              <a:gd name="connsiteY631" fmla="*/ 1783157 h 6858000"/>
              <a:gd name="connsiteX632" fmla="*/ 922198 w 7467600"/>
              <a:gd name="connsiteY632" fmla="*/ 1677437 h 6858000"/>
              <a:gd name="connsiteX633" fmla="*/ 869293 w 7467600"/>
              <a:gd name="connsiteY633" fmla="*/ 1583214 h 6858000"/>
              <a:gd name="connsiteX634" fmla="*/ 751431 w 7467600"/>
              <a:gd name="connsiteY634" fmla="*/ 1405731 h 6858000"/>
              <a:gd name="connsiteX635" fmla="*/ 655236 w 7467600"/>
              <a:gd name="connsiteY635" fmla="*/ 1268632 h 6858000"/>
              <a:gd name="connsiteX636" fmla="*/ 6516292 w 7467600"/>
              <a:gd name="connsiteY636" fmla="*/ 1263064 h 6858000"/>
              <a:gd name="connsiteX637" fmla="*/ 5736320 w 7467600"/>
              <a:gd name="connsiteY637" fmla="*/ 1501803 h 6858000"/>
              <a:gd name="connsiteX638" fmla="*/ 6516292 w 7467600"/>
              <a:gd name="connsiteY638" fmla="*/ 1263064 h 6858000"/>
              <a:gd name="connsiteX639" fmla="*/ 291466 w 7467600"/>
              <a:gd name="connsiteY639" fmla="*/ 1250369 h 6858000"/>
              <a:gd name="connsiteX640" fmla="*/ 323180 w 7467600"/>
              <a:gd name="connsiteY640" fmla="*/ 1435283 h 6858000"/>
              <a:gd name="connsiteX641" fmla="*/ 349381 w 7467600"/>
              <a:gd name="connsiteY641" fmla="*/ 1875041 h 6858000"/>
              <a:gd name="connsiteX642" fmla="*/ 374363 w 7467600"/>
              <a:gd name="connsiteY642" fmla="*/ 1506494 h 6858000"/>
              <a:gd name="connsiteX643" fmla="*/ 302168 w 7467600"/>
              <a:gd name="connsiteY643" fmla="*/ 1274495 h 6858000"/>
              <a:gd name="connsiteX644" fmla="*/ 291466 w 7467600"/>
              <a:gd name="connsiteY644" fmla="*/ 1250369 h 6858000"/>
              <a:gd name="connsiteX645" fmla="*/ 678222 w 7467600"/>
              <a:gd name="connsiteY645" fmla="*/ 1248670 h 6858000"/>
              <a:gd name="connsiteX646" fmla="*/ 775536 w 7467600"/>
              <a:gd name="connsiteY646" fmla="*/ 1388015 h 6858000"/>
              <a:gd name="connsiteX647" fmla="*/ 894529 w 7467600"/>
              <a:gd name="connsiteY647" fmla="*/ 1567739 h 6858000"/>
              <a:gd name="connsiteX648" fmla="*/ 948000 w 7467600"/>
              <a:gd name="connsiteY648" fmla="*/ 1663088 h 6858000"/>
              <a:gd name="connsiteX649" fmla="*/ 1006812 w 7467600"/>
              <a:gd name="connsiteY649" fmla="*/ 1767683 h 6858000"/>
              <a:gd name="connsiteX650" fmla="*/ 1149133 w 7467600"/>
              <a:gd name="connsiteY650" fmla="*/ 1971513 h 6858000"/>
              <a:gd name="connsiteX651" fmla="*/ 1333952 w 7467600"/>
              <a:gd name="connsiteY651" fmla="*/ 2251620 h 6858000"/>
              <a:gd name="connsiteX652" fmla="*/ 1337329 w 7467600"/>
              <a:gd name="connsiteY652" fmla="*/ 2258350 h 6858000"/>
              <a:gd name="connsiteX653" fmla="*/ 1014726 w 7467600"/>
              <a:gd name="connsiteY653" fmla="*/ 1615556 h 6858000"/>
              <a:gd name="connsiteX654" fmla="*/ 678222 w 7467600"/>
              <a:gd name="connsiteY654" fmla="*/ 1248670 h 6858000"/>
              <a:gd name="connsiteX655" fmla="*/ 6691602 w 7467600"/>
              <a:gd name="connsiteY655" fmla="*/ 1140573 h 6858000"/>
              <a:gd name="connsiteX656" fmla="*/ 6571100 w 7467600"/>
              <a:gd name="connsiteY656" fmla="*/ 1183662 h 6858000"/>
              <a:gd name="connsiteX657" fmla="*/ 6241687 w 7467600"/>
              <a:gd name="connsiteY657" fmla="*/ 1257600 h 6858000"/>
              <a:gd name="connsiteX658" fmla="*/ 5693009 w 7467600"/>
              <a:gd name="connsiteY658" fmla="*/ 1478256 h 6858000"/>
              <a:gd name="connsiteX659" fmla="*/ 6548420 w 7467600"/>
              <a:gd name="connsiteY659" fmla="*/ 1214599 h 6858000"/>
              <a:gd name="connsiteX660" fmla="*/ 6605473 w 7467600"/>
              <a:gd name="connsiteY660" fmla="*/ 1184686 h 6858000"/>
              <a:gd name="connsiteX661" fmla="*/ 6691602 w 7467600"/>
              <a:gd name="connsiteY661" fmla="*/ 1140573 h 6858000"/>
              <a:gd name="connsiteX662" fmla="*/ 4002475 w 7467600"/>
              <a:gd name="connsiteY662" fmla="*/ 1037802 h 6858000"/>
              <a:gd name="connsiteX663" fmla="*/ 4000324 w 7467600"/>
              <a:gd name="connsiteY663" fmla="*/ 1039362 h 6858000"/>
              <a:gd name="connsiteX664" fmla="*/ 4002862 w 7467600"/>
              <a:gd name="connsiteY664" fmla="*/ 1042866 h 6858000"/>
              <a:gd name="connsiteX665" fmla="*/ 4002475 w 7467600"/>
              <a:gd name="connsiteY665" fmla="*/ 1037802 h 6858000"/>
              <a:gd name="connsiteX666" fmla="*/ 506322 w 7467600"/>
              <a:gd name="connsiteY666" fmla="*/ 1020997 h 6858000"/>
              <a:gd name="connsiteX667" fmla="*/ 533068 w 7467600"/>
              <a:gd name="connsiteY667" fmla="*/ 1029409 h 6858000"/>
              <a:gd name="connsiteX668" fmla="*/ 1232525 w 7467600"/>
              <a:gd name="connsiteY668" fmla="*/ 1804675 h 6858000"/>
              <a:gd name="connsiteX669" fmla="*/ 1388858 w 7467600"/>
              <a:gd name="connsiteY669" fmla="*/ 2368011 h 6858000"/>
              <a:gd name="connsiteX670" fmla="*/ 1384098 w 7467600"/>
              <a:gd name="connsiteY670" fmla="*/ 2378125 h 6858000"/>
              <a:gd name="connsiteX671" fmla="*/ 1425393 w 7467600"/>
              <a:gd name="connsiteY671" fmla="*/ 2589124 h 6858000"/>
              <a:gd name="connsiteX672" fmla="*/ 1424001 w 7467600"/>
              <a:gd name="connsiteY672" fmla="*/ 2597541 h 6858000"/>
              <a:gd name="connsiteX673" fmla="*/ 2152729 w 7467600"/>
              <a:gd name="connsiteY673" fmla="*/ 2864487 h 6858000"/>
              <a:gd name="connsiteX674" fmla="*/ 2020609 w 7467600"/>
              <a:gd name="connsiteY674" fmla="*/ 2539671 h 6858000"/>
              <a:gd name="connsiteX675" fmla="*/ 2018920 w 7467600"/>
              <a:gd name="connsiteY675" fmla="*/ 2536309 h 6858000"/>
              <a:gd name="connsiteX676" fmla="*/ 1342441 w 7467600"/>
              <a:gd name="connsiteY676" fmla="*/ 1173017 h 6858000"/>
              <a:gd name="connsiteX677" fmla="*/ 1367925 w 7467600"/>
              <a:gd name="connsiteY677" fmla="*/ 1135648 h 6858000"/>
              <a:gd name="connsiteX678" fmla="*/ 1771401 w 7467600"/>
              <a:gd name="connsiteY678" fmla="*/ 1806673 h 6858000"/>
              <a:gd name="connsiteX679" fmla="*/ 1972385 w 7467600"/>
              <a:gd name="connsiteY679" fmla="*/ 2198735 h 6858000"/>
              <a:gd name="connsiteX680" fmla="*/ 2040892 w 7467600"/>
              <a:gd name="connsiteY680" fmla="*/ 2405205 h 6858000"/>
              <a:gd name="connsiteX681" fmla="*/ 2131689 w 7467600"/>
              <a:gd name="connsiteY681" fmla="*/ 1936926 h 6858000"/>
              <a:gd name="connsiteX682" fmla="*/ 2454820 w 7467600"/>
              <a:gd name="connsiteY682" fmla="*/ 1248808 h 6858000"/>
              <a:gd name="connsiteX683" fmla="*/ 2492512 w 7467600"/>
              <a:gd name="connsiteY683" fmla="*/ 1302920 h 6858000"/>
              <a:gd name="connsiteX684" fmla="*/ 2081216 w 7467600"/>
              <a:gd name="connsiteY684" fmla="*/ 2527513 h 6858000"/>
              <a:gd name="connsiteX685" fmla="*/ 2081211 w 7467600"/>
              <a:gd name="connsiteY685" fmla="*/ 2528916 h 6858000"/>
              <a:gd name="connsiteX686" fmla="*/ 2199067 w 7467600"/>
              <a:gd name="connsiteY686" fmla="*/ 2884061 h 6858000"/>
              <a:gd name="connsiteX687" fmla="*/ 3192586 w 7467600"/>
              <a:gd name="connsiteY687" fmla="*/ 3411496 h 6858000"/>
              <a:gd name="connsiteX688" fmla="*/ 3182620 w 7467600"/>
              <a:gd name="connsiteY688" fmla="*/ 3483279 h 6858000"/>
              <a:gd name="connsiteX689" fmla="*/ 2435119 w 7467600"/>
              <a:gd name="connsiteY689" fmla="*/ 3080173 h 6858000"/>
              <a:gd name="connsiteX690" fmla="*/ 2410152 w 7467600"/>
              <a:gd name="connsiteY690" fmla="*/ 3063751 h 6858000"/>
              <a:gd name="connsiteX691" fmla="*/ 2408099 w 7467600"/>
              <a:gd name="connsiteY691" fmla="*/ 3064403 h 6858000"/>
              <a:gd name="connsiteX692" fmla="*/ 2407218 w 7467600"/>
              <a:gd name="connsiteY692" fmla="*/ 3070324 h 6858000"/>
              <a:gd name="connsiteX693" fmla="*/ 2380138 w 7467600"/>
              <a:gd name="connsiteY693" fmla="*/ 3099341 h 6858000"/>
              <a:gd name="connsiteX694" fmla="*/ 1765923 w 7467600"/>
              <a:gd name="connsiteY694" fmla="*/ 3581043 h 6858000"/>
              <a:gd name="connsiteX695" fmla="*/ 1702258 w 7467600"/>
              <a:gd name="connsiteY695" fmla="*/ 3612286 h 6858000"/>
              <a:gd name="connsiteX696" fmla="*/ 1538370 w 7467600"/>
              <a:gd name="connsiteY696" fmla="*/ 3811804 h 6858000"/>
              <a:gd name="connsiteX697" fmla="*/ 542867 w 7467600"/>
              <a:gd name="connsiteY697" fmla="*/ 4944092 h 6858000"/>
              <a:gd name="connsiteX698" fmla="*/ 515800 w 7467600"/>
              <a:gd name="connsiteY698" fmla="*/ 4862180 h 6858000"/>
              <a:gd name="connsiteX699" fmla="*/ 909145 w 7467600"/>
              <a:gd name="connsiteY699" fmla="*/ 4199225 h 6858000"/>
              <a:gd name="connsiteX700" fmla="*/ 1214067 w 7467600"/>
              <a:gd name="connsiteY700" fmla="*/ 3908561 h 6858000"/>
              <a:gd name="connsiteX701" fmla="*/ 640967 w 7467600"/>
              <a:gd name="connsiteY701" fmla="*/ 4105601 h 6858000"/>
              <a:gd name="connsiteX702" fmla="*/ 112563 w 7467600"/>
              <a:gd name="connsiteY702" fmla="*/ 4396952 h 6858000"/>
              <a:gd name="connsiteX703" fmla="*/ 0 w 7467600"/>
              <a:gd name="connsiteY703" fmla="*/ 4466006 h 6858000"/>
              <a:gd name="connsiteX704" fmla="*/ 0 w 7467600"/>
              <a:gd name="connsiteY704" fmla="*/ 4233763 h 6858000"/>
              <a:gd name="connsiteX705" fmla="*/ 36881 w 7467600"/>
              <a:gd name="connsiteY705" fmla="*/ 4200118 h 6858000"/>
              <a:gd name="connsiteX706" fmla="*/ 910534 w 7467600"/>
              <a:gd name="connsiteY706" fmla="*/ 3629753 h 6858000"/>
              <a:gd name="connsiteX707" fmla="*/ 1578717 w 7467600"/>
              <a:gd name="connsiteY707" fmla="*/ 3575982 h 6858000"/>
              <a:gd name="connsiteX708" fmla="*/ 2338780 w 7467600"/>
              <a:gd name="connsiteY708" fmla="*/ 3033725 h 6858000"/>
              <a:gd name="connsiteX709" fmla="*/ 1807991 w 7467600"/>
              <a:gd name="connsiteY709" fmla="*/ 2807184 h 6858000"/>
              <a:gd name="connsiteX710" fmla="*/ 1416358 w 7467600"/>
              <a:gd name="connsiteY710" fmla="*/ 3112571 h 6858000"/>
              <a:gd name="connsiteX711" fmla="*/ 939066 w 7467600"/>
              <a:gd name="connsiteY711" fmla="*/ 3378798 h 6858000"/>
              <a:gd name="connsiteX712" fmla="*/ 115099 w 7467600"/>
              <a:gd name="connsiteY712" fmla="*/ 3607650 h 6858000"/>
              <a:gd name="connsiteX713" fmla="*/ 97284 w 7467600"/>
              <a:gd name="connsiteY713" fmla="*/ 3520393 h 6858000"/>
              <a:gd name="connsiteX714" fmla="*/ 922050 w 7467600"/>
              <a:gd name="connsiteY714" fmla="*/ 3074867 h 6858000"/>
              <a:gd name="connsiteX715" fmla="*/ 1405265 w 7467600"/>
              <a:gd name="connsiteY715" fmla="*/ 3016319 h 6858000"/>
              <a:gd name="connsiteX716" fmla="*/ 1407512 w 7467600"/>
              <a:gd name="connsiteY716" fmla="*/ 3018001 h 6858000"/>
              <a:gd name="connsiteX717" fmla="*/ 1726266 w 7467600"/>
              <a:gd name="connsiteY717" fmla="*/ 2777274 h 6858000"/>
              <a:gd name="connsiteX718" fmla="*/ 625390 w 7467600"/>
              <a:gd name="connsiteY718" fmla="*/ 2514541 h 6858000"/>
              <a:gd name="connsiteX719" fmla="*/ 619799 w 7467600"/>
              <a:gd name="connsiteY719" fmla="*/ 2527180 h 6858000"/>
              <a:gd name="connsiteX720" fmla="*/ 310030 w 7467600"/>
              <a:gd name="connsiteY720" fmla="*/ 2771818 h 6858000"/>
              <a:gd name="connsiteX721" fmla="*/ 173877 w 7467600"/>
              <a:gd name="connsiteY721" fmla="*/ 2937056 h 6858000"/>
              <a:gd name="connsiteX722" fmla="*/ 77889 w 7467600"/>
              <a:gd name="connsiteY722" fmla="*/ 3138440 h 6858000"/>
              <a:gd name="connsiteX723" fmla="*/ 0 w 7467600"/>
              <a:gd name="connsiteY723" fmla="*/ 3271395 h 6858000"/>
              <a:gd name="connsiteX724" fmla="*/ 0 w 7467600"/>
              <a:gd name="connsiteY724" fmla="*/ 3153002 h 6858000"/>
              <a:gd name="connsiteX725" fmla="*/ 2386 w 7467600"/>
              <a:gd name="connsiteY725" fmla="*/ 3149203 h 6858000"/>
              <a:gd name="connsiteX726" fmla="*/ 89753 w 7467600"/>
              <a:gd name="connsiteY726" fmla="*/ 2987702 h 6858000"/>
              <a:gd name="connsiteX727" fmla="*/ 76869 w 7467600"/>
              <a:gd name="connsiteY727" fmla="*/ 3005404 h 6858000"/>
              <a:gd name="connsiteX728" fmla="*/ 32049 w 7467600"/>
              <a:gd name="connsiteY728" fmla="*/ 3065814 h 6858000"/>
              <a:gd name="connsiteX729" fmla="*/ 0 w 7467600"/>
              <a:gd name="connsiteY729" fmla="*/ 3108744 h 6858000"/>
              <a:gd name="connsiteX730" fmla="*/ 0 w 7467600"/>
              <a:gd name="connsiteY730" fmla="*/ 3058059 h 6858000"/>
              <a:gd name="connsiteX731" fmla="*/ 7610 w 7467600"/>
              <a:gd name="connsiteY731" fmla="*/ 3047889 h 6858000"/>
              <a:gd name="connsiteX732" fmla="*/ 52419 w 7467600"/>
              <a:gd name="connsiteY732" fmla="*/ 2987479 h 6858000"/>
              <a:gd name="connsiteX733" fmla="*/ 59142 w 7467600"/>
              <a:gd name="connsiteY733" fmla="*/ 2978488 h 6858000"/>
              <a:gd name="connsiteX734" fmla="*/ 0 w 7467600"/>
              <a:gd name="connsiteY734" fmla="*/ 3015334 h 6858000"/>
              <a:gd name="connsiteX735" fmla="*/ 0 w 7467600"/>
              <a:gd name="connsiteY735" fmla="*/ 2914286 h 6858000"/>
              <a:gd name="connsiteX736" fmla="*/ 36383 w 7467600"/>
              <a:gd name="connsiteY736" fmla="*/ 2901128 h 6858000"/>
              <a:gd name="connsiteX737" fmla="*/ 156329 w 7467600"/>
              <a:gd name="connsiteY737" fmla="*/ 2840533 h 6858000"/>
              <a:gd name="connsiteX738" fmla="*/ 358355 w 7467600"/>
              <a:gd name="connsiteY738" fmla="*/ 2620471 h 6858000"/>
              <a:gd name="connsiteX739" fmla="*/ 510577 w 7467600"/>
              <a:gd name="connsiteY739" fmla="*/ 2501244 h 6858000"/>
              <a:gd name="connsiteX740" fmla="*/ 211967 w 7467600"/>
              <a:gd name="connsiteY740" fmla="*/ 2479171 h 6858000"/>
              <a:gd name="connsiteX741" fmla="*/ 0 w 7467600"/>
              <a:gd name="connsiteY741" fmla="*/ 2476398 h 6858000"/>
              <a:gd name="connsiteX742" fmla="*/ 0 w 7467600"/>
              <a:gd name="connsiteY742" fmla="*/ 2389189 h 6858000"/>
              <a:gd name="connsiteX743" fmla="*/ 103062 w 7467600"/>
              <a:gd name="connsiteY743" fmla="*/ 2389518 h 6858000"/>
              <a:gd name="connsiteX744" fmla="*/ 510734 w 7467600"/>
              <a:gd name="connsiteY744" fmla="*/ 2416201 h 6858000"/>
              <a:gd name="connsiteX745" fmla="*/ 279257 w 7467600"/>
              <a:gd name="connsiteY745" fmla="*/ 2092102 h 6858000"/>
              <a:gd name="connsiteX746" fmla="*/ 65265 w 7467600"/>
              <a:gd name="connsiteY746" fmla="*/ 2006049 h 6858000"/>
              <a:gd name="connsiteX747" fmla="*/ 0 w 7467600"/>
              <a:gd name="connsiteY747" fmla="*/ 1982532 h 6858000"/>
              <a:gd name="connsiteX748" fmla="*/ 0 w 7467600"/>
              <a:gd name="connsiteY748" fmla="*/ 1912789 h 6858000"/>
              <a:gd name="connsiteX749" fmla="*/ 97460 w 7467600"/>
              <a:gd name="connsiteY749" fmla="*/ 1953725 h 6858000"/>
              <a:gd name="connsiteX750" fmla="*/ 221272 w 7467600"/>
              <a:gd name="connsiteY750" fmla="*/ 1980766 h 6858000"/>
              <a:gd name="connsiteX751" fmla="*/ 116765 w 7467600"/>
              <a:gd name="connsiteY751" fmla="*/ 1911033 h 6858000"/>
              <a:gd name="connsiteX752" fmla="*/ 16405 w 7467600"/>
              <a:gd name="connsiteY752" fmla="*/ 1803412 h 6858000"/>
              <a:gd name="connsiteX753" fmla="*/ 0 w 7467600"/>
              <a:gd name="connsiteY753" fmla="*/ 1784777 h 6858000"/>
              <a:gd name="connsiteX754" fmla="*/ 0 w 7467600"/>
              <a:gd name="connsiteY754" fmla="*/ 1740082 h 6858000"/>
              <a:gd name="connsiteX755" fmla="*/ 39394 w 7467600"/>
              <a:gd name="connsiteY755" fmla="*/ 1784856 h 6858000"/>
              <a:gd name="connsiteX756" fmla="*/ 135813 w 7467600"/>
              <a:gd name="connsiteY756" fmla="*/ 1888838 h 6858000"/>
              <a:gd name="connsiteX757" fmla="*/ 242575 w 7467600"/>
              <a:gd name="connsiteY757" fmla="*/ 1958841 h 6858000"/>
              <a:gd name="connsiteX758" fmla="*/ 82197 w 7467600"/>
              <a:gd name="connsiteY758" fmla="*/ 1754826 h 6858000"/>
              <a:gd name="connsiteX759" fmla="*/ 0 w 7467600"/>
              <a:gd name="connsiteY759" fmla="*/ 1679650 h 6858000"/>
              <a:gd name="connsiteX760" fmla="*/ 0 w 7467600"/>
              <a:gd name="connsiteY760" fmla="*/ 1602463 h 6858000"/>
              <a:gd name="connsiteX761" fmla="*/ 84689 w 7467600"/>
              <a:gd name="connsiteY761" fmla="*/ 1677442 h 6858000"/>
              <a:gd name="connsiteX762" fmla="*/ 298437 w 7467600"/>
              <a:gd name="connsiteY762" fmla="*/ 1968019 h 6858000"/>
              <a:gd name="connsiteX763" fmla="*/ 227269 w 7467600"/>
              <a:gd name="connsiteY763" fmla="*/ 1114064 h 6858000"/>
              <a:gd name="connsiteX764" fmla="*/ 248003 w 7467600"/>
              <a:gd name="connsiteY764" fmla="*/ 1089613 h 6858000"/>
              <a:gd name="connsiteX765" fmla="*/ 427020 w 7467600"/>
              <a:gd name="connsiteY765" fmla="*/ 1619803 h 6858000"/>
              <a:gd name="connsiteX766" fmla="*/ 340345 w 7467600"/>
              <a:gd name="connsiteY766" fmla="*/ 2027739 h 6858000"/>
              <a:gd name="connsiteX767" fmla="*/ 360865 w 7467600"/>
              <a:gd name="connsiteY767" fmla="*/ 2044827 h 6858000"/>
              <a:gd name="connsiteX768" fmla="*/ 560414 w 7467600"/>
              <a:gd name="connsiteY768" fmla="*/ 2421457 h 6858000"/>
              <a:gd name="connsiteX769" fmla="*/ 1359703 w 7467600"/>
              <a:gd name="connsiteY769" fmla="*/ 2578554 h 6858000"/>
              <a:gd name="connsiteX770" fmla="*/ 1359422 w 7467600"/>
              <a:gd name="connsiteY770" fmla="*/ 2577994 h 6858000"/>
              <a:gd name="connsiteX771" fmla="*/ 828701 w 7467600"/>
              <a:gd name="connsiteY771" fmla="*/ 1839520 h 6858000"/>
              <a:gd name="connsiteX772" fmla="*/ 494427 w 7467600"/>
              <a:gd name="connsiteY772" fmla="*/ 1092333 h 6858000"/>
              <a:gd name="connsiteX773" fmla="*/ 506322 w 7467600"/>
              <a:gd name="connsiteY773" fmla="*/ 1020997 h 6858000"/>
              <a:gd name="connsiteX774" fmla="*/ 4570198 w 7467600"/>
              <a:gd name="connsiteY774" fmla="*/ 978081 h 6858000"/>
              <a:gd name="connsiteX775" fmla="*/ 4523691 w 7467600"/>
              <a:gd name="connsiteY775" fmla="*/ 1127776 h 6858000"/>
              <a:gd name="connsiteX776" fmla="*/ 4509875 w 7467600"/>
              <a:gd name="connsiteY776" fmla="*/ 1167552 h 6858000"/>
              <a:gd name="connsiteX777" fmla="*/ 4478168 w 7467600"/>
              <a:gd name="connsiteY777" fmla="*/ 1260735 h 6858000"/>
              <a:gd name="connsiteX778" fmla="*/ 4409309 w 7467600"/>
              <a:gd name="connsiteY778" fmla="*/ 1666996 h 6858000"/>
              <a:gd name="connsiteX779" fmla="*/ 4370031 w 7467600"/>
              <a:gd name="connsiteY779" fmla="*/ 1955666 h 6858000"/>
              <a:gd name="connsiteX780" fmla="*/ 4570198 w 7467600"/>
              <a:gd name="connsiteY780" fmla="*/ 978081 h 6858000"/>
              <a:gd name="connsiteX781" fmla="*/ 4557898 w 7467600"/>
              <a:gd name="connsiteY781" fmla="*/ 900011 h 6858000"/>
              <a:gd name="connsiteX782" fmla="*/ 4344840 w 7467600"/>
              <a:gd name="connsiteY782" fmla="*/ 1922038 h 6858000"/>
              <a:gd name="connsiteX783" fmla="*/ 4378710 w 7467600"/>
              <a:gd name="connsiteY783" fmla="*/ 1665516 h 6858000"/>
              <a:gd name="connsiteX784" fmla="*/ 4448798 w 7467600"/>
              <a:gd name="connsiteY784" fmla="*/ 1253024 h 6858000"/>
              <a:gd name="connsiteX785" fmla="*/ 4480315 w 7467600"/>
              <a:gd name="connsiteY785" fmla="*/ 1158454 h 6858000"/>
              <a:gd name="connsiteX786" fmla="*/ 4494133 w 7467600"/>
              <a:gd name="connsiteY786" fmla="*/ 1118676 h 6858000"/>
              <a:gd name="connsiteX787" fmla="*/ 4557898 w 7467600"/>
              <a:gd name="connsiteY787" fmla="*/ 900011 h 6858000"/>
              <a:gd name="connsiteX788" fmla="*/ 5870151 w 7467600"/>
              <a:gd name="connsiteY788" fmla="*/ 898890 h 6858000"/>
              <a:gd name="connsiteX789" fmla="*/ 5861335 w 7467600"/>
              <a:gd name="connsiteY789" fmla="*/ 899177 h 6858000"/>
              <a:gd name="connsiteX790" fmla="*/ 5843702 w 7467600"/>
              <a:gd name="connsiteY790" fmla="*/ 899748 h 6858000"/>
              <a:gd name="connsiteX791" fmla="*/ 5651107 w 7467600"/>
              <a:gd name="connsiteY791" fmla="*/ 920306 h 6858000"/>
              <a:gd name="connsiteX792" fmla="*/ 5459407 w 7467600"/>
              <a:gd name="connsiteY792" fmla="*/ 940975 h 6858000"/>
              <a:gd name="connsiteX793" fmla="*/ 5374846 w 7467600"/>
              <a:gd name="connsiteY793" fmla="*/ 941988 h 6858000"/>
              <a:gd name="connsiteX794" fmla="*/ 5256105 w 7467600"/>
              <a:gd name="connsiteY794" fmla="*/ 945632 h 6858000"/>
              <a:gd name="connsiteX795" fmla="*/ 5107071 w 7467600"/>
              <a:gd name="connsiteY795" fmla="*/ 969720 h 6858000"/>
              <a:gd name="connsiteX796" fmla="*/ 4998681 w 7467600"/>
              <a:gd name="connsiteY796" fmla="*/ 988771 h 6858000"/>
              <a:gd name="connsiteX797" fmla="*/ 5870151 w 7467600"/>
              <a:gd name="connsiteY797" fmla="*/ 898890 h 6858000"/>
              <a:gd name="connsiteX798" fmla="*/ 5504425 w 7467600"/>
              <a:gd name="connsiteY798" fmla="*/ 848067 h 6858000"/>
              <a:gd name="connsiteX799" fmla="*/ 4968849 w 7467600"/>
              <a:gd name="connsiteY799" fmla="*/ 962318 h 6858000"/>
              <a:gd name="connsiteX800" fmla="*/ 5104039 w 7467600"/>
              <a:gd name="connsiteY800" fmla="*/ 940634 h 6858000"/>
              <a:gd name="connsiteX801" fmla="*/ 5256311 w 7467600"/>
              <a:gd name="connsiteY801" fmla="*/ 916490 h 6858000"/>
              <a:gd name="connsiteX802" fmla="*/ 5377381 w 7467600"/>
              <a:gd name="connsiteY802" fmla="*/ 912671 h 6858000"/>
              <a:gd name="connsiteX803" fmla="*/ 5460148 w 7467600"/>
              <a:gd name="connsiteY803" fmla="*/ 911442 h 6858000"/>
              <a:gd name="connsiteX804" fmla="*/ 5648971 w 7467600"/>
              <a:gd name="connsiteY804" fmla="*/ 891331 h 6858000"/>
              <a:gd name="connsiteX805" fmla="*/ 5844807 w 7467600"/>
              <a:gd name="connsiteY805" fmla="*/ 870718 h 6858000"/>
              <a:gd name="connsiteX806" fmla="*/ 5862975 w 7467600"/>
              <a:gd name="connsiteY806" fmla="*/ 869756 h 6858000"/>
              <a:gd name="connsiteX807" fmla="*/ 5920887 w 7467600"/>
              <a:gd name="connsiteY807" fmla="*/ 865929 h 6858000"/>
              <a:gd name="connsiteX808" fmla="*/ 5504425 w 7467600"/>
              <a:gd name="connsiteY808" fmla="*/ 848067 h 6858000"/>
              <a:gd name="connsiteX809" fmla="*/ 3607114 w 7467600"/>
              <a:gd name="connsiteY809" fmla="*/ 467441 h 6858000"/>
              <a:gd name="connsiteX810" fmla="*/ 3296242 w 7467600"/>
              <a:gd name="connsiteY810" fmla="*/ 807991 h 6858000"/>
              <a:gd name="connsiteX811" fmla="*/ 3174674 w 7467600"/>
              <a:gd name="connsiteY811" fmla="*/ 919759 h 6858000"/>
              <a:gd name="connsiteX812" fmla="*/ 3042978 w 7467600"/>
              <a:gd name="connsiteY812" fmla="*/ 1054894 h 6858000"/>
              <a:gd name="connsiteX813" fmla="*/ 2968914 w 7467600"/>
              <a:gd name="connsiteY813" fmla="*/ 1133756 h 6858000"/>
              <a:gd name="connsiteX814" fmla="*/ 3103823 w 7467600"/>
              <a:gd name="connsiteY814" fmla="*/ 1026814 h 6858000"/>
              <a:gd name="connsiteX815" fmla="*/ 3607114 w 7467600"/>
              <a:gd name="connsiteY815" fmla="*/ 467441 h 6858000"/>
              <a:gd name="connsiteX816" fmla="*/ 3744487 w 7467600"/>
              <a:gd name="connsiteY816" fmla="*/ 383136 h 6858000"/>
              <a:gd name="connsiteX817" fmla="*/ 3970213 w 7467600"/>
              <a:gd name="connsiteY817" fmla="*/ 995559 h 6858000"/>
              <a:gd name="connsiteX818" fmla="*/ 3744487 w 7467600"/>
              <a:gd name="connsiteY818" fmla="*/ 383136 h 6858000"/>
              <a:gd name="connsiteX819" fmla="*/ 3624562 w 7467600"/>
              <a:gd name="connsiteY819" fmla="*/ 367041 h 6858000"/>
              <a:gd name="connsiteX820" fmla="*/ 3489712 w 7467600"/>
              <a:gd name="connsiteY820" fmla="*/ 485386 h 6858000"/>
              <a:gd name="connsiteX821" fmla="*/ 3182994 w 7467600"/>
              <a:gd name="connsiteY821" fmla="*/ 828265 h 6858000"/>
              <a:gd name="connsiteX822" fmla="*/ 2892114 w 7467600"/>
              <a:gd name="connsiteY822" fmla="*/ 1172635 h 6858000"/>
              <a:gd name="connsiteX823" fmla="*/ 3021459 w 7467600"/>
              <a:gd name="connsiteY823" fmla="*/ 1035385 h 6858000"/>
              <a:gd name="connsiteX824" fmla="*/ 3153873 w 7467600"/>
              <a:gd name="connsiteY824" fmla="*/ 898971 h 6858000"/>
              <a:gd name="connsiteX825" fmla="*/ 3276511 w 7467600"/>
              <a:gd name="connsiteY825" fmla="*/ 786423 h 6858000"/>
              <a:gd name="connsiteX826" fmla="*/ 3584154 w 7467600"/>
              <a:gd name="connsiteY826" fmla="*/ 448218 h 6858000"/>
              <a:gd name="connsiteX827" fmla="*/ 3624562 w 7467600"/>
              <a:gd name="connsiteY827" fmla="*/ 367041 h 6858000"/>
              <a:gd name="connsiteX828" fmla="*/ 3766672 w 7467600"/>
              <a:gd name="connsiteY828" fmla="*/ 359429 h 6858000"/>
              <a:gd name="connsiteX829" fmla="*/ 3996338 w 7467600"/>
              <a:gd name="connsiteY829" fmla="*/ 968237 h 6858000"/>
              <a:gd name="connsiteX830" fmla="*/ 3766672 w 7467600"/>
              <a:gd name="connsiteY830" fmla="*/ 359429 h 6858000"/>
              <a:gd name="connsiteX831" fmla="*/ 5805386 w 7467600"/>
              <a:gd name="connsiteY831" fmla="*/ 239240 h 6858000"/>
              <a:gd name="connsiteX832" fmla="*/ 5736947 w 7467600"/>
              <a:gd name="connsiteY832" fmla="*/ 261367 h 6858000"/>
              <a:gd name="connsiteX833" fmla="*/ 5427012 w 7467600"/>
              <a:gd name="connsiteY833" fmla="*/ 311272 h 6858000"/>
              <a:gd name="connsiteX834" fmla="*/ 5147818 w 7467600"/>
              <a:gd name="connsiteY834" fmla="*/ 322112 h 6858000"/>
              <a:gd name="connsiteX835" fmla="*/ 5060854 w 7467600"/>
              <a:gd name="connsiteY835" fmla="*/ 311882 h 6858000"/>
              <a:gd name="connsiteX836" fmla="*/ 4945989 w 7467600"/>
              <a:gd name="connsiteY836" fmla="*/ 300516 h 6858000"/>
              <a:gd name="connsiteX837" fmla="*/ 5410479 w 7467600"/>
              <a:gd name="connsiteY837" fmla="*/ 348434 h 6858000"/>
              <a:gd name="connsiteX838" fmla="*/ 5805386 w 7467600"/>
              <a:gd name="connsiteY838" fmla="*/ 239240 h 6858000"/>
              <a:gd name="connsiteX839" fmla="*/ 5905192 w 7467600"/>
              <a:gd name="connsiteY839" fmla="*/ 163079 h 6858000"/>
              <a:gd name="connsiteX840" fmla="*/ 5865655 w 7467600"/>
              <a:gd name="connsiteY840" fmla="*/ 171901 h 6858000"/>
              <a:gd name="connsiteX841" fmla="*/ 5259740 w 7467600"/>
              <a:gd name="connsiteY841" fmla="*/ 257013 h 6858000"/>
              <a:gd name="connsiteX842" fmla="*/ 5208466 w 7467600"/>
              <a:gd name="connsiteY842" fmla="*/ 257550 h 6858000"/>
              <a:gd name="connsiteX843" fmla="*/ 4980204 w 7467600"/>
              <a:gd name="connsiteY843" fmla="*/ 271903 h 6858000"/>
              <a:gd name="connsiteX844" fmla="*/ 5068068 w 7467600"/>
              <a:gd name="connsiteY844" fmla="*/ 282244 h 6858000"/>
              <a:gd name="connsiteX845" fmla="*/ 5153231 w 7467600"/>
              <a:gd name="connsiteY845" fmla="*/ 292240 h 6858000"/>
              <a:gd name="connsiteX846" fmla="*/ 5426491 w 7467600"/>
              <a:gd name="connsiteY846" fmla="*/ 281128 h 6858000"/>
              <a:gd name="connsiteX847" fmla="*/ 5731212 w 7467600"/>
              <a:gd name="connsiteY847" fmla="*/ 231951 h 6858000"/>
              <a:gd name="connsiteX848" fmla="*/ 5905192 w 7467600"/>
              <a:gd name="connsiteY848" fmla="*/ 163079 h 6858000"/>
              <a:gd name="connsiteX849" fmla="*/ 5944437 w 7467600"/>
              <a:gd name="connsiteY849" fmla="*/ 113829 h 6858000"/>
              <a:gd name="connsiteX850" fmla="*/ 5825032 w 7467600"/>
              <a:gd name="connsiteY850" fmla="*/ 146405 h 6858000"/>
              <a:gd name="connsiteX851" fmla="*/ 4955599 w 7467600"/>
              <a:gd name="connsiteY851" fmla="*/ 247008 h 6858000"/>
              <a:gd name="connsiteX852" fmla="*/ 5210104 w 7467600"/>
              <a:gd name="connsiteY852" fmla="*/ 228123 h 6858000"/>
              <a:gd name="connsiteX853" fmla="*/ 5261015 w 7467600"/>
              <a:gd name="connsiteY853" fmla="*/ 227087 h 6858000"/>
              <a:gd name="connsiteX854" fmla="*/ 5861181 w 7467600"/>
              <a:gd name="connsiteY854" fmla="*/ 143093 h 6858000"/>
              <a:gd name="connsiteX855" fmla="*/ 5961252 w 7467600"/>
              <a:gd name="connsiteY855" fmla="*/ 114820 h 6858000"/>
              <a:gd name="connsiteX856" fmla="*/ 5944437 w 7467600"/>
              <a:gd name="connsiteY856" fmla="*/ 113829 h 6858000"/>
              <a:gd name="connsiteX857" fmla="*/ 3882765 w 7467600"/>
              <a:gd name="connsiteY857" fmla="*/ 0 h 6858000"/>
              <a:gd name="connsiteX858" fmla="*/ 3995099 w 7467600"/>
              <a:gd name="connsiteY858" fmla="*/ 0 h 6858000"/>
              <a:gd name="connsiteX859" fmla="*/ 4163818 w 7467600"/>
              <a:gd name="connsiteY859" fmla="*/ 234104 h 6858000"/>
              <a:gd name="connsiteX860" fmla="*/ 4172099 w 7467600"/>
              <a:gd name="connsiteY860" fmla="*/ 234207 h 6858000"/>
              <a:gd name="connsiteX861" fmla="*/ 4784282 w 7467600"/>
              <a:gd name="connsiteY861" fmla="*/ 276561 h 6858000"/>
              <a:gd name="connsiteX862" fmla="*/ 4801687 w 7467600"/>
              <a:gd name="connsiteY862" fmla="*/ 267764 h 6858000"/>
              <a:gd name="connsiteX863" fmla="*/ 6082788 w 7467600"/>
              <a:gd name="connsiteY863" fmla="*/ 64119 h 6858000"/>
              <a:gd name="connsiteX864" fmla="*/ 6099442 w 7467600"/>
              <a:gd name="connsiteY864" fmla="*/ 82568 h 6858000"/>
              <a:gd name="connsiteX865" fmla="*/ 4804137 w 7467600"/>
              <a:gd name="connsiteY865" fmla="*/ 320931 h 6858000"/>
              <a:gd name="connsiteX866" fmla="*/ 4227047 w 7467600"/>
              <a:gd name="connsiteY866" fmla="*/ 313415 h 6858000"/>
              <a:gd name="connsiteX867" fmla="*/ 4346041 w 7467600"/>
              <a:gd name="connsiteY867" fmla="*/ 456086 h 6858000"/>
              <a:gd name="connsiteX868" fmla="*/ 4870967 w 7467600"/>
              <a:gd name="connsiteY868" fmla="*/ 963061 h 6858000"/>
              <a:gd name="connsiteX869" fmla="*/ 4889647 w 7467600"/>
              <a:gd name="connsiteY869" fmla="*/ 957147 h 6858000"/>
              <a:gd name="connsiteX870" fmla="*/ 5422504 w 7467600"/>
              <a:gd name="connsiteY870" fmla="*/ 805191 h 6858000"/>
              <a:gd name="connsiteX871" fmla="*/ 6087656 w 7467600"/>
              <a:gd name="connsiteY871" fmla="*/ 826703 h 6858000"/>
              <a:gd name="connsiteX872" fmla="*/ 6058717 w 7467600"/>
              <a:gd name="connsiteY872" fmla="*/ 865992 h 6858000"/>
              <a:gd name="connsiteX873" fmla="*/ 4974153 w 7467600"/>
              <a:gd name="connsiteY873" fmla="*/ 1045456 h 6858000"/>
              <a:gd name="connsiteX874" fmla="*/ 5627835 w 7467600"/>
              <a:gd name="connsiteY874" fmla="*/ 1472077 h 6858000"/>
              <a:gd name="connsiteX875" fmla="*/ 5629817 w 7467600"/>
              <a:gd name="connsiteY875" fmla="*/ 1471412 h 6858000"/>
              <a:gd name="connsiteX876" fmla="*/ 5634124 w 7467600"/>
              <a:gd name="connsiteY876" fmla="*/ 1470572 h 6858000"/>
              <a:gd name="connsiteX877" fmla="*/ 5755832 w 7467600"/>
              <a:gd name="connsiteY877" fmla="*/ 1383886 h 6858000"/>
              <a:gd name="connsiteX878" fmla="*/ 6014186 w 7467600"/>
              <a:gd name="connsiteY878" fmla="*/ 1279799 h 6858000"/>
              <a:gd name="connsiteX879" fmla="*/ 6901619 w 7467600"/>
              <a:gd name="connsiteY879" fmla="*/ 1047874 h 6858000"/>
              <a:gd name="connsiteX880" fmla="*/ 6931566 w 7467600"/>
              <a:gd name="connsiteY880" fmla="*/ 1062034 h 6858000"/>
              <a:gd name="connsiteX881" fmla="*/ 5790982 w 7467600"/>
              <a:gd name="connsiteY881" fmla="*/ 1561380 h 6858000"/>
              <a:gd name="connsiteX882" fmla="*/ 6188971 w 7467600"/>
              <a:gd name="connsiteY882" fmla="*/ 1755168 h 6858000"/>
              <a:gd name="connsiteX883" fmla="*/ 6202446 w 7467600"/>
              <a:gd name="connsiteY883" fmla="*/ 1752268 h 6858000"/>
              <a:gd name="connsiteX884" fmla="*/ 7179560 w 7467600"/>
              <a:gd name="connsiteY884" fmla="*/ 1467551 h 6858000"/>
              <a:gd name="connsiteX885" fmla="*/ 7158730 w 7467600"/>
              <a:gd name="connsiteY885" fmla="*/ 1507835 h 6858000"/>
              <a:gd name="connsiteX886" fmla="*/ 6326959 w 7467600"/>
              <a:gd name="connsiteY886" fmla="*/ 1817686 h 6858000"/>
              <a:gd name="connsiteX887" fmla="*/ 6537433 w 7467600"/>
              <a:gd name="connsiteY887" fmla="*/ 1907790 h 6858000"/>
              <a:gd name="connsiteX888" fmla="*/ 6550221 w 7467600"/>
              <a:gd name="connsiteY888" fmla="*/ 1910729 h 6858000"/>
              <a:gd name="connsiteX889" fmla="*/ 6964438 w 7467600"/>
              <a:gd name="connsiteY889" fmla="*/ 2209505 h 6858000"/>
              <a:gd name="connsiteX890" fmla="*/ 7367862 w 7467600"/>
              <a:gd name="connsiteY890" fmla="*/ 2806833 h 6858000"/>
              <a:gd name="connsiteX891" fmla="*/ 7364329 w 7467600"/>
              <a:gd name="connsiteY891" fmla="*/ 2826907 h 6858000"/>
              <a:gd name="connsiteX892" fmla="*/ 7290545 w 7467600"/>
              <a:gd name="connsiteY892" fmla="*/ 2850663 h 6858000"/>
              <a:gd name="connsiteX893" fmla="*/ 6472036 w 7467600"/>
              <a:gd name="connsiteY893" fmla="*/ 1959003 h 6858000"/>
              <a:gd name="connsiteX894" fmla="*/ 5792897 w 7467600"/>
              <a:gd name="connsiteY894" fmla="*/ 1647747 h 6858000"/>
              <a:gd name="connsiteX895" fmla="*/ 5842751 w 7467600"/>
              <a:gd name="connsiteY895" fmla="*/ 1816112 h 6858000"/>
              <a:gd name="connsiteX896" fmla="*/ 5847424 w 7467600"/>
              <a:gd name="connsiteY896" fmla="*/ 1815776 h 6858000"/>
              <a:gd name="connsiteX897" fmla="*/ 6399821 w 7467600"/>
              <a:gd name="connsiteY897" fmla="*/ 2344799 h 6858000"/>
              <a:gd name="connsiteX898" fmla="*/ 6323232 w 7467600"/>
              <a:gd name="connsiteY898" fmla="*/ 2389634 h 6858000"/>
              <a:gd name="connsiteX899" fmla="*/ 5942958 w 7467600"/>
              <a:gd name="connsiteY899" fmla="*/ 2077708 h 6858000"/>
              <a:gd name="connsiteX900" fmla="*/ 5921559 w 7467600"/>
              <a:gd name="connsiteY900" fmla="*/ 2378596 h 6858000"/>
              <a:gd name="connsiteX901" fmla="*/ 5817651 w 7467600"/>
              <a:gd name="connsiteY901" fmla="*/ 3023919 h 6858000"/>
              <a:gd name="connsiteX902" fmla="*/ 5729634 w 7467600"/>
              <a:gd name="connsiteY902" fmla="*/ 3051849 h 6858000"/>
              <a:gd name="connsiteX903" fmla="*/ 5611018 w 7467600"/>
              <a:gd name="connsiteY903" fmla="*/ 2316769 h 6858000"/>
              <a:gd name="connsiteX904" fmla="*/ 5687608 w 7467600"/>
              <a:gd name="connsiteY904" fmla="*/ 2039972 h 6858000"/>
              <a:gd name="connsiteX905" fmla="*/ 5657554 w 7467600"/>
              <a:gd name="connsiteY905" fmla="*/ 1576445 h 6858000"/>
              <a:gd name="connsiteX906" fmla="*/ 5150475 w 7467600"/>
              <a:gd name="connsiteY906" fmla="*/ 1274012 h 6858000"/>
              <a:gd name="connsiteX907" fmla="*/ 5349142 w 7467600"/>
              <a:gd name="connsiteY907" fmla="*/ 2204405 h 6858000"/>
              <a:gd name="connsiteX908" fmla="*/ 5262214 w 7467600"/>
              <a:gd name="connsiteY908" fmla="*/ 2233836 h 6858000"/>
              <a:gd name="connsiteX909" fmla="*/ 4981539 w 7467600"/>
              <a:gd name="connsiteY909" fmla="*/ 1542201 h 6858000"/>
              <a:gd name="connsiteX910" fmla="*/ 4958461 w 7467600"/>
              <a:gd name="connsiteY910" fmla="*/ 1136957 h 6858000"/>
              <a:gd name="connsiteX911" fmla="*/ 4655015 w 7467600"/>
              <a:gd name="connsiteY911" fmla="*/ 891426 h 6858000"/>
              <a:gd name="connsiteX912" fmla="*/ 4348002 w 7467600"/>
              <a:gd name="connsiteY912" fmla="*/ 2205895 h 6858000"/>
              <a:gd name="connsiteX913" fmla="*/ 4262250 w 7467600"/>
              <a:gd name="connsiteY913" fmla="*/ 2219972 h 6858000"/>
              <a:gd name="connsiteX914" fmla="*/ 4550611 w 7467600"/>
              <a:gd name="connsiteY914" fmla="*/ 817540 h 6858000"/>
              <a:gd name="connsiteX915" fmla="*/ 4564418 w 7467600"/>
              <a:gd name="connsiteY915" fmla="*/ 808293 h 6858000"/>
              <a:gd name="connsiteX916" fmla="*/ 4266388 w 7467600"/>
              <a:gd name="connsiteY916" fmla="*/ 500083 h 6858000"/>
              <a:gd name="connsiteX917" fmla="*/ 4032842 w 7467600"/>
              <a:gd name="connsiteY917" fmla="*/ 211809 h 6858000"/>
              <a:gd name="connsiteX918" fmla="*/ 3882765 w 7467600"/>
              <a:gd name="connsiteY918" fmla="*/ 0 h 6858000"/>
              <a:gd name="connsiteX919" fmla="*/ 3721337 w 7467600"/>
              <a:gd name="connsiteY919" fmla="*/ 0 h 6858000"/>
              <a:gd name="connsiteX920" fmla="*/ 3797544 w 7467600"/>
              <a:gd name="connsiteY920" fmla="*/ 0 h 6858000"/>
              <a:gd name="connsiteX921" fmla="*/ 3775734 w 7467600"/>
              <a:gd name="connsiteY921" fmla="*/ 95131 h 6858000"/>
              <a:gd name="connsiteX922" fmla="*/ 3724807 w 7467600"/>
              <a:gd name="connsiteY922" fmla="*/ 272257 h 6858000"/>
              <a:gd name="connsiteX923" fmla="*/ 3726844 w 7467600"/>
              <a:gd name="connsiteY923" fmla="*/ 282988 h 6858000"/>
              <a:gd name="connsiteX924" fmla="*/ 3742664 w 7467600"/>
              <a:gd name="connsiteY924" fmla="*/ 279918 h 6858000"/>
              <a:gd name="connsiteX925" fmla="*/ 4103910 w 7467600"/>
              <a:gd name="connsiteY925" fmla="*/ 1161917 h 6858000"/>
              <a:gd name="connsiteX926" fmla="*/ 4020269 w 7467600"/>
              <a:gd name="connsiteY926" fmla="*/ 1200406 h 6858000"/>
              <a:gd name="connsiteX927" fmla="*/ 3674882 w 7467600"/>
              <a:gd name="connsiteY927" fmla="*/ 488524 h 6858000"/>
              <a:gd name="connsiteX928" fmla="*/ 3132682 w 7467600"/>
              <a:gd name="connsiteY928" fmla="*/ 1072284 h 6858000"/>
              <a:gd name="connsiteX929" fmla="*/ 2716346 w 7467600"/>
              <a:gd name="connsiteY929" fmla="*/ 1276376 h 6858000"/>
              <a:gd name="connsiteX930" fmla="*/ 2716772 w 7467600"/>
              <a:gd name="connsiteY930" fmla="*/ 1255462 h 6858000"/>
              <a:gd name="connsiteX931" fmla="*/ 3471096 w 7467600"/>
              <a:gd name="connsiteY931" fmla="*/ 437072 h 6858000"/>
              <a:gd name="connsiteX932" fmla="*/ 3639057 w 7467600"/>
              <a:gd name="connsiteY932" fmla="*/ 286334 h 6858000"/>
              <a:gd name="connsiteX933" fmla="*/ 3640309 w 7467600"/>
              <a:gd name="connsiteY933" fmla="*/ 284664 h 6858000"/>
              <a:gd name="connsiteX934" fmla="*/ 3646022 w 7467600"/>
              <a:gd name="connsiteY934" fmla="*/ 276711 h 6858000"/>
              <a:gd name="connsiteX935" fmla="*/ 3707943 w 7467600"/>
              <a:gd name="connsiteY935" fmla="*/ 65958 h 6858000"/>
              <a:gd name="connsiteX936" fmla="*/ 3721337 w 7467600"/>
              <a:gd name="connsiteY936" fmla="*/ 0 h 6858000"/>
              <a:gd name="connsiteX937" fmla="*/ 2867960 w 7467600"/>
              <a:gd name="connsiteY937" fmla="*/ 0 h 6858000"/>
              <a:gd name="connsiteX938" fmla="*/ 2926351 w 7467600"/>
              <a:gd name="connsiteY938" fmla="*/ 0 h 6858000"/>
              <a:gd name="connsiteX939" fmla="*/ 2902823 w 7467600"/>
              <a:gd name="connsiteY939" fmla="*/ 262929 h 6858000"/>
              <a:gd name="connsiteX940" fmla="*/ 2940663 w 7467600"/>
              <a:gd name="connsiteY940" fmla="*/ 140884 h 6858000"/>
              <a:gd name="connsiteX941" fmla="*/ 2947039 w 7467600"/>
              <a:gd name="connsiteY941" fmla="*/ 122524 h 6858000"/>
              <a:gd name="connsiteX942" fmla="*/ 2984316 w 7467600"/>
              <a:gd name="connsiteY942" fmla="*/ 0 h 6858000"/>
              <a:gd name="connsiteX943" fmla="*/ 3016114 w 7467600"/>
              <a:gd name="connsiteY943" fmla="*/ 0 h 6858000"/>
              <a:gd name="connsiteX944" fmla="*/ 2979949 w 7467600"/>
              <a:gd name="connsiteY944" fmla="*/ 119274 h 6858000"/>
              <a:gd name="connsiteX945" fmla="*/ 3023879 w 7467600"/>
              <a:gd name="connsiteY945" fmla="*/ 0 h 6858000"/>
              <a:gd name="connsiteX946" fmla="*/ 3105400 w 7467600"/>
              <a:gd name="connsiteY946" fmla="*/ 0 h 6858000"/>
              <a:gd name="connsiteX947" fmla="*/ 3094669 w 7467600"/>
              <a:gd name="connsiteY947" fmla="*/ 30308 h 6858000"/>
              <a:gd name="connsiteX948" fmla="*/ 2901945 w 7467600"/>
              <a:gd name="connsiteY948" fmla="*/ 466538 h 6858000"/>
              <a:gd name="connsiteX949" fmla="*/ 2815209 w 7467600"/>
              <a:gd name="connsiteY949" fmla="*/ 497361 h 6858000"/>
              <a:gd name="connsiteX950" fmla="*/ 2844845 w 7467600"/>
              <a:gd name="connsiteY950" fmla="*/ 127638 h 6858000"/>
              <a:gd name="connsiteX951" fmla="*/ 2867960 w 7467600"/>
              <a:gd name="connsiteY951" fmla="*/ 0 h 6858000"/>
              <a:gd name="connsiteX952" fmla="*/ 1057230 w 7467600"/>
              <a:gd name="connsiteY952" fmla="*/ 0 h 6858000"/>
              <a:gd name="connsiteX953" fmla="*/ 1111003 w 7467600"/>
              <a:gd name="connsiteY953" fmla="*/ 0 h 6858000"/>
              <a:gd name="connsiteX954" fmla="*/ 1125553 w 7467600"/>
              <a:gd name="connsiteY954" fmla="*/ 52588 h 6858000"/>
              <a:gd name="connsiteX955" fmla="*/ 1304276 w 7467600"/>
              <a:gd name="connsiteY955" fmla="*/ 476275 h 6858000"/>
              <a:gd name="connsiteX956" fmla="*/ 1492066 w 7467600"/>
              <a:gd name="connsiteY956" fmla="*/ 886333 h 6858000"/>
              <a:gd name="connsiteX957" fmla="*/ 1423698 w 7467600"/>
              <a:gd name="connsiteY957" fmla="*/ 710817 h 6858000"/>
              <a:gd name="connsiteX958" fmla="*/ 1357609 w 7467600"/>
              <a:gd name="connsiteY958" fmla="*/ 532892 h 6858000"/>
              <a:gd name="connsiteX959" fmla="*/ 1309550 w 7467600"/>
              <a:gd name="connsiteY959" fmla="*/ 374031 h 6858000"/>
              <a:gd name="connsiteX960" fmla="*/ 1193673 w 7467600"/>
              <a:gd name="connsiteY960" fmla="*/ 49533 h 6858000"/>
              <a:gd name="connsiteX961" fmla="*/ 1164391 w 7467600"/>
              <a:gd name="connsiteY961" fmla="*/ 0 h 6858000"/>
              <a:gd name="connsiteX962" fmla="*/ 1200666 w 7467600"/>
              <a:gd name="connsiteY962" fmla="*/ 0 h 6858000"/>
              <a:gd name="connsiteX963" fmla="*/ 1223408 w 7467600"/>
              <a:gd name="connsiteY963" fmla="*/ 38996 h 6858000"/>
              <a:gd name="connsiteX964" fmla="*/ 1339635 w 7467600"/>
              <a:gd name="connsiteY964" fmla="*/ 365517 h 6858000"/>
              <a:gd name="connsiteX965" fmla="*/ 1387469 w 7467600"/>
              <a:gd name="connsiteY965" fmla="*/ 523079 h 6858000"/>
              <a:gd name="connsiteX966" fmla="*/ 1452685 w 7467600"/>
              <a:gd name="connsiteY966" fmla="*/ 699806 h 6858000"/>
              <a:gd name="connsiteX967" fmla="*/ 1492092 w 7467600"/>
              <a:gd name="connsiteY967" fmla="*/ 800424 h 6858000"/>
              <a:gd name="connsiteX968" fmla="*/ 1455302 w 7467600"/>
              <a:gd name="connsiteY968" fmla="*/ 632913 h 6858000"/>
              <a:gd name="connsiteX969" fmla="*/ 1222336 w 7467600"/>
              <a:gd name="connsiteY969" fmla="*/ 9480 h 6858000"/>
              <a:gd name="connsiteX970" fmla="*/ 1214634 w 7467600"/>
              <a:gd name="connsiteY970" fmla="*/ 0 h 6858000"/>
              <a:gd name="connsiteX971" fmla="*/ 1289827 w 7467600"/>
              <a:gd name="connsiteY971" fmla="*/ 0 h 6858000"/>
              <a:gd name="connsiteX972" fmla="*/ 1321076 w 7467600"/>
              <a:gd name="connsiteY972" fmla="*/ 59722 h 6858000"/>
              <a:gd name="connsiteX973" fmla="*/ 1512579 w 7467600"/>
              <a:gd name="connsiteY973" fmla="*/ 626441 h 6858000"/>
              <a:gd name="connsiteX974" fmla="*/ 1506076 w 7467600"/>
              <a:gd name="connsiteY974" fmla="*/ 1089289 h 6858000"/>
              <a:gd name="connsiteX975" fmla="*/ 1486346 w 7467600"/>
              <a:gd name="connsiteY975" fmla="*/ 1079919 h 6858000"/>
              <a:gd name="connsiteX976" fmla="*/ 1070511 w 7467600"/>
              <a:gd name="connsiteY976" fmla="*/ 48609 h 6858000"/>
              <a:gd name="connsiteX977" fmla="*/ 1057230 w 7467600"/>
              <a:gd name="connsiteY977" fmla="*/ 0 h 6858000"/>
              <a:gd name="connsiteX978" fmla="*/ 43151 w 7467600"/>
              <a:gd name="connsiteY978" fmla="*/ 0 h 6858000"/>
              <a:gd name="connsiteX979" fmla="*/ 95283 w 7467600"/>
              <a:gd name="connsiteY979" fmla="*/ 0 h 6858000"/>
              <a:gd name="connsiteX980" fmla="*/ 300708 w 7467600"/>
              <a:gd name="connsiteY980" fmla="*/ 154571 h 6858000"/>
              <a:gd name="connsiteX981" fmla="*/ 530414 w 7467600"/>
              <a:gd name="connsiteY981" fmla="*/ 354673 h 6858000"/>
              <a:gd name="connsiteX982" fmla="*/ 333785 w 7467600"/>
              <a:gd name="connsiteY982" fmla="*/ 161564 h 6858000"/>
              <a:gd name="connsiteX983" fmla="*/ 147005 w 7467600"/>
              <a:gd name="connsiteY983" fmla="*/ 0 h 6858000"/>
              <a:gd name="connsiteX984" fmla="*/ 272509 w 7467600"/>
              <a:gd name="connsiteY984" fmla="*/ 0 h 6858000"/>
              <a:gd name="connsiteX985" fmla="*/ 326276 w 7467600"/>
              <a:gd name="connsiteY985" fmla="*/ 45847 h 6858000"/>
              <a:gd name="connsiteX986" fmla="*/ 823759 w 7467600"/>
              <a:gd name="connsiteY986" fmla="*/ 574145 h 6858000"/>
              <a:gd name="connsiteX987" fmla="*/ 811254 w 7467600"/>
              <a:gd name="connsiteY987" fmla="*/ 665546 h 6858000"/>
              <a:gd name="connsiteX988" fmla="*/ 154042 w 7467600"/>
              <a:gd name="connsiteY988" fmla="*/ 261522 h 6858000"/>
              <a:gd name="connsiteX989" fmla="*/ 13550 w 7467600"/>
              <a:gd name="connsiteY989" fmla="*/ 158423 h 6858000"/>
              <a:gd name="connsiteX990" fmla="*/ 0 w 7467600"/>
              <a:gd name="connsiteY990" fmla="*/ 146618 h 6858000"/>
              <a:gd name="connsiteX991" fmla="*/ 0 w 7467600"/>
              <a:gd name="connsiteY991" fmla="*/ 59161 h 6858000"/>
              <a:gd name="connsiteX992" fmla="*/ 45427 w 7467600"/>
              <a:gd name="connsiteY992" fmla="*/ 101078 h 6858000"/>
              <a:gd name="connsiteX993" fmla="*/ 630103 w 7467600"/>
              <a:gd name="connsiteY993" fmla="*/ 485885 h 6858000"/>
              <a:gd name="connsiteX994" fmla="*/ 532040 w 7467600"/>
              <a:gd name="connsiteY994" fmla="*/ 399359 h 6858000"/>
              <a:gd name="connsiteX995" fmla="*/ 517618 w 7467600"/>
              <a:gd name="connsiteY995" fmla="*/ 385726 h 6858000"/>
              <a:gd name="connsiteX996" fmla="*/ 285074 w 7467600"/>
              <a:gd name="connsiteY996" fmla="*/ 182755 h 6858000"/>
              <a:gd name="connsiteX997" fmla="*/ 43151 w 7467600"/>
              <a:gd name="connsiteY99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53035 w 7467600"/>
              <a:gd name="connsiteY127" fmla="*/ 519731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1903353 w 7467600"/>
              <a:gd name="connsiteY141" fmla="*/ 5044827 h 6858000"/>
              <a:gd name="connsiteX142" fmla="*/ 1936931 w 7467600"/>
              <a:gd name="connsiteY142" fmla="*/ 5093954 h 6858000"/>
              <a:gd name="connsiteX143" fmla="*/ 2195868 w 7467600"/>
              <a:gd name="connsiteY143" fmla="*/ 5396574 h 6858000"/>
              <a:gd name="connsiteX144" fmla="*/ 2088852 w 7467600"/>
              <a:gd name="connsiteY144" fmla="*/ 5166123 h 6858000"/>
              <a:gd name="connsiteX145" fmla="*/ 1958241 w 7467600"/>
              <a:gd name="connsiteY145" fmla="*/ 5067955 h 6858000"/>
              <a:gd name="connsiteX146" fmla="*/ 1903353 w 7467600"/>
              <a:gd name="connsiteY146" fmla="*/ 5044827 h 6858000"/>
              <a:gd name="connsiteX147" fmla="*/ 1979378 w 7467600"/>
              <a:gd name="connsiteY147" fmla="*/ 4769504 h 6858000"/>
              <a:gd name="connsiteX148" fmla="*/ 2882120 w 7467600"/>
              <a:gd name="connsiteY148" fmla="*/ 5064547 h 6858000"/>
              <a:gd name="connsiteX149" fmla="*/ 2793103 w 7467600"/>
              <a:gd name="connsiteY149" fmla="*/ 5039699 h 6858000"/>
              <a:gd name="connsiteX150" fmla="*/ 2770041 w 7467600"/>
              <a:gd name="connsiteY150" fmla="*/ 5033634 h 6858000"/>
              <a:gd name="connsiteX151" fmla="*/ 1979378 w 7467600"/>
              <a:gd name="connsiteY151" fmla="*/ 4769504 h 6858000"/>
              <a:gd name="connsiteX152" fmla="*/ 1927410 w 7467600"/>
              <a:gd name="connsiteY152" fmla="*/ 4716164 h 6858000"/>
              <a:gd name="connsiteX153" fmla="*/ 1959587 w 7467600"/>
              <a:gd name="connsiteY153" fmla="*/ 4728849 h 6858000"/>
              <a:gd name="connsiteX154" fmla="*/ 2777707 w 7467600"/>
              <a:gd name="connsiteY154" fmla="*/ 5003991 h 6858000"/>
              <a:gd name="connsiteX155" fmla="*/ 2800768 w 7467600"/>
              <a:gd name="connsiteY155" fmla="*/ 5010056 h 6858000"/>
              <a:gd name="connsiteX156" fmla="*/ 2879408 w 7467600"/>
              <a:gd name="connsiteY156" fmla="*/ 5031590 h 6858000"/>
              <a:gd name="connsiteX157" fmla="*/ 2862295 w 7467600"/>
              <a:gd name="connsiteY157" fmla="*/ 5022958 h 6858000"/>
              <a:gd name="connsiteX158" fmla="*/ 2813343 w 7467600"/>
              <a:gd name="connsiteY158" fmla="*/ 4998369 h 6858000"/>
              <a:gd name="connsiteX159" fmla="*/ 2646245 w 7467600"/>
              <a:gd name="connsiteY159" fmla="*/ 4930999 h 6858000"/>
              <a:gd name="connsiteX160" fmla="*/ 1999243 w 7467600"/>
              <a:gd name="connsiteY160" fmla="*/ 4730524 h 6858000"/>
              <a:gd name="connsiteX161" fmla="*/ 1979527 w 7467600"/>
              <a:gd name="connsiteY161" fmla="*/ 4726651 h 6858000"/>
              <a:gd name="connsiteX162" fmla="*/ 1927410 w 7467600"/>
              <a:gd name="connsiteY162" fmla="*/ 4716164 h 6858000"/>
              <a:gd name="connsiteX163" fmla="*/ 1997014 w 7467600"/>
              <a:gd name="connsiteY163" fmla="*/ 4698007 h 6858000"/>
              <a:gd name="connsiteX164" fmla="*/ 2005458 w 7467600"/>
              <a:gd name="connsiteY164" fmla="*/ 4699540 h 6858000"/>
              <a:gd name="connsiteX165" fmla="*/ 2657186 w 7467600"/>
              <a:gd name="connsiteY165" fmla="*/ 4901687 h 6858000"/>
              <a:gd name="connsiteX166" fmla="*/ 2826662 w 7467600"/>
              <a:gd name="connsiteY166" fmla="*/ 4970362 h 6858000"/>
              <a:gd name="connsiteX167" fmla="*/ 2876100 w 7467600"/>
              <a:gd name="connsiteY167" fmla="*/ 4995397 h 6858000"/>
              <a:gd name="connsiteX168" fmla="*/ 3042600 w 7467600"/>
              <a:gd name="connsiteY168" fmla="*/ 5059532 h 6858000"/>
              <a:gd name="connsiteX169" fmla="*/ 1997014 w 7467600"/>
              <a:gd name="connsiteY169" fmla="*/ 4698007 h 6858000"/>
              <a:gd name="connsiteX170" fmla="*/ 2305292 w 7467600"/>
              <a:gd name="connsiteY170" fmla="*/ 4219492 h 6858000"/>
              <a:gd name="connsiteX171" fmla="*/ 3360922 w 7467600"/>
              <a:gd name="connsiteY171" fmla="*/ 4529373 h 6858000"/>
              <a:gd name="connsiteX172" fmla="*/ 3492420 w 7467600"/>
              <a:gd name="connsiteY172" fmla="*/ 4510145 h 6858000"/>
              <a:gd name="connsiteX173" fmla="*/ 3364086 w 7467600"/>
              <a:gd name="connsiteY173" fmla="*/ 4480340 h 6858000"/>
              <a:gd name="connsiteX174" fmla="*/ 3225818 w 7467600"/>
              <a:gd name="connsiteY174" fmla="*/ 4411822 h 6858000"/>
              <a:gd name="connsiteX175" fmla="*/ 3129696 w 7467600"/>
              <a:gd name="connsiteY175" fmla="*/ 4360704 h 6858000"/>
              <a:gd name="connsiteX176" fmla="*/ 2814545 w 7467600"/>
              <a:gd name="connsiteY176" fmla="*/ 4282955 h 6858000"/>
              <a:gd name="connsiteX177" fmla="*/ 2305292 w 7467600"/>
              <a:gd name="connsiteY177" fmla="*/ 4219492 h 6858000"/>
              <a:gd name="connsiteX178" fmla="*/ 2626982 w 7467600"/>
              <a:gd name="connsiteY178" fmla="*/ 4206450 h 6858000"/>
              <a:gd name="connsiteX179" fmla="*/ 2490617 w 7467600"/>
              <a:gd name="connsiteY179" fmla="*/ 4206951 h 6858000"/>
              <a:gd name="connsiteX180" fmla="*/ 2819869 w 7467600"/>
              <a:gd name="connsiteY180" fmla="*/ 4252936 h 6858000"/>
              <a:gd name="connsiteX181" fmla="*/ 3143018 w 7467600"/>
              <a:gd name="connsiteY181" fmla="*/ 4332698 h 6858000"/>
              <a:gd name="connsiteX182" fmla="*/ 3241520 w 7467600"/>
              <a:gd name="connsiteY182" fmla="*/ 4385112 h 6858000"/>
              <a:gd name="connsiteX183" fmla="*/ 3374575 w 7467600"/>
              <a:gd name="connsiteY183" fmla="*/ 4451517 h 6858000"/>
              <a:gd name="connsiteX184" fmla="*/ 3505221 w 7467600"/>
              <a:gd name="connsiteY184" fmla="*/ 4480757 h 6858000"/>
              <a:gd name="connsiteX185" fmla="*/ 2626982 w 7467600"/>
              <a:gd name="connsiteY185" fmla="*/ 4206450 h 6858000"/>
              <a:gd name="connsiteX186" fmla="*/ 1310106 w 7467600"/>
              <a:gd name="connsiteY186" fmla="*/ 3943217 h 6858000"/>
              <a:gd name="connsiteX187" fmla="*/ 854994 w 7467600"/>
              <a:gd name="connsiteY187" fmla="*/ 4399136 h 6858000"/>
              <a:gd name="connsiteX188" fmla="*/ 742462 w 7467600"/>
              <a:gd name="connsiteY188" fmla="*/ 4594648 h 6858000"/>
              <a:gd name="connsiteX189" fmla="*/ 820602 w 7467600"/>
              <a:gd name="connsiteY189" fmla="*/ 4485915 h 6858000"/>
              <a:gd name="connsiteX190" fmla="*/ 878295 w 7467600"/>
              <a:gd name="connsiteY190" fmla="*/ 4403594 h 6858000"/>
              <a:gd name="connsiteX191" fmla="*/ 1240607 w 7467600"/>
              <a:gd name="connsiteY191" fmla="*/ 4010401 h 6858000"/>
              <a:gd name="connsiteX192" fmla="*/ 1310106 w 7467600"/>
              <a:gd name="connsiteY192" fmla="*/ 3943217 h 6858000"/>
              <a:gd name="connsiteX193" fmla="*/ 1423113 w 7467600"/>
              <a:gd name="connsiteY193" fmla="*/ 3874565 h 6858000"/>
              <a:gd name="connsiteX194" fmla="*/ 1260565 w 7467600"/>
              <a:gd name="connsiteY194" fmla="*/ 4031982 h 6858000"/>
              <a:gd name="connsiteX195" fmla="*/ 901900 w 7467600"/>
              <a:gd name="connsiteY195" fmla="*/ 4421236 h 6858000"/>
              <a:gd name="connsiteX196" fmla="*/ 845044 w 7467600"/>
              <a:gd name="connsiteY196" fmla="*/ 4502436 h 6858000"/>
              <a:gd name="connsiteX197" fmla="*/ 685926 w 7467600"/>
              <a:gd name="connsiteY197" fmla="*/ 4703069 h 6858000"/>
              <a:gd name="connsiteX198" fmla="*/ 684248 w 7467600"/>
              <a:gd name="connsiteY198" fmla="*/ 4706721 h 6858000"/>
              <a:gd name="connsiteX199" fmla="*/ 1423113 w 7467600"/>
              <a:gd name="connsiteY199" fmla="*/ 3874565 h 6858000"/>
              <a:gd name="connsiteX200" fmla="*/ 3316479 w 7467600"/>
              <a:gd name="connsiteY200" fmla="*/ 3872136 h 6858000"/>
              <a:gd name="connsiteX201" fmla="*/ 3546806 w 7467600"/>
              <a:gd name="connsiteY201" fmla="*/ 4356139 h 6858000"/>
              <a:gd name="connsiteX202" fmla="*/ 3364433 w 7467600"/>
              <a:gd name="connsiteY202" fmla="*/ 3953121 h 6858000"/>
              <a:gd name="connsiteX203" fmla="*/ 3316479 w 7467600"/>
              <a:gd name="connsiteY203" fmla="*/ 3872136 h 6858000"/>
              <a:gd name="connsiteX204" fmla="*/ 3291335 w 7467600"/>
              <a:gd name="connsiteY204" fmla="*/ 3767420 h 6858000"/>
              <a:gd name="connsiteX205" fmla="*/ 3390805 w 7467600"/>
              <a:gd name="connsiteY205" fmla="*/ 3937163 h 6858000"/>
              <a:gd name="connsiteX206" fmla="*/ 3579062 w 7467600"/>
              <a:gd name="connsiteY206" fmla="*/ 4359040 h 6858000"/>
              <a:gd name="connsiteX207" fmla="*/ 3467355 w 7467600"/>
              <a:gd name="connsiteY207" fmla="*/ 3988130 h 6858000"/>
              <a:gd name="connsiteX208" fmla="*/ 3310753 w 7467600"/>
              <a:gd name="connsiteY208" fmla="*/ 3787140 h 6858000"/>
              <a:gd name="connsiteX209" fmla="*/ 3291335 w 7467600"/>
              <a:gd name="connsiteY209" fmla="*/ 3767420 h 6858000"/>
              <a:gd name="connsiteX210" fmla="*/ 1635889 w 7467600"/>
              <a:gd name="connsiteY210" fmla="*/ 3709494 h 6858000"/>
              <a:gd name="connsiteX211" fmla="*/ 1634800 w 7467600"/>
              <a:gd name="connsiteY211" fmla="*/ 3731111 h 6858000"/>
              <a:gd name="connsiteX212" fmla="*/ 1635889 w 7467600"/>
              <a:gd name="connsiteY212" fmla="*/ 3709494 h 6858000"/>
              <a:gd name="connsiteX213" fmla="*/ 1510397 w 7467600"/>
              <a:gd name="connsiteY213" fmla="*/ 3684705 h 6858000"/>
              <a:gd name="connsiteX214" fmla="*/ 1146550 w 7467600"/>
              <a:gd name="connsiteY214" fmla="*/ 3802012 h 6858000"/>
              <a:gd name="connsiteX215" fmla="*/ 698834 w 7467600"/>
              <a:gd name="connsiteY215" fmla="*/ 3952272 h 6858000"/>
              <a:gd name="connsiteX216" fmla="*/ 34256 w 7467600"/>
              <a:gd name="connsiteY216" fmla="*/ 4347603 h 6858000"/>
              <a:gd name="connsiteX217" fmla="*/ 527241 w 7467600"/>
              <a:gd name="connsiteY217" fmla="*/ 4065078 h 6858000"/>
              <a:gd name="connsiteX218" fmla="*/ 1510397 w 7467600"/>
              <a:gd name="connsiteY218" fmla="*/ 3684705 h 6858000"/>
              <a:gd name="connsiteX219" fmla="*/ 1313114 w 7467600"/>
              <a:gd name="connsiteY219" fmla="*/ 3655216 h 6858000"/>
              <a:gd name="connsiteX220" fmla="*/ 1109304 w 7467600"/>
              <a:gd name="connsiteY220" fmla="*/ 3669030 h 6858000"/>
              <a:gd name="connsiteX221" fmla="*/ 8129 w 7467600"/>
              <a:gd name="connsiteY221" fmla="*/ 4330519 h 6858000"/>
              <a:gd name="connsiteX222" fmla="*/ 687572 w 7467600"/>
              <a:gd name="connsiteY222" fmla="*/ 3925629 h 6858000"/>
              <a:gd name="connsiteX223" fmla="*/ 1138365 w 7467600"/>
              <a:gd name="connsiteY223" fmla="*/ 3774515 h 6858000"/>
              <a:gd name="connsiteX224" fmla="*/ 1505579 w 7467600"/>
              <a:gd name="connsiteY224" fmla="*/ 3655526 h 6858000"/>
              <a:gd name="connsiteX225" fmla="*/ 1313114 w 7467600"/>
              <a:gd name="connsiteY225" fmla="*/ 3655216 h 6858000"/>
              <a:gd name="connsiteX226" fmla="*/ 3655073 w 7467600"/>
              <a:gd name="connsiteY226" fmla="*/ 3650884 h 6858000"/>
              <a:gd name="connsiteX227" fmla="*/ 3989938 w 7467600"/>
              <a:gd name="connsiteY227" fmla="*/ 3991685 h 6858000"/>
              <a:gd name="connsiteX228" fmla="*/ 4393907 w 7467600"/>
              <a:gd name="connsiteY228" fmla="*/ 4261258 h 6858000"/>
              <a:gd name="connsiteX229" fmla="*/ 4648051 w 7467600"/>
              <a:gd name="connsiteY229" fmla="*/ 4374051 h 6858000"/>
              <a:gd name="connsiteX230" fmla="*/ 4383389 w 7467600"/>
              <a:gd name="connsiteY230" fmla="*/ 4184369 h 6858000"/>
              <a:gd name="connsiteX231" fmla="*/ 4165508 w 7467600"/>
              <a:gd name="connsiteY231" fmla="*/ 4035196 h 6858000"/>
              <a:gd name="connsiteX232" fmla="*/ 4068162 w 7467600"/>
              <a:gd name="connsiteY232" fmla="*/ 3953394 h 6858000"/>
              <a:gd name="connsiteX233" fmla="*/ 3981416 w 7467600"/>
              <a:gd name="connsiteY233" fmla="*/ 3880482 h 6858000"/>
              <a:gd name="connsiteX234" fmla="*/ 3800147 w 7467600"/>
              <a:gd name="connsiteY234" fmla="*/ 3749872 h 6858000"/>
              <a:gd name="connsiteX235" fmla="*/ 3655073 w 7467600"/>
              <a:gd name="connsiteY235" fmla="*/ 3650884 h 6858000"/>
              <a:gd name="connsiteX236" fmla="*/ 3670252 w 7467600"/>
              <a:gd name="connsiteY236" fmla="*/ 3622798 h 6858000"/>
              <a:gd name="connsiteX237" fmla="*/ 3817258 w 7467600"/>
              <a:gd name="connsiteY237" fmla="*/ 3723577 h 6858000"/>
              <a:gd name="connsiteX238" fmla="*/ 4000461 w 7467600"/>
              <a:gd name="connsiteY238" fmla="*/ 3855966 h 6858000"/>
              <a:gd name="connsiteX239" fmla="*/ 4088180 w 7467600"/>
              <a:gd name="connsiteY239" fmla="*/ 3929774 h 6858000"/>
              <a:gd name="connsiteX240" fmla="*/ 4184555 w 7467600"/>
              <a:gd name="connsiteY240" fmla="*/ 4010683 h 6858000"/>
              <a:gd name="connsiteX241" fmla="*/ 4399563 w 7467600"/>
              <a:gd name="connsiteY241" fmla="*/ 4158106 h 6858000"/>
              <a:gd name="connsiteX242" fmla="*/ 4684469 w 7467600"/>
              <a:gd name="connsiteY242" fmla="*/ 4364680 h 6858000"/>
              <a:gd name="connsiteX243" fmla="*/ 4690271 w 7467600"/>
              <a:gd name="connsiteY243" fmla="*/ 4370034 h 6858000"/>
              <a:gd name="connsiteX244" fmla="*/ 4136093 w 7467600"/>
              <a:gd name="connsiteY244" fmla="*/ 3858466 h 6858000"/>
              <a:gd name="connsiteX245" fmla="*/ 3670252 w 7467600"/>
              <a:gd name="connsiteY245" fmla="*/ 3622798 h 6858000"/>
              <a:gd name="connsiteX246" fmla="*/ 4440129 w 7467600"/>
              <a:gd name="connsiteY246" fmla="*/ 3448571 h 6858000"/>
              <a:gd name="connsiteX247" fmla="*/ 4856525 w 7467600"/>
              <a:gd name="connsiteY247" fmla="*/ 3915351 h 6858000"/>
              <a:gd name="connsiteX248" fmla="*/ 5059055 w 7467600"/>
              <a:gd name="connsiteY248" fmla="*/ 4108918 h 6858000"/>
              <a:gd name="connsiteX249" fmla="*/ 5290070 w 7467600"/>
              <a:gd name="connsiteY249" fmla="*/ 4263619 h 6858000"/>
              <a:gd name="connsiteX250" fmla="*/ 4834991 w 7467600"/>
              <a:gd name="connsiteY250" fmla="*/ 3830985 h 6858000"/>
              <a:gd name="connsiteX251" fmla="*/ 4440129 w 7467600"/>
              <a:gd name="connsiteY251" fmla="*/ 3448571 h 6858000"/>
              <a:gd name="connsiteX252" fmla="*/ 4441737 w 7467600"/>
              <a:gd name="connsiteY252" fmla="*/ 3399734 h 6858000"/>
              <a:gd name="connsiteX253" fmla="*/ 4431236 w 7467600"/>
              <a:gd name="connsiteY253" fmla="*/ 3400954 h 6858000"/>
              <a:gd name="connsiteX254" fmla="*/ 4557150 w 7467600"/>
              <a:gd name="connsiteY254" fmla="*/ 3510023 h 6858000"/>
              <a:gd name="connsiteX255" fmla="*/ 4856936 w 7467600"/>
              <a:gd name="connsiteY255" fmla="*/ 3809146 h 6858000"/>
              <a:gd name="connsiteX256" fmla="*/ 5111996 w 7467600"/>
              <a:gd name="connsiteY256" fmla="*/ 4065759 h 6858000"/>
              <a:gd name="connsiteX257" fmla="*/ 5388878 w 7467600"/>
              <a:gd name="connsiteY257" fmla="*/ 4300185 h 6858000"/>
              <a:gd name="connsiteX258" fmla="*/ 5425556 w 7467600"/>
              <a:gd name="connsiteY258" fmla="*/ 4308967 h 6858000"/>
              <a:gd name="connsiteX259" fmla="*/ 4943646 w 7467600"/>
              <a:gd name="connsiteY259" fmla="*/ 3822916 h 6858000"/>
              <a:gd name="connsiteX260" fmla="*/ 4594837 w 7467600"/>
              <a:gd name="connsiteY260" fmla="*/ 3532274 h 6858000"/>
              <a:gd name="connsiteX261" fmla="*/ 4441737 w 7467600"/>
              <a:gd name="connsiteY261" fmla="*/ 3399734 h 6858000"/>
              <a:gd name="connsiteX262" fmla="*/ 5425834 w 7467600"/>
              <a:gd name="connsiteY262" fmla="*/ 3162785 h 6858000"/>
              <a:gd name="connsiteX263" fmla="*/ 5401644 w 7467600"/>
              <a:gd name="connsiteY263" fmla="*/ 3617847 h 6858000"/>
              <a:gd name="connsiteX264" fmla="*/ 5467256 w 7467600"/>
              <a:gd name="connsiteY264" fmla="*/ 4175494 h 6858000"/>
              <a:gd name="connsiteX265" fmla="*/ 5448069 w 7467600"/>
              <a:gd name="connsiteY265" fmla="*/ 3567554 h 6858000"/>
              <a:gd name="connsiteX266" fmla="*/ 5425834 w 7467600"/>
              <a:gd name="connsiteY266" fmla="*/ 3162785 h 6858000"/>
              <a:gd name="connsiteX267" fmla="*/ 1318687 w 7467600"/>
              <a:gd name="connsiteY267" fmla="*/ 3113840 h 6858000"/>
              <a:gd name="connsiteX268" fmla="*/ 1066793 w 7467600"/>
              <a:gd name="connsiteY268" fmla="*/ 3212171 h 6858000"/>
              <a:gd name="connsiteX269" fmla="*/ 993319 w 7467600"/>
              <a:gd name="connsiteY269" fmla="*/ 3247648 h 6858000"/>
              <a:gd name="connsiteX270" fmla="*/ 853081 w 7467600"/>
              <a:gd name="connsiteY270" fmla="*/ 3312410 h 6858000"/>
              <a:gd name="connsiteX271" fmla="*/ 805957 w 7467600"/>
              <a:gd name="connsiteY271" fmla="*/ 3330443 h 6858000"/>
              <a:gd name="connsiteX272" fmla="*/ 1318687 w 7467600"/>
              <a:gd name="connsiteY272" fmla="*/ 3113840 h 6858000"/>
              <a:gd name="connsiteX273" fmla="*/ 5453702 w 7467600"/>
              <a:gd name="connsiteY273" fmla="*/ 3090882 h 6858000"/>
              <a:gd name="connsiteX274" fmla="*/ 5480135 w 7467600"/>
              <a:gd name="connsiteY274" fmla="*/ 3565802 h 6858000"/>
              <a:gd name="connsiteX275" fmla="*/ 5499023 w 7467600"/>
              <a:gd name="connsiteY275" fmla="*/ 4166310 h 6858000"/>
              <a:gd name="connsiteX276" fmla="*/ 5547022 w 7467600"/>
              <a:gd name="connsiteY276" fmla="*/ 3607838 h 6858000"/>
              <a:gd name="connsiteX277" fmla="*/ 5515964 w 7467600"/>
              <a:gd name="connsiteY277" fmla="*/ 3378541 h 6858000"/>
              <a:gd name="connsiteX278" fmla="*/ 5453702 w 7467600"/>
              <a:gd name="connsiteY278" fmla="*/ 3090882 h 6858000"/>
              <a:gd name="connsiteX279" fmla="*/ 1238695 w 7467600"/>
              <a:gd name="connsiteY279" fmla="*/ 3076820 h 6858000"/>
              <a:gd name="connsiteX280" fmla="*/ 716371 w 7467600"/>
              <a:gd name="connsiteY280" fmla="*/ 3293249 h 6858000"/>
              <a:gd name="connsiteX281" fmla="*/ 579522 w 7467600"/>
              <a:gd name="connsiteY281" fmla="*/ 3371759 h 6858000"/>
              <a:gd name="connsiteX282" fmla="*/ 600288 w 7467600"/>
              <a:gd name="connsiteY282" fmla="*/ 3365555 h 6858000"/>
              <a:gd name="connsiteX283" fmla="*/ 840692 w 7467600"/>
              <a:gd name="connsiteY283" fmla="*/ 3284921 h 6858000"/>
              <a:gd name="connsiteX284" fmla="*/ 979248 w 7467600"/>
              <a:gd name="connsiteY284" fmla="*/ 3221003 h 6858000"/>
              <a:gd name="connsiteX285" fmla="*/ 1053282 w 7467600"/>
              <a:gd name="connsiteY285" fmla="*/ 3185247 h 6858000"/>
              <a:gd name="connsiteX286" fmla="*/ 1320603 w 7467600"/>
              <a:gd name="connsiteY286" fmla="*/ 3081281 h 6858000"/>
              <a:gd name="connsiteX287" fmla="*/ 1238695 w 7467600"/>
              <a:gd name="connsiteY287" fmla="*/ 3076820 h 6858000"/>
              <a:gd name="connsiteX288" fmla="*/ 5425627 w 7467600"/>
              <a:gd name="connsiteY288" fmla="*/ 2954192 h 6858000"/>
              <a:gd name="connsiteX289" fmla="*/ 5470770 w 7467600"/>
              <a:gd name="connsiteY289" fmla="*/ 3005435 h 6858000"/>
              <a:gd name="connsiteX290" fmla="*/ 5519779 w 7467600"/>
              <a:gd name="connsiteY290" fmla="*/ 4359223 h 6858000"/>
              <a:gd name="connsiteX291" fmla="*/ 5520293 w 7467600"/>
              <a:gd name="connsiteY291" fmla="*/ 4360602 h 6858000"/>
              <a:gd name="connsiteX292" fmla="*/ 5767221 w 7467600"/>
              <a:gd name="connsiteY292" fmla="*/ 4665564 h 6858000"/>
              <a:gd name="connsiteX293" fmla="*/ 6937169 w 7467600"/>
              <a:gd name="connsiteY293" fmla="*/ 4815941 h 6858000"/>
              <a:gd name="connsiteX294" fmla="*/ 6953922 w 7467600"/>
              <a:gd name="connsiteY294" fmla="*/ 4890068 h 6858000"/>
              <a:gd name="connsiteX295" fmla="*/ 6071359 w 7467600"/>
              <a:gd name="connsiteY295" fmla="*/ 4770770 h 6858000"/>
              <a:gd name="connsiteX296" fmla="*/ 6038839 w 7467600"/>
              <a:gd name="connsiteY296" fmla="*/ 4764474 h 6858000"/>
              <a:gd name="connsiteX297" fmla="*/ 6038706 w 7467600"/>
              <a:gd name="connsiteY297" fmla="*/ 4763847 h 6858000"/>
              <a:gd name="connsiteX298" fmla="*/ 6037784 w 7467600"/>
              <a:gd name="connsiteY298" fmla="*/ 4764270 h 6858000"/>
              <a:gd name="connsiteX299" fmla="*/ 6038839 w 7467600"/>
              <a:gd name="connsiteY299" fmla="*/ 4764474 h 6858000"/>
              <a:gd name="connsiteX300" fmla="*/ 6040338 w 7467600"/>
              <a:gd name="connsiteY300" fmla="*/ 4771418 h 6858000"/>
              <a:gd name="connsiteX301" fmla="*/ 6024488 w 7467600"/>
              <a:gd name="connsiteY301" fmla="*/ 4809903 h 6858000"/>
              <a:gd name="connsiteX302" fmla="*/ 5599771 w 7467600"/>
              <a:gd name="connsiteY302" fmla="*/ 5509652 h 6858000"/>
              <a:gd name="connsiteX303" fmla="*/ 5548843 w 7467600"/>
              <a:gd name="connsiteY303" fmla="*/ 5563845 h 6858000"/>
              <a:gd name="connsiteX304" fmla="*/ 5940952 w 7467600"/>
              <a:gd name="connsiteY304" fmla="*/ 6250028 h 6858000"/>
              <a:gd name="connsiteX305" fmla="*/ 6043441 w 7467600"/>
              <a:gd name="connsiteY305" fmla="*/ 6665847 h 6858000"/>
              <a:gd name="connsiteX306" fmla="*/ 6093432 w 7467600"/>
              <a:gd name="connsiteY306" fmla="*/ 6858000 h 6858000"/>
              <a:gd name="connsiteX307" fmla="*/ 6034344 w 7467600"/>
              <a:gd name="connsiteY307" fmla="*/ 6858000 h 6858000"/>
              <a:gd name="connsiteX308" fmla="*/ 6026679 w 7467600"/>
              <a:gd name="connsiteY308" fmla="*/ 6836959 h 6858000"/>
              <a:gd name="connsiteX309" fmla="*/ 5800441 w 7467600"/>
              <a:gd name="connsiteY309" fmla="*/ 6335286 h 6858000"/>
              <a:gd name="connsiteX310" fmla="*/ 5526562 w 7467600"/>
              <a:gd name="connsiteY310" fmla="*/ 5705388 h 6858000"/>
              <a:gd name="connsiteX311" fmla="*/ 5519640 w 7467600"/>
              <a:gd name="connsiteY311" fmla="*/ 5683774 h 6858000"/>
              <a:gd name="connsiteX312" fmla="*/ 5844559 w 7467600"/>
              <a:gd name="connsiteY312" fmla="*/ 6553349 h 6858000"/>
              <a:gd name="connsiteX313" fmla="*/ 5975994 w 7467600"/>
              <a:gd name="connsiteY313" fmla="*/ 6858000 h 6858000"/>
              <a:gd name="connsiteX314" fmla="*/ 5898547 w 7467600"/>
              <a:gd name="connsiteY314" fmla="*/ 6858000 h 6858000"/>
              <a:gd name="connsiteX315" fmla="*/ 5682041 w 7467600"/>
              <a:gd name="connsiteY315" fmla="*/ 6355860 h 6858000"/>
              <a:gd name="connsiteX316" fmla="*/ 5461758 w 7467600"/>
              <a:gd name="connsiteY316" fmla="*/ 5820220 h 6858000"/>
              <a:gd name="connsiteX317" fmla="*/ 5237282 w 7467600"/>
              <a:gd name="connsiteY317" fmla="*/ 6579086 h 6858000"/>
              <a:gd name="connsiteX318" fmla="*/ 5115009 w 7467600"/>
              <a:gd name="connsiteY318" fmla="*/ 6858000 h 6858000"/>
              <a:gd name="connsiteX319" fmla="*/ 5028074 w 7467600"/>
              <a:gd name="connsiteY319" fmla="*/ 6858000 h 6858000"/>
              <a:gd name="connsiteX320" fmla="*/ 5079508 w 7467600"/>
              <a:gd name="connsiteY320" fmla="*/ 6749074 h 6858000"/>
              <a:gd name="connsiteX321" fmla="*/ 5371846 w 7467600"/>
              <a:gd name="connsiteY321" fmla="*/ 5924413 h 6858000"/>
              <a:gd name="connsiteX322" fmla="*/ 5270512 w 7467600"/>
              <a:gd name="connsiteY322" fmla="*/ 6138975 h 6858000"/>
              <a:gd name="connsiteX323" fmla="*/ 5062409 w 7467600"/>
              <a:gd name="connsiteY323" fmla="*/ 6653544 h 6858000"/>
              <a:gd name="connsiteX324" fmla="*/ 5036628 w 7467600"/>
              <a:gd name="connsiteY324" fmla="*/ 6754247 h 6858000"/>
              <a:gd name="connsiteX325" fmla="*/ 5009112 w 7467600"/>
              <a:gd name="connsiteY325" fmla="*/ 6858000 h 6858000"/>
              <a:gd name="connsiteX326" fmla="*/ 4976679 w 7467600"/>
              <a:gd name="connsiteY326" fmla="*/ 6858000 h 6858000"/>
              <a:gd name="connsiteX327" fmla="*/ 5006537 w 7467600"/>
              <a:gd name="connsiteY327" fmla="*/ 6747068 h 6858000"/>
              <a:gd name="connsiteX328" fmla="*/ 5032723 w 7467600"/>
              <a:gd name="connsiteY328" fmla="*/ 6644957 h 6858000"/>
              <a:gd name="connsiteX329" fmla="*/ 5242949 w 7467600"/>
              <a:gd name="connsiteY329" fmla="*/ 6125175 h 6858000"/>
              <a:gd name="connsiteX330" fmla="*/ 5286321 w 7467600"/>
              <a:gd name="connsiteY330" fmla="*/ 6033555 h 6858000"/>
              <a:gd name="connsiteX331" fmla="*/ 5008210 w 7467600"/>
              <a:gd name="connsiteY331" fmla="*/ 6649194 h 6858000"/>
              <a:gd name="connsiteX332" fmla="*/ 4986321 w 7467600"/>
              <a:gd name="connsiteY332" fmla="*/ 6765687 h 6858000"/>
              <a:gd name="connsiteX333" fmla="*/ 4973474 w 7467600"/>
              <a:gd name="connsiteY333" fmla="*/ 6858000 h 6858000"/>
              <a:gd name="connsiteX334" fmla="*/ 4907178 w 7467600"/>
              <a:gd name="connsiteY334" fmla="*/ 6858000 h 6858000"/>
              <a:gd name="connsiteX335" fmla="*/ 4910810 w 7467600"/>
              <a:gd name="connsiteY335" fmla="*/ 6829660 h 6858000"/>
              <a:gd name="connsiteX336" fmla="*/ 4987461 w 7467600"/>
              <a:gd name="connsiteY336" fmla="*/ 6432994 h 6858000"/>
              <a:gd name="connsiteX337" fmla="*/ 5179262 w 7467600"/>
              <a:gd name="connsiteY337" fmla="*/ 6035044 h 6858000"/>
              <a:gd name="connsiteX338" fmla="*/ 4689678 w 7467600"/>
              <a:gd name="connsiteY338" fmla="*/ 6440241 h 6858000"/>
              <a:gd name="connsiteX339" fmla="*/ 4477543 w 7467600"/>
              <a:gd name="connsiteY339" fmla="*/ 6674836 h 6858000"/>
              <a:gd name="connsiteX340" fmla="*/ 4329957 w 7467600"/>
              <a:gd name="connsiteY340" fmla="*/ 6858000 h 6858000"/>
              <a:gd name="connsiteX341" fmla="*/ 4218595 w 7467600"/>
              <a:gd name="connsiteY341" fmla="*/ 6858000 h 6858000"/>
              <a:gd name="connsiteX342" fmla="*/ 4368888 w 7467600"/>
              <a:gd name="connsiteY342" fmla="*/ 6668412 h 6858000"/>
              <a:gd name="connsiteX343" fmla="*/ 4563091 w 7467600"/>
              <a:gd name="connsiteY343" fmla="*/ 6442508 h 6858000"/>
              <a:gd name="connsiteX344" fmla="*/ 5387324 w 7467600"/>
              <a:gd name="connsiteY344" fmla="*/ 5705830 h 6858000"/>
              <a:gd name="connsiteX345" fmla="*/ 5073620 w 7467600"/>
              <a:gd name="connsiteY345" fmla="*/ 5955437 h 6858000"/>
              <a:gd name="connsiteX346" fmla="*/ 4689789 w 7467600"/>
              <a:gd name="connsiteY346" fmla="*/ 6268382 h 6858000"/>
              <a:gd name="connsiteX347" fmla="*/ 4418722 w 7467600"/>
              <a:gd name="connsiteY347" fmla="*/ 6570886 h 6858000"/>
              <a:gd name="connsiteX348" fmla="*/ 4214944 w 7467600"/>
              <a:gd name="connsiteY348" fmla="*/ 6858000 h 6858000"/>
              <a:gd name="connsiteX349" fmla="*/ 4177898 w 7467600"/>
              <a:gd name="connsiteY349" fmla="*/ 6858000 h 6858000"/>
              <a:gd name="connsiteX350" fmla="*/ 4391597 w 7467600"/>
              <a:gd name="connsiteY350" fmla="*/ 6556370 h 6858000"/>
              <a:gd name="connsiteX351" fmla="*/ 4668889 w 7467600"/>
              <a:gd name="connsiteY351" fmla="*/ 6246399 h 6858000"/>
              <a:gd name="connsiteX352" fmla="*/ 5055427 w 7467600"/>
              <a:gd name="connsiteY352" fmla="*/ 5931476 h 6858000"/>
              <a:gd name="connsiteX353" fmla="*/ 5371814 w 7467600"/>
              <a:gd name="connsiteY353" fmla="*/ 5678975 h 6858000"/>
              <a:gd name="connsiteX354" fmla="*/ 4987918 w 7467600"/>
              <a:gd name="connsiteY354" fmla="*/ 5838701 h 6858000"/>
              <a:gd name="connsiteX355" fmla="*/ 4317146 w 7467600"/>
              <a:gd name="connsiteY355" fmla="*/ 6587716 h 6858000"/>
              <a:gd name="connsiteX356" fmla="*/ 4171627 w 7467600"/>
              <a:gd name="connsiteY356" fmla="*/ 6858000 h 6858000"/>
              <a:gd name="connsiteX357" fmla="*/ 4081585 w 7467600"/>
              <a:gd name="connsiteY357" fmla="*/ 6858000 h 6858000"/>
              <a:gd name="connsiteX358" fmla="*/ 4238603 w 7467600"/>
              <a:gd name="connsiteY358" fmla="*/ 6559341 h 6858000"/>
              <a:gd name="connsiteX359" fmla="*/ 4778333 w 7467600"/>
              <a:gd name="connsiteY359" fmla="*/ 5873626 h 6858000"/>
              <a:gd name="connsiteX360" fmla="*/ 5414185 w 7467600"/>
              <a:gd name="connsiteY360" fmla="*/ 5573882 h 6858000"/>
              <a:gd name="connsiteX361" fmla="*/ 5959648 w 7467600"/>
              <a:gd name="connsiteY361" fmla="*/ 4760797 h 6858000"/>
              <a:gd name="connsiteX362" fmla="*/ 5355019 w 7467600"/>
              <a:gd name="connsiteY362" fmla="*/ 4734672 h 6858000"/>
              <a:gd name="connsiteX363" fmla="*/ 5083565 w 7467600"/>
              <a:gd name="connsiteY363" fmla="*/ 5179121 h 6858000"/>
              <a:gd name="connsiteX364" fmla="*/ 4713577 w 7467600"/>
              <a:gd name="connsiteY364" fmla="*/ 5616803 h 6858000"/>
              <a:gd name="connsiteX365" fmla="*/ 3989559 w 7467600"/>
              <a:gd name="connsiteY365" fmla="*/ 6145945 h 6858000"/>
              <a:gd name="connsiteX366" fmla="*/ 3939824 w 7467600"/>
              <a:gd name="connsiteY366" fmla="*/ 6066900 h 6858000"/>
              <a:gd name="connsiteX367" fmla="*/ 4584537 w 7467600"/>
              <a:gd name="connsiteY367" fmla="*/ 5324826 h 6858000"/>
              <a:gd name="connsiteX368" fmla="*/ 5037105 w 7467600"/>
              <a:gd name="connsiteY368" fmla="*/ 5088765 h 6858000"/>
              <a:gd name="connsiteX369" fmla="*/ 5039930 w 7467600"/>
              <a:gd name="connsiteY369" fmla="*/ 5089585 h 6858000"/>
              <a:gd name="connsiteX370" fmla="*/ 5263764 w 7467600"/>
              <a:gd name="connsiteY370" fmla="*/ 4735525 h 6858000"/>
              <a:gd name="connsiteX371" fmla="*/ 4086300 w 7467600"/>
              <a:gd name="connsiteY371" fmla="*/ 4884599 h 6858000"/>
              <a:gd name="connsiteX372" fmla="*/ 4085485 w 7467600"/>
              <a:gd name="connsiteY372" fmla="*/ 4899070 h 6858000"/>
              <a:gd name="connsiteX373" fmla="*/ 3871915 w 7467600"/>
              <a:gd name="connsiteY373" fmla="*/ 5253645 h 6858000"/>
              <a:gd name="connsiteX374" fmla="*/ 3799374 w 7467600"/>
              <a:gd name="connsiteY374" fmla="*/ 5466127 h 6858000"/>
              <a:gd name="connsiteX375" fmla="*/ 3498850 w 7467600"/>
              <a:gd name="connsiteY375" fmla="*/ 6661888 h 6858000"/>
              <a:gd name="connsiteX376" fmla="*/ 3399216 w 7467600"/>
              <a:gd name="connsiteY376" fmla="*/ 6858000 h 6858000"/>
              <a:gd name="connsiteX377" fmla="*/ 3303688 w 7467600"/>
              <a:gd name="connsiteY377" fmla="*/ 6858000 h 6858000"/>
              <a:gd name="connsiteX378" fmla="*/ 3391774 w 7467600"/>
              <a:gd name="connsiteY378" fmla="*/ 6697181 h 6858000"/>
              <a:gd name="connsiteX379" fmla="*/ 3735540 w 7467600"/>
              <a:gd name="connsiteY379" fmla="*/ 5546923 h 6858000"/>
              <a:gd name="connsiteX380" fmla="*/ 3729438 w 7467600"/>
              <a:gd name="connsiteY380" fmla="*/ 5569058 h 6858000"/>
              <a:gd name="connsiteX381" fmla="*/ 3707782 w 7467600"/>
              <a:gd name="connsiteY381" fmla="*/ 5644908 h 6858000"/>
              <a:gd name="connsiteX382" fmla="*/ 3583827 w 7467600"/>
              <a:gd name="connsiteY382" fmla="*/ 6039215 h 6858000"/>
              <a:gd name="connsiteX383" fmla="*/ 3547861 w 7467600"/>
              <a:gd name="connsiteY383" fmla="*/ 6129609 h 6858000"/>
              <a:gd name="connsiteX384" fmla="*/ 3490905 w 7467600"/>
              <a:gd name="connsiteY384" fmla="*/ 6277660 h 6858000"/>
              <a:gd name="connsiteX385" fmla="*/ 3455859 w 7467600"/>
              <a:gd name="connsiteY385" fmla="*/ 6391301 h 6858000"/>
              <a:gd name="connsiteX386" fmla="*/ 3429112 w 7467600"/>
              <a:gd name="connsiteY386" fmla="*/ 6479469 h 6858000"/>
              <a:gd name="connsiteX387" fmla="*/ 3304862 w 7467600"/>
              <a:gd name="connsiteY387" fmla="*/ 6796476 h 6858000"/>
              <a:gd name="connsiteX388" fmla="*/ 3276071 w 7467600"/>
              <a:gd name="connsiteY388" fmla="*/ 6858000 h 6858000"/>
              <a:gd name="connsiteX389" fmla="*/ 3240805 w 7467600"/>
              <a:gd name="connsiteY389" fmla="*/ 6858000 h 6858000"/>
              <a:gd name="connsiteX390" fmla="*/ 3275917 w 7467600"/>
              <a:gd name="connsiteY390" fmla="*/ 6783192 h 6858000"/>
              <a:gd name="connsiteX391" fmla="*/ 3399358 w 7467600"/>
              <a:gd name="connsiteY391" fmla="*/ 6469011 h 6858000"/>
              <a:gd name="connsiteX392" fmla="*/ 3425650 w 7467600"/>
              <a:gd name="connsiteY392" fmla="*/ 6381333 h 6858000"/>
              <a:gd name="connsiteX393" fmla="*/ 3460661 w 7467600"/>
              <a:gd name="connsiteY393" fmla="*/ 6266763 h 6858000"/>
              <a:gd name="connsiteX394" fmla="*/ 3518021 w 7467600"/>
              <a:gd name="connsiteY394" fmla="*/ 6117298 h 6858000"/>
              <a:gd name="connsiteX395" fmla="*/ 3554035 w 7467600"/>
              <a:gd name="connsiteY395" fmla="*/ 6027832 h 6858000"/>
              <a:gd name="connsiteX396" fmla="*/ 3677174 w 7467600"/>
              <a:gd name="connsiteY396" fmla="*/ 5636351 h 6858000"/>
              <a:gd name="connsiteX397" fmla="*/ 3698819 w 7467600"/>
              <a:gd name="connsiteY397" fmla="*/ 5560503 h 6858000"/>
              <a:gd name="connsiteX398" fmla="*/ 3702094 w 7467600"/>
              <a:gd name="connsiteY398" fmla="*/ 5549194 h 6858000"/>
              <a:gd name="connsiteX399" fmla="*/ 3398355 w 7467600"/>
              <a:gd name="connsiteY399" fmla="*/ 6094603 h 6858000"/>
              <a:gd name="connsiteX400" fmla="*/ 3193941 w 7467600"/>
              <a:gd name="connsiteY400" fmla="*/ 6798775 h 6858000"/>
              <a:gd name="connsiteX401" fmla="*/ 3184140 w 7467600"/>
              <a:gd name="connsiteY401" fmla="*/ 6858000 h 6858000"/>
              <a:gd name="connsiteX402" fmla="*/ 3099978 w 7467600"/>
              <a:gd name="connsiteY402" fmla="*/ 6858000 h 6858000"/>
              <a:gd name="connsiteX403" fmla="*/ 3101556 w 7467600"/>
              <a:gd name="connsiteY403" fmla="*/ 6843337 h 6858000"/>
              <a:gd name="connsiteX404" fmla="*/ 3370162 w 7467600"/>
              <a:gd name="connsiteY404" fmla="*/ 5785550 h 6858000"/>
              <a:gd name="connsiteX405" fmla="*/ 3746477 w 7467600"/>
              <a:gd name="connsiteY405" fmla="*/ 5377889 h 6858000"/>
              <a:gd name="connsiteX406" fmla="*/ 3863399 w 7467600"/>
              <a:gd name="connsiteY406" fmla="*/ 5087257 h 6858000"/>
              <a:gd name="connsiteX407" fmla="*/ 3968712 w 7467600"/>
              <a:gd name="connsiteY407" fmla="*/ 4913989 h 6858000"/>
              <a:gd name="connsiteX408" fmla="*/ 2792390 w 7467600"/>
              <a:gd name="connsiteY408" fmla="*/ 5382974 h 6858000"/>
              <a:gd name="connsiteX409" fmla="*/ 2714982 w 7467600"/>
              <a:gd name="connsiteY409" fmla="*/ 5427051 h 6858000"/>
              <a:gd name="connsiteX410" fmla="*/ 2813361 w 7467600"/>
              <a:gd name="connsiteY410" fmla="*/ 6023912 h 6858000"/>
              <a:gd name="connsiteX411" fmla="*/ 2688430 w 7467600"/>
              <a:gd name="connsiteY411" fmla="*/ 6801564 h 6858000"/>
              <a:gd name="connsiteX412" fmla="*/ 2629626 w 7467600"/>
              <a:gd name="connsiteY412" fmla="*/ 6763394 h 6858000"/>
              <a:gd name="connsiteX413" fmla="*/ 2565328 w 7467600"/>
              <a:gd name="connsiteY413" fmla="*/ 5516399 h 6858000"/>
              <a:gd name="connsiteX414" fmla="*/ 1922999 w 7467600"/>
              <a:gd name="connsiteY414" fmla="*/ 5980343 h 6858000"/>
              <a:gd name="connsiteX415" fmla="*/ 1950261 w 7467600"/>
              <a:gd name="connsiteY415" fmla="*/ 6405858 h 6858000"/>
              <a:gd name="connsiteX416" fmla="*/ 2365554 w 7467600"/>
              <a:gd name="connsiteY416" fmla="*/ 6759107 h 6858000"/>
              <a:gd name="connsiteX417" fmla="*/ 2424142 w 7467600"/>
              <a:gd name="connsiteY417" fmla="*/ 6858000 h 6858000"/>
              <a:gd name="connsiteX418" fmla="*/ 2395994 w 7467600"/>
              <a:gd name="connsiteY418" fmla="*/ 6858000 h 6858000"/>
              <a:gd name="connsiteX419" fmla="*/ 2392863 w 7467600"/>
              <a:gd name="connsiteY419" fmla="*/ 6852964 h 6858000"/>
              <a:gd name="connsiteX420" fmla="*/ 2017589 w 7467600"/>
              <a:gd name="connsiteY420" fmla="*/ 6493982 h 6858000"/>
              <a:gd name="connsiteX421" fmla="*/ 2147336 w 7467600"/>
              <a:gd name="connsiteY421" fmla="*/ 6594052 h 6858000"/>
              <a:gd name="connsiteX422" fmla="*/ 2207047 w 7467600"/>
              <a:gd name="connsiteY422" fmla="*/ 6654540 h 6858000"/>
              <a:gd name="connsiteX423" fmla="*/ 2299106 w 7467600"/>
              <a:gd name="connsiteY423" fmla="*/ 6778931 h 6858000"/>
              <a:gd name="connsiteX424" fmla="*/ 2314430 w 7467600"/>
              <a:gd name="connsiteY424" fmla="*/ 6801144 h 6858000"/>
              <a:gd name="connsiteX425" fmla="*/ 2352406 w 7467600"/>
              <a:gd name="connsiteY425" fmla="*/ 6858000 h 6858000"/>
              <a:gd name="connsiteX426" fmla="*/ 2314492 w 7467600"/>
              <a:gd name="connsiteY426" fmla="*/ 6858000 h 6858000"/>
              <a:gd name="connsiteX427" fmla="*/ 2288095 w 7467600"/>
              <a:gd name="connsiteY427" fmla="*/ 6818030 h 6858000"/>
              <a:gd name="connsiteX428" fmla="*/ 2272768 w 7467600"/>
              <a:gd name="connsiteY428" fmla="*/ 6795822 h 6858000"/>
              <a:gd name="connsiteX429" fmla="*/ 2182715 w 7467600"/>
              <a:gd name="connsiteY429" fmla="*/ 6675071 h 6858000"/>
              <a:gd name="connsiteX430" fmla="*/ 2032061 w 7467600"/>
              <a:gd name="connsiteY430" fmla="*/ 6541380 h 6858000"/>
              <a:gd name="connsiteX431" fmla="*/ 2257220 w 7467600"/>
              <a:gd name="connsiteY431" fmla="*/ 6826257 h 6858000"/>
              <a:gd name="connsiteX432" fmla="*/ 2281324 w 7467600"/>
              <a:gd name="connsiteY432" fmla="*/ 6858000 h 6858000"/>
              <a:gd name="connsiteX433" fmla="*/ 2242860 w 7467600"/>
              <a:gd name="connsiteY433" fmla="*/ 6858000 h 6858000"/>
              <a:gd name="connsiteX434" fmla="*/ 2232818 w 7467600"/>
              <a:gd name="connsiteY434" fmla="*/ 6844926 h 6858000"/>
              <a:gd name="connsiteX435" fmla="*/ 1990172 w 7467600"/>
              <a:gd name="connsiteY435" fmla="*/ 6542121 h 6858000"/>
              <a:gd name="connsiteX436" fmla="*/ 2124090 w 7467600"/>
              <a:gd name="connsiteY436" fmla="*/ 6761017 h 6858000"/>
              <a:gd name="connsiteX437" fmla="*/ 2200380 w 7467600"/>
              <a:gd name="connsiteY437" fmla="*/ 6858000 h 6858000"/>
              <a:gd name="connsiteX438" fmla="*/ 2147507 w 7467600"/>
              <a:gd name="connsiteY438" fmla="*/ 6858000 h 6858000"/>
              <a:gd name="connsiteX439" fmla="*/ 2070668 w 7467600"/>
              <a:gd name="connsiteY439" fmla="*/ 6761520 h 6858000"/>
              <a:gd name="connsiteX440" fmla="*/ 1975142 w 7467600"/>
              <a:gd name="connsiteY440" fmla="*/ 6585570 h 6858000"/>
              <a:gd name="connsiteX441" fmla="*/ 2050035 w 7467600"/>
              <a:gd name="connsiteY441" fmla="*/ 6813345 h 6858000"/>
              <a:gd name="connsiteX442" fmla="*/ 2063025 w 7467600"/>
              <a:gd name="connsiteY442" fmla="*/ 6858000 h 6858000"/>
              <a:gd name="connsiteX443" fmla="*/ 2021675 w 7467600"/>
              <a:gd name="connsiteY443" fmla="*/ 6858000 h 6858000"/>
              <a:gd name="connsiteX444" fmla="*/ 2019308 w 7467600"/>
              <a:gd name="connsiteY444" fmla="*/ 6847118 h 6858000"/>
              <a:gd name="connsiteX445" fmla="*/ 1938835 w 7467600"/>
              <a:gd name="connsiteY445" fmla="*/ 6551160 h 6858000"/>
              <a:gd name="connsiteX446" fmla="*/ 1953230 w 7467600"/>
              <a:gd name="connsiteY446" fmla="*/ 6759699 h 6858000"/>
              <a:gd name="connsiteX447" fmla="*/ 1956763 w 7467600"/>
              <a:gd name="connsiteY447" fmla="*/ 6778191 h 6858000"/>
              <a:gd name="connsiteX448" fmla="*/ 1967925 w 7467600"/>
              <a:gd name="connsiteY448" fmla="*/ 6858000 h 6858000"/>
              <a:gd name="connsiteX449" fmla="*/ 1936622 w 7467600"/>
              <a:gd name="connsiteY449" fmla="*/ 6858000 h 6858000"/>
              <a:gd name="connsiteX450" fmla="*/ 1926261 w 7467600"/>
              <a:gd name="connsiteY450" fmla="*/ 6784064 h 6858000"/>
              <a:gd name="connsiteX451" fmla="*/ 1922724 w 7467600"/>
              <a:gd name="connsiteY451" fmla="*/ 6765577 h 6858000"/>
              <a:gd name="connsiteX452" fmla="*/ 1904650 w 7467600"/>
              <a:gd name="connsiteY452" fmla="*/ 6639616 h 6858000"/>
              <a:gd name="connsiteX453" fmla="*/ 1885273 w 7467600"/>
              <a:gd name="connsiteY453" fmla="*/ 6858000 h 6858000"/>
              <a:gd name="connsiteX454" fmla="*/ 1854363 w 7467600"/>
              <a:gd name="connsiteY454" fmla="*/ 6858000 h 6858000"/>
              <a:gd name="connsiteX455" fmla="*/ 1880391 w 7467600"/>
              <a:gd name="connsiteY455" fmla="*/ 6603796 h 6858000"/>
              <a:gd name="connsiteX456" fmla="*/ 1818273 w 7467600"/>
              <a:gd name="connsiteY456" fmla="*/ 6715729 h 6858000"/>
              <a:gd name="connsiteX457" fmla="*/ 1794691 w 7467600"/>
              <a:gd name="connsiteY457" fmla="*/ 6843239 h 6858000"/>
              <a:gd name="connsiteX458" fmla="*/ 1794914 w 7467600"/>
              <a:gd name="connsiteY458" fmla="*/ 6858000 h 6858000"/>
              <a:gd name="connsiteX459" fmla="*/ 1746128 w 7467600"/>
              <a:gd name="connsiteY459" fmla="*/ 6858000 h 6858000"/>
              <a:gd name="connsiteX460" fmla="*/ 1753934 w 7467600"/>
              <a:gd name="connsiteY460" fmla="*/ 6724796 h 6858000"/>
              <a:gd name="connsiteX461" fmla="*/ 1792053 w 7467600"/>
              <a:gd name="connsiteY461" fmla="*/ 6572396 h 6858000"/>
              <a:gd name="connsiteX462" fmla="*/ 1862248 w 7467600"/>
              <a:gd name="connsiteY462" fmla="*/ 6266397 h 6858000"/>
              <a:gd name="connsiteX463" fmla="*/ 1862250 w 7467600"/>
              <a:gd name="connsiteY463" fmla="*/ 6033531 h 6858000"/>
              <a:gd name="connsiteX464" fmla="*/ 1211999 w 7467600"/>
              <a:gd name="connsiteY464" fmla="*/ 6683610 h 6858000"/>
              <a:gd name="connsiteX465" fmla="*/ 1213266 w 7467600"/>
              <a:gd name="connsiteY465" fmla="*/ 6691947 h 6858000"/>
              <a:gd name="connsiteX466" fmla="*/ 1203370 w 7467600"/>
              <a:gd name="connsiteY466" fmla="*/ 6850676 h 6858000"/>
              <a:gd name="connsiteX467" fmla="*/ 1203671 w 7467600"/>
              <a:gd name="connsiteY467" fmla="*/ 6858000 h 6858000"/>
              <a:gd name="connsiteX468" fmla="*/ 1143180 w 7467600"/>
              <a:gd name="connsiteY468" fmla="*/ 6858000 h 6858000"/>
              <a:gd name="connsiteX469" fmla="*/ 1142176 w 7467600"/>
              <a:gd name="connsiteY469" fmla="*/ 6766045 h 6858000"/>
              <a:gd name="connsiteX470" fmla="*/ 1067484 w 7467600"/>
              <a:gd name="connsiteY470" fmla="*/ 6858000 h 6858000"/>
              <a:gd name="connsiteX471" fmla="*/ 953928 w 7467600"/>
              <a:gd name="connsiteY471" fmla="*/ 6858000 h 6858000"/>
              <a:gd name="connsiteX472" fmla="*/ 959715 w 7467600"/>
              <a:gd name="connsiteY472" fmla="*/ 6850185 h 6858000"/>
              <a:gd name="connsiteX473" fmla="*/ 1483788 w 7467600"/>
              <a:gd name="connsiteY473" fmla="*/ 6259174 h 6858000"/>
              <a:gd name="connsiteX474" fmla="*/ 1100671 w 7467600"/>
              <a:gd name="connsiteY474" fmla="*/ 6252137 h 6858000"/>
              <a:gd name="connsiteX475" fmla="*/ 1090144 w 7467600"/>
              <a:gd name="connsiteY475" fmla="*/ 6256748 h 6858000"/>
              <a:gd name="connsiteX476" fmla="*/ 1095872 w 7467600"/>
              <a:gd name="connsiteY476" fmla="*/ 6271892 h 6858000"/>
              <a:gd name="connsiteX477" fmla="*/ 262785 w 7467600"/>
              <a:gd name="connsiteY477" fmla="*/ 6845450 h 6858000"/>
              <a:gd name="connsiteX478" fmla="*/ 209968 w 7467600"/>
              <a:gd name="connsiteY478" fmla="*/ 6770713 h 6858000"/>
              <a:gd name="connsiteX479" fmla="*/ 873460 w 7467600"/>
              <a:gd name="connsiteY479" fmla="*/ 6253768 h 6858000"/>
              <a:gd name="connsiteX480" fmla="*/ 192686 w 7467600"/>
              <a:gd name="connsiteY480" fmla="*/ 5849257 h 6858000"/>
              <a:gd name="connsiteX481" fmla="*/ 4696 w 7467600"/>
              <a:gd name="connsiteY481" fmla="*/ 5697668 h 6858000"/>
              <a:gd name="connsiteX482" fmla="*/ 0 w 7467600"/>
              <a:gd name="connsiteY482" fmla="*/ 5689984 h 6858000"/>
              <a:gd name="connsiteX483" fmla="*/ 0 w 7467600"/>
              <a:gd name="connsiteY483" fmla="*/ 5513472 h 6858000"/>
              <a:gd name="connsiteX484" fmla="*/ 174101 w 7467600"/>
              <a:gd name="connsiteY484" fmla="*/ 5620277 h 6858000"/>
              <a:gd name="connsiteX485" fmla="*/ 891800 w 7467600"/>
              <a:gd name="connsiteY485" fmla="*/ 6036935 h 6858000"/>
              <a:gd name="connsiteX486" fmla="*/ 1072219 w 7467600"/>
              <a:gd name="connsiteY486" fmla="*/ 6169443 h 6858000"/>
              <a:gd name="connsiteX487" fmla="*/ 1074117 w 7467600"/>
              <a:gd name="connsiteY487" fmla="*/ 6170301 h 6858000"/>
              <a:gd name="connsiteX488" fmla="*/ 1083114 w 7467600"/>
              <a:gd name="connsiteY488" fmla="*/ 6174131 h 6858000"/>
              <a:gd name="connsiteX489" fmla="*/ 1543010 w 7467600"/>
              <a:gd name="connsiteY489" fmla="*/ 6191140 h 6858000"/>
              <a:gd name="connsiteX490" fmla="*/ 1551080 w 7467600"/>
              <a:gd name="connsiteY490" fmla="*/ 6195006 h 6858000"/>
              <a:gd name="connsiteX491" fmla="*/ 2345443 w 7467600"/>
              <a:gd name="connsiteY491" fmla="*/ 5549882 h 6858000"/>
              <a:gd name="connsiteX492" fmla="*/ 1721499 w 7467600"/>
              <a:gd name="connsiteY492" fmla="*/ 5599969 h 6858000"/>
              <a:gd name="connsiteX493" fmla="*/ 767716 w 7467600"/>
              <a:gd name="connsiteY493" fmla="*/ 5472768 h 6858000"/>
              <a:gd name="connsiteX494" fmla="*/ 722147 w 7467600"/>
              <a:gd name="connsiteY494" fmla="*/ 5393091 h 6858000"/>
              <a:gd name="connsiteX495" fmla="*/ 1485552 w 7467600"/>
              <a:gd name="connsiteY495" fmla="*/ 5313202 h 6858000"/>
              <a:gd name="connsiteX496" fmla="*/ 2143004 w 7467600"/>
              <a:gd name="connsiteY496" fmla="*/ 5402420 h 6858000"/>
              <a:gd name="connsiteX497" fmla="*/ 1933391 w 7467600"/>
              <a:gd name="connsiteY497" fmla="*/ 5156971 h 6858000"/>
              <a:gd name="connsiteX498" fmla="*/ 1827118 w 7467600"/>
              <a:gd name="connsiteY498" fmla="*/ 4968410 h 6858000"/>
              <a:gd name="connsiteX499" fmla="*/ 1837349 w 7467600"/>
              <a:gd name="connsiteY499" fmla="*/ 4956357 h 6858000"/>
              <a:gd name="connsiteX500" fmla="*/ 2162835 w 7467600"/>
              <a:gd name="connsiteY500" fmla="*/ 5187853 h 6858000"/>
              <a:gd name="connsiteX501" fmla="*/ 2257167 w 7467600"/>
              <a:gd name="connsiteY501" fmla="*/ 5462123 h 6858000"/>
              <a:gd name="connsiteX502" fmla="*/ 2261598 w 7467600"/>
              <a:gd name="connsiteY502" fmla="*/ 5467998 h 6858000"/>
              <a:gd name="connsiteX503" fmla="*/ 2437177 w 7467600"/>
              <a:gd name="connsiteY503" fmla="*/ 5479608 h 6858000"/>
              <a:gd name="connsiteX504" fmla="*/ 2445247 w 7467600"/>
              <a:gd name="connsiteY504" fmla="*/ 5483476 h 6858000"/>
              <a:gd name="connsiteX505" fmla="*/ 2743626 w 7467600"/>
              <a:gd name="connsiteY505" fmla="*/ 5304819 h 6858000"/>
              <a:gd name="connsiteX506" fmla="*/ 3048102 w 7467600"/>
              <a:gd name="connsiteY506" fmla="*/ 5150595 h 6858000"/>
              <a:gd name="connsiteX507" fmla="*/ 1799414 w 7467600"/>
              <a:gd name="connsiteY507" fmla="*/ 4694732 h 6858000"/>
              <a:gd name="connsiteX508" fmla="*/ 1771735 w 7467600"/>
              <a:gd name="connsiteY508" fmla="*/ 4619929 h 6858000"/>
              <a:gd name="connsiteX509" fmla="*/ 3104273 w 7467600"/>
              <a:gd name="connsiteY509" fmla="*/ 5076159 h 6858000"/>
              <a:gd name="connsiteX510" fmla="*/ 3113245 w 7467600"/>
              <a:gd name="connsiteY510" fmla="*/ 5090705 h 6858000"/>
              <a:gd name="connsiteX511" fmla="*/ 3126294 w 7467600"/>
              <a:gd name="connsiteY511" fmla="*/ 5114400 h 6858000"/>
              <a:gd name="connsiteX512" fmla="*/ 3937433 w 7467600"/>
              <a:gd name="connsiteY512" fmla="*/ 4830473 h 6858000"/>
              <a:gd name="connsiteX513" fmla="*/ 3590475 w 7467600"/>
              <a:gd name="connsiteY513" fmla="*/ 4597974 h 6858000"/>
              <a:gd name="connsiteX514" fmla="*/ 3100264 w 7467600"/>
              <a:gd name="connsiteY514" fmla="*/ 4579845 h 6858000"/>
              <a:gd name="connsiteX515" fmla="*/ 2183576 w 7467600"/>
              <a:gd name="connsiteY515" fmla="*/ 4227150 h 6858000"/>
              <a:gd name="connsiteX516" fmla="*/ 2151029 w 7467600"/>
              <a:gd name="connsiteY516" fmla="*/ 4146947 h 6858000"/>
              <a:gd name="connsiteX517" fmla="*/ 3563434 w 7467600"/>
              <a:gd name="connsiteY517" fmla="*/ 4469115 h 6858000"/>
              <a:gd name="connsiteX518" fmla="*/ 3177952 w 7467600"/>
              <a:gd name="connsiteY518" fmla="*/ 3657386 h 6858000"/>
              <a:gd name="connsiteX519" fmla="*/ 3189263 w 7467600"/>
              <a:gd name="connsiteY519" fmla="*/ 3625726 h 6858000"/>
              <a:gd name="connsiteX520" fmla="*/ 3560912 w 7467600"/>
              <a:gd name="connsiteY520" fmla="*/ 4079863 h 6858000"/>
              <a:gd name="connsiteX521" fmla="*/ 3626636 w 7467600"/>
              <a:gd name="connsiteY521" fmla="*/ 4512230 h 6858000"/>
              <a:gd name="connsiteX522" fmla="*/ 3653088 w 7467600"/>
              <a:gd name="connsiteY522" fmla="*/ 4521417 h 6858000"/>
              <a:gd name="connsiteX523" fmla="*/ 3988128 w 7467600"/>
              <a:gd name="connsiteY523" fmla="*/ 4817267 h 6858000"/>
              <a:gd name="connsiteX524" fmla="*/ 4830582 w 7467600"/>
              <a:gd name="connsiteY524" fmla="*/ 4676000 h 6858000"/>
              <a:gd name="connsiteX525" fmla="*/ 4830100 w 7467600"/>
              <a:gd name="connsiteY525" fmla="*/ 4675554 h 6858000"/>
              <a:gd name="connsiteX526" fmla="*/ 4036318 w 7467600"/>
              <a:gd name="connsiteY526" fmla="*/ 4147013 h 6858000"/>
              <a:gd name="connsiteX527" fmla="*/ 3432098 w 7467600"/>
              <a:gd name="connsiteY527" fmla="*/ 3537312 h 6858000"/>
              <a:gd name="connsiteX528" fmla="*/ 3446761 w 7467600"/>
              <a:gd name="connsiteY528" fmla="*/ 3461278 h 6858000"/>
              <a:gd name="connsiteX529" fmla="*/ 4419733 w 7467600"/>
              <a:gd name="connsiteY529" fmla="*/ 3963555 h 6858000"/>
              <a:gd name="connsiteX530" fmla="*/ 4781371 w 7467600"/>
              <a:gd name="connsiteY530" fmla="*/ 4458604 h 6858000"/>
              <a:gd name="connsiteX531" fmla="*/ 4780440 w 7467600"/>
              <a:gd name="connsiteY531" fmla="*/ 4470290 h 6858000"/>
              <a:gd name="connsiteX532" fmla="*/ 4898954 w 7467600"/>
              <a:gd name="connsiteY532" fmla="*/ 4662092 h 6858000"/>
              <a:gd name="connsiteX533" fmla="*/ 4900699 w 7467600"/>
              <a:gd name="connsiteY533" fmla="*/ 4670867 h 6858000"/>
              <a:gd name="connsiteX534" fmla="*/ 5714511 w 7467600"/>
              <a:gd name="connsiteY534" fmla="*/ 4663483 h 6858000"/>
              <a:gd name="connsiteX535" fmla="*/ 5464793 w 7467600"/>
              <a:gd name="connsiteY535" fmla="*/ 4393556 h 6858000"/>
              <a:gd name="connsiteX536" fmla="*/ 5461897 w 7467600"/>
              <a:gd name="connsiteY536" fmla="*/ 4390879 h 6858000"/>
              <a:gd name="connsiteX537" fmla="*/ 4294126 w 7467600"/>
              <a:gd name="connsiteY537" fmla="*/ 3303048 h 6858000"/>
              <a:gd name="connsiteX538" fmla="*/ 4305321 w 7467600"/>
              <a:gd name="connsiteY538" fmla="*/ 3256953 h 6858000"/>
              <a:gd name="connsiteX539" fmla="*/ 4949299 w 7467600"/>
              <a:gd name="connsiteY539" fmla="*/ 3766336 h 6858000"/>
              <a:gd name="connsiteX540" fmla="*/ 5291452 w 7467600"/>
              <a:gd name="connsiteY540" fmla="*/ 4076801 h 6858000"/>
              <a:gd name="connsiteX541" fmla="*/ 5434998 w 7467600"/>
              <a:gd name="connsiteY541" fmla="*/ 4254100 h 6858000"/>
              <a:gd name="connsiteX542" fmla="*/ 5351015 w 7467600"/>
              <a:gd name="connsiteY542" fmla="*/ 3760989 h 6858000"/>
              <a:gd name="connsiteX543" fmla="*/ 5413780 w 7467600"/>
              <a:gd name="connsiteY543" fmla="*/ 2966265 h 6858000"/>
              <a:gd name="connsiteX544" fmla="*/ 5425627 w 7467600"/>
              <a:gd name="connsiteY544" fmla="*/ 2954192 h 6858000"/>
              <a:gd name="connsiteX545" fmla="*/ 6604735 w 7467600"/>
              <a:gd name="connsiteY545" fmla="*/ 2041381 h 6858000"/>
              <a:gd name="connsiteX546" fmla="*/ 7204487 w 7467600"/>
              <a:gd name="connsiteY546" fmla="*/ 2742112 h 6858000"/>
              <a:gd name="connsiteX547" fmla="*/ 7131592 w 7467600"/>
              <a:gd name="connsiteY547" fmla="*/ 2672096 h 6858000"/>
              <a:gd name="connsiteX548" fmla="*/ 6996344 w 7467600"/>
              <a:gd name="connsiteY548" fmla="*/ 2518310 h 6858000"/>
              <a:gd name="connsiteX549" fmla="*/ 6735495 w 7467600"/>
              <a:gd name="connsiteY549" fmla="*/ 2196890 h 6858000"/>
              <a:gd name="connsiteX550" fmla="*/ 6721901 w 7467600"/>
              <a:gd name="connsiteY550" fmla="*/ 2179274 h 6858000"/>
              <a:gd name="connsiteX551" fmla="*/ 6604735 w 7467600"/>
              <a:gd name="connsiteY551" fmla="*/ 2041381 h 6858000"/>
              <a:gd name="connsiteX552" fmla="*/ 6591670 w 7467600"/>
              <a:gd name="connsiteY552" fmla="*/ 1988277 h 6858000"/>
              <a:gd name="connsiteX553" fmla="*/ 6747349 w 7467600"/>
              <a:gd name="connsiteY553" fmla="*/ 2160069 h 6858000"/>
              <a:gd name="connsiteX554" fmla="*/ 6760943 w 7467600"/>
              <a:gd name="connsiteY554" fmla="*/ 2177686 h 6858000"/>
              <a:gd name="connsiteX555" fmla="*/ 7021065 w 7467600"/>
              <a:gd name="connsiteY555" fmla="*/ 2498102 h 6858000"/>
              <a:gd name="connsiteX556" fmla="*/ 7155223 w 7467600"/>
              <a:gd name="connsiteY556" fmla="*/ 2650386 h 6858000"/>
              <a:gd name="connsiteX557" fmla="*/ 7203167 w 7467600"/>
              <a:gd name="connsiteY557" fmla="*/ 2697288 h 6858000"/>
              <a:gd name="connsiteX558" fmla="*/ 6937703 w 7467600"/>
              <a:gd name="connsiteY558" fmla="*/ 2321981 h 6858000"/>
              <a:gd name="connsiteX559" fmla="*/ 6591670 w 7467600"/>
              <a:gd name="connsiteY559" fmla="*/ 1988277 h 6858000"/>
              <a:gd name="connsiteX560" fmla="*/ 5798671 w 7467600"/>
              <a:gd name="connsiteY560" fmla="*/ 1981601 h 6858000"/>
              <a:gd name="connsiteX561" fmla="*/ 5754709 w 7467600"/>
              <a:gd name="connsiteY561" fmla="*/ 2071454 h 6858000"/>
              <a:gd name="connsiteX562" fmla="*/ 5763044 w 7467600"/>
              <a:gd name="connsiteY562" fmla="*/ 2842206 h 6858000"/>
              <a:gd name="connsiteX563" fmla="*/ 5764974 w 7467600"/>
              <a:gd name="connsiteY563" fmla="*/ 2799609 h 6858000"/>
              <a:gd name="connsiteX564" fmla="*/ 5767665 w 7467600"/>
              <a:gd name="connsiteY564" fmla="*/ 2666409 h 6858000"/>
              <a:gd name="connsiteX565" fmla="*/ 5763055 w 7467600"/>
              <a:gd name="connsiteY565" fmla="*/ 2579705 h 6858000"/>
              <a:gd name="connsiteX566" fmla="*/ 5758079 w 7467600"/>
              <a:gd name="connsiteY566" fmla="*/ 2492508 h 6858000"/>
              <a:gd name="connsiteX567" fmla="*/ 5779325 w 7467600"/>
              <a:gd name="connsiteY567" fmla="*/ 2197069 h 6858000"/>
              <a:gd name="connsiteX568" fmla="*/ 5798671 w 7467600"/>
              <a:gd name="connsiteY568" fmla="*/ 1981601 h 6858000"/>
              <a:gd name="connsiteX569" fmla="*/ 5829202 w 7467600"/>
              <a:gd name="connsiteY569" fmla="*/ 1971679 h 6858000"/>
              <a:gd name="connsiteX570" fmla="*/ 5809558 w 7467600"/>
              <a:gd name="connsiteY570" fmla="*/ 2198043 h 6858000"/>
              <a:gd name="connsiteX571" fmla="*/ 5788653 w 7467600"/>
              <a:gd name="connsiteY571" fmla="*/ 2489430 h 6858000"/>
              <a:gd name="connsiteX572" fmla="*/ 5793439 w 7467600"/>
              <a:gd name="connsiteY572" fmla="*/ 2575235 h 6858000"/>
              <a:gd name="connsiteX573" fmla="*/ 5796837 w 7467600"/>
              <a:gd name="connsiteY573" fmla="*/ 2637633 h 6858000"/>
              <a:gd name="connsiteX574" fmla="*/ 5818614 w 7467600"/>
              <a:gd name="connsiteY574" fmla="*/ 2473055 h 6858000"/>
              <a:gd name="connsiteX575" fmla="*/ 5829202 w 7467600"/>
              <a:gd name="connsiteY575" fmla="*/ 1971679 h 6858000"/>
              <a:gd name="connsiteX576" fmla="*/ 5911389 w 7467600"/>
              <a:gd name="connsiteY576" fmla="*/ 1898371 h 6858000"/>
              <a:gd name="connsiteX577" fmla="*/ 6237627 w 7467600"/>
              <a:gd name="connsiteY577" fmla="*/ 2231921 h 6858000"/>
              <a:gd name="connsiteX578" fmla="*/ 5911389 w 7467600"/>
              <a:gd name="connsiteY578" fmla="*/ 1898371 h 6858000"/>
              <a:gd name="connsiteX579" fmla="*/ 6944437 w 7467600"/>
              <a:gd name="connsiteY579" fmla="*/ 1575402 h 6858000"/>
              <a:gd name="connsiteX580" fmla="*/ 6304730 w 7467600"/>
              <a:gd name="connsiteY580" fmla="*/ 1766654 h 6858000"/>
              <a:gd name="connsiteX581" fmla="*/ 6944437 w 7467600"/>
              <a:gd name="connsiteY581" fmla="*/ 1575402 h 6858000"/>
              <a:gd name="connsiteX582" fmla="*/ 7019523 w 7467600"/>
              <a:gd name="connsiteY582" fmla="*/ 1519450 h 6858000"/>
              <a:gd name="connsiteX583" fmla="*/ 6298091 w 7467600"/>
              <a:gd name="connsiteY583" fmla="*/ 1737122 h 6858000"/>
              <a:gd name="connsiteX584" fmla="*/ 7019523 w 7467600"/>
              <a:gd name="connsiteY584" fmla="*/ 1519450 h 6858000"/>
              <a:gd name="connsiteX585" fmla="*/ 2399523 w 7467600"/>
              <a:gd name="connsiteY585" fmla="*/ 1428234 h 6858000"/>
              <a:gd name="connsiteX586" fmla="*/ 2224982 w 7467600"/>
              <a:gd name="connsiteY586" fmla="*/ 1826201 h 6858000"/>
              <a:gd name="connsiteX587" fmla="*/ 2096099 w 7467600"/>
              <a:gd name="connsiteY587" fmla="*/ 2345900 h 6858000"/>
              <a:gd name="connsiteX588" fmla="*/ 2283317 w 7467600"/>
              <a:gd name="connsiteY588" fmla="*/ 1796925 h 6858000"/>
              <a:gd name="connsiteX589" fmla="*/ 2399523 w 7467600"/>
              <a:gd name="connsiteY589" fmla="*/ 1428234 h 6858000"/>
              <a:gd name="connsiteX590" fmla="*/ 2448558 w 7467600"/>
              <a:gd name="connsiteY590" fmla="*/ 1373435 h 6858000"/>
              <a:gd name="connsiteX591" fmla="*/ 2312521 w 7467600"/>
              <a:gd name="connsiteY591" fmla="*/ 1806140 h 6858000"/>
              <a:gd name="connsiteX592" fmla="*/ 2127533 w 7467600"/>
              <a:gd name="connsiteY592" fmla="*/ 2348380 h 6858000"/>
              <a:gd name="connsiteX593" fmla="*/ 2358080 w 7467600"/>
              <a:gd name="connsiteY593" fmla="*/ 1866134 h 6858000"/>
              <a:gd name="connsiteX594" fmla="*/ 2407436 w 7467600"/>
              <a:gd name="connsiteY594" fmla="*/ 1651070 h 6858000"/>
              <a:gd name="connsiteX595" fmla="*/ 2448558 w 7467600"/>
              <a:gd name="connsiteY595" fmla="*/ 1373435 h 6858000"/>
              <a:gd name="connsiteX596" fmla="*/ 278707 w 7467600"/>
              <a:gd name="connsiteY596" fmla="*/ 1352270 h 6858000"/>
              <a:gd name="connsiteX597" fmla="*/ 321570 w 7467600"/>
              <a:gd name="connsiteY597" fmla="*/ 1861610 h 6858000"/>
              <a:gd name="connsiteX598" fmla="*/ 294281 w 7467600"/>
              <a:gd name="connsiteY598" fmla="*/ 1440658 h 6858000"/>
              <a:gd name="connsiteX599" fmla="*/ 278707 w 7467600"/>
              <a:gd name="connsiteY599" fmla="*/ 1352270 h 6858000"/>
              <a:gd name="connsiteX600" fmla="*/ 1423821 w 7467600"/>
              <a:gd name="connsiteY600" fmla="*/ 1351958 h 6858000"/>
              <a:gd name="connsiteX601" fmla="*/ 1638521 w 7467600"/>
              <a:gd name="connsiteY601" fmla="*/ 1908470 h 6858000"/>
              <a:gd name="connsiteX602" fmla="*/ 1754199 w 7467600"/>
              <a:gd name="connsiteY602" fmla="*/ 2149284 h 6858000"/>
              <a:gd name="connsiteX603" fmla="*/ 1908359 w 7467600"/>
              <a:gd name="connsiteY603" fmla="*/ 2364988 h 6858000"/>
              <a:gd name="connsiteX604" fmla="*/ 1647661 w 7467600"/>
              <a:gd name="connsiteY604" fmla="*/ 1825945 h 6858000"/>
              <a:gd name="connsiteX605" fmla="*/ 1423821 w 7467600"/>
              <a:gd name="connsiteY605" fmla="*/ 1351958 h 6858000"/>
              <a:gd name="connsiteX606" fmla="*/ 1431890 w 7467600"/>
              <a:gd name="connsiteY606" fmla="*/ 1306475 h 6858000"/>
              <a:gd name="connsiteX607" fmla="*/ 1507597 w 7467600"/>
              <a:gd name="connsiteY607" fmla="*/ 1446132 h 6858000"/>
              <a:gd name="connsiteX608" fmla="*/ 1674586 w 7467600"/>
              <a:gd name="connsiteY608" fmla="*/ 1813832 h 6858000"/>
              <a:gd name="connsiteX609" fmla="*/ 1815950 w 7467600"/>
              <a:gd name="connsiteY609" fmla="*/ 2128564 h 6858000"/>
              <a:gd name="connsiteX610" fmla="*/ 1984242 w 7467600"/>
              <a:gd name="connsiteY610" fmla="*/ 2430829 h 6858000"/>
              <a:gd name="connsiteX611" fmla="*/ 2014023 w 7467600"/>
              <a:gd name="connsiteY611" fmla="*/ 2450995 h 6858000"/>
              <a:gd name="connsiteX612" fmla="*/ 1747337 w 7467600"/>
              <a:gd name="connsiteY612" fmla="*/ 1855264 h 6858000"/>
              <a:gd name="connsiteX613" fmla="*/ 1533749 w 7467600"/>
              <a:gd name="connsiteY613" fmla="*/ 1478656 h 6858000"/>
              <a:gd name="connsiteX614" fmla="*/ 1431890 w 7467600"/>
              <a:gd name="connsiteY614" fmla="*/ 1306475 h 6858000"/>
              <a:gd name="connsiteX615" fmla="*/ 5052692 w 7467600"/>
              <a:gd name="connsiteY615" fmla="*/ 1292994 h 6858000"/>
              <a:gd name="connsiteX616" fmla="*/ 5200661 w 7467600"/>
              <a:gd name="connsiteY616" fmla="*/ 1635186 h 6858000"/>
              <a:gd name="connsiteX617" fmla="*/ 5297138 w 7467600"/>
              <a:gd name="connsiteY617" fmla="*/ 1906351 h 6858000"/>
              <a:gd name="connsiteX618" fmla="*/ 5052692 w 7467600"/>
              <a:gd name="connsiteY618" fmla="*/ 1292994 h 6858000"/>
              <a:gd name="connsiteX619" fmla="*/ 5009948 w 7467600"/>
              <a:gd name="connsiteY619" fmla="*/ 1273619 h 6858000"/>
              <a:gd name="connsiteX620" fmla="*/ 5121777 w 7467600"/>
              <a:gd name="connsiteY620" fmla="*/ 1654213 h 6858000"/>
              <a:gd name="connsiteX621" fmla="*/ 5293545 w 7467600"/>
              <a:gd name="connsiteY621" fmla="*/ 2072247 h 6858000"/>
              <a:gd name="connsiteX622" fmla="*/ 5294042 w 7467600"/>
              <a:gd name="connsiteY622" fmla="*/ 2065019 h 6858000"/>
              <a:gd name="connsiteX623" fmla="*/ 5171936 w 7467600"/>
              <a:gd name="connsiteY623" fmla="*/ 1647613 h 6858000"/>
              <a:gd name="connsiteX624" fmla="*/ 5009948 w 7467600"/>
              <a:gd name="connsiteY624" fmla="*/ 1273619 h 6858000"/>
              <a:gd name="connsiteX625" fmla="*/ 655236 w 7467600"/>
              <a:gd name="connsiteY625" fmla="*/ 1268632 h 6858000"/>
              <a:gd name="connsiteX626" fmla="*/ 839521 w 7467600"/>
              <a:gd name="connsiteY626" fmla="*/ 1685315 h 6858000"/>
              <a:gd name="connsiteX627" fmla="*/ 1109416 w 7467600"/>
              <a:gd name="connsiteY627" fmla="*/ 2061663 h 6858000"/>
              <a:gd name="connsiteX628" fmla="*/ 1298300 w 7467600"/>
              <a:gd name="connsiteY628" fmla="*/ 2247742 h 6858000"/>
              <a:gd name="connsiteX629" fmla="*/ 1125871 w 7467600"/>
              <a:gd name="connsiteY629" fmla="*/ 1989513 h 6858000"/>
              <a:gd name="connsiteX630" fmla="*/ 981574 w 7467600"/>
              <a:gd name="connsiteY630" fmla="*/ 1783157 h 6858000"/>
              <a:gd name="connsiteX631" fmla="*/ 922198 w 7467600"/>
              <a:gd name="connsiteY631" fmla="*/ 1677437 h 6858000"/>
              <a:gd name="connsiteX632" fmla="*/ 869293 w 7467600"/>
              <a:gd name="connsiteY632" fmla="*/ 1583214 h 6858000"/>
              <a:gd name="connsiteX633" fmla="*/ 751431 w 7467600"/>
              <a:gd name="connsiteY633" fmla="*/ 1405731 h 6858000"/>
              <a:gd name="connsiteX634" fmla="*/ 655236 w 7467600"/>
              <a:gd name="connsiteY634" fmla="*/ 1268632 h 6858000"/>
              <a:gd name="connsiteX635" fmla="*/ 6516292 w 7467600"/>
              <a:gd name="connsiteY635" fmla="*/ 1263064 h 6858000"/>
              <a:gd name="connsiteX636" fmla="*/ 5736320 w 7467600"/>
              <a:gd name="connsiteY636" fmla="*/ 1501803 h 6858000"/>
              <a:gd name="connsiteX637" fmla="*/ 6516292 w 7467600"/>
              <a:gd name="connsiteY637" fmla="*/ 1263064 h 6858000"/>
              <a:gd name="connsiteX638" fmla="*/ 291466 w 7467600"/>
              <a:gd name="connsiteY638" fmla="*/ 1250369 h 6858000"/>
              <a:gd name="connsiteX639" fmla="*/ 323180 w 7467600"/>
              <a:gd name="connsiteY639" fmla="*/ 1435283 h 6858000"/>
              <a:gd name="connsiteX640" fmla="*/ 349381 w 7467600"/>
              <a:gd name="connsiteY640" fmla="*/ 1875041 h 6858000"/>
              <a:gd name="connsiteX641" fmla="*/ 374363 w 7467600"/>
              <a:gd name="connsiteY641" fmla="*/ 1506494 h 6858000"/>
              <a:gd name="connsiteX642" fmla="*/ 302168 w 7467600"/>
              <a:gd name="connsiteY642" fmla="*/ 1274495 h 6858000"/>
              <a:gd name="connsiteX643" fmla="*/ 291466 w 7467600"/>
              <a:gd name="connsiteY643" fmla="*/ 1250369 h 6858000"/>
              <a:gd name="connsiteX644" fmla="*/ 678222 w 7467600"/>
              <a:gd name="connsiteY644" fmla="*/ 1248670 h 6858000"/>
              <a:gd name="connsiteX645" fmla="*/ 775536 w 7467600"/>
              <a:gd name="connsiteY645" fmla="*/ 1388015 h 6858000"/>
              <a:gd name="connsiteX646" fmla="*/ 894529 w 7467600"/>
              <a:gd name="connsiteY646" fmla="*/ 1567739 h 6858000"/>
              <a:gd name="connsiteX647" fmla="*/ 948000 w 7467600"/>
              <a:gd name="connsiteY647" fmla="*/ 1663088 h 6858000"/>
              <a:gd name="connsiteX648" fmla="*/ 1006812 w 7467600"/>
              <a:gd name="connsiteY648" fmla="*/ 1767683 h 6858000"/>
              <a:gd name="connsiteX649" fmla="*/ 1149133 w 7467600"/>
              <a:gd name="connsiteY649" fmla="*/ 1971513 h 6858000"/>
              <a:gd name="connsiteX650" fmla="*/ 1333952 w 7467600"/>
              <a:gd name="connsiteY650" fmla="*/ 2251620 h 6858000"/>
              <a:gd name="connsiteX651" fmla="*/ 1337329 w 7467600"/>
              <a:gd name="connsiteY651" fmla="*/ 2258350 h 6858000"/>
              <a:gd name="connsiteX652" fmla="*/ 1014726 w 7467600"/>
              <a:gd name="connsiteY652" fmla="*/ 1615556 h 6858000"/>
              <a:gd name="connsiteX653" fmla="*/ 678222 w 7467600"/>
              <a:gd name="connsiteY653" fmla="*/ 1248670 h 6858000"/>
              <a:gd name="connsiteX654" fmla="*/ 6691602 w 7467600"/>
              <a:gd name="connsiteY654" fmla="*/ 1140573 h 6858000"/>
              <a:gd name="connsiteX655" fmla="*/ 6571100 w 7467600"/>
              <a:gd name="connsiteY655" fmla="*/ 1183662 h 6858000"/>
              <a:gd name="connsiteX656" fmla="*/ 6241687 w 7467600"/>
              <a:gd name="connsiteY656" fmla="*/ 1257600 h 6858000"/>
              <a:gd name="connsiteX657" fmla="*/ 5693009 w 7467600"/>
              <a:gd name="connsiteY657" fmla="*/ 1478256 h 6858000"/>
              <a:gd name="connsiteX658" fmla="*/ 6548420 w 7467600"/>
              <a:gd name="connsiteY658" fmla="*/ 1214599 h 6858000"/>
              <a:gd name="connsiteX659" fmla="*/ 6605473 w 7467600"/>
              <a:gd name="connsiteY659" fmla="*/ 1184686 h 6858000"/>
              <a:gd name="connsiteX660" fmla="*/ 6691602 w 7467600"/>
              <a:gd name="connsiteY660" fmla="*/ 1140573 h 6858000"/>
              <a:gd name="connsiteX661" fmla="*/ 4002475 w 7467600"/>
              <a:gd name="connsiteY661" fmla="*/ 1037802 h 6858000"/>
              <a:gd name="connsiteX662" fmla="*/ 4000324 w 7467600"/>
              <a:gd name="connsiteY662" fmla="*/ 1039362 h 6858000"/>
              <a:gd name="connsiteX663" fmla="*/ 4002862 w 7467600"/>
              <a:gd name="connsiteY663" fmla="*/ 1042866 h 6858000"/>
              <a:gd name="connsiteX664" fmla="*/ 4002475 w 7467600"/>
              <a:gd name="connsiteY664" fmla="*/ 1037802 h 6858000"/>
              <a:gd name="connsiteX665" fmla="*/ 506322 w 7467600"/>
              <a:gd name="connsiteY665" fmla="*/ 1020997 h 6858000"/>
              <a:gd name="connsiteX666" fmla="*/ 533068 w 7467600"/>
              <a:gd name="connsiteY666" fmla="*/ 1029409 h 6858000"/>
              <a:gd name="connsiteX667" fmla="*/ 1232525 w 7467600"/>
              <a:gd name="connsiteY667" fmla="*/ 1804675 h 6858000"/>
              <a:gd name="connsiteX668" fmla="*/ 1388858 w 7467600"/>
              <a:gd name="connsiteY668" fmla="*/ 2368011 h 6858000"/>
              <a:gd name="connsiteX669" fmla="*/ 1384098 w 7467600"/>
              <a:gd name="connsiteY669" fmla="*/ 2378125 h 6858000"/>
              <a:gd name="connsiteX670" fmla="*/ 1425393 w 7467600"/>
              <a:gd name="connsiteY670" fmla="*/ 2589124 h 6858000"/>
              <a:gd name="connsiteX671" fmla="*/ 1424001 w 7467600"/>
              <a:gd name="connsiteY671" fmla="*/ 2597541 h 6858000"/>
              <a:gd name="connsiteX672" fmla="*/ 2152729 w 7467600"/>
              <a:gd name="connsiteY672" fmla="*/ 2864487 h 6858000"/>
              <a:gd name="connsiteX673" fmla="*/ 2020609 w 7467600"/>
              <a:gd name="connsiteY673" fmla="*/ 2539671 h 6858000"/>
              <a:gd name="connsiteX674" fmla="*/ 2018920 w 7467600"/>
              <a:gd name="connsiteY674" fmla="*/ 2536309 h 6858000"/>
              <a:gd name="connsiteX675" fmla="*/ 1342441 w 7467600"/>
              <a:gd name="connsiteY675" fmla="*/ 1173017 h 6858000"/>
              <a:gd name="connsiteX676" fmla="*/ 1367925 w 7467600"/>
              <a:gd name="connsiteY676" fmla="*/ 1135648 h 6858000"/>
              <a:gd name="connsiteX677" fmla="*/ 1771401 w 7467600"/>
              <a:gd name="connsiteY677" fmla="*/ 1806673 h 6858000"/>
              <a:gd name="connsiteX678" fmla="*/ 1972385 w 7467600"/>
              <a:gd name="connsiteY678" fmla="*/ 2198735 h 6858000"/>
              <a:gd name="connsiteX679" fmla="*/ 2040892 w 7467600"/>
              <a:gd name="connsiteY679" fmla="*/ 2405205 h 6858000"/>
              <a:gd name="connsiteX680" fmla="*/ 2131689 w 7467600"/>
              <a:gd name="connsiteY680" fmla="*/ 1936926 h 6858000"/>
              <a:gd name="connsiteX681" fmla="*/ 2454820 w 7467600"/>
              <a:gd name="connsiteY681" fmla="*/ 1248808 h 6858000"/>
              <a:gd name="connsiteX682" fmla="*/ 2492512 w 7467600"/>
              <a:gd name="connsiteY682" fmla="*/ 1302920 h 6858000"/>
              <a:gd name="connsiteX683" fmla="*/ 2081216 w 7467600"/>
              <a:gd name="connsiteY683" fmla="*/ 2527513 h 6858000"/>
              <a:gd name="connsiteX684" fmla="*/ 2081211 w 7467600"/>
              <a:gd name="connsiteY684" fmla="*/ 2528916 h 6858000"/>
              <a:gd name="connsiteX685" fmla="*/ 2199067 w 7467600"/>
              <a:gd name="connsiteY685" fmla="*/ 2884061 h 6858000"/>
              <a:gd name="connsiteX686" fmla="*/ 3192586 w 7467600"/>
              <a:gd name="connsiteY686" fmla="*/ 3411496 h 6858000"/>
              <a:gd name="connsiteX687" fmla="*/ 3182620 w 7467600"/>
              <a:gd name="connsiteY687" fmla="*/ 3483279 h 6858000"/>
              <a:gd name="connsiteX688" fmla="*/ 2435119 w 7467600"/>
              <a:gd name="connsiteY688" fmla="*/ 3080173 h 6858000"/>
              <a:gd name="connsiteX689" fmla="*/ 2410152 w 7467600"/>
              <a:gd name="connsiteY689" fmla="*/ 3063751 h 6858000"/>
              <a:gd name="connsiteX690" fmla="*/ 2408099 w 7467600"/>
              <a:gd name="connsiteY690" fmla="*/ 3064403 h 6858000"/>
              <a:gd name="connsiteX691" fmla="*/ 2407218 w 7467600"/>
              <a:gd name="connsiteY691" fmla="*/ 3070324 h 6858000"/>
              <a:gd name="connsiteX692" fmla="*/ 2380138 w 7467600"/>
              <a:gd name="connsiteY692" fmla="*/ 3099341 h 6858000"/>
              <a:gd name="connsiteX693" fmla="*/ 1765923 w 7467600"/>
              <a:gd name="connsiteY693" fmla="*/ 3581043 h 6858000"/>
              <a:gd name="connsiteX694" fmla="*/ 1702258 w 7467600"/>
              <a:gd name="connsiteY694" fmla="*/ 3612286 h 6858000"/>
              <a:gd name="connsiteX695" fmla="*/ 1538370 w 7467600"/>
              <a:gd name="connsiteY695" fmla="*/ 3811804 h 6858000"/>
              <a:gd name="connsiteX696" fmla="*/ 542867 w 7467600"/>
              <a:gd name="connsiteY696" fmla="*/ 4944092 h 6858000"/>
              <a:gd name="connsiteX697" fmla="*/ 515800 w 7467600"/>
              <a:gd name="connsiteY697" fmla="*/ 4862180 h 6858000"/>
              <a:gd name="connsiteX698" fmla="*/ 909145 w 7467600"/>
              <a:gd name="connsiteY698" fmla="*/ 4199225 h 6858000"/>
              <a:gd name="connsiteX699" fmla="*/ 1214067 w 7467600"/>
              <a:gd name="connsiteY699" fmla="*/ 3908561 h 6858000"/>
              <a:gd name="connsiteX700" fmla="*/ 640967 w 7467600"/>
              <a:gd name="connsiteY700" fmla="*/ 4105601 h 6858000"/>
              <a:gd name="connsiteX701" fmla="*/ 112563 w 7467600"/>
              <a:gd name="connsiteY701" fmla="*/ 4396952 h 6858000"/>
              <a:gd name="connsiteX702" fmla="*/ 0 w 7467600"/>
              <a:gd name="connsiteY702" fmla="*/ 4466006 h 6858000"/>
              <a:gd name="connsiteX703" fmla="*/ 0 w 7467600"/>
              <a:gd name="connsiteY703" fmla="*/ 4233763 h 6858000"/>
              <a:gd name="connsiteX704" fmla="*/ 36881 w 7467600"/>
              <a:gd name="connsiteY704" fmla="*/ 4200118 h 6858000"/>
              <a:gd name="connsiteX705" fmla="*/ 910534 w 7467600"/>
              <a:gd name="connsiteY705" fmla="*/ 3629753 h 6858000"/>
              <a:gd name="connsiteX706" fmla="*/ 1578717 w 7467600"/>
              <a:gd name="connsiteY706" fmla="*/ 3575982 h 6858000"/>
              <a:gd name="connsiteX707" fmla="*/ 2338780 w 7467600"/>
              <a:gd name="connsiteY707" fmla="*/ 3033725 h 6858000"/>
              <a:gd name="connsiteX708" fmla="*/ 1807991 w 7467600"/>
              <a:gd name="connsiteY708" fmla="*/ 2807184 h 6858000"/>
              <a:gd name="connsiteX709" fmla="*/ 1416358 w 7467600"/>
              <a:gd name="connsiteY709" fmla="*/ 3112571 h 6858000"/>
              <a:gd name="connsiteX710" fmla="*/ 939066 w 7467600"/>
              <a:gd name="connsiteY710" fmla="*/ 3378798 h 6858000"/>
              <a:gd name="connsiteX711" fmla="*/ 115099 w 7467600"/>
              <a:gd name="connsiteY711" fmla="*/ 3607650 h 6858000"/>
              <a:gd name="connsiteX712" fmla="*/ 97284 w 7467600"/>
              <a:gd name="connsiteY712" fmla="*/ 3520393 h 6858000"/>
              <a:gd name="connsiteX713" fmla="*/ 922050 w 7467600"/>
              <a:gd name="connsiteY713" fmla="*/ 3074867 h 6858000"/>
              <a:gd name="connsiteX714" fmla="*/ 1405265 w 7467600"/>
              <a:gd name="connsiteY714" fmla="*/ 3016319 h 6858000"/>
              <a:gd name="connsiteX715" fmla="*/ 1407512 w 7467600"/>
              <a:gd name="connsiteY715" fmla="*/ 3018001 h 6858000"/>
              <a:gd name="connsiteX716" fmla="*/ 1726266 w 7467600"/>
              <a:gd name="connsiteY716" fmla="*/ 2777274 h 6858000"/>
              <a:gd name="connsiteX717" fmla="*/ 625390 w 7467600"/>
              <a:gd name="connsiteY717" fmla="*/ 2514541 h 6858000"/>
              <a:gd name="connsiteX718" fmla="*/ 619799 w 7467600"/>
              <a:gd name="connsiteY718" fmla="*/ 2527180 h 6858000"/>
              <a:gd name="connsiteX719" fmla="*/ 310030 w 7467600"/>
              <a:gd name="connsiteY719" fmla="*/ 2771818 h 6858000"/>
              <a:gd name="connsiteX720" fmla="*/ 173877 w 7467600"/>
              <a:gd name="connsiteY720" fmla="*/ 2937056 h 6858000"/>
              <a:gd name="connsiteX721" fmla="*/ 77889 w 7467600"/>
              <a:gd name="connsiteY721" fmla="*/ 3138440 h 6858000"/>
              <a:gd name="connsiteX722" fmla="*/ 0 w 7467600"/>
              <a:gd name="connsiteY722" fmla="*/ 3271395 h 6858000"/>
              <a:gd name="connsiteX723" fmla="*/ 0 w 7467600"/>
              <a:gd name="connsiteY723" fmla="*/ 3153002 h 6858000"/>
              <a:gd name="connsiteX724" fmla="*/ 2386 w 7467600"/>
              <a:gd name="connsiteY724" fmla="*/ 3149203 h 6858000"/>
              <a:gd name="connsiteX725" fmla="*/ 89753 w 7467600"/>
              <a:gd name="connsiteY725" fmla="*/ 2987702 h 6858000"/>
              <a:gd name="connsiteX726" fmla="*/ 76869 w 7467600"/>
              <a:gd name="connsiteY726" fmla="*/ 3005404 h 6858000"/>
              <a:gd name="connsiteX727" fmla="*/ 32049 w 7467600"/>
              <a:gd name="connsiteY727" fmla="*/ 3065814 h 6858000"/>
              <a:gd name="connsiteX728" fmla="*/ 0 w 7467600"/>
              <a:gd name="connsiteY728" fmla="*/ 3108744 h 6858000"/>
              <a:gd name="connsiteX729" fmla="*/ 0 w 7467600"/>
              <a:gd name="connsiteY729" fmla="*/ 3058059 h 6858000"/>
              <a:gd name="connsiteX730" fmla="*/ 7610 w 7467600"/>
              <a:gd name="connsiteY730" fmla="*/ 3047889 h 6858000"/>
              <a:gd name="connsiteX731" fmla="*/ 52419 w 7467600"/>
              <a:gd name="connsiteY731" fmla="*/ 2987479 h 6858000"/>
              <a:gd name="connsiteX732" fmla="*/ 59142 w 7467600"/>
              <a:gd name="connsiteY732" fmla="*/ 2978488 h 6858000"/>
              <a:gd name="connsiteX733" fmla="*/ 0 w 7467600"/>
              <a:gd name="connsiteY733" fmla="*/ 3015334 h 6858000"/>
              <a:gd name="connsiteX734" fmla="*/ 0 w 7467600"/>
              <a:gd name="connsiteY734" fmla="*/ 2914286 h 6858000"/>
              <a:gd name="connsiteX735" fmla="*/ 36383 w 7467600"/>
              <a:gd name="connsiteY735" fmla="*/ 2901128 h 6858000"/>
              <a:gd name="connsiteX736" fmla="*/ 156329 w 7467600"/>
              <a:gd name="connsiteY736" fmla="*/ 2840533 h 6858000"/>
              <a:gd name="connsiteX737" fmla="*/ 358355 w 7467600"/>
              <a:gd name="connsiteY737" fmla="*/ 2620471 h 6858000"/>
              <a:gd name="connsiteX738" fmla="*/ 510577 w 7467600"/>
              <a:gd name="connsiteY738" fmla="*/ 2501244 h 6858000"/>
              <a:gd name="connsiteX739" fmla="*/ 211967 w 7467600"/>
              <a:gd name="connsiteY739" fmla="*/ 2479171 h 6858000"/>
              <a:gd name="connsiteX740" fmla="*/ 0 w 7467600"/>
              <a:gd name="connsiteY740" fmla="*/ 2476398 h 6858000"/>
              <a:gd name="connsiteX741" fmla="*/ 0 w 7467600"/>
              <a:gd name="connsiteY741" fmla="*/ 2389189 h 6858000"/>
              <a:gd name="connsiteX742" fmla="*/ 103062 w 7467600"/>
              <a:gd name="connsiteY742" fmla="*/ 2389518 h 6858000"/>
              <a:gd name="connsiteX743" fmla="*/ 510734 w 7467600"/>
              <a:gd name="connsiteY743" fmla="*/ 2416201 h 6858000"/>
              <a:gd name="connsiteX744" fmla="*/ 279257 w 7467600"/>
              <a:gd name="connsiteY744" fmla="*/ 2092102 h 6858000"/>
              <a:gd name="connsiteX745" fmla="*/ 65265 w 7467600"/>
              <a:gd name="connsiteY745" fmla="*/ 2006049 h 6858000"/>
              <a:gd name="connsiteX746" fmla="*/ 0 w 7467600"/>
              <a:gd name="connsiteY746" fmla="*/ 1982532 h 6858000"/>
              <a:gd name="connsiteX747" fmla="*/ 0 w 7467600"/>
              <a:gd name="connsiteY747" fmla="*/ 1912789 h 6858000"/>
              <a:gd name="connsiteX748" fmla="*/ 97460 w 7467600"/>
              <a:gd name="connsiteY748" fmla="*/ 1953725 h 6858000"/>
              <a:gd name="connsiteX749" fmla="*/ 221272 w 7467600"/>
              <a:gd name="connsiteY749" fmla="*/ 1980766 h 6858000"/>
              <a:gd name="connsiteX750" fmla="*/ 116765 w 7467600"/>
              <a:gd name="connsiteY750" fmla="*/ 1911033 h 6858000"/>
              <a:gd name="connsiteX751" fmla="*/ 16405 w 7467600"/>
              <a:gd name="connsiteY751" fmla="*/ 1803412 h 6858000"/>
              <a:gd name="connsiteX752" fmla="*/ 0 w 7467600"/>
              <a:gd name="connsiteY752" fmla="*/ 1784777 h 6858000"/>
              <a:gd name="connsiteX753" fmla="*/ 0 w 7467600"/>
              <a:gd name="connsiteY753" fmla="*/ 1740082 h 6858000"/>
              <a:gd name="connsiteX754" fmla="*/ 39394 w 7467600"/>
              <a:gd name="connsiteY754" fmla="*/ 1784856 h 6858000"/>
              <a:gd name="connsiteX755" fmla="*/ 135813 w 7467600"/>
              <a:gd name="connsiteY755" fmla="*/ 1888838 h 6858000"/>
              <a:gd name="connsiteX756" fmla="*/ 242575 w 7467600"/>
              <a:gd name="connsiteY756" fmla="*/ 1958841 h 6858000"/>
              <a:gd name="connsiteX757" fmla="*/ 82197 w 7467600"/>
              <a:gd name="connsiteY757" fmla="*/ 1754826 h 6858000"/>
              <a:gd name="connsiteX758" fmla="*/ 0 w 7467600"/>
              <a:gd name="connsiteY758" fmla="*/ 1679650 h 6858000"/>
              <a:gd name="connsiteX759" fmla="*/ 0 w 7467600"/>
              <a:gd name="connsiteY759" fmla="*/ 1602463 h 6858000"/>
              <a:gd name="connsiteX760" fmla="*/ 84689 w 7467600"/>
              <a:gd name="connsiteY760" fmla="*/ 1677442 h 6858000"/>
              <a:gd name="connsiteX761" fmla="*/ 298437 w 7467600"/>
              <a:gd name="connsiteY761" fmla="*/ 1968019 h 6858000"/>
              <a:gd name="connsiteX762" fmla="*/ 227269 w 7467600"/>
              <a:gd name="connsiteY762" fmla="*/ 1114064 h 6858000"/>
              <a:gd name="connsiteX763" fmla="*/ 248003 w 7467600"/>
              <a:gd name="connsiteY763" fmla="*/ 1089613 h 6858000"/>
              <a:gd name="connsiteX764" fmla="*/ 427020 w 7467600"/>
              <a:gd name="connsiteY764" fmla="*/ 1619803 h 6858000"/>
              <a:gd name="connsiteX765" fmla="*/ 340345 w 7467600"/>
              <a:gd name="connsiteY765" fmla="*/ 2027739 h 6858000"/>
              <a:gd name="connsiteX766" fmla="*/ 360865 w 7467600"/>
              <a:gd name="connsiteY766" fmla="*/ 2044827 h 6858000"/>
              <a:gd name="connsiteX767" fmla="*/ 560414 w 7467600"/>
              <a:gd name="connsiteY767" fmla="*/ 2421457 h 6858000"/>
              <a:gd name="connsiteX768" fmla="*/ 1359703 w 7467600"/>
              <a:gd name="connsiteY768" fmla="*/ 2578554 h 6858000"/>
              <a:gd name="connsiteX769" fmla="*/ 1359422 w 7467600"/>
              <a:gd name="connsiteY769" fmla="*/ 2577994 h 6858000"/>
              <a:gd name="connsiteX770" fmla="*/ 828701 w 7467600"/>
              <a:gd name="connsiteY770" fmla="*/ 1839520 h 6858000"/>
              <a:gd name="connsiteX771" fmla="*/ 494427 w 7467600"/>
              <a:gd name="connsiteY771" fmla="*/ 1092333 h 6858000"/>
              <a:gd name="connsiteX772" fmla="*/ 506322 w 7467600"/>
              <a:gd name="connsiteY772" fmla="*/ 1020997 h 6858000"/>
              <a:gd name="connsiteX773" fmla="*/ 4570198 w 7467600"/>
              <a:gd name="connsiteY773" fmla="*/ 978081 h 6858000"/>
              <a:gd name="connsiteX774" fmla="*/ 4523691 w 7467600"/>
              <a:gd name="connsiteY774" fmla="*/ 1127776 h 6858000"/>
              <a:gd name="connsiteX775" fmla="*/ 4509875 w 7467600"/>
              <a:gd name="connsiteY775" fmla="*/ 1167552 h 6858000"/>
              <a:gd name="connsiteX776" fmla="*/ 4478168 w 7467600"/>
              <a:gd name="connsiteY776" fmla="*/ 1260735 h 6858000"/>
              <a:gd name="connsiteX777" fmla="*/ 4409309 w 7467600"/>
              <a:gd name="connsiteY777" fmla="*/ 1666996 h 6858000"/>
              <a:gd name="connsiteX778" fmla="*/ 4370031 w 7467600"/>
              <a:gd name="connsiteY778" fmla="*/ 1955666 h 6858000"/>
              <a:gd name="connsiteX779" fmla="*/ 4570198 w 7467600"/>
              <a:gd name="connsiteY779" fmla="*/ 978081 h 6858000"/>
              <a:gd name="connsiteX780" fmla="*/ 4557898 w 7467600"/>
              <a:gd name="connsiteY780" fmla="*/ 900011 h 6858000"/>
              <a:gd name="connsiteX781" fmla="*/ 4344840 w 7467600"/>
              <a:gd name="connsiteY781" fmla="*/ 1922038 h 6858000"/>
              <a:gd name="connsiteX782" fmla="*/ 4378710 w 7467600"/>
              <a:gd name="connsiteY782" fmla="*/ 1665516 h 6858000"/>
              <a:gd name="connsiteX783" fmla="*/ 4448798 w 7467600"/>
              <a:gd name="connsiteY783" fmla="*/ 1253024 h 6858000"/>
              <a:gd name="connsiteX784" fmla="*/ 4480315 w 7467600"/>
              <a:gd name="connsiteY784" fmla="*/ 1158454 h 6858000"/>
              <a:gd name="connsiteX785" fmla="*/ 4494133 w 7467600"/>
              <a:gd name="connsiteY785" fmla="*/ 1118676 h 6858000"/>
              <a:gd name="connsiteX786" fmla="*/ 4557898 w 7467600"/>
              <a:gd name="connsiteY786" fmla="*/ 900011 h 6858000"/>
              <a:gd name="connsiteX787" fmla="*/ 5870151 w 7467600"/>
              <a:gd name="connsiteY787" fmla="*/ 898890 h 6858000"/>
              <a:gd name="connsiteX788" fmla="*/ 5861335 w 7467600"/>
              <a:gd name="connsiteY788" fmla="*/ 899177 h 6858000"/>
              <a:gd name="connsiteX789" fmla="*/ 5843702 w 7467600"/>
              <a:gd name="connsiteY789" fmla="*/ 899748 h 6858000"/>
              <a:gd name="connsiteX790" fmla="*/ 5651107 w 7467600"/>
              <a:gd name="connsiteY790" fmla="*/ 920306 h 6858000"/>
              <a:gd name="connsiteX791" fmla="*/ 5459407 w 7467600"/>
              <a:gd name="connsiteY791" fmla="*/ 940975 h 6858000"/>
              <a:gd name="connsiteX792" fmla="*/ 5374846 w 7467600"/>
              <a:gd name="connsiteY792" fmla="*/ 941988 h 6858000"/>
              <a:gd name="connsiteX793" fmla="*/ 5256105 w 7467600"/>
              <a:gd name="connsiteY793" fmla="*/ 945632 h 6858000"/>
              <a:gd name="connsiteX794" fmla="*/ 5107071 w 7467600"/>
              <a:gd name="connsiteY794" fmla="*/ 969720 h 6858000"/>
              <a:gd name="connsiteX795" fmla="*/ 4998681 w 7467600"/>
              <a:gd name="connsiteY795" fmla="*/ 988771 h 6858000"/>
              <a:gd name="connsiteX796" fmla="*/ 5870151 w 7467600"/>
              <a:gd name="connsiteY796" fmla="*/ 898890 h 6858000"/>
              <a:gd name="connsiteX797" fmla="*/ 5504425 w 7467600"/>
              <a:gd name="connsiteY797" fmla="*/ 848067 h 6858000"/>
              <a:gd name="connsiteX798" fmla="*/ 4968849 w 7467600"/>
              <a:gd name="connsiteY798" fmla="*/ 962318 h 6858000"/>
              <a:gd name="connsiteX799" fmla="*/ 5104039 w 7467600"/>
              <a:gd name="connsiteY799" fmla="*/ 940634 h 6858000"/>
              <a:gd name="connsiteX800" fmla="*/ 5256311 w 7467600"/>
              <a:gd name="connsiteY800" fmla="*/ 916490 h 6858000"/>
              <a:gd name="connsiteX801" fmla="*/ 5377381 w 7467600"/>
              <a:gd name="connsiteY801" fmla="*/ 912671 h 6858000"/>
              <a:gd name="connsiteX802" fmla="*/ 5460148 w 7467600"/>
              <a:gd name="connsiteY802" fmla="*/ 911442 h 6858000"/>
              <a:gd name="connsiteX803" fmla="*/ 5648971 w 7467600"/>
              <a:gd name="connsiteY803" fmla="*/ 891331 h 6858000"/>
              <a:gd name="connsiteX804" fmla="*/ 5844807 w 7467600"/>
              <a:gd name="connsiteY804" fmla="*/ 870718 h 6858000"/>
              <a:gd name="connsiteX805" fmla="*/ 5862975 w 7467600"/>
              <a:gd name="connsiteY805" fmla="*/ 869756 h 6858000"/>
              <a:gd name="connsiteX806" fmla="*/ 5920887 w 7467600"/>
              <a:gd name="connsiteY806" fmla="*/ 865929 h 6858000"/>
              <a:gd name="connsiteX807" fmla="*/ 5504425 w 7467600"/>
              <a:gd name="connsiteY807" fmla="*/ 848067 h 6858000"/>
              <a:gd name="connsiteX808" fmla="*/ 3607114 w 7467600"/>
              <a:gd name="connsiteY808" fmla="*/ 467441 h 6858000"/>
              <a:gd name="connsiteX809" fmla="*/ 3296242 w 7467600"/>
              <a:gd name="connsiteY809" fmla="*/ 807991 h 6858000"/>
              <a:gd name="connsiteX810" fmla="*/ 3174674 w 7467600"/>
              <a:gd name="connsiteY810" fmla="*/ 919759 h 6858000"/>
              <a:gd name="connsiteX811" fmla="*/ 3042978 w 7467600"/>
              <a:gd name="connsiteY811" fmla="*/ 1054894 h 6858000"/>
              <a:gd name="connsiteX812" fmla="*/ 2968914 w 7467600"/>
              <a:gd name="connsiteY812" fmla="*/ 1133756 h 6858000"/>
              <a:gd name="connsiteX813" fmla="*/ 3103823 w 7467600"/>
              <a:gd name="connsiteY813" fmla="*/ 1026814 h 6858000"/>
              <a:gd name="connsiteX814" fmla="*/ 3607114 w 7467600"/>
              <a:gd name="connsiteY814" fmla="*/ 467441 h 6858000"/>
              <a:gd name="connsiteX815" fmla="*/ 3744487 w 7467600"/>
              <a:gd name="connsiteY815" fmla="*/ 383136 h 6858000"/>
              <a:gd name="connsiteX816" fmla="*/ 3970213 w 7467600"/>
              <a:gd name="connsiteY816" fmla="*/ 995559 h 6858000"/>
              <a:gd name="connsiteX817" fmla="*/ 3744487 w 7467600"/>
              <a:gd name="connsiteY817" fmla="*/ 383136 h 6858000"/>
              <a:gd name="connsiteX818" fmla="*/ 3624562 w 7467600"/>
              <a:gd name="connsiteY818" fmla="*/ 367041 h 6858000"/>
              <a:gd name="connsiteX819" fmla="*/ 3489712 w 7467600"/>
              <a:gd name="connsiteY819" fmla="*/ 485386 h 6858000"/>
              <a:gd name="connsiteX820" fmla="*/ 3182994 w 7467600"/>
              <a:gd name="connsiteY820" fmla="*/ 828265 h 6858000"/>
              <a:gd name="connsiteX821" fmla="*/ 2892114 w 7467600"/>
              <a:gd name="connsiteY821" fmla="*/ 1172635 h 6858000"/>
              <a:gd name="connsiteX822" fmla="*/ 3021459 w 7467600"/>
              <a:gd name="connsiteY822" fmla="*/ 1035385 h 6858000"/>
              <a:gd name="connsiteX823" fmla="*/ 3153873 w 7467600"/>
              <a:gd name="connsiteY823" fmla="*/ 898971 h 6858000"/>
              <a:gd name="connsiteX824" fmla="*/ 3276511 w 7467600"/>
              <a:gd name="connsiteY824" fmla="*/ 786423 h 6858000"/>
              <a:gd name="connsiteX825" fmla="*/ 3584154 w 7467600"/>
              <a:gd name="connsiteY825" fmla="*/ 448218 h 6858000"/>
              <a:gd name="connsiteX826" fmla="*/ 3624562 w 7467600"/>
              <a:gd name="connsiteY826" fmla="*/ 367041 h 6858000"/>
              <a:gd name="connsiteX827" fmla="*/ 3766672 w 7467600"/>
              <a:gd name="connsiteY827" fmla="*/ 359429 h 6858000"/>
              <a:gd name="connsiteX828" fmla="*/ 3996338 w 7467600"/>
              <a:gd name="connsiteY828" fmla="*/ 968237 h 6858000"/>
              <a:gd name="connsiteX829" fmla="*/ 3766672 w 7467600"/>
              <a:gd name="connsiteY829" fmla="*/ 359429 h 6858000"/>
              <a:gd name="connsiteX830" fmla="*/ 5805386 w 7467600"/>
              <a:gd name="connsiteY830" fmla="*/ 239240 h 6858000"/>
              <a:gd name="connsiteX831" fmla="*/ 5736947 w 7467600"/>
              <a:gd name="connsiteY831" fmla="*/ 261367 h 6858000"/>
              <a:gd name="connsiteX832" fmla="*/ 5427012 w 7467600"/>
              <a:gd name="connsiteY832" fmla="*/ 311272 h 6858000"/>
              <a:gd name="connsiteX833" fmla="*/ 5147818 w 7467600"/>
              <a:gd name="connsiteY833" fmla="*/ 322112 h 6858000"/>
              <a:gd name="connsiteX834" fmla="*/ 5060854 w 7467600"/>
              <a:gd name="connsiteY834" fmla="*/ 311882 h 6858000"/>
              <a:gd name="connsiteX835" fmla="*/ 4945989 w 7467600"/>
              <a:gd name="connsiteY835" fmla="*/ 300516 h 6858000"/>
              <a:gd name="connsiteX836" fmla="*/ 5410479 w 7467600"/>
              <a:gd name="connsiteY836" fmla="*/ 348434 h 6858000"/>
              <a:gd name="connsiteX837" fmla="*/ 5805386 w 7467600"/>
              <a:gd name="connsiteY837" fmla="*/ 239240 h 6858000"/>
              <a:gd name="connsiteX838" fmla="*/ 5905192 w 7467600"/>
              <a:gd name="connsiteY838" fmla="*/ 163079 h 6858000"/>
              <a:gd name="connsiteX839" fmla="*/ 5865655 w 7467600"/>
              <a:gd name="connsiteY839" fmla="*/ 171901 h 6858000"/>
              <a:gd name="connsiteX840" fmla="*/ 5259740 w 7467600"/>
              <a:gd name="connsiteY840" fmla="*/ 257013 h 6858000"/>
              <a:gd name="connsiteX841" fmla="*/ 5208466 w 7467600"/>
              <a:gd name="connsiteY841" fmla="*/ 257550 h 6858000"/>
              <a:gd name="connsiteX842" fmla="*/ 4980204 w 7467600"/>
              <a:gd name="connsiteY842" fmla="*/ 271903 h 6858000"/>
              <a:gd name="connsiteX843" fmla="*/ 5068068 w 7467600"/>
              <a:gd name="connsiteY843" fmla="*/ 282244 h 6858000"/>
              <a:gd name="connsiteX844" fmla="*/ 5153231 w 7467600"/>
              <a:gd name="connsiteY844" fmla="*/ 292240 h 6858000"/>
              <a:gd name="connsiteX845" fmla="*/ 5426491 w 7467600"/>
              <a:gd name="connsiteY845" fmla="*/ 281128 h 6858000"/>
              <a:gd name="connsiteX846" fmla="*/ 5731212 w 7467600"/>
              <a:gd name="connsiteY846" fmla="*/ 231951 h 6858000"/>
              <a:gd name="connsiteX847" fmla="*/ 5905192 w 7467600"/>
              <a:gd name="connsiteY847" fmla="*/ 163079 h 6858000"/>
              <a:gd name="connsiteX848" fmla="*/ 5944437 w 7467600"/>
              <a:gd name="connsiteY848" fmla="*/ 113829 h 6858000"/>
              <a:gd name="connsiteX849" fmla="*/ 5825032 w 7467600"/>
              <a:gd name="connsiteY849" fmla="*/ 146405 h 6858000"/>
              <a:gd name="connsiteX850" fmla="*/ 4955599 w 7467600"/>
              <a:gd name="connsiteY850" fmla="*/ 247008 h 6858000"/>
              <a:gd name="connsiteX851" fmla="*/ 5210104 w 7467600"/>
              <a:gd name="connsiteY851" fmla="*/ 228123 h 6858000"/>
              <a:gd name="connsiteX852" fmla="*/ 5261015 w 7467600"/>
              <a:gd name="connsiteY852" fmla="*/ 227087 h 6858000"/>
              <a:gd name="connsiteX853" fmla="*/ 5861181 w 7467600"/>
              <a:gd name="connsiteY853" fmla="*/ 143093 h 6858000"/>
              <a:gd name="connsiteX854" fmla="*/ 5961252 w 7467600"/>
              <a:gd name="connsiteY854" fmla="*/ 114820 h 6858000"/>
              <a:gd name="connsiteX855" fmla="*/ 5944437 w 7467600"/>
              <a:gd name="connsiteY855" fmla="*/ 113829 h 6858000"/>
              <a:gd name="connsiteX856" fmla="*/ 3882765 w 7467600"/>
              <a:gd name="connsiteY856" fmla="*/ 0 h 6858000"/>
              <a:gd name="connsiteX857" fmla="*/ 3995099 w 7467600"/>
              <a:gd name="connsiteY857" fmla="*/ 0 h 6858000"/>
              <a:gd name="connsiteX858" fmla="*/ 4163818 w 7467600"/>
              <a:gd name="connsiteY858" fmla="*/ 234104 h 6858000"/>
              <a:gd name="connsiteX859" fmla="*/ 4172099 w 7467600"/>
              <a:gd name="connsiteY859" fmla="*/ 234207 h 6858000"/>
              <a:gd name="connsiteX860" fmla="*/ 4784282 w 7467600"/>
              <a:gd name="connsiteY860" fmla="*/ 276561 h 6858000"/>
              <a:gd name="connsiteX861" fmla="*/ 4801687 w 7467600"/>
              <a:gd name="connsiteY861" fmla="*/ 267764 h 6858000"/>
              <a:gd name="connsiteX862" fmla="*/ 6082788 w 7467600"/>
              <a:gd name="connsiteY862" fmla="*/ 64119 h 6858000"/>
              <a:gd name="connsiteX863" fmla="*/ 6099442 w 7467600"/>
              <a:gd name="connsiteY863" fmla="*/ 82568 h 6858000"/>
              <a:gd name="connsiteX864" fmla="*/ 4804137 w 7467600"/>
              <a:gd name="connsiteY864" fmla="*/ 320931 h 6858000"/>
              <a:gd name="connsiteX865" fmla="*/ 4227047 w 7467600"/>
              <a:gd name="connsiteY865" fmla="*/ 313415 h 6858000"/>
              <a:gd name="connsiteX866" fmla="*/ 4346041 w 7467600"/>
              <a:gd name="connsiteY866" fmla="*/ 456086 h 6858000"/>
              <a:gd name="connsiteX867" fmla="*/ 4870967 w 7467600"/>
              <a:gd name="connsiteY867" fmla="*/ 963061 h 6858000"/>
              <a:gd name="connsiteX868" fmla="*/ 4889647 w 7467600"/>
              <a:gd name="connsiteY868" fmla="*/ 957147 h 6858000"/>
              <a:gd name="connsiteX869" fmla="*/ 5422504 w 7467600"/>
              <a:gd name="connsiteY869" fmla="*/ 805191 h 6858000"/>
              <a:gd name="connsiteX870" fmla="*/ 6087656 w 7467600"/>
              <a:gd name="connsiteY870" fmla="*/ 826703 h 6858000"/>
              <a:gd name="connsiteX871" fmla="*/ 6058717 w 7467600"/>
              <a:gd name="connsiteY871" fmla="*/ 865992 h 6858000"/>
              <a:gd name="connsiteX872" fmla="*/ 4974153 w 7467600"/>
              <a:gd name="connsiteY872" fmla="*/ 1045456 h 6858000"/>
              <a:gd name="connsiteX873" fmla="*/ 5627835 w 7467600"/>
              <a:gd name="connsiteY873" fmla="*/ 1472077 h 6858000"/>
              <a:gd name="connsiteX874" fmla="*/ 5629817 w 7467600"/>
              <a:gd name="connsiteY874" fmla="*/ 1471412 h 6858000"/>
              <a:gd name="connsiteX875" fmla="*/ 5634124 w 7467600"/>
              <a:gd name="connsiteY875" fmla="*/ 1470572 h 6858000"/>
              <a:gd name="connsiteX876" fmla="*/ 5755832 w 7467600"/>
              <a:gd name="connsiteY876" fmla="*/ 1383886 h 6858000"/>
              <a:gd name="connsiteX877" fmla="*/ 6014186 w 7467600"/>
              <a:gd name="connsiteY877" fmla="*/ 1279799 h 6858000"/>
              <a:gd name="connsiteX878" fmla="*/ 6901619 w 7467600"/>
              <a:gd name="connsiteY878" fmla="*/ 1047874 h 6858000"/>
              <a:gd name="connsiteX879" fmla="*/ 6931566 w 7467600"/>
              <a:gd name="connsiteY879" fmla="*/ 1062034 h 6858000"/>
              <a:gd name="connsiteX880" fmla="*/ 5790982 w 7467600"/>
              <a:gd name="connsiteY880" fmla="*/ 1561380 h 6858000"/>
              <a:gd name="connsiteX881" fmla="*/ 6188971 w 7467600"/>
              <a:gd name="connsiteY881" fmla="*/ 1755168 h 6858000"/>
              <a:gd name="connsiteX882" fmla="*/ 6202446 w 7467600"/>
              <a:gd name="connsiteY882" fmla="*/ 1752268 h 6858000"/>
              <a:gd name="connsiteX883" fmla="*/ 7179560 w 7467600"/>
              <a:gd name="connsiteY883" fmla="*/ 1467551 h 6858000"/>
              <a:gd name="connsiteX884" fmla="*/ 7158730 w 7467600"/>
              <a:gd name="connsiteY884" fmla="*/ 1507835 h 6858000"/>
              <a:gd name="connsiteX885" fmla="*/ 6326959 w 7467600"/>
              <a:gd name="connsiteY885" fmla="*/ 1817686 h 6858000"/>
              <a:gd name="connsiteX886" fmla="*/ 6537433 w 7467600"/>
              <a:gd name="connsiteY886" fmla="*/ 1907790 h 6858000"/>
              <a:gd name="connsiteX887" fmla="*/ 6550221 w 7467600"/>
              <a:gd name="connsiteY887" fmla="*/ 1910729 h 6858000"/>
              <a:gd name="connsiteX888" fmla="*/ 6964438 w 7467600"/>
              <a:gd name="connsiteY888" fmla="*/ 2209505 h 6858000"/>
              <a:gd name="connsiteX889" fmla="*/ 7367862 w 7467600"/>
              <a:gd name="connsiteY889" fmla="*/ 2806833 h 6858000"/>
              <a:gd name="connsiteX890" fmla="*/ 7364329 w 7467600"/>
              <a:gd name="connsiteY890" fmla="*/ 2826907 h 6858000"/>
              <a:gd name="connsiteX891" fmla="*/ 7290545 w 7467600"/>
              <a:gd name="connsiteY891" fmla="*/ 2850663 h 6858000"/>
              <a:gd name="connsiteX892" fmla="*/ 6472036 w 7467600"/>
              <a:gd name="connsiteY892" fmla="*/ 1959003 h 6858000"/>
              <a:gd name="connsiteX893" fmla="*/ 5792897 w 7467600"/>
              <a:gd name="connsiteY893" fmla="*/ 1647747 h 6858000"/>
              <a:gd name="connsiteX894" fmla="*/ 5842751 w 7467600"/>
              <a:gd name="connsiteY894" fmla="*/ 1816112 h 6858000"/>
              <a:gd name="connsiteX895" fmla="*/ 5847424 w 7467600"/>
              <a:gd name="connsiteY895" fmla="*/ 1815776 h 6858000"/>
              <a:gd name="connsiteX896" fmla="*/ 6399821 w 7467600"/>
              <a:gd name="connsiteY896" fmla="*/ 2344799 h 6858000"/>
              <a:gd name="connsiteX897" fmla="*/ 6323232 w 7467600"/>
              <a:gd name="connsiteY897" fmla="*/ 2389634 h 6858000"/>
              <a:gd name="connsiteX898" fmla="*/ 5942958 w 7467600"/>
              <a:gd name="connsiteY898" fmla="*/ 2077708 h 6858000"/>
              <a:gd name="connsiteX899" fmla="*/ 5921559 w 7467600"/>
              <a:gd name="connsiteY899" fmla="*/ 2378596 h 6858000"/>
              <a:gd name="connsiteX900" fmla="*/ 5817651 w 7467600"/>
              <a:gd name="connsiteY900" fmla="*/ 3023919 h 6858000"/>
              <a:gd name="connsiteX901" fmla="*/ 5729634 w 7467600"/>
              <a:gd name="connsiteY901" fmla="*/ 3051849 h 6858000"/>
              <a:gd name="connsiteX902" fmla="*/ 5611018 w 7467600"/>
              <a:gd name="connsiteY902" fmla="*/ 2316769 h 6858000"/>
              <a:gd name="connsiteX903" fmla="*/ 5687608 w 7467600"/>
              <a:gd name="connsiteY903" fmla="*/ 2039972 h 6858000"/>
              <a:gd name="connsiteX904" fmla="*/ 5657554 w 7467600"/>
              <a:gd name="connsiteY904" fmla="*/ 1576445 h 6858000"/>
              <a:gd name="connsiteX905" fmla="*/ 5150475 w 7467600"/>
              <a:gd name="connsiteY905" fmla="*/ 1274012 h 6858000"/>
              <a:gd name="connsiteX906" fmla="*/ 5349142 w 7467600"/>
              <a:gd name="connsiteY906" fmla="*/ 2204405 h 6858000"/>
              <a:gd name="connsiteX907" fmla="*/ 5262214 w 7467600"/>
              <a:gd name="connsiteY907" fmla="*/ 2233836 h 6858000"/>
              <a:gd name="connsiteX908" fmla="*/ 4981539 w 7467600"/>
              <a:gd name="connsiteY908" fmla="*/ 1542201 h 6858000"/>
              <a:gd name="connsiteX909" fmla="*/ 4958461 w 7467600"/>
              <a:gd name="connsiteY909" fmla="*/ 1136957 h 6858000"/>
              <a:gd name="connsiteX910" fmla="*/ 4655015 w 7467600"/>
              <a:gd name="connsiteY910" fmla="*/ 891426 h 6858000"/>
              <a:gd name="connsiteX911" fmla="*/ 4348002 w 7467600"/>
              <a:gd name="connsiteY911" fmla="*/ 2205895 h 6858000"/>
              <a:gd name="connsiteX912" fmla="*/ 4262250 w 7467600"/>
              <a:gd name="connsiteY912" fmla="*/ 2219972 h 6858000"/>
              <a:gd name="connsiteX913" fmla="*/ 4550611 w 7467600"/>
              <a:gd name="connsiteY913" fmla="*/ 817540 h 6858000"/>
              <a:gd name="connsiteX914" fmla="*/ 4564418 w 7467600"/>
              <a:gd name="connsiteY914" fmla="*/ 808293 h 6858000"/>
              <a:gd name="connsiteX915" fmla="*/ 4266388 w 7467600"/>
              <a:gd name="connsiteY915" fmla="*/ 500083 h 6858000"/>
              <a:gd name="connsiteX916" fmla="*/ 4032842 w 7467600"/>
              <a:gd name="connsiteY916" fmla="*/ 211809 h 6858000"/>
              <a:gd name="connsiteX917" fmla="*/ 3882765 w 7467600"/>
              <a:gd name="connsiteY917" fmla="*/ 0 h 6858000"/>
              <a:gd name="connsiteX918" fmla="*/ 3721337 w 7467600"/>
              <a:gd name="connsiteY918" fmla="*/ 0 h 6858000"/>
              <a:gd name="connsiteX919" fmla="*/ 3797544 w 7467600"/>
              <a:gd name="connsiteY919" fmla="*/ 0 h 6858000"/>
              <a:gd name="connsiteX920" fmla="*/ 3775734 w 7467600"/>
              <a:gd name="connsiteY920" fmla="*/ 95131 h 6858000"/>
              <a:gd name="connsiteX921" fmla="*/ 3724807 w 7467600"/>
              <a:gd name="connsiteY921" fmla="*/ 272257 h 6858000"/>
              <a:gd name="connsiteX922" fmla="*/ 3726844 w 7467600"/>
              <a:gd name="connsiteY922" fmla="*/ 282988 h 6858000"/>
              <a:gd name="connsiteX923" fmla="*/ 3742664 w 7467600"/>
              <a:gd name="connsiteY923" fmla="*/ 279918 h 6858000"/>
              <a:gd name="connsiteX924" fmla="*/ 4103910 w 7467600"/>
              <a:gd name="connsiteY924" fmla="*/ 1161917 h 6858000"/>
              <a:gd name="connsiteX925" fmla="*/ 4020269 w 7467600"/>
              <a:gd name="connsiteY925" fmla="*/ 1200406 h 6858000"/>
              <a:gd name="connsiteX926" fmla="*/ 3674882 w 7467600"/>
              <a:gd name="connsiteY926" fmla="*/ 488524 h 6858000"/>
              <a:gd name="connsiteX927" fmla="*/ 3132682 w 7467600"/>
              <a:gd name="connsiteY927" fmla="*/ 1072284 h 6858000"/>
              <a:gd name="connsiteX928" fmla="*/ 2716346 w 7467600"/>
              <a:gd name="connsiteY928" fmla="*/ 1276376 h 6858000"/>
              <a:gd name="connsiteX929" fmla="*/ 2716772 w 7467600"/>
              <a:gd name="connsiteY929" fmla="*/ 1255462 h 6858000"/>
              <a:gd name="connsiteX930" fmla="*/ 3471096 w 7467600"/>
              <a:gd name="connsiteY930" fmla="*/ 437072 h 6858000"/>
              <a:gd name="connsiteX931" fmla="*/ 3639057 w 7467600"/>
              <a:gd name="connsiteY931" fmla="*/ 286334 h 6858000"/>
              <a:gd name="connsiteX932" fmla="*/ 3640309 w 7467600"/>
              <a:gd name="connsiteY932" fmla="*/ 284664 h 6858000"/>
              <a:gd name="connsiteX933" fmla="*/ 3646022 w 7467600"/>
              <a:gd name="connsiteY933" fmla="*/ 276711 h 6858000"/>
              <a:gd name="connsiteX934" fmla="*/ 3707943 w 7467600"/>
              <a:gd name="connsiteY934" fmla="*/ 65958 h 6858000"/>
              <a:gd name="connsiteX935" fmla="*/ 3721337 w 7467600"/>
              <a:gd name="connsiteY935" fmla="*/ 0 h 6858000"/>
              <a:gd name="connsiteX936" fmla="*/ 2867960 w 7467600"/>
              <a:gd name="connsiteY936" fmla="*/ 0 h 6858000"/>
              <a:gd name="connsiteX937" fmla="*/ 2926351 w 7467600"/>
              <a:gd name="connsiteY937" fmla="*/ 0 h 6858000"/>
              <a:gd name="connsiteX938" fmla="*/ 2902823 w 7467600"/>
              <a:gd name="connsiteY938" fmla="*/ 262929 h 6858000"/>
              <a:gd name="connsiteX939" fmla="*/ 2940663 w 7467600"/>
              <a:gd name="connsiteY939" fmla="*/ 140884 h 6858000"/>
              <a:gd name="connsiteX940" fmla="*/ 2947039 w 7467600"/>
              <a:gd name="connsiteY940" fmla="*/ 122524 h 6858000"/>
              <a:gd name="connsiteX941" fmla="*/ 2984316 w 7467600"/>
              <a:gd name="connsiteY941" fmla="*/ 0 h 6858000"/>
              <a:gd name="connsiteX942" fmla="*/ 3016114 w 7467600"/>
              <a:gd name="connsiteY942" fmla="*/ 0 h 6858000"/>
              <a:gd name="connsiteX943" fmla="*/ 2979949 w 7467600"/>
              <a:gd name="connsiteY943" fmla="*/ 119274 h 6858000"/>
              <a:gd name="connsiteX944" fmla="*/ 3023879 w 7467600"/>
              <a:gd name="connsiteY944" fmla="*/ 0 h 6858000"/>
              <a:gd name="connsiteX945" fmla="*/ 3105400 w 7467600"/>
              <a:gd name="connsiteY945" fmla="*/ 0 h 6858000"/>
              <a:gd name="connsiteX946" fmla="*/ 3094669 w 7467600"/>
              <a:gd name="connsiteY946" fmla="*/ 30308 h 6858000"/>
              <a:gd name="connsiteX947" fmla="*/ 2901945 w 7467600"/>
              <a:gd name="connsiteY947" fmla="*/ 466538 h 6858000"/>
              <a:gd name="connsiteX948" fmla="*/ 2815209 w 7467600"/>
              <a:gd name="connsiteY948" fmla="*/ 497361 h 6858000"/>
              <a:gd name="connsiteX949" fmla="*/ 2844845 w 7467600"/>
              <a:gd name="connsiteY949" fmla="*/ 127638 h 6858000"/>
              <a:gd name="connsiteX950" fmla="*/ 2867960 w 7467600"/>
              <a:gd name="connsiteY950" fmla="*/ 0 h 6858000"/>
              <a:gd name="connsiteX951" fmla="*/ 1057230 w 7467600"/>
              <a:gd name="connsiteY951" fmla="*/ 0 h 6858000"/>
              <a:gd name="connsiteX952" fmla="*/ 1111003 w 7467600"/>
              <a:gd name="connsiteY952" fmla="*/ 0 h 6858000"/>
              <a:gd name="connsiteX953" fmla="*/ 1125553 w 7467600"/>
              <a:gd name="connsiteY953" fmla="*/ 52588 h 6858000"/>
              <a:gd name="connsiteX954" fmla="*/ 1304276 w 7467600"/>
              <a:gd name="connsiteY954" fmla="*/ 476275 h 6858000"/>
              <a:gd name="connsiteX955" fmla="*/ 1492066 w 7467600"/>
              <a:gd name="connsiteY955" fmla="*/ 886333 h 6858000"/>
              <a:gd name="connsiteX956" fmla="*/ 1423698 w 7467600"/>
              <a:gd name="connsiteY956" fmla="*/ 710817 h 6858000"/>
              <a:gd name="connsiteX957" fmla="*/ 1357609 w 7467600"/>
              <a:gd name="connsiteY957" fmla="*/ 532892 h 6858000"/>
              <a:gd name="connsiteX958" fmla="*/ 1309550 w 7467600"/>
              <a:gd name="connsiteY958" fmla="*/ 374031 h 6858000"/>
              <a:gd name="connsiteX959" fmla="*/ 1193673 w 7467600"/>
              <a:gd name="connsiteY959" fmla="*/ 49533 h 6858000"/>
              <a:gd name="connsiteX960" fmla="*/ 1164391 w 7467600"/>
              <a:gd name="connsiteY960" fmla="*/ 0 h 6858000"/>
              <a:gd name="connsiteX961" fmla="*/ 1200666 w 7467600"/>
              <a:gd name="connsiteY961" fmla="*/ 0 h 6858000"/>
              <a:gd name="connsiteX962" fmla="*/ 1223408 w 7467600"/>
              <a:gd name="connsiteY962" fmla="*/ 38996 h 6858000"/>
              <a:gd name="connsiteX963" fmla="*/ 1339635 w 7467600"/>
              <a:gd name="connsiteY963" fmla="*/ 365517 h 6858000"/>
              <a:gd name="connsiteX964" fmla="*/ 1387469 w 7467600"/>
              <a:gd name="connsiteY964" fmla="*/ 523079 h 6858000"/>
              <a:gd name="connsiteX965" fmla="*/ 1452685 w 7467600"/>
              <a:gd name="connsiteY965" fmla="*/ 699806 h 6858000"/>
              <a:gd name="connsiteX966" fmla="*/ 1492092 w 7467600"/>
              <a:gd name="connsiteY966" fmla="*/ 800424 h 6858000"/>
              <a:gd name="connsiteX967" fmla="*/ 1455302 w 7467600"/>
              <a:gd name="connsiteY967" fmla="*/ 632913 h 6858000"/>
              <a:gd name="connsiteX968" fmla="*/ 1222336 w 7467600"/>
              <a:gd name="connsiteY968" fmla="*/ 9480 h 6858000"/>
              <a:gd name="connsiteX969" fmla="*/ 1214634 w 7467600"/>
              <a:gd name="connsiteY969" fmla="*/ 0 h 6858000"/>
              <a:gd name="connsiteX970" fmla="*/ 1289827 w 7467600"/>
              <a:gd name="connsiteY970" fmla="*/ 0 h 6858000"/>
              <a:gd name="connsiteX971" fmla="*/ 1321076 w 7467600"/>
              <a:gd name="connsiteY971" fmla="*/ 59722 h 6858000"/>
              <a:gd name="connsiteX972" fmla="*/ 1512579 w 7467600"/>
              <a:gd name="connsiteY972" fmla="*/ 626441 h 6858000"/>
              <a:gd name="connsiteX973" fmla="*/ 1506076 w 7467600"/>
              <a:gd name="connsiteY973" fmla="*/ 1089289 h 6858000"/>
              <a:gd name="connsiteX974" fmla="*/ 1486346 w 7467600"/>
              <a:gd name="connsiteY974" fmla="*/ 1079919 h 6858000"/>
              <a:gd name="connsiteX975" fmla="*/ 1070511 w 7467600"/>
              <a:gd name="connsiteY975" fmla="*/ 48609 h 6858000"/>
              <a:gd name="connsiteX976" fmla="*/ 1057230 w 7467600"/>
              <a:gd name="connsiteY976" fmla="*/ 0 h 6858000"/>
              <a:gd name="connsiteX977" fmla="*/ 43151 w 7467600"/>
              <a:gd name="connsiteY977" fmla="*/ 0 h 6858000"/>
              <a:gd name="connsiteX978" fmla="*/ 95283 w 7467600"/>
              <a:gd name="connsiteY978" fmla="*/ 0 h 6858000"/>
              <a:gd name="connsiteX979" fmla="*/ 300708 w 7467600"/>
              <a:gd name="connsiteY979" fmla="*/ 154571 h 6858000"/>
              <a:gd name="connsiteX980" fmla="*/ 530414 w 7467600"/>
              <a:gd name="connsiteY980" fmla="*/ 354673 h 6858000"/>
              <a:gd name="connsiteX981" fmla="*/ 333785 w 7467600"/>
              <a:gd name="connsiteY981" fmla="*/ 161564 h 6858000"/>
              <a:gd name="connsiteX982" fmla="*/ 147005 w 7467600"/>
              <a:gd name="connsiteY982" fmla="*/ 0 h 6858000"/>
              <a:gd name="connsiteX983" fmla="*/ 272509 w 7467600"/>
              <a:gd name="connsiteY983" fmla="*/ 0 h 6858000"/>
              <a:gd name="connsiteX984" fmla="*/ 326276 w 7467600"/>
              <a:gd name="connsiteY984" fmla="*/ 45847 h 6858000"/>
              <a:gd name="connsiteX985" fmla="*/ 823759 w 7467600"/>
              <a:gd name="connsiteY985" fmla="*/ 574145 h 6858000"/>
              <a:gd name="connsiteX986" fmla="*/ 811254 w 7467600"/>
              <a:gd name="connsiteY986" fmla="*/ 665546 h 6858000"/>
              <a:gd name="connsiteX987" fmla="*/ 154042 w 7467600"/>
              <a:gd name="connsiteY987" fmla="*/ 261522 h 6858000"/>
              <a:gd name="connsiteX988" fmla="*/ 13550 w 7467600"/>
              <a:gd name="connsiteY988" fmla="*/ 158423 h 6858000"/>
              <a:gd name="connsiteX989" fmla="*/ 0 w 7467600"/>
              <a:gd name="connsiteY989" fmla="*/ 146618 h 6858000"/>
              <a:gd name="connsiteX990" fmla="*/ 0 w 7467600"/>
              <a:gd name="connsiteY990" fmla="*/ 59161 h 6858000"/>
              <a:gd name="connsiteX991" fmla="*/ 45427 w 7467600"/>
              <a:gd name="connsiteY991" fmla="*/ 101078 h 6858000"/>
              <a:gd name="connsiteX992" fmla="*/ 630103 w 7467600"/>
              <a:gd name="connsiteY992" fmla="*/ 485885 h 6858000"/>
              <a:gd name="connsiteX993" fmla="*/ 532040 w 7467600"/>
              <a:gd name="connsiteY993" fmla="*/ 399359 h 6858000"/>
              <a:gd name="connsiteX994" fmla="*/ 517618 w 7467600"/>
              <a:gd name="connsiteY994" fmla="*/ 385726 h 6858000"/>
              <a:gd name="connsiteX995" fmla="*/ 285074 w 7467600"/>
              <a:gd name="connsiteY995" fmla="*/ 182755 h 6858000"/>
              <a:gd name="connsiteX996" fmla="*/ 43151 w 7467600"/>
              <a:gd name="connsiteY99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27465 w 7467600"/>
              <a:gd name="connsiteY127" fmla="*/ 5174181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1903353 w 7467600"/>
              <a:gd name="connsiteY140" fmla="*/ 5044827 h 6858000"/>
              <a:gd name="connsiteX141" fmla="*/ 1936931 w 7467600"/>
              <a:gd name="connsiteY141" fmla="*/ 5093954 h 6858000"/>
              <a:gd name="connsiteX142" fmla="*/ 2195868 w 7467600"/>
              <a:gd name="connsiteY142" fmla="*/ 5396574 h 6858000"/>
              <a:gd name="connsiteX143" fmla="*/ 2088852 w 7467600"/>
              <a:gd name="connsiteY143" fmla="*/ 5166123 h 6858000"/>
              <a:gd name="connsiteX144" fmla="*/ 1958241 w 7467600"/>
              <a:gd name="connsiteY144" fmla="*/ 5067955 h 6858000"/>
              <a:gd name="connsiteX145" fmla="*/ 1903353 w 7467600"/>
              <a:gd name="connsiteY145" fmla="*/ 5044827 h 6858000"/>
              <a:gd name="connsiteX146" fmla="*/ 1979378 w 7467600"/>
              <a:gd name="connsiteY146" fmla="*/ 4769504 h 6858000"/>
              <a:gd name="connsiteX147" fmla="*/ 2882120 w 7467600"/>
              <a:gd name="connsiteY147" fmla="*/ 5064547 h 6858000"/>
              <a:gd name="connsiteX148" fmla="*/ 2793103 w 7467600"/>
              <a:gd name="connsiteY148" fmla="*/ 5039699 h 6858000"/>
              <a:gd name="connsiteX149" fmla="*/ 2770041 w 7467600"/>
              <a:gd name="connsiteY149" fmla="*/ 5033634 h 6858000"/>
              <a:gd name="connsiteX150" fmla="*/ 1979378 w 7467600"/>
              <a:gd name="connsiteY150" fmla="*/ 4769504 h 6858000"/>
              <a:gd name="connsiteX151" fmla="*/ 1927410 w 7467600"/>
              <a:gd name="connsiteY151" fmla="*/ 4716164 h 6858000"/>
              <a:gd name="connsiteX152" fmla="*/ 1959587 w 7467600"/>
              <a:gd name="connsiteY152" fmla="*/ 4728849 h 6858000"/>
              <a:gd name="connsiteX153" fmla="*/ 2777707 w 7467600"/>
              <a:gd name="connsiteY153" fmla="*/ 5003991 h 6858000"/>
              <a:gd name="connsiteX154" fmla="*/ 2800768 w 7467600"/>
              <a:gd name="connsiteY154" fmla="*/ 5010056 h 6858000"/>
              <a:gd name="connsiteX155" fmla="*/ 2879408 w 7467600"/>
              <a:gd name="connsiteY155" fmla="*/ 5031590 h 6858000"/>
              <a:gd name="connsiteX156" fmla="*/ 2862295 w 7467600"/>
              <a:gd name="connsiteY156" fmla="*/ 5022958 h 6858000"/>
              <a:gd name="connsiteX157" fmla="*/ 2813343 w 7467600"/>
              <a:gd name="connsiteY157" fmla="*/ 4998369 h 6858000"/>
              <a:gd name="connsiteX158" fmla="*/ 2646245 w 7467600"/>
              <a:gd name="connsiteY158" fmla="*/ 4930999 h 6858000"/>
              <a:gd name="connsiteX159" fmla="*/ 1999243 w 7467600"/>
              <a:gd name="connsiteY159" fmla="*/ 4730524 h 6858000"/>
              <a:gd name="connsiteX160" fmla="*/ 1979527 w 7467600"/>
              <a:gd name="connsiteY160" fmla="*/ 4726651 h 6858000"/>
              <a:gd name="connsiteX161" fmla="*/ 1927410 w 7467600"/>
              <a:gd name="connsiteY161" fmla="*/ 4716164 h 6858000"/>
              <a:gd name="connsiteX162" fmla="*/ 1997014 w 7467600"/>
              <a:gd name="connsiteY162" fmla="*/ 4698007 h 6858000"/>
              <a:gd name="connsiteX163" fmla="*/ 2005458 w 7467600"/>
              <a:gd name="connsiteY163" fmla="*/ 4699540 h 6858000"/>
              <a:gd name="connsiteX164" fmla="*/ 2657186 w 7467600"/>
              <a:gd name="connsiteY164" fmla="*/ 4901687 h 6858000"/>
              <a:gd name="connsiteX165" fmla="*/ 2826662 w 7467600"/>
              <a:gd name="connsiteY165" fmla="*/ 4970362 h 6858000"/>
              <a:gd name="connsiteX166" fmla="*/ 2876100 w 7467600"/>
              <a:gd name="connsiteY166" fmla="*/ 4995397 h 6858000"/>
              <a:gd name="connsiteX167" fmla="*/ 3042600 w 7467600"/>
              <a:gd name="connsiteY167" fmla="*/ 5059532 h 6858000"/>
              <a:gd name="connsiteX168" fmla="*/ 1997014 w 7467600"/>
              <a:gd name="connsiteY168" fmla="*/ 4698007 h 6858000"/>
              <a:gd name="connsiteX169" fmla="*/ 2305292 w 7467600"/>
              <a:gd name="connsiteY169" fmla="*/ 4219492 h 6858000"/>
              <a:gd name="connsiteX170" fmla="*/ 3360922 w 7467600"/>
              <a:gd name="connsiteY170" fmla="*/ 4529373 h 6858000"/>
              <a:gd name="connsiteX171" fmla="*/ 3492420 w 7467600"/>
              <a:gd name="connsiteY171" fmla="*/ 4510145 h 6858000"/>
              <a:gd name="connsiteX172" fmla="*/ 3364086 w 7467600"/>
              <a:gd name="connsiteY172" fmla="*/ 4480340 h 6858000"/>
              <a:gd name="connsiteX173" fmla="*/ 3225818 w 7467600"/>
              <a:gd name="connsiteY173" fmla="*/ 4411822 h 6858000"/>
              <a:gd name="connsiteX174" fmla="*/ 3129696 w 7467600"/>
              <a:gd name="connsiteY174" fmla="*/ 4360704 h 6858000"/>
              <a:gd name="connsiteX175" fmla="*/ 2814545 w 7467600"/>
              <a:gd name="connsiteY175" fmla="*/ 4282955 h 6858000"/>
              <a:gd name="connsiteX176" fmla="*/ 2305292 w 7467600"/>
              <a:gd name="connsiteY176" fmla="*/ 4219492 h 6858000"/>
              <a:gd name="connsiteX177" fmla="*/ 2626982 w 7467600"/>
              <a:gd name="connsiteY177" fmla="*/ 4206450 h 6858000"/>
              <a:gd name="connsiteX178" fmla="*/ 2490617 w 7467600"/>
              <a:gd name="connsiteY178" fmla="*/ 4206951 h 6858000"/>
              <a:gd name="connsiteX179" fmla="*/ 2819869 w 7467600"/>
              <a:gd name="connsiteY179" fmla="*/ 4252936 h 6858000"/>
              <a:gd name="connsiteX180" fmla="*/ 3143018 w 7467600"/>
              <a:gd name="connsiteY180" fmla="*/ 4332698 h 6858000"/>
              <a:gd name="connsiteX181" fmla="*/ 3241520 w 7467600"/>
              <a:gd name="connsiteY181" fmla="*/ 4385112 h 6858000"/>
              <a:gd name="connsiteX182" fmla="*/ 3374575 w 7467600"/>
              <a:gd name="connsiteY182" fmla="*/ 4451517 h 6858000"/>
              <a:gd name="connsiteX183" fmla="*/ 3505221 w 7467600"/>
              <a:gd name="connsiteY183" fmla="*/ 4480757 h 6858000"/>
              <a:gd name="connsiteX184" fmla="*/ 2626982 w 7467600"/>
              <a:gd name="connsiteY184" fmla="*/ 4206450 h 6858000"/>
              <a:gd name="connsiteX185" fmla="*/ 1310106 w 7467600"/>
              <a:gd name="connsiteY185" fmla="*/ 3943217 h 6858000"/>
              <a:gd name="connsiteX186" fmla="*/ 854994 w 7467600"/>
              <a:gd name="connsiteY186" fmla="*/ 4399136 h 6858000"/>
              <a:gd name="connsiteX187" fmla="*/ 742462 w 7467600"/>
              <a:gd name="connsiteY187" fmla="*/ 4594648 h 6858000"/>
              <a:gd name="connsiteX188" fmla="*/ 820602 w 7467600"/>
              <a:gd name="connsiteY188" fmla="*/ 4485915 h 6858000"/>
              <a:gd name="connsiteX189" fmla="*/ 878295 w 7467600"/>
              <a:gd name="connsiteY189" fmla="*/ 4403594 h 6858000"/>
              <a:gd name="connsiteX190" fmla="*/ 1240607 w 7467600"/>
              <a:gd name="connsiteY190" fmla="*/ 4010401 h 6858000"/>
              <a:gd name="connsiteX191" fmla="*/ 1310106 w 7467600"/>
              <a:gd name="connsiteY191" fmla="*/ 3943217 h 6858000"/>
              <a:gd name="connsiteX192" fmla="*/ 1423113 w 7467600"/>
              <a:gd name="connsiteY192" fmla="*/ 3874565 h 6858000"/>
              <a:gd name="connsiteX193" fmla="*/ 1260565 w 7467600"/>
              <a:gd name="connsiteY193" fmla="*/ 4031982 h 6858000"/>
              <a:gd name="connsiteX194" fmla="*/ 901900 w 7467600"/>
              <a:gd name="connsiteY194" fmla="*/ 4421236 h 6858000"/>
              <a:gd name="connsiteX195" fmla="*/ 845044 w 7467600"/>
              <a:gd name="connsiteY195" fmla="*/ 4502436 h 6858000"/>
              <a:gd name="connsiteX196" fmla="*/ 685926 w 7467600"/>
              <a:gd name="connsiteY196" fmla="*/ 4703069 h 6858000"/>
              <a:gd name="connsiteX197" fmla="*/ 684248 w 7467600"/>
              <a:gd name="connsiteY197" fmla="*/ 4706721 h 6858000"/>
              <a:gd name="connsiteX198" fmla="*/ 1423113 w 7467600"/>
              <a:gd name="connsiteY198" fmla="*/ 3874565 h 6858000"/>
              <a:gd name="connsiteX199" fmla="*/ 3316479 w 7467600"/>
              <a:gd name="connsiteY199" fmla="*/ 3872136 h 6858000"/>
              <a:gd name="connsiteX200" fmla="*/ 3546806 w 7467600"/>
              <a:gd name="connsiteY200" fmla="*/ 4356139 h 6858000"/>
              <a:gd name="connsiteX201" fmla="*/ 3364433 w 7467600"/>
              <a:gd name="connsiteY201" fmla="*/ 3953121 h 6858000"/>
              <a:gd name="connsiteX202" fmla="*/ 3316479 w 7467600"/>
              <a:gd name="connsiteY202" fmla="*/ 3872136 h 6858000"/>
              <a:gd name="connsiteX203" fmla="*/ 3291335 w 7467600"/>
              <a:gd name="connsiteY203" fmla="*/ 3767420 h 6858000"/>
              <a:gd name="connsiteX204" fmla="*/ 3390805 w 7467600"/>
              <a:gd name="connsiteY204" fmla="*/ 3937163 h 6858000"/>
              <a:gd name="connsiteX205" fmla="*/ 3579062 w 7467600"/>
              <a:gd name="connsiteY205" fmla="*/ 4359040 h 6858000"/>
              <a:gd name="connsiteX206" fmla="*/ 3467355 w 7467600"/>
              <a:gd name="connsiteY206" fmla="*/ 3988130 h 6858000"/>
              <a:gd name="connsiteX207" fmla="*/ 3310753 w 7467600"/>
              <a:gd name="connsiteY207" fmla="*/ 3787140 h 6858000"/>
              <a:gd name="connsiteX208" fmla="*/ 3291335 w 7467600"/>
              <a:gd name="connsiteY208" fmla="*/ 3767420 h 6858000"/>
              <a:gd name="connsiteX209" fmla="*/ 1635889 w 7467600"/>
              <a:gd name="connsiteY209" fmla="*/ 3709494 h 6858000"/>
              <a:gd name="connsiteX210" fmla="*/ 1634800 w 7467600"/>
              <a:gd name="connsiteY210" fmla="*/ 3731111 h 6858000"/>
              <a:gd name="connsiteX211" fmla="*/ 1635889 w 7467600"/>
              <a:gd name="connsiteY211" fmla="*/ 3709494 h 6858000"/>
              <a:gd name="connsiteX212" fmla="*/ 1510397 w 7467600"/>
              <a:gd name="connsiteY212" fmla="*/ 3684705 h 6858000"/>
              <a:gd name="connsiteX213" fmla="*/ 1146550 w 7467600"/>
              <a:gd name="connsiteY213" fmla="*/ 3802012 h 6858000"/>
              <a:gd name="connsiteX214" fmla="*/ 698834 w 7467600"/>
              <a:gd name="connsiteY214" fmla="*/ 3952272 h 6858000"/>
              <a:gd name="connsiteX215" fmla="*/ 34256 w 7467600"/>
              <a:gd name="connsiteY215" fmla="*/ 4347603 h 6858000"/>
              <a:gd name="connsiteX216" fmla="*/ 527241 w 7467600"/>
              <a:gd name="connsiteY216" fmla="*/ 4065078 h 6858000"/>
              <a:gd name="connsiteX217" fmla="*/ 1510397 w 7467600"/>
              <a:gd name="connsiteY217" fmla="*/ 3684705 h 6858000"/>
              <a:gd name="connsiteX218" fmla="*/ 1313114 w 7467600"/>
              <a:gd name="connsiteY218" fmla="*/ 3655216 h 6858000"/>
              <a:gd name="connsiteX219" fmla="*/ 1109304 w 7467600"/>
              <a:gd name="connsiteY219" fmla="*/ 3669030 h 6858000"/>
              <a:gd name="connsiteX220" fmla="*/ 8129 w 7467600"/>
              <a:gd name="connsiteY220" fmla="*/ 4330519 h 6858000"/>
              <a:gd name="connsiteX221" fmla="*/ 687572 w 7467600"/>
              <a:gd name="connsiteY221" fmla="*/ 3925629 h 6858000"/>
              <a:gd name="connsiteX222" fmla="*/ 1138365 w 7467600"/>
              <a:gd name="connsiteY222" fmla="*/ 3774515 h 6858000"/>
              <a:gd name="connsiteX223" fmla="*/ 1505579 w 7467600"/>
              <a:gd name="connsiteY223" fmla="*/ 3655526 h 6858000"/>
              <a:gd name="connsiteX224" fmla="*/ 1313114 w 7467600"/>
              <a:gd name="connsiteY224" fmla="*/ 3655216 h 6858000"/>
              <a:gd name="connsiteX225" fmla="*/ 3655073 w 7467600"/>
              <a:gd name="connsiteY225" fmla="*/ 3650884 h 6858000"/>
              <a:gd name="connsiteX226" fmla="*/ 3989938 w 7467600"/>
              <a:gd name="connsiteY226" fmla="*/ 3991685 h 6858000"/>
              <a:gd name="connsiteX227" fmla="*/ 4393907 w 7467600"/>
              <a:gd name="connsiteY227" fmla="*/ 4261258 h 6858000"/>
              <a:gd name="connsiteX228" fmla="*/ 4648051 w 7467600"/>
              <a:gd name="connsiteY228" fmla="*/ 4374051 h 6858000"/>
              <a:gd name="connsiteX229" fmla="*/ 4383389 w 7467600"/>
              <a:gd name="connsiteY229" fmla="*/ 4184369 h 6858000"/>
              <a:gd name="connsiteX230" fmla="*/ 4165508 w 7467600"/>
              <a:gd name="connsiteY230" fmla="*/ 4035196 h 6858000"/>
              <a:gd name="connsiteX231" fmla="*/ 4068162 w 7467600"/>
              <a:gd name="connsiteY231" fmla="*/ 3953394 h 6858000"/>
              <a:gd name="connsiteX232" fmla="*/ 3981416 w 7467600"/>
              <a:gd name="connsiteY232" fmla="*/ 3880482 h 6858000"/>
              <a:gd name="connsiteX233" fmla="*/ 3800147 w 7467600"/>
              <a:gd name="connsiteY233" fmla="*/ 3749872 h 6858000"/>
              <a:gd name="connsiteX234" fmla="*/ 3655073 w 7467600"/>
              <a:gd name="connsiteY234" fmla="*/ 3650884 h 6858000"/>
              <a:gd name="connsiteX235" fmla="*/ 3670252 w 7467600"/>
              <a:gd name="connsiteY235" fmla="*/ 3622798 h 6858000"/>
              <a:gd name="connsiteX236" fmla="*/ 3817258 w 7467600"/>
              <a:gd name="connsiteY236" fmla="*/ 3723577 h 6858000"/>
              <a:gd name="connsiteX237" fmla="*/ 4000461 w 7467600"/>
              <a:gd name="connsiteY237" fmla="*/ 3855966 h 6858000"/>
              <a:gd name="connsiteX238" fmla="*/ 4088180 w 7467600"/>
              <a:gd name="connsiteY238" fmla="*/ 3929774 h 6858000"/>
              <a:gd name="connsiteX239" fmla="*/ 4184555 w 7467600"/>
              <a:gd name="connsiteY239" fmla="*/ 4010683 h 6858000"/>
              <a:gd name="connsiteX240" fmla="*/ 4399563 w 7467600"/>
              <a:gd name="connsiteY240" fmla="*/ 4158106 h 6858000"/>
              <a:gd name="connsiteX241" fmla="*/ 4684469 w 7467600"/>
              <a:gd name="connsiteY241" fmla="*/ 4364680 h 6858000"/>
              <a:gd name="connsiteX242" fmla="*/ 4690271 w 7467600"/>
              <a:gd name="connsiteY242" fmla="*/ 4370034 h 6858000"/>
              <a:gd name="connsiteX243" fmla="*/ 4136093 w 7467600"/>
              <a:gd name="connsiteY243" fmla="*/ 3858466 h 6858000"/>
              <a:gd name="connsiteX244" fmla="*/ 3670252 w 7467600"/>
              <a:gd name="connsiteY244" fmla="*/ 3622798 h 6858000"/>
              <a:gd name="connsiteX245" fmla="*/ 4440129 w 7467600"/>
              <a:gd name="connsiteY245" fmla="*/ 3448571 h 6858000"/>
              <a:gd name="connsiteX246" fmla="*/ 4856525 w 7467600"/>
              <a:gd name="connsiteY246" fmla="*/ 3915351 h 6858000"/>
              <a:gd name="connsiteX247" fmla="*/ 5059055 w 7467600"/>
              <a:gd name="connsiteY247" fmla="*/ 4108918 h 6858000"/>
              <a:gd name="connsiteX248" fmla="*/ 5290070 w 7467600"/>
              <a:gd name="connsiteY248" fmla="*/ 4263619 h 6858000"/>
              <a:gd name="connsiteX249" fmla="*/ 4834991 w 7467600"/>
              <a:gd name="connsiteY249" fmla="*/ 3830985 h 6858000"/>
              <a:gd name="connsiteX250" fmla="*/ 4440129 w 7467600"/>
              <a:gd name="connsiteY250" fmla="*/ 3448571 h 6858000"/>
              <a:gd name="connsiteX251" fmla="*/ 4441737 w 7467600"/>
              <a:gd name="connsiteY251" fmla="*/ 3399734 h 6858000"/>
              <a:gd name="connsiteX252" fmla="*/ 4431236 w 7467600"/>
              <a:gd name="connsiteY252" fmla="*/ 3400954 h 6858000"/>
              <a:gd name="connsiteX253" fmla="*/ 4557150 w 7467600"/>
              <a:gd name="connsiteY253" fmla="*/ 3510023 h 6858000"/>
              <a:gd name="connsiteX254" fmla="*/ 4856936 w 7467600"/>
              <a:gd name="connsiteY254" fmla="*/ 3809146 h 6858000"/>
              <a:gd name="connsiteX255" fmla="*/ 5111996 w 7467600"/>
              <a:gd name="connsiteY255" fmla="*/ 4065759 h 6858000"/>
              <a:gd name="connsiteX256" fmla="*/ 5388878 w 7467600"/>
              <a:gd name="connsiteY256" fmla="*/ 4300185 h 6858000"/>
              <a:gd name="connsiteX257" fmla="*/ 5425556 w 7467600"/>
              <a:gd name="connsiteY257" fmla="*/ 4308967 h 6858000"/>
              <a:gd name="connsiteX258" fmla="*/ 4943646 w 7467600"/>
              <a:gd name="connsiteY258" fmla="*/ 3822916 h 6858000"/>
              <a:gd name="connsiteX259" fmla="*/ 4594837 w 7467600"/>
              <a:gd name="connsiteY259" fmla="*/ 3532274 h 6858000"/>
              <a:gd name="connsiteX260" fmla="*/ 4441737 w 7467600"/>
              <a:gd name="connsiteY260" fmla="*/ 3399734 h 6858000"/>
              <a:gd name="connsiteX261" fmla="*/ 5425834 w 7467600"/>
              <a:gd name="connsiteY261" fmla="*/ 3162785 h 6858000"/>
              <a:gd name="connsiteX262" fmla="*/ 5401644 w 7467600"/>
              <a:gd name="connsiteY262" fmla="*/ 3617847 h 6858000"/>
              <a:gd name="connsiteX263" fmla="*/ 5467256 w 7467600"/>
              <a:gd name="connsiteY263" fmla="*/ 4175494 h 6858000"/>
              <a:gd name="connsiteX264" fmla="*/ 5448069 w 7467600"/>
              <a:gd name="connsiteY264" fmla="*/ 3567554 h 6858000"/>
              <a:gd name="connsiteX265" fmla="*/ 5425834 w 7467600"/>
              <a:gd name="connsiteY265" fmla="*/ 3162785 h 6858000"/>
              <a:gd name="connsiteX266" fmla="*/ 1318687 w 7467600"/>
              <a:gd name="connsiteY266" fmla="*/ 3113840 h 6858000"/>
              <a:gd name="connsiteX267" fmla="*/ 1066793 w 7467600"/>
              <a:gd name="connsiteY267" fmla="*/ 3212171 h 6858000"/>
              <a:gd name="connsiteX268" fmla="*/ 993319 w 7467600"/>
              <a:gd name="connsiteY268" fmla="*/ 3247648 h 6858000"/>
              <a:gd name="connsiteX269" fmla="*/ 853081 w 7467600"/>
              <a:gd name="connsiteY269" fmla="*/ 3312410 h 6858000"/>
              <a:gd name="connsiteX270" fmla="*/ 805957 w 7467600"/>
              <a:gd name="connsiteY270" fmla="*/ 3330443 h 6858000"/>
              <a:gd name="connsiteX271" fmla="*/ 1318687 w 7467600"/>
              <a:gd name="connsiteY271" fmla="*/ 3113840 h 6858000"/>
              <a:gd name="connsiteX272" fmla="*/ 5453702 w 7467600"/>
              <a:gd name="connsiteY272" fmla="*/ 3090882 h 6858000"/>
              <a:gd name="connsiteX273" fmla="*/ 5480135 w 7467600"/>
              <a:gd name="connsiteY273" fmla="*/ 3565802 h 6858000"/>
              <a:gd name="connsiteX274" fmla="*/ 5499023 w 7467600"/>
              <a:gd name="connsiteY274" fmla="*/ 4166310 h 6858000"/>
              <a:gd name="connsiteX275" fmla="*/ 5547022 w 7467600"/>
              <a:gd name="connsiteY275" fmla="*/ 3607838 h 6858000"/>
              <a:gd name="connsiteX276" fmla="*/ 5515964 w 7467600"/>
              <a:gd name="connsiteY276" fmla="*/ 3378541 h 6858000"/>
              <a:gd name="connsiteX277" fmla="*/ 5453702 w 7467600"/>
              <a:gd name="connsiteY277" fmla="*/ 3090882 h 6858000"/>
              <a:gd name="connsiteX278" fmla="*/ 1238695 w 7467600"/>
              <a:gd name="connsiteY278" fmla="*/ 3076820 h 6858000"/>
              <a:gd name="connsiteX279" fmla="*/ 716371 w 7467600"/>
              <a:gd name="connsiteY279" fmla="*/ 3293249 h 6858000"/>
              <a:gd name="connsiteX280" fmla="*/ 579522 w 7467600"/>
              <a:gd name="connsiteY280" fmla="*/ 3371759 h 6858000"/>
              <a:gd name="connsiteX281" fmla="*/ 600288 w 7467600"/>
              <a:gd name="connsiteY281" fmla="*/ 3365555 h 6858000"/>
              <a:gd name="connsiteX282" fmla="*/ 840692 w 7467600"/>
              <a:gd name="connsiteY282" fmla="*/ 3284921 h 6858000"/>
              <a:gd name="connsiteX283" fmla="*/ 979248 w 7467600"/>
              <a:gd name="connsiteY283" fmla="*/ 3221003 h 6858000"/>
              <a:gd name="connsiteX284" fmla="*/ 1053282 w 7467600"/>
              <a:gd name="connsiteY284" fmla="*/ 3185247 h 6858000"/>
              <a:gd name="connsiteX285" fmla="*/ 1320603 w 7467600"/>
              <a:gd name="connsiteY285" fmla="*/ 3081281 h 6858000"/>
              <a:gd name="connsiteX286" fmla="*/ 1238695 w 7467600"/>
              <a:gd name="connsiteY286" fmla="*/ 3076820 h 6858000"/>
              <a:gd name="connsiteX287" fmla="*/ 5425627 w 7467600"/>
              <a:gd name="connsiteY287" fmla="*/ 2954192 h 6858000"/>
              <a:gd name="connsiteX288" fmla="*/ 5470770 w 7467600"/>
              <a:gd name="connsiteY288" fmla="*/ 3005435 h 6858000"/>
              <a:gd name="connsiteX289" fmla="*/ 5519779 w 7467600"/>
              <a:gd name="connsiteY289" fmla="*/ 4359223 h 6858000"/>
              <a:gd name="connsiteX290" fmla="*/ 5520293 w 7467600"/>
              <a:gd name="connsiteY290" fmla="*/ 4360602 h 6858000"/>
              <a:gd name="connsiteX291" fmla="*/ 5767221 w 7467600"/>
              <a:gd name="connsiteY291" fmla="*/ 4665564 h 6858000"/>
              <a:gd name="connsiteX292" fmla="*/ 6937169 w 7467600"/>
              <a:gd name="connsiteY292" fmla="*/ 4815941 h 6858000"/>
              <a:gd name="connsiteX293" fmla="*/ 6953922 w 7467600"/>
              <a:gd name="connsiteY293" fmla="*/ 4890068 h 6858000"/>
              <a:gd name="connsiteX294" fmla="*/ 6071359 w 7467600"/>
              <a:gd name="connsiteY294" fmla="*/ 4770770 h 6858000"/>
              <a:gd name="connsiteX295" fmla="*/ 6038839 w 7467600"/>
              <a:gd name="connsiteY295" fmla="*/ 4764474 h 6858000"/>
              <a:gd name="connsiteX296" fmla="*/ 6038706 w 7467600"/>
              <a:gd name="connsiteY296" fmla="*/ 4763847 h 6858000"/>
              <a:gd name="connsiteX297" fmla="*/ 6037784 w 7467600"/>
              <a:gd name="connsiteY297" fmla="*/ 4764270 h 6858000"/>
              <a:gd name="connsiteX298" fmla="*/ 6038839 w 7467600"/>
              <a:gd name="connsiteY298" fmla="*/ 4764474 h 6858000"/>
              <a:gd name="connsiteX299" fmla="*/ 6040338 w 7467600"/>
              <a:gd name="connsiteY299" fmla="*/ 4771418 h 6858000"/>
              <a:gd name="connsiteX300" fmla="*/ 6024488 w 7467600"/>
              <a:gd name="connsiteY300" fmla="*/ 4809903 h 6858000"/>
              <a:gd name="connsiteX301" fmla="*/ 5599771 w 7467600"/>
              <a:gd name="connsiteY301" fmla="*/ 5509652 h 6858000"/>
              <a:gd name="connsiteX302" fmla="*/ 5548843 w 7467600"/>
              <a:gd name="connsiteY302" fmla="*/ 5563845 h 6858000"/>
              <a:gd name="connsiteX303" fmla="*/ 5940952 w 7467600"/>
              <a:gd name="connsiteY303" fmla="*/ 6250028 h 6858000"/>
              <a:gd name="connsiteX304" fmla="*/ 6043441 w 7467600"/>
              <a:gd name="connsiteY304" fmla="*/ 6665847 h 6858000"/>
              <a:gd name="connsiteX305" fmla="*/ 6093432 w 7467600"/>
              <a:gd name="connsiteY305" fmla="*/ 6858000 h 6858000"/>
              <a:gd name="connsiteX306" fmla="*/ 6034344 w 7467600"/>
              <a:gd name="connsiteY306" fmla="*/ 6858000 h 6858000"/>
              <a:gd name="connsiteX307" fmla="*/ 6026679 w 7467600"/>
              <a:gd name="connsiteY307" fmla="*/ 6836959 h 6858000"/>
              <a:gd name="connsiteX308" fmla="*/ 5800441 w 7467600"/>
              <a:gd name="connsiteY308" fmla="*/ 6335286 h 6858000"/>
              <a:gd name="connsiteX309" fmla="*/ 5526562 w 7467600"/>
              <a:gd name="connsiteY309" fmla="*/ 5705388 h 6858000"/>
              <a:gd name="connsiteX310" fmla="*/ 5519640 w 7467600"/>
              <a:gd name="connsiteY310" fmla="*/ 5683774 h 6858000"/>
              <a:gd name="connsiteX311" fmla="*/ 5844559 w 7467600"/>
              <a:gd name="connsiteY311" fmla="*/ 6553349 h 6858000"/>
              <a:gd name="connsiteX312" fmla="*/ 5975994 w 7467600"/>
              <a:gd name="connsiteY312" fmla="*/ 6858000 h 6858000"/>
              <a:gd name="connsiteX313" fmla="*/ 5898547 w 7467600"/>
              <a:gd name="connsiteY313" fmla="*/ 6858000 h 6858000"/>
              <a:gd name="connsiteX314" fmla="*/ 5682041 w 7467600"/>
              <a:gd name="connsiteY314" fmla="*/ 6355860 h 6858000"/>
              <a:gd name="connsiteX315" fmla="*/ 5461758 w 7467600"/>
              <a:gd name="connsiteY315" fmla="*/ 5820220 h 6858000"/>
              <a:gd name="connsiteX316" fmla="*/ 5237282 w 7467600"/>
              <a:gd name="connsiteY316" fmla="*/ 6579086 h 6858000"/>
              <a:gd name="connsiteX317" fmla="*/ 5115009 w 7467600"/>
              <a:gd name="connsiteY317" fmla="*/ 6858000 h 6858000"/>
              <a:gd name="connsiteX318" fmla="*/ 5028074 w 7467600"/>
              <a:gd name="connsiteY318" fmla="*/ 6858000 h 6858000"/>
              <a:gd name="connsiteX319" fmla="*/ 5079508 w 7467600"/>
              <a:gd name="connsiteY319" fmla="*/ 6749074 h 6858000"/>
              <a:gd name="connsiteX320" fmla="*/ 5371846 w 7467600"/>
              <a:gd name="connsiteY320" fmla="*/ 5924413 h 6858000"/>
              <a:gd name="connsiteX321" fmla="*/ 5270512 w 7467600"/>
              <a:gd name="connsiteY321" fmla="*/ 6138975 h 6858000"/>
              <a:gd name="connsiteX322" fmla="*/ 5062409 w 7467600"/>
              <a:gd name="connsiteY322" fmla="*/ 6653544 h 6858000"/>
              <a:gd name="connsiteX323" fmla="*/ 5036628 w 7467600"/>
              <a:gd name="connsiteY323" fmla="*/ 6754247 h 6858000"/>
              <a:gd name="connsiteX324" fmla="*/ 5009112 w 7467600"/>
              <a:gd name="connsiteY324" fmla="*/ 6858000 h 6858000"/>
              <a:gd name="connsiteX325" fmla="*/ 4976679 w 7467600"/>
              <a:gd name="connsiteY325" fmla="*/ 6858000 h 6858000"/>
              <a:gd name="connsiteX326" fmla="*/ 5006537 w 7467600"/>
              <a:gd name="connsiteY326" fmla="*/ 6747068 h 6858000"/>
              <a:gd name="connsiteX327" fmla="*/ 5032723 w 7467600"/>
              <a:gd name="connsiteY327" fmla="*/ 6644957 h 6858000"/>
              <a:gd name="connsiteX328" fmla="*/ 5242949 w 7467600"/>
              <a:gd name="connsiteY328" fmla="*/ 6125175 h 6858000"/>
              <a:gd name="connsiteX329" fmla="*/ 5286321 w 7467600"/>
              <a:gd name="connsiteY329" fmla="*/ 6033555 h 6858000"/>
              <a:gd name="connsiteX330" fmla="*/ 5008210 w 7467600"/>
              <a:gd name="connsiteY330" fmla="*/ 6649194 h 6858000"/>
              <a:gd name="connsiteX331" fmla="*/ 4986321 w 7467600"/>
              <a:gd name="connsiteY331" fmla="*/ 6765687 h 6858000"/>
              <a:gd name="connsiteX332" fmla="*/ 4973474 w 7467600"/>
              <a:gd name="connsiteY332" fmla="*/ 6858000 h 6858000"/>
              <a:gd name="connsiteX333" fmla="*/ 4907178 w 7467600"/>
              <a:gd name="connsiteY333" fmla="*/ 6858000 h 6858000"/>
              <a:gd name="connsiteX334" fmla="*/ 4910810 w 7467600"/>
              <a:gd name="connsiteY334" fmla="*/ 6829660 h 6858000"/>
              <a:gd name="connsiteX335" fmla="*/ 4987461 w 7467600"/>
              <a:gd name="connsiteY335" fmla="*/ 6432994 h 6858000"/>
              <a:gd name="connsiteX336" fmla="*/ 5179262 w 7467600"/>
              <a:gd name="connsiteY336" fmla="*/ 6035044 h 6858000"/>
              <a:gd name="connsiteX337" fmla="*/ 4689678 w 7467600"/>
              <a:gd name="connsiteY337" fmla="*/ 6440241 h 6858000"/>
              <a:gd name="connsiteX338" fmla="*/ 4477543 w 7467600"/>
              <a:gd name="connsiteY338" fmla="*/ 6674836 h 6858000"/>
              <a:gd name="connsiteX339" fmla="*/ 4329957 w 7467600"/>
              <a:gd name="connsiteY339" fmla="*/ 6858000 h 6858000"/>
              <a:gd name="connsiteX340" fmla="*/ 4218595 w 7467600"/>
              <a:gd name="connsiteY340" fmla="*/ 6858000 h 6858000"/>
              <a:gd name="connsiteX341" fmla="*/ 4368888 w 7467600"/>
              <a:gd name="connsiteY341" fmla="*/ 6668412 h 6858000"/>
              <a:gd name="connsiteX342" fmla="*/ 4563091 w 7467600"/>
              <a:gd name="connsiteY342" fmla="*/ 6442508 h 6858000"/>
              <a:gd name="connsiteX343" fmla="*/ 5387324 w 7467600"/>
              <a:gd name="connsiteY343" fmla="*/ 5705830 h 6858000"/>
              <a:gd name="connsiteX344" fmla="*/ 5073620 w 7467600"/>
              <a:gd name="connsiteY344" fmla="*/ 5955437 h 6858000"/>
              <a:gd name="connsiteX345" fmla="*/ 4689789 w 7467600"/>
              <a:gd name="connsiteY345" fmla="*/ 6268382 h 6858000"/>
              <a:gd name="connsiteX346" fmla="*/ 4418722 w 7467600"/>
              <a:gd name="connsiteY346" fmla="*/ 6570886 h 6858000"/>
              <a:gd name="connsiteX347" fmla="*/ 4214944 w 7467600"/>
              <a:gd name="connsiteY347" fmla="*/ 6858000 h 6858000"/>
              <a:gd name="connsiteX348" fmla="*/ 4177898 w 7467600"/>
              <a:gd name="connsiteY348" fmla="*/ 6858000 h 6858000"/>
              <a:gd name="connsiteX349" fmla="*/ 4391597 w 7467600"/>
              <a:gd name="connsiteY349" fmla="*/ 6556370 h 6858000"/>
              <a:gd name="connsiteX350" fmla="*/ 4668889 w 7467600"/>
              <a:gd name="connsiteY350" fmla="*/ 6246399 h 6858000"/>
              <a:gd name="connsiteX351" fmla="*/ 5055427 w 7467600"/>
              <a:gd name="connsiteY351" fmla="*/ 5931476 h 6858000"/>
              <a:gd name="connsiteX352" fmla="*/ 5371814 w 7467600"/>
              <a:gd name="connsiteY352" fmla="*/ 5678975 h 6858000"/>
              <a:gd name="connsiteX353" fmla="*/ 4987918 w 7467600"/>
              <a:gd name="connsiteY353" fmla="*/ 5838701 h 6858000"/>
              <a:gd name="connsiteX354" fmla="*/ 4317146 w 7467600"/>
              <a:gd name="connsiteY354" fmla="*/ 6587716 h 6858000"/>
              <a:gd name="connsiteX355" fmla="*/ 4171627 w 7467600"/>
              <a:gd name="connsiteY355" fmla="*/ 6858000 h 6858000"/>
              <a:gd name="connsiteX356" fmla="*/ 4081585 w 7467600"/>
              <a:gd name="connsiteY356" fmla="*/ 6858000 h 6858000"/>
              <a:gd name="connsiteX357" fmla="*/ 4238603 w 7467600"/>
              <a:gd name="connsiteY357" fmla="*/ 6559341 h 6858000"/>
              <a:gd name="connsiteX358" fmla="*/ 4778333 w 7467600"/>
              <a:gd name="connsiteY358" fmla="*/ 5873626 h 6858000"/>
              <a:gd name="connsiteX359" fmla="*/ 5414185 w 7467600"/>
              <a:gd name="connsiteY359" fmla="*/ 5573882 h 6858000"/>
              <a:gd name="connsiteX360" fmla="*/ 5959648 w 7467600"/>
              <a:gd name="connsiteY360" fmla="*/ 4760797 h 6858000"/>
              <a:gd name="connsiteX361" fmla="*/ 5355019 w 7467600"/>
              <a:gd name="connsiteY361" fmla="*/ 4734672 h 6858000"/>
              <a:gd name="connsiteX362" fmla="*/ 5083565 w 7467600"/>
              <a:gd name="connsiteY362" fmla="*/ 5179121 h 6858000"/>
              <a:gd name="connsiteX363" fmla="*/ 4713577 w 7467600"/>
              <a:gd name="connsiteY363" fmla="*/ 5616803 h 6858000"/>
              <a:gd name="connsiteX364" fmla="*/ 3989559 w 7467600"/>
              <a:gd name="connsiteY364" fmla="*/ 6145945 h 6858000"/>
              <a:gd name="connsiteX365" fmla="*/ 3939824 w 7467600"/>
              <a:gd name="connsiteY365" fmla="*/ 6066900 h 6858000"/>
              <a:gd name="connsiteX366" fmla="*/ 4584537 w 7467600"/>
              <a:gd name="connsiteY366" fmla="*/ 5324826 h 6858000"/>
              <a:gd name="connsiteX367" fmla="*/ 5037105 w 7467600"/>
              <a:gd name="connsiteY367" fmla="*/ 5088765 h 6858000"/>
              <a:gd name="connsiteX368" fmla="*/ 5039930 w 7467600"/>
              <a:gd name="connsiteY368" fmla="*/ 5089585 h 6858000"/>
              <a:gd name="connsiteX369" fmla="*/ 5263764 w 7467600"/>
              <a:gd name="connsiteY369" fmla="*/ 4735525 h 6858000"/>
              <a:gd name="connsiteX370" fmla="*/ 4086300 w 7467600"/>
              <a:gd name="connsiteY370" fmla="*/ 4884599 h 6858000"/>
              <a:gd name="connsiteX371" fmla="*/ 4085485 w 7467600"/>
              <a:gd name="connsiteY371" fmla="*/ 4899070 h 6858000"/>
              <a:gd name="connsiteX372" fmla="*/ 3871915 w 7467600"/>
              <a:gd name="connsiteY372" fmla="*/ 5253645 h 6858000"/>
              <a:gd name="connsiteX373" fmla="*/ 3799374 w 7467600"/>
              <a:gd name="connsiteY373" fmla="*/ 5466127 h 6858000"/>
              <a:gd name="connsiteX374" fmla="*/ 3498850 w 7467600"/>
              <a:gd name="connsiteY374" fmla="*/ 6661888 h 6858000"/>
              <a:gd name="connsiteX375" fmla="*/ 3399216 w 7467600"/>
              <a:gd name="connsiteY375" fmla="*/ 6858000 h 6858000"/>
              <a:gd name="connsiteX376" fmla="*/ 3303688 w 7467600"/>
              <a:gd name="connsiteY376" fmla="*/ 6858000 h 6858000"/>
              <a:gd name="connsiteX377" fmla="*/ 3391774 w 7467600"/>
              <a:gd name="connsiteY377" fmla="*/ 6697181 h 6858000"/>
              <a:gd name="connsiteX378" fmla="*/ 3735540 w 7467600"/>
              <a:gd name="connsiteY378" fmla="*/ 5546923 h 6858000"/>
              <a:gd name="connsiteX379" fmla="*/ 3729438 w 7467600"/>
              <a:gd name="connsiteY379" fmla="*/ 5569058 h 6858000"/>
              <a:gd name="connsiteX380" fmla="*/ 3707782 w 7467600"/>
              <a:gd name="connsiteY380" fmla="*/ 5644908 h 6858000"/>
              <a:gd name="connsiteX381" fmla="*/ 3583827 w 7467600"/>
              <a:gd name="connsiteY381" fmla="*/ 6039215 h 6858000"/>
              <a:gd name="connsiteX382" fmla="*/ 3547861 w 7467600"/>
              <a:gd name="connsiteY382" fmla="*/ 6129609 h 6858000"/>
              <a:gd name="connsiteX383" fmla="*/ 3490905 w 7467600"/>
              <a:gd name="connsiteY383" fmla="*/ 6277660 h 6858000"/>
              <a:gd name="connsiteX384" fmla="*/ 3455859 w 7467600"/>
              <a:gd name="connsiteY384" fmla="*/ 6391301 h 6858000"/>
              <a:gd name="connsiteX385" fmla="*/ 3429112 w 7467600"/>
              <a:gd name="connsiteY385" fmla="*/ 6479469 h 6858000"/>
              <a:gd name="connsiteX386" fmla="*/ 3304862 w 7467600"/>
              <a:gd name="connsiteY386" fmla="*/ 6796476 h 6858000"/>
              <a:gd name="connsiteX387" fmla="*/ 3276071 w 7467600"/>
              <a:gd name="connsiteY387" fmla="*/ 6858000 h 6858000"/>
              <a:gd name="connsiteX388" fmla="*/ 3240805 w 7467600"/>
              <a:gd name="connsiteY388" fmla="*/ 6858000 h 6858000"/>
              <a:gd name="connsiteX389" fmla="*/ 3275917 w 7467600"/>
              <a:gd name="connsiteY389" fmla="*/ 6783192 h 6858000"/>
              <a:gd name="connsiteX390" fmla="*/ 3399358 w 7467600"/>
              <a:gd name="connsiteY390" fmla="*/ 6469011 h 6858000"/>
              <a:gd name="connsiteX391" fmla="*/ 3425650 w 7467600"/>
              <a:gd name="connsiteY391" fmla="*/ 6381333 h 6858000"/>
              <a:gd name="connsiteX392" fmla="*/ 3460661 w 7467600"/>
              <a:gd name="connsiteY392" fmla="*/ 6266763 h 6858000"/>
              <a:gd name="connsiteX393" fmla="*/ 3518021 w 7467600"/>
              <a:gd name="connsiteY393" fmla="*/ 6117298 h 6858000"/>
              <a:gd name="connsiteX394" fmla="*/ 3554035 w 7467600"/>
              <a:gd name="connsiteY394" fmla="*/ 6027832 h 6858000"/>
              <a:gd name="connsiteX395" fmla="*/ 3677174 w 7467600"/>
              <a:gd name="connsiteY395" fmla="*/ 5636351 h 6858000"/>
              <a:gd name="connsiteX396" fmla="*/ 3698819 w 7467600"/>
              <a:gd name="connsiteY396" fmla="*/ 5560503 h 6858000"/>
              <a:gd name="connsiteX397" fmla="*/ 3702094 w 7467600"/>
              <a:gd name="connsiteY397" fmla="*/ 5549194 h 6858000"/>
              <a:gd name="connsiteX398" fmla="*/ 3398355 w 7467600"/>
              <a:gd name="connsiteY398" fmla="*/ 6094603 h 6858000"/>
              <a:gd name="connsiteX399" fmla="*/ 3193941 w 7467600"/>
              <a:gd name="connsiteY399" fmla="*/ 6798775 h 6858000"/>
              <a:gd name="connsiteX400" fmla="*/ 3184140 w 7467600"/>
              <a:gd name="connsiteY400" fmla="*/ 6858000 h 6858000"/>
              <a:gd name="connsiteX401" fmla="*/ 3099978 w 7467600"/>
              <a:gd name="connsiteY401" fmla="*/ 6858000 h 6858000"/>
              <a:gd name="connsiteX402" fmla="*/ 3101556 w 7467600"/>
              <a:gd name="connsiteY402" fmla="*/ 6843337 h 6858000"/>
              <a:gd name="connsiteX403" fmla="*/ 3370162 w 7467600"/>
              <a:gd name="connsiteY403" fmla="*/ 5785550 h 6858000"/>
              <a:gd name="connsiteX404" fmla="*/ 3746477 w 7467600"/>
              <a:gd name="connsiteY404" fmla="*/ 5377889 h 6858000"/>
              <a:gd name="connsiteX405" fmla="*/ 3863399 w 7467600"/>
              <a:gd name="connsiteY405" fmla="*/ 5087257 h 6858000"/>
              <a:gd name="connsiteX406" fmla="*/ 3968712 w 7467600"/>
              <a:gd name="connsiteY406" fmla="*/ 4913989 h 6858000"/>
              <a:gd name="connsiteX407" fmla="*/ 2792390 w 7467600"/>
              <a:gd name="connsiteY407" fmla="*/ 5382974 h 6858000"/>
              <a:gd name="connsiteX408" fmla="*/ 2714982 w 7467600"/>
              <a:gd name="connsiteY408" fmla="*/ 5427051 h 6858000"/>
              <a:gd name="connsiteX409" fmla="*/ 2813361 w 7467600"/>
              <a:gd name="connsiteY409" fmla="*/ 6023912 h 6858000"/>
              <a:gd name="connsiteX410" fmla="*/ 2688430 w 7467600"/>
              <a:gd name="connsiteY410" fmla="*/ 6801564 h 6858000"/>
              <a:gd name="connsiteX411" fmla="*/ 2629626 w 7467600"/>
              <a:gd name="connsiteY411" fmla="*/ 6763394 h 6858000"/>
              <a:gd name="connsiteX412" fmla="*/ 2565328 w 7467600"/>
              <a:gd name="connsiteY412" fmla="*/ 5516399 h 6858000"/>
              <a:gd name="connsiteX413" fmla="*/ 1922999 w 7467600"/>
              <a:gd name="connsiteY413" fmla="*/ 5980343 h 6858000"/>
              <a:gd name="connsiteX414" fmla="*/ 1950261 w 7467600"/>
              <a:gd name="connsiteY414" fmla="*/ 6405858 h 6858000"/>
              <a:gd name="connsiteX415" fmla="*/ 2365554 w 7467600"/>
              <a:gd name="connsiteY415" fmla="*/ 6759107 h 6858000"/>
              <a:gd name="connsiteX416" fmla="*/ 2424142 w 7467600"/>
              <a:gd name="connsiteY416" fmla="*/ 6858000 h 6858000"/>
              <a:gd name="connsiteX417" fmla="*/ 2395994 w 7467600"/>
              <a:gd name="connsiteY417" fmla="*/ 6858000 h 6858000"/>
              <a:gd name="connsiteX418" fmla="*/ 2392863 w 7467600"/>
              <a:gd name="connsiteY418" fmla="*/ 6852964 h 6858000"/>
              <a:gd name="connsiteX419" fmla="*/ 2017589 w 7467600"/>
              <a:gd name="connsiteY419" fmla="*/ 6493982 h 6858000"/>
              <a:gd name="connsiteX420" fmla="*/ 2147336 w 7467600"/>
              <a:gd name="connsiteY420" fmla="*/ 6594052 h 6858000"/>
              <a:gd name="connsiteX421" fmla="*/ 2207047 w 7467600"/>
              <a:gd name="connsiteY421" fmla="*/ 6654540 h 6858000"/>
              <a:gd name="connsiteX422" fmla="*/ 2299106 w 7467600"/>
              <a:gd name="connsiteY422" fmla="*/ 6778931 h 6858000"/>
              <a:gd name="connsiteX423" fmla="*/ 2314430 w 7467600"/>
              <a:gd name="connsiteY423" fmla="*/ 6801144 h 6858000"/>
              <a:gd name="connsiteX424" fmla="*/ 2352406 w 7467600"/>
              <a:gd name="connsiteY424" fmla="*/ 6858000 h 6858000"/>
              <a:gd name="connsiteX425" fmla="*/ 2314492 w 7467600"/>
              <a:gd name="connsiteY425" fmla="*/ 6858000 h 6858000"/>
              <a:gd name="connsiteX426" fmla="*/ 2288095 w 7467600"/>
              <a:gd name="connsiteY426" fmla="*/ 6818030 h 6858000"/>
              <a:gd name="connsiteX427" fmla="*/ 2272768 w 7467600"/>
              <a:gd name="connsiteY427" fmla="*/ 6795822 h 6858000"/>
              <a:gd name="connsiteX428" fmla="*/ 2182715 w 7467600"/>
              <a:gd name="connsiteY428" fmla="*/ 6675071 h 6858000"/>
              <a:gd name="connsiteX429" fmla="*/ 2032061 w 7467600"/>
              <a:gd name="connsiteY429" fmla="*/ 6541380 h 6858000"/>
              <a:gd name="connsiteX430" fmla="*/ 2257220 w 7467600"/>
              <a:gd name="connsiteY430" fmla="*/ 6826257 h 6858000"/>
              <a:gd name="connsiteX431" fmla="*/ 2281324 w 7467600"/>
              <a:gd name="connsiteY431" fmla="*/ 6858000 h 6858000"/>
              <a:gd name="connsiteX432" fmla="*/ 2242860 w 7467600"/>
              <a:gd name="connsiteY432" fmla="*/ 6858000 h 6858000"/>
              <a:gd name="connsiteX433" fmla="*/ 2232818 w 7467600"/>
              <a:gd name="connsiteY433" fmla="*/ 6844926 h 6858000"/>
              <a:gd name="connsiteX434" fmla="*/ 1990172 w 7467600"/>
              <a:gd name="connsiteY434" fmla="*/ 6542121 h 6858000"/>
              <a:gd name="connsiteX435" fmla="*/ 2124090 w 7467600"/>
              <a:gd name="connsiteY435" fmla="*/ 6761017 h 6858000"/>
              <a:gd name="connsiteX436" fmla="*/ 2200380 w 7467600"/>
              <a:gd name="connsiteY436" fmla="*/ 6858000 h 6858000"/>
              <a:gd name="connsiteX437" fmla="*/ 2147507 w 7467600"/>
              <a:gd name="connsiteY437" fmla="*/ 6858000 h 6858000"/>
              <a:gd name="connsiteX438" fmla="*/ 2070668 w 7467600"/>
              <a:gd name="connsiteY438" fmla="*/ 6761520 h 6858000"/>
              <a:gd name="connsiteX439" fmla="*/ 1975142 w 7467600"/>
              <a:gd name="connsiteY439" fmla="*/ 6585570 h 6858000"/>
              <a:gd name="connsiteX440" fmla="*/ 2050035 w 7467600"/>
              <a:gd name="connsiteY440" fmla="*/ 6813345 h 6858000"/>
              <a:gd name="connsiteX441" fmla="*/ 2063025 w 7467600"/>
              <a:gd name="connsiteY441" fmla="*/ 6858000 h 6858000"/>
              <a:gd name="connsiteX442" fmla="*/ 2021675 w 7467600"/>
              <a:gd name="connsiteY442" fmla="*/ 6858000 h 6858000"/>
              <a:gd name="connsiteX443" fmla="*/ 2019308 w 7467600"/>
              <a:gd name="connsiteY443" fmla="*/ 6847118 h 6858000"/>
              <a:gd name="connsiteX444" fmla="*/ 1938835 w 7467600"/>
              <a:gd name="connsiteY444" fmla="*/ 6551160 h 6858000"/>
              <a:gd name="connsiteX445" fmla="*/ 1953230 w 7467600"/>
              <a:gd name="connsiteY445" fmla="*/ 6759699 h 6858000"/>
              <a:gd name="connsiteX446" fmla="*/ 1956763 w 7467600"/>
              <a:gd name="connsiteY446" fmla="*/ 6778191 h 6858000"/>
              <a:gd name="connsiteX447" fmla="*/ 1967925 w 7467600"/>
              <a:gd name="connsiteY447" fmla="*/ 6858000 h 6858000"/>
              <a:gd name="connsiteX448" fmla="*/ 1936622 w 7467600"/>
              <a:gd name="connsiteY448" fmla="*/ 6858000 h 6858000"/>
              <a:gd name="connsiteX449" fmla="*/ 1926261 w 7467600"/>
              <a:gd name="connsiteY449" fmla="*/ 6784064 h 6858000"/>
              <a:gd name="connsiteX450" fmla="*/ 1922724 w 7467600"/>
              <a:gd name="connsiteY450" fmla="*/ 6765577 h 6858000"/>
              <a:gd name="connsiteX451" fmla="*/ 1904650 w 7467600"/>
              <a:gd name="connsiteY451" fmla="*/ 6639616 h 6858000"/>
              <a:gd name="connsiteX452" fmla="*/ 1885273 w 7467600"/>
              <a:gd name="connsiteY452" fmla="*/ 6858000 h 6858000"/>
              <a:gd name="connsiteX453" fmla="*/ 1854363 w 7467600"/>
              <a:gd name="connsiteY453" fmla="*/ 6858000 h 6858000"/>
              <a:gd name="connsiteX454" fmla="*/ 1880391 w 7467600"/>
              <a:gd name="connsiteY454" fmla="*/ 6603796 h 6858000"/>
              <a:gd name="connsiteX455" fmla="*/ 1818273 w 7467600"/>
              <a:gd name="connsiteY455" fmla="*/ 6715729 h 6858000"/>
              <a:gd name="connsiteX456" fmla="*/ 1794691 w 7467600"/>
              <a:gd name="connsiteY456" fmla="*/ 6843239 h 6858000"/>
              <a:gd name="connsiteX457" fmla="*/ 1794914 w 7467600"/>
              <a:gd name="connsiteY457" fmla="*/ 6858000 h 6858000"/>
              <a:gd name="connsiteX458" fmla="*/ 1746128 w 7467600"/>
              <a:gd name="connsiteY458" fmla="*/ 6858000 h 6858000"/>
              <a:gd name="connsiteX459" fmla="*/ 1753934 w 7467600"/>
              <a:gd name="connsiteY459" fmla="*/ 6724796 h 6858000"/>
              <a:gd name="connsiteX460" fmla="*/ 1792053 w 7467600"/>
              <a:gd name="connsiteY460" fmla="*/ 6572396 h 6858000"/>
              <a:gd name="connsiteX461" fmla="*/ 1862248 w 7467600"/>
              <a:gd name="connsiteY461" fmla="*/ 6266397 h 6858000"/>
              <a:gd name="connsiteX462" fmla="*/ 1862250 w 7467600"/>
              <a:gd name="connsiteY462" fmla="*/ 6033531 h 6858000"/>
              <a:gd name="connsiteX463" fmla="*/ 1211999 w 7467600"/>
              <a:gd name="connsiteY463" fmla="*/ 6683610 h 6858000"/>
              <a:gd name="connsiteX464" fmla="*/ 1213266 w 7467600"/>
              <a:gd name="connsiteY464" fmla="*/ 6691947 h 6858000"/>
              <a:gd name="connsiteX465" fmla="*/ 1203370 w 7467600"/>
              <a:gd name="connsiteY465" fmla="*/ 6850676 h 6858000"/>
              <a:gd name="connsiteX466" fmla="*/ 1203671 w 7467600"/>
              <a:gd name="connsiteY466" fmla="*/ 6858000 h 6858000"/>
              <a:gd name="connsiteX467" fmla="*/ 1143180 w 7467600"/>
              <a:gd name="connsiteY467" fmla="*/ 6858000 h 6858000"/>
              <a:gd name="connsiteX468" fmla="*/ 1142176 w 7467600"/>
              <a:gd name="connsiteY468" fmla="*/ 6766045 h 6858000"/>
              <a:gd name="connsiteX469" fmla="*/ 1067484 w 7467600"/>
              <a:gd name="connsiteY469" fmla="*/ 6858000 h 6858000"/>
              <a:gd name="connsiteX470" fmla="*/ 953928 w 7467600"/>
              <a:gd name="connsiteY470" fmla="*/ 6858000 h 6858000"/>
              <a:gd name="connsiteX471" fmla="*/ 959715 w 7467600"/>
              <a:gd name="connsiteY471" fmla="*/ 6850185 h 6858000"/>
              <a:gd name="connsiteX472" fmla="*/ 1483788 w 7467600"/>
              <a:gd name="connsiteY472" fmla="*/ 6259174 h 6858000"/>
              <a:gd name="connsiteX473" fmla="*/ 1100671 w 7467600"/>
              <a:gd name="connsiteY473" fmla="*/ 6252137 h 6858000"/>
              <a:gd name="connsiteX474" fmla="*/ 1090144 w 7467600"/>
              <a:gd name="connsiteY474" fmla="*/ 6256748 h 6858000"/>
              <a:gd name="connsiteX475" fmla="*/ 1095872 w 7467600"/>
              <a:gd name="connsiteY475" fmla="*/ 6271892 h 6858000"/>
              <a:gd name="connsiteX476" fmla="*/ 262785 w 7467600"/>
              <a:gd name="connsiteY476" fmla="*/ 6845450 h 6858000"/>
              <a:gd name="connsiteX477" fmla="*/ 209968 w 7467600"/>
              <a:gd name="connsiteY477" fmla="*/ 6770713 h 6858000"/>
              <a:gd name="connsiteX478" fmla="*/ 873460 w 7467600"/>
              <a:gd name="connsiteY478" fmla="*/ 6253768 h 6858000"/>
              <a:gd name="connsiteX479" fmla="*/ 192686 w 7467600"/>
              <a:gd name="connsiteY479" fmla="*/ 5849257 h 6858000"/>
              <a:gd name="connsiteX480" fmla="*/ 4696 w 7467600"/>
              <a:gd name="connsiteY480" fmla="*/ 5697668 h 6858000"/>
              <a:gd name="connsiteX481" fmla="*/ 0 w 7467600"/>
              <a:gd name="connsiteY481" fmla="*/ 5689984 h 6858000"/>
              <a:gd name="connsiteX482" fmla="*/ 0 w 7467600"/>
              <a:gd name="connsiteY482" fmla="*/ 5513472 h 6858000"/>
              <a:gd name="connsiteX483" fmla="*/ 174101 w 7467600"/>
              <a:gd name="connsiteY483" fmla="*/ 5620277 h 6858000"/>
              <a:gd name="connsiteX484" fmla="*/ 891800 w 7467600"/>
              <a:gd name="connsiteY484" fmla="*/ 6036935 h 6858000"/>
              <a:gd name="connsiteX485" fmla="*/ 1072219 w 7467600"/>
              <a:gd name="connsiteY485" fmla="*/ 6169443 h 6858000"/>
              <a:gd name="connsiteX486" fmla="*/ 1074117 w 7467600"/>
              <a:gd name="connsiteY486" fmla="*/ 6170301 h 6858000"/>
              <a:gd name="connsiteX487" fmla="*/ 1083114 w 7467600"/>
              <a:gd name="connsiteY487" fmla="*/ 6174131 h 6858000"/>
              <a:gd name="connsiteX488" fmla="*/ 1543010 w 7467600"/>
              <a:gd name="connsiteY488" fmla="*/ 6191140 h 6858000"/>
              <a:gd name="connsiteX489" fmla="*/ 1551080 w 7467600"/>
              <a:gd name="connsiteY489" fmla="*/ 6195006 h 6858000"/>
              <a:gd name="connsiteX490" fmla="*/ 2345443 w 7467600"/>
              <a:gd name="connsiteY490" fmla="*/ 5549882 h 6858000"/>
              <a:gd name="connsiteX491" fmla="*/ 1721499 w 7467600"/>
              <a:gd name="connsiteY491" fmla="*/ 5599969 h 6858000"/>
              <a:gd name="connsiteX492" fmla="*/ 767716 w 7467600"/>
              <a:gd name="connsiteY492" fmla="*/ 5472768 h 6858000"/>
              <a:gd name="connsiteX493" fmla="*/ 722147 w 7467600"/>
              <a:gd name="connsiteY493" fmla="*/ 5393091 h 6858000"/>
              <a:gd name="connsiteX494" fmla="*/ 1485552 w 7467600"/>
              <a:gd name="connsiteY494" fmla="*/ 5313202 h 6858000"/>
              <a:gd name="connsiteX495" fmla="*/ 2143004 w 7467600"/>
              <a:gd name="connsiteY495" fmla="*/ 5402420 h 6858000"/>
              <a:gd name="connsiteX496" fmla="*/ 1933391 w 7467600"/>
              <a:gd name="connsiteY496" fmla="*/ 5156971 h 6858000"/>
              <a:gd name="connsiteX497" fmla="*/ 1827118 w 7467600"/>
              <a:gd name="connsiteY497" fmla="*/ 4968410 h 6858000"/>
              <a:gd name="connsiteX498" fmla="*/ 1837349 w 7467600"/>
              <a:gd name="connsiteY498" fmla="*/ 4956357 h 6858000"/>
              <a:gd name="connsiteX499" fmla="*/ 2162835 w 7467600"/>
              <a:gd name="connsiteY499" fmla="*/ 5187853 h 6858000"/>
              <a:gd name="connsiteX500" fmla="*/ 2257167 w 7467600"/>
              <a:gd name="connsiteY500" fmla="*/ 5462123 h 6858000"/>
              <a:gd name="connsiteX501" fmla="*/ 2261598 w 7467600"/>
              <a:gd name="connsiteY501" fmla="*/ 5467998 h 6858000"/>
              <a:gd name="connsiteX502" fmla="*/ 2437177 w 7467600"/>
              <a:gd name="connsiteY502" fmla="*/ 5479608 h 6858000"/>
              <a:gd name="connsiteX503" fmla="*/ 2445247 w 7467600"/>
              <a:gd name="connsiteY503" fmla="*/ 5483476 h 6858000"/>
              <a:gd name="connsiteX504" fmla="*/ 2743626 w 7467600"/>
              <a:gd name="connsiteY504" fmla="*/ 5304819 h 6858000"/>
              <a:gd name="connsiteX505" fmla="*/ 3048102 w 7467600"/>
              <a:gd name="connsiteY505" fmla="*/ 5150595 h 6858000"/>
              <a:gd name="connsiteX506" fmla="*/ 1799414 w 7467600"/>
              <a:gd name="connsiteY506" fmla="*/ 4694732 h 6858000"/>
              <a:gd name="connsiteX507" fmla="*/ 1771735 w 7467600"/>
              <a:gd name="connsiteY507" fmla="*/ 4619929 h 6858000"/>
              <a:gd name="connsiteX508" fmla="*/ 3104273 w 7467600"/>
              <a:gd name="connsiteY508" fmla="*/ 5076159 h 6858000"/>
              <a:gd name="connsiteX509" fmla="*/ 3113245 w 7467600"/>
              <a:gd name="connsiteY509" fmla="*/ 5090705 h 6858000"/>
              <a:gd name="connsiteX510" fmla="*/ 3126294 w 7467600"/>
              <a:gd name="connsiteY510" fmla="*/ 5114400 h 6858000"/>
              <a:gd name="connsiteX511" fmla="*/ 3937433 w 7467600"/>
              <a:gd name="connsiteY511" fmla="*/ 4830473 h 6858000"/>
              <a:gd name="connsiteX512" fmla="*/ 3590475 w 7467600"/>
              <a:gd name="connsiteY512" fmla="*/ 4597974 h 6858000"/>
              <a:gd name="connsiteX513" fmla="*/ 3100264 w 7467600"/>
              <a:gd name="connsiteY513" fmla="*/ 4579845 h 6858000"/>
              <a:gd name="connsiteX514" fmla="*/ 2183576 w 7467600"/>
              <a:gd name="connsiteY514" fmla="*/ 4227150 h 6858000"/>
              <a:gd name="connsiteX515" fmla="*/ 2151029 w 7467600"/>
              <a:gd name="connsiteY515" fmla="*/ 4146947 h 6858000"/>
              <a:gd name="connsiteX516" fmla="*/ 3563434 w 7467600"/>
              <a:gd name="connsiteY516" fmla="*/ 4469115 h 6858000"/>
              <a:gd name="connsiteX517" fmla="*/ 3177952 w 7467600"/>
              <a:gd name="connsiteY517" fmla="*/ 3657386 h 6858000"/>
              <a:gd name="connsiteX518" fmla="*/ 3189263 w 7467600"/>
              <a:gd name="connsiteY518" fmla="*/ 3625726 h 6858000"/>
              <a:gd name="connsiteX519" fmla="*/ 3560912 w 7467600"/>
              <a:gd name="connsiteY519" fmla="*/ 4079863 h 6858000"/>
              <a:gd name="connsiteX520" fmla="*/ 3626636 w 7467600"/>
              <a:gd name="connsiteY520" fmla="*/ 4512230 h 6858000"/>
              <a:gd name="connsiteX521" fmla="*/ 3653088 w 7467600"/>
              <a:gd name="connsiteY521" fmla="*/ 4521417 h 6858000"/>
              <a:gd name="connsiteX522" fmla="*/ 3988128 w 7467600"/>
              <a:gd name="connsiteY522" fmla="*/ 4817267 h 6858000"/>
              <a:gd name="connsiteX523" fmla="*/ 4830582 w 7467600"/>
              <a:gd name="connsiteY523" fmla="*/ 4676000 h 6858000"/>
              <a:gd name="connsiteX524" fmla="*/ 4830100 w 7467600"/>
              <a:gd name="connsiteY524" fmla="*/ 4675554 h 6858000"/>
              <a:gd name="connsiteX525" fmla="*/ 4036318 w 7467600"/>
              <a:gd name="connsiteY525" fmla="*/ 4147013 h 6858000"/>
              <a:gd name="connsiteX526" fmla="*/ 3432098 w 7467600"/>
              <a:gd name="connsiteY526" fmla="*/ 3537312 h 6858000"/>
              <a:gd name="connsiteX527" fmla="*/ 3446761 w 7467600"/>
              <a:gd name="connsiteY527" fmla="*/ 3461278 h 6858000"/>
              <a:gd name="connsiteX528" fmla="*/ 4419733 w 7467600"/>
              <a:gd name="connsiteY528" fmla="*/ 3963555 h 6858000"/>
              <a:gd name="connsiteX529" fmla="*/ 4781371 w 7467600"/>
              <a:gd name="connsiteY529" fmla="*/ 4458604 h 6858000"/>
              <a:gd name="connsiteX530" fmla="*/ 4780440 w 7467600"/>
              <a:gd name="connsiteY530" fmla="*/ 4470290 h 6858000"/>
              <a:gd name="connsiteX531" fmla="*/ 4898954 w 7467600"/>
              <a:gd name="connsiteY531" fmla="*/ 4662092 h 6858000"/>
              <a:gd name="connsiteX532" fmla="*/ 4900699 w 7467600"/>
              <a:gd name="connsiteY532" fmla="*/ 4670867 h 6858000"/>
              <a:gd name="connsiteX533" fmla="*/ 5714511 w 7467600"/>
              <a:gd name="connsiteY533" fmla="*/ 4663483 h 6858000"/>
              <a:gd name="connsiteX534" fmla="*/ 5464793 w 7467600"/>
              <a:gd name="connsiteY534" fmla="*/ 4393556 h 6858000"/>
              <a:gd name="connsiteX535" fmla="*/ 5461897 w 7467600"/>
              <a:gd name="connsiteY535" fmla="*/ 4390879 h 6858000"/>
              <a:gd name="connsiteX536" fmla="*/ 4294126 w 7467600"/>
              <a:gd name="connsiteY536" fmla="*/ 3303048 h 6858000"/>
              <a:gd name="connsiteX537" fmla="*/ 4305321 w 7467600"/>
              <a:gd name="connsiteY537" fmla="*/ 3256953 h 6858000"/>
              <a:gd name="connsiteX538" fmla="*/ 4949299 w 7467600"/>
              <a:gd name="connsiteY538" fmla="*/ 3766336 h 6858000"/>
              <a:gd name="connsiteX539" fmla="*/ 5291452 w 7467600"/>
              <a:gd name="connsiteY539" fmla="*/ 4076801 h 6858000"/>
              <a:gd name="connsiteX540" fmla="*/ 5434998 w 7467600"/>
              <a:gd name="connsiteY540" fmla="*/ 4254100 h 6858000"/>
              <a:gd name="connsiteX541" fmla="*/ 5351015 w 7467600"/>
              <a:gd name="connsiteY541" fmla="*/ 3760989 h 6858000"/>
              <a:gd name="connsiteX542" fmla="*/ 5413780 w 7467600"/>
              <a:gd name="connsiteY542" fmla="*/ 2966265 h 6858000"/>
              <a:gd name="connsiteX543" fmla="*/ 5425627 w 7467600"/>
              <a:gd name="connsiteY543" fmla="*/ 2954192 h 6858000"/>
              <a:gd name="connsiteX544" fmla="*/ 6604735 w 7467600"/>
              <a:gd name="connsiteY544" fmla="*/ 2041381 h 6858000"/>
              <a:gd name="connsiteX545" fmla="*/ 7204487 w 7467600"/>
              <a:gd name="connsiteY545" fmla="*/ 2742112 h 6858000"/>
              <a:gd name="connsiteX546" fmla="*/ 7131592 w 7467600"/>
              <a:gd name="connsiteY546" fmla="*/ 2672096 h 6858000"/>
              <a:gd name="connsiteX547" fmla="*/ 6996344 w 7467600"/>
              <a:gd name="connsiteY547" fmla="*/ 2518310 h 6858000"/>
              <a:gd name="connsiteX548" fmla="*/ 6735495 w 7467600"/>
              <a:gd name="connsiteY548" fmla="*/ 2196890 h 6858000"/>
              <a:gd name="connsiteX549" fmla="*/ 6721901 w 7467600"/>
              <a:gd name="connsiteY549" fmla="*/ 2179274 h 6858000"/>
              <a:gd name="connsiteX550" fmla="*/ 6604735 w 7467600"/>
              <a:gd name="connsiteY550" fmla="*/ 2041381 h 6858000"/>
              <a:gd name="connsiteX551" fmla="*/ 6591670 w 7467600"/>
              <a:gd name="connsiteY551" fmla="*/ 1988277 h 6858000"/>
              <a:gd name="connsiteX552" fmla="*/ 6747349 w 7467600"/>
              <a:gd name="connsiteY552" fmla="*/ 2160069 h 6858000"/>
              <a:gd name="connsiteX553" fmla="*/ 6760943 w 7467600"/>
              <a:gd name="connsiteY553" fmla="*/ 2177686 h 6858000"/>
              <a:gd name="connsiteX554" fmla="*/ 7021065 w 7467600"/>
              <a:gd name="connsiteY554" fmla="*/ 2498102 h 6858000"/>
              <a:gd name="connsiteX555" fmla="*/ 7155223 w 7467600"/>
              <a:gd name="connsiteY555" fmla="*/ 2650386 h 6858000"/>
              <a:gd name="connsiteX556" fmla="*/ 7203167 w 7467600"/>
              <a:gd name="connsiteY556" fmla="*/ 2697288 h 6858000"/>
              <a:gd name="connsiteX557" fmla="*/ 6937703 w 7467600"/>
              <a:gd name="connsiteY557" fmla="*/ 2321981 h 6858000"/>
              <a:gd name="connsiteX558" fmla="*/ 6591670 w 7467600"/>
              <a:gd name="connsiteY558" fmla="*/ 1988277 h 6858000"/>
              <a:gd name="connsiteX559" fmla="*/ 5798671 w 7467600"/>
              <a:gd name="connsiteY559" fmla="*/ 1981601 h 6858000"/>
              <a:gd name="connsiteX560" fmla="*/ 5754709 w 7467600"/>
              <a:gd name="connsiteY560" fmla="*/ 2071454 h 6858000"/>
              <a:gd name="connsiteX561" fmla="*/ 5763044 w 7467600"/>
              <a:gd name="connsiteY561" fmla="*/ 2842206 h 6858000"/>
              <a:gd name="connsiteX562" fmla="*/ 5764974 w 7467600"/>
              <a:gd name="connsiteY562" fmla="*/ 2799609 h 6858000"/>
              <a:gd name="connsiteX563" fmla="*/ 5767665 w 7467600"/>
              <a:gd name="connsiteY563" fmla="*/ 2666409 h 6858000"/>
              <a:gd name="connsiteX564" fmla="*/ 5763055 w 7467600"/>
              <a:gd name="connsiteY564" fmla="*/ 2579705 h 6858000"/>
              <a:gd name="connsiteX565" fmla="*/ 5758079 w 7467600"/>
              <a:gd name="connsiteY565" fmla="*/ 2492508 h 6858000"/>
              <a:gd name="connsiteX566" fmla="*/ 5779325 w 7467600"/>
              <a:gd name="connsiteY566" fmla="*/ 2197069 h 6858000"/>
              <a:gd name="connsiteX567" fmla="*/ 5798671 w 7467600"/>
              <a:gd name="connsiteY567" fmla="*/ 1981601 h 6858000"/>
              <a:gd name="connsiteX568" fmla="*/ 5829202 w 7467600"/>
              <a:gd name="connsiteY568" fmla="*/ 1971679 h 6858000"/>
              <a:gd name="connsiteX569" fmla="*/ 5809558 w 7467600"/>
              <a:gd name="connsiteY569" fmla="*/ 2198043 h 6858000"/>
              <a:gd name="connsiteX570" fmla="*/ 5788653 w 7467600"/>
              <a:gd name="connsiteY570" fmla="*/ 2489430 h 6858000"/>
              <a:gd name="connsiteX571" fmla="*/ 5793439 w 7467600"/>
              <a:gd name="connsiteY571" fmla="*/ 2575235 h 6858000"/>
              <a:gd name="connsiteX572" fmla="*/ 5796837 w 7467600"/>
              <a:gd name="connsiteY572" fmla="*/ 2637633 h 6858000"/>
              <a:gd name="connsiteX573" fmla="*/ 5818614 w 7467600"/>
              <a:gd name="connsiteY573" fmla="*/ 2473055 h 6858000"/>
              <a:gd name="connsiteX574" fmla="*/ 5829202 w 7467600"/>
              <a:gd name="connsiteY574" fmla="*/ 1971679 h 6858000"/>
              <a:gd name="connsiteX575" fmla="*/ 5911389 w 7467600"/>
              <a:gd name="connsiteY575" fmla="*/ 1898371 h 6858000"/>
              <a:gd name="connsiteX576" fmla="*/ 6237627 w 7467600"/>
              <a:gd name="connsiteY576" fmla="*/ 2231921 h 6858000"/>
              <a:gd name="connsiteX577" fmla="*/ 5911389 w 7467600"/>
              <a:gd name="connsiteY577" fmla="*/ 1898371 h 6858000"/>
              <a:gd name="connsiteX578" fmla="*/ 6944437 w 7467600"/>
              <a:gd name="connsiteY578" fmla="*/ 1575402 h 6858000"/>
              <a:gd name="connsiteX579" fmla="*/ 6304730 w 7467600"/>
              <a:gd name="connsiteY579" fmla="*/ 1766654 h 6858000"/>
              <a:gd name="connsiteX580" fmla="*/ 6944437 w 7467600"/>
              <a:gd name="connsiteY580" fmla="*/ 1575402 h 6858000"/>
              <a:gd name="connsiteX581" fmla="*/ 7019523 w 7467600"/>
              <a:gd name="connsiteY581" fmla="*/ 1519450 h 6858000"/>
              <a:gd name="connsiteX582" fmla="*/ 6298091 w 7467600"/>
              <a:gd name="connsiteY582" fmla="*/ 1737122 h 6858000"/>
              <a:gd name="connsiteX583" fmla="*/ 7019523 w 7467600"/>
              <a:gd name="connsiteY583" fmla="*/ 1519450 h 6858000"/>
              <a:gd name="connsiteX584" fmla="*/ 2399523 w 7467600"/>
              <a:gd name="connsiteY584" fmla="*/ 1428234 h 6858000"/>
              <a:gd name="connsiteX585" fmla="*/ 2224982 w 7467600"/>
              <a:gd name="connsiteY585" fmla="*/ 1826201 h 6858000"/>
              <a:gd name="connsiteX586" fmla="*/ 2096099 w 7467600"/>
              <a:gd name="connsiteY586" fmla="*/ 2345900 h 6858000"/>
              <a:gd name="connsiteX587" fmla="*/ 2283317 w 7467600"/>
              <a:gd name="connsiteY587" fmla="*/ 1796925 h 6858000"/>
              <a:gd name="connsiteX588" fmla="*/ 2399523 w 7467600"/>
              <a:gd name="connsiteY588" fmla="*/ 1428234 h 6858000"/>
              <a:gd name="connsiteX589" fmla="*/ 2448558 w 7467600"/>
              <a:gd name="connsiteY589" fmla="*/ 1373435 h 6858000"/>
              <a:gd name="connsiteX590" fmla="*/ 2312521 w 7467600"/>
              <a:gd name="connsiteY590" fmla="*/ 1806140 h 6858000"/>
              <a:gd name="connsiteX591" fmla="*/ 2127533 w 7467600"/>
              <a:gd name="connsiteY591" fmla="*/ 2348380 h 6858000"/>
              <a:gd name="connsiteX592" fmla="*/ 2358080 w 7467600"/>
              <a:gd name="connsiteY592" fmla="*/ 1866134 h 6858000"/>
              <a:gd name="connsiteX593" fmla="*/ 2407436 w 7467600"/>
              <a:gd name="connsiteY593" fmla="*/ 1651070 h 6858000"/>
              <a:gd name="connsiteX594" fmla="*/ 2448558 w 7467600"/>
              <a:gd name="connsiteY594" fmla="*/ 1373435 h 6858000"/>
              <a:gd name="connsiteX595" fmla="*/ 278707 w 7467600"/>
              <a:gd name="connsiteY595" fmla="*/ 1352270 h 6858000"/>
              <a:gd name="connsiteX596" fmla="*/ 321570 w 7467600"/>
              <a:gd name="connsiteY596" fmla="*/ 1861610 h 6858000"/>
              <a:gd name="connsiteX597" fmla="*/ 294281 w 7467600"/>
              <a:gd name="connsiteY597" fmla="*/ 1440658 h 6858000"/>
              <a:gd name="connsiteX598" fmla="*/ 278707 w 7467600"/>
              <a:gd name="connsiteY598" fmla="*/ 1352270 h 6858000"/>
              <a:gd name="connsiteX599" fmla="*/ 1423821 w 7467600"/>
              <a:gd name="connsiteY599" fmla="*/ 1351958 h 6858000"/>
              <a:gd name="connsiteX600" fmla="*/ 1638521 w 7467600"/>
              <a:gd name="connsiteY600" fmla="*/ 1908470 h 6858000"/>
              <a:gd name="connsiteX601" fmla="*/ 1754199 w 7467600"/>
              <a:gd name="connsiteY601" fmla="*/ 2149284 h 6858000"/>
              <a:gd name="connsiteX602" fmla="*/ 1908359 w 7467600"/>
              <a:gd name="connsiteY602" fmla="*/ 2364988 h 6858000"/>
              <a:gd name="connsiteX603" fmla="*/ 1647661 w 7467600"/>
              <a:gd name="connsiteY603" fmla="*/ 1825945 h 6858000"/>
              <a:gd name="connsiteX604" fmla="*/ 1423821 w 7467600"/>
              <a:gd name="connsiteY604" fmla="*/ 1351958 h 6858000"/>
              <a:gd name="connsiteX605" fmla="*/ 1431890 w 7467600"/>
              <a:gd name="connsiteY605" fmla="*/ 1306475 h 6858000"/>
              <a:gd name="connsiteX606" fmla="*/ 1507597 w 7467600"/>
              <a:gd name="connsiteY606" fmla="*/ 1446132 h 6858000"/>
              <a:gd name="connsiteX607" fmla="*/ 1674586 w 7467600"/>
              <a:gd name="connsiteY607" fmla="*/ 1813832 h 6858000"/>
              <a:gd name="connsiteX608" fmla="*/ 1815950 w 7467600"/>
              <a:gd name="connsiteY608" fmla="*/ 2128564 h 6858000"/>
              <a:gd name="connsiteX609" fmla="*/ 1984242 w 7467600"/>
              <a:gd name="connsiteY609" fmla="*/ 2430829 h 6858000"/>
              <a:gd name="connsiteX610" fmla="*/ 2014023 w 7467600"/>
              <a:gd name="connsiteY610" fmla="*/ 2450995 h 6858000"/>
              <a:gd name="connsiteX611" fmla="*/ 1747337 w 7467600"/>
              <a:gd name="connsiteY611" fmla="*/ 1855264 h 6858000"/>
              <a:gd name="connsiteX612" fmla="*/ 1533749 w 7467600"/>
              <a:gd name="connsiteY612" fmla="*/ 1478656 h 6858000"/>
              <a:gd name="connsiteX613" fmla="*/ 1431890 w 7467600"/>
              <a:gd name="connsiteY613" fmla="*/ 1306475 h 6858000"/>
              <a:gd name="connsiteX614" fmla="*/ 5052692 w 7467600"/>
              <a:gd name="connsiteY614" fmla="*/ 1292994 h 6858000"/>
              <a:gd name="connsiteX615" fmla="*/ 5200661 w 7467600"/>
              <a:gd name="connsiteY615" fmla="*/ 1635186 h 6858000"/>
              <a:gd name="connsiteX616" fmla="*/ 5297138 w 7467600"/>
              <a:gd name="connsiteY616" fmla="*/ 1906351 h 6858000"/>
              <a:gd name="connsiteX617" fmla="*/ 5052692 w 7467600"/>
              <a:gd name="connsiteY617" fmla="*/ 1292994 h 6858000"/>
              <a:gd name="connsiteX618" fmla="*/ 5009948 w 7467600"/>
              <a:gd name="connsiteY618" fmla="*/ 1273619 h 6858000"/>
              <a:gd name="connsiteX619" fmla="*/ 5121777 w 7467600"/>
              <a:gd name="connsiteY619" fmla="*/ 1654213 h 6858000"/>
              <a:gd name="connsiteX620" fmla="*/ 5293545 w 7467600"/>
              <a:gd name="connsiteY620" fmla="*/ 2072247 h 6858000"/>
              <a:gd name="connsiteX621" fmla="*/ 5294042 w 7467600"/>
              <a:gd name="connsiteY621" fmla="*/ 2065019 h 6858000"/>
              <a:gd name="connsiteX622" fmla="*/ 5171936 w 7467600"/>
              <a:gd name="connsiteY622" fmla="*/ 1647613 h 6858000"/>
              <a:gd name="connsiteX623" fmla="*/ 5009948 w 7467600"/>
              <a:gd name="connsiteY623" fmla="*/ 1273619 h 6858000"/>
              <a:gd name="connsiteX624" fmla="*/ 655236 w 7467600"/>
              <a:gd name="connsiteY624" fmla="*/ 1268632 h 6858000"/>
              <a:gd name="connsiteX625" fmla="*/ 839521 w 7467600"/>
              <a:gd name="connsiteY625" fmla="*/ 1685315 h 6858000"/>
              <a:gd name="connsiteX626" fmla="*/ 1109416 w 7467600"/>
              <a:gd name="connsiteY626" fmla="*/ 2061663 h 6858000"/>
              <a:gd name="connsiteX627" fmla="*/ 1298300 w 7467600"/>
              <a:gd name="connsiteY627" fmla="*/ 2247742 h 6858000"/>
              <a:gd name="connsiteX628" fmla="*/ 1125871 w 7467600"/>
              <a:gd name="connsiteY628" fmla="*/ 1989513 h 6858000"/>
              <a:gd name="connsiteX629" fmla="*/ 981574 w 7467600"/>
              <a:gd name="connsiteY629" fmla="*/ 1783157 h 6858000"/>
              <a:gd name="connsiteX630" fmla="*/ 922198 w 7467600"/>
              <a:gd name="connsiteY630" fmla="*/ 1677437 h 6858000"/>
              <a:gd name="connsiteX631" fmla="*/ 869293 w 7467600"/>
              <a:gd name="connsiteY631" fmla="*/ 1583214 h 6858000"/>
              <a:gd name="connsiteX632" fmla="*/ 751431 w 7467600"/>
              <a:gd name="connsiteY632" fmla="*/ 1405731 h 6858000"/>
              <a:gd name="connsiteX633" fmla="*/ 655236 w 7467600"/>
              <a:gd name="connsiteY633" fmla="*/ 1268632 h 6858000"/>
              <a:gd name="connsiteX634" fmla="*/ 6516292 w 7467600"/>
              <a:gd name="connsiteY634" fmla="*/ 1263064 h 6858000"/>
              <a:gd name="connsiteX635" fmla="*/ 5736320 w 7467600"/>
              <a:gd name="connsiteY635" fmla="*/ 1501803 h 6858000"/>
              <a:gd name="connsiteX636" fmla="*/ 6516292 w 7467600"/>
              <a:gd name="connsiteY636" fmla="*/ 1263064 h 6858000"/>
              <a:gd name="connsiteX637" fmla="*/ 291466 w 7467600"/>
              <a:gd name="connsiteY637" fmla="*/ 1250369 h 6858000"/>
              <a:gd name="connsiteX638" fmla="*/ 323180 w 7467600"/>
              <a:gd name="connsiteY638" fmla="*/ 1435283 h 6858000"/>
              <a:gd name="connsiteX639" fmla="*/ 349381 w 7467600"/>
              <a:gd name="connsiteY639" fmla="*/ 1875041 h 6858000"/>
              <a:gd name="connsiteX640" fmla="*/ 374363 w 7467600"/>
              <a:gd name="connsiteY640" fmla="*/ 1506494 h 6858000"/>
              <a:gd name="connsiteX641" fmla="*/ 302168 w 7467600"/>
              <a:gd name="connsiteY641" fmla="*/ 1274495 h 6858000"/>
              <a:gd name="connsiteX642" fmla="*/ 291466 w 7467600"/>
              <a:gd name="connsiteY642" fmla="*/ 1250369 h 6858000"/>
              <a:gd name="connsiteX643" fmla="*/ 678222 w 7467600"/>
              <a:gd name="connsiteY643" fmla="*/ 1248670 h 6858000"/>
              <a:gd name="connsiteX644" fmla="*/ 775536 w 7467600"/>
              <a:gd name="connsiteY644" fmla="*/ 1388015 h 6858000"/>
              <a:gd name="connsiteX645" fmla="*/ 894529 w 7467600"/>
              <a:gd name="connsiteY645" fmla="*/ 1567739 h 6858000"/>
              <a:gd name="connsiteX646" fmla="*/ 948000 w 7467600"/>
              <a:gd name="connsiteY646" fmla="*/ 1663088 h 6858000"/>
              <a:gd name="connsiteX647" fmla="*/ 1006812 w 7467600"/>
              <a:gd name="connsiteY647" fmla="*/ 1767683 h 6858000"/>
              <a:gd name="connsiteX648" fmla="*/ 1149133 w 7467600"/>
              <a:gd name="connsiteY648" fmla="*/ 1971513 h 6858000"/>
              <a:gd name="connsiteX649" fmla="*/ 1333952 w 7467600"/>
              <a:gd name="connsiteY649" fmla="*/ 2251620 h 6858000"/>
              <a:gd name="connsiteX650" fmla="*/ 1337329 w 7467600"/>
              <a:gd name="connsiteY650" fmla="*/ 2258350 h 6858000"/>
              <a:gd name="connsiteX651" fmla="*/ 1014726 w 7467600"/>
              <a:gd name="connsiteY651" fmla="*/ 1615556 h 6858000"/>
              <a:gd name="connsiteX652" fmla="*/ 678222 w 7467600"/>
              <a:gd name="connsiteY652" fmla="*/ 1248670 h 6858000"/>
              <a:gd name="connsiteX653" fmla="*/ 6691602 w 7467600"/>
              <a:gd name="connsiteY653" fmla="*/ 1140573 h 6858000"/>
              <a:gd name="connsiteX654" fmla="*/ 6571100 w 7467600"/>
              <a:gd name="connsiteY654" fmla="*/ 1183662 h 6858000"/>
              <a:gd name="connsiteX655" fmla="*/ 6241687 w 7467600"/>
              <a:gd name="connsiteY655" fmla="*/ 1257600 h 6858000"/>
              <a:gd name="connsiteX656" fmla="*/ 5693009 w 7467600"/>
              <a:gd name="connsiteY656" fmla="*/ 1478256 h 6858000"/>
              <a:gd name="connsiteX657" fmla="*/ 6548420 w 7467600"/>
              <a:gd name="connsiteY657" fmla="*/ 1214599 h 6858000"/>
              <a:gd name="connsiteX658" fmla="*/ 6605473 w 7467600"/>
              <a:gd name="connsiteY658" fmla="*/ 1184686 h 6858000"/>
              <a:gd name="connsiteX659" fmla="*/ 6691602 w 7467600"/>
              <a:gd name="connsiteY659" fmla="*/ 1140573 h 6858000"/>
              <a:gd name="connsiteX660" fmla="*/ 4002475 w 7467600"/>
              <a:gd name="connsiteY660" fmla="*/ 1037802 h 6858000"/>
              <a:gd name="connsiteX661" fmla="*/ 4000324 w 7467600"/>
              <a:gd name="connsiteY661" fmla="*/ 1039362 h 6858000"/>
              <a:gd name="connsiteX662" fmla="*/ 4002862 w 7467600"/>
              <a:gd name="connsiteY662" fmla="*/ 1042866 h 6858000"/>
              <a:gd name="connsiteX663" fmla="*/ 4002475 w 7467600"/>
              <a:gd name="connsiteY663" fmla="*/ 1037802 h 6858000"/>
              <a:gd name="connsiteX664" fmla="*/ 506322 w 7467600"/>
              <a:gd name="connsiteY664" fmla="*/ 1020997 h 6858000"/>
              <a:gd name="connsiteX665" fmla="*/ 533068 w 7467600"/>
              <a:gd name="connsiteY665" fmla="*/ 1029409 h 6858000"/>
              <a:gd name="connsiteX666" fmla="*/ 1232525 w 7467600"/>
              <a:gd name="connsiteY666" fmla="*/ 1804675 h 6858000"/>
              <a:gd name="connsiteX667" fmla="*/ 1388858 w 7467600"/>
              <a:gd name="connsiteY667" fmla="*/ 2368011 h 6858000"/>
              <a:gd name="connsiteX668" fmla="*/ 1384098 w 7467600"/>
              <a:gd name="connsiteY668" fmla="*/ 2378125 h 6858000"/>
              <a:gd name="connsiteX669" fmla="*/ 1425393 w 7467600"/>
              <a:gd name="connsiteY669" fmla="*/ 2589124 h 6858000"/>
              <a:gd name="connsiteX670" fmla="*/ 1424001 w 7467600"/>
              <a:gd name="connsiteY670" fmla="*/ 2597541 h 6858000"/>
              <a:gd name="connsiteX671" fmla="*/ 2152729 w 7467600"/>
              <a:gd name="connsiteY671" fmla="*/ 2864487 h 6858000"/>
              <a:gd name="connsiteX672" fmla="*/ 2020609 w 7467600"/>
              <a:gd name="connsiteY672" fmla="*/ 2539671 h 6858000"/>
              <a:gd name="connsiteX673" fmla="*/ 2018920 w 7467600"/>
              <a:gd name="connsiteY673" fmla="*/ 2536309 h 6858000"/>
              <a:gd name="connsiteX674" fmla="*/ 1342441 w 7467600"/>
              <a:gd name="connsiteY674" fmla="*/ 1173017 h 6858000"/>
              <a:gd name="connsiteX675" fmla="*/ 1367925 w 7467600"/>
              <a:gd name="connsiteY675" fmla="*/ 1135648 h 6858000"/>
              <a:gd name="connsiteX676" fmla="*/ 1771401 w 7467600"/>
              <a:gd name="connsiteY676" fmla="*/ 1806673 h 6858000"/>
              <a:gd name="connsiteX677" fmla="*/ 1972385 w 7467600"/>
              <a:gd name="connsiteY677" fmla="*/ 2198735 h 6858000"/>
              <a:gd name="connsiteX678" fmla="*/ 2040892 w 7467600"/>
              <a:gd name="connsiteY678" fmla="*/ 2405205 h 6858000"/>
              <a:gd name="connsiteX679" fmla="*/ 2131689 w 7467600"/>
              <a:gd name="connsiteY679" fmla="*/ 1936926 h 6858000"/>
              <a:gd name="connsiteX680" fmla="*/ 2454820 w 7467600"/>
              <a:gd name="connsiteY680" fmla="*/ 1248808 h 6858000"/>
              <a:gd name="connsiteX681" fmla="*/ 2492512 w 7467600"/>
              <a:gd name="connsiteY681" fmla="*/ 1302920 h 6858000"/>
              <a:gd name="connsiteX682" fmla="*/ 2081216 w 7467600"/>
              <a:gd name="connsiteY682" fmla="*/ 2527513 h 6858000"/>
              <a:gd name="connsiteX683" fmla="*/ 2081211 w 7467600"/>
              <a:gd name="connsiteY683" fmla="*/ 2528916 h 6858000"/>
              <a:gd name="connsiteX684" fmla="*/ 2199067 w 7467600"/>
              <a:gd name="connsiteY684" fmla="*/ 2884061 h 6858000"/>
              <a:gd name="connsiteX685" fmla="*/ 3192586 w 7467600"/>
              <a:gd name="connsiteY685" fmla="*/ 3411496 h 6858000"/>
              <a:gd name="connsiteX686" fmla="*/ 3182620 w 7467600"/>
              <a:gd name="connsiteY686" fmla="*/ 3483279 h 6858000"/>
              <a:gd name="connsiteX687" fmla="*/ 2435119 w 7467600"/>
              <a:gd name="connsiteY687" fmla="*/ 3080173 h 6858000"/>
              <a:gd name="connsiteX688" fmla="*/ 2410152 w 7467600"/>
              <a:gd name="connsiteY688" fmla="*/ 3063751 h 6858000"/>
              <a:gd name="connsiteX689" fmla="*/ 2408099 w 7467600"/>
              <a:gd name="connsiteY689" fmla="*/ 3064403 h 6858000"/>
              <a:gd name="connsiteX690" fmla="*/ 2407218 w 7467600"/>
              <a:gd name="connsiteY690" fmla="*/ 3070324 h 6858000"/>
              <a:gd name="connsiteX691" fmla="*/ 2380138 w 7467600"/>
              <a:gd name="connsiteY691" fmla="*/ 3099341 h 6858000"/>
              <a:gd name="connsiteX692" fmla="*/ 1765923 w 7467600"/>
              <a:gd name="connsiteY692" fmla="*/ 3581043 h 6858000"/>
              <a:gd name="connsiteX693" fmla="*/ 1702258 w 7467600"/>
              <a:gd name="connsiteY693" fmla="*/ 3612286 h 6858000"/>
              <a:gd name="connsiteX694" fmla="*/ 1538370 w 7467600"/>
              <a:gd name="connsiteY694" fmla="*/ 3811804 h 6858000"/>
              <a:gd name="connsiteX695" fmla="*/ 542867 w 7467600"/>
              <a:gd name="connsiteY695" fmla="*/ 4944092 h 6858000"/>
              <a:gd name="connsiteX696" fmla="*/ 515800 w 7467600"/>
              <a:gd name="connsiteY696" fmla="*/ 4862180 h 6858000"/>
              <a:gd name="connsiteX697" fmla="*/ 909145 w 7467600"/>
              <a:gd name="connsiteY697" fmla="*/ 4199225 h 6858000"/>
              <a:gd name="connsiteX698" fmla="*/ 1214067 w 7467600"/>
              <a:gd name="connsiteY698" fmla="*/ 3908561 h 6858000"/>
              <a:gd name="connsiteX699" fmla="*/ 640967 w 7467600"/>
              <a:gd name="connsiteY699" fmla="*/ 4105601 h 6858000"/>
              <a:gd name="connsiteX700" fmla="*/ 112563 w 7467600"/>
              <a:gd name="connsiteY700" fmla="*/ 4396952 h 6858000"/>
              <a:gd name="connsiteX701" fmla="*/ 0 w 7467600"/>
              <a:gd name="connsiteY701" fmla="*/ 4466006 h 6858000"/>
              <a:gd name="connsiteX702" fmla="*/ 0 w 7467600"/>
              <a:gd name="connsiteY702" fmla="*/ 4233763 h 6858000"/>
              <a:gd name="connsiteX703" fmla="*/ 36881 w 7467600"/>
              <a:gd name="connsiteY703" fmla="*/ 4200118 h 6858000"/>
              <a:gd name="connsiteX704" fmla="*/ 910534 w 7467600"/>
              <a:gd name="connsiteY704" fmla="*/ 3629753 h 6858000"/>
              <a:gd name="connsiteX705" fmla="*/ 1578717 w 7467600"/>
              <a:gd name="connsiteY705" fmla="*/ 3575982 h 6858000"/>
              <a:gd name="connsiteX706" fmla="*/ 2338780 w 7467600"/>
              <a:gd name="connsiteY706" fmla="*/ 3033725 h 6858000"/>
              <a:gd name="connsiteX707" fmla="*/ 1807991 w 7467600"/>
              <a:gd name="connsiteY707" fmla="*/ 2807184 h 6858000"/>
              <a:gd name="connsiteX708" fmla="*/ 1416358 w 7467600"/>
              <a:gd name="connsiteY708" fmla="*/ 3112571 h 6858000"/>
              <a:gd name="connsiteX709" fmla="*/ 939066 w 7467600"/>
              <a:gd name="connsiteY709" fmla="*/ 3378798 h 6858000"/>
              <a:gd name="connsiteX710" fmla="*/ 115099 w 7467600"/>
              <a:gd name="connsiteY710" fmla="*/ 3607650 h 6858000"/>
              <a:gd name="connsiteX711" fmla="*/ 97284 w 7467600"/>
              <a:gd name="connsiteY711" fmla="*/ 3520393 h 6858000"/>
              <a:gd name="connsiteX712" fmla="*/ 922050 w 7467600"/>
              <a:gd name="connsiteY712" fmla="*/ 3074867 h 6858000"/>
              <a:gd name="connsiteX713" fmla="*/ 1405265 w 7467600"/>
              <a:gd name="connsiteY713" fmla="*/ 3016319 h 6858000"/>
              <a:gd name="connsiteX714" fmla="*/ 1407512 w 7467600"/>
              <a:gd name="connsiteY714" fmla="*/ 3018001 h 6858000"/>
              <a:gd name="connsiteX715" fmla="*/ 1726266 w 7467600"/>
              <a:gd name="connsiteY715" fmla="*/ 2777274 h 6858000"/>
              <a:gd name="connsiteX716" fmla="*/ 625390 w 7467600"/>
              <a:gd name="connsiteY716" fmla="*/ 2514541 h 6858000"/>
              <a:gd name="connsiteX717" fmla="*/ 619799 w 7467600"/>
              <a:gd name="connsiteY717" fmla="*/ 2527180 h 6858000"/>
              <a:gd name="connsiteX718" fmla="*/ 310030 w 7467600"/>
              <a:gd name="connsiteY718" fmla="*/ 2771818 h 6858000"/>
              <a:gd name="connsiteX719" fmla="*/ 173877 w 7467600"/>
              <a:gd name="connsiteY719" fmla="*/ 2937056 h 6858000"/>
              <a:gd name="connsiteX720" fmla="*/ 77889 w 7467600"/>
              <a:gd name="connsiteY720" fmla="*/ 3138440 h 6858000"/>
              <a:gd name="connsiteX721" fmla="*/ 0 w 7467600"/>
              <a:gd name="connsiteY721" fmla="*/ 3271395 h 6858000"/>
              <a:gd name="connsiteX722" fmla="*/ 0 w 7467600"/>
              <a:gd name="connsiteY722" fmla="*/ 3153002 h 6858000"/>
              <a:gd name="connsiteX723" fmla="*/ 2386 w 7467600"/>
              <a:gd name="connsiteY723" fmla="*/ 3149203 h 6858000"/>
              <a:gd name="connsiteX724" fmla="*/ 89753 w 7467600"/>
              <a:gd name="connsiteY724" fmla="*/ 2987702 h 6858000"/>
              <a:gd name="connsiteX725" fmla="*/ 76869 w 7467600"/>
              <a:gd name="connsiteY725" fmla="*/ 3005404 h 6858000"/>
              <a:gd name="connsiteX726" fmla="*/ 32049 w 7467600"/>
              <a:gd name="connsiteY726" fmla="*/ 3065814 h 6858000"/>
              <a:gd name="connsiteX727" fmla="*/ 0 w 7467600"/>
              <a:gd name="connsiteY727" fmla="*/ 3108744 h 6858000"/>
              <a:gd name="connsiteX728" fmla="*/ 0 w 7467600"/>
              <a:gd name="connsiteY728" fmla="*/ 3058059 h 6858000"/>
              <a:gd name="connsiteX729" fmla="*/ 7610 w 7467600"/>
              <a:gd name="connsiteY729" fmla="*/ 3047889 h 6858000"/>
              <a:gd name="connsiteX730" fmla="*/ 52419 w 7467600"/>
              <a:gd name="connsiteY730" fmla="*/ 2987479 h 6858000"/>
              <a:gd name="connsiteX731" fmla="*/ 59142 w 7467600"/>
              <a:gd name="connsiteY731" fmla="*/ 2978488 h 6858000"/>
              <a:gd name="connsiteX732" fmla="*/ 0 w 7467600"/>
              <a:gd name="connsiteY732" fmla="*/ 3015334 h 6858000"/>
              <a:gd name="connsiteX733" fmla="*/ 0 w 7467600"/>
              <a:gd name="connsiteY733" fmla="*/ 2914286 h 6858000"/>
              <a:gd name="connsiteX734" fmla="*/ 36383 w 7467600"/>
              <a:gd name="connsiteY734" fmla="*/ 2901128 h 6858000"/>
              <a:gd name="connsiteX735" fmla="*/ 156329 w 7467600"/>
              <a:gd name="connsiteY735" fmla="*/ 2840533 h 6858000"/>
              <a:gd name="connsiteX736" fmla="*/ 358355 w 7467600"/>
              <a:gd name="connsiteY736" fmla="*/ 2620471 h 6858000"/>
              <a:gd name="connsiteX737" fmla="*/ 510577 w 7467600"/>
              <a:gd name="connsiteY737" fmla="*/ 2501244 h 6858000"/>
              <a:gd name="connsiteX738" fmla="*/ 211967 w 7467600"/>
              <a:gd name="connsiteY738" fmla="*/ 2479171 h 6858000"/>
              <a:gd name="connsiteX739" fmla="*/ 0 w 7467600"/>
              <a:gd name="connsiteY739" fmla="*/ 2476398 h 6858000"/>
              <a:gd name="connsiteX740" fmla="*/ 0 w 7467600"/>
              <a:gd name="connsiteY740" fmla="*/ 2389189 h 6858000"/>
              <a:gd name="connsiteX741" fmla="*/ 103062 w 7467600"/>
              <a:gd name="connsiteY741" fmla="*/ 2389518 h 6858000"/>
              <a:gd name="connsiteX742" fmla="*/ 510734 w 7467600"/>
              <a:gd name="connsiteY742" fmla="*/ 2416201 h 6858000"/>
              <a:gd name="connsiteX743" fmla="*/ 279257 w 7467600"/>
              <a:gd name="connsiteY743" fmla="*/ 2092102 h 6858000"/>
              <a:gd name="connsiteX744" fmla="*/ 65265 w 7467600"/>
              <a:gd name="connsiteY744" fmla="*/ 2006049 h 6858000"/>
              <a:gd name="connsiteX745" fmla="*/ 0 w 7467600"/>
              <a:gd name="connsiteY745" fmla="*/ 1982532 h 6858000"/>
              <a:gd name="connsiteX746" fmla="*/ 0 w 7467600"/>
              <a:gd name="connsiteY746" fmla="*/ 1912789 h 6858000"/>
              <a:gd name="connsiteX747" fmla="*/ 97460 w 7467600"/>
              <a:gd name="connsiteY747" fmla="*/ 1953725 h 6858000"/>
              <a:gd name="connsiteX748" fmla="*/ 221272 w 7467600"/>
              <a:gd name="connsiteY748" fmla="*/ 1980766 h 6858000"/>
              <a:gd name="connsiteX749" fmla="*/ 116765 w 7467600"/>
              <a:gd name="connsiteY749" fmla="*/ 1911033 h 6858000"/>
              <a:gd name="connsiteX750" fmla="*/ 16405 w 7467600"/>
              <a:gd name="connsiteY750" fmla="*/ 1803412 h 6858000"/>
              <a:gd name="connsiteX751" fmla="*/ 0 w 7467600"/>
              <a:gd name="connsiteY751" fmla="*/ 1784777 h 6858000"/>
              <a:gd name="connsiteX752" fmla="*/ 0 w 7467600"/>
              <a:gd name="connsiteY752" fmla="*/ 1740082 h 6858000"/>
              <a:gd name="connsiteX753" fmla="*/ 39394 w 7467600"/>
              <a:gd name="connsiteY753" fmla="*/ 1784856 h 6858000"/>
              <a:gd name="connsiteX754" fmla="*/ 135813 w 7467600"/>
              <a:gd name="connsiteY754" fmla="*/ 1888838 h 6858000"/>
              <a:gd name="connsiteX755" fmla="*/ 242575 w 7467600"/>
              <a:gd name="connsiteY755" fmla="*/ 1958841 h 6858000"/>
              <a:gd name="connsiteX756" fmla="*/ 82197 w 7467600"/>
              <a:gd name="connsiteY756" fmla="*/ 1754826 h 6858000"/>
              <a:gd name="connsiteX757" fmla="*/ 0 w 7467600"/>
              <a:gd name="connsiteY757" fmla="*/ 1679650 h 6858000"/>
              <a:gd name="connsiteX758" fmla="*/ 0 w 7467600"/>
              <a:gd name="connsiteY758" fmla="*/ 1602463 h 6858000"/>
              <a:gd name="connsiteX759" fmla="*/ 84689 w 7467600"/>
              <a:gd name="connsiteY759" fmla="*/ 1677442 h 6858000"/>
              <a:gd name="connsiteX760" fmla="*/ 298437 w 7467600"/>
              <a:gd name="connsiteY760" fmla="*/ 1968019 h 6858000"/>
              <a:gd name="connsiteX761" fmla="*/ 227269 w 7467600"/>
              <a:gd name="connsiteY761" fmla="*/ 1114064 h 6858000"/>
              <a:gd name="connsiteX762" fmla="*/ 248003 w 7467600"/>
              <a:gd name="connsiteY762" fmla="*/ 1089613 h 6858000"/>
              <a:gd name="connsiteX763" fmla="*/ 427020 w 7467600"/>
              <a:gd name="connsiteY763" fmla="*/ 1619803 h 6858000"/>
              <a:gd name="connsiteX764" fmla="*/ 340345 w 7467600"/>
              <a:gd name="connsiteY764" fmla="*/ 2027739 h 6858000"/>
              <a:gd name="connsiteX765" fmla="*/ 360865 w 7467600"/>
              <a:gd name="connsiteY765" fmla="*/ 2044827 h 6858000"/>
              <a:gd name="connsiteX766" fmla="*/ 560414 w 7467600"/>
              <a:gd name="connsiteY766" fmla="*/ 2421457 h 6858000"/>
              <a:gd name="connsiteX767" fmla="*/ 1359703 w 7467600"/>
              <a:gd name="connsiteY767" fmla="*/ 2578554 h 6858000"/>
              <a:gd name="connsiteX768" fmla="*/ 1359422 w 7467600"/>
              <a:gd name="connsiteY768" fmla="*/ 2577994 h 6858000"/>
              <a:gd name="connsiteX769" fmla="*/ 828701 w 7467600"/>
              <a:gd name="connsiteY769" fmla="*/ 1839520 h 6858000"/>
              <a:gd name="connsiteX770" fmla="*/ 494427 w 7467600"/>
              <a:gd name="connsiteY770" fmla="*/ 1092333 h 6858000"/>
              <a:gd name="connsiteX771" fmla="*/ 506322 w 7467600"/>
              <a:gd name="connsiteY771" fmla="*/ 1020997 h 6858000"/>
              <a:gd name="connsiteX772" fmla="*/ 4570198 w 7467600"/>
              <a:gd name="connsiteY772" fmla="*/ 978081 h 6858000"/>
              <a:gd name="connsiteX773" fmla="*/ 4523691 w 7467600"/>
              <a:gd name="connsiteY773" fmla="*/ 1127776 h 6858000"/>
              <a:gd name="connsiteX774" fmla="*/ 4509875 w 7467600"/>
              <a:gd name="connsiteY774" fmla="*/ 1167552 h 6858000"/>
              <a:gd name="connsiteX775" fmla="*/ 4478168 w 7467600"/>
              <a:gd name="connsiteY775" fmla="*/ 1260735 h 6858000"/>
              <a:gd name="connsiteX776" fmla="*/ 4409309 w 7467600"/>
              <a:gd name="connsiteY776" fmla="*/ 1666996 h 6858000"/>
              <a:gd name="connsiteX777" fmla="*/ 4370031 w 7467600"/>
              <a:gd name="connsiteY777" fmla="*/ 1955666 h 6858000"/>
              <a:gd name="connsiteX778" fmla="*/ 4570198 w 7467600"/>
              <a:gd name="connsiteY778" fmla="*/ 978081 h 6858000"/>
              <a:gd name="connsiteX779" fmla="*/ 4557898 w 7467600"/>
              <a:gd name="connsiteY779" fmla="*/ 900011 h 6858000"/>
              <a:gd name="connsiteX780" fmla="*/ 4344840 w 7467600"/>
              <a:gd name="connsiteY780" fmla="*/ 1922038 h 6858000"/>
              <a:gd name="connsiteX781" fmla="*/ 4378710 w 7467600"/>
              <a:gd name="connsiteY781" fmla="*/ 1665516 h 6858000"/>
              <a:gd name="connsiteX782" fmla="*/ 4448798 w 7467600"/>
              <a:gd name="connsiteY782" fmla="*/ 1253024 h 6858000"/>
              <a:gd name="connsiteX783" fmla="*/ 4480315 w 7467600"/>
              <a:gd name="connsiteY783" fmla="*/ 1158454 h 6858000"/>
              <a:gd name="connsiteX784" fmla="*/ 4494133 w 7467600"/>
              <a:gd name="connsiteY784" fmla="*/ 1118676 h 6858000"/>
              <a:gd name="connsiteX785" fmla="*/ 4557898 w 7467600"/>
              <a:gd name="connsiteY785" fmla="*/ 900011 h 6858000"/>
              <a:gd name="connsiteX786" fmla="*/ 5870151 w 7467600"/>
              <a:gd name="connsiteY786" fmla="*/ 898890 h 6858000"/>
              <a:gd name="connsiteX787" fmla="*/ 5861335 w 7467600"/>
              <a:gd name="connsiteY787" fmla="*/ 899177 h 6858000"/>
              <a:gd name="connsiteX788" fmla="*/ 5843702 w 7467600"/>
              <a:gd name="connsiteY788" fmla="*/ 899748 h 6858000"/>
              <a:gd name="connsiteX789" fmla="*/ 5651107 w 7467600"/>
              <a:gd name="connsiteY789" fmla="*/ 920306 h 6858000"/>
              <a:gd name="connsiteX790" fmla="*/ 5459407 w 7467600"/>
              <a:gd name="connsiteY790" fmla="*/ 940975 h 6858000"/>
              <a:gd name="connsiteX791" fmla="*/ 5374846 w 7467600"/>
              <a:gd name="connsiteY791" fmla="*/ 941988 h 6858000"/>
              <a:gd name="connsiteX792" fmla="*/ 5256105 w 7467600"/>
              <a:gd name="connsiteY792" fmla="*/ 945632 h 6858000"/>
              <a:gd name="connsiteX793" fmla="*/ 5107071 w 7467600"/>
              <a:gd name="connsiteY793" fmla="*/ 969720 h 6858000"/>
              <a:gd name="connsiteX794" fmla="*/ 4998681 w 7467600"/>
              <a:gd name="connsiteY794" fmla="*/ 988771 h 6858000"/>
              <a:gd name="connsiteX795" fmla="*/ 5870151 w 7467600"/>
              <a:gd name="connsiteY795" fmla="*/ 898890 h 6858000"/>
              <a:gd name="connsiteX796" fmla="*/ 5504425 w 7467600"/>
              <a:gd name="connsiteY796" fmla="*/ 848067 h 6858000"/>
              <a:gd name="connsiteX797" fmla="*/ 4968849 w 7467600"/>
              <a:gd name="connsiteY797" fmla="*/ 962318 h 6858000"/>
              <a:gd name="connsiteX798" fmla="*/ 5104039 w 7467600"/>
              <a:gd name="connsiteY798" fmla="*/ 940634 h 6858000"/>
              <a:gd name="connsiteX799" fmla="*/ 5256311 w 7467600"/>
              <a:gd name="connsiteY799" fmla="*/ 916490 h 6858000"/>
              <a:gd name="connsiteX800" fmla="*/ 5377381 w 7467600"/>
              <a:gd name="connsiteY800" fmla="*/ 912671 h 6858000"/>
              <a:gd name="connsiteX801" fmla="*/ 5460148 w 7467600"/>
              <a:gd name="connsiteY801" fmla="*/ 911442 h 6858000"/>
              <a:gd name="connsiteX802" fmla="*/ 5648971 w 7467600"/>
              <a:gd name="connsiteY802" fmla="*/ 891331 h 6858000"/>
              <a:gd name="connsiteX803" fmla="*/ 5844807 w 7467600"/>
              <a:gd name="connsiteY803" fmla="*/ 870718 h 6858000"/>
              <a:gd name="connsiteX804" fmla="*/ 5862975 w 7467600"/>
              <a:gd name="connsiteY804" fmla="*/ 869756 h 6858000"/>
              <a:gd name="connsiteX805" fmla="*/ 5920887 w 7467600"/>
              <a:gd name="connsiteY805" fmla="*/ 865929 h 6858000"/>
              <a:gd name="connsiteX806" fmla="*/ 5504425 w 7467600"/>
              <a:gd name="connsiteY806" fmla="*/ 848067 h 6858000"/>
              <a:gd name="connsiteX807" fmla="*/ 3607114 w 7467600"/>
              <a:gd name="connsiteY807" fmla="*/ 467441 h 6858000"/>
              <a:gd name="connsiteX808" fmla="*/ 3296242 w 7467600"/>
              <a:gd name="connsiteY808" fmla="*/ 807991 h 6858000"/>
              <a:gd name="connsiteX809" fmla="*/ 3174674 w 7467600"/>
              <a:gd name="connsiteY809" fmla="*/ 919759 h 6858000"/>
              <a:gd name="connsiteX810" fmla="*/ 3042978 w 7467600"/>
              <a:gd name="connsiteY810" fmla="*/ 1054894 h 6858000"/>
              <a:gd name="connsiteX811" fmla="*/ 2968914 w 7467600"/>
              <a:gd name="connsiteY811" fmla="*/ 1133756 h 6858000"/>
              <a:gd name="connsiteX812" fmla="*/ 3103823 w 7467600"/>
              <a:gd name="connsiteY812" fmla="*/ 1026814 h 6858000"/>
              <a:gd name="connsiteX813" fmla="*/ 3607114 w 7467600"/>
              <a:gd name="connsiteY813" fmla="*/ 467441 h 6858000"/>
              <a:gd name="connsiteX814" fmla="*/ 3744487 w 7467600"/>
              <a:gd name="connsiteY814" fmla="*/ 383136 h 6858000"/>
              <a:gd name="connsiteX815" fmla="*/ 3970213 w 7467600"/>
              <a:gd name="connsiteY815" fmla="*/ 995559 h 6858000"/>
              <a:gd name="connsiteX816" fmla="*/ 3744487 w 7467600"/>
              <a:gd name="connsiteY816" fmla="*/ 383136 h 6858000"/>
              <a:gd name="connsiteX817" fmla="*/ 3624562 w 7467600"/>
              <a:gd name="connsiteY817" fmla="*/ 367041 h 6858000"/>
              <a:gd name="connsiteX818" fmla="*/ 3489712 w 7467600"/>
              <a:gd name="connsiteY818" fmla="*/ 485386 h 6858000"/>
              <a:gd name="connsiteX819" fmla="*/ 3182994 w 7467600"/>
              <a:gd name="connsiteY819" fmla="*/ 828265 h 6858000"/>
              <a:gd name="connsiteX820" fmla="*/ 2892114 w 7467600"/>
              <a:gd name="connsiteY820" fmla="*/ 1172635 h 6858000"/>
              <a:gd name="connsiteX821" fmla="*/ 3021459 w 7467600"/>
              <a:gd name="connsiteY821" fmla="*/ 1035385 h 6858000"/>
              <a:gd name="connsiteX822" fmla="*/ 3153873 w 7467600"/>
              <a:gd name="connsiteY822" fmla="*/ 898971 h 6858000"/>
              <a:gd name="connsiteX823" fmla="*/ 3276511 w 7467600"/>
              <a:gd name="connsiteY823" fmla="*/ 786423 h 6858000"/>
              <a:gd name="connsiteX824" fmla="*/ 3584154 w 7467600"/>
              <a:gd name="connsiteY824" fmla="*/ 448218 h 6858000"/>
              <a:gd name="connsiteX825" fmla="*/ 3624562 w 7467600"/>
              <a:gd name="connsiteY825" fmla="*/ 367041 h 6858000"/>
              <a:gd name="connsiteX826" fmla="*/ 3766672 w 7467600"/>
              <a:gd name="connsiteY826" fmla="*/ 359429 h 6858000"/>
              <a:gd name="connsiteX827" fmla="*/ 3996338 w 7467600"/>
              <a:gd name="connsiteY827" fmla="*/ 968237 h 6858000"/>
              <a:gd name="connsiteX828" fmla="*/ 3766672 w 7467600"/>
              <a:gd name="connsiteY828" fmla="*/ 359429 h 6858000"/>
              <a:gd name="connsiteX829" fmla="*/ 5805386 w 7467600"/>
              <a:gd name="connsiteY829" fmla="*/ 239240 h 6858000"/>
              <a:gd name="connsiteX830" fmla="*/ 5736947 w 7467600"/>
              <a:gd name="connsiteY830" fmla="*/ 261367 h 6858000"/>
              <a:gd name="connsiteX831" fmla="*/ 5427012 w 7467600"/>
              <a:gd name="connsiteY831" fmla="*/ 311272 h 6858000"/>
              <a:gd name="connsiteX832" fmla="*/ 5147818 w 7467600"/>
              <a:gd name="connsiteY832" fmla="*/ 322112 h 6858000"/>
              <a:gd name="connsiteX833" fmla="*/ 5060854 w 7467600"/>
              <a:gd name="connsiteY833" fmla="*/ 311882 h 6858000"/>
              <a:gd name="connsiteX834" fmla="*/ 4945989 w 7467600"/>
              <a:gd name="connsiteY834" fmla="*/ 300516 h 6858000"/>
              <a:gd name="connsiteX835" fmla="*/ 5410479 w 7467600"/>
              <a:gd name="connsiteY835" fmla="*/ 348434 h 6858000"/>
              <a:gd name="connsiteX836" fmla="*/ 5805386 w 7467600"/>
              <a:gd name="connsiteY836" fmla="*/ 239240 h 6858000"/>
              <a:gd name="connsiteX837" fmla="*/ 5905192 w 7467600"/>
              <a:gd name="connsiteY837" fmla="*/ 163079 h 6858000"/>
              <a:gd name="connsiteX838" fmla="*/ 5865655 w 7467600"/>
              <a:gd name="connsiteY838" fmla="*/ 171901 h 6858000"/>
              <a:gd name="connsiteX839" fmla="*/ 5259740 w 7467600"/>
              <a:gd name="connsiteY839" fmla="*/ 257013 h 6858000"/>
              <a:gd name="connsiteX840" fmla="*/ 5208466 w 7467600"/>
              <a:gd name="connsiteY840" fmla="*/ 257550 h 6858000"/>
              <a:gd name="connsiteX841" fmla="*/ 4980204 w 7467600"/>
              <a:gd name="connsiteY841" fmla="*/ 271903 h 6858000"/>
              <a:gd name="connsiteX842" fmla="*/ 5068068 w 7467600"/>
              <a:gd name="connsiteY842" fmla="*/ 282244 h 6858000"/>
              <a:gd name="connsiteX843" fmla="*/ 5153231 w 7467600"/>
              <a:gd name="connsiteY843" fmla="*/ 292240 h 6858000"/>
              <a:gd name="connsiteX844" fmla="*/ 5426491 w 7467600"/>
              <a:gd name="connsiteY844" fmla="*/ 281128 h 6858000"/>
              <a:gd name="connsiteX845" fmla="*/ 5731212 w 7467600"/>
              <a:gd name="connsiteY845" fmla="*/ 231951 h 6858000"/>
              <a:gd name="connsiteX846" fmla="*/ 5905192 w 7467600"/>
              <a:gd name="connsiteY846" fmla="*/ 163079 h 6858000"/>
              <a:gd name="connsiteX847" fmla="*/ 5944437 w 7467600"/>
              <a:gd name="connsiteY847" fmla="*/ 113829 h 6858000"/>
              <a:gd name="connsiteX848" fmla="*/ 5825032 w 7467600"/>
              <a:gd name="connsiteY848" fmla="*/ 146405 h 6858000"/>
              <a:gd name="connsiteX849" fmla="*/ 4955599 w 7467600"/>
              <a:gd name="connsiteY849" fmla="*/ 247008 h 6858000"/>
              <a:gd name="connsiteX850" fmla="*/ 5210104 w 7467600"/>
              <a:gd name="connsiteY850" fmla="*/ 228123 h 6858000"/>
              <a:gd name="connsiteX851" fmla="*/ 5261015 w 7467600"/>
              <a:gd name="connsiteY851" fmla="*/ 227087 h 6858000"/>
              <a:gd name="connsiteX852" fmla="*/ 5861181 w 7467600"/>
              <a:gd name="connsiteY852" fmla="*/ 143093 h 6858000"/>
              <a:gd name="connsiteX853" fmla="*/ 5961252 w 7467600"/>
              <a:gd name="connsiteY853" fmla="*/ 114820 h 6858000"/>
              <a:gd name="connsiteX854" fmla="*/ 5944437 w 7467600"/>
              <a:gd name="connsiteY854" fmla="*/ 113829 h 6858000"/>
              <a:gd name="connsiteX855" fmla="*/ 3882765 w 7467600"/>
              <a:gd name="connsiteY855" fmla="*/ 0 h 6858000"/>
              <a:gd name="connsiteX856" fmla="*/ 3995099 w 7467600"/>
              <a:gd name="connsiteY856" fmla="*/ 0 h 6858000"/>
              <a:gd name="connsiteX857" fmla="*/ 4163818 w 7467600"/>
              <a:gd name="connsiteY857" fmla="*/ 234104 h 6858000"/>
              <a:gd name="connsiteX858" fmla="*/ 4172099 w 7467600"/>
              <a:gd name="connsiteY858" fmla="*/ 234207 h 6858000"/>
              <a:gd name="connsiteX859" fmla="*/ 4784282 w 7467600"/>
              <a:gd name="connsiteY859" fmla="*/ 276561 h 6858000"/>
              <a:gd name="connsiteX860" fmla="*/ 4801687 w 7467600"/>
              <a:gd name="connsiteY860" fmla="*/ 267764 h 6858000"/>
              <a:gd name="connsiteX861" fmla="*/ 6082788 w 7467600"/>
              <a:gd name="connsiteY861" fmla="*/ 64119 h 6858000"/>
              <a:gd name="connsiteX862" fmla="*/ 6099442 w 7467600"/>
              <a:gd name="connsiteY862" fmla="*/ 82568 h 6858000"/>
              <a:gd name="connsiteX863" fmla="*/ 4804137 w 7467600"/>
              <a:gd name="connsiteY863" fmla="*/ 320931 h 6858000"/>
              <a:gd name="connsiteX864" fmla="*/ 4227047 w 7467600"/>
              <a:gd name="connsiteY864" fmla="*/ 313415 h 6858000"/>
              <a:gd name="connsiteX865" fmla="*/ 4346041 w 7467600"/>
              <a:gd name="connsiteY865" fmla="*/ 456086 h 6858000"/>
              <a:gd name="connsiteX866" fmla="*/ 4870967 w 7467600"/>
              <a:gd name="connsiteY866" fmla="*/ 963061 h 6858000"/>
              <a:gd name="connsiteX867" fmla="*/ 4889647 w 7467600"/>
              <a:gd name="connsiteY867" fmla="*/ 957147 h 6858000"/>
              <a:gd name="connsiteX868" fmla="*/ 5422504 w 7467600"/>
              <a:gd name="connsiteY868" fmla="*/ 805191 h 6858000"/>
              <a:gd name="connsiteX869" fmla="*/ 6087656 w 7467600"/>
              <a:gd name="connsiteY869" fmla="*/ 826703 h 6858000"/>
              <a:gd name="connsiteX870" fmla="*/ 6058717 w 7467600"/>
              <a:gd name="connsiteY870" fmla="*/ 865992 h 6858000"/>
              <a:gd name="connsiteX871" fmla="*/ 4974153 w 7467600"/>
              <a:gd name="connsiteY871" fmla="*/ 1045456 h 6858000"/>
              <a:gd name="connsiteX872" fmla="*/ 5627835 w 7467600"/>
              <a:gd name="connsiteY872" fmla="*/ 1472077 h 6858000"/>
              <a:gd name="connsiteX873" fmla="*/ 5629817 w 7467600"/>
              <a:gd name="connsiteY873" fmla="*/ 1471412 h 6858000"/>
              <a:gd name="connsiteX874" fmla="*/ 5634124 w 7467600"/>
              <a:gd name="connsiteY874" fmla="*/ 1470572 h 6858000"/>
              <a:gd name="connsiteX875" fmla="*/ 5755832 w 7467600"/>
              <a:gd name="connsiteY875" fmla="*/ 1383886 h 6858000"/>
              <a:gd name="connsiteX876" fmla="*/ 6014186 w 7467600"/>
              <a:gd name="connsiteY876" fmla="*/ 1279799 h 6858000"/>
              <a:gd name="connsiteX877" fmla="*/ 6901619 w 7467600"/>
              <a:gd name="connsiteY877" fmla="*/ 1047874 h 6858000"/>
              <a:gd name="connsiteX878" fmla="*/ 6931566 w 7467600"/>
              <a:gd name="connsiteY878" fmla="*/ 1062034 h 6858000"/>
              <a:gd name="connsiteX879" fmla="*/ 5790982 w 7467600"/>
              <a:gd name="connsiteY879" fmla="*/ 1561380 h 6858000"/>
              <a:gd name="connsiteX880" fmla="*/ 6188971 w 7467600"/>
              <a:gd name="connsiteY880" fmla="*/ 1755168 h 6858000"/>
              <a:gd name="connsiteX881" fmla="*/ 6202446 w 7467600"/>
              <a:gd name="connsiteY881" fmla="*/ 1752268 h 6858000"/>
              <a:gd name="connsiteX882" fmla="*/ 7179560 w 7467600"/>
              <a:gd name="connsiteY882" fmla="*/ 1467551 h 6858000"/>
              <a:gd name="connsiteX883" fmla="*/ 7158730 w 7467600"/>
              <a:gd name="connsiteY883" fmla="*/ 1507835 h 6858000"/>
              <a:gd name="connsiteX884" fmla="*/ 6326959 w 7467600"/>
              <a:gd name="connsiteY884" fmla="*/ 1817686 h 6858000"/>
              <a:gd name="connsiteX885" fmla="*/ 6537433 w 7467600"/>
              <a:gd name="connsiteY885" fmla="*/ 1907790 h 6858000"/>
              <a:gd name="connsiteX886" fmla="*/ 6550221 w 7467600"/>
              <a:gd name="connsiteY886" fmla="*/ 1910729 h 6858000"/>
              <a:gd name="connsiteX887" fmla="*/ 6964438 w 7467600"/>
              <a:gd name="connsiteY887" fmla="*/ 2209505 h 6858000"/>
              <a:gd name="connsiteX888" fmla="*/ 7367862 w 7467600"/>
              <a:gd name="connsiteY888" fmla="*/ 2806833 h 6858000"/>
              <a:gd name="connsiteX889" fmla="*/ 7364329 w 7467600"/>
              <a:gd name="connsiteY889" fmla="*/ 2826907 h 6858000"/>
              <a:gd name="connsiteX890" fmla="*/ 7290545 w 7467600"/>
              <a:gd name="connsiteY890" fmla="*/ 2850663 h 6858000"/>
              <a:gd name="connsiteX891" fmla="*/ 6472036 w 7467600"/>
              <a:gd name="connsiteY891" fmla="*/ 1959003 h 6858000"/>
              <a:gd name="connsiteX892" fmla="*/ 5792897 w 7467600"/>
              <a:gd name="connsiteY892" fmla="*/ 1647747 h 6858000"/>
              <a:gd name="connsiteX893" fmla="*/ 5842751 w 7467600"/>
              <a:gd name="connsiteY893" fmla="*/ 1816112 h 6858000"/>
              <a:gd name="connsiteX894" fmla="*/ 5847424 w 7467600"/>
              <a:gd name="connsiteY894" fmla="*/ 1815776 h 6858000"/>
              <a:gd name="connsiteX895" fmla="*/ 6399821 w 7467600"/>
              <a:gd name="connsiteY895" fmla="*/ 2344799 h 6858000"/>
              <a:gd name="connsiteX896" fmla="*/ 6323232 w 7467600"/>
              <a:gd name="connsiteY896" fmla="*/ 2389634 h 6858000"/>
              <a:gd name="connsiteX897" fmla="*/ 5942958 w 7467600"/>
              <a:gd name="connsiteY897" fmla="*/ 2077708 h 6858000"/>
              <a:gd name="connsiteX898" fmla="*/ 5921559 w 7467600"/>
              <a:gd name="connsiteY898" fmla="*/ 2378596 h 6858000"/>
              <a:gd name="connsiteX899" fmla="*/ 5817651 w 7467600"/>
              <a:gd name="connsiteY899" fmla="*/ 3023919 h 6858000"/>
              <a:gd name="connsiteX900" fmla="*/ 5729634 w 7467600"/>
              <a:gd name="connsiteY900" fmla="*/ 3051849 h 6858000"/>
              <a:gd name="connsiteX901" fmla="*/ 5611018 w 7467600"/>
              <a:gd name="connsiteY901" fmla="*/ 2316769 h 6858000"/>
              <a:gd name="connsiteX902" fmla="*/ 5687608 w 7467600"/>
              <a:gd name="connsiteY902" fmla="*/ 2039972 h 6858000"/>
              <a:gd name="connsiteX903" fmla="*/ 5657554 w 7467600"/>
              <a:gd name="connsiteY903" fmla="*/ 1576445 h 6858000"/>
              <a:gd name="connsiteX904" fmla="*/ 5150475 w 7467600"/>
              <a:gd name="connsiteY904" fmla="*/ 1274012 h 6858000"/>
              <a:gd name="connsiteX905" fmla="*/ 5349142 w 7467600"/>
              <a:gd name="connsiteY905" fmla="*/ 2204405 h 6858000"/>
              <a:gd name="connsiteX906" fmla="*/ 5262214 w 7467600"/>
              <a:gd name="connsiteY906" fmla="*/ 2233836 h 6858000"/>
              <a:gd name="connsiteX907" fmla="*/ 4981539 w 7467600"/>
              <a:gd name="connsiteY907" fmla="*/ 1542201 h 6858000"/>
              <a:gd name="connsiteX908" fmla="*/ 4958461 w 7467600"/>
              <a:gd name="connsiteY908" fmla="*/ 1136957 h 6858000"/>
              <a:gd name="connsiteX909" fmla="*/ 4655015 w 7467600"/>
              <a:gd name="connsiteY909" fmla="*/ 891426 h 6858000"/>
              <a:gd name="connsiteX910" fmla="*/ 4348002 w 7467600"/>
              <a:gd name="connsiteY910" fmla="*/ 2205895 h 6858000"/>
              <a:gd name="connsiteX911" fmla="*/ 4262250 w 7467600"/>
              <a:gd name="connsiteY911" fmla="*/ 2219972 h 6858000"/>
              <a:gd name="connsiteX912" fmla="*/ 4550611 w 7467600"/>
              <a:gd name="connsiteY912" fmla="*/ 817540 h 6858000"/>
              <a:gd name="connsiteX913" fmla="*/ 4564418 w 7467600"/>
              <a:gd name="connsiteY913" fmla="*/ 808293 h 6858000"/>
              <a:gd name="connsiteX914" fmla="*/ 4266388 w 7467600"/>
              <a:gd name="connsiteY914" fmla="*/ 500083 h 6858000"/>
              <a:gd name="connsiteX915" fmla="*/ 4032842 w 7467600"/>
              <a:gd name="connsiteY915" fmla="*/ 211809 h 6858000"/>
              <a:gd name="connsiteX916" fmla="*/ 3882765 w 7467600"/>
              <a:gd name="connsiteY916" fmla="*/ 0 h 6858000"/>
              <a:gd name="connsiteX917" fmla="*/ 3721337 w 7467600"/>
              <a:gd name="connsiteY917" fmla="*/ 0 h 6858000"/>
              <a:gd name="connsiteX918" fmla="*/ 3797544 w 7467600"/>
              <a:gd name="connsiteY918" fmla="*/ 0 h 6858000"/>
              <a:gd name="connsiteX919" fmla="*/ 3775734 w 7467600"/>
              <a:gd name="connsiteY919" fmla="*/ 95131 h 6858000"/>
              <a:gd name="connsiteX920" fmla="*/ 3724807 w 7467600"/>
              <a:gd name="connsiteY920" fmla="*/ 272257 h 6858000"/>
              <a:gd name="connsiteX921" fmla="*/ 3726844 w 7467600"/>
              <a:gd name="connsiteY921" fmla="*/ 282988 h 6858000"/>
              <a:gd name="connsiteX922" fmla="*/ 3742664 w 7467600"/>
              <a:gd name="connsiteY922" fmla="*/ 279918 h 6858000"/>
              <a:gd name="connsiteX923" fmla="*/ 4103910 w 7467600"/>
              <a:gd name="connsiteY923" fmla="*/ 1161917 h 6858000"/>
              <a:gd name="connsiteX924" fmla="*/ 4020269 w 7467600"/>
              <a:gd name="connsiteY924" fmla="*/ 1200406 h 6858000"/>
              <a:gd name="connsiteX925" fmla="*/ 3674882 w 7467600"/>
              <a:gd name="connsiteY925" fmla="*/ 488524 h 6858000"/>
              <a:gd name="connsiteX926" fmla="*/ 3132682 w 7467600"/>
              <a:gd name="connsiteY926" fmla="*/ 1072284 h 6858000"/>
              <a:gd name="connsiteX927" fmla="*/ 2716346 w 7467600"/>
              <a:gd name="connsiteY927" fmla="*/ 1276376 h 6858000"/>
              <a:gd name="connsiteX928" fmla="*/ 2716772 w 7467600"/>
              <a:gd name="connsiteY928" fmla="*/ 1255462 h 6858000"/>
              <a:gd name="connsiteX929" fmla="*/ 3471096 w 7467600"/>
              <a:gd name="connsiteY929" fmla="*/ 437072 h 6858000"/>
              <a:gd name="connsiteX930" fmla="*/ 3639057 w 7467600"/>
              <a:gd name="connsiteY930" fmla="*/ 286334 h 6858000"/>
              <a:gd name="connsiteX931" fmla="*/ 3640309 w 7467600"/>
              <a:gd name="connsiteY931" fmla="*/ 284664 h 6858000"/>
              <a:gd name="connsiteX932" fmla="*/ 3646022 w 7467600"/>
              <a:gd name="connsiteY932" fmla="*/ 276711 h 6858000"/>
              <a:gd name="connsiteX933" fmla="*/ 3707943 w 7467600"/>
              <a:gd name="connsiteY933" fmla="*/ 65958 h 6858000"/>
              <a:gd name="connsiteX934" fmla="*/ 3721337 w 7467600"/>
              <a:gd name="connsiteY934" fmla="*/ 0 h 6858000"/>
              <a:gd name="connsiteX935" fmla="*/ 2867960 w 7467600"/>
              <a:gd name="connsiteY935" fmla="*/ 0 h 6858000"/>
              <a:gd name="connsiteX936" fmla="*/ 2926351 w 7467600"/>
              <a:gd name="connsiteY936" fmla="*/ 0 h 6858000"/>
              <a:gd name="connsiteX937" fmla="*/ 2902823 w 7467600"/>
              <a:gd name="connsiteY937" fmla="*/ 262929 h 6858000"/>
              <a:gd name="connsiteX938" fmla="*/ 2940663 w 7467600"/>
              <a:gd name="connsiteY938" fmla="*/ 140884 h 6858000"/>
              <a:gd name="connsiteX939" fmla="*/ 2947039 w 7467600"/>
              <a:gd name="connsiteY939" fmla="*/ 122524 h 6858000"/>
              <a:gd name="connsiteX940" fmla="*/ 2984316 w 7467600"/>
              <a:gd name="connsiteY940" fmla="*/ 0 h 6858000"/>
              <a:gd name="connsiteX941" fmla="*/ 3016114 w 7467600"/>
              <a:gd name="connsiteY941" fmla="*/ 0 h 6858000"/>
              <a:gd name="connsiteX942" fmla="*/ 2979949 w 7467600"/>
              <a:gd name="connsiteY942" fmla="*/ 119274 h 6858000"/>
              <a:gd name="connsiteX943" fmla="*/ 3023879 w 7467600"/>
              <a:gd name="connsiteY943" fmla="*/ 0 h 6858000"/>
              <a:gd name="connsiteX944" fmla="*/ 3105400 w 7467600"/>
              <a:gd name="connsiteY944" fmla="*/ 0 h 6858000"/>
              <a:gd name="connsiteX945" fmla="*/ 3094669 w 7467600"/>
              <a:gd name="connsiteY945" fmla="*/ 30308 h 6858000"/>
              <a:gd name="connsiteX946" fmla="*/ 2901945 w 7467600"/>
              <a:gd name="connsiteY946" fmla="*/ 466538 h 6858000"/>
              <a:gd name="connsiteX947" fmla="*/ 2815209 w 7467600"/>
              <a:gd name="connsiteY947" fmla="*/ 497361 h 6858000"/>
              <a:gd name="connsiteX948" fmla="*/ 2844845 w 7467600"/>
              <a:gd name="connsiteY948" fmla="*/ 127638 h 6858000"/>
              <a:gd name="connsiteX949" fmla="*/ 2867960 w 7467600"/>
              <a:gd name="connsiteY949" fmla="*/ 0 h 6858000"/>
              <a:gd name="connsiteX950" fmla="*/ 1057230 w 7467600"/>
              <a:gd name="connsiteY950" fmla="*/ 0 h 6858000"/>
              <a:gd name="connsiteX951" fmla="*/ 1111003 w 7467600"/>
              <a:gd name="connsiteY951" fmla="*/ 0 h 6858000"/>
              <a:gd name="connsiteX952" fmla="*/ 1125553 w 7467600"/>
              <a:gd name="connsiteY952" fmla="*/ 52588 h 6858000"/>
              <a:gd name="connsiteX953" fmla="*/ 1304276 w 7467600"/>
              <a:gd name="connsiteY953" fmla="*/ 476275 h 6858000"/>
              <a:gd name="connsiteX954" fmla="*/ 1492066 w 7467600"/>
              <a:gd name="connsiteY954" fmla="*/ 886333 h 6858000"/>
              <a:gd name="connsiteX955" fmla="*/ 1423698 w 7467600"/>
              <a:gd name="connsiteY955" fmla="*/ 710817 h 6858000"/>
              <a:gd name="connsiteX956" fmla="*/ 1357609 w 7467600"/>
              <a:gd name="connsiteY956" fmla="*/ 532892 h 6858000"/>
              <a:gd name="connsiteX957" fmla="*/ 1309550 w 7467600"/>
              <a:gd name="connsiteY957" fmla="*/ 374031 h 6858000"/>
              <a:gd name="connsiteX958" fmla="*/ 1193673 w 7467600"/>
              <a:gd name="connsiteY958" fmla="*/ 49533 h 6858000"/>
              <a:gd name="connsiteX959" fmla="*/ 1164391 w 7467600"/>
              <a:gd name="connsiteY959" fmla="*/ 0 h 6858000"/>
              <a:gd name="connsiteX960" fmla="*/ 1200666 w 7467600"/>
              <a:gd name="connsiteY960" fmla="*/ 0 h 6858000"/>
              <a:gd name="connsiteX961" fmla="*/ 1223408 w 7467600"/>
              <a:gd name="connsiteY961" fmla="*/ 38996 h 6858000"/>
              <a:gd name="connsiteX962" fmla="*/ 1339635 w 7467600"/>
              <a:gd name="connsiteY962" fmla="*/ 365517 h 6858000"/>
              <a:gd name="connsiteX963" fmla="*/ 1387469 w 7467600"/>
              <a:gd name="connsiteY963" fmla="*/ 523079 h 6858000"/>
              <a:gd name="connsiteX964" fmla="*/ 1452685 w 7467600"/>
              <a:gd name="connsiteY964" fmla="*/ 699806 h 6858000"/>
              <a:gd name="connsiteX965" fmla="*/ 1492092 w 7467600"/>
              <a:gd name="connsiteY965" fmla="*/ 800424 h 6858000"/>
              <a:gd name="connsiteX966" fmla="*/ 1455302 w 7467600"/>
              <a:gd name="connsiteY966" fmla="*/ 632913 h 6858000"/>
              <a:gd name="connsiteX967" fmla="*/ 1222336 w 7467600"/>
              <a:gd name="connsiteY967" fmla="*/ 9480 h 6858000"/>
              <a:gd name="connsiteX968" fmla="*/ 1214634 w 7467600"/>
              <a:gd name="connsiteY968" fmla="*/ 0 h 6858000"/>
              <a:gd name="connsiteX969" fmla="*/ 1289827 w 7467600"/>
              <a:gd name="connsiteY969" fmla="*/ 0 h 6858000"/>
              <a:gd name="connsiteX970" fmla="*/ 1321076 w 7467600"/>
              <a:gd name="connsiteY970" fmla="*/ 59722 h 6858000"/>
              <a:gd name="connsiteX971" fmla="*/ 1512579 w 7467600"/>
              <a:gd name="connsiteY971" fmla="*/ 626441 h 6858000"/>
              <a:gd name="connsiteX972" fmla="*/ 1506076 w 7467600"/>
              <a:gd name="connsiteY972" fmla="*/ 1089289 h 6858000"/>
              <a:gd name="connsiteX973" fmla="*/ 1486346 w 7467600"/>
              <a:gd name="connsiteY973" fmla="*/ 1079919 h 6858000"/>
              <a:gd name="connsiteX974" fmla="*/ 1070511 w 7467600"/>
              <a:gd name="connsiteY974" fmla="*/ 48609 h 6858000"/>
              <a:gd name="connsiteX975" fmla="*/ 1057230 w 7467600"/>
              <a:gd name="connsiteY975" fmla="*/ 0 h 6858000"/>
              <a:gd name="connsiteX976" fmla="*/ 43151 w 7467600"/>
              <a:gd name="connsiteY976" fmla="*/ 0 h 6858000"/>
              <a:gd name="connsiteX977" fmla="*/ 95283 w 7467600"/>
              <a:gd name="connsiteY977" fmla="*/ 0 h 6858000"/>
              <a:gd name="connsiteX978" fmla="*/ 300708 w 7467600"/>
              <a:gd name="connsiteY978" fmla="*/ 154571 h 6858000"/>
              <a:gd name="connsiteX979" fmla="*/ 530414 w 7467600"/>
              <a:gd name="connsiteY979" fmla="*/ 354673 h 6858000"/>
              <a:gd name="connsiteX980" fmla="*/ 333785 w 7467600"/>
              <a:gd name="connsiteY980" fmla="*/ 161564 h 6858000"/>
              <a:gd name="connsiteX981" fmla="*/ 147005 w 7467600"/>
              <a:gd name="connsiteY981" fmla="*/ 0 h 6858000"/>
              <a:gd name="connsiteX982" fmla="*/ 272509 w 7467600"/>
              <a:gd name="connsiteY982" fmla="*/ 0 h 6858000"/>
              <a:gd name="connsiteX983" fmla="*/ 326276 w 7467600"/>
              <a:gd name="connsiteY983" fmla="*/ 45847 h 6858000"/>
              <a:gd name="connsiteX984" fmla="*/ 823759 w 7467600"/>
              <a:gd name="connsiteY984" fmla="*/ 574145 h 6858000"/>
              <a:gd name="connsiteX985" fmla="*/ 811254 w 7467600"/>
              <a:gd name="connsiteY985" fmla="*/ 665546 h 6858000"/>
              <a:gd name="connsiteX986" fmla="*/ 154042 w 7467600"/>
              <a:gd name="connsiteY986" fmla="*/ 261522 h 6858000"/>
              <a:gd name="connsiteX987" fmla="*/ 13550 w 7467600"/>
              <a:gd name="connsiteY987" fmla="*/ 158423 h 6858000"/>
              <a:gd name="connsiteX988" fmla="*/ 0 w 7467600"/>
              <a:gd name="connsiteY988" fmla="*/ 146618 h 6858000"/>
              <a:gd name="connsiteX989" fmla="*/ 0 w 7467600"/>
              <a:gd name="connsiteY989" fmla="*/ 59161 h 6858000"/>
              <a:gd name="connsiteX990" fmla="*/ 45427 w 7467600"/>
              <a:gd name="connsiteY990" fmla="*/ 101078 h 6858000"/>
              <a:gd name="connsiteX991" fmla="*/ 630103 w 7467600"/>
              <a:gd name="connsiteY991" fmla="*/ 485885 h 6858000"/>
              <a:gd name="connsiteX992" fmla="*/ 532040 w 7467600"/>
              <a:gd name="connsiteY992" fmla="*/ 399359 h 6858000"/>
              <a:gd name="connsiteX993" fmla="*/ 517618 w 7467600"/>
              <a:gd name="connsiteY993" fmla="*/ 385726 h 6858000"/>
              <a:gd name="connsiteX994" fmla="*/ 285074 w 7467600"/>
              <a:gd name="connsiteY994" fmla="*/ 182755 h 6858000"/>
              <a:gd name="connsiteX995" fmla="*/ 43151 w 7467600"/>
              <a:gd name="connsiteY99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27773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1903353 w 7467600"/>
              <a:gd name="connsiteY139" fmla="*/ 5044827 h 6858000"/>
              <a:gd name="connsiteX140" fmla="*/ 1936931 w 7467600"/>
              <a:gd name="connsiteY140" fmla="*/ 5093954 h 6858000"/>
              <a:gd name="connsiteX141" fmla="*/ 2195868 w 7467600"/>
              <a:gd name="connsiteY141" fmla="*/ 5396574 h 6858000"/>
              <a:gd name="connsiteX142" fmla="*/ 2088852 w 7467600"/>
              <a:gd name="connsiteY142" fmla="*/ 5166123 h 6858000"/>
              <a:gd name="connsiteX143" fmla="*/ 1958241 w 7467600"/>
              <a:gd name="connsiteY143" fmla="*/ 5067955 h 6858000"/>
              <a:gd name="connsiteX144" fmla="*/ 1903353 w 7467600"/>
              <a:gd name="connsiteY144" fmla="*/ 5044827 h 6858000"/>
              <a:gd name="connsiteX145" fmla="*/ 1979378 w 7467600"/>
              <a:gd name="connsiteY145" fmla="*/ 4769504 h 6858000"/>
              <a:gd name="connsiteX146" fmla="*/ 2882120 w 7467600"/>
              <a:gd name="connsiteY146" fmla="*/ 5064547 h 6858000"/>
              <a:gd name="connsiteX147" fmla="*/ 2793103 w 7467600"/>
              <a:gd name="connsiteY147" fmla="*/ 5039699 h 6858000"/>
              <a:gd name="connsiteX148" fmla="*/ 2770041 w 7467600"/>
              <a:gd name="connsiteY148" fmla="*/ 5033634 h 6858000"/>
              <a:gd name="connsiteX149" fmla="*/ 1979378 w 7467600"/>
              <a:gd name="connsiteY149" fmla="*/ 4769504 h 6858000"/>
              <a:gd name="connsiteX150" fmla="*/ 1927410 w 7467600"/>
              <a:gd name="connsiteY150" fmla="*/ 4716164 h 6858000"/>
              <a:gd name="connsiteX151" fmla="*/ 1959587 w 7467600"/>
              <a:gd name="connsiteY151" fmla="*/ 4728849 h 6858000"/>
              <a:gd name="connsiteX152" fmla="*/ 2777707 w 7467600"/>
              <a:gd name="connsiteY152" fmla="*/ 5003991 h 6858000"/>
              <a:gd name="connsiteX153" fmla="*/ 2800768 w 7467600"/>
              <a:gd name="connsiteY153" fmla="*/ 5010056 h 6858000"/>
              <a:gd name="connsiteX154" fmla="*/ 2879408 w 7467600"/>
              <a:gd name="connsiteY154" fmla="*/ 5031590 h 6858000"/>
              <a:gd name="connsiteX155" fmla="*/ 2862295 w 7467600"/>
              <a:gd name="connsiteY155" fmla="*/ 5022958 h 6858000"/>
              <a:gd name="connsiteX156" fmla="*/ 2813343 w 7467600"/>
              <a:gd name="connsiteY156" fmla="*/ 4998369 h 6858000"/>
              <a:gd name="connsiteX157" fmla="*/ 2646245 w 7467600"/>
              <a:gd name="connsiteY157" fmla="*/ 4930999 h 6858000"/>
              <a:gd name="connsiteX158" fmla="*/ 1999243 w 7467600"/>
              <a:gd name="connsiteY158" fmla="*/ 4730524 h 6858000"/>
              <a:gd name="connsiteX159" fmla="*/ 1979527 w 7467600"/>
              <a:gd name="connsiteY159" fmla="*/ 4726651 h 6858000"/>
              <a:gd name="connsiteX160" fmla="*/ 1927410 w 7467600"/>
              <a:gd name="connsiteY160" fmla="*/ 4716164 h 6858000"/>
              <a:gd name="connsiteX161" fmla="*/ 1997014 w 7467600"/>
              <a:gd name="connsiteY161" fmla="*/ 4698007 h 6858000"/>
              <a:gd name="connsiteX162" fmla="*/ 2005458 w 7467600"/>
              <a:gd name="connsiteY162" fmla="*/ 4699540 h 6858000"/>
              <a:gd name="connsiteX163" fmla="*/ 2657186 w 7467600"/>
              <a:gd name="connsiteY163" fmla="*/ 4901687 h 6858000"/>
              <a:gd name="connsiteX164" fmla="*/ 2826662 w 7467600"/>
              <a:gd name="connsiteY164" fmla="*/ 4970362 h 6858000"/>
              <a:gd name="connsiteX165" fmla="*/ 2876100 w 7467600"/>
              <a:gd name="connsiteY165" fmla="*/ 4995397 h 6858000"/>
              <a:gd name="connsiteX166" fmla="*/ 3042600 w 7467600"/>
              <a:gd name="connsiteY166" fmla="*/ 5059532 h 6858000"/>
              <a:gd name="connsiteX167" fmla="*/ 1997014 w 7467600"/>
              <a:gd name="connsiteY167" fmla="*/ 4698007 h 6858000"/>
              <a:gd name="connsiteX168" fmla="*/ 2305292 w 7467600"/>
              <a:gd name="connsiteY168" fmla="*/ 4219492 h 6858000"/>
              <a:gd name="connsiteX169" fmla="*/ 3360922 w 7467600"/>
              <a:gd name="connsiteY169" fmla="*/ 4529373 h 6858000"/>
              <a:gd name="connsiteX170" fmla="*/ 3492420 w 7467600"/>
              <a:gd name="connsiteY170" fmla="*/ 4510145 h 6858000"/>
              <a:gd name="connsiteX171" fmla="*/ 3364086 w 7467600"/>
              <a:gd name="connsiteY171" fmla="*/ 4480340 h 6858000"/>
              <a:gd name="connsiteX172" fmla="*/ 3225818 w 7467600"/>
              <a:gd name="connsiteY172" fmla="*/ 4411822 h 6858000"/>
              <a:gd name="connsiteX173" fmla="*/ 3129696 w 7467600"/>
              <a:gd name="connsiteY173" fmla="*/ 4360704 h 6858000"/>
              <a:gd name="connsiteX174" fmla="*/ 2814545 w 7467600"/>
              <a:gd name="connsiteY174" fmla="*/ 4282955 h 6858000"/>
              <a:gd name="connsiteX175" fmla="*/ 2305292 w 7467600"/>
              <a:gd name="connsiteY175" fmla="*/ 4219492 h 6858000"/>
              <a:gd name="connsiteX176" fmla="*/ 2626982 w 7467600"/>
              <a:gd name="connsiteY176" fmla="*/ 4206450 h 6858000"/>
              <a:gd name="connsiteX177" fmla="*/ 2490617 w 7467600"/>
              <a:gd name="connsiteY177" fmla="*/ 4206951 h 6858000"/>
              <a:gd name="connsiteX178" fmla="*/ 2819869 w 7467600"/>
              <a:gd name="connsiteY178" fmla="*/ 4252936 h 6858000"/>
              <a:gd name="connsiteX179" fmla="*/ 3143018 w 7467600"/>
              <a:gd name="connsiteY179" fmla="*/ 4332698 h 6858000"/>
              <a:gd name="connsiteX180" fmla="*/ 3241520 w 7467600"/>
              <a:gd name="connsiteY180" fmla="*/ 4385112 h 6858000"/>
              <a:gd name="connsiteX181" fmla="*/ 3374575 w 7467600"/>
              <a:gd name="connsiteY181" fmla="*/ 4451517 h 6858000"/>
              <a:gd name="connsiteX182" fmla="*/ 3505221 w 7467600"/>
              <a:gd name="connsiteY182" fmla="*/ 4480757 h 6858000"/>
              <a:gd name="connsiteX183" fmla="*/ 2626982 w 7467600"/>
              <a:gd name="connsiteY183" fmla="*/ 4206450 h 6858000"/>
              <a:gd name="connsiteX184" fmla="*/ 1310106 w 7467600"/>
              <a:gd name="connsiteY184" fmla="*/ 3943217 h 6858000"/>
              <a:gd name="connsiteX185" fmla="*/ 854994 w 7467600"/>
              <a:gd name="connsiteY185" fmla="*/ 4399136 h 6858000"/>
              <a:gd name="connsiteX186" fmla="*/ 742462 w 7467600"/>
              <a:gd name="connsiteY186" fmla="*/ 4594648 h 6858000"/>
              <a:gd name="connsiteX187" fmla="*/ 820602 w 7467600"/>
              <a:gd name="connsiteY187" fmla="*/ 4485915 h 6858000"/>
              <a:gd name="connsiteX188" fmla="*/ 878295 w 7467600"/>
              <a:gd name="connsiteY188" fmla="*/ 4403594 h 6858000"/>
              <a:gd name="connsiteX189" fmla="*/ 1240607 w 7467600"/>
              <a:gd name="connsiteY189" fmla="*/ 4010401 h 6858000"/>
              <a:gd name="connsiteX190" fmla="*/ 1310106 w 7467600"/>
              <a:gd name="connsiteY190" fmla="*/ 3943217 h 6858000"/>
              <a:gd name="connsiteX191" fmla="*/ 1423113 w 7467600"/>
              <a:gd name="connsiteY191" fmla="*/ 3874565 h 6858000"/>
              <a:gd name="connsiteX192" fmla="*/ 1260565 w 7467600"/>
              <a:gd name="connsiteY192" fmla="*/ 4031982 h 6858000"/>
              <a:gd name="connsiteX193" fmla="*/ 901900 w 7467600"/>
              <a:gd name="connsiteY193" fmla="*/ 4421236 h 6858000"/>
              <a:gd name="connsiteX194" fmla="*/ 845044 w 7467600"/>
              <a:gd name="connsiteY194" fmla="*/ 4502436 h 6858000"/>
              <a:gd name="connsiteX195" fmla="*/ 685926 w 7467600"/>
              <a:gd name="connsiteY195" fmla="*/ 4703069 h 6858000"/>
              <a:gd name="connsiteX196" fmla="*/ 684248 w 7467600"/>
              <a:gd name="connsiteY196" fmla="*/ 4706721 h 6858000"/>
              <a:gd name="connsiteX197" fmla="*/ 1423113 w 7467600"/>
              <a:gd name="connsiteY197" fmla="*/ 3874565 h 6858000"/>
              <a:gd name="connsiteX198" fmla="*/ 3316479 w 7467600"/>
              <a:gd name="connsiteY198" fmla="*/ 3872136 h 6858000"/>
              <a:gd name="connsiteX199" fmla="*/ 3546806 w 7467600"/>
              <a:gd name="connsiteY199" fmla="*/ 4356139 h 6858000"/>
              <a:gd name="connsiteX200" fmla="*/ 3364433 w 7467600"/>
              <a:gd name="connsiteY200" fmla="*/ 3953121 h 6858000"/>
              <a:gd name="connsiteX201" fmla="*/ 3316479 w 7467600"/>
              <a:gd name="connsiteY201" fmla="*/ 3872136 h 6858000"/>
              <a:gd name="connsiteX202" fmla="*/ 3291335 w 7467600"/>
              <a:gd name="connsiteY202" fmla="*/ 3767420 h 6858000"/>
              <a:gd name="connsiteX203" fmla="*/ 3390805 w 7467600"/>
              <a:gd name="connsiteY203" fmla="*/ 3937163 h 6858000"/>
              <a:gd name="connsiteX204" fmla="*/ 3579062 w 7467600"/>
              <a:gd name="connsiteY204" fmla="*/ 4359040 h 6858000"/>
              <a:gd name="connsiteX205" fmla="*/ 3467355 w 7467600"/>
              <a:gd name="connsiteY205" fmla="*/ 3988130 h 6858000"/>
              <a:gd name="connsiteX206" fmla="*/ 3310753 w 7467600"/>
              <a:gd name="connsiteY206" fmla="*/ 3787140 h 6858000"/>
              <a:gd name="connsiteX207" fmla="*/ 3291335 w 7467600"/>
              <a:gd name="connsiteY207" fmla="*/ 3767420 h 6858000"/>
              <a:gd name="connsiteX208" fmla="*/ 1635889 w 7467600"/>
              <a:gd name="connsiteY208" fmla="*/ 3709494 h 6858000"/>
              <a:gd name="connsiteX209" fmla="*/ 1634800 w 7467600"/>
              <a:gd name="connsiteY209" fmla="*/ 3731111 h 6858000"/>
              <a:gd name="connsiteX210" fmla="*/ 1635889 w 7467600"/>
              <a:gd name="connsiteY210" fmla="*/ 3709494 h 6858000"/>
              <a:gd name="connsiteX211" fmla="*/ 1510397 w 7467600"/>
              <a:gd name="connsiteY211" fmla="*/ 3684705 h 6858000"/>
              <a:gd name="connsiteX212" fmla="*/ 1146550 w 7467600"/>
              <a:gd name="connsiteY212" fmla="*/ 3802012 h 6858000"/>
              <a:gd name="connsiteX213" fmla="*/ 698834 w 7467600"/>
              <a:gd name="connsiteY213" fmla="*/ 3952272 h 6858000"/>
              <a:gd name="connsiteX214" fmla="*/ 34256 w 7467600"/>
              <a:gd name="connsiteY214" fmla="*/ 4347603 h 6858000"/>
              <a:gd name="connsiteX215" fmla="*/ 527241 w 7467600"/>
              <a:gd name="connsiteY215" fmla="*/ 4065078 h 6858000"/>
              <a:gd name="connsiteX216" fmla="*/ 1510397 w 7467600"/>
              <a:gd name="connsiteY216" fmla="*/ 3684705 h 6858000"/>
              <a:gd name="connsiteX217" fmla="*/ 1313114 w 7467600"/>
              <a:gd name="connsiteY217" fmla="*/ 3655216 h 6858000"/>
              <a:gd name="connsiteX218" fmla="*/ 1109304 w 7467600"/>
              <a:gd name="connsiteY218" fmla="*/ 3669030 h 6858000"/>
              <a:gd name="connsiteX219" fmla="*/ 8129 w 7467600"/>
              <a:gd name="connsiteY219" fmla="*/ 4330519 h 6858000"/>
              <a:gd name="connsiteX220" fmla="*/ 687572 w 7467600"/>
              <a:gd name="connsiteY220" fmla="*/ 3925629 h 6858000"/>
              <a:gd name="connsiteX221" fmla="*/ 1138365 w 7467600"/>
              <a:gd name="connsiteY221" fmla="*/ 3774515 h 6858000"/>
              <a:gd name="connsiteX222" fmla="*/ 1505579 w 7467600"/>
              <a:gd name="connsiteY222" fmla="*/ 3655526 h 6858000"/>
              <a:gd name="connsiteX223" fmla="*/ 1313114 w 7467600"/>
              <a:gd name="connsiteY223" fmla="*/ 3655216 h 6858000"/>
              <a:gd name="connsiteX224" fmla="*/ 3655073 w 7467600"/>
              <a:gd name="connsiteY224" fmla="*/ 3650884 h 6858000"/>
              <a:gd name="connsiteX225" fmla="*/ 3989938 w 7467600"/>
              <a:gd name="connsiteY225" fmla="*/ 3991685 h 6858000"/>
              <a:gd name="connsiteX226" fmla="*/ 4393907 w 7467600"/>
              <a:gd name="connsiteY226" fmla="*/ 4261258 h 6858000"/>
              <a:gd name="connsiteX227" fmla="*/ 4648051 w 7467600"/>
              <a:gd name="connsiteY227" fmla="*/ 4374051 h 6858000"/>
              <a:gd name="connsiteX228" fmla="*/ 4383389 w 7467600"/>
              <a:gd name="connsiteY228" fmla="*/ 4184369 h 6858000"/>
              <a:gd name="connsiteX229" fmla="*/ 4165508 w 7467600"/>
              <a:gd name="connsiteY229" fmla="*/ 4035196 h 6858000"/>
              <a:gd name="connsiteX230" fmla="*/ 4068162 w 7467600"/>
              <a:gd name="connsiteY230" fmla="*/ 3953394 h 6858000"/>
              <a:gd name="connsiteX231" fmla="*/ 3981416 w 7467600"/>
              <a:gd name="connsiteY231" fmla="*/ 3880482 h 6858000"/>
              <a:gd name="connsiteX232" fmla="*/ 3800147 w 7467600"/>
              <a:gd name="connsiteY232" fmla="*/ 3749872 h 6858000"/>
              <a:gd name="connsiteX233" fmla="*/ 3655073 w 7467600"/>
              <a:gd name="connsiteY233" fmla="*/ 3650884 h 6858000"/>
              <a:gd name="connsiteX234" fmla="*/ 3670252 w 7467600"/>
              <a:gd name="connsiteY234" fmla="*/ 3622798 h 6858000"/>
              <a:gd name="connsiteX235" fmla="*/ 3817258 w 7467600"/>
              <a:gd name="connsiteY235" fmla="*/ 3723577 h 6858000"/>
              <a:gd name="connsiteX236" fmla="*/ 4000461 w 7467600"/>
              <a:gd name="connsiteY236" fmla="*/ 3855966 h 6858000"/>
              <a:gd name="connsiteX237" fmla="*/ 4088180 w 7467600"/>
              <a:gd name="connsiteY237" fmla="*/ 3929774 h 6858000"/>
              <a:gd name="connsiteX238" fmla="*/ 4184555 w 7467600"/>
              <a:gd name="connsiteY238" fmla="*/ 4010683 h 6858000"/>
              <a:gd name="connsiteX239" fmla="*/ 4399563 w 7467600"/>
              <a:gd name="connsiteY239" fmla="*/ 4158106 h 6858000"/>
              <a:gd name="connsiteX240" fmla="*/ 4684469 w 7467600"/>
              <a:gd name="connsiteY240" fmla="*/ 4364680 h 6858000"/>
              <a:gd name="connsiteX241" fmla="*/ 4690271 w 7467600"/>
              <a:gd name="connsiteY241" fmla="*/ 4370034 h 6858000"/>
              <a:gd name="connsiteX242" fmla="*/ 4136093 w 7467600"/>
              <a:gd name="connsiteY242" fmla="*/ 3858466 h 6858000"/>
              <a:gd name="connsiteX243" fmla="*/ 3670252 w 7467600"/>
              <a:gd name="connsiteY243" fmla="*/ 3622798 h 6858000"/>
              <a:gd name="connsiteX244" fmla="*/ 4440129 w 7467600"/>
              <a:gd name="connsiteY244" fmla="*/ 3448571 h 6858000"/>
              <a:gd name="connsiteX245" fmla="*/ 4856525 w 7467600"/>
              <a:gd name="connsiteY245" fmla="*/ 3915351 h 6858000"/>
              <a:gd name="connsiteX246" fmla="*/ 5059055 w 7467600"/>
              <a:gd name="connsiteY246" fmla="*/ 4108918 h 6858000"/>
              <a:gd name="connsiteX247" fmla="*/ 5290070 w 7467600"/>
              <a:gd name="connsiteY247" fmla="*/ 4263619 h 6858000"/>
              <a:gd name="connsiteX248" fmla="*/ 4834991 w 7467600"/>
              <a:gd name="connsiteY248" fmla="*/ 3830985 h 6858000"/>
              <a:gd name="connsiteX249" fmla="*/ 4440129 w 7467600"/>
              <a:gd name="connsiteY249" fmla="*/ 3448571 h 6858000"/>
              <a:gd name="connsiteX250" fmla="*/ 4441737 w 7467600"/>
              <a:gd name="connsiteY250" fmla="*/ 3399734 h 6858000"/>
              <a:gd name="connsiteX251" fmla="*/ 4431236 w 7467600"/>
              <a:gd name="connsiteY251" fmla="*/ 3400954 h 6858000"/>
              <a:gd name="connsiteX252" fmla="*/ 4557150 w 7467600"/>
              <a:gd name="connsiteY252" fmla="*/ 3510023 h 6858000"/>
              <a:gd name="connsiteX253" fmla="*/ 4856936 w 7467600"/>
              <a:gd name="connsiteY253" fmla="*/ 3809146 h 6858000"/>
              <a:gd name="connsiteX254" fmla="*/ 5111996 w 7467600"/>
              <a:gd name="connsiteY254" fmla="*/ 4065759 h 6858000"/>
              <a:gd name="connsiteX255" fmla="*/ 5388878 w 7467600"/>
              <a:gd name="connsiteY255" fmla="*/ 4300185 h 6858000"/>
              <a:gd name="connsiteX256" fmla="*/ 5425556 w 7467600"/>
              <a:gd name="connsiteY256" fmla="*/ 4308967 h 6858000"/>
              <a:gd name="connsiteX257" fmla="*/ 4943646 w 7467600"/>
              <a:gd name="connsiteY257" fmla="*/ 3822916 h 6858000"/>
              <a:gd name="connsiteX258" fmla="*/ 4594837 w 7467600"/>
              <a:gd name="connsiteY258" fmla="*/ 3532274 h 6858000"/>
              <a:gd name="connsiteX259" fmla="*/ 4441737 w 7467600"/>
              <a:gd name="connsiteY259" fmla="*/ 3399734 h 6858000"/>
              <a:gd name="connsiteX260" fmla="*/ 5425834 w 7467600"/>
              <a:gd name="connsiteY260" fmla="*/ 3162785 h 6858000"/>
              <a:gd name="connsiteX261" fmla="*/ 5401644 w 7467600"/>
              <a:gd name="connsiteY261" fmla="*/ 3617847 h 6858000"/>
              <a:gd name="connsiteX262" fmla="*/ 5467256 w 7467600"/>
              <a:gd name="connsiteY262" fmla="*/ 4175494 h 6858000"/>
              <a:gd name="connsiteX263" fmla="*/ 5448069 w 7467600"/>
              <a:gd name="connsiteY263" fmla="*/ 3567554 h 6858000"/>
              <a:gd name="connsiteX264" fmla="*/ 5425834 w 7467600"/>
              <a:gd name="connsiteY264" fmla="*/ 3162785 h 6858000"/>
              <a:gd name="connsiteX265" fmla="*/ 1318687 w 7467600"/>
              <a:gd name="connsiteY265" fmla="*/ 3113840 h 6858000"/>
              <a:gd name="connsiteX266" fmla="*/ 1066793 w 7467600"/>
              <a:gd name="connsiteY266" fmla="*/ 3212171 h 6858000"/>
              <a:gd name="connsiteX267" fmla="*/ 993319 w 7467600"/>
              <a:gd name="connsiteY267" fmla="*/ 3247648 h 6858000"/>
              <a:gd name="connsiteX268" fmla="*/ 853081 w 7467600"/>
              <a:gd name="connsiteY268" fmla="*/ 3312410 h 6858000"/>
              <a:gd name="connsiteX269" fmla="*/ 805957 w 7467600"/>
              <a:gd name="connsiteY269" fmla="*/ 3330443 h 6858000"/>
              <a:gd name="connsiteX270" fmla="*/ 1318687 w 7467600"/>
              <a:gd name="connsiteY270" fmla="*/ 3113840 h 6858000"/>
              <a:gd name="connsiteX271" fmla="*/ 5453702 w 7467600"/>
              <a:gd name="connsiteY271" fmla="*/ 3090882 h 6858000"/>
              <a:gd name="connsiteX272" fmla="*/ 5480135 w 7467600"/>
              <a:gd name="connsiteY272" fmla="*/ 3565802 h 6858000"/>
              <a:gd name="connsiteX273" fmla="*/ 5499023 w 7467600"/>
              <a:gd name="connsiteY273" fmla="*/ 4166310 h 6858000"/>
              <a:gd name="connsiteX274" fmla="*/ 5547022 w 7467600"/>
              <a:gd name="connsiteY274" fmla="*/ 3607838 h 6858000"/>
              <a:gd name="connsiteX275" fmla="*/ 5515964 w 7467600"/>
              <a:gd name="connsiteY275" fmla="*/ 3378541 h 6858000"/>
              <a:gd name="connsiteX276" fmla="*/ 5453702 w 7467600"/>
              <a:gd name="connsiteY276" fmla="*/ 3090882 h 6858000"/>
              <a:gd name="connsiteX277" fmla="*/ 1238695 w 7467600"/>
              <a:gd name="connsiteY277" fmla="*/ 3076820 h 6858000"/>
              <a:gd name="connsiteX278" fmla="*/ 716371 w 7467600"/>
              <a:gd name="connsiteY278" fmla="*/ 3293249 h 6858000"/>
              <a:gd name="connsiteX279" fmla="*/ 579522 w 7467600"/>
              <a:gd name="connsiteY279" fmla="*/ 3371759 h 6858000"/>
              <a:gd name="connsiteX280" fmla="*/ 600288 w 7467600"/>
              <a:gd name="connsiteY280" fmla="*/ 3365555 h 6858000"/>
              <a:gd name="connsiteX281" fmla="*/ 840692 w 7467600"/>
              <a:gd name="connsiteY281" fmla="*/ 3284921 h 6858000"/>
              <a:gd name="connsiteX282" fmla="*/ 979248 w 7467600"/>
              <a:gd name="connsiteY282" fmla="*/ 3221003 h 6858000"/>
              <a:gd name="connsiteX283" fmla="*/ 1053282 w 7467600"/>
              <a:gd name="connsiteY283" fmla="*/ 3185247 h 6858000"/>
              <a:gd name="connsiteX284" fmla="*/ 1320603 w 7467600"/>
              <a:gd name="connsiteY284" fmla="*/ 3081281 h 6858000"/>
              <a:gd name="connsiteX285" fmla="*/ 1238695 w 7467600"/>
              <a:gd name="connsiteY285" fmla="*/ 3076820 h 6858000"/>
              <a:gd name="connsiteX286" fmla="*/ 5425627 w 7467600"/>
              <a:gd name="connsiteY286" fmla="*/ 2954192 h 6858000"/>
              <a:gd name="connsiteX287" fmla="*/ 5470770 w 7467600"/>
              <a:gd name="connsiteY287" fmla="*/ 3005435 h 6858000"/>
              <a:gd name="connsiteX288" fmla="*/ 5519779 w 7467600"/>
              <a:gd name="connsiteY288" fmla="*/ 4359223 h 6858000"/>
              <a:gd name="connsiteX289" fmla="*/ 5520293 w 7467600"/>
              <a:gd name="connsiteY289" fmla="*/ 4360602 h 6858000"/>
              <a:gd name="connsiteX290" fmla="*/ 5767221 w 7467600"/>
              <a:gd name="connsiteY290" fmla="*/ 4665564 h 6858000"/>
              <a:gd name="connsiteX291" fmla="*/ 6937169 w 7467600"/>
              <a:gd name="connsiteY291" fmla="*/ 4815941 h 6858000"/>
              <a:gd name="connsiteX292" fmla="*/ 6953922 w 7467600"/>
              <a:gd name="connsiteY292" fmla="*/ 4890068 h 6858000"/>
              <a:gd name="connsiteX293" fmla="*/ 6071359 w 7467600"/>
              <a:gd name="connsiteY293" fmla="*/ 4770770 h 6858000"/>
              <a:gd name="connsiteX294" fmla="*/ 6038839 w 7467600"/>
              <a:gd name="connsiteY294" fmla="*/ 4764474 h 6858000"/>
              <a:gd name="connsiteX295" fmla="*/ 6038706 w 7467600"/>
              <a:gd name="connsiteY295" fmla="*/ 4763847 h 6858000"/>
              <a:gd name="connsiteX296" fmla="*/ 6037784 w 7467600"/>
              <a:gd name="connsiteY296" fmla="*/ 4764270 h 6858000"/>
              <a:gd name="connsiteX297" fmla="*/ 6038839 w 7467600"/>
              <a:gd name="connsiteY297" fmla="*/ 4764474 h 6858000"/>
              <a:gd name="connsiteX298" fmla="*/ 6040338 w 7467600"/>
              <a:gd name="connsiteY298" fmla="*/ 4771418 h 6858000"/>
              <a:gd name="connsiteX299" fmla="*/ 6024488 w 7467600"/>
              <a:gd name="connsiteY299" fmla="*/ 4809903 h 6858000"/>
              <a:gd name="connsiteX300" fmla="*/ 5599771 w 7467600"/>
              <a:gd name="connsiteY300" fmla="*/ 5509652 h 6858000"/>
              <a:gd name="connsiteX301" fmla="*/ 5548843 w 7467600"/>
              <a:gd name="connsiteY301" fmla="*/ 5563845 h 6858000"/>
              <a:gd name="connsiteX302" fmla="*/ 5940952 w 7467600"/>
              <a:gd name="connsiteY302" fmla="*/ 6250028 h 6858000"/>
              <a:gd name="connsiteX303" fmla="*/ 6043441 w 7467600"/>
              <a:gd name="connsiteY303" fmla="*/ 6665847 h 6858000"/>
              <a:gd name="connsiteX304" fmla="*/ 6093432 w 7467600"/>
              <a:gd name="connsiteY304" fmla="*/ 6858000 h 6858000"/>
              <a:gd name="connsiteX305" fmla="*/ 6034344 w 7467600"/>
              <a:gd name="connsiteY305" fmla="*/ 6858000 h 6858000"/>
              <a:gd name="connsiteX306" fmla="*/ 6026679 w 7467600"/>
              <a:gd name="connsiteY306" fmla="*/ 6836959 h 6858000"/>
              <a:gd name="connsiteX307" fmla="*/ 5800441 w 7467600"/>
              <a:gd name="connsiteY307" fmla="*/ 6335286 h 6858000"/>
              <a:gd name="connsiteX308" fmla="*/ 5526562 w 7467600"/>
              <a:gd name="connsiteY308" fmla="*/ 5705388 h 6858000"/>
              <a:gd name="connsiteX309" fmla="*/ 5519640 w 7467600"/>
              <a:gd name="connsiteY309" fmla="*/ 5683774 h 6858000"/>
              <a:gd name="connsiteX310" fmla="*/ 5844559 w 7467600"/>
              <a:gd name="connsiteY310" fmla="*/ 6553349 h 6858000"/>
              <a:gd name="connsiteX311" fmla="*/ 5975994 w 7467600"/>
              <a:gd name="connsiteY311" fmla="*/ 6858000 h 6858000"/>
              <a:gd name="connsiteX312" fmla="*/ 5898547 w 7467600"/>
              <a:gd name="connsiteY312" fmla="*/ 6858000 h 6858000"/>
              <a:gd name="connsiteX313" fmla="*/ 5682041 w 7467600"/>
              <a:gd name="connsiteY313" fmla="*/ 6355860 h 6858000"/>
              <a:gd name="connsiteX314" fmla="*/ 5461758 w 7467600"/>
              <a:gd name="connsiteY314" fmla="*/ 5820220 h 6858000"/>
              <a:gd name="connsiteX315" fmla="*/ 5237282 w 7467600"/>
              <a:gd name="connsiteY315" fmla="*/ 6579086 h 6858000"/>
              <a:gd name="connsiteX316" fmla="*/ 5115009 w 7467600"/>
              <a:gd name="connsiteY316" fmla="*/ 6858000 h 6858000"/>
              <a:gd name="connsiteX317" fmla="*/ 5028074 w 7467600"/>
              <a:gd name="connsiteY317" fmla="*/ 6858000 h 6858000"/>
              <a:gd name="connsiteX318" fmla="*/ 5079508 w 7467600"/>
              <a:gd name="connsiteY318" fmla="*/ 6749074 h 6858000"/>
              <a:gd name="connsiteX319" fmla="*/ 5371846 w 7467600"/>
              <a:gd name="connsiteY319" fmla="*/ 5924413 h 6858000"/>
              <a:gd name="connsiteX320" fmla="*/ 5270512 w 7467600"/>
              <a:gd name="connsiteY320" fmla="*/ 6138975 h 6858000"/>
              <a:gd name="connsiteX321" fmla="*/ 5062409 w 7467600"/>
              <a:gd name="connsiteY321" fmla="*/ 6653544 h 6858000"/>
              <a:gd name="connsiteX322" fmla="*/ 5036628 w 7467600"/>
              <a:gd name="connsiteY322" fmla="*/ 6754247 h 6858000"/>
              <a:gd name="connsiteX323" fmla="*/ 5009112 w 7467600"/>
              <a:gd name="connsiteY323" fmla="*/ 6858000 h 6858000"/>
              <a:gd name="connsiteX324" fmla="*/ 4976679 w 7467600"/>
              <a:gd name="connsiteY324" fmla="*/ 6858000 h 6858000"/>
              <a:gd name="connsiteX325" fmla="*/ 5006537 w 7467600"/>
              <a:gd name="connsiteY325" fmla="*/ 6747068 h 6858000"/>
              <a:gd name="connsiteX326" fmla="*/ 5032723 w 7467600"/>
              <a:gd name="connsiteY326" fmla="*/ 6644957 h 6858000"/>
              <a:gd name="connsiteX327" fmla="*/ 5242949 w 7467600"/>
              <a:gd name="connsiteY327" fmla="*/ 6125175 h 6858000"/>
              <a:gd name="connsiteX328" fmla="*/ 5286321 w 7467600"/>
              <a:gd name="connsiteY328" fmla="*/ 6033555 h 6858000"/>
              <a:gd name="connsiteX329" fmla="*/ 5008210 w 7467600"/>
              <a:gd name="connsiteY329" fmla="*/ 6649194 h 6858000"/>
              <a:gd name="connsiteX330" fmla="*/ 4986321 w 7467600"/>
              <a:gd name="connsiteY330" fmla="*/ 6765687 h 6858000"/>
              <a:gd name="connsiteX331" fmla="*/ 4973474 w 7467600"/>
              <a:gd name="connsiteY331" fmla="*/ 6858000 h 6858000"/>
              <a:gd name="connsiteX332" fmla="*/ 4907178 w 7467600"/>
              <a:gd name="connsiteY332" fmla="*/ 6858000 h 6858000"/>
              <a:gd name="connsiteX333" fmla="*/ 4910810 w 7467600"/>
              <a:gd name="connsiteY333" fmla="*/ 6829660 h 6858000"/>
              <a:gd name="connsiteX334" fmla="*/ 4987461 w 7467600"/>
              <a:gd name="connsiteY334" fmla="*/ 6432994 h 6858000"/>
              <a:gd name="connsiteX335" fmla="*/ 5179262 w 7467600"/>
              <a:gd name="connsiteY335" fmla="*/ 6035044 h 6858000"/>
              <a:gd name="connsiteX336" fmla="*/ 4689678 w 7467600"/>
              <a:gd name="connsiteY336" fmla="*/ 6440241 h 6858000"/>
              <a:gd name="connsiteX337" fmla="*/ 4477543 w 7467600"/>
              <a:gd name="connsiteY337" fmla="*/ 6674836 h 6858000"/>
              <a:gd name="connsiteX338" fmla="*/ 4329957 w 7467600"/>
              <a:gd name="connsiteY338" fmla="*/ 6858000 h 6858000"/>
              <a:gd name="connsiteX339" fmla="*/ 4218595 w 7467600"/>
              <a:gd name="connsiteY339" fmla="*/ 6858000 h 6858000"/>
              <a:gd name="connsiteX340" fmla="*/ 4368888 w 7467600"/>
              <a:gd name="connsiteY340" fmla="*/ 6668412 h 6858000"/>
              <a:gd name="connsiteX341" fmla="*/ 4563091 w 7467600"/>
              <a:gd name="connsiteY341" fmla="*/ 6442508 h 6858000"/>
              <a:gd name="connsiteX342" fmla="*/ 5387324 w 7467600"/>
              <a:gd name="connsiteY342" fmla="*/ 5705830 h 6858000"/>
              <a:gd name="connsiteX343" fmla="*/ 5073620 w 7467600"/>
              <a:gd name="connsiteY343" fmla="*/ 5955437 h 6858000"/>
              <a:gd name="connsiteX344" fmla="*/ 4689789 w 7467600"/>
              <a:gd name="connsiteY344" fmla="*/ 6268382 h 6858000"/>
              <a:gd name="connsiteX345" fmla="*/ 4418722 w 7467600"/>
              <a:gd name="connsiteY345" fmla="*/ 6570886 h 6858000"/>
              <a:gd name="connsiteX346" fmla="*/ 4214944 w 7467600"/>
              <a:gd name="connsiteY346" fmla="*/ 6858000 h 6858000"/>
              <a:gd name="connsiteX347" fmla="*/ 4177898 w 7467600"/>
              <a:gd name="connsiteY347" fmla="*/ 6858000 h 6858000"/>
              <a:gd name="connsiteX348" fmla="*/ 4391597 w 7467600"/>
              <a:gd name="connsiteY348" fmla="*/ 6556370 h 6858000"/>
              <a:gd name="connsiteX349" fmla="*/ 4668889 w 7467600"/>
              <a:gd name="connsiteY349" fmla="*/ 6246399 h 6858000"/>
              <a:gd name="connsiteX350" fmla="*/ 5055427 w 7467600"/>
              <a:gd name="connsiteY350" fmla="*/ 5931476 h 6858000"/>
              <a:gd name="connsiteX351" fmla="*/ 5371814 w 7467600"/>
              <a:gd name="connsiteY351" fmla="*/ 5678975 h 6858000"/>
              <a:gd name="connsiteX352" fmla="*/ 4987918 w 7467600"/>
              <a:gd name="connsiteY352" fmla="*/ 5838701 h 6858000"/>
              <a:gd name="connsiteX353" fmla="*/ 4317146 w 7467600"/>
              <a:gd name="connsiteY353" fmla="*/ 6587716 h 6858000"/>
              <a:gd name="connsiteX354" fmla="*/ 4171627 w 7467600"/>
              <a:gd name="connsiteY354" fmla="*/ 6858000 h 6858000"/>
              <a:gd name="connsiteX355" fmla="*/ 4081585 w 7467600"/>
              <a:gd name="connsiteY355" fmla="*/ 6858000 h 6858000"/>
              <a:gd name="connsiteX356" fmla="*/ 4238603 w 7467600"/>
              <a:gd name="connsiteY356" fmla="*/ 6559341 h 6858000"/>
              <a:gd name="connsiteX357" fmla="*/ 4778333 w 7467600"/>
              <a:gd name="connsiteY357" fmla="*/ 5873626 h 6858000"/>
              <a:gd name="connsiteX358" fmla="*/ 5414185 w 7467600"/>
              <a:gd name="connsiteY358" fmla="*/ 5573882 h 6858000"/>
              <a:gd name="connsiteX359" fmla="*/ 5959648 w 7467600"/>
              <a:gd name="connsiteY359" fmla="*/ 4760797 h 6858000"/>
              <a:gd name="connsiteX360" fmla="*/ 5355019 w 7467600"/>
              <a:gd name="connsiteY360" fmla="*/ 4734672 h 6858000"/>
              <a:gd name="connsiteX361" fmla="*/ 5083565 w 7467600"/>
              <a:gd name="connsiteY361" fmla="*/ 5179121 h 6858000"/>
              <a:gd name="connsiteX362" fmla="*/ 4713577 w 7467600"/>
              <a:gd name="connsiteY362" fmla="*/ 5616803 h 6858000"/>
              <a:gd name="connsiteX363" fmla="*/ 3989559 w 7467600"/>
              <a:gd name="connsiteY363" fmla="*/ 6145945 h 6858000"/>
              <a:gd name="connsiteX364" fmla="*/ 3939824 w 7467600"/>
              <a:gd name="connsiteY364" fmla="*/ 6066900 h 6858000"/>
              <a:gd name="connsiteX365" fmla="*/ 4584537 w 7467600"/>
              <a:gd name="connsiteY365" fmla="*/ 5324826 h 6858000"/>
              <a:gd name="connsiteX366" fmla="*/ 5037105 w 7467600"/>
              <a:gd name="connsiteY366" fmla="*/ 5088765 h 6858000"/>
              <a:gd name="connsiteX367" fmla="*/ 5039930 w 7467600"/>
              <a:gd name="connsiteY367" fmla="*/ 5089585 h 6858000"/>
              <a:gd name="connsiteX368" fmla="*/ 5263764 w 7467600"/>
              <a:gd name="connsiteY368" fmla="*/ 4735525 h 6858000"/>
              <a:gd name="connsiteX369" fmla="*/ 4086300 w 7467600"/>
              <a:gd name="connsiteY369" fmla="*/ 4884599 h 6858000"/>
              <a:gd name="connsiteX370" fmla="*/ 4085485 w 7467600"/>
              <a:gd name="connsiteY370" fmla="*/ 4899070 h 6858000"/>
              <a:gd name="connsiteX371" fmla="*/ 3871915 w 7467600"/>
              <a:gd name="connsiteY371" fmla="*/ 5253645 h 6858000"/>
              <a:gd name="connsiteX372" fmla="*/ 3799374 w 7467600"/>
              <a:gd name="connsiteY372" fmla="*/ 5466127 h 6858000"/>
              <a:gd name="connsiteX373" fmla="*/ 3498850 w 7467600"/>
              <a:gd name="connsiteY373" fmla="*/ 6661888 h 6858000"/>
              <a:gd name="connsiteX374" fmla="*/ 3399216 w 7467600"/>
              <a:gd name="connsiteY374" fmla="*/ 6858000 h 6858000"/>
              <a:gd name="connsiteX375" fmla="*/ 3303688 w 7467600"/>
              <a:gd name="connsiteY375" fmla="*/ 6858000 h 6858000"/>
              <a:gd name="connsiteX376" fmla="*/ 3391774 w 7467600"/>
              <a:gd name="connsiteY376" fmla="*/ 6697181 h 6858000"/>
              <a:gd name="connsiteX377" fmla="*/ 3735540 w 7467600"/>
              <a:gd name="connsiteY377" fmla="*/ 5546923 h 6858000"/>
              <a:gd name="connsiteX378" fmla="*/ 3729438 w 7467600"/>
              <a:gd name="connsiteY378" fmla="*/ 5569058 h 6858000"/>
              <a:gd name="connsiteX379" fmla="*/ 3707782 w 7467600"/>
              <a:gd name="connsiteY379" fmla="*/ 5644908 h 6858000"/>
              <a:gd name="connsiteX380" fmla="*/ 3583827 w 7467600"/>
              <a:gd name="connsiteY380" fmla="*/ 6039215 h 6858000"/>
              <a:gd name="connsiteX381" fmla="*/ 3547861 w 7467600"/>
              <a:gd name="connsiteY381" fmla="*/ 6129609 h 6858000"/>
              <a:gd name="connsiteX382" fmla="*/ 3490905 w 7467600"/>
              <a:gd name="connsiteY382" fmla="*/ 6277660 h 6858000"/>
              <a:gd name="connsiteX383" fmla="*/ 3455859 w 7467600"/>
              <a:gd name="connsiteY383" fmla="*/ 6391301 h 6858000"/>
              <a:gd name="connsiteX384" fmla="*/ 3429112 w 7467600"/>
              <a:gd name="connsiteY384" fmla="*/ 6479469 h 6858000"/>
              <a:gd name="connsiteX385" fmla="*/ 3304862 w 7467600"/>
              <a:gd name="connsiteY385" fmla="*/ 6796476 h 6858000"/>
              <a:gd name="connsiteX386" fmla="*/ 3276071 w 7467600"/>
              <a:gd name="connsiteY386" fmla="*/ 6858000 h 6858000"/>
              <a:gd name="connsiteX387" fmla="*/ 3240805 w 7467600"/>
              <a:gd name="connsiteY387" fmla="*/ 6858000 h 6858000"/>
              <a:gd name="connsiteX388" fmla="*/ 3275917 w 7467600"/>
              <a:gd name="connsiteY388" fmla="*/ 6783192 h 6858000"/>
              <a:gd name="connsiteX389" fmla="*/ 3399358 w 7467600"/>
              <a:gd name="connsiteY389" fmla="*/ 6469011 h 6858000"/>
              <a:gd name="connsiteX390" fmla="*/ 3425650 w 7467600"/>
              <a:gd name="connsiteY390" fmla="*/ 6381333 h 6858000"/>
              <a:gd name="connsiteX391" fmla="*/ 3460661 w 7467600"/>
              <a:gd name="connsiteY391" fmla="*/ 6266763 h 6858000"/>
              <a:gd name="connsiteX392" fmla="*/ 3518021 w 7467600"/>
              <a:gd name="connsiteY392" fmla="*/ 6117298 h 6858000"/>
              <a:gd name="connsiteX393" fmla="*/ 3554035 w 7467600"/>
              <a:gd name="connsiteY393" fmla="*/ 6027832 h 6858000"/>
              <a:gd name="connsiteX394" fmla="*/ 3677174 w 7467600"/>
              <a:gd name="connsiteY394" fmla="*/ 5636351 h 6858000"/>
              <a:gd name="connsiteX395" fmla="*/ 3698819 w 7467600"/>
              <a:gd name="connsiteY395" fmla="*/ 5560503 h 6858000"/>
              <a:gd name="connsiteX396" fmla="*/ 3702094 w 7467600"/>
              <a:gd name="connsiteY396" fmla="*/ 5549194 h 6858000"/>
              <a:gd name="connsiteX397" fmla="*/ 3398355 w 7467600"/>
              <a:gd name="connsiteY397" fmla="*/ 6094603 h 6858000"/>
              <a:gd name="connsiteX398" fmla="*/ 3193941 w 7467600"/>
              <a:gd name="connsiteY398" fmla="*/ 6798775 h 6858000"/>
              <a:gd name="connsiteX399" fmla="*/ 3184140 w 7467600"/>
              <a:gd name="connsiteY399" fmla="*/ 6858000 h 6858000"/>
              <a:gd name="connsiteX400" fmla="*/ 3099978 w 7467600"/>
              <a:gd name="connsiteY400" fmla="*/ 6858000 h 6858000"/>
              <a:gd name="connsiteX401" fmla="*/ 3101556 w 7467600"/>
              <a:gd name="connsiteY401" fmla="*/ 6843337 h 6858000"/>
              <a:gd name="connsiteX402" fmla="*/ 3370162 w 7467600"/>
              <a:gd name="connsiteY402" fmla="*/ 5785550 h 6858000"/>
              <a:gd name="connsiteX403" fmla="*/ 3746477 w 7467600"/>
              <a:gd name="connsiteY403" fmla="*/ 5377889 h 6858000"/>
              <a:gd name="connsiteX404" fmla="*/ 3863399 w 7467600"/>
              <a:gd name="connsiteY404" fmla="*/ 5087257 h 6858000"/>
              <a:gd name="connsiteX405" fmla="*/ 3968712 w 7467600"/>
              <a:gd name="connsiteY405" fmla="*/ 4913989 h 6858000"/>
              <a:gd name="connsiteX406" fmla="*/ 2792390 w 7467600"/>
              <a:gd name="connsiteY406" fmla="*/ 5382974 h 6858000"/>
              <a:gd name="connsiteX407" fmla="*/ 2714982 w 7467600"/>
              <a:gd name="connsiteY407" fmla="*/ 5427051 h 6858000"/>
              <a:gd name="connsiteX408" fmla="*/ 2813361 w 7467600"/>
              <a:gd name="connsiteY408" fmla="*/ 6023912 h 6858000"/>
              <a:gd name="connsiteX409" fmla="*/ 2688430 w 7467600"/>
              <a:gd name="connsiteY409" fmla="*/ 6801564 h 6858000"/>
              <a:gd name="connsiteX410" fmla="*/ 2629626 w 7467600"/>
              <a:gd name="connsiteY410" fmla="*/ 6763394 h 6858000"/>
              <a:gd name="connsiteX411" fmla="*/ 2565328 w 7467600"/>
              <a:gd name="connsiteY411" fmla="*/ 5516399 h 6858000"/>
              <a:gd name="connsiteX412" fmla="*/ 1922999 w 7467600"/>
              <a:gd name="connsiteY412" fmla="*/ 5980343 h 6858000"/>
              <a:gd name="connsiteX413" fmla="*/ 1950261 w 7467600"/>
              <a:gd name="connsiteY413" fmla="*/ 6405858 h 6858000"/>
              <a:gd name="connsiteX414" fmla="*/ 2365554 w 7467600"/>
              <a:gd name="connsiteY414" fmla="*/ 6759107 h 6858000"/>
              <a:gd name="connsiteX415" fmla="*/ 2424142 w 7467600"/>
              <a:gd name="connsiteY415" fmla="*/ 6858000 h 6858000"/>
              <a:gd name="connsiteX416" fmla="*/ 2395994 w 7467600"/>
              <a:gd name="connsiteY416" fmla="*/ 6858000 h 6858000"/>
              <a:gd name="connsiteX417" fmla="*/ 2392863 w 7467600"/>
              <a:gd name="connsiteY417" fmla="*/ 6852964 h 6858000"/>
              <a:gd name="connsiteX418" fmla="*/ 2017589 w 7467600"/>
              <a:gd name="connsiteY418" fmla="*/ 6493982 h 6858000"/>
              <a:gd name="connsiteX419" fmla="*/ 2147336 w 7467600"/>
              <a:gd name="connsiteY419" fmla="*/ 6594052 h 6858000"/>
              <a:gd name="connsiteX420" fmla="*/ 2207047 w 7467600"/>
              <a:gd name="connsiteY420" fmla="*/ 6654540 h 6858000"/>
              <a:gd name="connsiteX421" fmla="*/ 2299106 w 7467600"/>
              <a:gd name="connsiteY421" fmla="*/ 6778931 h 6858000"/>
              <a:gd name="connsiteX422" fmla="*/ 2314430 w 7467600"/>
              <a:gd name="connsiteY422" fmla="*/ 6801144 h 6858000"/>
              <a:gd name="connsiteX423" fmla="*/ 2352406 w 7467600"/>
              <a:gd name="connsiteY423" fmla="*/ 6858000 h 6858000"/>
              <a:gd name="connsiteX424" fmla="*/ 2314492 w 7467600"/>
              <a:gd name="connsiteY424" fmla="*/ 6858000 h 6858000"/>
              <a:gd name="connsiteX425" fmla="*/ 2288095 w 7467600"/>
              <a:gd name="connsiteY425" fmla="*/ 6818030 h 6858000"/>
              <a:gd name="connsiteX426" fmla="*/ 2272768 w 7467600"/>
              <a:gd name="connsiteY426" fmla="*/ 6795822 h 6858000"/>
              <a:gd name="connsiteX427" fmla="*/ 2182715 w 7467600"/>
              <a:gd name="connsiteY427" fmla="*/ 6675071 h 6858000"/>
              <a:gd name="connsiteX428" fmla="*/ 2032061 w 7467600"/>
              <a:gd name="connsiteY428" fmla="*/ 6541380 h 6858000"/>
              <a:gd name="connsiteX429" fmla="*/ 2257220 w 7467600"/>
              <a:gd name="connsiteY429" fmla="*/ 6826257 h 6858000"/>
              <a:gd name="connsiteX430" fmla="*/ 2281324 w 7467600"/>
              <a:gd name="connsiteY430" fmla="*/ 6858000 h 6858000"/>
              <a:gd name="connsiteX431" fmla="*/ 2242860 w 7467600"/>
              <a:gd name="connsiteY431" fmla="*/ 6858000 h 6858000"/>
              <a:gd name="connsiteX432" fmla="*/ 2232818 w 7467600"/>
              <a:gd name="connsiteY432" fmla="*/ 6844926 h 6858000"/>
              <a:gd name="connsiteX433" fmla="*/ 1990172 w 7467600"/>
              <a:gd name="connsiteY433" fmla="*/ 6542121 h 6858000"/>
              <a:gd name="connsiteX434" fmla="*/ 2124090 w 7467600"/>
              <a:gd name="connsiteY434" fmla="*/ 6761017 h 6858000"/>
              <a:gd name="connsiteX435" fmla="*/ 2200380 w 7467600"/>
              <a:gd name="connsiteY435" fmla="*/ 6858000 h 6858000"/>
              <a:gd name="connsiteX436" fmla="*/ 2147507 w 7467600"/>
              <a:gd name="connsiteY436" fmla="*/ 6858000 h 6858000"/>
              <a:gd name="connsiteX437" fmla="*/ 2070668 w 7467600"/>
              <a:gd name="connsiteY437" fmla="*/ 6761520 h 6858000"/>
              <a:gd name="connsiteX438" fmla="*/ 1975142 w 7467600"/>
              <a:gd name="connsiteY438" fmla="*/ 6585570 h 6858000"/>
              <a:gd name="connsiteX439" fmla="*/ 2050035 w 7467600"/>
              <a:gd name="connsiteY439" fmla="*/ 6813345 h 6858000"/>
              <a:gd name="connsiteX440" fmla="*/ 2063025 w 7467600"/>
              <a:gd name="connsiteY440" fmla="*/ 6858000 h 6858000"/>
              <a:gd name="connsiteX441" fmla="*/ 2021675 w 7467600"/>
              <a:gd name="connsiteY441" fmla="*/ 6858000 h 6858000"/>
              <a:gd name="connsiteX442" fmla="*/ 2019308 w 7467600"/>
              <a:gd name="connsiteY442" fmla="*/ 6847118 h 6858000"/>
              <a:gd name="connsiteX443" fmla="*/ 1938835 w 7467600"/>
              <a:gd name="connsiteY443" fmla="*/ 6551160 h 6858000"/>
              <a:gd name="connsiteX444" fmla="*/ 1953230 w 7467600"/>
              <a:gd name="connsiteY444" fmla="*/ 6759699 h 6858000"/>
              <a:gd name="connsiteX445" fmla="*/ 1956763 w 7467600"/>
              <a:gd name="connsiteY445" fmla="*/ 6778191 h 6858000"/>
              <a:gd name="connsiteX446" fmla="*/ 1967925 w 7467600"/>
              <a:gd name="connsiteY446" fmla="*/ 6858000 h 6858000"/>
              <a:gd name="connsiteX447" fmla="*/ 1936622 w 7467600"/>
              <a:gd name="connsiteY447" fmla="*/ 6858000 h 6858000"/>
              <a:gd name="connsiteX448" fmla="*/ 1926261 w 7467600"/>
              <a:gd name="connsiteY448" fmla="*/ 6784064 h 6858000"/>
              <a:gd name="connsiteX449" fmla="*/ 1922724 w 7467600"/>
              <a:gd name="connsiteY449" fmla="*/ 6765577 h 6858000"/>
              <a:gd name="connsiteX450" fmla="*/ 1904650 w 7467600"/>
              <a:gd name="connsiteY450" fmla="*/ 6639616 h 6858000"/>
              <a:gd name="connsiteX451" fmla="*/ 1885273 w 7467600"/>
              <a:gd name="connsiteY451" fmla="*/ 6858000 h 6858000"/>
              <a:gd name="connsiteX452" fmla="*/ 1854363 w 7467600"/>
              <a:gd name="connsiteY452" fmla="*/ 6858000 h 6858000"/>
              <a:gd name="connsiteX453" fmla="*/ 1880391 w 7467600"/>
              <a:gd name="connsiteY453" fmla="*/ 6603796 h 6858000"/>
              <a:gd name="connsiteX454" fmla="*/ 1818273 w 7467600"/>
              <a:gd name="connsiteY454" fmla="*/ 6715729 h 6858000"/>
              <a:gd name="connsiteX455" fmla="*/ 1794691 w 7467600"/>
              <a:gd name="connsiteY455" fmla="*/ 6843239 h 6858000"/>
              <a:gd name="connsiteX456" fmla="*/ 1794914 w 7467600"/>
              <a:gd name="connsiteY456" fmla="*/ 6858000 h 6858000"/>
              <a:gd name="connsiteX457" fmla="*/ 1746128 w 7467600"/>
              <a:gd name="connsiteY457" fmla="*/ 6858000 h 6858000"/>
              <a:gd name="connsiteX458" fmla="*/ 1753934 w 7467600"/>
              <a:gd name="connsiteY458" fmla="*/ 6724796 h 6858000"/>
              <a:gd name="connsiteX459" fmla="*/ 1792053 w 7467600"/>
              <a:gd name="connsiteY459" fmla="*/ 6572396 h 6858000"/>
              <a:gd name="connsiteX460" fmla="*/ 1862248 w 7467600"/>
              <a:gd name="connsiteY460" fmla="*/ 6266397 h 6858000"/>
              <a:gd name="connsiteX461" fmla="*/ 1862250 w 7467600"/>
              <a:gd name="connsiteY461" fmla="*/ 6033531 h 6858000"/>
              <a:gd name="connsiteX462" fmla="*/ 1211999 w 7467600"/>
              <a:gd name="connsiteY462" fmla="*/ 6683610 h 6858000"/>
              <a:gd name="connsiteX463" fmla="*/ 1213266 w 7467600"/>
              <a:gd name="connsiteY463" fmla="*/ 6691947 h 6858000"/>
              <a:gd name="connsiteX464" fmla="*/ 1203370 w 7467600"/>
              <a:gd name="connsiteY464" fmla="*/ 6850676 h 6858000"/>
              <a:gd name="connsiteX465" fmla="*/ 1203671 w 7467600"/>
              <a:gd name="connsiteY465" fmla="*/ 6858000 h 6858000"/>
              <a:gd name="connsiteX466" fmla="*/ 1143180 w 7467600"/>
              <a:gd name="connsiteY466" fmla="*/ 6858000 h 6858000"/>
              <a:gd name="connsiteX467" fmla="*/ 1142176 w 7467600"/>
              <a:gd name="connsiteY467" fmla="*/ 6766045 h 6858000"/>
              <a:gd name="connsiteX468" fmla="*/ 1067484 w 7467600"/>
              <a:gd name="connsiteY468" fmla="*/ 6858000 h 6858000"/>
              <a:gd name="connsiteX469" fmla="*/ 953928 w 7467600"/>
              <a:gd name="connsiteY469" fmla="*/ 6858000 h 6858000"/>
              <a:gd name="connsiteX470" fmla="*/ 959715 w 7467600"/>
              <a:gd name="connsiteY470" fmla="*/ 6850185 h 6858000"/>
              <a:gd name="connsiteX471" fmla="*/ 1483788 w 7467600"/>
              <a:gd name="connsiteY471" fmla="*/ 6259174 h 6858000"/>
              <a:gd name="connsiteX472" fmla="*/ 1100671 w 7467600"/>
              <a:gd name="connsiteY472" fmla="*/ 6252137 h 6858000"/>
              <a:gd name="connsiteX473" fmla="*/ 1090144 w 7467600"/>
              <a:gd name="connsiteY473" fmla="*/ 6256748 h 6858000"/>
              <a:gd name="connsiteX474" fmla="*/ 1095872 w 7467600"/>
              <a:gd name="connsiteY474" fmla="*/ 6271892 h 6858000"/>
              <a:gd name="connsiteX475" fmla="*/ 262785 w 7467600"/>
              <a:gd name="connsiteY475" fmla="*/ 6845450 h 6858000"/>
              <a:gd name="connsiteX476" fmla="*/ 209968 w 7467600"/>
              <a:gd name="connsiteY476" fmla="*/ 6770713 h 6858000"/>
              <a:gd name="connsiteX477" fmla="*/ 873460 w 7467600"/>
              <a:gd name="connsiteY477" fmla="*/ 6253768 h 6858000"/>
              <a:gd name="connsiteX478" fmla="*/ 192686 w 7467600"/>
              <a:gd name="connsiteY478" fmla="*/ 5849257 h 6858000"/>
              <a:gd name="connsiteX479" fmla="*/ 4696 w 7467600"/>
              <a:gd name="connsiteY479" fmla="*/ 5697668 h 6858000"/>
              <a:gd name="connsiteX480" fmla="*/ 0 w 7467600"/>
              <a:gd name="connsiteY480" fmla="*/ 5689984 h 6858000"/>
              <a:gd name="connsiteX481" fmla="*/ 0 w 7467600"/>
              <a:gd name="connsiteY481" fmla="*/ 5513472 h 6858000"/>
              <a:gd name="connsiteX482" fmla="*/ 174101 w 7467600"/>
              <a:gd name="connsiteY482" fmla="*/ 5620277 h 6858000"/>
              <a:gd name="connsiteX483" fmla="*/ 891800 w 7467600"/>
              <a:gd name="connsiteY483" fmla="*/ 6036935 h 6858000"/>
              <a:gd name="connsiteX484" fmla="*/ 1072219 w 7467600"/>
              <a:gd name="connsiteY484" fmla="*/ 6169443 h 6858000"/>
              <a:gd name="connsiteX485" fmla="*/ 1074117 w 7467600"/>
              <a:gd name="connsiteY485" fmla="*/ 6170301 h 6858000"/>
              <a:gd name="connsiteX486" fmla="*/ 1083114 w 7467600"/>
              <a:gd name="connsiteY486" fmla="*/ 6174131 h 6858000"/>
              <a:gd name="connsiteX487" fmla="*/ 1543010 w 7467600"/>
              <a:gd name="connsiteY487" fmla="*/ 6191140 h 6858000"/>
              <a:gd name="connsiteX488" fmla="*/ 1551080 w 7467600"/>
              <a:gd name="connsiteY488" fmla="*/ 6195006 h 6858000"/>
              <a:gd name="connsiteX489" fmla="*/ 2345443 w 7467600"/>
              <a:gd name="connsiteY489" fmla="*/ 5549882 h 6858000"/>
              <a:gd name="connsiteX490" fmla="*/ 1721499 w 7467600"/>
              <a:gd name="connsiteY490" fmla="*/ 5599969 h 6858000"/>
              <a:gd name="connsiteX491" fmla="*/ 767716 w 7467600"/>
              <a:gd name="connsiteY491" fmla="*/ 5472768 h 6858000"/>
              <a:gd name="connsiteX492" fmla="*/ 722147 w 7467600"/>
              <a:gd name="connsiteY492" fmla="*/ 5393091 h 6858000"/>
              <a:gd name="connsiteX493" fmla="*/ 1485552 w 7467600"/>
              <a:gd name="connsiteY493" fmla="*/ 5313202 h 6858000"/>
              <a:gd name="connsiteX494" fmla="*/ 2143004 w 7467600"/>
              <a:gd name="connsiteY494" fmla="*/ 5402420 h 6858000"/>
              <a:gd name="connsiteX495" fmla="*/ 1933391 w 7467600"/>
              <a:gd name="connsiteY495" fmla="*/ 5156971 h 6858000"/>
              <a:gd name="connsiteX496" fmla="*/ 1827118 w 7467600"/>
              <a:gd name="connsiteY496" fmla="*/ 4968410 h 6858000"/>
              <a:gd name="connsiteX497" fmla="*/ 1837349 w 7467600"/>
              <a:gd name="connsiteY497" fmla="*/ 4956357 h 6858000"/>
              <a:gd name="connsiteX498" fmla="*/ 2162835 w 7467600"/>
              <a:gd name="connsiteY498" fmla="*/ 5187853 h 6858000"/>
              <a:gd name="connsiteX499" fmla="*/ 2257167 w 7467600"/>
              <a:gd name="connsiteY499" fmla="*/ 5462123 h 6858000"/>
              <a:gd name="connsiteX500" fmla="*/ 2261598 w 7467600"/>
              <a:gd name="connsiteY500" fmla="*/ 5467998 h 6858000"/>
              <a:gd name="connsiteX501" fmla="*/ 2437177 w 7467600"/>
              <a:gd name="connsiteY501" fmla="*/ 5479608 h 6858000"/>
              <a:gd name="connsiteX502" fmla="*/ 2445247 w 7467600"/>
              <a:gd name="connsiteY502" fmla="*/ 5483476 h 6858000"/>
              <a:gd name="connsiteX503" fmla="*/ 2743626 w 7467600"/>
              <a:gd name="connsiteY503" fmla="*/ 5304819 h 6858000"/>
              <a:gd name="connsiteX504" fmla="*/ 3048102 w 7467600"/>
              <a:gd name="connsiteY504" fmla="*/ 5150595 h 6858000"/>
              <a:gd name="connsiteX505" fmla="*/ 1799414 w 7467600"/>
              <a:gd name="connsiteY505" fmla="*/ 4694732 h 6858000"/>
              <a:gd name="connsiteX506" fmla="*/ 1771735 w 7467600"/>
              <a:gd name="connsiteY506" fmla="*/ 4619929 h 6858000"/>
              <a:gd name="connsiteX507" fmla="*/ 3104273 w 7467600"/>
              <a:gd name="connsiteY507" fmla="*/ 5076159 h 6858000"/>
              <a:gd name="connsiteX508" fmla="*/ 3113245 w 7467600"/>
              <a:gd name="connsiteY508" fmla="*/ 5090705 h 6858000"/>
              <a:gd name="connsiteX509" fmla="*/ 3126294 w 7467600"/>
              <a:gd name="connsiteY509" fmla="*/ 5114400 h 6858000"/>
              <a:gd name="connsiteX510" fmla="*/ 3937433 w 7467600"/>
              <a:gd name="connsiteY510" fmla="*/ 4830473 h 6858000"/>
              <a:gd name="connsiteX511" fmla="*/ 3590475 w 7467600"/>
              <a:gd name="connsiteY511" fmla="*/ 4597974 h 6858000"/>
              <a:gd name="connsiteX512" fmla="*/ 3100264 w 7467600"/>
              <a:gd name="connsiteY512" fmla="*/ 4579845 h 6858000"/>
              <a:gd name="connsiteX513" fmla="*/ 2183576 w 7467600"/>
              <a:gd name="connsiteY513" fmla="*/ 4227150 h 6858000"/>
              <a:gd name="connsiteX514" fmla="*/ 2151029 w 7467600"/>
              <a:gd name="connsiteY514" fmla="*/ 4146947 h 6858000"/>
              <a:gd name="connsiteX515" fmla="*/ 3563434 w 7467600"/>
              <a:gd name="connsiteY515" fmla="*/ 4469115 h 6858000"/>
              <a:gd name="connsiteX516" fmla="*/ 3177952 w 7467600"/>
              <a:gd name="connsiteY516" fmla="*/ 3657386 h 6858000"/>
              <a:gd name="connsiteX517" fmla="*/ 3189263 w 7467600"/>
              <a:gd name="connsiteY517" fmla="*/ 3625726 h 6858000"/>
              <a:gd name="connsiteX518" fmla="*/ 3560912 w 7467600"/>
              <a:gd name="connsiteY518" fmla="*/ 4079863 h 6858000"/>
              <a:gd name="connsiteX519" fmla="*/ 3626636 w 7467600"/>
              <a:gd name="connsiteY519" fmla="*/ 4512230 h 6858000"/>
              <a:gd name="connsiteX520" fmla="*/ 3653088 w 7467600"/>
              <a:gd name="connsiteY520" fmla="*/ 4521417 h 6858000"/>
              <a:gd name="connsiteX521" fmla="*/ 3988128 w 7467600"/>
              <a:gd name="connsiteY521" fmla="*/ 4817267 h 6858000"/>
              <a:gd name="connsiteX522" fmla="*/ 4830582 w 7467600"/>
              <a:gd name="connsiteY522" fmla="*/ 4676000 h 6858000"/>
              <a:gd name="connsiteX523" fmla="*/ 4830100 w 7467600"/>
              <a:gd name="connsiteY523" fmla="*/ 4675554 h 6858000"/>
              <a:gd name="connsiteX524" fmla="*/ 4036318 w 7467600"/>
              <a:gd name="connsiteY524" fmla="*/ 4147013 h 6858000"/>
              <a:gd name="connsiteX525" fmla="*/ 3432098 w 7467600"/>
              <a:gd name="connsiteY525" fmla="*/ 3537312 h 6858000"/>
              <a:gd name="connsiteX526" fmla="*/ 3446761 w 7467600"/>
              <a:gd name="connsiteY526" fmla="*/ 3461278 h 6858000"/>
              <a:gd name="connsiteX527" fmla="*/ 4419733 w 7467600"/>
              <a:gd name="connsiteY527" fmla="*/ 3963555 h 6858000"/>
              <a:gd name="connsiteX528" fmla="*/ 4781371 w 7467600"/>
              <a:gd name="connsiteY528" fmla="*/ 4458604 h 6858000"/>
              <a:gd name="connsiteX529" fmla="*/ 4780440 w 7467600"/>
              <a:gd name="connsiteY529" fmla="*/ 4470290 h 6858000"/>
              <a:gd name="connsiteX530" fmla="*/ 4898954 w 7467600"/>
              <a:gd name="connsiteY530" fmla="*/ 4662092 h 6858000"/>
              <a:gd name="connsiteX531" fmla="*/ 4900699 w 7467600"/>
              <a:gd name="connsiteY531" fmla="*/ 4670867 h 6858000"/>
              <a:gd name="connsiteX532" fmla="*/ 5714511 w 7467600"/>
              <a:gd name="connsiteY532" fmla="*/ 4663483 h 6858000"/>
              <a:gd name="connsiteX533" fmla="*/ 5464793 w 7467600"/>
              <a:gd name="connsiteY533" fmla="*/ 4393556 h 6858000"/>
              <a:gd name="connsiteX534" fmla="*/ 5461897 w 7467600"/>
              <a:gd name="connsiteY534" fmla="*/ 4390879 h 6858000"/>
              <a:gd name="connsiteX535" fmla="*/ 4294126 w 7467600"/>
              <a:gd name="connsiteY535" fmla="*/ 3303048 h 6858000"/>
              <a:gd name="connsiteX536" fmla="*/ 4305321 w 7467600"/>
              <a:gd name="connsiteY536" fmla="*/ 3256953 h 6858000"/>
              <a:gd name="connsiteX537" fmla="*/ 4949299 w 7467600"/>
              <a:gd name="connsiteY537" fmla="*/ 3766336 h 6858000"/>
              <a:gd name="connsiteX538" fmla="*/ 5291452 w 7467600"/>
              <a:gd name="connsiteY538" fmla="*/ 4076801 h 6858000"/>
              <a:gd name="connsiteX539" fmla="*/ 5434998 w 7467600"/>
              <a:gd name="connsiteY539" fmla="*/ 4254100 h 6858000"/>
              <a:gd name="connsiteX540" fmla="*/ 5351015 w 7467600"/>
              <a:gd name="connsiteY540" fmla="*/ 3760989 h 6858000"/>
              <a:gd name="connsiteX541" fmla="*/ 5413780 w 7467600"/>
              <a:gd name="connsiteY541" fmla="*/ 2966265 h 6858000"/>
              <a:gd name="connsiteX542" fmla="*/ 5425627 w 7467600"/>
              <a:gd name="connsiteY542" fmla="*/ 2954192 h 6858000"/>
              <a:gd name="connsiteX543" fmla="*/ 6604735 w 7467600"/>
              <a:gd name="connsiteY543" fmla="*/ 2041381 h 6858000"/>
              <a:gd name="connsiteX544" fmla="*/ 7204487 w 7467600"/>
              <a:gd name="connsiteY544" fmla="*/ 2742112 h 6858000"/>
              <a:gd name="connsiteX545" fmla="*/ 7131592 w 7467600"/>
              <a:gd name="connsiteY545" fmla="*/ 2672096 h 6858000"/>
              <a:gd name="connsiteX546" fmla="*/ 6996344 w 7467600"/>
              <a:gd name="connsiteY546" fmla="*/ 2518310 h 6858000"/>
              <a:gd name="connsiteX547" fmla="*/ 6735495 w 7467600"/>
              <a:gd name="connsiteY547" fmla="*/ 2196890 h 6858000"/>
              <a:gd name="connsiteX548" fmla="*/ 6721901 w 7467600"/>
              <a:gd name="connsiteY548" fmla="*/ 2179274 h 6858000"/>
              <a:gd name="connsiteX549" fmla="*/ 6604735 w 7467600"/>
              <a:gd name="connsiteY549" fmla="*/ 2041381 h 6858000"/>
              <a:gd name="connsiteX550" fmla="*/ 6591670 w 7467600"/>
              <a:gd name="connsiteY550" fmla="*/ 1988277 h 6858000"/>
              <a:gd name="connsiteX551" fmla="*/ 6747349 w 7467600"/>
              <a:gd name="connsiteY551" fmla="*/ 2160069 h 6858000"/>
              <a:gd name="connsiteX552" fmla="*/ 6760943 w 7467600"/>
              <a:gd name="connsiteY552" fmla="*/ 2177686 h 6858000"/>
              <a:gd name="connsiteX553" fmla="*/ 7021065 w 7467600"/>
              <a:gd name="connsiteY553" fmla="*/ 2498102 h 6858000"/>
              <a:gd name="connsiteX554" fmla="*/ 7155223 w 7467600"/>
              <a:gd name="connsiteY554" fmla="*/ 2650386 h 6858000"/>
              <a:gd name="connsiteX555" fmla="*/ 7203167 w 7467600"/>
              <a:gd name="connsiteY555" fmla="*/ 2697288 h 6858000"/>
              <a:gd name="connsiteX556" fmla="*/ 6937703 w 7467600"/>
              <a:gd name="connsiteY556" fmla="*/ 2321981 h 6858000"/>
              <a:gd name="connsiteX557" fmla="*/ 6591670 w 7467600"/>
              <a:gd name="connsiteY557" fmla="*/ 1988277 h 6858000"/>
              <a:gd name="connsiteX558" fmla="*/ 5798671 w 7467600"/>
              <a:gd name="connsiteY558" fmla="*/ 1981601 h 6858000"/>
              <a:gd name="connsiteX559" fmla="*/ 5754709 w 7467600"/>
              <a:gd name="connsiteY559" fmla="*/ 2071454 h 6858000"/>
              <a:gd name="connsiteX560" fmla="*/ 5763044 w 7467600"/>
              <a:gd name="connsiteY560" fmla="*/ 2842206 h 6858000"/>
              <a:gd name="connsiteX561" fmla="*/ 5764974 w 7467600"/>
              <a:gd name="connsiteY561" fmla="*/ 2799609 h 6858000"/>
              <a:gd name="connsiteX562" fmla="*/ 5767665 w 7467600"/>
              <a:gd name="connsiteY562" fmla="*/ 2666409 h 6858000"/>
              <a:gd name="connsiteX563" fmla="*/ 5763055 w 7467600"/>
              <a:gd name="connsiteY563" fmla="*/ 2579705 h 6858000"/>
              <a:gd name="connsiteX564" fmla="*/ 5758079 w 7467600"/>
              <a:gd name="connsiteY564" fmla="*/ 2492508 h 6858000"/>
              <a:gd name="connsiteX565" fmla="*/ 5779325 w 7467600"/>
              <a:gd name="connsiteY565" fmla="*/ 2197069 h 6858000"/>
              <a:gd name="connsiteX566" fmla="*/ 5798671 w 7467600"/>
              <a:gd name="connsiteY566" fmla="*/ 1981601 h 6858000"/>
              <a:gd name="connsiteX567" fmla="*/ 5829202 w 7467600"/>
              <a:gd name="connsiteY567" fmla="*/ 1971679 h 6858000"/>
              <a:gd name="connsiteX568" fmla="*/ 5809558 w 7467600"/>
              <a:gd name="connsiteY568" fmla="*/ 2198043 h 6858000"/>
              <a:gd name="connsiteX569" fmla="*/ 5788653 w 7467600"/>
              <a:gd name="connsiteY569" fmla="*/ 2489430 h 6858000"/>
              <a:gd name="connsiteX570" fmla="*/ 5793439 w 7467600"/>
              <a:gd name="connsiteY570" fmla="*/ 2575235 h 6858000"/>
              <a:gd name="connsiteX571" fmla="*/ 5796837 w 7467600"/>
              <a:gd name="connsiteY571" fmla="*/ 2637633 h 6858000"/>
              <a:gd name="connsiteX572" fmla="*/ 5818614 w 7467600"/>
              <a:gd name="connsiteY572" fmla="*/ 2473055 h 6858000"/>
              <a:gd name="connsiteX573" fmla="*/ 5829202 w 7467600"/>
              <a:gd name="connsiteY573" fmla="*/ 1971679 h 6858000"/>
              <a:gd name="connsiteX574" fmla="*/ 5911389 w 7467600"/>
              <a:gd name="connsiteY574" fmla="*/ 1898371 h 6858000"/>
              <a:gd name="connsiteX575" fmla="*/ 6237627 w 7467600"/>
              <a:gd name="connsiteY575" fmla="*/ 2231921 h 6858000"/>
              <a:gd name="connsiteX576" fmla="*/ 5911389 w 7467600"/>
              <a:gd name="connsiteY576" fmla="*/ 1898371 h 6858000"/>
              <a:gd name="connsiteX577" fmla="*/ 6944437 w 7467600"/>
              <a:gd name="connsiteY577" fmla="*/ 1575402 h 6858000"/>
              <a:gd name="connsiteX578" fmla="*/ 6304730 w 7467600"/>
              <a:gd name="connsiteY578" fmla="*/ 1766654 h 6858000"/>
              <a:gd name="connsiteX579" fmla="*/ 6944437 w 7467600"/>
              <a:gd name="connsiteY579" fmla="*/ 1575402 h 6858000"/>
              <a:gd name="connsiteX580" fmla="*/ 7019523 w 7467600"/>
              <a:gd name="connsiteY580" fmla="*/ 1519450 h 6858000"/>
              <a:gd name="connsiteX581" fmla="*/ 6298091 w 7467600"/>
              <a:gd name="connsiteY581" fmla="*/ 1737122 h 6858000"/>
              <a:gd name="connsiteX582" fmla="*/ 7019523 w 7467600"/>
              <a:gd name="connsiteY582" fmla="*/ 1519450 h 6858000"/>
              <a:gd name="connsiteX583" fmla="*/ 2399523 w 7467600"/>
              <a:gd name="connsiteY583" fmla="*/ 1428234 h 6858000"/>
              <a:gd name="connsiteX584" fmla="*/ 2224982 w 7467600"/>
              <a:gd name="connsiteY584" fmla="*/ 1826201 h 6858000"/>
              <a:gd name="connsiteX585" fmla="*/ 2096099 w 7467600"/>
              <a:gd name="connsiteY585" fmla="*/ 2345900 h 6858000"/>
              <a:gd name="connsiteX586" fmla="*/ 2283317 w 7467600"/>
              <a:gd name="connsiteY586" fmla="*/ 1796925 h 6858000"/>
              <a:gd name="connsiteX587" fmla="*/ 2399523 w 7467600"/>
              <a:gd name="connsiteY587" fmla="*/ 1428234 h 6858000"/>
              <a:gd name="connsiteX588" fmla="*/ 2448558 w 7467600"/>
              <a:gd name="connsiteY588" fmla="*/ 1373435 h 6858000"/>
              <a:gd name="connsiteX589" fmla="*/ 2312521 w 7467600"/>
              <a:gd name="connsiteY589" fmla="*/ 1806140 h 6858000"/>
              <a:gd name="connsiteX590" fmla="*/ 2127533 w 7467600"/>
              <a:gd name="connsiteY590" fmla="*/ 2348380 h 6858000"/>
              <a:gd name="connsiteX591" fmla="*/ 2358080 w 7467600"/>
              <a:gd name="connsiteY591" fmla="*/ 1866134 h 6858000"/>
              <a:gd name="connsiteX592" fmla="*/ 2407436 w 7467600"/>
              <a:gd name="connsiteY592" fmla="*/ 1651070 h 6858000"/>
              <a:gd name="connsiteX593" fmla="*/ 2448558 w 7467600"/>
              <a:gd name="connsiteY593" fmla="*/ 1373435 h 6858000"/>
              <a:gd name="connsiteX594" fmla="*/ 278707 w 7467600"/>
              <a:gd name="connsiteY594" fmla="*/ 1352270 h 6858000"/>
              <a:gd name="connsiteX595" fmla="*/ 321570 w 7467600"/>
              <a:gd name="connsiteY595" fmla="*/ 1861610 h 6858000"/>
              <a:gd name="connsiteX596" fmla="*/ 294281 w 7467600"/>
              <a:gd name="connsiteY596" fmla="*/ 1440658 h 6858000"/>
              <a:gd name="connsiteX597" fmla="*/ 278707 w 7467600"/>
              <a:gd name="connsiteY597" fmla="*/ 1352270 h 6858000"/>
              <a:gd name="connsiteX598" fmla="*/ 1423821 w 7467600"/>
              <a:gd name="connsiteY598" fmla="*/ 1351958 h 6858000"/>
              <a:gd name="connsiteX599" fmla="*/ 1638521 w 7467600"/>
              <a:gd name="connsiteY599" fmla="*/ 1908470 h 6858000"/>
              <a:gd name="connsiteX600" fmla="*/ 1754199 w 7467600"/>
              <a:gd name="connsiteY600" fmla="*/ 2149284 h 6858000"/>
              <a:gd name="connsiteX601" fmla="*/ 1908359 w 7467600"/>
              <a:gd name="connsiteY601" fmla="*/ 2364988 h 6858000"/>
              <a:gd name="connsiteX602" fmla="*/ 1647661 w 7467600"/>
              <a:gd name="connsiteY602" fmla="*/ 1825945 h 6858000"/>
              <a:gd name="connsiteX603" fmla="*/ 1423821 w 7467600"/>
              <a:gd name="connsiteY603" fmla="*/ 1351958 h 6858000"/>
              <a:gd name="connsiteX604" fmla="*/ 1431890 w 7467600"/>
              <a:gd name="connsiteY604" fmla="*/ 1306475 h 6858000"/>
              <a:gd name="connsiteX605" fmla="*/ 1507597 w 7467600"/>
              <a:gd name="connsiteY605" fmla="*/ 1446132 h 6858000"/>
              <a:gd name="connsiteX606" fmla="*/ 1674586 w 7467600"/>
              <a:gd name="connsiteY606" fmla="*/ 1813832 h 6858000"/>
              <a:gd name="connsiteX607" fmla="*/ 1815950 w 7467600"/>
              <a:gd name="connsiteY607" fmla="*/ 2128564 h 6858000"/>
              <a:gd name="connsiteX608" fmla="*/ 1984242 w 7467600"/>
              <a:gd name="connsiteY608" fmla="*/ 2430829 h 6858000"/>
              <a:gd name="connsiteX609" fmla="*/ 2014023 w 7467600"/>
              <a:gd name="connsiteY609" fmla="*/ 2450995 h 6858000"/>
              <a:gd name="connsiteX610" fmla="*/ 1747337 w 7467600"/>
              <a:gd name="connsiteY610" fmla="*/ 1855264 h 6858000"/>
              <a:gd name="connsiteX611" fmla="*/ 1533749 w 7467600"/>
              <a:gd name="connsiteY611" fmla="*/ 1478656 h 6858000"/>
              <a:gd name="connsiteX612" fmla="*/ 1431890 w 7467600"/>
              <a:gd name="connsiteY612" fmla="*/ 1306475 h 6858000"/>
              <a:gd name="connsiteX613" fmla="*/ 5052692 w 7467600"/>
              <a:gd name="connsiteY613" fmla="*/ 1292994 h 6858000"/>
              <a:gd name="connsiteX614" fmla="*/ 5200661 w 7467600"/>
              <a:gd name="connsiteY614" fmla="*/ 1635186 h 6858000"/>
              <a:gd name="connsiteX615" fmla="*/ 5297138 w 7467600"/>
              <a:gd name="connsiteY615" fmla="*/ 1906351 h 6858000"/>
              <a:gd name="connsiteX616" fmla="*/ 5052692 w 7467600"/>
              <a:gd name="connsiteY616" fmla="*/ 1292994 h 6858000"/>
              <a:gd name="connsiteX617" fmla="*/ 5009948 w 7467600"/>
              <a:gd name="connsiteY617" fmla="*/ 1273619 h 6858000"/>
              <a:gd name="connsiteX618" fmla="*/ 5121777 w 7467600"/>
              <a:gd name="connsiteY618" fmla="*/ 1654213 h 6858000"/>
              <a:gd name="connsiteX619" fmla="*/ 5293545 w 7467600"/>
              <a:gd name="connsiteY619" fmla="*/ 2072247 h 6858000"/>
              <a:gd name="connsiteX620" fmla="*/ 5294042 w 7467600"/>
              <a:gd name="connsiteY620" fmla="*/ 2065019 h 6858000"/>
              <a:gd name="connsiteX621" fmla="*/ 5171936 w 7467600"/>
              <a:gd name="connsiteY621" fmla="*/ 1647613 h 6858000"/>
              <a:gd name="connsiteX622" fmla="*/ 5009948 w 7467600"/>
              <a:gd name="connsiteY622" fmla="*/ 1273619 h 6858000"/>
              <a:gd name="connsiteX623" fmla="*/ 655236 w 7467600"/>
              <a:gd name="connsiteY623" fmla="*/ 1268632 h 6858000"/>
              <a:gd name="connsiteX624" fmla="*/ 839521 w 7467600"/>
              <a:gd name="connsiteY624" fmla="*/ 1685315 h 6858000"/>
              <a:gd name="connsiteX625" fmla="*/ 1109416 w 7467600"/>
              <a:gd name="connsiteY625" fmla="*/ 2061663 h 6858000"/>
              <a:gd name="connsiteX626" fmla="*/ 1298300 w 7467600"/>
              <a:gd name="connsiteY626" fmla="*/ 2247742 h 6858000"/>
              <a:gd name="connsiteX627" fmla="*/ 1125871 w 7467600"/>
              <a:gd name="connsiteY627" fmla="*/ 1989513 h 6858000"/>
              <a:gd name="connsiteX628" fmla="*/ 981574 w 7467600"/>
              <a:gd name="connsiteY628" fmla="*/ 1783157 h 6858000"/>
              <a:gd name="connsiteX629" fmla="*/ 922198 w 7467600"/>
              <a:gd name="connsiteY629" fmla="*/ 1677437 h 6858000"/>
              <a:gd name="connsiteX630" fmla="*/ 869293 w 7467600"/>
              <a:gd name="connsiteY630" fmla="*/ 1583214 h 6858000"/>
              <a:gd name="connsiteX631" fmla="*/ 751431 w 7467600"/>
              <a:gd name="connsiteY631" fmla="*/ 1405731 h 6858000"/>
              <a:gd name="connsiteX632" fmla="*/ 655236 w 7467600"/>
              <a:gd name="connsiteY632" fmla="*/ 1268632 h 6858000"/>
              <a:gd name="connsiteX633" fmla="*/ 6516292 w 7467600"/>
              <a:gd name="connsiteY633" fmla="*/ 1263064 h 6858000"/>
              <a:gd name="connsiteX634" fmla="*/ 5736320 w 7467600"/>
              <a:gd name="connsiteY634" fmla="*/ 1501803 h 6858000"/>
              <a:gd name="connsiteX635" fmla="*/ 6516292 w 7467600"/>
              <a:gd name="connsiteY635" fmla="*/ 1263064 h 6858000"/>
              <a:gd name="connsiteX636" fmla="*/ 291466 w 7467600"/>
              <a:gd name="connsiteY636" fmla="*/ 1250369 h 6858000"/>
              <a:gd name="connsiteX637" fmla="*/ 323180 w 7467600"/>
              <a:gd name="connsiteY637" fmla="*/ 1435283 h 6858000"/>
              <a:gd name="connsiteX638" fmla="*/ 349381 w 7467600"/>
              <a:gd name="connsiteY638" fmla="*/ 1875041 h 6858000"/>
              <a:gd name="connsiteX639" fmla="*/ 374363 w 7467600"/>
              <a:gd name="connsiteY639" fmla="*/ 1506494 h 6858000"/>
              <a:gd name="connsiteX640" fmla="*/ 302168 w 7467600"/>
              <a:gd name="connsiteY640" fmla="*/ 1274495 h 6858000"/>
              <a:gd name="connsiteX641" fmla="*/ 291466 w 7467600"/>
              <a:gd name="connsiteY641" fmla="*/ 1250369 h 6858000"/>
              <a:gd name="connsiteX642" fmla="*/ 678222 w 7467600"/>
              <a:gd name="connsiteY642" fmla="*/ 1248670 h 6858000"/>
              <a:gd name="connsiteX643" fmla="*/ 775536 w 7467600"/>
              <a:gd name="connsiteY643" fmla="*/ 1388015 h 6858000"/>
              <a:gd name="connsiteX644" fmla="*/ 894529 w 7467600"/>
              <a:gd name="connsiteY644" fmla="*/ 1567739 h 6858000"/>
              <a:gd name="connsiteX645" fmla="*/ 948000 w 7467600"/>
              <a:gd name="connsiteY645" fmla="*/ 1663088 h 6858000"/>
              <a:gd name="connsiteX646" fmla="*/ 1006812 w 7467600"/>
              <a:gd name="connsiteY646" fmla="*/ 1767683 h 6858000"/>
              <a:gd name="connsiteX647" fmla="*/ 1149133 w 7467600"/>
              <a:gd name="connsiteY647" fmla="*/ 1971513 h 6858000"/>
              <a:gd name="connsiteX648" fmla="*/ 1333952 w 7467600"/>
              <a:gd name="connsiteY648" fmla="*/ 2251620 h 6858000"/>
              <a:gd name="connsiteX649" fmla="*/ 1337329 w 7467600"/>
              <a:gd name="connsiteY649" fmla="*/ 2258350 h 6858000"/>
              <a:gd name="connsiteX650" fmla="*/ 1014726 w 7467600"/>
              <a:gd name="connsiteY650" fmla="*/ 1615556 h 6858000"/>
              <a:gd name="connsiteX651" fmla="*/ 678222 w 7467600"/>
              <a:gd name="connsiteY651" fmla="*/ 1248670 h 6858000"/>
              <a:gd name="connsiteX652" fmla="*/ 6691602 w 7467600"/>
              <a:gd name="connsiteY652" fmla="*/ 1140573 h 6858000"/>
              <a:gd name="connsiteX653" fmla="*/ 6571100 w 7467600"/>
              <a:gd name="connsiteY653" fmla="*/ 1183662 h 6858000"/>
              <a:gd name="connsiteX654" fmla="*/ 6241687 w 7467600"/>
              <a:gd name="connsiteY654" fmla="*/ 1257600 h 6858000"/>
              <a:gd name="connsiteX655" fmla="*/ 5693009 w 7467600"/>
              <a:gd name="connsiteY655" fmla="*/ 1478256 h 6858000"/>
              <a:gd name="connsiteX656" fmla="*/ 6548420 w 7467600"/>
              <a:gd name="connsiteY656" fmla="*/ 1214599 h 6858000"/>
              <a:gd name="connsiteX657" fmla="*/ 6605473 w 7467600"/>
              <a:gd name="connsiteY657" fmla="*/ 1184686 h 6858000"/>
              <a:gd name="connsiteX658" fmla="*/ 6691602 w 7467600"/>
              <a:gd name="connsiteY658" fmla="*/ 1140573 h 6858000"/>
              <a:gd name="connsiteX659" fmla="*/ 4002475 w 7467600"/>
              <a:gd name="connsiteY659" fmla="*/ 1037802 h 6858000"/>
              <a:gd name="connsiteX660" fmla="*/ 4000324 w 7467600"/>
              <a:gd name="connsiteY660" fmla="*/ 1039362 h 6858000"/>
              <a:gd name="connsiteX661" fmla="*/ 4002862 w 7467600"/>
              <a:gd name="connsiteY661" fmla="*/ 1042866 h 6858000"/>
              <a:gd name="connsiteX662" fmla="*/ 4002475 w 7467600"/>
              <a:gd name="connsiteY662" fmla="*/ 1037802 h 6858000"/>
              <a:gd name="connsiteX663" fmla="*/ 506322 w 7467600"/>
              <a:gd name="connsiteY663" fmla="*/ 1020997 h 6858000"/>
              <a:gd name="connsiteX664" fmla="*/ 533068 w 7467600"/>
              <a:gd name="connsiteY664" fmla="*/ 1029409 h 6858000"/>
              <a:gd name="connsiteX665" fmla="*/ 1232525 w 7467600"/>
              <a:gd name="connsiteY665" fmla="*/ 1804675 h 6858000"/>
              <a:gd name="connsiteX666" fmla="*/ 1388858 w 7467600"/>
              <a:gd name="connsiteY666" fmla="*/ 2368011 h 6858000"/>
              <a:gd name="connsiteX667" fmla="*/ 1384098 w 7467600"/>
              <a:gd name="connsiteY667" fmla="*/ 2378125 h 6858000"/>
              <a:gd name="connsiteX668" fmla="*/ 1425393 w 7467600"/>
              <a:gd name="connsiteY668" fmla="*/ 2589124 h 6858000"/>
              <a:gd name="connsiteX669" fmla="*/ 1424001 w 7467600"/>
              <a:gd name="connsiteY669" fmla="*/ 2597541 h 6858000"/>
              <a:gd name="connsiteX670" fmla="*/ 2152729 w 7467600"/>
              <a:gd name="connsiteY670" fmla="*/ 2864487 h 6858000"/>
              <a:gd name="connsiteX671" fmla="*/ 2020609 w 7467600"/>
              <a:gd name="connsiteY671" fmla="*/ 2539671 h 6858000"/>
              <a:gd name="connsiteX672" fmla="*/ 2018920 w 7467600"/>
              <a:gd name="connsiteY672" fmla="*/ 2536309 h 6858000"/>
              <a:gd name="connsiteX673" fmla="*/ 1342441 w 7467600"/>
              <a:gd name="connsiteY673" fmla="*/ 1173017 h 6858000"/>
              <a:gd name="connsiteX674" fmla="*/ 1367925 w 7467600"/>
              <a:gd name="connsiteY674" fmla="*/ 1135648 h 6858000"/>
              <a:gd name="connsiteX675" fmla="*/ 1771401 w 7467600"/>
              <a:gd name="connsiteY675" fmla="*/ 1806673 h 6858000"/>
              <a:gd name="connsiteX676" fmla="*/ 1972385 w 7467600"/>
              <a:gd name="connsiteY676" fmla="*/ 2198735 h 6858000"/>
              <a:gd name="connsiteX677" fmla="*/ 2040892 w 7467600"/>
              <a:gd name="connsiteY677" fmla="*/ 2405205 h 6858000"/>
              <a:gd name="connsiteX678" fmla="*/ 2131689 w 7467600"/>
              <a:gd name="connsiteY678" fmla="*/ 1936926 h 6858000"/>
              <a:gd name="connsiteX679" fmla="*/ 2454820 w 7467600"/>
              <a:gd name="connsiteY679" fmla="*/ 1248808 h 6858000"/>
              <a:gd name="connsiteX680" fmla="*/ 2492512 w 7467600"/>
              <a:gd name="connsiteY680" fmla="*/ 1302920 h 6858000"/>
              <a:gd name="connsiteX681" fmla="*/ 2081216 w 7467600"/>
              <a:gd name="connsiteY681" fmla="*/ 2527513 h 6858000"/>
              <a:gd name="connsiteX682" fmla="*/ 2081211 w 7467600"/>
              <a:gd name="connsiteY682" fmla="*/ 2528916 h 6858000"/>
              <a:gd name="connsiteX683" fmla="*/ 2199067 w 7467600"/>
              <a:gd name="connsiteY683" fmla="*/ 2884061 h 6858000"/>
              <a:gd name="connsiteX684" fmla="*/ 3192586 w 7467600"/>
              <a:gd name="connsiteY684" fmla="*/ 3411496 h 6858000"/>
              <a:gd name="connsiteX685" fmla="*/ 3182620 w 7467600"/>
              <a:gd name="connsiteY685" fmla="*/ 3483279 h 6858000"/>
              <a:gd name="connsiteX686" fmla="*/ 2435119 w 7467600"/>
              <a:gd name="connsiteY686" fmla="*/ 3080173 h 6858000"/>
              <a:gd name="connsiteX687" fmla="*/ 2410152 w 7467600"/>
              <a:gd name="connsiteY687" fmla="*/ 3063751 h 6858000"/>
              <a:gd name="connsiteX688" fmla="*/ 2408099 w 7467600"/>
              <a:gd name="connsiteY688" fmla="*/ 3064403 h 6858000"/>
              <a:gd name="connsiteX689" fmla="*/ 2407218 w 7467600"/>
              <a:gd name="connsiteY689" fmla="*/ 3070324 h 6858000"/>
              <a:gd name="connsiteX690" fmla="*/ 2380138 w 7467600"/>
              <a:gd name="connsiteY690" fmla="*/ 3099341 h 6858000"/>
              <a:gd name="connsiteX691" fmla="*/ 1765923 w 7467600"/>
              <a:gd name="connsiteY691" fmla="*/ 3581043 h 6858000"/>
              <a:gd name="connsiteX692" fmla="*/ 1702258 w 7467600"/>
              <a:gd name="connsiteY692" fmla="*/ 3612286 h 6858000"/>
              <a:gd name="connsiteX693" fmla="*/ 1538370 w 7467600"/>
              <a:gd name="connsiteY693" fmla="*/ 3811804 h 6858000"/>
              <a:gd name="connsiteX694" fmla="*/ 542867 w 7467600"/>
              <a:gd name="connsiteY694" fmla="*/ 4944092 h 6858000"/>
              <a:gd name="connsiteX695" fmla="*/ 515800 w 7467600"/>
              <a:gd name="connsiteY695" fmla="*/ 4862180 h 6858000"/>
              <a:gd name="connsiteX696" fmla="*/ 909145 w 7467600"/>
              <a:gd name="connsiteY696" fmla="*/ 4199225 h 6858000"/>
              <a:gd name="connsiteX697" fmla="*/ 1214067 w 7467600"/>
              <a:gd name="connsiteY697" fmla="*/ 3908561 h 6858000"/>
              <a:gd name="connsiteX698" fmla="*/ 640967 w 7467600"/>
              <a:gd name="connsiteY698" fmla="*/ 4105601 h 6858000"/>
              <a:gd name="connsiteX699" fmla="*/ 112563 w 7467600"/>
              <a:gd name="connsiteY699" fmla="*/ 4396952 h 6858000"/>
              <a:gd name="connsiteX700" fmla="*/ 0 w 7467600"/>
              <a:gd name="connsiteY700" fmla="*/ 4466006 h 6858000"/>
              <a:gd name="connsiteX701" fmla="*/ 0 w 7467600"/>
              <a:gd name="connsiteY701" fmla="*/ 4233763 h 6858000"/>
              <a:gd name="connsiteX702" fmla="*/ 36881 w 7467600"/>
              <a:gd name="connsiteY702" fmla="*/ 4200118 h 6858000"/>
              <a:gd name="connsiteX703" fmla="*/ 910534 w 7467600"/>
              <a:gd name="connsiteY703" fmla="*/ 3629753 h 6858000"/>
              <a:gd name="connsiteX704" fmla="*/ 1578717 w 7467600"/>
              <a:gd name="connsiteY704" fmla="*/ 3575982 h 6858000"/>
              <a:gd name="connsiteX705" fmla="*/ 2338780 w 7467600"/>
              <a:gd name="connsiteY705" fmla="*/ 3033725 h 6858000"/>
              <a:gd name="connsiteX706" fmla="*/ 1807991 w 7467600"/>
              <a:gd name="connsiteY706" fmla="*/ 2807184 h 6858000"/>
              <a:gd name="connsiteX707" fmla="*/ 1416358 w 7467600"/>
              <a:gd name="connsiteY707" fmla="*/ 3112571 h 6858000"/>
              <a:gd name="connsiteX708" fmla="*/ 939066 w 7467600"/>
              <a:gd name="connsiteY708" fmla="*/ 3378798 h 6858000"/>
              <a:gd name="connsiteX709" fmla="*/ 115099 w 7467600"/>
              <a:gd name="connsiteY709" fmla="*/ 3607650 h 6858000"/>
              <a:gd name="connsiteX710" fmla="*/ 97284 w 7467600"/>
              <a:gd name="connsiteY710" fmla="*/ 3520393 h 6858000"/>
              <a:gd name="connsiteX711" fmla="*/ 922050 w 7467600"/>
              <a:gd name="connsiteY711" fmla="*/ 3074867 h 6858000"/>
              <a:gd name="connsiteX712" fmla="*/ 1405265 w 7467600"/>
              <a:gd name="connsiteY712" fmla="*/ 3016319 h 6858000"/>
              <a:gd name="connsiteX713" fmla="*/ 1407512 w 7467600"/>
              <a:gd name="connsiteY713" fmla="*/ 3018001 h 6858000"/>
              <a:gd name="connsiteX714" fmla="*/ 1726266 w 7467600"/>
              <a:gd name="connsiteY714" fmla="*/ 2777274 h 6858000"/>
              <a:gd name="connsiteX715" fmla="*/ 625390 w 7467600"/>
              <a:gd name="connsiteY715" fmla="*/ 2514541 h 6858000"/>
              <a:gd name="connsiteX716" fmla="*/ 619799 w 7467600"/>
              <a:gd name="connsiteY716" fmla="*/ 2527180 h 6858000"/>
              <a:gd name="connsiteX717" fmla="*/ 310030 w 7467600"/>
              <a:gd name="connsiteY717" fmla="*/ 2771818 h 6858000"/>
              <a:gd name="connsiteX718" fmla="*/ 173877 w 7467600"/>
              <a:gd name="connsiteY718" fmla="*/ 2937056 h 6858000"/>
              <a:gd name="connsiteX719" fmla="*/ 77889 w 7467600"/>
              <a:gd name="connsiteY719" fmla="*/ 3138440 h 6858000"/>
              <a:gd name="connsiteX720" fmla="*/ 0 w 7467600"/>
              <a:gd name="connsiteY720" fmla="*/ 3271395 h 6858000"/>
              <a:gd name="connsiteX721" fmla="*/ 0 w 7467600"/>
              <a:gd name="connsiteY721" fmla="*/ 3153002 h 6858000"/>
              <a:gd name="connsiteX722" fmla="*/ 2386 w 7467600"/>
              <a:gd name="connsiteY722" fmla="*/ 3149203 h 6858000"/>
              <a:gd name="connsiteX723" fmla="*/ 89753 w 7467600"/>
              <a:gd name="connsiteY723" fmla="*/ 2987702 h 6858000"/>
              <a:gd name="connsiteX724" fmla="*/ 76869 w 7467600"/>
              <a:gd name="connsiteY724" fmla="*/ 3005404 h 6858000"/>
              <a:gd name="connsiteX725" fmla="*/ 32049 w 7467600"/>
              <a:gd name="connsiteY725" fmla="*/ 3065814 h 6858000"/>
              <a:gd name="connsiteX726" fmla="*/ 0 w 7467600"/>
              <a:gd name="connsiteY726" fmla="*/ 3108744 h 6858000"/>
              <a:gd name="connsiteX727" fmla="*/ 0 w 7467600"/>
              <a:gd name="connsiteY727" fmla="*/ 3058059 h 6858000"/>
              <a:gd name="connsiteX728" fmla="*/ 7610 w 7467600"/>
              <a:gd name="connsiteY728" fmla="*/ 3047889 h 6858000"/>
              <a:gd name="connsiteX729" fmla="*/ 52419 w 7467600"/>
              <a:gd name="connsiteY729" fmla="*/ 2987479 h 6858000"/>
              <a:gd name="connsiteX730" fmla="*/ 59142 w 7467600"/>
              <a:gd name="connsiteY730" fmla="*/ 2978488 h 6858000"/>
              <a:gd name="connsiteX731" fmla="*/ 0 w 7467600"/>
              <a:gd name="connsiteY731" fmla="*/ 3015334 h 6858000"/>
              <a:gd name="connsiteX732" fmla="*/ 0 w 7467600"/>
              <a:gd name="connsiteY732" fmla="*/ 2914286 h 6858000"/>
              <a:gd name="connsiteX733" fmla="*/ 36383 w 7467600"/>
              <a:gd name="connsiteY733" fmla="*/ 2901128 h 6858000"/>
              <a:gd name="connsiteX734" fmla="*/ 156329 w 7467600"/>
              <a:gd name="connsiteY734" fmla="*/ 2840533 h 6858000"/>
              <a:gd name="connsiteX735" fmla="*/ 358355 w 7467600"/>
              <a:gd name="connsiteY735" fmla="*/ 2620471 h 6858000"/>
              <a:gd name="connsiteX736" fmla="*/ 510577 w 7467600"/>
              <a:gd name="connsiteY736" fmla="*/ 2501244 h 6858000"/>
              <a:gd name="connsiteX737" fmla="*/ 211967 w 7467600"/>
              <a:gd name="connsiteY737" fmla="*/ 2479171 h 6858000"/>
              <a:gd name="connsiteX738" fmla="*/ 0 w 7467600"/>
              <a:gd name="connsiteY738" fmla="*/ 2476398 h 6858000"/>
              <a:gd name="connsiteX739" fmla="*/ 0 w 7467600"/>
              <a:gd name="connsiteY739" fmla="*/ 2389189 h 6858000"/>
              <a:gd name="connsiteX740" fmla="*/ 103062 w 7467600"/>
              <a:gd name="connsiteY740" fmla="*/ 2389518 h 6858000"/>
              <a:gd name="connsiteX741" fmla="*/ 510734 w 7467600"/>
              <a:gd name="connsiteY741" fmla="*/ 2416201 h 6858000"/>
              <a:gd name="connsiteX742" fmla="*/ 279257 w 7467600"/>
              <a:gd name="connsiteY742" fmla="*/ 2092102 h 6858000"/>
              <a:gd name="connsiteX743" fmla="*/ 65265 w 7467600"/>
              <a:gd name="connsiteY743" fmla="*/ 2006049 h 6858000"/>
              <a:gd name="connsiteX744" fmla="*/ 0 w 7467600"/>
              <a:gd name="connsiteY744" fmla="*/ 1982532 h 6858000"/>
              <a:gd name="connsiteX745" fmla="*/ 0 w 7467600"/>
              <a:gd name="connsiteY745" fmla="*/ 1912789 h 6858000"/>
              <a:gd name="connsiteX746" fmla="*/ 97460 w 7467600"/>
              <a:gd name="connsiteY746" fmla="*/ 1953725 h 6858000"/>
              <a:gd name="connsiteX747" fmla="*/ 221272 w 7467600"/>
              <a:gd name="connsiteY747" fmla="*/ 1980766 h 6858000"/>
              <a:gd name="connsiteX748" fmla="*/ 116765 w 7467600"/>
              <a:gd name="connsiteY748" fmla="*/ 1911033 h 6858000"/>
              <a:gd name="connsiteX749" fmla="*/ 16405 w 7467600"/>
              <a:gd name="connsiteY749" fmla="*/ 1803412 h 6858000"/>
              <a:gd name="connsiteX750" fmla="*/ 0 w 7467600"/>
              <a:gd name="connsiteY750" fmla="*/ 1784777 h 6858000"/>
              <a:gd name="connsiteX751" fmla="*/ 0 w 7467600"/>
              <a:gd name="connsiteY751" fmla="*/ 1740082 h 6858000"/>
              <a:gd name="connsiteX752" fmla="*/ 39394 w 7467600"/>
              <a:gd name="connsiteY752" fmla="*/ 1784856 h 6858000"/>
              <a:gd name="connsiteX753" fmla="*/ 135813 w 7467600"/>
              <a:gd name="connsiteY753" fmla="*/ 1888838 h 6858000"/>
              <a:gd name="connsiteX754" fmla="*/ 242575 w 7467600"/>
              <a:gd name="connsiteY754" fmla="*/ 1958841 h 6858000"/>
              <a:gd name="connsiteX755" fmla="*/ 82197 w 7467600"/>
              <a:gd name="connsiteY755" fmla="*/ 1754826 h 6858000"/>
              <a:gd name="connsiteX756" fmla="*/ 0 w 7467600"/>
              <a:gd name="connsiteY756" fmla="*/ 1679650 h 6858000"/>
              <a:gd name="connsiteX757" fmla="*/ 0 w 7467600"/>
              <a:gd name="connsiteY757" fmla="*/ 1602463 h 6858000"/>
              <a:gd name="connsiteX758" fmla="*/ 84689 w 7467600"/>
              <a:gd name="connsiteY758" fmla="*/ 1677442 h 6858000"/>
              <a:gd name="connsiteX759" fmla="*/ 298437 w 7467600"/>
              <a:gd name="connsiteY759" fmla="*/ 1968019 h 6858000"/>
              <a:gd name="connsiteX760" fmla="*/ 227269 w 7467600"/>
              <a:gd name="connsiteY760" fmla="*/ 1114064 h 6858000"/>
              <a:gd name="connsiteX761" fmla="*/ 248003 w 7467600"/>
              <a:gd name="connsiteY761" fmla="*/ 1089613 h 6858000"/>
              <a:gd name="connsiteX762" fmla="*/ 427020 w 7467600"/>
              <a:gd name="connsiteY762" fmla="*/ 1619803 h 6858000"/>
              <a:gd name="connsiteX763" fmla="*/ 340345 w 7467600"/>
              <a:gd name="connsiteY763" fmla="*/ 2027739 h 6858000"/>
              <a:gd name="connsiteX764" fmla="*/ 360865 w 7467600"/>
              <a:gd name="connsiteY764" fmla="*/ 2044827 h 6858000"/>
              <a:gd name="connsiteX765" fmla="*/ 560414 w 7467600"/>
              <a:gd name="connsiteY765" fmla="*/ 2421457 h 6858000"/>
              <a:gd name="connsiteX766" fmla="*/ 1359703 w 7467600"/>
              <a:gd name="connsiteY766" fmla="*/ 2578554 h 6858000"/>
              <a:gd name="connsiteX767" fmla="*/ 1359422 w 7467600"/>
              <a:gd name="connsiteY767" fmla="*/ 2577994 h 6858000"/>
              <a:gd name="connsiteX768" fmla="*/ 828701 w 7467600"/>
              <a:gd name="connsiteY768" fmla="*/ 1839520 h 6858000"/>
              <a:gd name="connsiteX769" fmla="*/ 494427 w 7467600"/>
              <a:gd name="connsiteY769" fmla="*/ 1092333 h 6858000"/>
              <a:gd name="connsiteX770" fmla="*/ 506322 w 7467600"/>
              <a:gd name="connsiteY770" fmla="*/ 1020997 h 6858000"/>
              <a:gd name="connsiteX771" fmla="*/ 4570198 w 7467600"/>
              <a:gd name="connsiteY771" fmla="*/ 978081 h 6858000"/>
              <a:gd name="connsiteX772" fmla="*/ 4523691 w 7467600"/>
              <a:gd name="connsiteY772" fmla="*/ 1127776 h 6858000"/>
              <a:gd name="connsiteX773" fmla="*/ 4509875 w 7467600"/>
              <a:gd name="connsiteY773" fmla="*/ 1167552 h 6858000"/>
              <a:gd name="connsiteX774" fmla="*/ 4478168 w 7467600"/>
              <a:gd name="connsiteY774" fmla="*/ 1260735 h 6858000"/>
              <a:gd name="connsiteX775" fmla="*/ 4409309 w 7467600"/>
              <a:gd name="connsiteY775" fmla="*/ 1666996 h 6858000"/>
              <a:gd name="connsiteX776" fmla="*/ 4370031 w 7467600"/>
              <a:gd name="connsiteY776" fmla="*/ 1955666 h 6858000"/>
              <a:gd name="connsiteX777" fmla="*/ 4570198 w 7467600"/>
              <a:gd name="connsiteY777" fmla="*/ 978081 h 6858000"/>
              <a:gd name="connsiteX778" fmla="*/ 4557898 w 7467600"/>
              <a:gd name="connsiteY778" fmla="*/ 900011 h 6858000"/>
              <a:gd name="connsiteX779" fmla="*/ 4344840 w 7467600"/>
              <a:gd name="connsiteY779" fmla="*/ 1922038 h 6858000"/>
              <a:gd name="connsiteX780" fmla="*/ 4378710 w 7467600"/>
              <a:gd name="connsiteY780" fmla="*/ 1665516 h 6858000"/>
              <a:gd name="connsiteX781" fmla="*/ 4448798 w 7467600"/>
              <a:gd name="connsiteY781" fmla="*/ 1253024 h 6858000"/>
              <a:gd name="connsiteX782" fmla="*/ 4480315 w 7467600"/>
              <a:gd name="connsiteY782" fmla="*/ 1158454 h 6858000"/>
              <a:gd name="connsiteX783" fmla="*/ 4494133 w 7467600"/>
              <a:gd name="connsiteY783" fmla="*/ 1118676 h 6858000"/>
              <a:gd name="connsiteX784" fmla="*/ 4557898 w 7467600"/>
              <a:gd name="connsiteY784" fmla="*/ 900011 h 6858000"/>
              <a:gd name="connsiteX785" fmla="*/ 5870151 w 7467600"/>
              <a:gd name="connsiteY785" fmla="*/ 898890 h 6858000"/>
              <a:gd name="connsiteX786" fmla="*/ 5861335 w 7467600"/>
              <a:gd name="connsiteY786" fmla="*/ 899177 h 6858000"/>
              <a:gd name="connsiteX787" fmla="*/ 5843702 w 7467600"/>
              <a:gd name="connsiteY787" fmla="*/ 899748 h 6858000"/>
              <a:gd name="connsiteX788" fmla="*/ 5651107 w 7467600"/>
              <a:gd name="connsiteY788" fmla="*/ 920306 h 6858000"/>
              <a:gd name="connsiteX789" fmla="*/ 5459407 w 7467600"/>
              <a:gd name="connsiteY789" fmla="*/ 940975 h 6858000"/>
              <a:gd name="connsiteX790" fmla="*/ 5374846 w 7467600"/>
              <a:gd name="connsiteY790" fmla="*/ 941988 h 6858000"/>
              <a:gd name="connsiteX791" fmla="*/ 5256105 w 7467600"/>
              <a:gd name="connsiteY791" fmla="*/ 945632 h 6858000"/>
              <a:gd name="connsiteX792" fmla="*/ 5107071 w 7467600"/>
              <a:gd name="connsiteY792" fmla="*/ 969720 h 6858000"/>
              <a:gd name="connsiteX793" fmla="*/ 4998681 w 7467600"/>
              <a:gd name="connsiteY793" fmla="*/ 988771 h 6858000"/>
              <a:gd name="connsiteX794" fmla="*/ 5870151 w 7467600"/>
              <a:gd name="connsiteY794" fmla="*/ 898890 h 6858000"/>
              <a:gd name="connsiteX795" fmla="*/ 5504425 w 7467600"/>
              <a:gd name="connsiteY795" fmla="*/ 848067 h 6858000"/>
              <a:gd name="connsiteX796" fmla="*/ 4968849 w 7467600"/>
              <a:gd name="connsiteY796" fmla="*/ 962318 h 6858000"/>
              <a:gd name="connsiteX797" fmla="*/ 5104039 w 7467600"/>
              <a:gd name="connsiteY797" fmla="*/ 940634 h 6858000"/>
              <a:gd name="connsiteX798" fmla="*/ 5256311 w 7467600"/>
              <a:gd name="connsiteY798" fmla="*/ 916490 h 6858000"/>
              <a:gd name="connsiteX799" fmla="*/ 5377381 w 7467600"/>
              <a:gd name="connsiteY799" fmla="*/ 912671 h 6858000"/>
              <a:gd name="connsiteX800" fmla="*/ 5460148 w 7467600"/>
              <a:gd name="connsiteY800" fmla="*/ 911442 h 6858000"/>
              <a:gd name="connsiteX801" fmla="*/ 5648971 w 7467600"/>
              <a:gd name="connsiteY801" fmla="*/ 891331 h 6858000"/>
              <a:gd name="connsiteX802" fmla="*/ 5844807 w 7467600"/>
              <a:gd name="connsiteY802" fmla="*/ 870718 h 6858000"/>
              <a:gd name="connsiteX803" fmla="*/ 5862975 w 7467600"/>
              <a:gd name="connsiteY803" fmla="*/ 869756 h 6858000"/>
              <a:gd name="connsiteX804" fmla="*/ 5920887 w 7467600"/>
              <a:gd name="connsiteY804" fmla="*/ 865929 h 6858000"/>
              <a:gd name="connsiteX805" fmla="*/ 5504425 w 7467600"/>
              <a:gd name="connsiteY805" fmla="*/ 848067 h 6858000"/>
              <a:gd name="connsiteX806" fmla="*/ 3607114 w 7467600"/>
              <a:gd name="connsiteY806" fmla="*/ 467441 h 6858000"/>
              <a:gd name="connsiteX807" fmla="*/ 3296242 w 7467600"/>
              <a:gd name="connsiteY807" fmla="*/ 807991 h 6858000"/>
              <a:gd name="connsiteX808" fmla="*/ 3174674 w 7467600"/>
              <a:gd name="connsiteY808" fmla="*/ 919759 h 6858000"/>
              <a:gd name="connsiteX809" fmla="*/ 3042978 w 7467600"/>
              <a:gd name="connsiteY809" fmla="*/ 1054894 h 6858000"/>
              <a:gd name="connsiteX810" fmla="*/ 2968914 w 7467600"/>
              <a:gd name="connsiteY810" fmla="*/ 1133756 h 6858000"/>
              <a:gd name="connsiteX811" fmla="*/ 3103823 w 7467600"/>
              <a:gd name="connsiteY811" fmla="*/ 1026814 h 6858000"/>
              <a:gd name="connsiteX812" fmla="*/ 3607114 w 7467600"/>
              <a:gd name="connsiteY812" fmla="*/ 467441 h 6858000"/>
              <a:gd name="connsiteX813" fmla="*/ 3744487 w 7467600"/>
              <a:gd name="connsiteY813" fmla="*/ 383136 h 6858000"/>
              <a:gd name="connsiteX814" fmla="*/ 3970213 w 7467600"/>
              <a:gd name="connsiteY814" fmla="*/ 995559 h 6858000"/>
              <a:gd name="connsiteX815" fmla="*/ 3744487 w 7467600"/>
              <a:gd name="connsiteY815" fmla="*/ 383136 h 6858000"/>
              <a:gd name="connsiteX816" fmla="*/ 3624562 w 7467600"/>
              <a:gd name="connsiteY816" fmla="*/ 367041 h 6858000"/>
              <a:gd name="connsiteX817" fmla="*/ 3489712 w 7467600"/>
              <a:gd name="connsiteY817" fmla="*/ 485386 h 6858000"/>
              <a:gd name="connsiteX818" fmla="*/ 3182994 w 7467600"/>
              <a:gd name="connsiteY818" fmla="*/ 828265 h 6858000"/>
              <a:gd name="connsiteX819" fmla="*/ 2892114 w 7467600"/>
              <a:gd name="connsiteY819" fmla="*/ 1172635 h 6858000"/>
              <a:gd name="connsiteX820" fmla="*/ 3021459 w 7467600"/>
              <a:gd name="connsiteY820" fmla="*/ 1035385 h 6858000"/>
              <a:gd name="connsiteX821" fmla="*/ 3153873 w 7467600"/>
              <a:gd name="connsiteY821" fmla="*/ 898971 h 6858000"/>
              <a:gd name="connsiteX822" fmla="*/ 3276511 w 7467600"/>
              <a:gd name="connsiteY822" fmla="*/ 786423 h 6858000"/>
              <a:gd name="connsiteX823" fmla="*/ 3584154 w 7467600"/>
              <a:gd name="connsiteY823" fmla="*/ 448218 h 6858000"/>
              <a:gd name="connsiteX824" fmla="*/ 3624562 w 7467600"/>
              <a:gd name="connsiteY824" fmla="*/ 367041 h 6858000"/>
              <a:gd name="connsiteX825" fmla="*/ 3766672 w 7467600"/>
              <a:gd name="connsiteY825" fmla="*/ 359429 h 6858000"/>
              <a:gd name="connsiteX826" fmla="*/ 3996338 w 7467600"/>
              <a:gd name="connsiteY826" fmla="*/ 968237 h 6858000"/>
              <a:gd name="connsiteX827" fmla="*/ 3766672 w 7467600"/>
              <a:gd name="connsiteY827" fmla="*/ 359429 h 6858000"/>
              <a:gd name="connsiteX828" fmla="*/ 5805386 w 7467600"/>
              <a:gd name="connsiteY828" fmla="*/ 239240 h 6858000"/>
              <a:gd name="connsiteX829" fmla="*/ 5736947 w 7467600"/>
              <a:gd name="connsiteY829" fmla="*/ 261367 h 6858000"/>
              <a:gd name="connsiteX830" fmla="*/ 5427012 w 7467600"/>
              <a:gd name="connsiteY830" fmla="*/ 311272 h 6858000"/>
              <a:gd name="connsiteX831" fmla="*/ 5147818 w 7467600"/>
              <a:gd name="connsiteY831" fmla="*/ 322112 h 6858000"/>
              <a:gd name="connsiteX832" fmla="*/ 5060854 w 7467600"/>
              <a:gd name="connsiteY832" fmla="*/ 311882 h 6858000"/>
              <a:gd name="connsiteX833" fmla="*/ 4945989 w 7467600"/>
              <a:gd name="connsiteY833" fmla="*/ 300516 h 6858000"/>
              <a:gd name="connsiteX834" fmla="*/ 5410479 w 7467600"/>
              <a:gd name="connsiteY834" fmla="*/ 348434 h 6858000"/>
              <a:gd name="connsiteX835" fmla="*/ 5805386 w 7467600"/>
              <a:gd name="connsiteY835" fmla="*/ 239240 h 6858000"/>
              <a:gd name="connsiteX836" fmla="*/ 5905192 w 7467600"/>
              <a:gd name="connsiteY836" fmla="*/ 163079 h 6858000"/>
              <a:gd name="connsiteX837" fmla="*/ 5865655 w 7467600"/>
              <a:gd name="connsiteY837" fmla="*/ 171901 h 6858000"/>
              <a:gd name="connsiteX838" fmla="*/ 5259740 w 7467600"/>
              <a:gd name="connsiteY838" fmla="*/ 257013 h 6858000"/>
              <a:gd name="connsiteX839" fmla="*/ 5208466 w 7467600"/>
              <a:gd name="connsiteY839" fmla="*/ 257550 h 6858000"/>
              <a:gd name="connsiteX840" fmla="*/ 4980204 w 7467600"/>
              <a:gd name="connsiteY840" fmla="*/ 271903 h 6858000"/>
              <a:gd name="connsiteX841" fmla="*/ 5068068 w 7467600"/>
              <a:gd name="connsiteY841" fmla="*/ 282244 h 6858000"/>
              <a:gd name="connsiteX842" fmla="*/ 5153231 w 7467600"/>
              <a:gd name="connsiteY842" fmla="*/ 292240 h 6858000"/>
              <a:gd name="connsiteX843" fmla="*/ 5426491 w 7467600"/>
              <a:gd name="connsiteY843" fmla="*/ 281128 h 6858000"/>
              <a:gd name="connsiteX844" fmla="*/ 5731212 w 7467600"/>
              <a:gd name="connsiteY844" fmla="*/ 231951 h 6858000"/>
              <a:gd name="connsiteX845" fmla="*/ 5905192 w 7467600"/>
              <a:gd name="connsiteY845" fmla="*/ 163079 h 6858000"/>
              <a:gd name="connsiteX846" fmla="*/ 5944437 w 7467600"/>
              <a:gd name="connsiteY846" fmla="*/ 113829 h 6858000"/>
              <a:gd name="connsiteX847" fmla="*/ 5825032 w 7467600"/>
              <a:gd name="connsiteY847" fmla="*/ 146405 h 6858000"/>
              <a:gd name="connsiteX848" fmla="*/ 4955599 w 7467600"/>
              <a:gd name="connsiteY848" fmla="*/ 247008 h 6858000"/>
              <a:gd name="connsiteX849" fmla="*/ 5210104 w 7467600"/>
              <a:gd name="connsiteY849" fmla="*/ 228123 h 6858000"/>
              <a:gd name="connsiteX850" fmla="*/ 5261015 w 7467600"/>
              <a:gd name="connsiteY850" fmla="*/ 227087 h 6858000"/>
              <a:gd name="connsiteX851" fmla="*/ 5861181 w 7467600"/>
              <a:gd name="connsiteY851" fmla="*/ 143093 h 6858000"/>
              <a:gd name="connsiteX852" fmla="*/ 5961252 w 7467600"/>
              <a:gd name="connsiteY852" fmla="*/ 114820 h 6858000"/>
              <a:gd name="connsiteX853" fmla="*/ 5944437 w 7467600"/>
              <a:gd name="connsiteY853" fmla="*/ 113829 h 6858000"/>
              <a:gd name="connsiteX854" fmla="*/ 3882765 w 7467600"/>
              <a:gd name="connsiteY854" fmla="*/ 0 h 6858000"/>
              <a:gd name="connsiteX855" fmla="*/ 3995099 w 7467600"/>
              <a:gd name="connsiteY855" fmla="*/ 0 h 6858000"/>
              <a:gd name="connsiteX856" fmla="*/ 4163818 w 7467600"/>
              <a:gd name="connsiteY856" fmla="*/ 234104 h 6858000"/>
              <a:gd name="connsiteX857" fmla="*/ 4172099 w 7467600"/>
              <a:gd name="connsiteY857" fmla="*/ 234207 h 6858000"/>
              <a:gd name="connsiteX858" fmla="*/ 4784282 w 7467600"/>
              <a:gd name="connsiteY858" fmla="*/ 276561 h 6858000"/>
              <a:gd name="connsiteX859" fmla="*/ 4801687 w 7467600"/>
              <a:gd name="connsiteY859" fmla="*/ 267764 h 6858000"/>
              <a:gd name="connsiteX860" fmla="*/ 6082788 w 7467600"/>
              <a:gd name="connsiteY860" fmla="*/ 64119 h 6858000"/>
              <a:gd name="connsiteX861" fmla="*/ 6099442 w 7467600"/>
              <a:gd name="connsiteY861" fmla="*/ 82568 h 6858000"/>
              <a:gd name="connsiteX862" fmla="*/ 4804137 w 7467600"/>
              <a:gd name="connsiteY862" fmla="*/ 320931 h 6858000"/>
              <a:gd name="connsiteX863" fmla="*/ 4227047 w 7467600"/>
              <a:gd name="connsiteY863" fmla="*/ 313415 h 6858000"/>
              <a:gd name="connsiteX864" fmla="*/ 4346041 w 7467600"/>
              <a:gd name="connsiteY864" fmla="*/ 456086 h 6858000"/>
              <a:gd name="connsiteX865" fmla="*/ 4870967 w 7467600"/>
              <a:gd name="connsiteY865" fmla="*/ 963061 h 6858000"/>
              <a:gd name="connsiteX866" fmla="*/ 4889647 w 7467600"/>
              <a:gd name="connsiteY866" fmla="*/ 957147 h 6858000"/>
              <a:gd name="connsiteX867" fmla="*/ 5422504 w 7467600"/>
              <a:gd name="connsiteY867" fmla="*/ 805191 h 6858000"/>
              <a:gd name="connsiteX868" fmla="*/ 6087656 w 7467600"/>
              <a:gd name="connsiteY868" fmla="*/ 826703 h 6858000"/>
              <a:gd name="connsiteX869" fmla="*/ 6058717 w 7467600"/>
              <a:gd name="connsiteY869" fmla="*/ 865992 h 6858000"/>
              <a:gd name="connsiteX870" fmla="*/ 4974153 w 7467600"/>
              <a:gd name="connsiteY870" fmla="*/ 1045456 h 6858000"/>
              <a:gd name="connsiteX871" fmla="*/ 5627835 w 7467600"/>
              <a:gd name="connsiteY871" fmla="*/ 1472077 h 6858000"/>
              <a:gd name="connsiteX872" fmla="*/ 5629817 w 7467600"/>
              <a:gd name="connsiteY872" fmla="*/ 1471412 h 6858000"/>
              <a:gd name="connsiteX873" fmla="*/ 5634124 w 7467600"/>
              <a:gd name="connsiteY873" fmla="*/ 1470572 h 6858000"/>
              <a:gd name="connsiteX874" fmla="*/ 5755832 w 7467600"/>
              <a:gd name="connsiteY874" fmla="*/ 1383886 h 6858000"/>
              <a:gd name="connsiteX875" fmla="*/ 6014186 w 7467600"/>
              <a:gd name="connsiteY875" fmla="*/ 1279799 h 6858000"/>
              <a:gd name="connsiteX876" fmla="*/ 6901619 w 7467600"/>
              <a:gd name="connsiteY876" fmla="*/ 1047874 h 6858000"/>
              <a:gd name="connsiteX877" fmla="*/ 6931566 w 7467600"/>
              <a:gd name="connsiteY877" fmla="*/ 1062034 h 6858000"/>
              <a:gd name="connsiteX878" fmla="*/ 5790982 w 7467600"/>
              <a:gd name="connsiteY878" fmla="*/ 1561380 h 6858000"/>
              <a:gd name="connsiteX879" fmla="*/ 6188971 w 7467600"/>
              <a:gd name="connsiteY879" fmla="*/ 1755168 h 6858000"/>
              <a:gd name="connsiteX880" fmla="*/ 6202446 w 7467600"/>
              <a:gd name="connsiteY880" fmla="*/ 1752268 h 6858000"/>
              <a:gd name="connsiteX881" fmla="*/ 7179560 w 7467600"/>
              <a:gd name="connsiteY881" fmla="*/ 1467551 h 6858000"/>
              <a:gd name="connsiteX882" fmla="*/ 7158730 w 7467600"/>
              <a:gd name="connsiteY882" fmla="*/ 1507835 h 6858000"/>
              <a:gd name="connsiteX883" fmla="*/ 6326959 w 7467600"/>
              <a:gd name="connsiteY883" fmla="*/ 1817686 h 6858000"/>
              <a:gd name="connsiteX884" fmla="*/ 6537433 w 7467600"/>
              <a:gd name="connsiteY884" fmla="*/ 1907790 h 6858000"/>
              <a:gd name="connsiteX885" fmla="*/ 6550221 w 7467600"/>
              <a:gd name="connsiteY885" fmla="*/ 1910729 h 6858000"/>
              <a:gd name="connsiteX886" fmla="*/ 6964438 w 7467600"/>
              <a:gd name="connsiteY886" fmla="*/ 2209505 h 6858000"/>
              <a:gd name="connsiteX887" fmla="*/ 7367862 w 7467600"/>
              <a:gd name="connsiteY887" fmla="*/ 2806833 h 6858000"/>
              <a:gd name="connsiteX888" fmla="*/ 7364329 w 7467600"/>
              <a:gd name="connsiteY888" fmla="*/ 2826907 h 6858000"/>
              <a:gd name="connsiteX889" fmla="*/ 7290545 w 7467600"/>
              <a:gd name="connsiteY889" fmla="*/ 2850663 h 6858000"/>
              <a:gd name="connsiteX890" fmla="*/ 6472036 w 7467600"/>
              <a:gd name="connsiteY890" fmla="*/ 1959003 h 6858000"/>
              <a:gd name="connsiteX891" fmla="*/ 5792897 w 7467600"/>
              <a:gd name="connsiteY891" fmla="*/ 1647747 h 6858000"/>
              <a:gd name="connsiteX892" fmla="*/ 5842751 w 7467600"/>
              <a:gd name="connsiteY892" fmla="*/ 1816112 h 6858000"/>
              <a:gd name="connsiteX893" fmla="*/ 5847424 w 7467600"/>
              <a:gd name="connsiteY893" fmla="*/ 1815776 h 6858000"/>
              <a:gd name="connsiteX894" fmla="*/ 6399821 w 7467600"/>
              <a:gd name="connsiteY894" fmla="*/ 2344799 h 6858000"/>
              <a:gd name="connsiteX895" fmla="*/ 6323232 w 7467600"/>
              <a:gd name="connsiteY895" fmla="*/ 2389634 h 6858000"/>
              <a:gd name="connsiteX896" fmla="*/ 5942958 w 7467600"/>
              <a:gd name="connsiteY896" fmla="*/ 2077708 h 6858000"/>
              <a:gd name="connsiteX897" fmla="*/ 5921559 w 7467600"/>
              <a:gd name="connsiteY897" fmla="*/ 2378596 h 6858000"/>
              <a:gd name="connsiteX898" fmla="*/ 5817651 w 7467600"/>
              <a:gd name="connsiteY898" fmla="*/ 3023919 h 6858000"/>
              <a:gd name="connsiteX899" fmla="*/ 5729634 w 7467600"/>
              <a:gd name="connsiteY899" fmla="*/ 3051849 h 6858000"/>
              <a:gd name="connsiteX900" fmla="*/ 5611018 w 7467600"/>
              <a:gd name="connsiteY900" fmla="*/ 2316769 h 6858000"/>
              <a:gd name="connsiteX901" fmla="*/ 5687608 w 7467600"/>
              <a:gd name="connsiteY901" fmla="*/ 2039972 h 6858000"/>
              <a:gd name="connsiteX902" fmla="*/ 5657554 w 7467600"/>
              <a:gd name="connsiteY902" fmla="*/ 1576445 h 6858000"/>
              <a:gd name="connsiteX903" fmla="*/ 5150475 w 7467600"/>
              <a:gd name="connsiteY903" fmla="*/ 1274012 h 6858000"/>
              <a:gd name="connsiteX904" fmla="*/ 5349142 w 7467600"/>
              <a:gd name="connsiteY904" fmla="*/ 2204405 h 6858000"/>
              <a:gd name="connsiteX905" fmla="*/ 5262214 w 7467600"/>
              <a:gd name="connsiteY905" fmla="*/ 2233836 h 6858000"/>
              <a:gd name="connsiteX906" fmla="*/ 4981539 w 7467600"/>
              <a:gd name="connsiteY906" fmla="*/ 1542201 h 6858000"/>
              <a:gd name="connsiteX907" fmla="*/ 4958461 w 7467600"/>
              <a:gd name="connsiteY907" fmla="*/ 1136957 h 6858000"/>
              <a:gd name="connsiteX908" fmla="*/ 4655015 w 7467600"/>
              <a:gd name="connsiteY908" fmla="*/ 891426 h 6858000"/>
              <a:gd name="connsiteX909" fmla="*/ 4348002 w 7467600"/>
              <a:gd name="connsiteY909" fmla="*/ 2205895 h 6858000"/>
              <a:gd name="connsiteX910" fmla="*/ 4262250 w 7467600"/>
              <a:gd name="connsiteY910" fmla="*/ 2219972 h 6858000"/>
              <a:gd name="connsiteX911" fmla="*/ 4550611 w 7467600"/>
              <a:gd name="connsiteY911" fmla="*/ 817540 h 6858000"/>
              <a:gd name="connsiteX912" fmla="*/ 4564418 w 7467600"/>
              <a:gd name="connsiteY912" fmla="*/ 808293 h 6858000"/>
              <a:gd name="connsiteX913" fmla="*/ 4266388 w 7467600"/>
              <a:gd name="connsiteY913" fmla="*/ 500083 h 6858000"/>
              <a:gd name="connsiteX914" fmla="*/ 4032842 w 7467600"/>
              <a:gd name="connsiteY914" fmla="*/ 211809 h 6858000"/>
              <a:gd name="connsiteX915" fmla="*/ 3882765 w 7467600"/>
              <a:gd name="connsiteY915" fmla="*/ 0 h 6858000"/>
              <a:gd name="connsiteX916" fmla="*/ 3721337 w 7467600"/>
              <a:gd name="connsiteY916" fmla="*/ 0 h 6858000"/>
              <a:gd name="connsiteX917" fmla="*/ 3797544 w 7467600"/>
              <a:gd name="connsiteY917" fmla="*/ 0 h 6858000"/>
              <a:gd name="connsiteX918" fmla="*/ 3775734 w 7467600"/>
              <a:gd name="connsiteY918" fmla="*/ 95131 h 6858000"/>
              <a:gd name="connsiteX919" fmla="*/ 3724807 w 7467600"/>
              <a:gd name="connsiteY919" fmla="*/ 272257 h 6858000"/>
              <a:gd name="connsiteX920" fmla="*/ 3726844 w 7467600"/>
              <a:gd name="connsiteY920" fmla="*/ 282988 h 6858000"/>
              <a:gd name="connsiteX921" fmla="*/ 3742664 w 7467600"/>
              <a:gd name="connsiteY921" fmla="*/ 279918 h 6858000"/>
              <a:gd name="connsiteX922" fmla="*/ 4103910 w 7467600"/>
              <a:gd name="connsiteY922" fmla="*/ 1161917 h 6858000"/>
              <a:gd name="connsiteX923" fmla="*/ 4020269 w 7467600"/>
              <a:gd name="connsiteY923" fmla="*/ 1200406 h 6858000"/>
              <a:gd name="connsiteX924" fmla="*/ 3674882 w 7467600"/>
              <a:gd name="connsiteY924" fmla="*/ 488524 h 6858000"/>
              <a:gd name="connsiteX925" fmla="*/ 3132682 w 7467600"/>
              <a:gd name="connsiteY925" fmla="*/ 1072284 h 6858000"/>
              <a:gd name="connsiteX926" fmla="*/ 2716346 w 7467600"/>
              <a:gd name="connsiteY926" fmla="*/ 1276376 h 6858000"/>
              <a:gd name="connsiteX927" fmla="*/ 2716772 w 7467600"/>
              <a:gd name="connsiteY927" fmla="*/ 1255462 h 6858000"/>
              <a:gd name="connsiteX928" fmla="*/ 3471096 w 7467600"/>
              <a:gd name="connsiteY928" fmla="*/ 437072 h 6858000"/>
              <a:gd name="connsiteX929" fmla="*/ 3639057 w 7467600"/>
              <a:gd name="connsiteY929" fmla="*/ 286334 h 6858000"/>
              <a:gd name="connsiteX930" fmla="*/ 3640309 w 7467600"/>
              <a:gd name="connsiteY930" fmla="*/ 284664 h 6858000"/>
              <a:gd name="connsiteX931" fmla="*/ 3646022 w 7467600"/>
              <a:gd name="connsiteY931" fmla="*/ 276711 h 6858000"/>
              <a:gd name="connsiteX932" fmla="*/ 3707943 w 7467600"/>
              <a:gd name="connsiteY932" fmla="*/ 65958 h 6858000"/>
              <a:gd name="connsiteX933" fmla="*/ 3721337 w 7467600"/>
              <a:gd name="connsiteY933" fmla="*/ 0 h 6858000"/>
              <a:gd name="connsiteX934" fmla="*/ 2867960 w 7467600"/>
              <a:gd name="connsiteY934" fmla="*/ 0 h 6858000"/>
              <a:gd name="connsiteX935" fmla="*/ 2926351 w 7467600"/>
              <a:gd name="connsiteY935" fmla="*/ 0 h 6858000"/>
              <a:gd name="connsiteX936" fmla="*/ 2902823 w 7467600"/>
              <a:gd name="connsiteY936" fmla="*/ 262929 h 6858000"/>
              <a:gd name="connsiteX937" fmla="*/ 2940663 w 7467600"/>
              <a:gd name="connsiteY937" fmla="*/ 140884 h 6858000"/>
              <a:gd name="connsiteX938" fmla="*/ 2947039 w 7467600"/>
              <a:gd name="connsiteY938" fmla="*/ 122524 h 6858000"/>
              <a:gd name="connsiteX939" fmla="*/ 2984316 w 7467600"/>
              <a:gd name="connsiteY939" fmla="*/ 0 h 6858000"/>
              <a:gd name="connsiteX940" fmla="*/ 3016114 w 7467600"/>
              <a:gd name="connsiteY940" fmla="*/ 0 h 6858000"/>
              <a:gd name="connsiteX941" fmla="*/ 2979949 w 7467600"/>
              <a:gd name="connsiteY941" fmla="*/ 119274 h 6858000"/>
              <a:gd name="connsiteX942" fmla="*/ 3023879 w 7467600"/>
              <a:gd name="connsiteY942" fmla="*/ 0 h 6858000"/>
              <a:gd name="connsiteX943" fmla="*/ 3105400 w 7467600"/>
              <a:gd name="connsiteY943" fmla="*/ 0 h 6858000"/>
              <a:gd name="connsiteX944" fmla="*/ 3094669 w 7467600"/>
              <a:gd name="connsiteY944" fmla="*/ 30308 h 6858000"/>
              <a:gd name="connsiteX945" fmla="*/ 2901945 w 7467600"/>
              <a:gd name="connsiteY945" fmla="*/ 466538 h 6858000"/>
              <a:gd name="connsiteX946" fmla="*/ 2815209 w 7467600"/>
              <a:gd name="connsiteY946" fmla="*/ 497361 h 6858000"/>
              <a:gd name="connsiteX947" fmla="*/ 2844845 w 7467600"/>
              <a:gd name="connsiteY947" fmla="*/ 127638 h 6858000"/>
              <a:gd name="connsiteX948" fmla="*/ 2867960 w 7467600"/>
              <a:gd name="connsiteY948" fmla="*/ 0 h 6858000"/>
              <a:gd name="connsiteX949" fmla="*/ 1057230 w 7467600"/>
              <a:gd name="connsiteY949" fmla="*/ 0 h 6858000"/>
              <a:gd name="connsiteX950" fmla="*/ 1111003 w 7467600"/>
              <a:gd name="connsiteY950" fmla="*/ 0 h 6858000"/>
              <a:gd name="connsiteX951" fmla="*/ 1125553 w 7467600"/>
              <a:gd name="connsiteY951" fmla="*/ 52588 h 6858000"/>
              <a:gd name="connsiteX952" fmla="*/ 1304276 w 7467600"/>
              <a:gd name="connsiteY952" fmla="*/ 476275 h 6858000"/>
              <a:gd name="connsiteX953" fmla="*/ 1492066 w 7467600"/>
              <a:gd name="connsiteY953" fmla="*/ 886333 h 6858000"/>
              <a:gd name="connsiteX954" fmla="*/ 1423698 w 7467600"/>
              <a:gd name="connsiteY954" fmla="*/ 710817 h 6858000"/>
              <a:gd name="connsiteX955" fmla="*/ 1357609 w 7467600"/>
              <a:gd name="connsiteY955" fmla="*/ 532892 h 6858000"/>
              <a:gd name="connsiteX956" fmla="*/ 1309550 w 7467600"/>
              <a:gd name="connsiteY956" fmla="*/ 374031 h 6858000"/>
              <a:gd name="connsiteX957" fmla="*/ 1193673 w 7467600"/>
              <a:gd name="connsiteY957" fmla="*/ 49533 h 6858000"/>
              <a:gd name="connsiteX958" fmla="*/ 1164391 w 7467600"/>
              <a:gd name="connsiteY958" fmla="*/ 0 h 6858000"/>
              <a:gd name="connsiteX959" fmla="*/ 1200666 w 7467600"/>
              <a:gd name="connsiteY959" fmla="*/ 0 h 6858000"/>
              <a:gd name="connsiteX960" fmla="*/ 1223408 w 7467600"/>
              <a:gd name="connsiteY960" fmla="*/ 38996 h 6858000"/>
              <a:gd name="connsiteX961" fmla="*/ 1339635 w 7467600"/>
              <a:gd name="connsiteY961" fmla="*/ 365517 h 6858000"/>
              <a:gd name="connsiteX962" fmla="*/ 1387469 w 7467600"/>
              <a:gd name="connsiteY962" fmla="*/ 523079 h 6858000"/>
              <a:gd name="connsiteX963" fmla="*/ 1452685 w 7467600"/>
              <a:gd name="connsiteY963" fmla="*/ 699806 h 6858000"/>
              <a:gd name="connsiteX964" fmla="*/ 1492092 w 7467600"/>
              <a:gd name="connsiteY964" fmla="*/ 800424 h 6858000"/>
              <a:gd name="connsiteX965" fmla="*/ 1455302 w 7467600"/>
              <a:gd name="connsiteY965" fmla="*/ 632913 h 6858000"/>
              <a:gd name="connsiteX966" fmla="*/ 1222336 w 7467600"/>
              <a:gd name="connsiteY966" fmla="*/ 9480 h 6858000"/>
              <a:gd name="connsiteX967" fmla="*/ 1214634 w 7467600"/>
              <a:gd name="connsiteY967" fmla="*/ 0 h 6858000"/>
              <a:gd name="connsiteX968" fmla="*/ 1289827 w 7467600"/>
              <a:gd name="connsiteY968" fmla="*/ 0 h 6858000"/>
              <a:gd name="connsiteX969" fmla="*/ 1321076 w 7467600"/>
              <a:gd name="connsiteY969" fmla="*/ 59722 h 6858000"/>
              <a:gd name="connsiteX970" fmla="*/ 1512579 w 7467600"/>
              <a:gd name="connsiteY970" fmla="*/ 626441 h 6858000"/>
              <a:gd name="connsiteX971" fmla="*/ 1506076 w 7467600"/>
              <a:gd name="connsiteY971" fmla="*/ 1089289 h 6858000"/>
              <a:gd name="connsiteX972" fmla="*/ 1486346 w 7467600"/>
              <a:gd name="connsiteY972" fmla="*/ 1079919 h 6858000"/>
              <a:gd name="connsiteX973" fmla="*/ 1070511 w 7467600"/>
              <a:gd name="connsiteY973" fmla="*/ 48609 h 6858000"/>
              <a:gd name="connsiteX974" fmla="*/ 1057230 w 7467600"/>
              <a:gd name="connsiteY974" fmla="*/ 0 h 6858000"/>
              <a:gd name="connsiteX975" fmla="*/ 43151 w 7467600"/>
              <a:gd name="connsiteY975" fmla="*/ 0 h 6858000"/>
              <a:gd name="connsiteX976" fmla="*/ 95283 w 7467600"/>
              <a:gd name="connsiteY976" fmla="*/ 0 h 6858000"/>
              <a:gd name="connsiteX977" fmla="*/ 300708 w 7467600"/>
              <a:gd name="connsiteY977" fmla="*/ 154571 h 6858000"/>
              <a:gd name="connsiteX978" fmla="*/ 530414 w 7467600"/>
              <a:gd name="connsiteY978" fmla="*/ 354673 h 6858000"/>
              <a:gd name="connsiteX979" fmla="*/ 333785 w 7467600"/>
              <a:gd name="connsiteY979" fmla="*/ 161564 h 6858000"/>
              <a:gd name="connsiteX980" fmla="*/ 147005 w 7467600"/>
              <a:gd name="connsiteY980" fmla="*/ 0 h 6858000"/>
              <a:gd name="connsiteX981" fmla="*/ 272509 w 7467600"/>
              <a:gd name="connsiteY981" fmla="*/ 0 h 6858000"/>
              <a:gd name="connsiteX982" fmla="*/ 326276 w 7467600"/>
              <a:gd name="connsiteY982" fmla="*/ 45847 h 6858000"/>
              <a:gd name="connsiteX983" fmla="*/ 823759 w 7467600"/>
              <a:gd name="connsiteY983" fmla="*/ 574145 h 6858000"/>
              <a:gd name="connsiteX984" fmla="*/ 811254 w 7467600"/>
              <a:gd name="connsiteY984" fmla="*/ 665546 h 6858000"/>
              <a:gd name="connsiteX985" fmla="*/ 154042 w 7467600"/>
              <a:gd name="connsiteY985" fmla="*/ 261522 h 6858000"/>
              <a:gd name="connsiteX986" fmla="*/ 13550 w 7467600"/>
              <a:gd name="connsiteY986" fmla="*/ 158423 h 6858000"/>
              <a:gd name="connsiteX987" fmla="*/ 0 w 7467600"/>
              <a:gd name="connsiteY987" fmla="*/ 146618 h 6858000"/>
              <a:gd name="connsiteX988" fmla="*/ 0 w 7467600"/>
              <a:gd name="connsiteY988" fmla="*/ 59161 h 6858000"/>
              <a:gd name="connsiteX989" fmla="*/ 45427 w 7467600"/>
              <a:gd name="connsiteY989" fmla="*/ 101078 h 6858000"/>
              <a:gd name="connsiteX990" fmla="*/ 630103 w 7467600"/>
              <a:gd name="connsiteY990" fmla="*/ 485885 h 6858000"/>
              <a:gd name="connsiteX991" fmla="*/ 532040 w 7467600"/>
              <a:gd name="connsiteY991" fmla="*/ 399359 h 6858000"/>
              <a:gd name="connsiteX992" fmla="*/ 517618 w 7467600"/>
              <a:gd name="connsiteY992" fmla="*/ 385726 h 6858000"/>
              <a:gd name="connsiteX993" fmla="*/ 285074 w 7467600"/>
              <a:gd name="connsiteY993" fmla="*/ 182755 h 6858000"/>
              <a:gd name="connsiteX994" fmla="*/ 43151 w 7467600"/>
              <a:gd name="connsiteY994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27773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77736 h 6858000"/>
              <a:gd name="connsiteX138" fmla="*/ 1903353 w 7467600"/>
              <a:gd name="connsiteY138" fmla="*/ 5044827 h 6858000"/>
              <a:gd name="connsiteX139" fmla="*/ 1936931 w 7467600"/>
              <a:gd name="connsiteY139" fmla="*/ 5093954 h 6858000"/>
              <a:gd name="connsiteX140" fmla="*/ 2195868 w 7467600"/>
              <a:gd name="connsiteY140" fmla="*/ 5396574 h 6858000"/>
              <a:gd name="connsiteX141" fmla="*/ 2088852 w 7467600"/>
              <a:gd name="connsiteY141" fmla="*/ 5166123 h 6858000"/>
              <a:gd name="connsiteX142" fmla="*/ 1958241 w 7467600"/>
              <a:gd name="connsiteY142" fmla="*/ 5067955 h 6858000"/>
              <a:gd name="connsiteX143" fmla="*/ 1903353 w 7467600"/>
              <a:gd name="connsiteY143" fmla="*/ 5044827 h 6858000"/>
              <a:gd name="connsiteX144" fmla="*/ 1979378 w 7467600"/>
              <a:gd name="connsiteY144" fmla="*/ 4769504 h 6858000"/>
              <a:gd name="connsiteX145" fmla="*/ 2882120 w 7467600"/>
              <a:gd name="connsiteY145" fmla="*/ 5064547 h 6858000"/>
              <a:gd name="connsiteX146" fmla="*/ 2793103 w 7467600"/>
              <a:gd name="connsiteY146" fmla="*/ 5039699 h 6858000"/>
              <a:gd name="connsiteX147" fmla="*/ 2770041 w 7467600"/>
              <a:gd name="connsiteY147" fmla="*/ 5033634 h 6858000"/>
              <a:gd name="connsiteX148" fmla="*/ 1979378 w 7467600"/>
              <a:gd name="connsiteY148" fmla="*/ 4769504 h 6858000"/>
              <a:gd name="connsiteX149" fmla="*/ 1927410 w 7467600"/>
              <a:gd name="connsiteY149" fmla="*/ 4716164 h 6858000"/>
              <a:gd name="connsiteX150" fmla="*/ 1959587 w 7467600"/>
              <a:gd name="connsiteY150" fmla="*/ 4728849 h 6858000"/>
              <a:gd name="connsiteX151" fmla="*/ 2777707 w 7467600"/>
              <a:gd name="connsiteY151" fmla="*/ 5003991 h 6858000"/>
              <a:gd name="connsiteX152" fmla="*/ 2800768 w 7467600"/>
              <a:gd name="connsiteY152" fmla="*/ 5010056 h 6858000"/>
              <a:gd name="connsiteX153" fmla="*/ 2879408 w 7467600"/>
              <a:gd name="connsiteY153" fmla="*/ 5031590 h 6858000"/>
              <a:gd name="connsiteX154" fmla="*/ 2862295 w 7467600"/>
              <a:gd name="connsiteY154" fmla="*/ 5022958 h 6858000"/>
              <a:gd name="connsiteX155" fmla="*/ 2813343 w 7467600"/>
              <a:gd name="connsiteY155" fmla="*/ 4998369 h 6858000"/>
              <a:gd name="connsiteX156" fmla="*/ 2646245 w 7467600"/>
              <a:gd name="connsiteY156" fmla="*/ 4930999 h 6858000"/>
              <a:gd name="connsiteX157" fmla="*/ 1999243 w 7467600"/>
              <a:gd name="connsiteY157" fmla="*/ 4730524 h 6858000"/>
              <a:gd name="connsiteX158" fmla="*/ 1979527 w 7467600"/>
              <a:gd name="connsiteY158" fmla="*/ 4726651 h 6858000"/>
              <a:gd name="connsiteX159" fmla="*/ 1927410 w 7467600"/>
              <a:gd name="connsiteY159" fmla="*/ 4716164 h 6858000"/>
              <a:gd name="connsiteX160" fmla="*/ 1997014 w 7467600"/>
              <a:gd name="connsiteY160" fmla="*/ 4698007 h 6858000"/>
              <a:gd name="connsiteX161" fmla="*/ 2005458 w 7467600"/>
              <a:gd name="connsiteY161" fmla="*/ 4699540 h 6858000"/>
              <a:gd name="connsiteX162" fmla="*/ 2657186 w 7467600"/>
              <a:gd name="connsiteY162" fmla="*/ 4901687 h 6858000"/>
              <a:gd name="connsiteX163" fmla="*/ 2826662 w 7467600"/>
              <a:gd name="connsiteY163" fmla="*/ 4970362 h 6858000"/>
              <a:gd name="connsiteX164" fmla="*/ 2876100 w 7467600"/>
              <a:gd name="connsiteY164" fmla="*/ 4995397 h 6858000"/>
              <a:gd name="connsiteX165" fmla="*/ 3042600 w 7467600"/>
              <a:gd name="connsiteY165" fmla="*/ 5059532 h 6858000"/>
              <a:gd name="connsiteX166" fmla="*/ 1997014 w 7467600"/>
              <a:gd name="connsiteY166" fmla="*/ 4698007 h 6858000"/>
              <a:gd name="connsiteX167" fmla="*/ 2305292 w 7467600"/>
              <a:gd name="connsiteY167" fmla="*/ 4219492 h 6858000"/>
              <a:gd name="connsiteX168" fmla="*/ 3360922 w 7467600"/>
              <a:gd name="connsiteY168" fmla="*/ 4529373 h 6858000"/>
              <a:gd name="connsiteX169" fmla="*/ 3492420 w 7467600"/>
              <a:gd name="connsiteY169" fmla="*/ 4510145 h 6858000"/>
              <a:gd name="connsiteX170" fmla="*/ 3364086 w 7467600"/>
              <a:gd name="connsiteY170" fmla="*/ 4480340 h 6858000"/>
              <a:gd name="connsiteX171" fmla="*/ 3225818 w 7467600"/>
              <a:gd name="connsiteY171" fmla="*/ 4411822 h 6858000"/>
              <a:gd name="connsiteX172" fmla="*/ 3129696 w 7467600"/>
              <a:gd name="connsiteY172" fmla="*/ 4360704 h 6858000"/>
              <a:gd name="connsiteX173" fmla="*/ 2814545 w 7467600"/>
              <a:gd name="connsiteY173" fmla="*/ 4282955 h 6858000"/>
              <a:gd name="connsiteX174" fmla="*/ 2305292 w 7467600"/>
              <a:gd name="connsiteY174" fmla="*/ 4219492 h 6858000"/>
              <a:gd name="connsiteX175" fmla="*/ 2626982 w 7467600"/>
              <a:gd name="connsiteY175" fmla="*/ 4206450 h 6858000"/>
              <a:gd name="connsiteX176" fmla="*/ 2490617 w 7467600"/>
              <a:gd name="connsiteY176" fmla="*/ 4206951 h 6858000"/>
              <a:gd name="connsiteX177" fmla="*/ 2819869 w 7467600"/>
              <a:gd name="connsiteY177" fmla="*/ 4252936 h 6858000"/>
              <a:gd name="connsiteX178" fmla="*/ 3143018 w 7467600"/>
              <a:gd name="connsiteY178" fmla="*/ 4332698 h 6858000"/>
              <a:gd name="connsiteX179" fmla="*/ 3241520 w 7467600"/>
              <a:gd name="connsiteY179" fmla="*/ 4385112 h 6858000"/>
              <a:gd name="connsiteX180" fmla="*/ 3374575 w 7467600"/>
              <a:gd name="connsiteY180" fmla="*/ 4451517 h 6858000"/>
              <a:gd name="connsiteX181" fmla="*/ 3505221 w 7467600"/>
              <a:gd name="connsiteY181" fmla="*/ 4480757 h 6858000"/>
              <a:gd name="connsiteX182" fmla="*/ 2626982 w 7467600"/>
              <a:gd name="connsiteY182" fmla="*/ 4206450 h 6858000"/>
              <a:gd name="connsiteX183" fmla="*/ 1310106 w 7467600"/>
              <a:gd name="connsiteY183" fmla="*/ 3943217 h 6858000"/>
              <a:gd name="connsiteX184" fmla="*/ 854994 w 7467600"/>
              <a:gd name="connsiteY184" fmla="*/ 4399136 h 6858000"/>
              <a:gd name="connsiteX185" fmla="*/ 742462 w 7467600"/>
              <a:gd name="connsiteY185" fmla="*/ 4594648 h 6858000"/>
              <a:gd name="connsiteX186" fmla="*/ 820602 w 7467600"/>
              <a:gd name="connsiteY186" fmla="*/ 4485915 h 6858000"/>
              <a:gd name="connsiteX187" fmla="*/ 878295 w 7467600"/>
              <a:gd name="connsiteY187" fmla="*/ 4403594 h 6858000"/>
              <a:gd name="connsiteX188" fmla="*/ 1240607 w 7467600"/>
              <a:gd name="connsiteY188" fmla="*/ 4010401 h 6858000"/>
              <a:gd name="connsiteX189" fmla="*/ 1310106 w 7467600"/>
              <a:gd name="connsiteY189" fmla="*/ 3943217 h 6858000"/>
              <a:gd name="connsiteX190" fmla="*/ 1423113 w 7467600"/>
              <a:gd name="connsiteY190" fmla="*/ 3874565 h 6858000"/>
              <a:gd name="connsiteX191" fmla="*/ 1260565 w 7467600"/>
              <a:gd name="connsiteY191" fmla="*/ 4031982 h 6858000"/>
              <a:gd name="connsiteX192" fmla="*/ 901900 w 7467600"/>
              <a:gd name="connsiteY192" fmla="*/ 4421236 h 6858000"/>
              <a:gd name="connsiteX193" fmla="*/ 845044 w 7467600"/>
              <a:gd name="connsiteY193" fmla="*/ 4502436 h 6858000"/>
              <a:gd name="connsiteX194" fmla="*/ 685926 w 7467600"/>
              <a:gd name="connsiteY194" fmla="*/ 4703069 h 6858000"/>
              <a:gd name="connsiteX195" fmla="*/ 684248 w 7467600"/>
              <a:gd name="connsiteY195" fmla="*/ 4706721 h 6858000"/>
              <a:gd name="connsiteX196" fmla="*/ 1423113 w 7467600"/>
              <a:gd name="connsiteY196" fmla="*/ 3874565 h 6858000"/>
              <a:gd name="connsiteX197" fmla="*/ 3316479 w 7467600"/>
              <a:gd name="connsiteY197" fmla="*/ 3872136 h 6858000"/>
              <a:gd name="connsiteX198" fmla="*/ 3546806 w 7467600"/>
              <a:gd name="connsiteY198" fmla="*/ 4356139 h 6858000"/>
              <a:gd name="connsiteX199" fmla="*/ 3364433 w 7467600"/>
              <a:gd name="connsiteY199" fmla="*/ 3953121 h 6858000"/>
              <a:gd name="connsiteX200" fmla="*/ 3316479 w 7467600"/>
              <a:gd name="connsiteY200" fmla="*/ 3872136 h 6858000"/>
              <a:gd name="connsiteX201" fmla="*/ 3291335 w 7467600"/>
              <a:gd name="connsiteY201" fmla="*/ 3767420 h 6858000"/>
              <a:gd name="connsiteX202" fmla="*/ 3390805 w 7467600"/>
              <a:gd name="connsiteY202" fmla="*/ 3937163 h 6858000"/>
              <a:gd name="connsiteX203" fmla="*/ 3579062 w 7467600"/>
              <a:gd name="connsiteY203" fmla="*/ 4359040 h 6858000"/>
              <a:gd name="connsiteX204" fmla="*/ 3467355 w 7467600"/>
              <a:gd name="connsiteY204" fmla="*/ 3988130 h 6858000"/>
              <a:gd name="connsiteX205" fmla="*/ 3310753 w 7467600"/>
              <a:gd name="connsiteY205" fmla="*/ 3787140 h 6858000"/>
              <a:gd name="connsiteX206" fmla="*/ 3291335 w 7467600"/>
              <a:gd name="connsiteY206" fmla="*/ 3767420 h 6858000"/>
              <a:gd name="connsiteX207" fmla="*/ 1635889 w 7467600"/>
              <a:gd name="connsiteY207" fmla="*/ 3709494 h 6858000"/>
              <a:gd name="connsiteX208" fmla="*/ 1634800 w 7467600"/>
              <a:gd name="connsiteY208" fmla="*/ 3731111 h 6858000"/>
              <a:gd name="connsiteX209" fmla="*/ 1635889 w 7467600"/>
              <a:gd name="connsiteY209" fmla="*/ 3709494 h 6858000"/>
              <a:gd name="connsiteX210" fmla="*/ 1510397 w 7467600"/>
              <a:gd name="connsiteY210" fmla="*/ 3684705 h 6858000"/>
              <a:gd name="connsiteX211" fmla="*/ 1146550 w 7467600"/>
              <a:gd name="connsiteY211" fmla="*/ 3802012 h 6858000"/>
              <a:gd name="connsiteX212" fmla="*/ 698834 w 7467600"/>
              <a:gd name="connsiteY212" fmla="*/ 3952272 h 6858000"/>
              <a:gd name="connsiteX213" fmla="*/ 34256 w 7467600"/>
              <a:gd name="connsiteY213" fmla="*/ 4347603 h 6858000"/>
              <a:gd name="connsiteX214" fmla="*/ 527241 w 7467600"/>
              <a:gd name="connsiteY214" fmla="*/ 4065078 h 6858000"/>
              <a:gd name="connsiteX215" fmla="*/ 1510397 w 7467600"/>
              <a:gd name="connsiteY215" fmla="*/ 3684705 h 6858000"/>
              <a:gd name="connsiteX216" fmla="*/ 1313114 w 7467600"/>
              <a:gd name="connsiteY216" fmla="*/ 3655216 h 6858000"/>
              <a:gd name="connsiteX217" fmla="*/ 1109304 w 7467600"/>
              <a:gd name="connsiteY217" fmla="*/ 3669030 h 6858000"/>
              <a:gd name="connsiteX218" fmla="*/ 8129 w 7467600"/>
              <a:gd name="connsiteY218" fmla="*/ 4330519 h 6858000"/>
              <a:gd name="connsiteX219" fmla="*/ 687572 w 7467600"/>
              <a:gd name="connsiteY219" fmla="*/ 3925629 h 6858000"/>
              <a:gd name="connsiteX220" fmla="*/ 1138365 w 7467600"/>
              <a:gd name="connsiteY220" fmla="*/ 3774515 h 6858000"/>
              <a:gd name="connsiteX221" fmla="*/ 1505579 w 7467600"/>
              <a:gd name="connsiteY221" fmla="*/ 3655526 h 6858000"/>
              <a:gd name="connsiteX222" fmla="*/ 1313114 w 7467600"/>
              <a:gd name="connsiteY222" fmla="*/ 3655216 h 6858000"/>
              <a:gd name="connsiteX223" fmla="*/ 3655073 w 7467600"/>
              <a:gd name="connsiteY223" fmla="*/ 3650884 h 6858000"/>
              <a:gd name="connsiteX224" fmla="*/ 3989938 w 7467600"/>
              <a:gd name="connsiteY224" fmla="*/ 3991685 h 6858000"/>
              <a:gd name="connsiteX225" fmla="*/ 4393907 w 7467600"/>
              <a:gd name="connsiteY225" fmla="*/ 4261258 h 6858000"/>
              <a:gd name="connsiteX226" fmla="*/ 4648051 w 7467600"/>
              <a:gd name="connsiteY226" fmla="*/ 4374051 h 6858000"/>
              <a:gd name="connsiteX227" fmla="*/ 4383389 w 7467600"/>
              <a:gd name="connsiteY227" fmla="*/ 4184369 h 6858000"/>
              <a:gd name="connsiteX228" fmla="*/ 4165508 w 7467600"/>
              <a:gd name="connsiteY228" fmla="*/ 4035196 h 6858000"/>
              <a:gd name="connsiteX229" fmla="*/ 4068162 w 7467600"/>
              <a:gd name="connsiteY229" fmla="*/ 3953394 h 6858000"/>
              <a:gd name="connsiteX230" fmla="*/ 3981416 w 7467600"/>
              <a:gd name="connsiteY230" fmla="*/ 3880482 h 6858000"/>
              <a:gd name="connsiteX231" fmla="*/ 3800147 w 7467600"/>
              <a:gd name="connsiteY231" fmla="*/ 3749872 h 6858000"/>
              <a:gd name="connsiteX232" fmla="*/ 3655073 w 7467600"/>
              <a:gd name="connsiteY232" fmla="*/ 3650884 h 6858000"/>
              <a:gd name="connsiteX233" fmla="*/ 3670252 w 7467600"/>
              <a:gd name="connsiteY233" fmla="*/ 3622798 h 6858000"/>
              <a:gd name="connsiteX234" fmla="*/ 3817258 w 7467600"/>
              <a:gd name="connsiteY234" fmla="*/ 3723577 h 6858000"/>
              <a:gd name="connsiteX235" fmla="*/ 4000461 w 7467600"/>
              <a:gd name="connsiteY235" fmla="*/ 3855966 h 6858000"/>
              <a:gd name="connsiteX236" fmla="*/ 4088180 w 7467600"/>
              <a:gd name="connsiteY236" fmla="*/ 3929774 h 6858000"/>
              <a:gd name="connsiteX237" fmla="*/ 4184555 w 7467600"/>
              <a:gd name="connsiteY237" fmla="*/ 4010683 h 6858000"/>
              <a:gd name="connsiteX238" fmla="*/ 4399563 w 7467600"/>
              <a:gd name="connsiteY238" fmla="*/ 4158106 h 6858000"/>
              <a:gd name="connsiteX239" fmla="*/ 4684469 w 7467600"/>
              <a:gd name="connsiteY239" fmla="*/ 4364680 h 6858000"/>
              <a:gd name="connsiteX240" fmla="*/ 4690271 w 7467600"/>
              <a:gd name="connsiteY240" fmla="*/ 4370034 h 6858000"/>
              <a:gd name="connsiteX241" fmla="*/ 4136093 w 7467600"/>
              <a:gd name="connsiteY241" fmla="*/ 3858466 h 6858000"/>
              <a:gd name="connsiteX242" fmla="*/ 3670252 w 7467600"/>
              <a:gd name="connsiteY242" fmla="*/ 3622798 h 6858000"/>
              <a:gd name="connsiteX243" fmla="*/ 4440129 w 7467600"/>
              <a:gd name="connsiteY243" fmla="*/ 3448571 h 6858000"/>
              <a:gd name="connsiteX244" fmla="*/ 4856525 w 7467600"/>
              <a:gd name="connsiteY244" fmla="*/ 3915351 h 6858000"/>
              <a:gd name="connsiteX245" fmla="*/ 5059055 w 7467600"/>
              <a:gd name="connsiteY245" fmla="*/ 4108918 h 6858000"/>
              <a:gd name="connsiteX246" fmla="*/ 5290070 w 7467600"/>
              <a:gd name="connsiteY246" fmla="*/ 4263619 h 6858000"/>
              <a:gd name="connsiteX247" fmla="*/ 4834991 w 7467600"/>
              <a:gd name="connsiteY247" fmla="*/ 3830985 h 6858000"/>
              <a:gd name="connsiteX248" fmla="*/ 4440129 w 7467600"/>
              <a:gd name="connsiteY248" fmla="*/ 3448571 h 6858000"/>
              <a:gd name="connsiteX249" fmla="*/ 4441737 w 7467600"/>
              <a:gd name="connsiteY249" fmla="*/ 3399734 h 6858000"/>
              <a:gd name="connsiteX250" fmla="*/ 4431236 w 7467600"/>
              <a:gd name="connsiteY250" fmla="*/ 3400954 h 6858000"/>
              <a:gd name="connsiteX251" fmla="*/ 4557150 w 7467600"/>
              <a:gd name="connsiteY251" fmla="*/ 3510023 h 6858000"/>
              <a:gd name="connsiteX252" fmla="*/ 4856936 w 7467600"/>
              <a:gd name="connsiteY252" fmla="*/ 3809146 h 6858000"/>
              <a:gd name="connsiteX253" fmla="*/ 5111996 w 7467600"/>
              <a:gd name="connsiteY253" fmla="*/ 4065759 h 6858000"/>
              <a:gd name="connsiteX254" fmla="*/ 5388878 w 7467600"/>
              <a:gd name="connsiteY254" fmla="*/ 4300185 h 6858000"/>
              <a:gd name="connsiteX255" fmla="*/ 5425556 w 7467600"/>
              <a:gd name="connsiteY255" fmla="*/ 4308967 h 6858000"/>
              <a:gd name="connsiteX256" fmla="*/ 4943646 w 7467600"/>
              <a:gd name="connsiteY256" fmla="*/ 3822916 h 6858000"/>
              <a:gd name="connsiteX257" fmla="*/ 4594837 w 7467600"/>
              <a:gd name="connsiteY257" fmla="*/ 3532274 h 6858000"/>
              <a:gd name="connsiteX258" fmla="*/ 4441737 w 7467600"/>
              <a:gd name="connsiteY258" fmla="*/ 3399734 h 6858000"/>
              <a:gd name="connsiteX259" fmla="*/ 5425834 w 7467600"/>
              <a:gd name="connsiteY259" fmla="*/ 3162785 h 6858000"/>
              <a:gd name="connsiteX260" fmla="*/ 5401644 w 7467600"/>
              <a:gd name="connsiteY260" fmla="*/ 3617847 h 6858000"/>
              <a:gd name="connsiteX261" fmla="*/ 5467256 w 7467600"/>
              <a:gd name="connsiteY261" fmla="*/ 4175494 h 6858000"/>
              <a:gd name="connsiteX262" fmla="*/ 5448069 w 7467600"/>
              <a:gd name="connsiteY262" fmla="*/ 3567554 h 6858000"/>
              <a:gd name="connsiteX263" fmla="*/ 5425834 w 7467600"/>
              <a:gd name="connsiteY263" fmla="*/ 3162785 h 6858000"/>
              <a:gd name="connsiteX264" fmla="*/ 1318687 w 7467600"/>
              <a:gd name="connsiteY264" fmla="*/ 3113840 h 6858000"/>
              <a:gd name="connsiteX265" fmla="*/ 1066793 w 7467600"/>
              <a:gd name="connsiteY265" fmla="*/ 3212171 h 6858000"/>
              <a:gd name="connsiteX266" fmla="*/ 993319 w 7467600"/>
              <a:gd name="connsiteY266" fmla="*/ 3247648 h 6858000"/>
              <a:gd name="connsiteX267" fmla="*/ 853081 w 7467600"/>
              <a:gd name="connsiteY267" fmla="*/ 3312410 h 6858000"/>
              <a:gd name="connsiteX268" fmla="*/ 805957 w 7467600"/>
              <a:gd name="connsiteY268" fmla="*/ 3330443 h 6858000"/>
              <a:gd name="connsiteX269" fmla="*/ 1318687 w 7467600"/>
              <a:gd name="connsiteY269" fmla="*/ 3113840 h 6858000"/>
              <a:gd name="connsiteX270" fmla="*/ 5453702 w 7467600"/>
              <a:gd name="connsiteY270" fmla="*/ 3090882 h 6858000"/>
              <a:gd name="connsiteX271" fmla="*/ 5480135 w 7467600"/>
              <a:gd name="connsiteY271" fmla="*/ 3565802 h 6858000"/>
              <a:gd name="connsiteX272" fmla="*/ 5499023 w 7467600"/>
              <a:gd name="connsiteY272" fmla="*/ 4166310 h 6858000"/>
              <a:gd name="connsiteX273" fmla="*/ 5547022 w 7467600"/>
              <a:gd name="connsiteY273" fmla="*/ 3607838 h 6858000"/>
              <a:gd name="connsiteX274" fmla="*/ 5515964 w 7467600"/>
              <a:gd name="connsiteY274" fmla="*/ 3378541 h 6858000"/>
              <a:gd name="connsiteX275" fmla="*/ 5453702 w 7467600"/>
              <a:gd name="connsiteY275" fmla="*/ 3090882 h 6858000"/>
              <a:gd name="connsiteX276" fmla="*/ 1238695 w 7467600"/>
              <a:gd name="connsiteY276" fmla="*/ 3076820 h 6858000"/>
              <a:gd name="connsiteX277" fmla="*/ 716371 w 7467600"/>
              <a:gd name="connsiteY277" fmla="*/ 3293249 h 6858000"/>
              <a:gd name="connsiteX278" fmla="*/ 579522 w 7467600"/>
              <a:gd name="connsiteY278" fmla="*/ 3371759 h 6858000"/>
              <a:gd name="connsiteX279" fmla="*/ 600288 w 7467600"/>
              <a:gd name="connsiteY279" fmla="*/ 3365555 h 6858000"/>
              <a:gd name="connsiteX280" fmla="*/ 840692 w 7467600"/>
              <a:gd name="connsiteY280" fmla="*/ 3284921 h 6858000"/>
              <a:gd name="connsiteX281" fmla="*/ 979248 w 7467600"/>
              <a:gd name="connsiteY281" fmla="*/ 3221003 h 6858000"/>
              <a:gd name="connsiteX282" fmla="*/ 1053282 w 7467600"/>
              <a:gd name="connsiteY282" fmla="*/ 3185247 h 6858000"/>
              <a:gd name="connsiteX283" fmla="*/ 1320603 w 7467600"/>
              <a:gd name="connsiteY283" fmla="*/ 3081281 h 6858000"/>
              <a:gd name="connsiteX284" fmla="*/ 1238695 w 7467600"/>
              <a:gd name="connsiteY284" fmla="*/ 3076820 h 6858000"/>
              <a:gd name="connsiteX285" fmla="*/ 5425627 w 7467600"/>
              <a:gd name="connsiteY285" fmla="*/ 2954192 h 6858000"/>
              <a:gd name="connsiteX286" fmla="*/ 5470770 w 7467600"/>
              <a:gd name="connsiteY286" fmla="*/ 3005435 h 6858000"/>
              <a:gd name="connsiteX287" fmla="*/ 5519779 w 7467600"/>
              <a:gd name="connsiteY287" fmla="*/ 4359223 h 6858000"/>
              <a:gd name="connsiteX288" fmla="*/ 5520293 w 7467600"/>
              <a:gd name="connsiteY288" fmla="*/ 4360602 h 6858000"/>
              <a:gd name="connsiteX289" fmla="*/ 5767221 w 7467600"/>
              <a:gd name="connsiteY289" fmla="*/ 4665564 h 6858000"/>
              <a:gd name="connsiteX290" fmla="*/ 6937169 w 7467600"/>
              <a:gd name="connsiteY290" fmla="*/ 4815941 h 6858000"/>
              <a:gd name="connsiteX291" fmla="*/ 6953922 w 7467600"/>
              <a:gd name="connsiteY291" fmla="*/ 4890068 h 6858000"/>
              <a:gd name="connsiteX292" fmla="*/ 6071359 w 7467600"/>
              <a:gd name="connsiteY292" fmla="*/ 4770770 h 6858000"/>
              <a:gd name="connsiteX293" fmla="*/ 6038839 w 7467600"/>
              <a:gd name="connsiteY293" fmla="*/ 4764474 h 6858000"/>
              <a:gd name="connsiteX294" fmla="*/ 6038706 w 7467600"/>
              <a:gd name="connsiteY294" fmla="*/ 4763847 h 6858000"/>
              <a:gd name="connsiteX295" fmla="*/ 6037784 w 7467600"/>
              <a:gd name="connsiteY295" fmla="*/ 4764270 h 6858000"/>
              <a:gd name="connsiteX296" fmla="*/ 6038839 w 7467600"/>
              <a:gd name="connsiteY296" fmla="*/ 4764474 h 6858000"/>
              <a:gd name="connsiteX297" fmla="*/ 6040338 w 7467600"/>
              <a:gd name="connsiteY297" fmla="*/ 4771418 h 6858000"/>
              <a:gd name="connsiteX298" fmla="*/ 6024488 w 7467600"/>
              <a:gd name="connsiteY298" fmla="*/ 4809903 h 6858000"/>
              <a:gd name="connsiteX299" fmla="*/ 5599771 w 7467600"/>
              <a:gd name="connsiteY299" fmla="*/ 5509652 h 6858000"/>
              <a:gd name="connsiteX300" fmla="*/ 5548843 w 7467600"/>
              <a:gd name="connsiteY300" fmla="*/ 5563845 h 6858000"/>
              <a:gd name="connsiteX301" fmla="*/ 5940952 w 7467600"/>
              <a:gd name="connsiteY301" fmla="*/ 6250028 h 6858000"/>
              <a:gd name="connsiteX302" fmla="*/ 6043441 w 7467600"/>
              <a:gd name="connsiteY302" fmla="*/ 6665847 h 6858000"/>
              <a:gd name="connsiteX303" fmla="*/ 6093432 w 7467600"/>
              <a:gd name="connsiteY303" fmla="*/ 6858000 h 6858000"/>
              <a:gd name="connsiteX304" fmla="*/ 6034344 w 7467600"/>
              <a:gd name="connsiteY304" fmla="*/ 6858000 h 6858000"/>
              <a:gd name="connsiteX305" fmla="*/ 6026679 w 7467600"/>
              <a:gd name="connsiteY305" fmla="*/ 6836959 h 6858000"/>
              <a:gd name="connsiteX306" fmla="*/ 5800441 w 7467600"/>
              <a:gd name="connsiteY306" fmla="*/ 6335286 h 6858000"/>
              <a:gd name="connsiteX307" fmla="*/ 5526562 w 7467600"/>
              <a:gd name="connsiteY307" fmla="*/ 5705388 h 6858000"/>
              <a:gd name="connsiteX308" fmla="*/ 5519640 w 7467600"/>
              <a:gd name="connsiteY308" fmla="*/ 5683774 h 6858000"/>
              <a:gd name="connsiteX309" fmla="*/ 5844559 w 7467600"/>
              <a:gd name="connsiteY309" fmla="*/ 6553349 h 6858000"/>
              <a:gd name="connsiteX310" fmla="*/ 5975994 w 7467600"/>
              <a:gd name="connsiteY310" fmla="*/ 6858000 h 6858000"/>
              <a:gd name="connsiteX311" fmla="*/ 5898547 w 7467600"/>
              <a:gd name="connsiteY311" fmla="*/ 6858000 h 6858000"/>
              <a:gd name="connsiteX312" fmla="*/ 5682041 w 7467600"/>
              <a:gd name="connsiteY312" fmla="*/ 6355860 h 6858000"/>
              <a:gd name="connsiteX313" fmla="*/ 5461758 w 7467600"/>
              <a:gd name="connsiteY313" fmla="*/ 5820220 h 6858000"/>
              <a:gd name="connsiteX314" fmla="*/ 5237282 w 7467600"/>
              <a:gd name="connsiteY314" fmla="*/ 6579086 h 6858000"/>
              <a:gd name="connsiteX315" fmla="*/ 5115009 w 7467600"/>
              <a:gd name="connsiteY315" fmla="*/ 6858000 h 6858000"/>
              <a:gd name="connsiteX316" fmla="*/ 5028074 w 7467600"/>
              <a:gd name="connsiteY316" fmla="*/ 6858000 h 6858000"/>
              <a:gd name="connsiteX317" fmla="*/ 5079508 w 7467600"/>
              <a:gd name="connsiteY317" fmla="*/ 6749074 h 6858000"/>
              <a:gd name="connsiteX318" fmla="*/ 5371846 w 7467600"/>
              <a:gd name="connsiteY318" fmla="*/ 5924413 h 6858000"/>
              <a:gd name="connsiteX319" fmla="*/ 5270512 w 7467600"/>
              <a:gd name="connsiteY319" fmla="*/ 6138975 h 6858000"/>
              <a:gd name="connsiteX320" fmla="*/ 5062409 w 7467600"/>
              <a:gd name="connsiteY320" fmla="*/ 6653544 h 6858000"/>
              <a:gd name="connsiteX321" fmla="*/ 5036628 w 7467600"/>
              <a:gd name="connsiteY321" fmla="*/ 6754247 h 6858000"/>
              <a:gd name="connsiteX322" fmla="*/ 5009112 w 7467600"/>
              <a:gd name="connsiteY322" fmla="*/ 6858000 h 6858000"/>
              <a:gd name="connsiteX323" fmla="*/ 4976679 w 7467600"/>
              <a:gd name="connsiteY323" fmla="*/ 6858000 h 6858000"/>
              <a:gd name="connsiteX324" fmla="*/ 5006537 w 7467600"/>
              <a:gd name="connsiteY324" fmla="*/ 6747068 h 6858000"/>
              <a:gd name="connsiteX325" fmla="*/ 5032723 w 7467600"/>
              <a:gd name="connsiteY325" fmla="*/ 6644957 h 6858000"/>
              <a:gd name="connsiteX326" fmla="*/ 5242949 w 7467600"/>
              <a:gd name="connsiteY326" fmla="*/ 6125175 h 6858000"/>
              <a:gd name="connsiteX327" fmla="*/ 5286321 w 7467600"/>
              <a:gd name="connsiteY327" fmla="*/ 6033555 h 6858000"/>
              <a:gd name="connsiteX328" fmla="*/ 5008210 w 7467600"/>
              <a:gd name="connsiteY328" fmla="*/ 6649194 h 6858000"/>
              <a:gd name="connsiteX329" fmla="*/ 4986321 w 7467600"/>
              <a:gd name="connsiteY329" fmla="*/ 6765687 h 6858000"/>
              <a:gd name="connsiteX330" fmla="*/ 4973474 w 7467600"/>
              <a:gd name="connsiteY330" fmla="*/ 6858000 h 6858000"/>
              <a:gd name="connsiteX331" fmla="*/ 4907178 w 7467600"/>
              <a:gd name="connsiteY331" fmla="*/ 6858000 h 6858000"/>
              <a:gd name="connsiteX332" fmla="*/ 4910810 w 7467600"/>
              <a:gd name="connsiteY332" fmla="*/ 6829660 h 6858000"/>
              <a:gd name="connsiteX333" fmla="*/ 4987461 w 7467600"/>
              <a:gd name="connsiteY333" fmla="*/ 6432994 h 6858000"/>
              <a:gd name="connsiteX334" fmla="*/ 5179262 w 7467600"/>
              <a:gd name="connsiteY334" fmla="*/ 6035044 h 6858000"/>
              <a:gd name="connsiteX335" fmla="*/ 4689678 w 7467600"/>
              <a:gd name="connsiteY335" fmla="*/ 6440241 h 6858000"/>
              <a:gd name="connsiteX336" fmla="*/ 4477543 w 7467600"/>
              <a:gd name="connsiteY336" fmla="*/ 6674836 h 6858000"/>
              <a:gd name="connsiteX337" fmla="*/ 4329957 w 7467600"/>
              <a:gd name="connsiteY337" fmla="*/ 6858000 h 6858000"/>
              <a:gd name="connsiteX338" fmla="*/ 4218595 w 7467600"/>
              <a:gd name="connsiteY338" fmla="*/ 6858000 h 6858000"/>
              <a:gd name="connsiteX339" fmla="*/ 4368888 w 7467600"/>
              <a:gd name="connsiteY339" fmla="*/ 6668412 h 6858000"/>
              <a:gd name="connsiteX340" fmla="*/ 4563091 w 7467600"/>
              <a:gd name="connsiteY340" fmla="*/ 6442508 h 6858000"/>
              <a:gd name="connsiteX341" fmla="*/ 5387324 w 7467600"/>
              <a:gd name="connsiteY341" fmla="*/ 5705830 h 6858000"/>
              <a:gd name="connsiteX342" fmla="*/ 5073620 w 7467600"/>
              <a:gd name="connsiteY342" fmla="*/ 5955437 h 6858000"/>
              <a:gd name="connsiteX343" fmla="*/ 4689789 w 7467600"/>
              <a:gd name="connsiteY343" fmla="*/ 6268382 h 6858000"/>
              <a:gd name="connsiteX344" fmla="*/ 4418722 w 7467600"/>
              <a:gd name="connsiteY344" fmla="*/ 6570886 h 6858000"/>
              <a:gd name="connsiteX345" fmla="*/ 4214944 w 7467600"/>
              <a:gd name="connsiteY345" fmla="*/ 6858000 h 6858000"/>
              <a:gd name="connsiteX346" fmla="*/ 4177898 w 7467600"/>
              <a:gd name="connsiteY346" fmla="*/ 6858000 h 6858000"/>
              <a:gd name="connsiteX347" fmla="*/ 4391597 w 7467600"/>
              <a:gd name="connsiteY347" fmla="*/ 6556370 h 6858000"/>
              <a:gd name="connsiteX348" fmla="*/ 4668889 w 7467600"/>
              <a:gd name="connsiteY348" fmla="*/ 6246399 h 6858000"/>
              <a:gd name="connsiteX349" fmla="*/ 5055427 w 7467600"/>
              <a:gd name="connsiteY349" fmla="*/ 5931476 h 6858000"/>
              <a:gd name="connsiteX350" fmla="*/ 5371814 w 7467600"/>
              <a:gd name="connsiteY350" fmla="*/ 5678975 h 6858000"/>
              <a:gd name="connsiteX351" fmla="*/ 4987918 w 7467600"/>
              <a:gd name="connsiteY351" fmla="*/ 5838701 h 6858000"/>
              <a:gd name="connsiteX352" fmla="*/ 4317146 w 7467600"/>
              <a:gd name="connsiteY352" fmla="*/ 6587716 h 6858000"/>
              <a:gd name="connsiteX353" fmla="*/ 4171627 w 7467600"/>
              <a:gd name="connsiteY353" fmla="*/ 6858000 h 6858000"/>
              <a:gd name="connsiteX354" fmla="*/ 4081585 w 7467600"/>
              <a:gd name="connsiteY354" fmla="*/ 6858000 h 6858000"/>
              <a:gd name="connsiteX355" fmla="*/ 4238603 w 7467600"/>
              <a:gd name="connsiteY355" fmla="*/ 6559341 h 6858000"/>
              <a:gd name="connsiteX356" fmla="*/ 4778333 w 7467600"/>
              <a:gd name="connsiteY356" fmla="*/ 5873626 h 6858000"/>
              <a:gd name="connsiteX357" fmla="*/ 5414185 w 7467600"/>
              <a:gd name="connsiteY357" fmla="*/ 5573882 h 6858000"/>
              <a:gd name="connsiteX358" fmla="*/ 5959648 w 7467600"/>
              <a:gd name="connsiteY358" fmla="*/ 4760797 h 6858000"/>
              <a:gd name="connsiteX359" fmla="*/ 5355019 w 7467600"/>
              <a:gd name="connsiteY359" fmla="*/ 4734672 h 6858000"/>
              <a:gd name="connsiteX360" fmla="*/ 5083565 w 7467600"/>
              <a:gd name="connsiteY360" fmla="*/ 5179121 h 6858000"/>
              <a:gd name="connsiteX361" fmla="*/ 4713577 w 7467600"/>
              <a:gd name="connsiteY361" fmla="*/ 5616803 h 6858000"/>
              <a:gd name="connsiteX362" fmla="*/ 3989559 w 7467600"/>
              <a:gd name="connsiteY362" fmla="*/ 6145945 h 6858000"/>
              <a:gd name="connsiteX363" fmla="*/ 3939824 w 7467600"/>
              <a:gd name="connsiteY363" fmla="*/ 6066900 h 6858000"/>
              <a:gd name="connsiteX364" fmla="*/ 4584537 w 7467600"/>
              <a:gd name="connsiteY364" fmla="*/ 5324826 h 6858000"/>
              <a:gd name="connsiteX365" fmla="*/ 5037105 w 7467600"/>
              <a:gd name="connsiteY365" fmla="*/ 5088765 h 6858000"/>
              <a:gd name="connsiteX366" fmla="*/ 5039930 w 7467600"/>
              <a:gd name="connsiteY366" fmla="*/ 5089585 h 6858000"/>
              <a:gd name="connsiteX367" fmla="*/ 5263764 w 7467600"/>
              <a:gd name="connsiteY367" fmla="*/ 4735525 h 6858000"/>
              <a:gd name="connsiteX368" fmla="*/ 4086300 w 7467600"/>
              <a:gd name="connsiteY368" fmla="*/ 4884599 h 6858000"/>
              <a:gd name="connsiteX369" fmla="*/ 4085485 w 7467600"/>
              <a:gd name="connsiteY369" fmla="*/ 4899070 h 6858000"/>
              <a:gd name="connsiteX370" fmla="*/ 3871915 w 7467600"/>
              <a:gd name="connsiteY370" fmla="*/ 5253645 h 6858000"/>
              <a:gd name="connsiteX371" fmla="*/ 3799374 w 7467600"/>
              <a:gd name="connsiteY371" fmla="*/ 5466127 h 6858000"/>
              <a:gd name="connsiteX372" fmla="*/ 3498850 w 7467600"/>
              <a:gd name="connsiteY372" fmla="*/ 6661888 h 6858000"/>
              <a:gd name="connsiteX373" fmla="*/ 3399216 w 7467600"/>
              <a:gd name="connsiteY373" fmla="*/ 6858000 h 6858000"/>
              <a:gd name="connsiteX374" fmla="*/ 3303688 w 7467600"/>
              <a:gd name="connsiteY374" fmla="*/ 6858000 h 6858000"/>
              <a:gd name="connsiteX375" fmla="*/ 3391774 w 7467600"/>
              <a:gd name="connsiteY375" fmla="*/ 6697181 h 6858000"/>
              <a:gd name="connsiteX376" fmla="*/ 3735540 w 7467600"/>
              <a:gd name="connsiteY376" fmla="*/ 5546923 h 6858000"/>
              <a:gd name="connsiteX377" fmla="*/ 3729438 w 7467600"/>
              <a:gd name="connsiteY377" fmla="*/ 5569058 h 6858000"/>
              <a:gd name="connsiteX378" fmla="*/ 3707782 w 7467600"/>
              <a:gd name="connsiteY378" fmla="*/ 5644908 h 6858000"/>
              <a:gd name="connsiteX379" fmla="*/ 3583827 w 7467600"/>
              <a:gd name="connsiteY379" fmla="*/ 6039215 h 6858000"/>
              <a:gd name="connsiteX380" fmla="*/ 3547861 w 7467600"/>
              <a:gd name="connsiteY380" fmla="*/ 6129609 h 6858000"/>
              <a:gd name="connsiteX381" fmla="*/ 3490905 w 7467600"/>
              <a:gd name="connsiteY381" fmla="*/ 6277660 h 6858000"/>
              <a:gd name="connsiteX382" fmla="*/ 3455859 w 7467600"/>
              <a:gd name="connsiteY382" fmla="*/ 6391301 h 6858000"/>
              <a:gd name="connsiteX383" fmla="*/ 3429112 w 7467600"/>
              <a:gd name="connsiteY383" fmla="*/ 6479469 h 6858000"/>
              <a:gd name="connsiteX384" fmla="*/ 3304862 w 7467600"/>
              <a:gd name="connsiteY384" fmla="*/ 6796476 h 6858000"/>
              <a:gd name="connsiteX385" fmla="*/ 3276071 w 7467600"/>
              <a:gd name="connsiteY385" fmla="*/ 6858000 h 6858000"/>
              <a:gd name="connsiteX386" fmla="*/ 3240805 w 7467600"/>
              <a:gd name="connsiteY386" fmla="*/ 6858000 h 6858000"/>
              <a:gd name="connsiteX387" fmla="*/ 3275917 w 7467600"/>
              <a:gd name="connsiteY387" fmla="*/ 6783192 h 6858000"/>
              <a:gd name="connsiteX388" fmla="*/ 3399358 w 7467600"/>
              <a:gd name="connsiteY388" fmla="*/ 6469011 h 6858000"/>
              <a:gd name="connsiteX389" fmla="*/ 3425650 w 7467600"/>
              <a:gd name="connsiteY389" fmla="*/ 6381333 h 6858000"/>
              <a:gd name="connsiteX390" fmla="*/ 3460661 w 7467600"/>
              <a:gd name="connsiteY390" fmla="*/ 6266763 h 6858000"/>
              <a:gd name="connsiteX391" fmla="*/ 3518021 w 7467600"/>
              <a:gd name="connsiteY391" fmla="*/ 6117298 h 6858000"/>
              <a:gd name="connsiteX392" fmla="*/ 3554035 w 7467600"/>
              <a:gd name="connsiteY392" fmla="*/ 6027832 h 6858000"/>
              <a:gd name="connsiteX393" fmla="*/ 3677174 w 7467600"/>
              <a:gd name="connsiteY393" fmla="*/ 5636351 h 6858000"/>
              <a:gd name="connsiteX394" fmla="*/ 3698819 w 7467600"/>
              <a:gd name="connsiteY394" fmla="*/ 5560503 h 6858000"/>
              <a:gd name="connsiteX395" fmla="*/ 3702094 w 7467600"/>
              <a:gd name="connsiteY395" fmla="*/ 5549194 h 6858000"/>
              <a:gd name="connsiteX396" fmla="*/ 3398355 w 7467600"/>
              <a:gd name="connsiteY396" fmla="*/ 6094603 h 6858000"/>
              <a:gd name="connsiteX397" fmla="*/ 3193941 w 7467600"/>
              <a:gd name="connsiteY397" fmla="*/ 6798775 h 6858000"/>
              <a:gd name="connsiteX398" fmla="*/ 3184140 w 7467600"/>
              <a:gd name="connsiteY398" fmla="*/ 6858000 h 6858000"/>
              <a:gd name="connsiteX399" fmla="*/ 3099978 w 7467600"/>
              <a:gd name="connsiteY399" fmla="*/ 6858000 h 6858000"/>
              <a:gd name="connsiteX400" fmla="*/ 3101556 w 7467600"/>
              <a:gd name="connsiteY400" fmla="*/ 6843337 h 6858000"/>
              <a:gd name="connsiteX401" fmla="*/ 3370162 w 7467600"/>
              <a:gd name="connsiteY401" fmla="*/ 5785550 h 6858000"/>
              <a:gd name="connsiteX402" fmla="*/ 3746477 w 7467600"/>
              <a:gd name="connsiteY402" fmla="*/ 5377889 h 6858000"/>
              <a:gd name="connsiteX403" fmla="*/ 3863399 w 7467600"/>
              <a:gd name="connsiteY403" fmla="*/ 5087257 h 6858000"/>
              <a:gd name="connsiteX404" fmla="*/ 3968712 w 7467600"/>
              <a:gd name="connsiteY404" fmla="*/ 4913989 h 6858000"/>
              <a:gd name="connsiteX405" fmla="*/ 2792390 w 7467600"/>
              <a:gd name="connsiteY405" fmla="*/ 5382974 h 6858000"/>
              <a:gd name="connsiteX406" fmla="*/ 2714982 w 7467600"/>
              <a:gd name="connsiteY406" fmla="*/ 5427051 h 6858000"/>
              <a:gd name="connsiteX407" fmla="*/ 2813361 w 7467600"/>
              <a:gd name="connsiteY407" fmla="*/ 6023912 h 6858000"/>
              <a:gd name="connsiteX408" fmla="*/ 2688430 w 7467600"/>
              <a:gd name="connsiteY408" fmla="*/ 6801564 h 6858000"/>
              <a:gd name="connsiteX409" fmla="*/ 2629626 w 7467600"/>
              <a:gd name="connsiteY409" fmla="*/ 6763394 h 6858000"/>
              <a:gd name="connsiteX410" fmla="*/ 2565328 w 7467600"/>
              <a:gd name="connsiteY410" fmla="*/ 5516399 h 6858000"/>
              <a:gd name="connsiteX411" fmla="*/ 1922999 w 7467600"/>
              <a:gd name="connsiteY411" fmla="*/ 5980343 h 6858000"/>
              <a:gd name="connsiteX412" fmla="*/ 1950261 w 7467600"/>
              <a:gd name="connsiteY412" fmla="*/ 6405858 h 6858000"/>
              <a:gd name="connsiteX413" fmla="*/ 2365554 w 7467600"/>
              <a:gd name="connsiteY413" fmla="*/ 6759107 h 6858000"/>
              <a:gd name="connsiteX414" fmla="*/ 2424142 w 7467600"/>
              <a:gd name="connsiteY414" fmla="*/ 6858000 h 6858000"/>
              <a:gd name="connsiteX415" fmla="*/ 2395994 w 7467600"/>
              <a:gd name="connsiteY415" fmla="*/ 6858000 h 6858000"/>
              <a:gd name="connsiteX416" fmla="*/ 2392863 w 7467600"/>
              <a:gd name="connsiteY416" fmla="*/ 6852964 h 6858000"/>
              <a:gd name="connsiteX417" fmla="*/ 2017589 w 7467600"/>
              <a:gd name="connsiteY417" fmla="*/ 6493982 h 6858000"/>
              <a:gd name="connsiteX418" fmla="*/ 2147336 w 7467600"/>
              <a:gd name="connsiteY418" fmla="*/ 6594052 h 6858000"/>
              <a:gd name="connsiteX419" fmla="*/ 2207047 w 7467600"/>
              <a:gd name="connsiteY419" fmla="*/ 6654540 h 6858000"/>
              <a:gd name="connsiteX420" fmla="*/ 2299106 w 7467600"/>
              <a:gd name="connsiteY420" fmla="*/ 6778931 h 6858000"/>
              <a:gd name="connsiteX421" fmla="*/ 2314430 w 7467600"/>
              <a:gd name="connsiteY421" fmla="*/ 6801144 h 6858000"/>
              <a:gd name="connsiteX422" fmla="*/ 2352406 w 7467600"/>
              <a:gd name="connsiteY422" fmla="*/ 6858000 h 6858000"/>
              <a:gd name="connsiteX423" fmla="*/ 2314492 w 7467600"/>
              <a:gd name="connsiteY423" fmla="*/ 6858000 h 6858000"/>
              <a:gd name="connsiteX424" fmla="*/ 2288095 w 7467600"/>
              <a:gd name="connsiteY424" fmla="*/ 6818030 h 6858000"/>
              <a:gd name="connsiteX425" fmla="*/ 2272768 w 7467600"/>
              <a:gd name="connsiteY425" fmla="*/ 6795822 h 6858000"/>
              <a:gd name="connsiteX426" fmla="*/ 2182715 w 7467600"/>
              <a:gd name="connsiteY426" fmla="*/ 6675071 h 6858000"/>
              <a:gd name="connsiteX427" fmla="*/ 2032061 w 7467600"/>
              <a:gd name="connsiteY427" fmla="*/ 6541380 h 6858000"/>
              <a:gd name="connsiteX428" fmla="*/ 2257220 w 7467600"/>
              <a:gd name="connsiteY428" fmla="*/ 6826257 h 6858000"/>
              <a:gd name="connsiteX429" fmla="*/ 2281324 w 7467600"/>
              <a:gd name="connsiteY429" fmla="*/ 6858000 h 6858000"/>
              <a:gd name="connsiteX430" fmla="*/ 2242860 w 7467600"/>
              <a:gd name="connsiteY430" fmla="*/ 6858000 h 6858000"/>
              <a:gd name="connsiteX431" fmla="*/ 2232818 w 7467600"/>
              <a:gd name="connsiteY431" fmla="*/ 6844926 h 6858000"/>
              <a:gd name="connsiteX432" fmla="*/ 1990172 w 7467600"/>
              <a:gd name="connsiteY432" fmla="*/ 6542121 h 6858000"/>
              <a:gd name="connsiteX433" fmla="*/ 2124090 w 7467600"/>
              <a:gd name="connsiteY433" fmla="*/ 6761017 h 6858000"/>
              <a:gd name="connsiteX434" fmla="*/ 2200380 w 7467600"/>
              <a:gd name="connsiteY434" fmla="*/ 6858000 h 6858000"/>
              <a:gd name="connsiteX435" fmla="*/ 2147507 w 7467600"/>
              <a:gd name="connsiteY435" fmla="*/ 6858000 h 6858000"/>
              <a:gd name="connsiteX436" fmla="*/ 2070668 w 7467600"/>
              <a:gd name="connsiteY436" fmla="*/ 6761520 h 6858000"/>
              <a:gd name="connsiteX437" fmla="*/ 1975142 w 7467600"/>
              <a:gd name="connsiteY437" fmla="*/ 6585570 h 6858000"/>
              <a:gd name="connsiteX438" fmla="*/ 2050035 w 7467600"/>
              <a:gd name="connsiteY438" fmla="*/ 6813345 h 6858000"/>
              <a:gd name="connsiteX439" fmla="*/ 2063025 w 7467600"/>
              <a:gd name="connsiteY439" fmla="*/ 6858000 h 6858000"/>
              <a:gd name="connsiteX440" fmla="*/ 2021675 w 7467600"/>
              <a:gd name="connsiteY440" fmla="*/ 6858000 h 6858000"/>
              <a:gd name="connsiteX441" fmla="*/ 2019308 w 7467600"/>
              <a:gd name="connsiteY441" fmla="*/ 6847118 h 6858000"/>
              <a:gd name="connsiteX442" fmla="*/ 1938835 w 7467600"/>
              <a:gd name="connsiteY442" fmla="*/ 6551160 h 6858000"/>
              <a:gd name="connsiteX443" fmla="*/ 1953230 w 7467600"/>
              <a:gd name="connsiteY443" fmla="*/ 6759699 h 6858000"/>
              <a:gd name="connsiteX444" fmla="*/ 1956763 w 7467600"/>
              <a:gd name="connsiteY444" fmla="*/ 6778191 h 6858000"/>
              <a:gd name="connsiteX445" fmla="*/ 1967925 w 7467600"/>
              <a:gd name="connsiteY445" fmla="*/ 6858000 h 6858000"/>
              <a:gd name="connsiteX446" fmla="*/ 1936622 w 7467600"/>
              <a:gd name="connsiteY446" fmla="*/ 6858000 h 6858000"/>
              <a:gd name="connsiteX447" fmla="*/ 1926261 w 7467600"/>
              <a:gd name="connsiteY447" fmla="*/ 6784064 h 6858000"/>
              <a:gd name="connsiteX448" fmla="*/ 1922724 w 7467600"/>
              <a:gd name="connsiteY448" fmla="*/ 6765577 h 6858000"/>
              <a:gd name="connsiteX449" fmla="*/ 1904650 w 7467600"/>
              <a:gd name="connsiteY449" fmla="*/ 6639616 h 6858000"/>
              <a:gd name="connsiteX450" fmla="*/ 1885273 w 7467600"/>
              <a:gd name="connsiteY450" fmla="*/ 6858000 h 6858000"/>
              <a:gd name="connsiteX451" fmla="*/ 1854363 w 7467600"/>
              <a:gd name="connsiteY451" fmla="*/ 6858000 h 6858000"/>
              <a:gd name="connsiteX452" fmla="*/ 1880391 w 7467600"/>
              <a:gd name="connsiteY452" fmla="*/ 6603796 h 6858000"/>
              <a:gd name="connsiteX453" fmla="*/ 1818273 w 7467600"/>
              <a:gd name="connsiteY453" fmla="*/ 6715729 h 6858000"/>
              <a:gd name="connsiteX454" fmla="*/ 1794691 w 7467600"/>
              <a:gd name="connsiteY454" fmla="*/ 6843239 h 6858000"/>
              <a:gd name="connsiteX455" fmla="*/ 1794914 w 7467600"/>
              <a:gd name="connsiteY455" fmla="*/ 6858000 h 6858000"/>
              <a:gd name="connsiteX456" fmla="*/ 1746128 w 7467600"/>
              <a:gd name="connsiteY456" fmla="*/ 6858000 h 6858000"/>
              <a:gd name="connsiteX457" fmla="*/ 1753934 w 7467600"/>
              <a:gd name="connsiteY457" fmla="*/ 6724796 h 6858000"/>
              <a:gd name="connsiteX458" fmla="*/ 1792053 w 7467600"/>
              <a:gd name="connsiteY458" fmla="*/ 6572396 h 6858000"/>
              <a:gd name="connsiteX459" fmla="*/ 1862248 w 7467600"/>
              <a:gd name="connsiteY459" fmla="*/ 6266397 h 6858000"/>
              <a:gd name="connsiteX460" fmla="*/ 1862250 w 7467600"/>
              <a:gd name="connsiteY460" fmla="*/ 6033531 h 6858000"/>
              <a:gd name="connsiteX461" fmla="*/ 1211999 w 7467600"/>
              <a:gd name="connsiteY461" fmla="*/ 6683610 h 6858000"/>
              <a:gd name="connsiteX462" fmla="*/ 1213266 w 7467600"/>
              <a:gd name="connsiteY462" fmla="*/ 6691947 h 6858000"/>
              <a:gd name="connsiteX463" fmla="*/ 1203370 w 7467600"/>
              <a:gd name="connsiteY463" fmla="*/ 6850676 h 6858000"/>
              <a:gd name="connsiteX464" fmla="*/ 1203671 w 7467600"/>
              <a:gd name="connsiteY464" fmla="*/ 6858000 h 6858000"/>
              <a:gd name="connsiteX465" fmla="*/ 1143180 w 7467600"/>
              <a:gd name="connsiteY465" fmla="*/ 6858000 h 6858000"/>
              <a:gd name="connsiteX466" fmla="*/ 1142176 w 7467600"/>
              <a:gd name="connsiteY466" fmla="*/ 6766045 h 6858000"/>
              <a:gd name="connsiteX467" fmla="*/ 1067484 w 7467600"/>
              <a:gd name="connsiteY467" fmla="*/ 6858000 h 6858000"/>
              <a:gd name="connsiteX468" fmla="*/ 953928 w 7467600"/>
              <a:gd name="connsiteY468" fmla="*/ 6858000 h 6858000"/>
              <a:gd name="connsiteX469" fmla="*/ 959715 w 7467600"/>
              <a:gd name="connsiteY469" fmla="*/ 6850185 h 6858000"/>
              <a:gd name="connsiteX470" fmla="*/ 1483788 w 7467600"/>
              <a:gd name="connsiteY470" fmla="*/ 6259174 h 6858000"/>
              <a:gd name="connsiteX471" fmla="*/ 1100671 w 7467600"/>
              <a:gd name="connsiteY471" fmla="*/ 6252137 h 6858000"/>
              <a:gd name="connsiteX472" fmla="*/ 1090144 w 7467600"/>
              <a:gd name="connsiteY472" fmla="*/ 6256748 h 6858000"/>
              <a:gd name="connsiteX473" fmla="*/ 1095872 w 7467600"/>
              <a:gd name="connsiteY473" fmla="*/ 6271892 h 6858000"/>
              <a:gd name="connsiteX474" fmla="*/ 262785 w 7467600"/>
              <a:gd name="connsiteY474" fmla="*/ 6845450 h 6858000"/>
              <a:gd name="connsiteX475" fmla="*/ 209968 w 7467600"/>
              <a:gd name="connsiteY475" fmla="*/ 6770713 h 6858000"/>
              <a:gd name="connsiteX476" fmla="*/ 873460 w 7467600"/>
              <a:gd name="connsiteY476" fmla="*/ 6253768 h 6858000"/>
              <a:gd name="connsiteX477" fmla="*/ 192686 w 7467600"/>
              <a:gd name="connsiteY477" fmla="*/ 5849257 h 6858000"/>
              <a:gd name="connsiteX478" fmla="*/ 4696 w 7467600"/>
              <a:gd name="connsiteY478" fmla="*/ 5697668 h 6858000"/>
              <a:gd name="connsiteX479" fmla="*/ 0 w 7467600"/>
              <a:gd name="connsiteY479" fmla="*/ 5689984 h 6858000"/>
              <a:gd name="connsiteX480" fmla="*/ 0 w 7467600"/>
              <a:gd name="connsiteY480" fmla="*/ 5513472 h 6858000"/>
              <a:gd name="connsiteX481" fmla="*/ 174101 w 7467600"/>
              <a:gd name="connsiteY481" fmla="*/ 5620277 h 6858000"/>
              <a:gd name="connsiteX482" fmla="*/ 891800 w 7467600"/>
              <a:gd name="connsiteY482" fmla="*/ 6036935 h 6858000"/>
              <a:gd name="connsiteX483" fmla="*/ 1072219 w 7467600"/>
              <a:gd name="connsiteY483" fmla="*/ 6169443 h 6858000"/>
              <a:gd name="connsiteX484" fmla="*/ 1074117 w 7467600"/>
              <a:gd name="connsiteY484" fmla="*/ 6170301 h 6858000"/>
              <a:gd name="connsiteX485" fmla="*/ 1083114 w 7467600"/>
              <a:gd name="connsiteY485" fmla="*/ 6174131 h 6858000"/>
              <a:gd name="connsiteX486" fmla="*/ 1543010 w 7467600"/>
              <a:gd name="connsiteY486" fmla="*/ 6191140 h 6858000"/>
              <a:gd name="connsiteX487" fmla="*/ 1551080 w 7467600"/>
              <a:gd name="connsiteY487" fmla="*/ 6195006 h 6858000"/>
              <a:gd name="connsiteX488" fmla="*/ 2345443 w 7467600"/>
              <a:gd name="connsiteY488" fmla="*/ 5549882 h 6858000"/>
              <a:gd name="connsiteX489" fmla="*/ 1721499 w 7467600"/>
              <a:gd name="connsiteY489" fmla="*/ 5599969 h 6858000"/>
              <a:gd name="connsiteX490" fmla="*/ 767716 w 7467600"/>
              <a:gd name="connsiteY490" fmla="*/ 5472768 h 6858000"/>
              <a:gd name="connsiteX491" fmla="*/ 722147 w 7467600"/>
              <a:gd name="connsiteY491" fmla="*/ 5393091 h 6858000"/>
              <a:gd name="connsiteX492" fmla="*/ 1485552 w 7467600"/>
              <a:gd name="connsiteY492" fmla="*/ 5313202 h 6858000"/>
              <a:gd name="connsiteX493" fmla="*/ 2143004 w 7467600"/>
              <a:gd name="connsiteY493" fmla="*/ 5402420 h 6858000"/>
              <a:gd name="connsiteX494" fmla="*/ 1933391 w 7467600"/>
              <a:gd name="connsiteY494" fmla="*/ 5156971 h 6858000"/>
              <a:gd name="connsiteX495" fmla="*/ 1827118 w 7467600"/>
              <a:gd name="connsiteY495" fmla="*/ 4968410 h 6858000"/>
              <a:gd name="connsiteX496" fmla="*/ 1837349 w 7467600"/>
              <a:gd name="connsiteY496" fmla="*/ 4956357 h 6858000"/>
              <a:gd name="connsiteX497" fmla="*/ 2162835 w 7467600"/>
              <a:gd name="connsiteY497" fmla="*/ 5187853 h 6858000"/>
              <a:gd name="connsiteX498" fmla="*/ 2257167 w 7467600"/>
              <a:gd name="connsiteY498" fmla="*/ 5462123 h 6858000"/>
              <a:gd name="connsiteX499" fmla="*/ 2261598 w 7467600"/>
              <a:gd name="connsiteY499" fmla="*/ 5467998 h 6858000"/>
              <a:gd name="connsiteX500" fmla="*/ 2437177 w 7467600"/>
              <a:gd name="connsiteY500" fmla="*/ 5479608 h 6858000"/>
              <a:gd name="connsiteX501" fmla="*/ 2445247 w 7467600"/>
              <a:gd name="connsiteY501" fmla="*/ 5483476 h 6858000"/>
              <a:gd name="connsiteX502" fmla="*/ 2743626 w 7467600"/>
              <a:gd name="connsiteY502" fmla="*/ 5304819 h 6858000"/>
              <a:gd name="connsiteX503" fmla="*/ 3048102 w 7467600"/>
              <a:gd name="connsiteY503" fmla="*/ 5150595 h 6858000"/>
              <a:gd name="connsiteX504" fmla="*/ 1799414 w 7467600"/>
              <a:gd name="connsiteY504" fmla="*/ 4694732 h 6858000"/>
              <a:gd name="connsiteX505" fmla="*/ 1771735 w 7467600"/>
              <a:gd name="connsiteY505" fmla="*/ 4619929 h 6858000"/>
              <a:gd name="connsiteX506" fmla="*/ 3104273 w 7467600"/>
              <a:gd name="connsiteY506" fmla="*/ 5076159 h 6858000"/>
              <a:gd name="connsiteX507" fmla="*/ 3113245 w 7467600"/>
              <a:gd name="connsiteY507" fmla="*/ 5090705 h 6858000"/>
              <a:gd name="connsiteX508" fmla="*/ 3126294 w 7467600"/>
              <a:gd name="connsiteY508" fmla="*/ 5114400 h 6858000"/>
              <a:gd name="connsiteX509" fmla="*/ 3937433 w 7467600"/>
              <a:gd name="connsiteY509" fmla="*/ 4830473 h 6858000"/>
              <a:gd name="connsiteX510" fmla="*/ 3590475 w 7467600"/>
              <a:gd name="connsiteY510" fmla="*/ 4597974 h 6858000"/>
              <a:gd name="connsiteX511" fmla="*/ 3100264 w 7467600"/>
              <a:gd name="connsiteY511" fmla="*/ 4579845 h 6858000"/>
              <a:gd name="connsiteX512" fmla="*/ 2183576 w 7467600"/>
              <a:gd name="connsiteY512" fmla="*/ 4227150 h 6858000"/>
              <a:gd name="connsiteX513" fmla="*/ 2151029 w 7467600"/>
              <a:gd name="connsiteY513" fmla="*/ 4146947 h 6858000"/>
              <a:gd name="connsiteX514" fmla="*/ 3563434 w 7467600"/>
              <a:gd name="connsiteY514" fmla="*/ 4469115 h 6858000"/>
              <a:gd name="connsiteX515" fmla="*/ 3177952 w 7467600"/>
              <a:gd name="connsiteY515" fmla="*/ 3657386 h 6858000"/>
              <a:gd name="connsiteX516" fmla="*/ 3189263 w 7467600"/>
              <a:gd name="connsiteY516" fmla="*/ 3625726 h 6858000"/>
              <a:gd name="connsiteX517" fmla="*/ 3560912 w 7467600"/>
              <a:gd name="connsiteY517" fmla="*/ 4079863 h 6858000"/>
              <a:gd name="connsiteX518" fmla="*/ 3626636 w 7467600"/>
              <a:gd name="connsiteY518" fmla="*/ 4512230 h 6858000"/>
              <a:gd name="connsiteX519" fmla="*/ 3653088 w 7467600"/>
              <a:gd name="connsiteY519" fmla="*/ 4521417 h 6858000"/>
              <a:gd name="connsiteX520" fmla="*/ 3988128 w 7467600"/>
              <a:gd name="connsiteY520" fmla="*/ 4817267 h 6858000"/>
              <a:gd name="connsiteX521" fmla="*/ 4830582 w 7467600"/>
              <a:gd name="connsiteY521" fmla="*/ 4676000 h 6858000"/>
              <a:gd name="connsiteX522" fmla="*/ 4830100 w 7467600"/>
              <a:gd name="connsiteY522" fmla="*/ 4675554 h 6858000"/>
              <a:gd name="connsiteX523" fmla="*/ 4036318 w 7467600"/>
              <a:gd name="connsiteY523" fmla="*/ 4147013 h 6858000"/>
              <a:gd name="connsiteX524" fmla="*/ 3432098 w 7467600"/>
              <a:gd name="connsiteY524" fmla="*/ 3537312 h 6858000"/>
              <a:gd name="connsiteX525" fmla="*/ 3446761 w 7467600"/>
              <a:gd name="connsiteY525" fmla="*/ 3461278 h 6858000"/>
              <a:gd name="connsiteX526" fmla="*/ 4419733 w 7467600"/>
              <a:gd name="connsiteY526" fmla="*/ 3963555 h 6858000"/>
              <a:gd name="connsiteX527" fmla="*/ 4781371 w 7467600"/>
              <a:gd name="connsiteY527" fmla="*/ 4458604 h 6858000"/>
              <a:gd name="connsiteX528" fmla="*/ 4780440 w 7467600"/>
              <a:gd name="connsiteY528" fmla="*/ 4470290 h 6858000"/>
              <a:gd name="connsiteX529" fmla="*/ 4898954 w 7467600"/>
              <a:gd name="connsiteY529" fmla="*/ 4662092 h 6858000"/>
              <a:gd name="connsiteX530" fmla="*/ 4900699 w 7467600"/>
              <a:gd name="connsiteY530" fmla="*/ 4670867 h 6858000"/>
              <a:gd name="connsiteX531" fmla="*/ 5714511 w 7467600"/>
              <a:gd name="connsiteY531" fmla="*/ 4663483 h 6858000"/>
              <a:gd name="connsiteX532" fmla="*/ 5464793 w 7467600"/>
              <a:gd name="connsiteY532" fmla="*/ 4393556 h 6858000"/>
              <a:gd name="connsiteX533" fmla="*/ 5461897 w 7467600"/>
              <a:gd name="connsiteY533" fmla="*/ 4390879 h 6858000"/>
              <a:gd name="connsiteX534" fmla="*/ 4294126 w 7467600"/>
              <a:gd name="connsiteY534" fmla="*/ 3303048 h 6858000"/>
              <a:gd name="connsiteX535" fmla="*/ 4305321 w 7467600"/>
              <a:gd name="connsiteY535" fmla="*/ 3256953 h 6858000"/>
              <a:gd name="connsiteX536" fmla="*/ 4949299 w 7467600"/>
              <a:gd name="connsiteY536" fmla="*/ 3766336 h 6858000"/>
              <a:gd name="connsiteX537" fmla="*/ 5291452 w 7467600"/>
              <a:gd name="connsiteY537" fmla="*/ 4076801 h 6858000"/>
              <a:gd name="connsiteX538" fmla="*/ 5434998 w 7467600"/>
              <a:gd name="connsiteY538" fmla="*/ 4254100 h 6858000"/>
              <a:gd name="connsiteX539" fmla="*/ 5351015 w 7467600"/>
              <a:gd name="connsiteY539" fmla="*/ 3760989 h 6858000"/>
              <a:gd name="connsiteX540" fmla="*/ 5413780 w 7467600"/>
              <a:gd name="connsiteY540" fmla="*/ 2966265 h 6858000"/>
              <a:gd name="connsiteX541" fmla="*/ 5425627 w 7467600"/>
              <a:gd name="connsiteY541" fmla="*/ 2954192 h 6858000"/>
              <a:gd name="connsiteX542" fmla="*/ 6604735 w 7467600"/>
              <a:gd name="connsiteY542" fmla="*/ 2041381 h 6858000"/>
              <a:gd name="connsiteX543" fmla="*/ 7204487 w 7467600"/>
              <a:gd name="connsiteY543" fmla="*/ 2742112 h 6858000"/>
              <a:gd name="connsiteX544" fmla="*/ 7131592 w 7467600"/>
              <a:gd name="connsiteY544" fmla="*/ 2672096 h 6858000"/>
              <a:gd name="connsiteX545" fmla="*/ 6996344 w 7467600"/>
              <a:gd name="connsiteY545" fmla="*/ 2518310 h 6858000"/>
              <a:gd name="connsiteX546" fmla="*/ 6735495 w 7467600"/>
              <a:gd name="connsiteY546" fmla="*/ 2196890 h 6858000"/>
              <a:gd name="connsiteX547" fmla="*/ 6721901 w 7467600"/>
              <a:gd name="connsiteY547" fmla="*/ 2179274 h 6858000"/>
              <a:gd name="connsiteX548" fmla="*/ 6604735 w 7467600"/>
              <a:gd name="connsiteY548" fmla="*/ 2041381 h 6858000"/>
              <a:gd name="connsiteX549" fmla="*/ 6591670 w 7467600"/>
              <a:gd name="connsiteY549" fmla="*/ 1988277 h 6858000"/>
              <a:gd name="connsiteX550" fmla="*/ 6747349 w 7467600"/>
              <a:gd name="connsiteY550" fmla="*/ 2160069 h 6858000"/>
              <a:gd name="connsiteX551" fmla="*/ 6760943 w 7467600"/>
              <a:gd name="connsiteY551" fmla="*/ 2177686 h 6858000"/>
              <a:gd name="connsiteX552" fmla="*/ 7021065 w 7467600"/>
              <a:gd name="connsiteY552" fmla="*/ 2498102 h 6858000"/>
              <a:gd name="connsiteX553" fmla="*/ 7155223 w 7467600"/>
              <a:gd name="connsiteY553" fmla="*/ 2650386 h 6858000"/>
              <a:gd name="connsiteX554" fmla="*/ 7203167 w 7467600"/>
              <a:gd name="connsiteY554" fmla="*/ 2697288 h 6858000"/>
              <a:gd name="connsiteX555" fmla="*/ 6937703 w 7467600"/>
              <a:gd name="connsiteY555" fmla="*/ 2321981 h 6858000"/>
              <a:gd name="connsiteX556" fmla="*/ 6591670 w 7467600"/>
              <a:gd name="connsiteY556" fmla="*/ 1988277 h 6858000"/>
              <a:gd name="connsiteX557" fmla="*/ 5798671 w 7467600"/>
              <a:gd name="connsiteY557" fmla="*/ 1981601 h 6858000"/>
              <a:gd name="connsiteX558" fmla="*/ 5754709 w 7467600"/>
              <a:gd name="connsiteY558" fmla="*/ 2071454 h 6858000"/>
              <a:gd name="connsiteX559" fmla="*/ 5763044 w 7467600"/>
              <a:gd name="connsiteY559" fmla="*/ 2842206 h 6858000"/>
              <a:gd name="connsiteX560" fmla="*/ 5764974 w 7467600"/>
              <a:gd name="connsiteY560" fmla="*/ 2799609 h 6858000"/>
              <a:gd name="connsiteX561" fmla="*/ 5767665 w 7467600"/>
              <a:gd name="connsiteY561" fmla="*/ 2666409 h 6858000"/>
              <a:gd name="connsiteX562" fmla="*/ 5763055 w 7467600"/>
              <a:gd name="connsiteY562" fmla="*/ 2579705 h 6858000"/>
              <a:gd name="connsiteX563" fmla="*/ 5758079 w 7467600"/>
              <a:gd name="connsiteY563" fmla="*/ 2492508 h 6858000"/>
              <a:gd name="connsiteX564" fmla="*/ 5779325 w 7467600"/>
              <a:gd name="connsiteY564" fmla="*/ 2197069 h 6858000"/>
              <a:gd name="connsiteX565" fmla="*/ 5798671 w 7467600"/>
              <a:gd name="connsiteY565" fmla="*/ 1981601 h 6858000"/>
              <a:gd name="connsiteX566" fmla="*/ 5829202 w 7467600"/>
              <a:gd name="connsiteY566" fmla="*/ 1971679 h 6858000"/>
              <a:gd name="connsiteX567" fmla="*/ 5809558 w 7467600"/>
              <a:gd name="connsiteY567" fmla="*/ 2198043 h 6858000"/>
              <a:gd name="connsiteX568" fmla="*/ 5788653 w 7467600"/>
              <a:gd name="connsiteY568" fmla="*/ 2489430 h 6858000"/>
              <a:gd name="connsiteX569" fmla="*/ 5793439 w 7467600"/>
              <a:gd name="connsiteY569" fmla="*/ 2575235 h 6858000"/>
              <a:gd name="connsiteX570" fmla="*/ 5796837 w 7467600"/>
              <a:gd name="connsiteY570" fmla="*/ 2637633 h 6858000"/>
              <a:gd name="connsiteX571" fmla="*/ 5818614 w 7467600"/>
              <a:gd name="connsiteY571" fmla="*/ 2473055 h 6858000"/>
              <a:gd name="connsiteX572" fmla="*/ 5829202 w 7467600"/>
              <a:gd name="connsiteY572" fmla="*/ 1971679 h 6858000"/>
              <a:gd name="connsiteX573" fmla="*/ 5911389 w 7467600"/>
              <a:gd name="connsiteY573" fmla="*/ 1898371 h 6858000"/>
              <a:gd name="connsiteX574" fmla="*/ 6237627 w 7467600"/>
              <a:gd name="connsiteY574" fmla="*/ 2231921 h 6858000"/>
              <a:gd name="connsiteX575" fmla="*/ 5911389 w 7467600"/>
              <a:gd name="connsiteY575" fmla="*/ 1898371 h 6858000"/>
              <a:gd name="connsiteX576" fmla="*/ 6944437 w 7467600"/>
              <a:gd name="connsiteY576" fmla="*/ 1575402 h 6858000"/>
              <a:gd name="connsiteX577" fmla="*/ 6304730 w 7467600"/>
              <a:gd name="connsiteY577" fmla="*/ 1766654 h 6858000"/>
              <a:gd name="connsiteX578" fmla="*/ 6944437 w 7467600"/>
              <a:gd name="connsiteY578" fmla="*/ 1575402 h 6858000"/>
              <a:gd name="connsiteX579" fmla="*/ 7019523 w 7467600"/>
              <a:gd name="connsiteY579" fmla="*/ 1519450 h 6858000"/>
              <a:gd name="connsiteX580" fmla="*/ 6298091 w 7467600"/>
              <a:gd name="connsiteY580" fmla="*/ 1737122 h 6858000"/>
              <a:gd name="connsiteX581" fmla="*/ 7019523 w 7467600"/>
              <a:gd name="connsiteY581" fmla="*/ 1519450 h 6858000"/>
              <a:gd name="connsiteX582" fmla="*/ 2399523 w 7467600"/>
              <a:gd name="connsiteY582" fmla="*/ 1428234 h 6858000"/>
              <a:gd name="connsiteX583" fmla="*/ 2224982 w 7467600"/>
              <a:gd name="connsiteY583" fmla="*/ 1826201 h 6858000"/>
              <a:gd name="connsiteX584" fmla="*/ 2096099 w 7467600"/>
              <a:gd name="connsiteY584" fmla="*/ 2345900 h 6858000"/>
              <a:gd name="connsiteX585" fmla="*/ 2283317 w 7467600"/>
              <a:gd name="connsiteY585" fmla="*/ 1796925 h 6858000"/>
              <a:gd name="connsiteX586" fmla="*/ 2399523 w 7467600"/>
              <a:gd name="connsiteY586" fmla="*/ 1428234 h 6858000"/>
              <a:gd name="connsiteX587" fmla="*/ 2448558 w 7467600"/>
              <a:gd name="connsiteY587" fmla="*/ 1373435 h 6858000"/>
              <a:gd name="connsiteX588" fmla="*/ 2312521 w 7467600"/>
              <a:gd name="connsiteY588" fmla="*/ 1806140 h 6858000"/>
              <a:gd name="connsiteX589" fmla="*/ 2127533 w 7467600"/>
              <a:gd name="connsiteY589" fmla="*/ 2348380 h 6858000"/>
              <a:gd name="connsiteX590" fmla="*/ 2358080 w 7467600"/>
              <a:gd name="connsiteY590" fmla="*/ 1866134 h 6858000"/>
              <a:gd name="connsiteX591" fmla="*/ 2407436 w 7467600"/>
              <a:gd name="connsiteY591" fmla="*/ 1651070 h 6858000"/>
              <a:gd name="connsiteX592" fmla="*/ 2448558 w 7467600"/>
              <a:gd name="connsiteY592" fmla="*/ 1373435 h 6858000"/>
              <a:gd name="connsiteX593" fmla="*/ 278707 w 7467600"/>
              <a:gd name="connsiteY593" fmla="*/ 1352270 h 6858000"/>
              <a:gd name="connsiteX594" fmla="*/ 321570 w 7467600"/>
              <a:gd name="connsiteY594" fmla="*/ 1861610 h 6858000"/>
              <a:gd name="connsiteX595" fmla="*/ 294281 w 7467600"/>
              <a:gd name="connsiteY595" fmla="*/ 1440658 h 6858000"/>
              <a:gd name="connsiteX596" fmla="*/ 278707 w 7467600"/>
              <a:gd name="connsiteY596" fmla="*/ 1352270 h 6858000"/>
              <a:gd name="connsiteX597" fmla="*/ 1423821 w 7467600"/>
              <a:gd name="connsiteY597" fmla="*/ 1351958 h 6858000"/>
              <a:gd name="connsiteX598" fmla="*/ 1638521 w 7467600"/>
              <a:gd name="connsiteY598" fmla="*/ 1908470 h 6858000"/>
              <a:gd name="connsiteX599" fmla="*/ 1754199 w 7467600"/>
              <a:gd name="connsiteY599" fmla="*/ 2149284 h 6858000"/>
              <a:gd name="connsiteX600" fmla="*/ 1908359 w 7467600"/>
              <a:gd name="connsiteY600" fmla="*/ 2364988 h 6858000"/>
              <a:gd name="connsiteX601" fmla="*/ 1647661 w 7467600"/>
              <a:gd name="connsiteY601" fmla="*/ 1825945 h 6858000"/>
              <a:gd name="connsiteX602" fmla="*/ 1423821 w 7467600"/>
              <a:gd name="connsiteY602" fmla="*/ 1351958 h 6858000"/>
              <a:gd name="connsiteX603" fmla="*/ 1431890 w 7467600"/>
              <a:gd name="connsiteY603" fmla="*/ 1306475 h 6858000"/>
              <a:gd name="connsiteX604" fmla="*/ 1507597 w 7467600"/>
              <a:gd name="connsiteY604" fmla="*/ 1446132 h 6858000"/>
              <a:gd name="connsiteX605" fmla="*/ 1674586 w 7467600"/>
              <a:gd name="connsiteY605" fmla="*/ 1813832 h 6858000"/>
              <a:gd name="connsiteX606" fmla="*/ 1815950 w 7467600"/>
              <a:gd name="connsiteY606" fmla="*/ 2128564 h 6858000"/>
              <a:gd name="connsiteX607" fmla="*/ 1984242 w 7467600"/>
              <a:gd name="connsiteY607" fmla="*/ 2430829 h 6858000"/>
              <a:gd name="connsiteX608" fmla="*/ 2014023 w 7467600"/>
              <a:gd name="connsiteY608" fmla="*/ 2450995 h 6858000"/>
              <a:gd name="connsiteX609" fmla="*/ 1747337 w 7467600"/>
              <a:gd name="connsiteY609" fmla="*/ 1855264 h 6858000"/>
              <a:gd name="connsiteX610" fmla="*/ 1533749 w 7467600"/>
              <a:gd name="connsiteY610" fmla="*/ 1478656 h 6858000"/>
              <a:gd name="connsiteX611" fmla="*/ 1431890 w 7467600"/>
              <a:gd name="connsiteY611" fmla="*/ 1306475 h 6858000"/>
              <a:gd name="connsiteX612" fmla="*/ 5052692 w 7467600"/>
              <a:gd name="connsiteY612" fmla="*/ 1292994 h 6858000"/>
              <a:gd name="connsiteX613" fmla="*/ 5200661 w 7467600"/>
              <a:gd name="connsiteY613" fmla="*/ 1635186 h 6858000"/>
              <a:gd name="connsiteX614" fmla="*/ 5297138 w 7467600"/>
              <a:gd name="connsiteY614" fmla="*/ 1906351 h 6858000"/>
              <a:gd name="connsiteX615" fmla="*/ 5052692 w 7467600"/>
              <a:gd name="connsiteY615" fmla="*/ 1292994 h 6858000"/>
              <a:gd name="connsiteX616" fmla="*/ 5009948 w 7467600"/>
              <a:gd name="connsiteY616" fmla="*/ 1273619 h 6858000"/>
              <a:gd name="connsiteX617" fmla="*/ 5121777 w 7467600"/>
              <a:gd name="connsiteY617" fmla="*/ 1654213 h 6858000"/>
              <a:gd name="connsiteX618" fmla="*/ 5293545 w 7467600"/>
              <a:gd name="connsiteY618" fmla="*/ 2072247 h 6858000"/>
              <a:gd name="connsiteX619" fmla="*/ 5294042 w 7467600"/>
              <a:gd name="connsiteY619" fmla="*/ 2065019 h 6858000"/>
              <a:gd name="connsiteX620" fmla="*/ 5171936 w 7467600"/>
              <a:gd name="connsiteY620" fmla="*/ 1647613 h 6858000"/>
              <a:gd name="connsiteX621" fmla="*/ 5009948 w 7467600"/>
              <a:gd name="connsiteY621" fmla="*/ 1273619 h 6858000"/>
              <a:gd name="connsiteX622" fmla="*/ 655236 w 7467600"/>
              <a:gd name="connsiteY622" fmla="*/ 1268632 h 6858000"/>
              <a:gd name="connsiteX623" fmla="*/ 839521 w 7467600"/>
              <a:gd name="connsiteY623" fmla="*/ 1685315 h 6858000"/>
              <a:gd name="connsiteX624" fmla="*/ 1109416 w 7467600"/>
              <a:gd name="connsiteY624" fmla="*/ 2061663 h 6858000"/>
              <a:gd name="connsiteX625" fmla="*/ 1298300 w 7467600"/>
              <a:gd name="connsiteY625" fmla="*/ 2247742 h 6858000"/>
              <a:gd name="connsiteX626" fmla="*/ 1125871 w 7467600"/>
              <a:gd name="connsiteY626" fmla="*/ 1989513 h 6858000"/>
              <a:gd name="connsiteX627" fmla="*/ 981574 w 7467600"/>
              <a:gd name="connsiteY627" fmla="*/ 1783157 h 6858000"/>
              <a:gd name="connsiteX628" fmla="*/ 922198 w 7467600"/>
              <a:gd name="connsiteY628" fmla="*/ 1677437 h 6858000"/>
              <a:gd name="connsiteX629" fmla="*/ 869293 w 7467600"/>
              <a:gd name="connsiteY629" fmla="*/ 1583214 h 6858000"/>
              <a:gd name="connsiteX630" fmla="*/ 751431 w 7467600"/>
              <a:gd name="connsiteY630" fmla="*/ 1405731 h 6858000"/>
              <a:gd name="connsiteX631" fmla="*/ 655236 w 7467600"/>
              <a:gd name="connsiteY631" fmla="*/ 1268632 h 6858000"/>
              <a:gd name="connsiteX632" fmla="*/ 6516292 w 7467600"/>
              <a:gd name="connsiteY632" fmla="*/ 1263064 h 6858000"/>
              <a:gd name="connsiteX633" fmla="*/ 5736320 w 7467600"/>
              <a:gd name="connsiteY633" fmla="*/ 1501803 h 6858000"/>
              <a:gd name="connsiteX634" fmla="*/ 6516292 w 7467600"/>
              <a:gd name="connsiteY634" fmla="*/ 1263064 h 6858000"/>
              <a:gd name="connsiteX635" fmla="*/ 291466 w 7467600"/>
              <a:gd name="connsiteY635" fmla="*/ 1250369 h 6858000"/>
              <a:gd name="connsiteX636" fmla="*/ 323180 w 7467600"/>
              <a:gd name="connsiteY636" fmla="*/ 1435283 h 6858000"/>
              <a:gd name="connsiteX637" fmla="*/ 349381 w 7467600"/>
              <a:gd name="connsiteY637" fmla="*/ 1875041 h 6858000"/>
              <a:gd name="connsiteX638" fmla="*/ 374363 w 7467600"/>
              <a:gd name="connsiteY638" fmla="*/ 1506494 h 6858000"/>
              <a:gd name="connsiteX639" fmla="*/ 302168 w 7467600"/>
              <a:gd name="connsiteY639" fmla="*/ 1274495 h 6858000"/>
              <a:gd name="connsiteX640" fmla="*/ 291466 w 7467600"/>
              <a:gd name="connsiteY640" fmla="*/ 1250369 h 6858000"/>
              <a:gd name="connsiteX641" fmla="*/ 678222 w 7467600"/>
              <a:gd name="connsiteY641" fmla="*/ 1248670 h 6858000"/>
              <a:gd name="connsiteX642" fmla="*/ 775536 w 7467600"/>
              <a:gd name="connsiteY642" fmla="*/ 1388015 h 6858000"/>
              <a:gd name="connsiteX643" fmla="*/ 894529 w 7467600"/>
              <a:gd name="connsiteY643" fmla="*/ 1567739 h 6858000"/>
              <a:gd name="connsiteX644" fmla="*/ 948000 w 7467600"/>
              <a:gd name="connsiteY644" fmla="*/ 1663088 h 6858000"/>
              <a:gd name="connsiteX645" fmla="*/ 1006812 w 7467600"/>
              <a:gd name="connsiteY645" fmla="*/ 1767683 h 6858000"/>
              <a:gd name="connsiteX646" fmla="*/ 1149133 w 7467600"/>
              <a:gd name="connsiteY646" fmla="*/ 1971513 h 6858000"/>
              <a:gd name="connsiteX647" fmla="*/ 1333952 w 7467600"/>
              <a:gd name="connsiteY647" fmla="*/ 2251620 h 6858000"/>
              <a:gd name="connsiteX648" fmla="*/ 1337329 w 7467600"/>
              <a:gd name="connsiteY648" fmla="*/ 2258350 h 6858000"/>
              <a:gd name="connsiteX649" fmla="*/ 1014726 w 7467600"/>
              <a:gd name="connsiteY649" fmla="*/ 1615556 h 6858000"/>
              <a:gd name="connsiteX650" fmla="*/ 678222 w 7467600"/>
              <a:gd name="connsiteY650" fmla="*/ 1248670 h 6858000"/>
              <a:gd name="connsiteX651" fmla="*/ 6691602 w 7467600"/>
              <a:gd name="connsiteY651" fmla="*/ 1140573 h 6858000"/>
              <a:gd name="connsiteX652" fmla="*/ 6571100 w 7467600"/>
              <a:gd name="connsiteY652" fmla="*/ 1183662 h 6858000"/>
              <a:gd name="connsiteX653" fmla="*/ 6241687 w 7467600"/>
              <a:gd name="connsiteY653" fmla="*/ 1257600 h 6858000"/>
              <a:gd name="connsiteX654" fmla="*/ 5693009 w 7467600"/>
              <a:gd name="connsiteY654" fmla="*/ 1478256 h 6858000"/>
              <a:gd name="connsiteX655" fmla="*/ 6548420 w 7467600"/>
              <a:gd name="connsiteY655" fmla="*/ 1214599 h 6858000"/>
              <a:gd name="connsiteX656" fmla="*/ 6605473 w 7467600"/>
              <a:gd name="connsiteY656" fmla="*/ 1184686 h 6858000"/>
              <a:gd name="connsiteX657" fmla="*/ 6691602 w 7467600"/>
              <a:gd name="connsiteY657" fmla="*/ 1140573 h 6858000"/>
              <a:gd name="connsiteX658" fmla="*/ 4002475 w 7467600"/>
              <a:gd name="connsiteY658" fmla="*/ 1037802 h 6858000"/>
              <a:gd name="connsiteX659" fmla="*/ 4000324 w 7467600"/>
              <a:gd name="connsiteY659" fmla="*/ 1039362 h 6858000"/>
              <a:gd name="connsiteX660" fmla="*/ 4002862 w 7467600"/>
              <a:gd name="connsiteY660" fmla="*/ 1042866 h 6858000"/>
              <a:gd name="connsiteX661" fmla="*/ 4002475 w 7467600"/>
              <a:gd name="connsiteY661" fmla="*/ 1037802 h 6858000"/>
              <a:gd name="connsiteX662" fmla="*/ 506322 w 7467600"/>
              <a:gd name="connsiteY662" fmla="*/ 1020997 h 6858000"/>
              <a:gd name="connsiteX663" fmla="*/ 533068 w 7467600"/>
              <a:gd name="connsiteY663" fmla="*/ 1029409 h 6858000"/>
              <a:gd name="connsiteX664" fmla="*/ 1232525 w 7467600"/>
              <a:gd name="connsiteY664" fmla="*/ 1804675 h 6858000"/>
              <a:gd name="connsiteX665" fmla="*/ 1388858 w 7467600"/>
              <a:gd name="connsiteY665" fmla="*/ 2368011 h 6858000"/>
              <a:gd name="connsiteX666" fmla="*/ 1384098 w 7467600"/>
              <a:gd name="connsiteY666" fmla="*/ 2378125 h 6858000"/>
              <a:gd name="connsiteX667" fmla="*/ 1425393 w 7467600"/>
              <a:gd name="connsiteY667" fmla="*/ 2589124 h 6858000"/>
              <a:gd name="connsiteX668" fmla="*/ 1424001 w 7467600"/>
              <a:gd name="connsiteY668" fmla="*/ 2597541 h 6858000"/>
              <a:gd name="connsiteX669" fmla="*/ 2152729 w 7467600"/>
              <a:gd name="connsiteY669" fmla="*/ 2864487 h 6858000"/>
              <a:gd name="connsiteX670" fmla="*/ 2020609 w 7467600"/>
              <a:gd name="connsiteY670" fmla="*/ 2539671 h 6858000"/>
              <a:gd name="connsiteX671" fmla="*/ 2018920 w 7467600"/>
              <a:gd name="connsiteY671" fmla="*/ 2536309 h 6858000"/>
              <a:gd name="connsiteX672" fmla="*/ 1342441 w 7467600"/>
              <a:gd name="connsiteY672" fmla="*/ 1173017 h 6858000"/>
              <a:gd name="connsiteX673" fmla="*/ 1367925 w 7467600"/>
              <a:gd name="connsiteY673" fmla="*/ 1135648 h 6858000"/>
              <a:gd name="connsiteX674" fmla="*/ 1771401 w 7467600"/>
              <a:gd name="connsiteY674" fmla="*/ 1806673 h 6858000"/>
              <a:gd name="connsiteX675" fmla="*/ 1972385 w 7467600"/>
              <a:gd name="connsiteY675" fmla="*/ 2198735 h 6858000"/>
              <a:gd name="connsiteX676" fmla="*/ 2040892 w 7467600"/>
              <a:gd name="connsiteY676" fmla="*/ 2405205 h 6858000"/>
              <a:gd name="connsiteX677" fmla="*/ 2131689 w 7467600"/>
              <a:gd name="connsiteY677" fmla="*/ 1936926 h 6858000"/>
              <a:gd name="connsiteX678" fmla="*/ 2454820 w 7467600"/>
              <a:gd name="connsiteY678" fmla="*/ 1248808 h 6858000"/>
              <a:gd name="connsiteX679" fmla="*/ 2492512 w 7467600"/>
              <a:gd name="connsiteY679" fmla="*/ 1302920 h 6858000"/>
              <a:gd name="connsiteX680" fmla="*/ 2081216 w 7467600"/>
              <a:gd name="connsiteY680" fmla="*/ 2527513 h 6858000"/>
              <a:gd name="connsiteX681" fmla="*/ 2081211 w 7467600"/>
              <a:gd name="connsiteY681" fmla="*/ 2528916 h 6858000"/>
              <a:gd name="connsiteX682" fmla="*/ 2199067 w 7467600"/>
              <a:gd name="connsiteY682" fmla="*/ 2884061 h 6858000"/>
              <a:gd name="connsiteX683" fmla="*/ 3192586 w 7467600"/>
              <a:gd name="connsiteY683" fmla="*/ 3411496 h 6858000"/>
              <a:gd name="connsiteX684" fmla="*/ 3182620 w 7467600"/>
              <a:gd name="connsiteY684" fmla="*/ 3483279 h 6858000"/>
              <a:gd name="connsiteX685" fmla="*/ 2435119 w 7467600"/>
              <a:gd name="connsiteY685" fmla="*/ 3080173 h 6858000"/>
              <a:gd name="connsiteX686" fmla="*/ 2410152 w 7467600"/>
              <a:gd name="connsiteY686" fmla="*/ 3063751 h 6858000"/>
              <a:gd name="connsiteX687" fmla="*/ 2408099 w 7467600"/>
              <a:gd name="connsiteY687" fmla="*/ 3064403 h 6858000"/>
              <a:gd name="connsiteX688" fmla="*/ 2407218 w 7467600"/>
              <a:gd name="connsiteY688" fmla="*/ 3070324 h 6858000"/>
              <a:gd name="connsiteX689" fmla="*/ 2380138 w 7467600"/>
              <a:gd name="connsiteY689" fmla="*/ 3099341 h 6858000"/>
              <a:gd name="connsiteX690" fmla="*/ 1765923 w 7467600"/>
              <a:gd name="connsiteY690" fmla="*/ 3581043 h 6858000"/>
              <a:gd name="connsiteX691" fmla="*/ 1702258 w 7467600"/>
              <a:gd name="connsiteY691" fmla="*/ 3612286 h 6858000"/>
              <a:gd name="connsiteX692" fmla="*/ 1538370 w 7467600"/>
              <a:gd name="connsiteY692" fmla="*/ 3811804 h 6858000"/>
              <a:gd name="connsiteX693" fmla="*/ 542867 w 7467600"/>
              <a:gd name="connsiteY693" fmla="*/ 4944092 h 6858000"/>
              <a:gd name="connsiteX694" fmla="*/ 515800 w 7467600"/>
              <a:gd name="connsiteY694" fmla="*/ 4862180 h 6858000"/>
              <a:gd name="connsiteX695" fmla="*/ 909145 w 7467600"/>
              <a:gd name="connsiteY695" fmla="*/ 4199225 h 6858000"/>
              <a:gd name="connsiteX696" fmla="*/ 1214067 w 7467600"/>
              <a:gd name="connsiteY696" fmla="*/ 3908561 h 6858000"/>
              <a:gd name="connsiteX697" fmla="*/ 640967 w 7467600"/>
              <a:gd name="connsiteY697" fmla="*/ 4105601 h 6858000"/>
              <a:gd name="connsiteX698" fmla="*/ 112563 w 7467600"/>
              <a:gd name="connsiteY698" fmla="*/ 4396952 h 6858000"/>
              <a:gd name="connsiteX699" fmla="*/ 0 w 7467600"/>
              <a:gd name="connsiteY699" fmla="*/ 4466006 h 6858000"/>
              <a:gd name="connsiteX700" fmla="*/ 0 w 7467600"/>
              <a:gd name="connsiteY700" fmla="*/ 4233763 h 6858000"/>
              <a:gd name="connsiteX701" fmla="*/ 36881 w 7467600"/>
              <a:gd name="connsiteY701" fmla="*/ 4200118 h 6858000"/>
              <a:gd name="connsiteX702" fmla="*/ 910534 w 7467600"/>
              <a:gd name="connsiteY702" fmla="*/ 3629753 h 6858000"/>
              <a:gd name="connsiteX703" fmla="*/ 1578717 w 7467600"/>
              <a:gd name="connsiteY703" fmla="*/ 3575982 h 6858000"/>
              <a:gd name="connsiteX704" fmla="*/ 2338780 w 7467600"/>
              <a:gd name="connsiteY704" fmla="*/ 3033725 h 6858000"/>
              <a:gd name="connsiteX705" fmla="*/ 1807991 w 7467600"/>
              <a:gd name="connsiteY705" fmla="*/ 2807184 h 6858000"/>
              <a:gd name="connsiteX706" fmla="*/ 1416358 w 7467600"/>
              <a:gd name="connsiteY706" fmla="*/ 3112571 h 6858000"/>
              <a:gd name="connsiteX707" fmla="*/ 939066 w 7467600"/>
              <a:gd name="connsiteY707" fmla="*/ 3378798 h 6858000"/>
              <a:gd name="connsiteX708" fmla="*/ 115099 w 7467600"/>
              <a:gd name="connsiteY708" fmla="*/ 3607650 h 6858000"/>
              <a:gd name="connsiteX709" fmla="*/ 97284 w 7467600"/>
              <a:gd name="connsiteY709" fmla="*/ 3520393 h 6858000"/>
              <a:gd name="connsiteX710" fmla="*/ 922050 w 7467600"/>
              <a:gd name="connsiteY710" fmla="*/ 3074867 h 6858000"/>
              <a:gd name="connsiteX711" fmla="*/ 1405265 w 7467600"/>
              <a:gd name="connsiteY711" fmla="*/ 3016319 h 6858000"/>
              <a:gd name="connsiteX712" fmla="*/ 1407512 w 7467600"/>
              <a:gd name="connsiteY712" fmla="*/ 3018001 h 6858000"/>
              <a:gd name="connsiteX713" fmla="*/ 1726266 w 7467600"/>
              <a:gd name="connsiteY713" fmla="*/ 2777274 h 6858000"/>
              <a:gd name="connsiteX714" fmla="*/ 625390 w 7467600"/>
              <a:gd name="connsiteY714" fmla="*/ 2514541 h 6858000"/>
              <a:gd name="connsiteX715" fmla="*/ 619799 w 7467600"/>
              <a:gd name="connsiteY715" fmla="*/ 2527180 h 6858000"/>
              <a:gd name="connsiteX716" fmla="*/ 310030 w 7467600"/>
              <a:gd name="connsiteY716" fmla="*/ 2771818 h 6858000"/>
              <a:gd name="connsiteX717" fmla="*/ 173877 w 7467600"/>
              <a:gd name="connsiteY717" fmla="*/ 2937056 h 6858000"/>
              <a:gd name="connsiteX718" fmla="*/ 77889 w 7467600"/>
              <a:gd name="connsiteY718" fmla="*/ 3138440 h 6858000"/>
              <a:gd name="connsiteX719" fmla="*/ 0 w 7467600"/>
              <a:gd name="connsiteY719" fmla="*/ 3271395 h 6858000"/>
              <a:gd name="connsiteX720" fmla="*/ 0 w 7467600"/>
              <a:gd name="connsiteY720" fmla="*/ 3153002 h 6858000"/>
              <a:gd name="connsiteX721" fmla="*/ 2386 w 7467600"/>
              <a:gd name="connsiteY721" fmla="*/ 3149203 h 6858000"/>
              <a:gd name="connsiteX722" fmla="*/ 89753 w 7467600"/>
              <a:gd name="connsiteY722" fmla="*/ 2987702 h 6858000"/>
              <a:gd name="connsiteX723" fmla="*/ 76869 w 7467600"/>
              <a:gd name="connsiteY723" fmla="*/ 3005404 h 6858000"/>
              <a:gd name="connsiteX724" fmla="*/ 32049 w 7467600"/>
              <a:gd name="connsiteY724" fmla="*/ 3065814 h 6858000"/>
              <a:gd name="connsiteX725" fmla="*/ 0 w 7467600"/>
              <a:gd name="connsiteY725" fmla="*/ 3108744 h 6858000"/>
              <a:gd name="connsiteX726" fmla="*/ 0 w 7467600"/>
              <a:gd name="connsiteY726" fmla="*/ 3058059 h 6858000"/>
              <a:gd name="connsiteX727" fmla="*/ 7610 w 7467600"/>
              <a:gd name="connsiteY727" fmla="*/ 3047889 h 6858000"/>
              <a:gd name="connsiteX728" fmla="*/ 52419 w 7467600"/>
              <a:gd name="connsiteY728" fmla="*/ 2987479 h 6858000"/>
              <a:gd name="connsiteX729" fmla="*/ 59142 w 7467600"/>
              <a:gd name="connsiteY729" fmla="*/ 2978488 h 6858000"/>
              <a:gd name="connsiteX730" fmla="*/ 0 w 7467600"/>
              <a:gd name="connsiteY730" fmla="*/ 3015334 h 6858000"/>
              <a:gd name="connsiteX731" fmla="*/ 0 w 7467600"/>
              <a:gd name="connsiteY731" fmla="*/ 2914286 h 6858000"/>
              <a:gd name="connsiteX732" fmla="*/ 36383 w 7467600"/>
              <a:gd name="connsiteY732" fmla="*/ 2901128 h 6858000"/>
              <a:gd name="connsiteX733" fmla="*/ 156329 w 7467600"/>
              <a:gd name="connsiteY733" fmla="*/ 2840533 h 6858000"/>
              <a:gd name="connsiteX734" fmla="*/ 358355 w 7467600"/>
              <a:gd name="connsiteY734" fmla="*/ 2620471 h 6858000"/>
              <a:gd name="connsiteX735" fmla="*/ 510577 w 7467600"/>
              <a:gd name="connsiteY735" fmla="*/ 2501244 h 6858000"/>
              <a:gd name="connsiteX736" fmla="*/ 211967 w 7467600"/>
              <a:gd name="connsiteY736" fmla="*/ 2479171 h 6858000"/>
              <a:gd name="connsiteX737" fmla="*/ 0 w 7467600"/>
              <a:gd name="connsiteY737" fmla="*/ 2476398 h 6858000"/>
              <a:gd name="connsiteX738" fmla="*/ 0 w 7467600"/>
              <a:gd name="connsiteY738" fmla="*/ 2389189 h 6858000"/>
              <a:gd name="connsiteX739" fmla="*/ 103062 w 7467600"/>
              <a:gd name="connsiteY739" fmla="*/ 2389518 h 6858000"/>
              <a:gd name="connsiteX740" fmla="*/ 510734 w 7467600"/>
              <a:gd name="connsiteY740" fmla="*/ 2416201 h 6858000"/>
              <a:gd name="connsiteX741" fmla="*/ 279257 w 7467600"/>
              <a:gd name="connsiteY741" fmla="*/ 2092102 h 6858000"/>
              <a:gd name="connsiteX742" fmla="*/ 65265 w 7467600"/>
              <a:gd name="connsiteY742" fmla="*/ 2006049 h 6858000"/>
              <a:gd name="connsiteX743" fmla="*/ 0 w 7467600"/>
              <a:gd name="connsiteY743" fmla="*/ 1982532 h 6858000"/>
              <a:gd name="connsiteX744" fmla="*/ 0 w 7467600"/>
              <a:gd name="connsiteY744" fmla="*/ 1912789 h 6858000"/>
              <a:gd name="connsiteX745" fmla="*/ 97460 w 7467600"/>
              <a:gd name="connsiteY745" fmla="*/ 1953725 h 6858000"/>
              <a:gd name="connsiteX746" fmla="*/ 221272 w 7467600"/>
              <a:gd name="connsiteY746" fmla="*/ 1980766 h 6858000"/>
              <a:gd name="connsiteX747" fmla="*/ 116765 w 7467600"/>
              <a:gd name="connsiteY747" fmla="*/ 1911033 h 6858000"/>
              <a:gd name="connsiteX748" fmla="*/ 16405 w 7467600"/>
              <a:gd name="connsiteY748" fmla="*/ 1803412 h 6858000"/>
              <a:gd name="connsiteX749" fmla="*/ 0 w 7467600"/>
              <a:gd name="connsiteY749" fmla="*/ 1784777 h 6858000"/>
              <a:gd name="connsiteX750" fmla="*/ 0 w 7467600"/>
              <a:gd name="connsiteY750" fmla="*/ 1740082 h 6858000"/>
              <a:gd name="connsiteX751" fmla="*/ 39394 w 7467600"/>
              <a:gd name="connsiteY751" fmla="*/ 1784856 h 6858000"/>
              <a:gd name="connsiteX752" fmla="*/ 135813 w 7467600"/>
              <a:gd name="connsiteY752" fmla="*/ 1888838 h 6858000"/>
              <a:gd name="connsiteX753" fmla="*/ 242575 w 7467600"/>
              <a:gd name="connsiteY753" fmla="*/ 1958841 h 6858000"/>
              <a:gd name="connsiteX754" fmla="*/ 82197 w 7467600"/>
              <a:gd name="connsiteY754" fmla="*/ 1754826 h 6858000"/>
              <a:gd name="connsiteX755" fmla="*/ 0 w 7467600"/>
              <a:gd name="connsiteY755" fmla="*/ 1679650 h 6858000"/>
              <a:gd name="connsiteX756" fmla="*/ 0 w 7467600"/>
              <a:gd name="connsiteY756" fmla="*/ 1602463 h 6858000"/>
              <a:gd name="connsiteX757" fmla="*/ 84689 w 7467600"/>
              <a:gd name="connsiteY757" fmla="*/ 1677442 h 6858000"/>
              <a:gd name="connsiteX758" fmla="*/ 298437 w 7467600"/>
              <a:gd name="connsiteY758" fmla="*/ 1968019 h 6858000"/>
              <a:gd name="connsiteX759" fmla="*/ 227269 w 7467600"/>
              <a:gd name="connsiteY759" fmla="*/ 1114064 h 6858000"/>
              <a:gd name="connsiteX760" fmla="*/ 248003 w 7467600"/>
              <a:gd name="connsiteY760" fmla="*/ 1089613 h 6858000"/>
              <a:gd name="connsiteX761" fmla="*/ 427020 w 7467600"/>
              <a:gd name="connsiteY761" fmla="*/ 1619803 h 6858000"/>
              <a:gd name="connsiteX762" fmla="*/ 340345 w 7467600"/>
              <a:gd name="connsiteY762" fmla="*/ 2027739 h 6858000"/>
              <a:gd name="connsiteX763" fmla="*/ 360865 w 7467600"/>
              <a:gd name="connsiteY763" fmla="*/ 2044827 h 6858000"/>
              <a:gd name="connsiteX764" fmla="*/ 560414 w 7467600"/>
              <a:gd name="connsiteY764" fmla="*/ 2421457 h 6858000"/>
              <a:gd name="connsiteX765" fmla="*/ 1359703 w 7467600"/>
              <a:gd name="connsiteY765" fmla="*/ 2578554 h 6858000"/>
              <a:gd name="connsiteX766" fmla="*/ 1359422 w 7467600"/>
              <a:gd name="connsiteY766" fmla="*/ 2577994 h 6858000"/>
              <a:gd name="connsiteX767" fmla="*/ 828701 w 7467600"/>
              <a:gd name="connsiteY767" fmla="*/ 1839520 h 6858000"/>
              <a:gd name="connsiteX768" fmla="*/ 494427 w 7467600"/>
              <a:gd name="connsiteY768" fmla="*/ 1092333 h 6858000"/>
              <a:gd name="connsiteX769" fmla="*/ 506322 w 7467600"/>
              <a:gd name="connsiteY769" fmla="*/ 1020997 h 6858000"/>
              <a:gd name="connsiteX770" fmla="*/ 4570198 w 7467600"/>
              <a:gd name="connsiteY770" fmla="*/ 978081 h 6858000"/>
              <a:gd name="connsiteX771" fmla="*/ 4523691 w 7467600"/>
              <a:gd name="connsiteY771" fmla="*/ 1127776 h 6858000"/>
              <a:gd name="connsiteX772" fmla="*/ 4509875 w 7467600"/>
              <a:gd name="connsiteY772" fmla="*/ 1167552 h 6858000"/>
              <a:gd name="connsiteX773" fmla="*/ 4478168 w 7467600"/>
              <a:gd name="connsiteY773" fmla="*/ 1260735 h 6858000"/>
              <a:gd name="connsiteX774" fmla="*/ 4409309 w 7467600"/>
              <a:gd name="connsiteY774" fmla="*/ 1666996 h 6858000"/>
              <a:gd name="connsiteX775" fmla="*/ 4370031 w 7467600"/>
              <a:gd name="connsiteY775" fmla="*/ 1955666 h 6858000"/>
              <a:gd name="connsiteX776" fmla="*/ 4570198 w 7467600"/>
              <a:gd name="connsiteY776" fmla="*/ 978081 h 6858000"/>
              <a:gd name="connsiteX777" fmla="*/ 4557898 w 7467600"/>
              <a:gd name="connsiteY777" fmla="*/ 900011 h 6858000"/>
              <a:gd name="connsiteX778" fmla="*/ 4344840 w 7467600"/>
              <a:gd name="connsiteY778" fmla="*/ 1922038 h 6858000"/>
              <a:gd name="connsiteX779" fmla="*/ 4378710 w 7467600"/>
              <a:gd name="connsiteY779" fmla="*/ 1665516 h 6858000"/>
              <a:gd name="connsiteX780" fmla="*/ 4448798 w 7467600"/>
              <a:gd name="connsiteY780" fmla="*/ 1253024 h 6858000"/>
              <a:gd name="connsiteX781" fmla="*/ 4480315 w 7467600"/>
              <a:gd name="connsiteY781" fmla="*/ 1158454 h 6858000"/>
              <a:gd name="connsiteX782" fmla="*/ 4494133 w 7467600"/>
              <a:gd name="connsiteY782" fmla="*/ 1118676 h 6858000"/>
              <a:gd name="connsiteX783" fmla="*/ 4557898 w 7467600"/>
              <a:gd name="connsiteY783" fmla="*/ 900011 h 6858000"/>
              <a:gd name="connsiteX784" fmla="*/ 5870151 w 7467600"/>
              <a:gd name="connsiteY784" fmla="*/ 898890 h 6858000"/>
              <a:gd name="connsiteX785" fmla="*/ 5861335 w 7467600"/>
              <a:gd name="connsiteY785" fmla="*/ 899177 h 6858000"/>
              <a:gd name="connsiteX786" fmla="*/ 5843702 w 7467600"/>
              <a:gd name="connsiteY786" fmla="*/ 899748 h 6858000"/>
              <a:gd name="connsiteX787" fmla="*/ 5651107 w 7467600"/>
              <a:gd name="connsiteY787" fmla="*/ 920306 h 6858000"/>
              <a:gd name="connsiteX788" fmla="*/ 5459407 w 7467600"/>
              <a:gd name="connsiteY788" fmla="*/ 940975 h 6858000"/>
              <a:gd name="connsiteX789" fmla="*/ 5374846 w 7467600"/>
              <a:gd name="connsiteY789" fmla="*/ 941988 h 6858000"/>
              <a:gd name="connsiteX790" fmla="*/ 5256105 w 7467600"/>
              <a:gd name="connsiteY790" fmla="*/ 945632 h 6858000"/>
              <a:gd name="connsiteX791" fmla="*/ 5107071 w 7467600"/>
              <a:gd name="connsiteY791" fmla="*/ 969720 h 6858000"/>
              <a:gd name="connsiteX792" fmla="*/ 4998681 w 7467600"/>
              <a:gd name="connsiteY792" fmla="*/ 988771 h 6858000"/>
              <a:gd name="connsiteX793" fmla="*/ 5870151 w 7467600"/>
              <a:gd name="connsiteY793" fmla="*/ 898890 h 6858000"/>
              <a:gd name="connsiteX794" fmla="*/ 5504425 w 7467600"/>
              <a:gd name="connsiteY794" fmla="*/ 848067 h 6858000"/>
              <a:gd name="connsiteX795" fmla="*/ 4968849 w 7467600"/>
              <a:gd name="connsiteY795" fmla="*/ 962318 h 6858000"/>
              <a:gd name="connsiteX796" fmla="*/ 5104039 w 7467600"/>
              <a:gd name="connsiteY796" fmla="*/ 940634 h 6858000"/>
              <a:gd name="connsiteX797" fmla="*/ 5256311 w 7467600"/>
              <a:gd name="connsiteY797" fmla="*/ 916490 h 6858000"/>
              <a:gd name="connsiteX798" fmla="*/ 5377381 w 7467600"/>
              <a:gd name="connsiteY798" fmla="*/ 912671 h 6858000"/>
              <a:gd name="connsiteX799" fmla="*/ 5460148 w 7467600"/>
              <a:gd name="connsiteY799" fmla="*/ 911442 h 6858000"/>
              <a:gd name="connsiteX800" fmla="*/ 5648971 w 7467600"/>
              <a:gd name="connsiteY800" fmla="*/ 891331 h 6858000"/>
              <a:gd name="connsiteX801" fmla="*/ 5844807 w 7467600"/>
              <a:gd name="connsiteY801" fmla="*/ 870718 h 6858000"/>
              <a:gd name="connsiteX802" fmla="*/ 5862975 w 7467600"/>
              <a:gd name="connsiteY802" fmla="*/ 869756 h 6858000"/>
              <a:gd name="connsiteX803" fmla="*/ 5920887 w 7467600"/>
              <a:gd name="connsiteY803" fmla="*/ 865929 h 6858000"/>
              <a:gd name="connsiteX804" fmla="*/ 5504425 w 7467600"/>
              <a:gd name="connsiteY804" fmla="*/ 848067 h 6858000"/>
              <a:gd name="connsiteX805" fmla="*/ 3607114 w 7467600"/>
              <a:gd name="connsiteY805" fmla="*/ 467441 h 6858000"/>
              <a:gd name="connsiteX806" fmla="*/ 3296242 w 7467600"/>
              <a:gd name="connsiteY806" fmla="*/ 807991 h 6858000"/>
              <a:gd name="connsiteX807" fmla="*/ 3174674 w 7467600"/>
              <a:gd name="connsiteY807" fmla="*/ 919759 h 6858000"/>
              <a:gd name="connsiteX808" fmla="*/ 3042978 w 7467600"/>
              <a:gd name="connsiteY808" fmla="*/ 1054894 h 6858000"/>
              <a:gd name="connsiteX809" fmla="*/ 2968914 w 7467600"/>
              <a:gd name="connsiteY809" fmla="*/ 1133756 h 6858000"/>
              <a:gd name="connsiteX810" fmla="*/ 3103823 w 7467600"/>
              <a:gd name="connsiteY810" fmla="*/ 1026814 h 6858000"/>
              <a:gd name="connsiteX811" fmla="*/ 3607114 w 7467600"/>
              <a:gd name="connsiteY811" fmla="*/ 467441 h 6858000"/>
              <a:gd name="connsiteX812" fmla="*/ 3744487 w 7467600"/>
              <a:gd name="connsiteY812" fmla="*/ 383136 h 6858000"/>
              <a:gd name="connsiteX813" fmla="*/ 3970213 w 7467600"/>
              <a:gd name="connsiteY813" fmla="*/ 995559 h 6858000"/>
              <a:gd name="connsiteX814" fmla="*/ 3744487 w 7467600"/>
              <a:gd name="connsiteY814" fmla="*/ 383136 h 6858000"/>
              <a:gd name="connsiteX815" fmla="*/ 3624562 w 7467600"/>
              <a:gd name="connsiteY815" fmla="*/ 367041 h 6858000"/>
              <a:gd name="connsiteX816" fmla="*/ 3489712 w 7467600"/>
              <a:gd name="connsiteY816" fmla="*/ 485386 h 6858000"/>
              <a:gd name="connsiteX817" fmla="*/ 3182994 w 7467600"/>
              <a:gd name="connsiteY817" fmla="*/ 828265 h 6858000"/>
              <a:gd name="connsiteX818" fmla="*/ 2892114 w 7467600"/>
              <a:gd name="connsiteY818" fmla="*/ 1172635 h 6858000"/>
              <a:gd name="connsiteX819" fmla="*/ 3021459 w 7467600"/>
              <a:gd name="connsiteY819" fmla="*/ 1035385 h 6858000"/>
              <a:gd name="connsiteX820" fmla="*/ 3153873 w 7467600"/>
              <a:gd name="connsiteY820" fmla="*/ 898971 h 6858000"/>
              <a:gd name="connsiteX821" fmla="*/ 3276511 w 7467600"/>
              <a:gd name="connsiteY821" fmla="*/ 786423 h 6858000"/>
              <a:gd name="connsiteX822" fmla="*/ 3584154 w 7467600"/>
              <a:gd name="connsiteY822" fmla="*/ 448218 h 6858000"/>
              <a:gd name="connsiteX823" fmla="*/ 3624562 w 7467600"/>
              <a:gd name="connsiteY823" fmla="*/ 367041 h 6858000"/>
              <a:gd name="connsiteX824" fmla="*/ 3766672 w 7467600"/>
              <a:gd name="connsiteY824" fmla="*/ 359429 h 6858000"/>
              <a:gd name="connsiteX825" fmla="*/ 3996338 w 7467600"/>
              <a:gd name="connsiteY825" fmla="*/ 968237 h 6858000"/>
              <a:gd name="connsiteX826" fmla="*/ 3766672 w 7467600"/>
              <a:gd name="connsiteY826" fmla="*/ 359429 h 6858000"/>
              <a:gd name="connsiteX827" fmla="*/ 5805386 w 7467600"/>
              <a:gd name="connsiteY827" fmla="*/ 239240 h 6858000"/>
              <a:gd name="connsiteX828" fmla="*/ 5736947 w 7467600"/>
              <a:gd name="connsiteY828" fmla="*/ 261367 h 6858000"/>
              <a:gd name="connsiteX829" fmla="*/ 5427012 w 7467600"/>
              <a:gd name="connsiteY829" fmla="*/ 311272 h 6858000"/>
              <a:gd name="connsiteX830" fmla="*/ 5147818 w 7467600"/>
              <a:gd name="connsiteY830" fmla="*/ 322112 h 6858000"/>
              <a:gd name="connsiteX831" fmla="*/ 5060854 w 7467600"/>
              <a:gd name="connsiteY831" fmla="*/ 311882 h 6858000"/>
              <a:gd name="connsiteX832" fmla="*/ 4945989 w 7467600"/>
              <a:gd name="connsiteY832" fmla="*/ 300516 h 6858000"/>
              <a:gd name="connsiteX833" fmla="*/ 5410479 w 7467600"/>
              <a:gd name="connsiteY833" fmla="*/ 348434 h 6858000"/>
              <a:gd name="connsiteX834" fmla="*/ 5805386 w 7467600"/>
              <a:gd name="connsiteY834" fmla="*/ 239240 h 6858000"/>
              <a:gd name="connsiteX835" fmla="*/ 5905192 w 7467600"/>
              <a:gd name="connsiteY835" fmla="*/ 163079 h 6858000"/>
              <a:gd name="connsiteX836" fmla="*/ 5865655 w 7467600"/>
              <a:gd name="connsiteY836" fmla="*/ 171901 h 6858000"/>
              <a:gd name="connsiteX837" fmla="*/ 5259740 w 7467600"/>
              <a:gd name="connsiteY837" fmla="*/ 257013 h 6858000"/>
              <a:gd name="connsiteX838" fmla="*/ 5208466 w 7467600"/>
              <a:gd name="connsiteY838" fmla="*/ 257550 h 6858000"/>
              <a:gd name="connsiteX839" fmla="*/ 4980204 w 7467600"/>
              <a:gd name="connsiteY839" fmla="*/ 271903 h 6858000"/>
              <a:gd name="connsiteX840" fmla="*/ 5068068 w 7467600"/>
              <a:gd name="connsiteY840" fmla="*/ 282244 h 6858000"/>
              <a:gd name="connsiteX841" fmla="*/ 5153231 w 7467600"/>
              <a:gd name="connsiteY841" fmla="*/ 292240 h 6858000"/>
              <a:gd name="connsiteX842" fmla="*/ 5426491 w 7467600"/>
              <a:gd name="connsiteY842" fmla="*/ 281128 h 6858000"/>
              <a:gd name="connsiteX843" fmla="*/ 5731212 w 7467600"/>
              <a:gd name="connsiteY843" fmla="*/ 231951 h 6858000"/>
              <a:gd name="connsiteX844" fmla="*/ 5905192 w 7467600"/>
              <a:gd name="connsiteY844" fmla="*/ 163079 h 6858000"/>
              <a:gd name="connsiteX845" fmla="*/ 5944437 w 7467600"/>
              <a:gd name="connsiteY845" fmla="*/ 113829 h 6858000"/>
              <a:gd name="connsiteX846" fmla="*/ 5825032 w 7467600"/>
              <a:gd name="connsiteY846" fmla="*/ 146405 h 6858000"/>
              <a:gd name="connsiteX847" fmla="*/ 4955599 w 7467600"/>
              <a:gd name="connsiteY847" fmla="*/ 247008 h 6858000"/>
              <a:gd name="connsiteX848" fmla="*/ 5210104 w 7467600"/>
              <a:gd name="connsiteY848" fmla="*/ 228123 h 6858000"/>
              <a:gd name="connsiteX849" fmla="*/ 5261015 w 7467600"/>
              <a:gd name="connsiteY849" fmla="*/ 227087 h 6858000"/>
              <a:gd name="connsiteX850" fmla="*/ 5861181 w 7467600"/>
              <a:gd name="connsiteY850" fmla="*/ 143093 h 6858000"/>
              <a:gd name="connsiteX851" fmla="*/ 5961252 w 7467600"/>
              <a:gd name="connsiteY851" fmla="*/ 114820 h 6858000"/>
              <a:gd name="connsiteX852" fmla="*/ 5944437 w 7467600"/>
              <a:gd name="connsiteY852" fmla="*/ 113829 h 6858000"/>
              <a:gd name="connsiteX853" fmla="*/ 3882765 w 7467600"/>
              <a:gd name="connsiteY853" fmla="*/ 0 h 6858000"/>
              <a:gd name="connsiteX854" fmla="*/ 3995099 w 7467600"/>
              <a:gd name="connsiteY854" fmla="*/ 0 h 6858000"/>
              <a:gd name="connsiteX855" fmla="*/ 4163818 w 7467600"/>
              <a:gd name="connsiteY855" fmla="*/ 234104 h 6858000"/>
              <a:gd name="connsiteX856" fmla="*/ 4172099 w 7467600"/>
              <a:gd name="connsiteY856" fmla="*/ 234207 h 6858000"/>
              <a:gd name="connsiteX857" fmla="*/ 4784282 w 7467600"/>
              <a:gd name="connsiteY857" fmla="*/ 276561 h 6858000"/>
              <a:gd name="connsiteX858" fmla="*/ 4801687 w 7467600"/>
              <a:gd name="connsiteY858" fmla="*/ 267764 h 6858000"/>
              <a:gd name="connsiteX859" fmla="*/ 6082788 w 7467600"/>
              <a:gd name="connsiteY859" fmla="*/ 64119 h 6858000"/>
              <a:gd name="connsiteX860" fmla="*/ 6099442 w 7467600"/>
              <a:gd name="connsiteY860" fmla="*/ 82568 h 6858000"/>
              <a:gd name="connsiteX861" fmla="*/ 4804137 w 7467600"/>
              <a:gd name="connsiteY861" fmla="*/ 320931 h 6858000"/>
              <a:gd name="connsiteX862" fmla="*/ 4227047 w 7467600"/>
              <a:gd name="connsiteY862" fmla="*/ 313415 h 6858000"/>
              <a:gd name="connsiteX863" fmla="*/ 4346041 w 7467600"/>
              <a:gd name="connsiteY863" fmla="*/ 456086 h 6858000"/>
              <a:gd name="connsiteX864" fmla="*/ 4870967 w 7467600"/>
              <a:gd name="connsiteY864" fmla="*/ 963061 h 6858000"/>
              <a:gd name="connsiteX865" fmla="*/ 4889647 w 7467600"/>
              <a:gd name="connsiteY865" fmla="*/ 957147 h 6858000"/>
              <a:gd name="connsiteX866" fmla="*/ 5422504 w 7467600"/>
              <a:gd name="connsiteY866" fmla="*/ 805191 h 6858000"/>
              <a:gd name="connsiteX867" fmla="*/ 6087656 w 7467600"/>
              <a:gd name="connsiteY867" fmla="*/ 826703 h 6858000"/>
              <a:gd name="connsiteX868" fmla="*/ 6058717 w 7467600"/>
              <a:gd name="connsiteY868" fmla="*/ 865992 h 6858000"/>
              <a:gd name="connsiteX869" fmla="*/ 4974153 w 7467600"/>
              <a:gd name="connsiteY869" fmla="*/ 1045456 h 6858000"/>
              <a:gd name="connsiteX870" fmla="*/ 5627835 w 7467600"/>
              <a:gd name="connsiteY870" fmla="*/ 1472077 h 6858000"/>
              <a:gd name="connsiteX871" fmla="*/ 5629817 w 7467600"/>
              <a:gd name="connsiteY871" fmla="*/ 1471412 h 6858000"/>
              <a:gd name="connsiteX872" fmla="*/ 5634124 w 7467600"/>
              <a:gd name="connsiteY872" fmla="*/ 1470572 h 6858000"/>
              <a:gd name="connsiteX873" fmla="*/ 5755832 w 7467600"/>
              <a:gd name="connsiteY873" fmla="*/ 1383886 h 6858000"/>
              <a:gd name="connsiteX874" fmla="*/ 6014186 w 7467600"/>
              <a:gd name="connsiteY874" fmla="*/ 1279799 h 6858000"/>
              <a:gd name="connsiteX875" fmla="*/ 6901619 w 7467600"/>
              <a:gd name="connsiteY875" fmla="*/ 1047874 h 6858000"/>
              <a:gd name="connsiteX876" fmla="*/ 6931566 w 7467600"/>
              <a:gd name="connsiteY876" fmla="*/ 1062034 h 6858000"/>
              <a:gd name="connsiteX877" fmla="*/ 5790982 w 7467600"/>
              <a:gd name="connsiteY877" fmla="*/ 1561380 h 6858000"/>
              <a:gd name="connsiteX878" fmla="*/ 6188971 w 7467600"/>
              <a:gd name="connsiteY878" fmla="*/ 1755168 h 6858000"/>
              <a:gd name="connsiteX879" fmla="*/ 6202446 w 7467600"/>
              <a:gd name="connsiteY879" fmla="*/ 1752268 h 6858000"/>
              <a:gd name="connsiteX880" fmla="*/ 7179560 w 7467600"/>
              <a:gd name="connsiteY880" fmla="*/ 1467551 h 6858000"/>
              <a:gd name="connsiteX881" fmla="*/ 7158730 w 7467600"/>
              <a:gd name="connsiteY881" fmla="*/ 1507835 h 6858000"/>
              <a:gd name="connsiteX882" fmla="*/ 6326959 w 7467600"/>
              <a:gd name="connsiteY882" fmla="*/ 1817686 h 6858000"/>
              <a:gd name="connsiteX883" fmla="*/ 6537433 w 7467600"/>
              <a:gd name="connsiteY883" fmla="*/ 1907790 h 6858000"/>
              <a:gd name="connsiteX884" fmla="*/ 6550221 w 7467600"/>
              <a:gd name="connsiteY884" fmla="*/ 1910729 h 6858000"/>
              <a:gd name="connsiteX885" fmla="*/ 6964438 w 7467600"/>
              <a:gd name="connsiteY885" fmla="*/ 2209505 h 6858000"/>
              <a:gd name="connsiteX886" fmla="*/ 7367862 w 7467600"/>
              <a:gd name="connsiteY886" fmla="*/ 2806833 h 6858000"/>
              <a:gd name="connsiteX887" fmla="*/ 7364329 w 7467600"/>
              <a:gd name="connsiteY887" fmla="*/ 2826907 h 6858000"/>
              <a:gd name="connsiteX888" fmla="*/ 7290545 w 7467600"/>
              <a:gd name="connsiteY888" fmla="*/ 2850663 h 6858000"/>
              <a:gd name="connsiteX889" fmla="*/ 6472036 w 7467600"/>
              <a:gd name="connsiteY889" fmla="*/ 1959003 h 6858000"/>
              <a:gd name="connsiteX890" fmla="*/ 5792897 w 7467600"/>
              <a:gd name="connsiteY890" fmla="*/ 1647747 h 6858000"/>
              <a:gd name="connsiteX891" fmla="*/ 5842751 w 7467600"/>
              <a:gd name="connsiteY891" fmla="*/ 1816112 h 6858000"/>
              <a:gd name="connsiteX892" fmla="*/ 5847424 w 7467600"/>
              <a:gd name="connsiteY892" fmla="*/ 1815776 h 6858000"/>
              <a:gd name="connsiteX893" fmla="*/ 6399821 w 7467600"/>
              <a:gd name="connsiteY893" fmla="*/ 2344799 h 6858000"/>
              <a:gd name="connsiteX894" fmla="*/ 6323232 w 7467600"/>
              <a:gd name="connsiteY894" fmla="*/ 2389634 h 6858000"/>
              <a:gd name="connsiteX895" fmla="*/ 5942958 w 7467600"/>
              <a:gd name="connsiteY895" fmla="*/ 2077708 h 6858000"/>
              <a:gd name="connsiteX896" fmla="*/ 5921559 w 7467600"/>
              <a:gd name="connsiteY896" fmla="*/ 2378596 h 6858000"/>
              <a:gd name="connsiteX897" fmla="*/ 5817651 w 7467600"/>
              <a:gd name="connsiteY897" fmla="*/ 3023919 h 6858000"/>
              <a:gd name="connsiteX898" fmla="*/ 5729634 w 7467600"/>
              <a:gd name="connsiteY898" fmla="*/ 3051849 h 6858000"/>
              <a:gd name="connsiteX899" fmla="*/ 5611018 w 7467600"/>
              <a:gd name="connsiteY899" fmla="*/ 2316769 h 6858000"/>
              <a:gd name="connsiteX900" fmla="*/ 5687608 w 7467600"/>
              <a:gd name="connsiteY900" fmla="*/ 2039972 h 6858000"/>
              <a:gd name="connsiteX901" fmla="*/ 5657554 w 7467600"/>
              <a:gd name="connsiteY901" fmla="*/ 1576445 h 6858000"/>
              <a:gd name="connsiteX902" fmla="*/ 5150475 w 7467600"/>
              <a:gd name="connsiteY902" fmla="*/ 1274012 h 6858000"/>
              <a:gd name="connsiteX903" fmla="*/ 5349142 w 7467600"/>
              <a:gd name="connsiteY903" fmla="*/ 2204405 h 6858000"/>
              <a:gd name="connsiteX904" fmla="*/ 5262214 w 7467600"/>
              <a:gd name="connsiteY904" fmla="*/ 2233836 h 6858000"/>
              <a:gd name="connsiteX905" fmla="*/ 4981539 w 7467600"/>
              <a:gd name="connsiteY905" fmla="*/ 1542201 h 6858000"/>
              <a:gd name="connsiteX906" fmla="*/ 4958461 w 7467600"/>
              <a:gd name="connsiteY906" fmla="*/ 1136957 h 6858000"/>
              <a:gd name="connsiteX907" fmla="*/ 4655015 w 7467600"/>
              <a:gd name="connsiteY907" fmla="*/ 891426 h 6858000"/>
              <a:gd name="connsiteX908" fmla="*/ 4348002 w 7467600"/>
              <a:gd name="connsiteY908" fmla="*/ 2205895 h 6858000"/>
              <a:gd name="connsiteX909" fmla="*/ 4262250 w 7467600"/>
              <a:gd name="connsiteY909" fmla="*/ 2219972 h 6858000"/>
              <a:gd name="connsiteX910" fmla="*/ 4550611 w 7467600"/>
              <a:gd name="connsiteY910" fmla="*/ 817540 h 6858000"/>
              <a:gd name="connsiteX911" fmla="*/ 4564418 w 7467600"/>
              <a:gd name="connsiteY911" fmla="*/ 808293 h 6858000"/>
              <a:gd name="connsiteX912" fmla="*/ 4266388 w 7467600"/>
              <a:gd name="connsiteY912" fmla="*/ 500083 h 6858000"/>
              <a:gd name="connsiteX913" fmla="*/ 4032842 w 7467600"/>
              <a:gd name="connsiteY913" fmla="*/ 211809 h 6858000"/>
              <a:gd name="connsiteX914" fmla="*/ 3882765 w 7467600"/>
              <a:gd name="connsiteY914" fmla="*/ 0 h 6858000"/>
              <a:gd name="connsiteX915" fmla="*/ 3721337 w 7467600"/>
              <a:gd name="connsiteY915" fmla="*/ 0 h 6858000"/>
              <a:gd name="connsiteX916" fmla="*/ 3797544 w 7467600"/>
              <a:gd name="connsiteY916" fmla="*/ 0 h 6858000"/>
              <a:gd name="connsiteX917" fmla="*/ 3775734 w 7467600"/>
              <a:gd name="connsiteY917" fmla="*/ 95131 h 6858000"/>
              <a:gd name="connsiteX918" fmla="*/ 3724807 w 7467600"/>
              <a:gd name="connsiteY918" fmla="*/ 272257 h 6858000"/>
              <a:gd name="connsiteX919" fmla="*/ 3726844 w 7467600"/>
              <a:gd name="connsiteY919" fmla="*/ 282988 h 6858000"/>
              <a:gd name="connsiteX920" fmla="*/ 3742664 w 7467600"/>
              <a:gd name="connsiteY920" fmla="*/ 279918 h 6858000"/>
              <a:gd name="connsiteX921" fmla="*/ 4103910 w 7467600"/>
              <a:gd name="connsiteY921" fmla="*/ 1161917 h 6858000"/>
              <a:gd name="connsiteX922" fmla="*/ 4020269 w 7467600"/>
              <a:gd name="connsiteY922" fmla="*/ 1200406 h 6858000"/>
              <a:gd name="connsiteX923" fmla="*/ 3674882 w 7467600"/>
              <a:gd name="connsiteY923" fmla="*/ 488524 h 6858000"/>
              <a:gd name="connsiteX924" fmla="*/ 3132682 w 7467600"/>
              <a:gd name="connsiteY924" fmla="*/ 1072284 h 6858000"/>
              <a:gd name="connsiteX925" fmla="*/ 2716346 w 7467600"/>
              <a:gd name="connsiteY925" fmla="*/ 1276376 h 6858000"/>
              <a:gd name="connsiteX926" fmla="*/ 2716772 w 7467600"/>
              <a:gd name="connsiteY926" fmla="*/ 1255462 h 6858000"/>
              <a:gd name="connsiteX927" fmla="*/ 3471096 w 7467600"/>
              <a:gd name="connsiteY927" fmla="*/ 437072 h 6858000"/>
              <a:gd name="connsiteX928" fmla="*/ 3639057 w 7467600"/>
              <a:gd name="connsiteY928" fmla="*/ 286334 h 6858000"/>
              <a:gd name="connsiteX929" fmla="*/ 3640309 w 7467600"/>
              <a:gd name="connsiteY929" fmla="*/ 284664 h 6858000"/>
              <a:gd name="connsiteX930" fmla="*/ 3646022 w 7467600"/>
              <a:gd name="connsiteY930" fmla="*/ 276711 h 6858000"/>
              <a:gd name="connsiteX931" fmla="*/ 3707943 w 7467600"/>
              <a:gd name="connsiteY931" fmla="*/ 65958 h 6858000"/>
              <a:gd name="connsiteX932" fmla="*/ 3721337 w 7467600"/>
              <a:gd name="connsiteY932" fmla="*/ 0 h 6858000"/>
              <a:gd name="connsiteX933" fmla="*/ 2867960 w 7467600"/>
              <a:gd name="connsiteY933" fmla="*/ 0 h 6858000"/>
              <a:gd name="connsiteX934" fmla="*/ 2926351 w 7467600"/>
              <a:gd name="connsiteY934" fmla="*/ 0 h 6858000"/>
              <a:gd name="connsiteX935" fmla="*/ 2902823 w 7467600"/>
              <a:gd name="connsiteY935" fmla="*/ 262929 h 6858000"/>
              <a:gd name="connsiteX936" fmla="*/ 2940663 w 7467600"/>
              <a:gd name="connsiteY936" fmla="*/ 140884 h 6858000"/>
              <a:gd name="connsiteX937" fmla="*/ 2947039 w 7467600"/>
              <a:gd name="connsiteY937" fmla="*/ 122524 h 6858000"/>
              <a:gd name="connsiteX938" fmla="*/ 2984316 w 7467600"/>
              <a:gd name="connsiteY938" fmla="*/ 0 h 6858000"/>
              <a:gd name="connsiteX939" fmla="*/ 3016114 w 7467600"/>
              <a:gd name="connsiteY939" fmla="*/ 0 h 6858000"/>
              <a:gd name="connsiteX940" fmla="*/ 2979949 w 7467600"/>
              <a:gd name="connsiteY940" fmla="*/ 119274 h 6858000"/>
              <a:gd name="connsiteX941" fmla="*/ 3023879 w 7467600"/>
              <a:gd name="connsiteY941" fmla="*/ 0 h 6858000"/>
              <a:gd name="connsiteX942" fmla="*/ 3105400 w 7467600"/>
              <a:gd name="connsiteY942" fmla="*/ 0 h 6858000"/>
              <a:gd name="connsiteX943" fmla="*/ 3094669 w 7467600"/>
              <a:gd name="connsiteY943" fmla="*/ 30308 h 6858000"/>
              <a:gd name="connsiteX944" fmla="*/ 2901945 w 7467600"/>
              <a:gd name="connsiteY944" fmla="*/ 466538 h 6858000"/>
              <a:gd name="connsiteX945" fmla="*/ 2815209 w 7467600"/>
              <a:gd name="connsiteY945" fmla="*/ 497361 h 6858000"/>
              <a:gd name="connsiteX946" fmla="*/ 2844845 w 7467600"/>
              <a:gd name="connsiteY946" fmla="*/ 127638 h 6858000"/>
              <a:gd name="connsiteX947" fmla="*/ 2867960 w 7467600"/>
              <a:gd name="connsiteY947" fmla="*/ 0 h 6858000"/>
              <a:gd name="connsiteX948" fmla="*/ 1057230 w 7467600"/>
              <a:gd name="connsiteY948" fmla="*/ 0 h 6858000"/>
              <a:gd name="connsiteX949" fmla="*/ 1111003 w 7467600"/>
              <a:gd name="connsiteY949" fmla="*/ 0 h 6858000"/>
              <a:gd name="connsiteX950" fmla="*/ 1125553 w 7467600"/>
              <a:gd name="connsiteY950" fmla="*/ 52588 h 6858000"/>
              <a:gd name="connsiteX951" fmla="*/ 1304276 w 7467600"/>
              <a:gd name="connsiteY951" fmla="*/ 476275 h 6858000"/>
              <a:gd name="connsiteX952" fmla="*/ 1492066 w 7467600"/>
              <a:gd name="connsiteY952" fmla="*/ 886333 h 6858000"/>
              <a:gd name="connsiteX953" fmla="*/ 1423698 w 7467600"/>
              <a:gd name="connsiteY953" fmla="*/ 710817 h 6858000"/>
              <a:gd name="connsiteX954" fmla="*/ 1357609 w 7467600"/>
              <a:gd name="connsiteY954" fmla="*/ 532892 h 6858000"/>
              <a:gd name="connsiteX955" fmla="*/ 1309550 w 7467600"/>
              <a:gd name="connsiteY955" fmla="*/ 374031 h 6858000"/>
              <a:gd name="connsiteX956" fmla="*/ 1193673 w 7467600"/>
              <a:gd name="connsiteY956" fmla="*/ 49533 h 6858000"/>
              <a:gd name="connsiteX957" fmla="*/ 1164391 w 7467600"/>
              <a:gd name="connsiteY957" fmla="*/ 0 h 6858000"/>
              <a:gd name="connsiteX958" fmla="*/ 1200666 w 7467600"/>
              <a:gd name="connsiteY958" fmla="*/ 0 h 6858000"/>
              <a:gd name="connsiteX959" fmla="*/ 1223408 w 7467600"/>
              <a:gd name="connsiteY959" fmla="*/ 38996 h 6858000"/>
              <a:gd name="connsiteX960" fmla="*/ 1339635 w 7467600"/>
              <a:gd name="connsiteY960" fmla="*/ 365517 h 6858000"/>
              <a:gd name="connsiteX961" fmla="*/ 1387469 w 7467600"/>
              <a:gd name="connsiteY961" fmla="*/ 523079 h 6858000"/>
              <a:gd name="connsiteX962" fmla="*/ 1452685 w 7467600"/>
              <a:gd name="connsiteY962" fmla="*/ 699806 h 6858000"/>
              <a:gd name="connsiteX963" fmla="*/ 1492092 w 7467600"/>
              <a:gd name="connsiteY963" fmla="*/ 800424 h 6858000"/>
              <a:gd name="connsiteX964" fmla="*/ 1455302 w 7467600"/>
              <a:gd name="connsiteY964" fmla="*/ 632913 h 6858000"/>
              <a:gd name="connsiteX965" fmla="*/ 1222336 w 7467600"/>
              <a:gd name="connsiteY965" fmla="*/ 9480 h 6858000"/>
              <a:gd name="connsiteX966" fmla="*/ 1214634 w 7467600"/>
              <a:gd name="connsiteY966" fmla="*/ 0 h 6858000"/>
              <a:gd name="connsiteX967" fmla="*/ 1289827 w 7467600"/>
              <a:gd name="connsiteY967" fmla="*/ 0 h 6858000"/>
              <a:gd name="connsiteX968" fmla="*/ 1321076 w 7467600"/>
              <a:gd name="connsiteY968" fmla="*/ 59722 h 6858000"/>
              <a:gd name="connsiteX969" fmla="*/ 1512579 w 7467600"/>
              <a:gd name="connsiteY969" fmla="*/ 626441 h 6858000"/>
              <a:gd name="connsiteX970" fmla="*/ 1506076 w 7467600"/>
              <a:gd name="connsiteY970" fmla="*/ 1089289 h 6858000"/>
              <a:gd name="connsiteX971" fmla="*/ 1486346 w 7467600"/>
              <a:gd name="connsiteY971" fmla="*/ 1079919 h 6858000"/>
              <a:gd name="connsiteX972" fmla="*/ 1070511 w 7467600"/>
              <a:gd name="connsiteY972" fmla="*/ 48609 h 6858000"/>
              <a:gd name="connsiteX973" fmla="*/ 1057230 w 7467600"/>
              <a:gd name="connsiteY973" fmla="*/ 0 h 6858000"/>
              <a:gd name="connsiteX974" fmla="*/ 43151 w 7467600"/>
              <a:gd name="connsiteY974" fmla="*/ 0 h 6858000"/>
              <a:gd name="connsiteX975" fmla="*/ 95283 w 7467600"/>
              <a:gd name="connsiteY975" fmla="*/ 0 h 6858000"/>
              <a:gd name="connsiteX976" fmla="*/ 300708 w 7467600"/>
              <a:gd name="connsiteY976" fmla="*/ 154571 h 6858000"/>
              <a:gd name="connsiteX977" fmla="*/ 530414 w 7467600"/>
              <a:gd name="connsiteY977" fmla="*/ 354673 h 6858000"/>
              <a:gd name="connsiteX978" fmla="*/ 333785 w 7467600"/>
              <a:gd name="connsiteY978" fmla="*/ 161564 h 6858000"/>
              <a:gd name="connsiteX979" fmla="*/ 147005 w 7467600"/>
              <a:gd name="connsiteY979" fmla="*/ 0 h 6858000"/>
              <a:gd name="connsiteX980" fmla="*/ 272509 w 7467600"/>
              <a:gd name="connsiteY980" fmla="*/ 0 h 6858000"/>
              <a:gd name="connsiteX981" fmla="*/ 326276 w 7467600"/>
              <a:gd name="connsiteY981" fmla="*/ 45847 h 6858000"/>
              <a:gd name="connsiteX982" fmla="*/ 823759 w 7467600"/>
              <a:gd name="connsiteY982" fmla="*/ 574145 h 6858000"/>
              <a:gd name="connsiteX983" fmla="*/ 811254 w 7467600"/>
              <a:gd name="connsiteY983" fmla="*/ 665546 h 6858000"/>
              <a:gd name="connsiteX984" fmla="*/ 154042 w 7467600"/>
              <a:gd name="connsiteY984" fmla="*/ 261522 h 6858000"/>
              <a:gd name="connsiteX985" fmla="*/ 13550 w 7467600"/>
              <a:gd name="connsiteY985" fmla="*/ 158423 h 6858000"/>
              <a:gd name="connsiteX986" fmla="*/ 0 w 7467600"/>
              <a:gd name="connsiteY986" fmla="*/ 146618 h 6858000"/>
              <a:gd name="connsiteX987" fmla="*/ 0 w 7467600"/>
              <a:gd name="connsiteY987" fmla="*/ 59161 h 6858000"/>
              <a:gd name="connsiteX988" fmla="*/ 45427 w 7467600"/>
              <a:gd name="connsiteY988" fmla="*/ 101078 h 6858000"/>
              <a:gd name="connsiteX989" fmla="*/ 630103 w 7467600"/>
              <a:gd name="connsiteY989" fmla="*/ 485885 h 6858000"/>
              <a:gd name="connsiteX990" fmla="*/ 532040 w 7467600"/>
              <a:gd name="connsiteY990" fmla="*/ 399359 h 6858000"/>
              <a:gd name="connsiteX991" fmla="*/ 517618 w 7467600"/>
              <a:gd name="connsiteY991" fmla="*/ 385726 h 6858000"/>
              <a:gd name="connsiteX992" fmla="*/ 285074 w 7467600"/>
              <a:gd name="connsiteY992" fmla="*/ 182755 h 6858000"/>
              <a:gd name="connsiteX993" fmla="*/ 43151 w 7467600"/>
              <a:gd name="connsiteY993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43603 w 7467600"/>
              <a:gd name="connsiteY127" fmla="*/ 51497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1903353 w 7467600"/>
              <a:gd name="connsiteY137" fmla="*/ 5044827 h 6858000"/>
              <a:gd name="connsiteX138" fmla="*/ 1936931 w 7467600"/>
              <a:gd name="connsiteY138" fmla="*/ 5093954 h 6858000"/>
              <a:gd name="connsiteX139" fmla="*/ 2195868 w 7467600"/>
              <a:gd name="connsiteY139" fmla="*/ 5396574 h 6858000"/>
              <a:gd name="connsiteX140" fmla="*/ 2088852 w 7467600"/>
              <a:gd name="connsiteY140" fmla="*/ 5166123 h 6858000"/>
              <a:gd name="connsiteX141" fmla="*/ 1958241 w 7467600"/>
              <a:gd name="connsiteY141" fmla="*/ 5067955 h 6858000"/>
              <a:gd name="connsiteX142" fmla="*/ 1903353 w 7467600"/>
              <a:gd name="connsiteY142" fmla="*/ 5044827 h 6858000"/>
              <a:gd name="connsiteX143" fmla="*/ 1979378 w 7467600"/>
              <a:gd name="connsiteY143" fmla="*/ 4769504 h 6858000"/>
              <a:gd name="connsiteX144" fmla="*/ 2882120 w 7467600"/>
              <a:gd name="connsiteY144" fmla="*/ 5064547 h 6858000"/>
              <a:gd name="connsiteX145" fmla="*/ 2793103 w 7467600"/>
              <a:gd name="connsiteY145" fmla="*/ 5039699 h 6858000"/>
              <a:gd name="connsiteX146" fmla="*/ 2770041 w 7467600"/>
              <a:gd name="connsiteY146" fmla="*/ 5033634 h 6858000"/>
              <a:gd name="connsiteX147" fmla="*/ 1979378 w 7467600"/>
              <a:gd name="connsiteY147" fmla="*/ 4769504 h 6858000"/>
              <a:gd name="connsiteX148" fmla="*/ 1927410 w 7467600"/>
              <a:gd name="connsiteY148" fmla="*/ 4716164 h 6858000"/>
              <a:gd name="connsiteX149" fmla="*/ 1959587 w 7467600"/>
              <a:gd name="connsiteY149" fmla="*/ 4728849 h 6858000"/>
              <a:gd name="connsiteX150" fmla="*/ 2777707 w 7467600"/>
              <a:gd name="connsiteY150" fmla="*/ 5003991 h 6858000"/>
              <a:gd name="connsiteX151" fmla="*/ 2800768 w 7467600"/>
              <a:gd name="connsiteY151" fmla="*/ 5010056 h 6858000"/>
              <a:gd name="connsiteX152" fmla="*/ 2879408 w 7467600"/>
              <a:gd name="connsiteY152" fmla="*/ 5031590 h 6858000"/>
              <a:gd name="connsiteX153" fmla="*/ 2862295 w 7467600"/>
              <a:gd name="connsiteY153" fmla="*/ 5022958 h 6858000"/>
              <a:gd name="connsiteX154" fmla="*/ 2813343 w 7467600"/>
              <a:gd name="connsiteY154" fmla="*/ 4998369 h 6858000"/>
              <a:gd name="connsiteX155" fmla="*/ 2646245 w 7467600"/>
              <a:gd name="connsiteY155" fmla="*/ 4930999 h 6858000"/>
              <a:gd name="connsiteX156" fmla="*/ 1999243 w 7467600"/>
              <a:gd name="connsiteY156" fmla="*/ 4730524 h 6858000"/>
              <a:gd name="connsiteX157" fmla="*/ 1979527 w 7467600"/>
              <a:gd name="connsiteY157" fmla="*/ 4726651 h 6858000"/>
              <a:gd name="connsiteX158" fmla="*/ 1927410 w 7467600"/>
              <a:gd name="connsiteY158" fmla="*/ 4716164 h 6858000"/>
              <a:gd name="connsiteX159" fmla="*/ 1997014 w 7467600"/>
              <a:gd name="connsiteY159" fmla="*/ 4698007 h 6858000"/>
              <a:gd name="connsiteX160" fmla="*/ 2005458 w 7467600"/>
              <a:gd name="connsiteY160" fmla="*/ 4699540 h 6858000"/>
              <a:gd name="connsiteX161" fmla="*/ 2657186 w 7467600"/>
              <a:gd name="connsiteY161" fmla="*/ 4901687 h 6858000"/>
              <a:gd name="connsiteX162" fmla="*/ 2826662 w 7467600"/>
              <a:gd name="connsiteY162" fmla="*/ 4970362 h 6858000"/>
              <a:gd name="connsiteX163" fmla="*/ 2876100 w 7467600"/>
              <a:gd name="connsiteY163" fmla="*/ 4995397 h 6858000"/>
              <a:gd name="connsiteX164" fmla="*/ 3042600 w 7467600"/>
              <a:gd name="connsiteY164" fmla="*/ 5059532 h 6858000"/>
              <a:gd name="connsiteX165" fmla="*/ 1997014 w 7467600"/>
              <a:gd name="connsiteY165" fmla="*/ 4698007 h 6858000"/>
              <a:gd name="connsiteX166" fmla="*/ 2305292 w 7467600"/>
              <a:gd name="connsiteY166" fmla="*/ 4219492 h 6858000"/>
              <a:gd name="connsiteX167" fmla="*/ 3360922 w 7467600"/>
              <a:gd name="connsiteY167" fmla="*/ 4529373 h 6858000"/>
              <a:gd name="connsiteX168" fmla="*/ 3492420 w 7467600"/>
              <a:gd name="connsiteY168" fmla="*/ 4510145 h 6858000"/>
              <a:gd name="connsiteX169" fmla="*/ 3364086 w 7467600"/>
              <a:gd name="connsiteY169" fmla="*/ 4480340 h 6858000"/>
              <a:gd name="connsiteX170" fmla="*/ 3225818 w 7467600"/>
              <a:gd name="connsiteY170" fmla="*/ 4411822 h 6858000"/>
              <a:gd name="connsiteX171" fmla="*/ 3129696 w 7467600"/>
              <a:gd name="connsiteY171" fmla="*/ 4360704 h 6858000"/>
              <a:gd name="connsiteX172" fmla="*/ 2814545 w 7467600"/>
              <a:gd name="connsiteY172" fmla="*/ 4282955 h 6858000"/>
              <a:gd name="connsiteX173" fmla="*/ 2305292 w 7467600"/>
              <a:gd name="connsiteY173" fmla="*/ 4219492 h 6858000"/>
              <a:gd name="connsiteX174" fmla="*/ 2626982 w 7467600"/>
              <a:gd name="connsiteY174" fmla="*/ 4206450 h 6858000"/>
              <a:gd name="connsiteX175" fmla="*/ 2490617 w 7467600"/>
              <a:gd name="connsiteY175" fmla="*/ 4206951 h 6858000"/>
              <a:gd name="connsiteX176" fmla="*/ 2819869 w 7467600"/>
              <a:gd name="connsiteY176" fmla="*/ 4252936 h 6858000"/>
              <a:gd name="connsiteX177" fmla="*/ 3143018 w 7467600"/>
              <a:gd name="connsiteY177" fmla="*/ 4332698 h 6858000"/>
              <a:gd name="connsiteX178" fmla="*/ 3241520 w 7467600"/>
              <a:gd name="connsiteY178" fmla="*/ 4385112 h 6858000"/>
              <a:gd name="connsiteX179" fmla="*/ 3374575 w 7467600"/>
              <a:gd name="connsiteY179" fmla="*/ 4451517 h 6858000"/>
              <a:gd name="connsiteX180" fmla="*/ 3505221 w 7467600"/>
              <a:gd name="connsiteY180" fmla="*/ 4480757 h 6858000"/>
              <a:gd name="connsiteX181" fmla="*/ 2626982 w 7467600"/>
              <a:gd name="connsiteY181" fmla="*/ 4206450 h 6858000"/>
              <a:gd name="connsiteX182" fmla="*/ 1310106 w 7467600"/>
              <a:gd name="connsiteY182" fmla="*/ 3943217 h 6858000"/>
              <a:gd name="connsiteX183" fmla="*/ 854994 w 7467600"/>
              <a:gd name="connsiteY183" fmla="*/ 4399136 h 6858000"/>
              <a:gd name="connsiteX184" fmla="*/ 742462 w 7467600"/>
              <a:gd name="connsiteY184" fmla="*/ 4594648 h 6858000"/>
              <a:gd name="connsiteX185" fmla="*/ 820602 w 7467600"/>
              <a:gd name="connsiteY185" fmla="*/ 4485915 h 6858000"/>
              <a:gd name="connsiteX186" fmla="*/ 878295 w 7467600"/>
              <a:gd name="connsiteY186" fmla="*/ 4403594 h 6858000"/>
              <a:gd name="connsiteX187" fmla="*/ 1240607 w 7467600"/>
              <a:gd name="connsiteY187" fmla="*/ 4010401 h 6858000"/>
              <a:gd name="connsiteX188" fmla="*/ 1310106 w 7467600"/>
              <a:gd name="connsiteY188" fmla="*/ 3943217 h 6858000"/>
              <a:gd name="connsiteX189" fmla="*/ 1423113 w 7467600"/>
              <a:gd name="connsiteY189" fmla="*/ 3874565 h 6858000"/>
              <a:gd name="connsiteX190" fmla="*/ 1260565 w 7467600"/>
              <a:gd name="connsiteY190" fmla="*/ 4031982 h 6858000"/>
              <a:gd name="connsiteX191" fmla="*/ 901900 w 7467600"/>
              <a:gd name="connsiteY191" fmla="*/ 4421236 h 6858000"/>
              <a:gd name="connsiteX192" fmla="*/ 845044 w 7467600"/>
              <a:gd name="connsiteY192" fmla="*/ 4502436 h 6858000"/>
              <a:gd name="connsiteX193" fmla="*/ 685926 w 7467600"/>
              <a:gd name="connsiteY193" fmla="*/ 4703069 h 6858000"/>
              <a:gd name="connsiteX194" fmla="*/ 684248 w 7467600"/>
              <a:gd name="connsiteY194" fmla="*/ 4706721 h 6858000"/>
              <a:gd name="connsiteX195" fmla="*/ 1423113 w 7467600"/>
              <a:gd name="connsiteY195" fmla="*/ 3874565 h 6858000"/>
              <a:gd name="connsiteX196" fmla="*/ 3316479 w 7467600"/>
              <a:gd name="connsiteY196" fmla="*/ 3872136 h 6858000"/>
              <a:gd name="connsiteX197" fmla="*/ 3546806 w 7467600"/>
              <a:gd name="connsiteY197" fmla="*/ 4356139 h 6858000"/>
              <a:gd name="connsiteX198" fmla="*/ 3364433 w 7467600"/>
              <a:gd name="connsiteY198" fmla="*/ 3953121 h 6858000"/>
              <a:gd name="connsiteX199" fmla="*/ 3316479 w 7467600"/>
              <a:gd name="connsiteY199" fmla="*/ 3872136 h 6858000"/>
              <a:gd name="connsiteX200" fmla="*/ 3291335 w 7467600"/>
              <a:gd name="connsiteY200" fmla="*/ 3767420 h 6858000"/>
              <a:gd name="connsiteX201" fmla="*/ 3390805 w 7467600"/>
              <a:gd name="connsiteY201" fmla="*/ 3937163 h 6858000"/>
              <a:gd name="connsiteX202" fmla="*/ 3579062 w 7467600"/>
              <a:gd name="connsiteY202" fmla="*/ 4359040 h 6858000"/>
              <a:gd name="connsiteX203" fmla="*/ 3467355 w 7467600"/>
              <a:gd name="connsiteY203" fmla="*/ 3988130 h 6858000"/>
              <a:gd name="connsiteX204" fmla="*/ 3310753 w 7467600"/>
              <a:gd name="connsiteY204" fmla="*/ 3787140 h 6858000"/>
              <a:gd name="connsiteX205" fmla="*/ 3291335 w 7467600"/>
              <a:gd name="connsiteY205" fmla="*/ 3767420 h 6858000"/>
              <a:gd name="connsiteX206" fmla="*/ 1635889 w 7467600"/>
              <a:gd name="connsiteY206" fmla="*/ 3709494 h 6858000"/>
              <a:gd name="connsiteX207" fmla="*/ 1634800 w 7467600"/>
              <a:gd name="connsiteY207" fmla="*/ 3731111 h 6858000"/>
              <a:gd name="connsiteX208" fmla="*/ 1635889 w 7467600"/>
              <a:gd name="connsiteY208" fmla="*/ 3709494 h 6858000"/>
              <a:gd name="connsiteX209" fmla="*/ 1510397 w 7467600"/>
              <a:gd name="connsiteY209" fmla="*/ 3684705 h 6858000"/>
              <a:gd name="connsiteX210" fmla="*/ 1146550 w 7467600"/>
              <a:gd name="connsiteY210" fmla="*/ 3802012 h 6858000"/>
              <a:gd name="connsiteX211" fmla="*/ 698834 w 7467600"/>
              <a:gd name="connsiteY211" fmla="*/ 3952272 h 6858000"/>
              <a:gd name="connsiteX212" fmla="*/ 34256 w 7467600"/>
              <a:gd name="connsiteY212" fmla="*/ 4347603 h 6858000"/>
              <a:gd name="connsiteX213" fmla="*/ 527241 w 7467600"/>
              <a:gd name="connsiteY213" fmla="*/ 4065078 h 6858000"/>
              <a:gd name="connsiteX214" fmla="*/ 1510397 w 7467600"/>
              <a:gd name="connsiteY214" fmla="*/ 3684705 h 6858000"/>
              <a:gd name="connsiteX215" fmla="*/ 1313114 w 7467600"/>
              <a:gd name="connsiteY215" fmla="*/ 3655216 h 6858000"/>
              <a:gd name="connsiteX216" fmla="*/ 1109304 w 7467600"/>
              <a:gd name="connsiteY216" fmla="*/ 3669030 h 6858000"/>
              <a:gd name="connsiteX217" fmla="*/ 8129 w 7467600"/>
              <a:gd name="connsiteY217" fmla="*/ 4330519 h 6858000"/>
              <a:gd name="connsiteX218" fmla="*/ 687572 w 7467600"/>
              <a:gd name="connsiteY218" fmla="*/ 3925629 h 6858000"/>
              <a:gd name="connsiteX219" fmla="*/ 1138365 w 7467600"/>
              <a:gd name="connsiteY219" fmla="*/ 3774515 h 6858000"/>
              <a:gd name="connsiteX220" fmla="*/ 1505579 w 7467600"/>
              <a:gd name="connsiteY220" fmla="*/ 3655526 h 6858000"/>
              <a:gd name="connsiteX221" fmla="*/ 1313114 w 7467600"/>
              <a:gd name="connsiteY221" fmla="*/ 3655216 h 6858000"/>
              <a:gd name="connsiteX222" fmla="*/ 3655073 w 7467600"/>
              <a:gd name="connsiteY222" fmla="*/ 3650884 h 6858000"/>
              <a:gd name="connsiteX223" fmla="*/ 3989938 w 7467600"/>
              <a:gd name="connsiteY223" fmla="*/ 3991685 h 6858000"/>
              <a:gd name="connsiteX224" fmla="*/ 4393907 w 7467600"/>
              <a:gd name="connsiteY224" fmla="*/ 4261258 h 6858000"/>
              <a:gd name="connsiteX225" fmla="*/ 4648051 w 7467600"/>
              <a:gd name="connsiteY225" fmla="*/ 4374051 h 6858000"/>
              <a:gd name="connsiteX226" fmla="*/ 4383389 w 7467600"/>
              <a:gd name="connsiteY226" fmla="*/ 4184369 h 6858000"/>
              <a:gd name="connsiteX227" fmla="*/ 4165508 w 7467600"/>
              <a:gd name="connsiteY227" fmla="*/ 4035196 h 6858000"/>
              <a:gd name="connsiteX228" fmla="*/ 4068162 w 7467600"/>
              <a:gd name="connsiteY228" fmla="*/ 3953394 h 6858000"/>
              <a:gd name="connsiteX229" fmla="*/ 3981416 w 7467600"/>
              <a:gd name="connsiteY229" fmla="*/ 3880482 h 6858000"/>
              <a:gd name="connsiteX230" fmla="*/ 3800147 w 7467600"/>
              <a:gd name="connsiteY230" fmla="*/ 3749872 h 6858000"/>
              <a:gd name="connsiteX231" fmla="*/ 3655073 w 7467600"/>
              <a:gd name="connsiteY231" fmla="*/ 3650884 h 6858000"/>
              <a:gd name="connsiteX232" fmla="*/ 3670252 w 7467600"/>
              <a:gd name="connsiteY232" fmla="*/ 3622798 h 6858000"/>
              <a:gd name="connsiteX233" fmla="*/ 3817258 w 7467600"/>
              <a:gd name="connsiteY233" fmla="*/ 3723577 h 6858000"/>
              <a:gd name="connsiteX234" fmla="*/ 4000461 w 7467600"/>
              <a:gd name="connsiteY234" fmla="*/ 3855966 h 6858000"/>
              <a:gd name="connsiteX235" fmla="*/ 4088180 w 7467600"/>
              <a:gd name="connsiteY235" fmla="*/ 3929774 h 6858000"/>
              <a:gd name="connsiteX236" fmla="*/ 4184555 w 7467600"/>
              <a:gd name="connsiteY236" fmla="*/ 4010683 h 6858000"/>
              <a:gd name="connsiteX237" fmla="*/ 4399563 w 7467600"/>
              <a:gd name="connsiteY237" fmla="*/ 4158106 h 6858000"/>
              <a:gd name="connsiteX238" fmla="*/ 4684469 w 7467600"/>
              <a:gd name="connsiteY238" fmla="*/ 4364680 h 6858000"/>
              <a:gd name="connsiteX239" fmla="*/ 4690271 w 7467600"/>
              <a:gd name="connsiteY239" fmla="*/ 4370034 h 6858000"/>
              <a:gd name="connsiteX240" fmla="*/ 4136093 w 7467600"/>
              <a:gd name="connsiteY240" fmla="*/ 3858466 h 6858000"/>
              <a:gd name="connsiteX241" fmla="*/ 3670252 w 7467600"/>
              <a:gd name="connsiteY241" fmla="*/ 3622798 h 6858000"/>
              <a:gd name="connsiteX242" fmla="*/ 4440129 w 7467600"/>
              <a:gd name="connsiteY242" fmla="*/ 3448571 h 6858000"/>
              <a:gd name="connsiteX243" fmla="*/ 4856525 w 7467600"/>
              <a:gd name="connsiteY243" fmla="*/ 3915351 h 6858000"/>
              <a:gd name="connsiteX244" fmla="*/ 5059055 w 7467600"/>
              <a:gd name="connsiteY244" fmla="*/ 4108918 h 6858000"/>
              <a:gd name="connsiteX245" fmla="*/ 5290070 w 7467600"/>
              <a:gd name="connsiteY245" fmla="*/ 4263619 h 6858000"/>
              <a:gd name="connsiteX246" fmla="*/ 4834991 w 7467600"/>
              <a:gd name="connsiteY246" fmla="*/ 3830985 h 6858000"/>
              <a:gd name="connsiteX247" fmla="*/ 4440129 w 7467600"/>
              <a:gd name="connsiteY247" fmla="*/ 3448571 h 6858000"/>
              <a:gd name="connsiteX248" fmla="*/ 4441737 w 7467600"/>
              <a:gd name="connsiteY248" fmla="*/ 3399734 h 6858000"/>
              <a:gd name="connsiteX249" fmla="*/ 4431236 w 7467600"/>
              <a:gd name="connsiteY249" fmla="*/ 3400954 h 6858000"/>
              <a:gd name="connsiteX250" fmla="*/ 4557150 w 7467600"/>
              <a:gd name="connsiteY250" fmla="*/ 3510023 h 6858000"/>
              <a:gd name="connsiteX251" fmla="*/ 4856936 w 7467600"/>
              <a:gd name="connsiteY251" fmla="*/ 3809146 h 6858000"/>
              <a:gd name="connsiteX252" fmla="*/ 5111996 w 7467600"/>
              <a:gd name="connsiteY252" fmla="*/ 4065759 h 6858000"/>
              <a:gd name="connsiteX253" fmla="*/ 5388878 w 7467600"/>
              <a:gd name="connsiteY253" fmla="*/ 4300185 h 6858000"/>
              <a:gd name="connsiteX254" fmla="*/ 5425556 w 7467600"/>
              <a:gd name="connsiteY254" fmla="*/ 4308967 h 6858000"/>
              <a:gd name="connsiteX255" fmla="*/ 4943646 w 7467600"/>
              <a:gd name="connsiteY255" fmla="*/ 3822916 h 6858000"/>
              <a:gd name="connsiteX256" fmla="*/ 4594837 w 7467600"/>
              <a:gd name="connsiteY256" fmla="*/ 3532274 h 6858000"/>
              <a:gd name="connsiteX257" fmla="*/ 4441737 w 7467600"/>
              <a:gd name="connsiteY257" fmla="*/ 3399734 h 6858000"/>
              <a:gd name="connsiteX258" fmla="*/ 5425834 w 7467600"/>
              <a:gd name="connsiteY258" fmla="*/ 3162785 h 6858000"/>
              <a:gd name="connsiteX259" fmla="*/ 5401644 w 7467600"/>
              <a:gd name="connsiteY259" fmla="*/ 3617847 h 6858000"/>
              <a:gd name="connsiteX260" fmla="*/ 5467256 w 7467600"/>
              <a:gd name="connsiteY260" fmla="*/ 4175494 h 6858000"/>
              <a:gd name="connsiteX261" fmla="*/ 5448069 w 7467600"/>
              <a:gd name="connsiteY261" fmla="*/ 3567554 h 6858000"/>
              <a:gd name="connsiteX262" fmla="*/ 5425834 w 7467600"/>
              <a:gd name="connsiteY262" fmla="*/ 3162785 h 6858000"/>
              <a:gd name="connsiteX263" fmla="*/ 1318687 w 7467600"/>
              <a:gd name="connsiteY263" fmla="*/ 3113840 h 6858000"/>
              <a:gd name="connsiteX264" fmla="*/ 1066793 w 7467600"/>
              <a:gd name="connsiteY264" fmla="*/ 3212171 h 6858000"/>
              <a:gd name="connsiteX265" fmla="*/ 993319 w 7467600"/>
              <a:gd name="connsiteY265" fmla="*/ 3247648 h 6858000"/>
              <a:gd name="connsiteX266" fmla="*/ 853081 w 7467600"/>
              <a:gd name="connsiteY266" fmla="*/ 3312410 h 6858000"/>
              <a:gd name="connsiteX267" fmla="*/ 805957 w 7467600"/>
              <a:gd name="connsiteY267" fmla="*/ 3330443 h 6858000"/>
              <a:gd name="connsiteX268" fmla="*/ 1318687 w 7467600"/>
              <a:gd name="connsiteY268" fmla="*/ 3113840 h 6858000"/>
              <a:gd name="connsiteX269" fmla="*/ 5453702 w 7467600"/>
              <a:gd name="connsiteY269" fmla="*/ 3090882 h 6858000"/>
              <a:gd name="connsiteX270" fmla="*/ 5480135 w 7467600"/>
              <a:gd name="connsiteY270" fmla="*/ 3565802 h 6858000"/>
              <a:gd name="connsiteX271" fmla="*/ 5499023 w 7467600"/>
              <a:gd name="connsiteY271" fmla="*/ 4166310 h 6858000"/>
              <a:gd name="connsiteX272" fmla="*/ 5547022 w 7467600"/>
              <a:gd name="connsiteY272" fmla="*/ 3607838 h 6858000"/>
              <a:gd name="connsiteX273" fmla="*/ 5515964 w 7467600"/>
              <a:gd name="connsiteY273" fmla="*/ 3378541 h 6858000"/>
              <a:gd name="connsiteX274" fmla="*/ 5453702 w 7467600"/>
              <a:gd name="connsiteY274" fmla="*/ 3090882 h 6858000"/>
              <a:gd name="connsiteX275" fmla="*/ 1238695 w 7467600"/>
              <a:gd name="connsiteY275" fmla="*/ 3076820 h 6858000"/>
              <a:gd name="connsiteX276" fmla="*/ 716371 w 7467600"/>
              <a:gd name="connsiteY276" fmla="*/ 3293249 h 6858000"/>
              <a:gd name="connsiteX277" fmla="*/ 579522 w 7467600"/>
              <a:gd name="connsiteY277" fmla="*/ 3371759 h 6858000"/>
              <a:gd name="connsiteX278" fmla="*/ 600288 w 7467600"/>
              <a:gd name="connsiteY278" fmla="*/ 3365555 h 6858000"/>
              <a:gd name="connsiteX279" fmla="*/ 840692 w 7467600"/>
              <a:gd name="connsiteY279" fmla="*/ 3284921 h 6858000"/>
              <a:gd name="connsiteX280" fmla="*/ 979248 w 7467600"/>
              <a:gd name="connsiteY280" fmla="*/ 3221003 h 6858000"/>
              <a:gd name="connsiteX281" fmla="*/ 1053282 w 7467600"/>
              <a:gd name="connsiteY281" fmla="*/ 3185247 h 6858000"/>
              <a:gd name="connsiteX282" fmla="*/ 1320603 w 7467600"/>
              <a:gd name="connsiteY282" fmla="*/ 3081281 h 6858000"/>
              <a:gd name="connsiteX283" fmla="*/ 1238695 w 7467600"/>
              <a:gd name="connsiteY283" fmla="*/ 3076820 h 6858000"/>
              <a:gd name="connsiteX284" fmla="*/ 5425627 w 7467600"/>
              <a:gd name="connsiteY284" fmla="*/ 2954192 h 6858000"/>
              <a:gd name="connsiteX285" fmla="*/ 5470770 w 7467600"/>
              <a:gd name="connsiteY285" fmla="*/ 3005435 h 6858000"/>
              <a:gd name="connsiteX286" fmla="*/ 5519779 w 7467600"/>
              <a:gd name="connsiteY286" fmla="*/ 4359223 h 6858000"/>
              <a:gd name="connsiteX287" fmla="*/ 5520293 w 7467600"/>
              <a:gd name="connsiteY287" fmla="*/ 4360602 h 6858000"/>
              <a:gd name="connsiteX288" fmla="*/ 5767221 w 7467600"/>
              <a:gd name="connsiteY288" fmla="*/ 4665564 h 6858000"/>
              <a:gd name="connsiteX289" fmla="*/ 6937169 w 7467600"/>
              <a:gd name="connsiteY289" fmla="*/ 4815941 h 6858000"/>
              <a:gd name="connsiteX290" fmla="*/ 6953922 w 7467600"/>
              <a:gd name="connsiteY290" fmla="*/ 4890068 h 6858000"/>
              <a:gd name="connsiteX291" fmla="*/ 6071359 w 7467600"/>
              <a:gd name="connsiteY291" fmla="*/ 4770770 h 6858000"/>
              <a:gd name="connsiteX292" fmla="*/ 6038839 w 7467600"/>
              <a:gd name="connsiteY292" fmla="*/ 4764474 h 6858000"/>
              <a:gd name="connsiteX293" fmla="*/ 6038706 w 7467600"/>
              <a:gd name="connsiteY293" fmla="*/ 4763847 h 6858000"/>
              <a:gd name="connsiteX294" fmla="*/ 6037784 w 7467600"/>
              <a:gd name="connsiteY294" fmla="*/ 4764270 h 6858000"/>
              <a:gd name="connsiteX295" fmla="*/ 6038839 w 7467600"/>
              <a:gd name="connsiteY295" fmla="*/ 4764474 h 6858000"/>
              <a:gd name="connsiteX296" fmla="*/ 6040338 w 7467600"/>
              <a:gd name="connsiteY296" fmla="*/ 4771418 h 6858000"/>
              <a:gd name="connsiteX297" fmla="*/ 6024488 w 7467600"/>
              <a:gd name="connsiteY297" fmla="*/ 4809903 h 6858000"/>
              <a:gd name="connsiteX298" fmla="*/ 5599771 w 7467600"/>
              <a:gd name="connsiteY298" fmla="*/ 5509652 h 6858000"/>
              <a:gd name="connsiteX299" fmla="*/ 5548843 w 7467600"/>
              <a:gd name="connsiteY299" fmla="*/ 5563845 h 6858000"/>
              <a:gd name="connsiteX300" fmla="*/ 5940952 w 7467600"/>
              <a:gd name="connsiteY300" fmla="*/ 6250028 h 6858000"/>
              <a:gd name="connsiteX301" fmla="*/ 6043441 w 7467600"/>
              <a:gd name="connsiteY301" fmla="*/ 6665847 h 6858000"/>
              <a:gd name="connsiteX302" fmla="*/ 6093432 w 7467600"/>
              <a:gd name="connsiteY302" fmla="*/ 6858000 h 6858000"/>
              <a:gd name="connsiteX303" fmla="*/ 6034344 w 7467600"/>
              <a:gd name="connsiteY303" fmla="*/ 6858000 h 6858000"/>
              <a:gd name="connsiteX304" fmla="*/ 6026679 w 7467600"/>
              <a:gd name="connsiteY304" fmla="*/ 6836959 h 6858000"/>
              <a:gd name="connsiteX305" fmla="*/ 5800441 w 7467600"/>
              <a:gd name="connsiteY305" fmla="*/ 6335286 h 6858000"/>
              <a:gd name="connsiteX306" fmla="*/ 5526562 w 7467600"/>
              <a:gd name="connsiteY306" fmla="*/ 5705388 h 6858000"/>
              <a:gd name="connsiteX307" fmla="*/ 5519640 w 7467600"/>
              <a:gd name="connsiteY307" fmla="*/ 5683774 h 6858000"/>
              <a:gd name="connsiteX308" fmla="*/ 5844559 w 7467600"/>
              <a:gd name="connsiteY308" fmla="*/ 6553349 h 6858000"/>
              <a:gd name="connsiteX309" fmla="*/ 5975994 w 7467600"/>
              <a:gd name="connsiteY309" fmla="*/ 6858000 h 6858000"/>
              <a:gd name="connsiteX310" fmla="*/ 5898547 w 7467600"/>
              <a:gd name="connsiteY310" fmla="*/ 6858000 h 6858000"/>
              <a:gd name="connsiteX311" fmla="*/ 5682041 w 7467600"/>
              <a:gd name="connsiteY311" fmla="*/ 6355860 h 6858000"/>
              <a:gd name="connsiteX312" fmla="*/ 5461758 w 7467600"/>
              <a:gd name="connsiteY312" fmla="*/ 5820220 h 6858000"/>
              <a:gd name="connsiteX313" fmla="*/ 5237282 w 7467600"/>
              <a:gd name="connsiteY313" fmla="*/ 6579086 h 6858000"/>
              <a:gd name="connsiteX314" fmla="*/ 5115009 w 7467600"/>
              <a:gd name="connsiteY314" fmla="*/ 6858000 h 6858000"/>
              <a:gd name="connsiteX315" fmla="*/ 5028074 w 7467600"/>
              <a:gd name="connsiteY315" fmla="*/ 6858000 h 6858000"/>
              <a:gd name="connsiteX316" fmla="*/ 5079508 w 7467600"/>
              <a:gd name="connsiteY316" fmla="*/ 6749074 h 6858000"/>
              <a:gd name="connsiteX317" fmla="*/ 5371846 w 7467600"/>
              <a:gd name="connsiteY317" fmla="*/ 5924413 h 6858000"/>
              <a:gd name="connsiteX318" fmla="*/ 5270512 w 7467600"/>
              <a:gd name="connsiteY318" fmla="*/ 6138975 h 6858000"/>
              <a:gd name="connsiteX319" fmla="*/ 5062409 w 7467600"/>
              <a:gd name="connsiteY319" fmla="*/ 6653544 h 6858000"/>
              <a:gd name="connsiteX320" fmla="*/ 5036628 w 7467600"/>
              <a:gd name="connsiteY320" fmla="*/ 6754247 h 6858000"/>
              <a:gd name="connsiteX321" fmla="*/ 5009112 w 7467600"/>
              <a:gd name="connsiteY321" fmla="*/ 6858000 h 6858000"/>
              <a:gd name="connsiteX322" fmla="*/ 4976679 w 7467600"/>
              <a:gd name="connsiteY322" fmla="*/ 6858000 h 6858000"/>
              <a:gd name="connsiteX323" fmla="*/ 5006537 w 7467600"/>
              <a:gd name="connsiteY323" fmla="*/ 6747068 h 6858000"/>
              <a:gd name="connsiteX324" fmla="*/ 5032723 w 7467600"/>
              <a:gd name="connsiteY324" fmla="*/ 6644957 h 6858000"/>
              <a:gd name="connsiteX325" fmla="*/ 5242949 w 7467600"/>
              <a:gd name="connsiteY325" fmla="*/ 6125175 h 6858000"/>
              <a:gd name="connsiteX326" fmla="*/ 5286321 w 7467600"/>
              <a:gd name="connsiteY326" fmla="*/ 6033555 h 6858000"/>
              <a:gd name="connsiteX327" fmla="*/ 5008210 w 7467600"/>
              <a:gd name="connsiteY327" fmla="*/ 6649194 h 6858000"/>
              <a:gd name="connsiteX328" fmla="*/ 4986321 w 7467600"/>
              <a:gd name="connsiteY328" fmla="*/ 6765687 h 6858000"/>
              <a:gd name="connsiteX329" fmla="*/ 4973474 w 7467600"/>
              <a:gd name="connsiteY329" fmla="*/ 6858000 h 6858000"/>
              <a:gd name="connsiteX330" fmla="*/ 4907178 w 7467600"/>
              <a:gd name="connsiteY330" fmla="*/ 6858000 h 6858000"/>
              <a:gd name="connsiteX331" fmla="*/ 4910810 w 7467600"/>
              <a:gd name="connsiteY331" fmla="*/ 6829660 h 6858000"/>
              <a:gd name="connsiteX332" fmla="*/ 4987461 w 7467600"/>
              <a:gd name="connsiteY332" fmla="*/ 6432994 h 6858000"/>
              <a:gd name="connsiteX333" fmla="*/ 5179262 w 7467600"/>
              <a:gd name="connsiteY333" fmla="*/ 6035044 h 6858000"/>
              <a:gd name="connsiteX334" fmla="*/ 4689678 w 7467600"/>
              <a:gd name="connsiteY334" fmla="*/ 6440241 h 6858000"/>
              <a:gd name="connsiteX335" fmla="*/ 4477543 w 7467600"/>
              <a:gd name="connsiteY335" fmla="*/ 6674836 h 6858000"/>
              <a:gd name="connsiteX336" fmla="*/ 4329957 w 7467600"/>
              <a:gd name="connsiteY336" fmla="*/ 6858000 h 6858000"/>
              <a:gd name="connsiteX337" fmla="*/ 4218595 w 7467600"/>
              <a:gd name="connsiteY337" fmla="*/ 6858000 h 6858000"/>
              <a:gd name="connsiteX338" fmla="*/ 4368888 w 7467600"/>
              <a:gd name="connsiteY338" fmla="*/ 6668412 h 6858000"/>
              <a:gd name="connsiteX339" fmla="*/ 4563091 w 7467600"/>
              <a:gd name="connsiteY339" fmla="*/ 6442508 h 6858000"/>
              <a:gd name="connsiteX340" fmla="*/ 5387324 w 7467600"/>
              <a:gd name="connsiteY340" fmla="*/ 5705830 h 6858000"/>
              <a:gd name="connsiteX341" fmla="*/ 5073620 w 7467600"/>
              <a:gd name="connsiteY341" fmla="*/ 5955437 h 6858000"/>
              <a:gd name="connsiteX342" fmla="*/ 4689789 w 7467600"/>
              <a:gd name="connsiteY342" fmla="*/ 6268382 h 6858000"/>
              <a:gd name="connsiteX343" fmla="*/ 4418722 w 7467600"/>
              <a:gd name="connsiteY343" fmla="*/ 6570886 h 6858000"/>
              <a:gd name="connsiteX344" fmla="*/ 4214944 w 7467600"/>
              <a:gd name="connsiteY344" fmla="*/ 6858000 h 6858000"/>
              <a:gd name="connsiteX345" fmla="*/ 4177898 w 7467600"/>
              <a:gd name="connsiteY345" fmla="*/ 6858000 h 6858000"/>
              <a:gd name="connsiteX346" fmla="*/ 4391597 w 7467600"/>
              <a:gd name="connsiteY346" fmla="*/ 6556370 h 6858000"/>
              <a:gd name="connsiteX347" fmla="*/ 4668889 w 7467600"/>
              <a:gd name="connsiteY347" fmla="*/ 6246399 h 6858000"/>
              <a:gd name="connsiteX348" fmla="*/ 5055427 w 7467600"/>
              <a:gd name="connsiteY348" fmla="*/ 5931476 h 6858000"/>
              <a:gd name="connsiteX349" fmla="*/ 5371814 w 7467600"/>
              <a:gd name="connsiteY349" fmla="*/ 5678975 h 6858000"/>
              <a:gd name="connsiteX350" fmla="*/ 4987918 w 7467600"/>
              <a:gd name="connsiteY350" fmla="*/ 5838701 h 6858000"/>
              <a:gd name="connsiteX351" fmla="*/ 4317146 w 7467600"/>
              <a:gd name="connsiteY351" fmla="*/ 6587716 h 6858000"/>
              <a:gd name="connsiteX352" fmla="*/ 4171627 w 7467600"/>
              <a:gd name="connsiteY352" fmla="*/ 6858000 h 6858000"/>
              <a:gd name="connsiteX353" fmla="*/ 4081585 w 7467600"/>
              <a:gd name="connsiteY353" fmla="*/ 6858000 h 6858000"/>
              <a:gd name="connsiteX354" fmla="*/ 4238603 w 7467600"/>
              <a:gd name="connsiteY354" fmla="*/ 6559341 h 6858000"/>
              <a:gd name="connsiteX355" fmla="*/ 4778333 w 7467600"/>
              <a:gd name="connsiteY355" fmla="*/ 5873626 h 6858000"/>
              <a:gd name="connsiteX356" fmla="*/ 5414185 w 7467600"/>
              <a:gd name="connsiteY356" fmla="*/ 5573882 h 6858000"/>
              <a:gd name="connsiteX357" fmla="*/ 5959648 w 7467600"/>
              <a:gd name="connsiteY357" fmla="*/ 4760797 h 6858000"/>
              <a:gd name="connsiteX358" fmla="*/ 5355019 w 7467600"/>
              <a:gd name="connsiteY358" fmla="*/ 4734672 h 6858000"/>
              <a:gd name="connsiteX359" fmla="*/ 5083565 w 7467600"/>
              <a:gd name="connsiteY359" fmla="*/ 5179121 h 6858000"/>
              <a:gd name="connsiteX360" fmla="*/ 4713577 w 7467600"/>
              <a:gd name="connsiteY360" fmla="*/ 5616803 h 6858000"/>
              <a:gd name="connsiteX361" fmla="*/ 3989559 w 7467600"/>
              <a:gd name="connsiteY361" fmla="*/ 6145945 h 6858000"/>
              <a:gd name="connsiteX362" fmla="*/ 3939824 w 7467600"/>
              <a:gd name="connsiteY362" fmla="*/ 6066900 h 6858000"/>
              <a:gd name="connsiteX363" fmla="*/ 4584537 w 7467600"/>
              <a:gd name="connsiteY363" fmla="*/ 5324826 h 6858000"/>
              <a:gd name="connsiteX364" fmla="*/ 5037105 w 7467600"/>
              <a:gd name="connsiteY364" fmla="*/ 5088765 h 6858000"/>
              <a:gd name="connsiteX365" fmla="*/ 5039930 w 7467600"/>
              <a:gd name="connsiteY365" fmla="*/ 5089585 h 6858000"/>
              <a:gd name="connsiteX366" fmla="*/ 5263764 w 7467600"/>
              <a:gd name="connsiteY366" fmla="*/ 4735525 h 6858000"/>
              <a:gd name="connsiteX367" fmla="*/ 4086300 w 7467600"/>
              <a:gd name="connsiteY367" fmla="*/ 4884599 h 6858000"/>
              <a:gd name="connsiteX368" fmla="*/ 4085485 w 7467600"/>
              <a:gd name="connsiteY368" fmla="*/ 4899070 h 6858000"/>
              <a:gd name="connsiteX369" fmla="*/ 3871915 w 7467600"/>
              <a:gd name="connsiteY369" fmla="*/ 5253645 h 6858000"/>
              <a:gd name="connsiteX370" fmla="*/ 3799374 w 7467600"/>
              <a:gd name="connsiteY370" fmla="*/ 5466127 h 6858000"/>
              <a:gd name="connsiteX371" fmla="*/ 3498850 w 7467600"/>
              <a:gd name="connsiteY371" fmla="*/ 6661888 h 6858000"/>
              <a:gd name="connsiteX372" fmla="*/ 3399216 w 7467600"/>
              <a:gd name="connsiteY372" fmla="*/ 6858000 h 6858000"/>
              <a:gd name="connsiteX373" fmla="*/ 3303688 w 7467600"/>
              <a:gd name="connsiteY373" fmla="*/ 6858000 h 6858000"/>
              <a:gd name="connsiteX374" fmla="*/ 3391774 w 7467600"/>
              <a:gd name="connsiteY374" fmla="*/ 6697181 h 6858000"/>
              <a:gd name="connsiteX375" fmla="*/ 3735540 w 7467600"/>
              <a:gd name="connsiteY375" fmla="*/ 5546923 h 6858000"/>
              <a:gd name="connsiteX376" fmla="*/ 3729438 w 7467600"/>
              <a:gd name="connsiteY376" fmla="*/ 5569058 h 6858000"/>
              <a:gd name="connsiteX377" fmla="*/ 3707782 w 7467600"/>
              <a:gd name="connsiteY377" fmla="*/ 5644908 h 6858000"/>
              <a:gd name="connsiteX378" fmla="*/ 3583827 w 7467600"/>
              <a:gd name="connsiteY378" fmla="*/ 6039215 h 6858000"/>
              <a:gd name="connsiteX379" fmla="*/ 3547861 w 7467600"/>
              <a:gd name="connsiteY379" fmla="*/ 6129609 h 6858000"/>
              <a:gd name="connsiteX380" fmla="*/ 3490905 w 7467600"/>
              <a:gd name="connsiteY380" fmla="*/ 6277660 h 6858000"/>
              <a:gd name="connsiteX381" fmla="*/ 3455859 w 7467600"/>
              <a:gd name="connsiteY381" fmla="*/ 6391301 h 6858000"/>
              <a:gd name="connsiteX382" fmla="*/ 3429112 w 7467600"/>
              <a:gd name="connsiteY382" fmla="*/ 6479469 h 6858000"/>
              <a:gd name="connsiteX383" fmla="*/ 3304862 w 7467600"/>
              <a:gd name="connsiteY383" fmla="*/ 6796476 h 6858000"/>
              <a:gd name="connsiteX384" fmla="*/ 3276071 w 7467600"/>
              <a:gd name="connsiteY384" fmla="*/ 6858000 h 6858000"/>
              <a:gd name="connsiteX385" fmla="*/ 3240805 w 7467600"/>
              <a:gd name="connsiteY385" fmla="*/ 6858000 h 6858000"/>
              <a:gd name="connsiteX386" fmla="*/ 3275917 w 7467600"/>
              <a:gd name="connsiteY386" fmla="*/ 6783192 h 6858000"/>
              <a:gd name="connsiteX387" fmla="*/ 3399358 w 7467600"/>
              <a:gd name="connsiteY387" fmla="*/ 6469011 h 6858000"/>
              <a:gd name="connsiteX388" fmla="*/ 3425650 w 7467600"/>
              <a:gd name="connsiteY388" fmla="*/ 6381333 h 6858000"/>
              <a:gd name="connsiteX389" fmla="*/ 3460661 w 7467600"/>
              <a:gd name="connsiteY389" fmla="*/ 6266763 h 6858000"/>
              <a:gd name="connsiteX390" fmla="*/ 3518021 w 7467600"/>
              <a:gd name="connsiteY390" fmla="*/ 6117298 h 6858000"/>
              <a:gd name="connsiteX391" fmla="*/ 3554035 w 7467600"/>
              <a:gd name="connsiteY391" fmla="*/ 6027832 h 6858000"/>
              <a:gd name="connsiteX392" fmla="*/ 3677174 w 7467600"/>
              <a:gd name="connsiteY392" fmla="*/ 5636351 h 6858000"/>
              <a:gd name="connsiteX393" fmla="*/ 3698819 w 7467600"/>
              <a:gd name="connsiteY393" fmla="*/ 5560503 h 6858000"/>
              <a:gd name="connsiteX394" fmla="*/ 3702094 w 7467600"/>
              <a:gd name="connsiteY394" fmla="*/ 5549194 h 6858000"/>
              <a:gd name="connsiteX395" fmla="*/ 3398355 w 7467600"/>
              <a:gd name="connsiteY395" fmla="*/ 6094603 h 6858000"/>
              <a:gd name="connsiteX396" fmla="*/ 3193941 w 7467600"/>
              <a:gd name="connsiteY396" fmla="*/ 6798775 h 6858000"/>
              <a:gd name="connsiteX397" fmla="*/ 3184140 w 7467600"/>
              <a:gd name="connsiteY397" fmla="*/ 6858000 h 6858000"/>
              <a:gd name="connsiteX398" fmla="*/ 3099978 w 7467600"/>
              <a:gd name="connsiteY398" fmla="*/ 6858000 h 6858000"/>
              <a:gd name="connsiteX399" fmla="*/ 3101556 w 7467600"/>
              <a:gd name="connsiteY399" fmla="*/ 6843337 h 6858000"/>
              <a:gd name="connsiteX400" fmla="*/ 3370162 w 7467600"/>
              <a:gd name="connsiteY400" fmla="*/ 5785550 h 6858000"/>
              <a:gd name="connsiteX401" fmla="*/ 3746477 w 7467600"/>
              <a:gd name="connsiteY401" fmla="*/ 5377889 h 6858000"/>
              <a:gd name="connsiteX402" fmla="*/ 3863399 w 7467600"/>
              <a:gd name="connsiteY402" fmla="*/ 5087257 h 6858000"/>
              <a:gd name="connsiteX403" fmla="*/ 3968712 w 7467600"/>
              <a:gd name="connsiteY403" fmla="*/ 4913989 h 6858000"/>
              <a:gd name="connsiteX404" fmla="*/ 2792390 w 7467600"/>
              <a:gd name="connsiteY404" fmla="*/ 5382974 h 6858000"/>
              <a:gd name="connsiteX405" fmla="*/ 2714982 w 7467600"/>
              <a:gd name="connsiteY405" fmla="*/ 5427051 h 6858000"/>
              <a:gd name="connsiteX406" fmla="*/ 2813361 w 7467600"/>
              <a:gd name="connsiteY406" fmla="*/ 6023912 h 6858000"/>
              <a:gd name="connsiteX407" fmla="*/ 2688430 w 7467600"/>
              <a:gd name="connsiteY407" fmla="*/ 6801564 h 6858000"/>
              <a:gd name="connsiteX408" fmla="*/ 2629626 w 7467600"/>
              <a:gd name="connsiteY408" fmla="*/ 6763394 h 6858000"/>
              <a:gd name="connsiteX409" fmla="*/ 2565328 w 7467600"/>
              <a:gd name="connsiteY409" fmla="*/ 5516399 h 6858000"/>
              <a:gd name="connsiteX410" fmla="*/ 1922999 w 7467600"/>
              <a:gd name="connsiteY410" fmla="*/ 5980343 h 6858000"/>
              <a:gd name="connsiteX411" fmla="*/ 1950261 w 7467600"/>
              <a:gd name="connsiteY411" fmla="*/ 6405858 h 6858000"/>
              <a:gd name="connsiteX412" fmla="*/ 2365554 w 7467600"/>
              <a:gd name="connsiteY412" fmla="*/ 6759107 h 6858000"/>
              <a:gd name="connsiteX413" fmla="*/ 2424142 w 7467600"/>
              <a:gd name="connsiteY413" fmla="*/ 6858000 h 6858000"/>
              <a:gd name="connsiteX414" fmla="*/ 2395994 w 7467600"/>
              <a:gd name="connsiteY414" fmla="*/ 6858000 h 6858000"/>
              <a:gd name="connsiteX415" fmla="*/ 2392863 w 7467600"/>
              <a:gd name="connsiteY415" fmla="*/ 6852964 h 6858000"/>
              <a:gd name="connsiteX416" fmla="*/ 2017589 w 7467600"/>
              <a:gd name="connsiteY416" fmla="*/ 6493982 h 6858000"/>
              <a:gd name="connsiteX417" fmla="*/ 2147336 w 7467600"/>
              <a:gd name="connsiteY417" fmla="*/ 6594052 h 6858000"/>
              <a:gd name="connsiteX418" fmla="*/ 2207047 w 7467600"/>
              <a:gd name="connsiteY418" fmla="*/ 6654540 h 6858000"/>
              <a:gd name="connsiteX419" fmla="*/ 2299106 w 7467600"/>
              <a:gd name="connsiteY419" fmla="*/ 6778931 h 6858000"/>
              <a:gd name="connsiteX420" fmla="*/ 2314430 w 7467600"/>
              <a:gd name="connsiteY420" fmla="*/ 6801144 h 6858000"/>
              <a:gd name="connsiteX421" fmla="*/ 2352406 w 7467600"/>
              <a:gd name="connsiteY421" fmla="*/ 6858000 h 6858000"/>
              <a:gd name="connsiteX422" fmla="*/ 2314492 w 7467600"/>
              <a:gd name="connsiteY422" fmla="*/ 6858000 h 6858000"/>
              <a:gd name="connsiteX423" fmla="*/ 2288095 w 7467600"/>
              <a:gd name="connsiteY423" fmla="*/ 6818030 h 6858000"/>
              <a:gd name="connsiteX424" fmla="*/ 2272768 w 7467600"/>
              <a:gd name="connsiteY424" fmla="*/ 6795822 h 6858000"/>
              <a:gd name="connsiteX425" fmla="*/ 2182715 w 7467600"/>
              <a:gd name="connsiteY425" fmla="*/ 6675071 h 6858000"/>
              <a:gd name="connsiteX426" fmla="*/ 2032061 w 7467600"/>
              <a:gd name="connsiteY426" fmla="*/ 6541380 h 6858000"/>
              <a:gd name="connsiteX427" fmla="*/ 2257220 w 7467600"/>
              <a:gd name="connsiteY427" fmla="*/ 6826257 h 6858000"/>
              <a:gd name="connsiteX428" fmla="*/ 2281324 w 7467600"/>
              <a:gd name="connsiteY428" fmla="*/ 6858000 h 6858000"/>
              <a:gd name="connsiteX429" fmla="*/ 2242860 w 7467600"/>
              <a:gd name="connsiteY429" fmla="*/ 6858000 h 6858000"/>
              <a:gd name="connsiteX430" fmla="*/ 2232818 w 7467600"/>
              <a:gd name="connsiteY430" fmla="*/ 6844926 h 6858000"/>
              <a:gd name="connsiteX431" fmla="*/ 1990172 w 7467600"/>
              <a:gd name="connsiteY431" fmla="*/ 6542121 h 6858000"/>
              <a:gd name="connsiteX432" fmla="*/ 2124090 w 7467600"/>
              <a:gd name="connsiteY432" fmla="*/ 6761017 h 6858000"/>
              <a:gd name="connsiteX433" fmla="*/ 2200380 w 7467600"/>
              <a:gd name="connsiteY433" fmla="*/ 6858000 h 6858000"/>
              <a:gd name="connsiteX434" fmla="*/ 2147507 w 7467600"/>
              <a:gd name="connsiteY434" fmla="*/ 6858000 h 6858000"/>
              <a:gd name="connsiteX435" fmla="*/ 2070668 w 7467600"/>
              <a:gd name="connsiteY435" fmla="*/ 6761520 h 6858000"/>
              <a:gd name="connsiteX436" fmla="*/ 1975142 w 7467600"/>
              <a:gd name="connsiteY436" fmla="*/ 6585570 h 6858000"/>
              <a:gd name="connsiteX437" fmla="*/ 2050035 w 7467600"/>
              <a:gd name="connsiteY437" fmla="*/ 6813345 h 6858000"/>
              <a:gd name="connsiteX438" fmla="*/ 2063025 w 7467600"/>
              <a:gd name="connsiteY438" fmla="*/ 6858000 h 6858000"/>
              <a:gd name="connsiteX439" fmla="*/ 2021675 w 7467600"/>
              <a:gd name="connsiteY439" fmla="*/ 6858000 h 6858000"/>
              <a:gd name="connsiteX440" fmla="*/ 2019308 w 7467600"/>
              <a:gd name="connsiteY440" fmla="*/ 6847118 h 6858000"/>
              <a:gd name="connsiteX441" fmla="*/ 1938835 w 7467600"/>
              <a:gd name="connsiteY441" fmla="*/ 6551160 h 6858000"/>
              <a:gd name="connsiteX442" fmla="*/ 1953230 w 7467600"/>
              <a:gd name="connsiteY442" fmla="*/ 6759699 h 6858000"/>
              <a:gd name="connsiteX443" fmla="*/ 1956763 w 7467600"/>
              <a:gd name="connsiteY443" fmla="*/ 6778191 h 6858000"/>
              <a:gd name="connsiteX444" fmla="*/ 1967925 w 7467600"/>
              <a:gd name="connsiteY444" fmla="*/ 6858000 h 6858000"/>
              <a:gd name="connsiteX445" fmla="*/ 1936622 w 7467600"/>
              <a:gd name="connsiteY445" fmla="*/ 6858000 h 6858000"/>
              <a:gd name="connsiteX446" fmla="*/ 1926261 w 7467600"/>
              <a:gd name="connsiteY446" fmla="*/ 6784064 h 6858000"/>
              <a:gd name="connsiteX447" fmla="*/ 1922724 w 7467600"/>
              <a:gd name="connsiteY447" fmla="*/ 6765577 h 6858000"/>
              <a:gd name="connsiteX448" fmla="*/ 1904650 w 7467600"/>
              <a:gd name="connsiteY448" fmla="*/ 6639616 h 6858000"/>
              <a:gd name="connsiteX449" fmla="*/ 1885273 w 7467600"/>
              <a:gd name="connsiteY449" fmla="*/ 6858000 h 6858000"/>
              <a:gd name="connsiteX450" fmla="*/ 1854363 w 7467600"/>
              <a:gd name="connsiteY450" fmla="*/ 6858000 h 6858000"/>
              <a:gd name="connsiteX451" fmla="*/ 1880391 w 7467600"/>
              <a:gd name="connsiteY451" fmla="*/ 6603796 h 6858000"/>
              <a:gd name="connsiteX452" fmla="*/ 1818273 w 7467600"/>
              <a:gd name="connsiteY452" fmla="*/ 6715729 h 6858000"/>
              <a:gd name="connsiteX453" fmla="*/ 1794691 w 7467600"/>
              <a:gd name="connsiteY453" fmla="*/ 6843239 h 6858000"/>
              <a:gd name="connsiteX454" fmla="*/ 1794914 w 7467600"/>
              <a:gd name="connsiteY454" fmla="*/ 6858000 h 6858000"/>
              <a:gd name="connsiteX455" fmla="*/ 1746128 w 7467600"/>
              <a:gd name="connsiteY455" fmla="*/ 6858000 h 6858000"/>
              <a:gd name="connsiteX456" fmla="*/ 1753934 w 7467600"/>
              <a:gd name="connsiteY456" fmla="*/ 6724796 h 6858000"/>
              <a:gd name="connsiteX457" fmla="*/ 1792053 w 7467600"/>
              <a:gd name="connsiteY457" fmla="*/ 6572396 h 6858000"/>
              <a:gd name="connsiteX458" fmla="*/ 1862248 w 7467600"/>
              <a:gd name="connsiteY458" fmla="*/ 6266397 h 6858000"/>
              <a:gd name="connsiteX459" fmla="*/ 1862250 w 7467600"/>
              <a:gd name="connsiteY459" fmla="*/ 6033531 h 6858000"/>
              <a:gd name="connsiteX460" fmla="*/ 1211999 w 7467600"/>
              <a:gd name="connsiteY460" fmla="*/ 6683610 h 6858000"/>
              <a:gd name="connsiteX461" fmla="*/ 1213266 w 7467600"/>
              <a:gd name="connsiteY461" fmla="*/ 6691947 h 6858000"/>
              <a:gd name="connsiteX462" fmla="*/ 1203370 w 7467600"/>
              <a:gd name="connsiteY462" fmla="*/ 6850676 h 6858000"/>
              <a:gd name="connsiteX463" fmla="*/ 1203671 w 7467600"/>
              <a:gd name="connsiteY463" fmla="*/ 6858000 h 6858000"/>
              <a:gd name="connsiteX464" fmla="*/ 1143180 w 7467600"/>
              <a:gd name="connsiteY464" fmla="*/ 6858000 h 6858000"/>
              <a:gd name="connsiteX465" fmla="*/ 1142176 w 7467600"/>
              <a:gd name="connsiteY465" fmla="*/ 6766045 h 6858000"/>
              <a:gd name="connsiteX466" fmla="*/ 1067484 w 7467600"/>
              <a:gd name="connsiteY466" fmla="*/ 6858000 h 6858000"/>
              <a:gd name="connsiteX467" fmla="*/ 953928 w 7467600"/>
              <a:gd name="connsiteY467" fmla="*/ 6858000 h 6858000"/>
              <a:gd name="connsiteX468" fmla="*/ 959715 w 7467600"/>
              <a:gd name="connsiteY468" fmla="*/ 6850185 h 6858000"/>
              <a:gd name="connsiteX469" fmla="*/ 1483788 w 7467600"/>
              <a:gd name="connsiteY469" fmla="*/ 6259174 h 6858000"/>
              <a:gd name="connsiteX470" fmla="*/ 1100671 w 7467600"/>
              <a:gd name="connsiteY470" fmla="*/ 6252137 h 6858000"/>
              <a:gd name="connsiteX471" fmla="*/ 1090144 w 7467600"/>
              <a:gd name="connsiteY471" fmla="*/ 6256748 h 6858000"/>
              <a:gd name="connsiteX472" fmla="*/ 1095872 w 7467600"/>
              <a:gd name="connsiteY472" fmla="*/ 6271892 h 6858000"/>
              <a:gd name="connsiteX473" fmla="*/ 262785 w 7467600"/>
              <a:gd name="connsiteY473" fmla="*/ 6845450 h 6858000"/>
              <a:gd name="connsiteX474" fmla="*/ 209968 w 7467600"/>
              <a:gd name="connsiteY474" fmla="*/ 6770713 h 6858000"/>
              <a:gd name="connsiteX475" fmla="*/ 873460 w 7467600"/>
              <a:gd name="connsiteY475" fmla="*/ 6253768 h 6858000"/>
              <a:gd name="connsiteX476" fmla="*/ 192686 w 7467600"/>
              <a:gd name="connsiteY476" fmla="*/ 5849257 h 6858000"/>
              <a:gd name="connsiteX477" fmla="*/ 4696 w 7467600"/>
              <a:gd name="connsiteY477" fmla="*/ 5697668 h 6858000"/>
              <a:gd name="connsiteX478" fmla="*/ 0 w 7467600"/>
              <a:gd name="connsiteY478" fmla="*/ 5689984 h 6858000"/>
              <a:gd name="connsiteX479" fmla="*/ 0 w 7467600"/>
              <a:gd name="connsiteY479" fmla="*/ 5513472 h 6858000"/>
              <a:gd name="connsiteX480" fmla="*/ 174101 w 7467600"/>
              <a:gd name="connsiteY480" fmla="*/ 5620277 h 6858000"/>
              <a:gd name="connsiteX481" fmla="*/ 891800 w 7467600"/>
              <a:gd name="connsiteY481" fmla="*/ 6036935 h 6858000"/>
              <a:gd name="connsiteX482" fmla="*/ 1072219 w 7467600"/>
              <a:gd name="connsiteY482" fmla="*/ 6169443 h 6858000"/>
              <a:gd name="connsiteX483" fmla="*/ 1074117 w 7467600"/>
              <a:gd name="connsiteY483" fmla="*/ 6170301 h 6858000"/>
              <a:gd name="connsiteX484" fmla="*/ 1083114 w 7467600"/>
              <a:gd name="connsiteY484" fmla="*/ 6174131 h 6858000"/>
              <a:gd name="connsiteX485" fmla="*/ 1543010 w 7467600"/>
              <a:gd name="connsiteY485" fmla="*/ 6191140 h 6858000"/>
              <a:gd name="connsiteX486" fmla="*/ 1551080 w 7467600"/>
              <a:gd name="connsiteY486" fmla="*/ 6195006 h 6858000"/>
              <a:gd name="connsiteX487" fmla="*/ 2345443 w 7467600"/>
              <a:gd name="connsiteY487" fmla="*/ 5549882 h 6858000"/>
              <a:gd name="connsiteX488" fmla="*/ 1721499 w 7467600"/>
              <a:gd name="connsiteY488" fmla="*/ 5599969 h 6858000"/>
              <a:gd name="connsiteX489" fmla="*/ 767716 w 7467600"/>
              <a:gd name="connsiteY489" fmla="*/ 5472768 h 6858000"/>
              <a:gd name="connsiteX490" fmla="*/ 722147 w 7467600"/>
              <a:gd name="connsiteY490" fmla="*/ 5393091 h 6858000"/>
              <a:gd name="connsiteX491" fmla="*/ 1485552 w 7467600"/>
              <a:gd name="connsiteY491" fmla="*/ 5313202 h 6858000"/>
              <a:gd name="connsiteX492" fmla="*/ 2143004 w 7467600"/>
              <a:gd name="connsiteY492" fmla="*/ 5402420 h 6858000"/>
              <a:gd name="connsiteX493" fmla="*/ 1933391 w 7467600"/>
              <a:gd name="connsiteY493" fmla="*/ 5156971 h 6858000"/>
              <a:gd name="connsiteX494" fmla="*/ 1827118 w 7467600"/>
              <a:gd name="connsiteY494" fmla="*/ 4968410 h 6858000"/>
              <a:gd name="connsiteX495" fmla="*/ 1837349 w 7467600"/>
              <a:gd name="connsiteY495" fmla="*/ 4956357 h 6858000"/>
              <a:gd name="connsiteX496" fmla="*/ 2162835 w 7467600"/>
              <a:gd name="connsiteY496" fmla="*/ 5187853 h 6858000"/>
              <a:gd name="connsiteX497" fmla="*/ 2257167 w 7467600"/>
              <a:gd name="connsiteY497" fmla="*/ 5462123 h 6858000"/>
              <a:gd name="connsiteX498" fmla="*/ 2261598 w 7467600"/>
              <a:gd name="connsiteY498" fmla="*/ 5467998 h 6858000"/>
              <a:gd name="connsiteX499" fmla="*/ 2437177 w 7467600"/>
              <a:gd name="connsiteY499" fmla="*/ 5479608 h 6858000"/>
              <a:gd name="connsiteX500" fmla="*/ 2445247 w 7467600"/>
              <a:gd name="connsiteY500" fmla="*/ 5483476 h 6858000"/>
              <a:gd name="connsiteX501" fmla="*/ 2743626 w 7467600"/>
              <a:gd name="connsiteY501" fmla="*/ 5304819 h 6858000"/>
              <a:gd name="connsiteX502" fmla="*/ 3048102 w 7467600"/>
              <a:gd name="connsiteY502" fmla="*/ 5150595 h 6858000"/>
              <a:gd name="connsiteX503" fmla="*/ 1799414 w 7467600"/>
              <a:gd name="connsiteY503" fmla="*/ 4694732 h 6858000"/>
              <a:gd name="connsiteX504" fmla="*/ 1771735 w 7467600"/>
              <a:gd name="connsiteY504" fmla="*/ 4619929 h 6858000"/>
              <a:gd name="connsiteX505" fmla="*/ 3104273 w 7467600"/>
              <a:gd name="connsiteY505" fmla="*/ 5076159 h 6858000"/>
              <a:gd name="connsiteX506" fmla="*/ 3113245 w 7467600"/>
              <a:gd name="connsiteY506" fmla="*/ 5090705 h 6858000"/>
              <a:gd name="connsiteX507" fmla="*/ 3126294 w 7467600"/>
              <a:gd name="connsiteY507" fmla="*/ 5114400 h 6858000"/>
              <a:gd name="connsiteX508" fmla="*/ 3937433 w 7467600"/>
              <a:gd name="connsiteY508" fmla="*/ 4830473 h 6858000"/>
              <a:gd name="connsiteX509" fmla="*/ 3590475 w 7467600"/>
              <a:gd name="connsiteY509" fmla="*/ 4597974 h 6858000"/>
              <a:gd name="connsiteX510" fmla="*/ 3100264 w 7467600"/>
              <a:gd name="connsiteY510" fmla="*/ 4579845 h 6858000"/>
              <a:gd name="connsiteX511" fmla="*/ 2183576 w 7467600"/>
              <a:gd name="connsiteY511" fmla="*/ 4227150 h 6858000"/>
              <a:gd name="connsiteX512" fmla="*/ 2151029 w 7467600"/>
              <a:gd name="connsiteY512" fmla="*/ 4146947 h 6858000"/>
              <a:gd name="connsiteX513" fmla="*/ 3563434 w 7467600"/>
              <a:gd name="connsiteY513" fmla="*/ 4469115 h 6858000"/>
              <a:gd name="connsiteX514" fmla="*/ 3177952 w 7467600"/>
              <a:gd name="connsiteY514" fmla="*/ 3657386 h 6858000"/>
              <a:gd name="connsiteX515" fmla="*/ 3189263 w 7467600"/>
              <a:gd name="connsiteY515" fmla="*/ 3625726 h 6858000"/>
              <a:gd name="connsiteX516" fmla="*/ 3560912 w 7467600"/>
              <a:gd name="connsiteY516" fmla="*/ 4079863 h 6858000"/>
              <a:gd name="connsiteX517" fmla="*/ 3626636 w 7467600"/>
              <a:gd name="connsiteY517" fmla="*/ 4512230 h 6858000"/>
              <a:gd name="connsiteX518" fmla="*/ 3653088 w 7467600"/>
              <a:gd name="connsiteY518" fmla="*/ 4521417 h 6858000"/>
              <a:gd name="connsiteX519" fmla="*/ 3988128 w 7467600"/>
              <a:gd name="connsiteY519" fmla="*/ 4817267 h 6858000"/>
              <a:gd name="connsiteX520" fmla="*/ 4830582 w 7467600"/>
              <a:gd name="connsiteY520" fmla="*/ 4676000 h 6858000"/>
              <a:gd name="connsiteX521" fmla="*/ 4830100 w 7467600"/>
              <a:gd name="connsiteY521" fmla="*/ 4675554 h 6858000"/>
              <a:gd name="connsiteX522" fmla="*/ 4036318 w 7467600"/>
              <a:gd name="connsiteY522" fmla="*/ 4147013 h 6858000"/>
              <a:gd name="connsiteX523" fmla="*/ 3432098 w 7467600"/>
              <a:gd name="connsiteY523" fmla="*/ 3537312 h 6858000"/>
              <a:gd name="connsiteX524" fmla="*/ 3446761 w 7467600"/>
              <a:gd name="connsiteY524" fmla="*/ 3461278 h 6858000"/>
              <a:gd name="connsiteX525" fmla="*/ 4419733 w 7467600"/>
              <a:gd name="connsiteY525" fmla="*/ 3963555 h 6858000"/>
              <a:gd name="connsiteX526" fmla="*/ 4781371 w 7467600"/>
              <a:gd name="connsiteY526" fmla="*/ 4458604 h 6858000"/>
              <a:gd name="connsiteX527" fmla="*/ 4780440 w 7467600"/>
              <a:gd name="connsiteY527" fmla="*/ 4470290 h 6858000"/>
              <a:gd name="connsiteX528" fmla="*/ 4898954 w 7467600"/>
              <a:gd name="connsiteY528" fmla="*/ 4662092 h 6858000"/>
              <a:gd name="connsiteX529" fmla="*/ 4900699 w 7467600"/>
              <a:gd name="connsiteY529" fmla="*/ 4670867 h 6858000"/>
              <a:gd name="connsiteX530" fmla="*/ 5714511 w 7467600"/>
              <a:gd name="connsiteY530" fmla="*/ 4663483 h 6858000"/>
              <a:gd name="connsiteX531" fmla="*/ 5464793 w 7467600"/>
              <a:gd name="connsiteY531" fmla="*/ 4393556 h 6858000"/>
              <a:gd name="connsiteX532" fmla="*/ 5461897 w 7467600"/>
              <a:gd name="connsiteY532" fmla="*/ 4390879 h 6858000"/>
              <a:gd name="connsiteX533" fmla="*/ 4294126 w 7467600"/>
              <a:gd name="connsiteY533" fmla="*/ 3303048 h 6858000"/>
              <a:gd name="connsiteX534" fmla="*/ 4305321 w 7467600"/>
              <a:gd name="connsiteY534" fmla="*/ 3256953 h 6858000"/>
              <a:gd name="connsiteX535" fmla="*/ 4949299 w 7467600"/>
              <a:gd name="connsiteY535" fmla="*/ 3766336 h 6858000"/>
              <a:gd name="connsiteX536" fmla="*/ 5291452 w 7467600"/>
              <a:gd name="connsiteY536" fmla="*/ 4076801 h 6858000"/>
              <a:gd name="connsiteX537" fmla="*/ 5434998 w 7467600"/>
              <a:gd name="connsiteY537" fmla="*/ 4254100 h 6858000"/>
              <a:gd name="connsiteX538" fmla="*/ 5351015 w 7467600"/>
              <a:gd name="connsiteY538" fmla="*/ 3760989 h 6858000"/>
              <a:gd name="connsiteX539" fmla="*/ 5413780 w 7467600"/>
              <a:gd name="connsiteY539" fmla="*/ 2966265 h 6858000"/>
              <a:gd name="connsiteX540" fmla="*/ 5425627 w 7467600"/>
              <a:gd name="connsiteY540" fmla="*/ 2954192 h 6858000"/>
              <a:gd name="connsiteX541" fmla="*/ 6604735 w 7467600"/>
              <a:gd name="connsiteY541" fmla="*/ 2041381 h 6858000"/>
              <a:gd name="connsiteX542" fmla="*/ 7204487 w 7467600"/>
              <a:gd name="connsiteY542" fmla="*/ 2742112 h 6858000"/>
              <a:gd name="connsiteX543" fmla="*/ 7131592 w 7467600"/>
              <a:gd name="connsiteY543" fmla="*/ 2672096 h 6858000"/>
              <a:gd name="connsiteX544" fmla="*/ 6996344 w 7467600"/>
              <a:gd name="connsiteY544" fmla="*/ 2518310 h 6858000"/>
              <a:gd name="connsiteX545" fmla="*/ 6735495 w 7467600"/>
              <a:gd name="connsiteY545" fmla="*/ 2196890 h 6858000"/>
              <a:gd name="connsiteX546" fmla="*/ 6721901 w 7467600"/>
              <a:gd name="connsiteY546" fmla="*/ 2179274 h 6858000"/>
              <a:gd name="connsiteX547" fmla="*/ 6604735 w 7467600"/>
              <a:gd name="connsiteY547" fmla="*/ 2041381 h 6858000"/>
              <a:gd name="connsiteX548" fmla="*/ 6591670 w 7467600"/>
              <a:gd name="connsiteY548" fmla="*/ 1988277 h 6858000"/>
              <a:gd name="connsiteX549" fmla="*/ 6747349 w 7467600"/>
              <a:gd name="connsiteY549" fmla="*/ 2160069 h 6858000"/>
              <a:gd name="connsiteX550" fmla="*/ 6760943 w 7467600"/>
              <a:gd name="connsiteY550" fmla="*/ 2177686 h 6858000"/>
              <a:gd name="connsiteX551" fmla="*/ 7021065 w 7467600"/>
              <a:gd name="connsiteY551" fmla="*/ 2498102 h 6858000"/>
              <a:gd name="connsiteX552" fmla="*/ 7155223 w 7467600"/>
              <a:gd name="connsiteY552" fmla="*/ 2650386 h 6858000"/>
              <a:gd name="connsiteX553" fmla="*/ 7203167 w 7467600"/>
              <a:gd name="connsiteY553" fmla="*/ 2697288 h 6858000"/>
              <a:gd name="connsiteX554" fmla="*/ 6937703 w 7467600"/>
              <a:gd name="connsiteY554" fmla="*/ 2321981 h 6858000"/>
              <a:gd name="connsiteX555" fmla="*/ 6591670 w 7467600"/>
              <a:gd name="connsiteY555" fmla="*/ 1988277 h 6858000"/>
              <a:gd name="connsiteX556" fmla="*/ 5798671 w 7467600"/>
              <a:gd name="connsiteY556" fmla="*/ 1981601 h 6858000"/>
              <a:gd name="connsiteX557" fmla="*/ 5754709 w 7467600"/>
              <a:gd name="connsiteY557" fmla="*/ 2071454 h 6858000"/>
              <a:gd name="connsiteX558" fmla="*/ 5763044 w 7467600"/>
              <a:gd name="connsiteY558" fmla="*/ 2842206 h 6858000"/>
              <a:gd name="connsiteX559" fmla="*/ 5764974 w 7467600"/>
              <a:gd name="connsiteY559" fmla="*/ 2799609 h 6858000"/>
              <a:gd name="connsiteX560" fmla="*/ 5767665 w 7467600"/>
              <a:gd name="connsiteY560" fmla="*/ 2666409 h 6858000"/>
              <a:gd name="connsiteX561" fmla="*/ 5763055 w 7467600"/>
              <a:gd name="connsiteY561" fmla="*/ 2579705 h 6858000"/>
              <a:gd name="connsiteX562" fmla="*/ 5758079 w 7467600"/>
              <a:gd name="connsiteY562" fmla="*/ 2492508 h 6858000"/>
              <a:gd name="connsiteX563" fmla="*/ 5779325 w 7467600"/>
              <a:gd name="connsiteY563" fmla="*/ 2197069 h 6858000"/>
              <a:gd name="connsiteX564" fmla="*/ 5798671 w 7467600"/>
              <a:gd name="connsiteY564" fmla="*/ 1981601 h 6858000"/>
              <a:gd name="connsiteX565" fmla="*/ 5829202 w 7467600"/>
              <a:gd name="connsiteY565" fmla="*/ 1971679 h 6858000"/>
              <a:gd name="connsiteX566" fmla="*/ 5809558 w 7467600"/>
              <a:gd name="connsiteY566" fmla="*/ 2198043 h 6858000"/>
              <a:gd name="connsiteX567" fmla="*/ 5788653 w 7467600"/>
              <a:gd name="connsiteY567" fmla="*/ 2489430 h 6858000"/>
              <a:gd name="connsiteX568" fmla="*/ 5793439 w 7467600"/>
              <a:gd name="connsiteY568" fmla="*/ 2575235 h 6858000"/>
              <a:gd name="connsiteX569" fmla="*/ 5796837 w 7467600"/>
              <a:gd name="connsiteY569" fmla="*/ 2637633 h 6858000"/>
              <a:gd name="connsiteX570" fmla="*/ 5818614 w 7467600"/>
              <a:gd name="connsiteY570" fmla="*/ 2473055 h 6858000"/>
              <a:gd name="connsiteX571" fmla="*/ 5829202 w 7467600"/>
              <a:gd name="connsiteY571" fmla="*/ 1971679 h 6858000"/>
              <a:gd name="connsiteX572" fmla="*/ 5911389 w 7467600"/>
              <a:gd name="connsiteY572" fmla="*/ 1898371 h 6858000"/>
              <a:gd name="connsiteX573" fmla="*/ 6237627 w 7467600"/>
              <a:gd name="connsiteY573" fmla="*/ 2231921 h 6858000"/>
              <a:gd name="connsiteX574" fmla="*/ 5911389 w 7467600"/>
              <a:gd name="connsiteY574" fmla="*/ 1898371 h 6858000"/>
              <a:gd name="connsiteX575" fmla="*/ 6944437 w 7467600"/>
              <a:gd name="connsiteY575" fmla="*/ 1575402 h 6858000"/>
              <a:gd name="connsiteX576" fmla="*/ 6304730 w 7467600"/>
              <a:gd name="connsiteY576" fmla="*/ 1766654 h 6858000"/>
              <a:gd name="connsiteX577" fmla="*/ 6944437 w 7467600"/>
              <a:gd name="connsiteY577" fmla="*/ 1575402 h 6858000"/>
              <a:gd name="connsiteX578" fmla="*/ 7019523 w 7467600"/>
              <a:gd name="connsiteY578" fmla="*/ 1519450 h 6858000"/>
              <a:gd name="connsiteX579" fmla="*/ 6298091 w 7467600"/>
              <a:gd name="connsiteY579" fmla="*/ 1737122 h 6858000"/>
              <a:gd name="connsiteX580" fmla="*/ 7019523 w 7467600"/>
              <a:gd name="connsiteY580" fmla="*/ 1519450 h 6858000"/>
              <a:gd name="connsiteX581" fmla="*/ 2399523 w 7467600"/>
              <a:gd name="connsiteY581" fmla="*/ 1428234 h 6858000"/>
              <a:gd name="connsiteX582" fmla="*/ 2224982 w 7467600"/>
              <a:gd name="connsiteY582" fmla="*/ 1826201 h 6858000"/>
              <a:gd name="connsiteX583" fmla="*/ 2096099 w 7467600"/>
              <a:gd name="connsiteY583" fmla="*/ 2345900 h 6858000"/>
              <a:gd name="connsiteX584" fmla="*/ 2283317 w 7467600"/>
              <a:gd name="connsiteY584" fmla="*/ 1796925 h 6858000"/>
              <a:gd name="connsiteX585" fmla="*/ 2399523 w 7467600"/>
              <a:gd name="connsiteY585" fmla="*/ 1428234 h 6858000"/>
              <a:gd name="connsiteX586" fmla="*/ 2448558 w 7467600"/>
              <a:gd name="connsiteY586" fmla="*/ 1373435 h 6858000"/>
              <a:gd name="connsiteX587" fmla="*/ 2312521 w 7467600"/>
              <a:gd name="connsiteY587" fmla="*/ 1806140 h 6858000"/>
              <a:gd name="connsiteX588" fmla="*/ 2127533 w 7467600"/>
              <a:gd name="connsiteY588" fmla="*/ 2348380 h 6858000"/>
              <a:gd name="connsiteX589" fmla="*/ 2358080 w 7467600"/>
              <a:gd name="connsiteY589" fmla="*/ 1866134 h 6858000"/>
              <a:gd name="connsiteX590" fmla="*/ 2407436 w 7467600"/>
              <a:gd name="connsiteY590" fmla="*/ 1651070 h 6858000"/>
              <a:gd name="connsiteX591" fmla="*/ 2448558 w 7467600"/>
              <a:gd name="connsiteY591" fmla="*/ 1373435 h 6858000"/>
              <a:gd name="connsiteX592" fmla="*/ 278707 w 7467600"/>
              <a:gd name="connsiteY592" fmla="*/ 1352270 h 6858000"/>
              <a:gd name="connsiteX593" fmla="*/ 321570 w 7467600"/>
              <a:gd name="connsiteY593" fmla="*/ 1861610 h 6858000"/>
              <a:gd name="connsiteX594" fmla="*/ 294281 w 7467600"/>
              <a:gd name="connsiteY594" fmla="*/ 1440658 h 6858000"/>
              <a:gd name="connsiteX595" fmla="*/ 278707 w 7467600"/>
              <a:gd name="connsiteY595" fmla="*/ 1352270 h 6858000"/>
              <a:gd name="connsiteX596" fmla="*/ 1423821 w 7467600"/>
              <a:gd name="connsiteY596" fmla="*/ 1351958 h 6858000"/>
              <a:gd name="connsiteX597" fmla="*/ 1638521 w 7467600"/>
              <a:gd name="connsiteY597" fmla="*/ 1908470 h 6858000"/>
              <a:gd name="connsiteX598" fmla="*/ 1754199 w 7467600"/>
              <a:gd name="connsiteY598" fmla="*/ 2149284 h 6858000"/>
              <a:gd name="connsiteX599" fmla="*/ 1908359 w 7467600"/>
              <a:gd name="connsiteY599" fmla="*/ 2364988 h 6858000"/>
              <a:gd name="connsiteX600" fmla="*/ 1647661 w 7467600"/>
              <a:gd name="connsiteY600" fmla="*/ 1825945 h 6858000"/>
              <a:gd name="connsiteX601" fmla="*/ 1423821 w 7467600"/>
              <a:gd name="connsiteY601" fmla="*/ 1351958 h 6858000"/>
              <a:gd name="connsiteX602" fmla="*/ 1431890 w 7467600"/>
              <a:gd name="connsiteY602" fmla="*/ 1306475 h 6858000"/>
              <a:gd name="connsiteX603" fmla="*/ 1507597 w 7467600"/>
              <a:gd name="connsiteY603" fmla="*/ 1446132 h 6858000"/>
              <a:gd name="connsiteX604" fmla="*/ 1674586 w 7467600"/>
              <a:gd name="connsiteY604" fmla="*/ 1813832 h 6858000"/>
              <a:gd name="connsiteX605" fmla="*/ 1815950 w 7467600"/>
              <a:gd name="connsiteY605" fmla="*/ 2128564 h 6858000"/>
              <a:gd name="connsiteX606" fmla="*/ 1984242 w 7467600"/>
              <a:gd name="connsiteY606" fmla="*/ 2430829 h 6858000"/>
              <a:gd name="connsiteX607" fmla="*/ 2014023 w 7467600"/>
              <a:gd name="connsiteY607" fmla="*/ 2450995 h 6858000"/>
              <a:gd name="connsiteX608" fmla="*/ 1747337 w 7467600"/>
              <a:gd name="connsiteY608" fmla="*/ 1855264 h 6858000"/>
              <a:gd name="connsiteX609" fmla="*/ 1533749 w 7467600"/>
              <a:gd name="connsiteY609" fmla="*/ 1478656 h 6858000"/>
              <a:gd name="connsiteX610" fmla="*/ 1431890 w 7467600"/>
              <a:gd name="connsiteY610" fmla="*/ 1306475 h 6858000"/>
              <a:gd name="connsiteX611" fmla="*/ 5052692 w 7467600"/>
              <a:gd name="connsiteY611" fmla="*/ 1292994 h 6858000"/>
              <a:gd name="connsiteX612" fmla="*/ 5200661 w 7467600"/>
              <a:gd name="connsiteY612" fmla="*/ 1635186 h 6858000"/>
              <a:gd name="connsiteX613" fmla="*/ 5297138 w 7467600"/>
              <a:gd name="connsiteY613" fmla="*/ 1906351 h 6858000"/>
              <a:gd name="connsiteX614" fmla="*/ 5052692 w 7467600"/>
              <a:gd name="connsiteY614" fmla="*/ 1292994 h 6858000"/>
              <a:gd name="connsiteX615" fmla="*/ 5009948 w 7467600"/>
              <a:gd name="connsiteY615" fmla="*/ 1273619 h 6858000"/>
              <a:gd name="connsiteX616" fmla="*/ 5121777 w 7467600"/>
              <a:gd name="connsiteY616" fmla="*/ 1654213 h 6858000"/>
              <a:gd name="connsiteX617" fmla="*/ 5293545 w 7467600"/>
              <a:gd name="connsiteY617" fmla="*/ 2072247 h 6858000"/>
              <a:gd name="connsiteX618" fmla="*/ 5294042 w 7467600"/>
              <a:gd name="connsiteY618" fmla="*/ 2065019 h 6858000"/>
              <a:gd name="connsiteX619" fmla="*/ 5171936 w 7467600"/>
              <a:gd name="connsiteY619" fmla="*/ 1647613 h 6858000"/>
              <a:gd name="connsiteX620" fmla="*/ 5009948 w 7467600"/>
              <a:gd name="connsiteY620" fmla="*/ 1273619 h 6858000"/>
              <a:gd name="connsiteX621" fmla="*/ 655236 w 7467600"/>
              <a:gd name="connsiteY621" fmla="*/ 1268632 h 6858000"/>
              <a:gd name="connsiteX622" fmla="*/ 839521 w 7467600"/>
              <a:gd name="connsiteY622" fmla="*/ 1685315 h 6858000"/>
              <a:gd name="connsiteX623" fmla="*/ 1109416 w 7467600"/>
              <a:gd name="connsiteY623" fmla="*/ 2061663 h 6858000"/>
              <a:gd name="connsiteX624" fmla="*/ 1298300 w 7467600"/>
              <a:gd name="connsiteY624" fmla="*/ 2247742 h 6858000"/>
              <a:gd name="connsiteX625" fmla="*/ 1125871 w 7467600"/>
              <a:gd name="connsiteY625" fmla="*/ 1989513 h 6858000"/>
              <a:gd name="connsiteX626" fmla="*/ 981574 w 7467600"/>
              <a:gd name="connsiteY626" fmla="*/ 1783157 h 6858000"/>
              <a:gd name="connsiteX627" fmla="*/ 922198 w 7467600"/>
              <a:gd name="connsiteY627" fmla="*/ 1677437 h 6858000"/>
              <a:gd name="connsiteX628" fmla="*/ 869293 w 7467600"/>
              <a:gd name="connsiteY628" fmla="*/ 1583214 h 6858000"/>
              <a:gd name="connsiteX629" fmla="*/ 751431 w 7467600"/>
              <a:gd name="connsiteY629" fmla="*/ 1405731 h 6858000"/>
              <a:gd name="connsiteX630" fmla="*/ 655236 w 7467600"/>
              <a:gd name="connsiteY630" fmla="*/ 1268632 h 6858000"/>
              <a:gd name="connsiteX631" fmla="*/ 6516292 w 7467600"/>
              <a:gd name="connsiteY631" fmla="*/ 1263064 h 6858000"/>
              <a:gd name="connsiteX632" fmla="*/ 5736320 w 7467600"/>
              <a:gd name="connsiteY632" fmla="*/ 1501803 h 6858000"/>
              <a:gd name="connsiteX633" fmla="*/ 6516292 w 7467600"/>
              <a:gd name="connsiteY633" fmla="*/ 1263064 h 6858000"/>
              <a:gd name="connsiteX634" fmla="*/ 291466 w 7467600"/>
              <a:gd name="connsiteY634" fmla="*/ 1250369 h 6858000"/>
              <a:gd name="connsiteX635" fmla="*/ 323180 w 7467600"/>
              <a:gd name="connsiteY635" fmla="*/ 1435283 h 6858000"/>
              <a:gd name="connsiteX636" fmla="*/ 349381 w 7467600"/>
              <a:gd name="connsiteY636" fmla="*/ 1875041 h 6858000"/>
              <a:gd name="connsiteX637" fmla="*/ 374363 w 7467600"/>
              <a:gd name="connsiteY637" fmla="*/ 1506494 h 6858000"/>
              <a:gd name="connsiteX638" fmla="*/ 302168 w 7467600"/>
              <a:gd name="connsiteY638" fmla="*/ 1274495 h 6858000"/>
              <a:gd name="connsiteX639" fmla="*/ 291466 w 7467600"/>
              <a:gd name="connsiteY639" fmla="*/ 1250369 h 6858000"/>
              <a:gd name="connsiteX640" fmla="*/ 678222 w 7467600"/>
              <a:gd name="connsiteY640" fmla="*/ 1248670 h 6858000"/>
              <a:gd name="connsiteX641" fmla="*/ 775536 w 7467600"/>
              <a:gd name="connsiteY641" fmla="*/ 1388015 h 6858000"/>
              <a:gd name="connsiteX642" fmla="*/ 894529 w 7467600"/>
              <a:gd name="connsiteY642" fmla="*/ 1567739 h 6858000"/>
              <a:gd name="connsiteX643" fmla="*/ 948000 w 7467600"/>
              <a:gd name="connsiteY643" fmla="*/ 1663088 h 6858000"/>
              <a:gd name="connsiteX644" fmla="*/ 1006812 w 7467600"/>
              <a:gd name="connsiteY644" fmla="*/ 1767683 h 6858000"/>
              <a:gd name="connsiteX645" fmla="*/ 1149133 w 7467600"/>
              <a:gd name="connsiteY645" fmla="*/ 1971513 h 6858000"/>
              <a:gd name="connsiteX646" fmla="*/ 1333952 w 7467600"/>
              <a:gd name="connsiteY646" fmla="*/ 2251620 h 6858000"/>
              <a:gd name="connsiteX647" fmla="*/ 1337329 w 7467600"/>
              <a:gd name="connsiteY647" fmla="*/ 2258350 h 6858000"/>
              <a:gd name="connsiteX648" fmla="*/ 1014726 w 7467600"/>
              <a:gd name="connsiteY648" fmla="*/ 1615556 h 6858000"/>
              <a:gd name="connsiteX649" fmla="*/ 678222 w 7467600"/>
              <a:gd name="connsiteY649" fmla="*/ 1248670 h 6858000"/>
              <a:gd name="connsiteX650" fmla="*/ 6691602 w 7467600"/>
              <a:gd name="connsiteY650" fmla="*/ 1140573 h 6858000"/>
              <a:gd name="connsiteX651" fmla="*/ 6571100 w 7467600"/>
              <a:gd name="connsiteY651" fmla="*/ 1183662 h 6858000"/>
              <a:gd name="connsiteX652" fmla="*/ 6241687 w 7467600"/>
              <a:gd name="connsiteY652" fmla="*/ 1257600 h 6858000"/>
              <a:gd name="connsiteX653" fmla="*/ 5693009 w 7467600"/>
              <a:gd name="connsiteY653" fmla="*/ 1478256 h 6858000"/>
              <a:gd name="connsiteX654" fmla="*/ 6548420 w 7467600"/>
              <a:gd name="connsiteY654" fmla="*/ 1214599 h 6858000"/>
              <a:gd name="connsiteX655" fmla="*/ 6605473 w 7467600"/>
              <a:gd name="connsiteY655" fmla="*/ 1184686 h 6858000"/>
              <a:gd name="connsiteX656" fmla="*/ 6691602 w 7467600"/>
              <a:gd name="connsiteY656" fmla="*/ 1140573 h 6858000"/>
              <a:gd name="connsiteX657" fmla="*/ 4002475 w 7467600"/>
              <a:gd name="connsiteY657" fmla="*/ 1037802 h 6858000"/>
              <a:gd name="connsiteX658" fmla="*/ 4000324 w 7467600"/>
              <a:gd name="connsiteY658" fmla="*/ 1039362 h 6858000"/>
              <a:gd name="connsiteX659" fmla="*/ 4002862 w 7467600"/>
              <a:gd name="connsiteY659" fmla="*/ 1042866 h 6858000"/>
              <a:gd name="connsiteX660" fmla="*/ 4002475 w 7467600"/>
              <a:gd name="connsiteY660" fmla="*/ 1037802 h 6858000"/>
              <a:gd name="connsiteX661" fmla="*/ 506322 w 7467600"/>
              <a:gd name="connsiteY661" fmla="*/ 1020997 h 6858000"/>
              <a:gd name="connsiteX662" fmla="*/ 533068 w 7467600"/>
              <a:gd name="connsiteY662" fmla="*/ 1029409 h 6858000"/>
              <a:gd name="connsiteX663" fmla="*/ 1232525 w 7467600"/>
              <a:gd name="connsiteY663" fmla="*/ 1804675 h 6858000"/>
              <a:gd name="connsiteX664" fmla="*/ 1388858 w 7467600"/>
              <a:gd name="connsiteY664" fmla="*/ 2368011 h 6858000"/>
              <a:gd name="connsiteX665" fmla="*/ 1384098 w 7467600"/>
              <a:gd name="connsiteY665" fmla="*/ 2378125 h 6858000"/>
              <a:gd name="connsiteX666" fmla="*/ 1425393 w 7467600"/>
              <a:gd name="connsiteY666" fmla="*/ 2589124 h 6858000"/>
              <a:gd name="connsiteX667" fmla="*/ 1424001 w 7467600"/>
              <a:gd name="connsiteY667" fmla="*/ 2597541 h 6858000"/>
              <a:gd name="connsiteX668" fmla="*/ 2152729 w 7467600"/>
              <a:gd name="connsiteY668" fmla="*/ 2864487 h 6858000"/>
              <a:gd name="connsiteX669" fmla="*/ 2020609 w 7467600"/>
              <a:gd name="connsiteY669" fmla="*/ 2539671 h 6858000"/>
              <a:gd name="connsiteX670" fmla="*/ 2018920 w 7467600"/>
              <a:gd name="connsiteY670" fmla="*/ 2536309 h 6858000"/>
              <a:gd name="connsiteX671" fmla="*/ 1342441 w 7467600"/>
              <a:gd name="connsiteY671" fmla="*/ 1173017 h 6858000"/>
              <a:gd name="connsiteX672" fmla="*/ 1367925 w 7467600"/>
              <a:gd name="connsiteY672" fmla="*/ 1135648 h 6858000"/>
              <a:gd name="connsiteX673" fmla="*/ 1771401 w 7467600"/>
              <a:gd name="connsiteY673" fmla="*/ 1806673 h 6858000"/>
              <a:gd name="connsiteX674" fmla="*/ 1972385 w 7467600"/>
              <a:gd name="connsiteY674" fmla="*/ 2198735 h 6858000"/>
              <a:gd name="connsiteX675" fmla="*/ 2040892 w 7467600"/>
              <a:gd name="connsiteY675" fmla="*/ 2405205 h 6858000"/>
              <a:gd name="connsiteX676" fmla="*/ 2131689 w 7467600"/>
              <a:gd name="connsiteY676" fmla="*/ 1936926 h 6858000"/>
              <a:gd name="connsiteX677" fmla="*/ 2454820 w 7467600"/>
              <a:gd name="connsiteY677" fmla="*/ 1248808 h 6858000"/>
              <a:gd name="connsiteX678" fmla="*/ 2492512 w 7467600"/>
              <a:gd name="connsiteY678" fmla="*/ 1302920 h 6858000"/>
              <a:gd name="connsiteX679" fmla="*/ 2081216 w 7467600"/>
              <a:gd name="connsiteY679" fmla="*/ 2527513 h 6858000"/>
              <a:gd name="connsiteX680" fmla="*/ 2081211 w 7467600"/>
              <a:gd name="connsiteY680" fmla="*/ 2528916 h 6858000"/>
              <a:gd name="connsiteX681" fmla="*/ 2199067 w 7467600"/>
              <a:gd name="connsiteY681" fmla="*/ 2884061 h 6858000"/>
              <a:gd name="connsiteX682" fmla="*/ 3192586 w 7467600"/>
              <a:gd name="connsiteY682" fmla="*/ 3411496 h 6858000"/>
              <a:gd name="connsiteX683" fmla="*/ 3182620 w 7467600"/>
              <a:gd name="connsiteY683" fmla="*/ 3483279 h 6858000"/>
              <a:gd name="connsiteX684" fmla="*/ 2435119 w 7467600"/>
              <a:gd name="connsiteY684" fmla="*/ 3080173 h 6858000"/>
              <a:gd name="connsiteX685" fmla="*/ 2410152 w 7467600"/>
              <a:gd name="connsiteY685" fmla="*/ 3063751 h 6858000"/>
              <a:gd name="connsiteX686" fmla="*/ 2408099 w 7467600"/>
              <a:gd name="connsiteY686" fmla="*/ 3064403 h 6858000"/>
              <a:gd name="connsiteX687" fmla="*/ 2407218 w 7467600"/>
              <a:gd name="connsiteY687" fmla="*/ 3070324 h 6858000"/>
              <a:gd name="connsiteX688" fmla="*/ 2380138 w 7467600"/>
              <a:gd name="connsiteY688" fmla="*/ 3099341 h 6858000"/>
              <a:gd name="connsiteX689" fmla="*/ 1765923 w 7467600"/>
              <a:gd name="connsiteY689" fmla="*/ 3581043 h 6858000"/>
              <a:gd name="connsiteX690" fmla="*/ 1702258 w 7467600"/>
              <a:gd name="connsiteY690" fmla="*/ 3612286 h 6858000"/>
              <a:gd name="connsiteX691" fmla="*/ 1538370 w 7467600"/>
              <a:gd name="connsiteY691" fmla="*/ 3811804 h 6858000"/>
              <a:gd name="connsiteX692" fmla="*/ 542867 w 7467600"/>
              <a:gd name="connsiteY692" fmla="*/ 4944092 h 6858000"/>
              <a:gd name="connsiteX693" fmla="*/ 515800 w 7467600"/>
              <a:gd name="connsiteY693" fmla="*/ 4862180 h 6858000"/>
              <a:gd name="connsiteX694" fmla="*/ 909145 w 7467600"/>
              <a:gd name="connsiteY694" fmla="*/ 4199225 h 6858000"/>
              <a:gd name="connsiteX695" fmla="*/ 1214067 w 7467600"/>
              <a:gd name="connsiteY695" fmla="*/ 3908561 h 6858000"/>
              <a:gd name="connsiteX696" fmla="*/ 640967 w 7467600"/>
              <a:gd name="connsiteY696" fmla="*/ 4105601 h 6858000"/>
              <a:gd name="connsiteX697" fmla="*/ 112563 w 7467600"/>
              <a:gd name="connsiteY697" fmla="*/ 4396952 h 6858000"/>
              <a:gd name="connsiteX698" fmla="*/ 0 w 7467600"/>
              <a:gd name="connsiteY698" fmla="*/ 4466006 h 6858000"/>
              <a:gd name="connsiteX699" fmla="*/ 0 w 7467600"/>
              <a:gd name="connsiteY699" fmla="*/ 4233763 h 6858000"/>
              <a:gd name="connsiteX700" fmla="*/ 36881 w 7467600"/>
              <a:gd name="connsiteY700" fmla="*/ 4200118 h 6858000"/>
              <a:gd name="connsiteX701" fmla="*/ 910534 w 7467600"/>
              <a:gd name="connsiteY701" fmla="*/ 3629753 h 6858000"/>
              <a:gd name="connsiteX702" fmla="*/ 1578717 w 7467600"/>
              <a:gd name="connsiteY702" fmla="*/ 3575982 h 6858000"/>
              <a:gd name="connsiteX703" fmla="*/ 2338780 w 7467600"/>
              <a:gd name="connsiteY703" fmla="*/ 3033725 h 6858000"/>
              <a:gd name="connsiteX704" fmla="*/ 1807991 w 7467600"/>
              <a:gd name="connsiteY704" fmla="*/ 2807184 h 6858000"/>
              <a:gd name="connsiteX705" fmla="*/ 1416358 w 7467600"/>
              <a:gd name="connsiteY705" fmla="*/ 3112571 h 6858000"/>
              <a:gd name="connsiteX706" fmla="*/ 939066 w 7467600"/>
              <a:gd name="connsiteY706" fmla="*/ 3378798 h 6858000"/>
              <a:gd name="connsiteX707" fmla="*/ 115099 w 7467600"/>
              <a:gd name="connsiteY707" fmla="*/ 3607650 h 6858000"/>
              <a:gd name="connsiteX708" fmla="*/ 97284 w 7467600"/>
              <a:gd name="connsiteY708" fmla="*/ 3520393 h 6858000"/>
              <a:gd name="connsiteX709" fmla="*/ 922050 w 7467600"/>
              <a:gd name="connsiteY709" fmla="*/ 3074867 h 6858000"/>
              <a:gd name="connsiteX710" fmla="*/ 1405265 w 7467600"/>
              <a:gd name="connsiteY710" fmla="*/ 3016319 h 6858000"/>
              <a:gd name="connsiteX711" fmla="*/ 1407512 w 7467600"/>
              <a:gd name="connsiteY711" fmla="*/ 3018001 h 6858000"/>
              <a:gd name="connsiteX712" fmla="*/ 1726266 w 7467600"/>
              <a:gd name="connsiteY712" fmla="*/ 2777274 h 6858000"/>
              <a:gd name="connsiteX713" fmla="*/ 625390 w 7467600"/>
              <a:gd name="connsiteY713" fmla="*/ 2514541 h 6858000"/>
              <a:gd name="connsiteX714" fmla="*/ 619799 w 7467600"/>
              <a:gd name="connsiteY714" fmla="*/ 2527180 h 6858000"/>
              <a:gd name="connsiteX715" fmla="*/ 310030 w 7467600"/>
              <a:gd name="connsiteY715" fmla="*/ 2771818 h 6858000"/>
              <a:gd name="connsiteX716" fmla="*/ 173877 w 7467600"/>
              <a:gd name="connsiteY716" fmla="*/ 2937056 h 6858000"/>
              <a:gd name="connsiteX717" fmla="*/ 77889 w 7467600"/>
              <a:gd name="connsiteY717" fmla="*/ 3138440 h 6858000"/>
              <a:gd name="connsiteX718" fmla="*/ 0 w 7467600"/>
              <a:gd name="connsiteY718" fmla="*/ 3271395 h 6858000"/>
              <a:gd name="connsiteX719" fmla="*/ 0 w 7467600"/>
              <a:gd name="connsiteY719" fmla="*/ 3153002 h 6858000"/>
              <a:gd name="connsiteX720" fmla="*/ 2386 w 7467600"/>
              <a:gd name="connsiteY720" fmla="*/ 3149203 h 6858000"/>
              <a:gd name="connsiteX721" fmla="*/ 89753 w 7467600"/>
              <a:gd name="connsiteY721" fmla="*/ 2987702 h 6858000"/>
              <a:gd name="connsiteX722" fmla="*/ 76869 w 7467600"/>
              <a:gd name="connsiteY722" fmla="*/ 3005404 h 6858000"/>
              <a:gd name="connsiteX723" fmla="*/ 32049 w 7467600"/>
              <a:gd name="connsiteY723" fmla="*/ 3065814 h 6858000"/>
              <a:gd name="connsiteX724" fmla="*/ 0 w 7467600"/>
              <a:gd name="connsiteY724" fmla="*/ 3108744 h 6858000"/>
              <a:gd name="connsiteX725" fmla="*/ 0 w 7467600"/>
              <a:gd name="connsiteY725" fmla="*/ 3058059 h 6858000"/>
              <a:gd name="connsiteX726" fmla="*/ 7610 w 7467600"/>
              <a:gd name="connsiteY726" fmla="*/ 3047889 h 6858000"/>
              <a:gd name="connsiteX727" fmla="*/ 52419 w 7467600"/>
              <a:gd name="connsiteY727" fmla="*/ 2987479 h 6858000"/>
              <a:gd name="connsiteX728" fmla="*/ 59142 w 7467600"/>
              <a:gd name="connsiteY728" fmla="*/ 2978488 h 6858000"/>
              <a:gd name="connsiteX729" fmla="*/ 0 w 7467600"/>
              <a:gd name="connsiteY729" fmla="*/ 3015334 h 6858000"/>
              <a:gd name="connsiteX730" fmla="*/ 0 w 7467600"/>
              <a:gd name="connsiteY730" fmla="*/ 2914286 h 6858000"/>
              <a:gd name="connsiteX731" fmla="*/ 36383 w 7467600"/>
              <a:gd name="connsiteY731" fmla="*/ 2901128 h 6858000"/>
              <a:gd name="connsiteX732" fmla="*/ 156329 w 7467600"/>
              <a:gd name="connsiteY732" fmla="*/ 2840533 h 6858000"/>
              <a:gd name="connsiteX733" fmla="*/ 358355 w 7467600"/>
              <a:gd name="connsiteY733" fmla="*/ 2620471 h 6858000"/>
              <a:gd name="connsiteX734" fmla="*/ 510577 w 7467600"/>
              <a:gd name="connsiteY734" fmla="*/ 2501244 h 6858000"/>
              <a:gd name="connsiteX735" fmla="*/ 211967 w 7467600"/>
              <a:gd name="connsiteY735" fmla="*/ 2479171 h 6858000"/>
              <a:gd name="connsiteX736" fmla="*/ 0 w 7467600"/>
              <a:gd name="connsiteY736" fmla="*/ 2476398 h 6858000"/>
              <a:gd name="connsiteX737" fmla="*/ 0 w 7467600"/>
              <a:gd name="connsiteY737" fmla="*/ 2389189 h 6858000"/>
              <a:gd name="connsiteX738" fmla="*/ 103062 w 7467600"/>
              <a:gd name="connsiteY738" fmla="*/ 2389518 h 6858000"/>
              <a:gd name="connsiteX739" fmla="*/ 510734 w 7467600"/>
              <a:gd name="connsiteY739" fmla="*/ 2416201 h 6858000"/>
              <a:gd name="connsiteX740" fmla="*/ 279257 w 7467600"/>
              <a:gd name="connsiteY740" fmla="*/ 2092102 h 6858000"/>
              <a:gd name="connsiteX741" fmla="*/ 65265 w 7467600"/>
              <a:gd name="connsiteY741" fmla="*/ 2006049 h 6858000"/>
              <a:gd name="connsiteX742" fmla="*/ 0 w 7467600"/>
              <a:gd name="connsiteY742" fmla="*/ 1982532 h 6858000"/>
              <a:gd name="connsiteX743" fmla="*/ 0 w 7467600"/>
              <a:gd name="connsiteY743" fmla="*/ 1912789 h 6858000"/>
              <a:gd name="connsiteX744" fmla="*/ 97460 w 7467600"/>
              <a:gd name="connsiteY744" fmla="*/ 1953725 h 6858000"/>
              <a:gd name="connsiteX745" fmla="*/ 221272 w 7467600"/>
              <a:gd name="connsiteY745" fmla="*/ 1980766 h 6858000"/>
              <a:gd name="connsiteX746" fmla="*/ 116765 w 7467600"/>
              <a:gd name="connsiteY746" fmla="*/ 1911033 h 6858000"/>
              <a:gd name="connsiteX747" fmla="*/ 16405 w 7467600"/>
              <a:gd name="connsiteY747" fmla="*/ 1803412 h 6858000"/>
              <a:gd name="connsiteX748" fmla="*/ 0 w 7467600"/>
              <a:gd name="connsiteY748" fmla="*/ 1784777 h 6858000"/>
              <a:gd name="connsiteX749" fmla="*/ 0 w 7467600"/>
              <a:gd name="connsiteY749" fmla="*/ 1740082 h 6858000"/>
              <a:gd name="connsiteX750" fmla="*/ 39394 w 7467600"/>
              <a:gd name="connsiteY750" fmla="*/ 1784856 h 6858000"/>
              <a:gd name="connsiteX751" fmla="*/ 135813 w 7467600"/>
              <a:gd name="connsiteY751" fmla="*/ 1888838 h 6858000"/>
              <a:gd name="connsiteX752" fmla="*/ 242575 w 7467600"/>
              <a:gd name="connsiteY752" fmla="*/ 1958841 h 6858000"/>
              <a:gd name="connsiteX753" fmla="*/ 82197 w 7467600"/>
              <a:gd name="connsiteY753" fmla="*/ 1754826 h 6858000"/>
              <a:gd name="connsiteX754" fmla="*/ 0 w 7467600"/>
              <a:gd name="connsiteY754" fmla="*/ 1679650 h 6858000"/>
              <a:gd name="connsiteX755" fmla="*/ 0 w 7467600"/>
              <a:gd name="connsiteY755" fmla="*/ 1602463 h 6858000"/>
              <a:gd name="connsiteX756" fmla="*/ 84689 w 7467600"/>
              <a:gd name="connsiteY756" fmla="*/ 1677442 h 6858000"/>
              <a:gd name="connsiteX757" fmla="*/ 298437 w 7467600"/>
              <a:gd name="connsiteY757" fmla="*/ 1968019 h 6858000"/>
              <a:gd name="connsiteX758" fmla="*/ 227269 w 7467600"/>
              <a:gd name="connsiteY758" fmla="*/ 1114064 h 6858000"/>
              <a:gd name="connsiteX759" fmla="*/ 248003 w 7467600"/>
              <a:gd name="connsiteY759" fmla="*/ 1089613 h 6858000"/>
              <a:gd name="connsiteX760" fmla="*/ 427020 w 7467600"/>
              <a:gd name="connsiteY760" fmla="*/ 1619803 h 6858000"/>
              <a:gd name="connsiteX761" fmla="*/ 340345 w 7467600"/>
              <a:gd name="connsiteY761" fmla="*/ 2027739 h 6858000"/>
              <a:gd name="connsiteX762" fmla="*/ 360865 w 7467600"/>
              <a:gd name="connsiteY762" fmla="*/ 2044827 h 6858000"/>
              <a:gd name="connsiteX763" fmla="*/ 560414 w 7467600"/>
              <a:gd name="connsiteY763" fmla="*/ 2421457 h 6858000"/>
              <a:gd name="connsiteX764" fmla="*/ 1359703 w 7467600"/>
              <a:gd name="connsiteY764" fmla="*/ 2578554 h 6858000"/>
              <a:gd name="connsiteX765" fmla="*/ 1359422 w 7467600"/>
              <a:gd name="connsiteY765" fmla="*/ 2577994 h 6858000"/>
              <a:gd name="connsiteX766" fmla="*/ 828701 w 7467600"/>
              <a:gd name="connsiteY766" fmla="*/ 1839520 h 6858000"/>
              <a:gd name="connsiteX767" fmla="*/ 494427 w 7467600"/>
              <a:gd name="connsiteY767" fmla="*/ 1092333 h 6858000"/>
              <a:gd name="connsiteX768" fmla="*/ 506322 w 7467600"/>
              <a:gd name="connsiteY768" fmla="*/ 1020997 h 6858000"/>
              <a:gd name="connsiteX769" fmla="*/ 4570198 w 7467600"/>
              <a:gd name="connsiteY769" fmla="*/ 978081 h 6858000"/>
              <a:gd name="connsiteX770" fmla="*/ 4523691 w 7467600"/>
              <a:gd name="connsiteY770" fmla="*/ 1127776 h 6858000"/>
              <a:gd name="connsiteX771" fmla="*/ 4509875 w 7467600"/>
              <a:gd name="connsiteY771" fmla="*/ 1167552 h 6858000"/>
              <a:gd name="connsiteX772" fmla="*/ 4478168 w 7467600"/>
              <a:gd name="connsiteY772" fmla="*/ 1260735 h 6858000"/>
              <a:gd name="connsiteX773" fmla="*/ 4409309 w 7467600"/>
              <a:gd name="connsiteY773" fmla="*/ 1666996 h 6858000"/>
              <a:gd name="connsiteX774" fmla="*/ 4370031 w 7467600"/>
              <a:gd name="connsiteY774" fmla="*/ 1955666 h 6858000"/>
              <a:gd name="connsiteX775" fmla="*/ 4570198 w 7467600"/>
              <a:gd name="connsiteY775" fmla="*/ 978081 h 6858000"/>
              <a:gd name="connsiteX776" fmla="*/ 4557898 w 7467600"/>
              <a:gd name="connsiteY776" fmla="*/ 900011 h 6858000"/>
              <a:gd name="connsiteX777" fmla="*/ 4344840 w 7467600"/>
              <a:gd name="connsiteY777" fmla="*/ 1922038 h 6858000"/>
              <a:gd name="connsiteX778" fmla="*/ 4378710 w 7467600"/>
              <a:gd name="connsiteY778" fmla="*/ 1665516 h 6858000"/>
              <a:gd name="connsiteX779" fmla="*/ 4448798 w 7467600"/>
              <a:gd name="connsiteY779" fmla="*/ 1253024 h 6858000"/>
              <a:gd name="connsiteX780" fmla="*/ 4480315 w 7467600"/>
              <a:gd name="connsiteY780" fmla="*/ 1158454 h 6858000"/>
              <a:gd name="connsiteX781" fmla="*/ 4494133 w 7467600"/>
              <a:gd name="connsiteY781" fmla="*/ 1118676 h 6858000"/>
              <a:gd name="connsiteX782" fmla="*/ 4557898 w 7467600"/>
              <a:gd name="connsiteY782" fmla="*/ 900011 h 6858000"/>
              <a:gd name="connsiteX783" fmla="*/ 5870151 w 7467600"/>
              <a:gd name="connsiteY783" fmla="*/ 898890 h 6858000"/>
              <a:gd name="connsiteX784" fmla="*/ 5861335 w 7467600"/>
              <a:gd name="connsiteY784" fmla="*/ 899177 h 6858000"/>
              <a:gd name="connsiteX785" fmla="*/ 5843702 w 7467600"/>
              <a:gd name="connsiteY785" fmla="*/ 899748 h 6858000"/>
              <a:gd name="connsiteX786" fmla="*/ 5651107 w 7467600"/>
              <a:gd name="connsiteY786" fmla="*/ 920306 h 6858000"/>
              <a:gd name="connsiteX787" fmla="*/ 5459407 w 7467600"/>
              <a:gd name="connsiteY787" fmla="*/ 940975 h 6858000"/>
              <a:gd name="connsiteX788" fmla="*/ 5374846 w 7467600"/>
              <a:gd name="connsiteY788" fmla="*/ 941988 h 6858000"/>
              <a:gd name="connsiteX789" fmla="*/ 5256105 w 7467600"/>
              <a:gd name="connsiteY789" fmla="*/ 945632 h 6858000"/>
              <a:gd name="connsiteX790" fmla="*/ 5107071 w 7467600"/>
              <a:gd name="connsiteY790" fmla="*/ 969720 h 6858000"/>
              <a:gd name="connsiteX791" fmla="*/ 4998681 w 7467600"/>
              <a:gd name="connsiteY791" fmla="*/ 988771 h 6858000"/>
              <a:gd name="connsiteX792" fmla="*/ 5870151 w 7467600"/>
              <a:gd name="connsiteY792" fmla="*/ 898890 h 6858000"/>
              <a:gd name="connsiteX793" fmla="*/ 5504425 w 7467600"/>
              <a:gd name="connsiteY793" fmla="*/ 848067 h 6858000"/>
              <a:gd name="connsiteX794" fmla="*/ 4968849 w 7467600"/>
              <a:gd name="connsiteY794" fmla="*/ 962318 h 6858000"/>
              <a:gd name="connsiteX795" fmla="*/ 5104039 w 7467600"/>
              <a:gd name="connsiteY795" fmla="*/ 940634 h 6858000"/>
              <a:gd name="connsiteX796" fmla="*/ 5256311 w 7467600"/>
              <a:gd name="connsiteY796" fmla="*/ 916490 h 6858000"/>
              <a:gd name="connsiteX797" fmla="*/ 5377381 w 7467600"/>
              <a:gd name="connsiteY797" fmla="*/ 912671 h 6858000"/>
              <a:gd name="connsiteX798" fmla="*/ 5460148 w 7467600"/>
              <a:gd name="connsiteY798" fmla="*/ 911442 h 6858000"/>
              <a:gd name="connsiteX799" fmla="*/ 5648971 w 7467600"/>
              <a:gd name="connsiteY799" fmla="*/ 891331 h 6858000"/>
              <a:gd name="connsiteX800" fmla="*/ 5844807 w 7467600"/>
              <a:gd name="connsiteY800" fmla="*/ 870718 h 6858000"/>
              <a:gd name="connsiteX801" fmla="*/ 5862975 w 7467600"/>
              <a:gd name="connsiteY801" fmla="*/ 869756 h 6858000"/>
              <a:gd name="connsiteX802" fmla="*/ 5920887 w 7467600"/>
              <a:gd name="connsiteY802" fmla="*/ 865929 h 6858000"/>
              <a:gd name="connsiteX803" fmla="*/ 5504425 w 7467600"/>
              <a:gd name="connsiteY803" fmla="*/ 848067 h 6858000"/>
              <a:gd name="connsiteX804" fmla="*/ 3607114 w 7467600"/>
              <a:gd name="connsiteY804" fmla="*/ 467441 h 6858000"/>
              <a:gd name="connsiteX805" fmla="*/ 3296242 w 7467600"/>
              <a:gd name="connsiteY805" fmla="*/ 807991 h 6858000"/>
              <a:gd name="connsiteX806" fmla="*/ 3174674 w 7467600"/>
              <a:gd name="connsiteY806" fmla="*/ 919759 h 6858000"/>
              <a:gd name="connsiteX807" fmla="*/ 3042978 w 7467600"/>
              <a:gd name="connsiteY807" fmla="*/ 1054894 h 6858000"/>
              <a:gd name="connsiteX808" fmla="*/ 2968914 w 7467600"/>
              <a:gd name="connsiteY808" fmla="*/ 1133756 h 6858000"/>
              <a:gd name="connsiteX809" fmla="*/ 3103823 w 7467600"/>
              <a:gd name="connsiteY809" fmla="*/ 1026814 h 6858000"/>
              <a:gd name="connsiteX810" fmla="*/ 3607114 w 7467600"/>
              <a:gd name="connsiteY810" fmla="*/ 467441 h 6858000"/>
              <a:gd name="connsiteX811" fmla="*/ 3744487 w 7467600"/>
              <a:gd name="connsiteY811" fmla="*/ 383136 h 6858000"/>
              <a:gd name="connsiteX812" fmla="*/ 3970213 w 7467600"/>
              <a:gd name="connsiteY812" fmla="*/ 995559 h 6858000"/>
              <a:gd name="connsiteX813" fmla="*/ 3744487 w 7467600"/>
              <a:gd name="connsiteY813" fmla="*/ 383136 h 6858000"/>
              <a:gd name="connsiteX814" fmla="*/ 3624562 w 7467600"/>
              <a:gd name="connsiteY814" fmla="*/ 367041 h 6858000"/>
              <a:gd name="connsiteX815" fmla="*/ 3489712 w 7467600"/>
              <a:gd name="connsiteY815" fmla="*/ 485386 h 6858000"/>
              <a:gd name="connsiteX816" fmla="*/ 3182994 w 7467600"/>
              <a:gd name="connsiteY816" fmla="*/ 828265 h 6858000"/>
              <a:gd name="connsiteX817" fmla="*/ 2892114 w 7467600"/>
              <a:gd name="connsiteY817" fmla="*/ 1172635 h 6858000"/>
              <a:gd name="connsiteX818" fmla="*/ 3021459 w 7467600"/>
              <a:gd name="connsiteY818" fmla="*/ 1035385 h 6858000"/>
              <a:gd name="connsiteX819" fmla="*/ 3153873 w 7467600"/>
              <a:gd name="connsiteY819" fmla="*/ 898971 h 6858000"/>
              <a:gd name="connsiteX820" fmla="*/ 3276511 w 7467600"/>
              <a:gd name="connsiteY820" fmla="*/ 786423 h 6858000"/>
              <a:gd name="connsiteX821" fmla="*/ 3584154 w 7467600"/>
              <a:gd name="connsiteY821" fmla="*/ 448218 h 6858000"/>
              <a:gd name="connsiteX822" fmla="*/ 3624562 w 7467600"/>
              <a:gd name="connsiteY822" fmla="*/ 367041 h 6858000"/>
              <a:gd name="connsiteX823" fmla="*/ 3766672 w 7467600"/>
              <a:gd name="connsiteY823" fmla="*/ 359429 h 6858000"/>
              <a:gd name="connsiteX824" fmla="*/ 3996338 w 7467600"/>
              <a:gd name="connsiteY824" fmla="*/ 968237 h 6858000"/>
              <a:gd name="connsiteX825" fmla="*/ 3766672 w 7467600"/>
              <a:gd name="connsiteY825" fmla="*/ 359429 h 6858000"/>
              <a:gd name="connsiteX826" fmla="*/ 5805386 w 7467600"/>
              <a:gd name="connsiteY826" fmla="*/ 239240 h 6858000"/>
              <a:gd name="connsiteX827" fmla="*/ 5736947 w 7467600"/>
              <a:gd name="connsiteY827" fmla="*/ 261367 h 6858000"/>
              <a:gd name="connsiteX828" fmla="*/ 5427012 w 7467600"/>
              <a:gd name="connsiteY828" fmla="*/ 311272 h 6858000"/>
              <a:gd name="connsiteX829" fmla="*/ 5147818 w 7467600"/>
              <a:gd name="connsiteY829" fmla="*/ 322112 h 6858000"/>
              <a:gd name="connsiteX830" fmla="*/ 5060854 w 7467600"/>
              <a:gd name="connsiteY830" fmla="*/ 311882 h 6858000"/>
              <a:gd name="connsiteX831" fmla="*/ 4945989 w 7467600"/>
              <a:gd name="connsiteY831" fmla="*/ 300516 h 6858000"/>
              <a:gd name="connsiteX832" fmla="*/ 5410479 w 7467600"/>
              <a:gd name="connsiteY832" fmla="*/ 348434 h 6858000"/>
              <a:gd name="connsiteX833" fmla="*/ 5805386 w 7467600"/>
              <a:gd name="connsiteY833" fmla="*/ 239240 h 6858000"/>
              <a:gd name="connsiteX834" fmla="*/ 5905192 w 7467600"/>
              <a:gd name="connsiteY834" fmla="*/ 163079 h 6858000"/>
              <a:gd name="connsiteX835" fmla="*/ 5865655 w 7467600"/>
              <a:gd name="connsiteY835" fmla="*/ 171901 h 6858000"/>
              <a:gd name="connsiteX836" fmla="*/ 5259740 w 7467600"/>
              <a:gd name="connsiteY836" fmla="*/ 257013 h 6858000"/>
              <a:gd name="connsiteX837" fmla="*/ 5208466 w 7467600"/>
              <a:gd name="connsiteY837" fmla="*/ 257550 h 6858000"/>
              <a:gd name="connsiteX838" fmla="*/ 4980204 w 7467600"/>
              <a:gd name="connsiteY838" fmla="*/ 271903 h 6858000"/>
              <a:gd name="connsiteX839" fmla="*/ 5068068 w 7467600"/>
              <a:gd name="connsiteY839" fmla="*/ 282244 h 6858000"/>
              <a:gd name="connsiteX840" fmla="*/ 5153231 w 7467600"/>
              <a:gd name="connsiteY840" fmla="*/ 292240 h 6858000"/>
              <a:gd name="connsiteX841" fmla="*/ 5426491 w 7467600"/>
              <a:gd name="connsiteY841" fmla="*/ 281128 h 6858000"/>
              <a:gd name="connsiteX842" fmla="*/ 5731212 w 7467600"/>
              <a:gd name="connsiteY842" fmla="*/ 231951 h 6858000"/>
              <a:gd name="connsiteX843" fmla="*/ 5905192 w 7467600"/>
              <a:gd name="connsiteY843" fmla="*/ 163079 h 6858000"/>
              <a:gd name="connsiteX844" fmla="*/ 5944437 w 7467600"/>
              <a:gd name="connsiteY844" fmla="*/ 113829 h 6858000"/>
              <a:gd name="connsiteX845" fmla="*/ 5825032 w 7467600"/>
              <a:gd name="connsiteY845" fmla="*/ 146405 h 6858000"/>
              <a:gd name="connsiteX846" fmla="*/ 4955599 w 7467600"/>
              <a:gd name="connsiteY846" fmla="*/ 247008 h 6858000"/>
              <a:gd name="connsiteX847" fmla="*/ 5210104 w 7467600"/>
              <a:gd name="connsiteY847" fmla="*/ 228123 h 6858000"/>
              <a:gd name="connsiteX848" fmla="*/ 5261015 w 7467600"/>
              <a:gd name="connsiteY848" fmla="*/ 227087 h 6858000"/>
              <a:gd name="connsiteX849" fmla="*/ 5861181 w 7467600"/>
              <a:gd name="connsiteY849" fmla="*/ 143093 h 6858000"/>
              <a:gd name="connsiteX850" fmla="*/ 5961252 w 7467600"/>
              <a:gd name="connsiteY850" fmla="*/ 114820 h 6858000"/>
              <a:gd name="connsiteX851" fmla="*/ 5944437 w 7467600"/>
              <a:gd name="connsiteY851" fmla="*/ 113829 h 6858000"/>
              <a:gd name="connsiteX852" fmla="*/ 3882765 w 7467600"/>
              <a:gd name="connsiteY852" fmla="*/ 0 h 6858000"/>
              <a:gd name="connsiteX853" fmla="*/ 3995099 w 7467600"/>
              <a:gd name="connsiteY853" fmla="*/ 0 h 6858000"/>
              <a:gd name="connsiteX854" fmla="*/ 4163818 w 7467600"/>
              <a:gd name="connsiteY854" fmla="*/ 234104 h 6858000"/>
              <a:gd name="connsiteX855" fmla="*/ 4172099 w 7467600"/>
              <a:gd name="connsiteY855" fmla="*/ 234207 h 6858000"/>
              <a:gd name="connsiteX856" fmla="*/ 4784282 w 7467600"/>
              <a:gd name="connsiteY856" fmla="*/ 276561 h 6858000"/>
              <a:gd name="connsiteX857" fmla="*/ 4801687 w 7467600"/>
              <a:gd name="connsiteY857" fmla="*/ 267764 h 6858000"/>
              <a:gd name="connsiteX858" fmla="*/ 6082788 w 7467600"/>
              <a:gd name="connsiteY858" fmla="*/ 64119 h 6858000"/>
              <a:gd name="connsiteX859" fmla="*/ 6099442 w 7467600"/>
              <a:gd name="connsiteY859" fmla="*/ 82568 h 6858000"/>
              <a:gd name="connsiteX860" fmla="*/ 4804137 w 7467600"/>
              <a:gd name="connsiteY860" fmla="*/ 320931 h 6858000"/>
              <a:gd name="connsiteX861" fmla="*/ 4227047 w 7467600"/>
              <a:gd name="connsiteY861" fmla="*/ 313415 h 6858000"/>
              <a:gd name="connsiteX862" fmla="*/ 4346041 w 7467600"/>
              <a:gd name="connsiteY862" fmla="*/ 456086 h 6858000"/>
              <a:gd name="connsiteX863" fmla="*/ 4870967 w 7467600"/>
              <a:gd name="connsiteY863" fmla="*/ 963061 h 6858000"/>
              <a:gd name="connsiteX864" fmla="*/ 4889647 w 7467600"/>
              <a:gd name="connsiteY864" fmla="*/ 957147 h 6858000"/>
              <a:gd name="connsiteX865" fmla="*/ 5422504 w 7467600"/>
              <a:gd name="connsiteY865" fmla="*/ 805191 h 6858000"/>
              <a:gd name="connsiteX866" fmla="*/ 6087656 w 7467600"/>
              <a:gd name="connsiteY866" fmla="*/ 826703 h 6858000"/>
              <a:gd name="connsiteX867" fmla="*/ 6058717 w 7467600"/>
              <a:gd name="connsiteY867" fmla="*/ 865992 h 6858000"/>
              <a:gd name="connsiteX868" fmla="*/ 4974153 w 7467600"/>
              <a:gd name="connsiteY868" fmla="*/ 1045456 h 6858000"/>
              <a:gd name="connsiteX869" fmla="*/ 5627835 w 7467600"/>
              <a:gd name="connsiteY869" fmla="*/ 1472077 h 6858000"/>
              <a:gd name="connsiteX870" fmla="*/ 5629817 w 7467600"/>
              <a:gd name="connsiteY870" fmla="*/ 1471412 h 6858000"/>
              <a:gd name="connsiteX871" fmla="*/ 5634124 w 7467600"/>
              <a:gd name="connsiteY871" fmla="*/ 1470572 h 6858000"/>
              <a:gd name="connsiteX872" fmla="*/ 5755832 w 7467600"/>
              <a:gd name="connsiteY872" fmla="*/ 1383886 h 6858000"/>
              <a:gd name="connsiteX873" fmla="*/ 6014186 w 7467600"/>
              <a:gd name="connsiteY873" fmla="*/ 1279799 h 6858000"/>
              <a:gd name="connsiteX874" fmla="*/ 6901619 w 7467600"/>
              <a:gd name="connsiteY874" fmla="*/ 1047874 h 6858000"/>
              <a:gd name="connsiteX875" fmla="*/ 6931566 w 7467600"/>
              <a:gd name="connsiteY875" fmla="*/ 1062034 h 6858000"/>
              <a:gd name="connsiteX876" fmla="*/ 5790982 w 7467600"/>
              <a:gd name="connsiteY876" fmla="*/ 1561380 h 6858000"/>
              <a:gd name="connsiteX877" fmla="*/ 6188971 w 7467600"/>
              <a:gd name="connsiteY877" fmla="*/ 1755168 h 6858000"/>
              <a:gd name="connsiteX878" fmla="*/ 6202446 w 7467600"/>
              <a:gd name="connsiteY878" fmla="*/ 1752268 h 6858000"/>
              <a:gd name="connsiteX879" fmla="*/ 7179560 w 7467600"/>
              <a:gd name="connsiteY879" fmla="*/ 1467551 h 6858000"/>
              <a:gd name="connsiteX880" fmla="*/ 7158730 w 7467600"/>
              <a:gd name="connsiteY880" fmla="*/ 1507835 h 6858000"/>
              <a:gd name="connsiteX881" fmla="*/ 6326959 w 7467600"/>
              <a:gd name="connsiteY881" fmla="*/ 1817686 h 6858000"/>
              <a:gd name="connsiteX882" fmla="*/ 6537433 w 7467600"/>
              <a:gd name="connsiteY882" fmla="*/ 1907790 h 6858000"/>
              <a:gd name="connsiteX883" fmla="*/ 6550221 w 7467600"/>
              <a:gd name="connsiteY883" fmla="*/ 1910729 h 6858000"/>
              <a:gd name="connsiteX884" fmla="*/ 6964438 w 7467600"/>
              <a:gd name="connsiteY884" fmla="*/ 2209505 h 6858000"/>
              <a:gd name="connsiteX885" fmla="*/ 7367862 w 7467600"/>
              <a:gd name="connsiteY885" fmla="*/ 2806833 h 6858000"/>
              <a:gd name="connsiteX886" fmla="*/ 7364329 w 7467600"/>
              <a:gd name="connsiteY886" fmla="*/ 2826907 h 6858000"/>
              <a:gd name="connsiteX887" fmla="*/ 7290545 w 7467600"/>
              <a:gd name="connsiteY887" fmla="*/ 2850663 h 6858000"/>
              <a:gd name="connsiteX888" fmla="*/ 6472036 w 7467600"/>
              <a:gd name="connsiteY888" fmla="*/ 1959003 h 6858000"/>
              <a:gd name="connsiteX889" fmla="*/ 5792897 w 7467600"/>
              <a:gd name="connsiteY889" fmla="*/ 1647747 h 6858000"/>
              <a:gd name="connsiteX890" fmla="*/ 5842751 w 7467600"/>
              <a:gd name="connsiteY890" fmla="*/ 1816112 h 6858000"/>
              <a:gd name="connsiteX891" fmla="*/ 5847424 w 7467600"/>
              <a:gd name="connsiteY891" fmla="*/ 1815776 h 6858000"/>
              <a:gd name="connsiteX892" fmla="*/ 6399821 w 7467600"/>
              <a:gd name="connsiteY892" fmla="*/ 2344799 h 6858000"/>
              <a:gd name="connsiteX893" fmla="*/ 6323232 w 7467600"/>
              <a:gd name="connsiteY893" fmla="*/ 2389634 h 6858000"/>
              <a:gd name="connsiteX894" fmla="*/ 5942958 w 7467600"/>
              <a:gd name="connsiteY894" fmla="*/ 2077708 h 6858000"/>
              <a:gd name="connsiteX895" fmla="*/ 5921559 w 7467600"/>
              <a:gd name="connsiteY895" fmla="*/ 2378596 h 6858000"/>
              <a:gd name="connsiteX896" fmla="*/ 5817651 w 7467600"/>
              <a:gd name="connsiteY896" fmla="*/ 3023919 h 6858000"/>
              <a:gd name="connsiteX897" fmla="*/ 5729634 w 7467600"/>
              <a:gd name="connsiteY897" fmla="*/ 3051849 h 6858000"/>
              <a:gd name="connsiteX898" fmla="*/ 5611018 w 7467600"/>
              <a:gd name="connsiteY898" fmla="*/ 2316769 h 6858000"/>
              <a:gd name="connsiteX899" fmla="*/ 5687608 w 7467600"/>
              <a:gd name="connsiteY899" fmla="*/ 2039972 h 6858000"/>
              <a:gd name="connsiteX900" fmla="*/ 5657554 w 7467600"/>
              <a:gd name="connsiteY900" fmla="*/ 1576445 h 6858000"/>
              <a:gd name="connsiteX901" fmla="*/ 5150475 w 7467600"/>
              <a:gd name="connsiteY901" fmla="*/ 1274012 h 6858000"/>
              <a:gd name="connsiteX902" fmla="*/ 5349142 w 7467600"/>
              <a:gd name="connsiteY902" fmla="*/ 2204405 h 6858000"/>
              <a:gd name="connsiteX903" fmla="*/ 5262214 w 7467600"/>
              <a:gd name="connsiteY903" fmla="*/ 2233836 h 6858000"/>
              <a:gd name="connsiteX904" fmla="*/ 4981539 w 7467600"/>
              <a:gd name="connsiteY904" fmla="*/ 1542201 h 6858000"/>
              <a:gd name="connsiteX905" fmla="*/ 4958461 w 7467600"/>
              <a:gd name="connsiteY905" fmla="*/ 1136957 h 6858000"/>
              <a:gd name="connsiteX906" fmla="*/ 4655015 w 7467600"/>
              <a:gd name="connsiteY906" fmla="*/ 891426 h 6858000"/>
              <a:gd name="connsiteX907" fmla="*/ 4348002 w 7467600"/>
              <a:gd name="connsiteY907" fmla="*/ 2205895 h 6858000"/>
              <a:gd name="connsiteX908" fmla="*/ 4262250 w 7467600"/>
              <a:gd name="connsiteY908" fmla="*/ 2219972 h 6858000"/>
              <a:gd name="connsiteX909" fmla="*/ 4550611 w 7467600"/>
              <a:gd name="connsiteY909" fmla="*/ 817540 h 6858000"/>
              <a:gd name="connsiteX910" fmla="*/ 4564418 w 7467600"/>
              <a:gd name="connsiteY910" fmla="*/ 808293 h 6858000"/>
              <a:gd name="connsiteX911" fmla="*/ 4266388 w 7467600"/>
              <a:gd name="connsiteY911" fmla="*/ 500083 h 6858000"/>
              <a:gd name="connsiteX912" fmla="*/ 4032842 w 7467600"/>
              <a:gd name="connsiteY912" fmla="*/ 211809 h 6858000"/>
              <a:gd name="connsiteX913" fmla="*/ 3882765 w 7467600"/>
              <a:gd name="connsiteY913" fmla="*/ 0 h 6858000"/>
              <a:gd name="connsiteX914" fmla="*/ 3721337 w 7467600"/>
              <a:gd name="connsiteY914" fmla="*/ 0 h 6858000"/>
              <a:gd name="connsiteX915" fmla="*/ 3797544 w 7467600"/>
              <a:gd name="connsiteY915" fmla="*/ 0 h 6858000"/>
              <a:gd name="connsiteX916" fmla="*/ 3775734 w 7467600"/>
              <a:gd name="connsiteY916" fmla="*/ 95131 h 6858000"/>
              <a:gd name="connsiteX917" fmla="*/ 3724807 w 7467600"/>
              <a:gd name="connsiteY917" fmla="*/ 272257 h 6858000"/>
              <a:gd name="connsiteX918" fmla="*/ 3726844 w 7467600"/>
              <a:gd name="connsiteY918" fmla="*/ 282988 h 6858000"/>
              <a:gd name="connsiteX919" fmla="*/ 3742664 w 7467600"/>
              <a:gd name="connsiteY919" fmla="*/ 279918 h 6858000"/>
              <a:gd name="connsiteX920" fmla="*/ 4103910 w 7467600"/>
              <a:gd name="connsiteY920" fmla="*/ 1161917 h 6858000"/>
              <a:gd name="connsiteX921" fmla="*/ 4020269 w 7467600"/>
              <a:gd name="connsiteY921" fmla="*/ 1200406 h 6858000"/>
              <a:gd name="connsiteX922" fmla="*/ 3674882 w 7467600"/>
              <a:gd name="connsiteY922" fmla="*/ 488524 h 6858000"/>
              <a:gd name="connsiteX923" fmla="*/ 3132682 w 7467600"/>
              <a:gd name="connsiteY923" fmla="*/ 1072284 h 6858000"/>
              <a:gd name="connsiteX924" fmla="*/ 2716346 w 7467600"/>
              <a:gd name="connsiteY924" fmla="*/ 1276376 h 6858000"/>
              <a:gd name="connsiteX925" fmla="*/ 2716772 w 7467600"/>
              <a:gd name="connsiteY925" fmla="*/ 1255462 h 6858000"/>
              <a:gd name="connsiteX926" fmla="*/ 3471096 w 7467600"/>
              <a:gd name="connsiteY926" fmla="*/ 437072 h 6858000"/>
              <a:gd name="connsiteX927" fmla="*/ 3639057 w 7467600"/>
              <a:gd name="connsiteY927" fmla="*/ 286334 h 6858000"/>
              <a:gd name="connsiteX928" fmla="*/ 3640309 w 7467600"/>
              <a:gd name="connsiteY928" fmla="*/ 284664 h 6858000"/>
              <a:gd name="connsiteX929" fmla="*/ 3646022 w 7467600"/>
              <a:gd name="connsiteY929" fmla="*/ 276711 h 6858000"/>
              <a:gd name="connsiteX930" fmla="*/ 3707943 w 7467600"/>
              <a:gd name="connsiteY930" fmla="*/ 65958 h 6858000"/>
              <a:gd name="connsiteX931" fmla="*/ 3721337 w 7467600"/>
              <a:gd name="connsiteY931" fmla="*/ 0 h 6858000"/>
              <a:gd name="connsiteX932" fmla="*/ 2867960 w 7467600"/>
              <a:gd name="connsiteY932" fmla="*/ 0 h 6858000"/>
              <a:gd name="connsiteX933" fmla="*/ 2926351 w 7467600"/>
              <a:gd name="connsiteY933" fmla="*/ 0 h 6858000"/>
              <a:gd name="connsiteX934" fmla="*/ 2902823 w 7467600"/>
              <a:gd name="connsiteY934" fmla="*/ 262929 h 6858000"/>
              <a:gd name="connsiteX935" fmla="*/ 2940663 w 7467600"/>
              <a:gd name="connsiteY935" fmla="*/ 140884 h 6858000"/>
              <a:gd name="connsiteX936" fmla="*/ 2947039 w 7467600"/>
              <a:gd name="connsiteY936" fmla="*/ 122524 h 6858000"/>
              <a:gd name="connsiteX937" fmla="*/ 2984316 w 7467600"/>
              <a:gd name="connsiteY937" fmla="*/ 0 h 6858000"/>
              <a:gd name="connsiteX938" fmla="*/ 3016114 w 7467600"/>
              <a:gd name="connsiteY938" fmla="*/ 0 h 6858000"/>
              <a:gd name="connsiteX939" fmla="*/ 2979949 w 7467600"/>
              <a:gd name="connsiteY939" fmla="*/ 119274 h 6858000"/>
              <a:gd name="connsiteX940" fmla="*/ 3023879 w 7467600"/>
              <a:gd name="connsiteY940" fmla="*/ 0 h 6858000"/>
              <a:gd name="connsiteX941" fmla="*/ 3105400 w 7467600"/>
              <a:gd name="connsiteY941" fmla="*/ 0 h 6858000"/>
              <a:gd name="connsiteX942" fmla="*/ 3094669 w 7467600"/>
              <a:gd name="connsiteY942" fmla="*/ 30308 h 6858000"/>
              <a:gd name="connsiteX943" fmla="*/ 2901945 w 7467600"/>
              <a:gd name="connsiteY943" fmla="*/ 466538 h 6858000"/>
              <a:gd name="connsiteX944" fmla="*/ 2815209 w 7467600"/>
              <a:gd name="connsiteY944" fmla="*/ 497361 h 6858000"/>
              <a:gd name="connsiteX945" fmla="*/ 2844845 w 7467600"/>
              <a:gd name="connsiteY945" fmla="*/ 127638 h 6858000"/>
              <a:gd name="connsiteX946" fmla="*/ 2867960 w 7467600"/>
              <a:gd name="connsiteY946" fmla="*/ 0 h 6858000"/>
              <a:gd name="connsiteX947" fmla="*/ 1057230 w 7467600"/>
              <a:gd name="connsiteY947" fmla="*/ 0 h 6858000"/>
              <a:gd name="connsiteX948" fmla="*/ 1111003 w 7467600"/>
              <a:gd name="connsiteY948" fmla="*/ 0 h 6858000"/>
              <a:gd name="connsiteX949" fmla="*/ 1125553 w 7467600"/>
              <a:gd name="connsiteY949" fmla="*/ 52588 h 6858000"/>
              <a:gd name="connsiteX950" fmla="*/ 1304276 w 7467600"/>
              <a:gd name="connsiteY950" fmla="*/ 476275 h 6858000"/>
              <a:gd name="connsiteX951" fmla="*/ 1492066 w 7467600"/>
              <a:gd name="connsiteY951" fmla="*/ 886333 h 6858000"/>
              <a:gd name="connsiteX952" fmla="*/ 1423698 w 7467600"/>
              <a:gd name="connsiteY952" fmla="*/ 710817 h 6858000"/>
              <a:gd name="connsiteX953" fmla="*/ 1357609 w 7467600"/>
              <a:gd name="connsiteY953" fmla="*/ 532892 h 6858000"/>
              <a:gd name="connsiteX954" fmla="*/ 1309550 w 7467600"/>
              <a:gd name="connsiteY954" fmla="*/ 374031 h 6858000"/>
              <a:gd name="connsiteX955" fmla="*/ 1193673 w 7467600"/>
              <a:gd name="connsiteY955" fmla="*/ 49533 h 6858000"/>
              <a:gd name="connsiteX956" fmla="*/ 1164391 w 7467600"/>
              <a:gd name="connsiteY956" fmla="*/ 0 h 6858000"/>
              <a:gd name="connsiteX957" fmla="*/ 1200666 w 7467600"/>
              <a:gd name="connsiteY957" fmla="*/ 0 h 6858000"/>
              <a:gd name="connsiteX958" fmla="*/ 1223408 w 7467600"/>
              <a:gd name="connsiteY958" fmla="*/ 38996 h 6858000"/>
              <a:gd name="connsiteX959" fmla="*/ 1339635 w 7467600"/>
              <a:gd name="connsiteY959" fmla="*/ 365517 h 6858000"/>
              <a:gd name="connsiteX960" fmla="*/ 1387469 w 7467600"/>
              <a:gd name="connsiteY960" fmla="*/ 523079 h 6858000"/>
              <a:gd name="connsiteX961" fmla="*/ 1452685 w 7467600"/>
              <a:gd name="connsiteY961" fmla="*/ 699806 h 6858000"/>
              <a:gd name="connsiteX962" fmla="*/ 1492092 w 7467600"/>
              <a:gd name="connsiteY962" fmla="*/ 800424 h 6858000"/>
              <a:gd name="connsiteX963" fmla="*/ 1455302 w 7467600"/>
              <a:gd name="connsiteY963" fmla="*/ 632913 h 6858000"/>
              <a:gd name="connsiteX964" fmla="*/ 1222336 w 7467600"/>
              <a:gd name="connsiteY964" fmla="*/ 9480 h 6858000"/>
              <a:gd name="connsiteX965" fmla="*/ 1214634 w 7467600"/>
              <a:gd name="connsiteY965" fmla="*/ 0 h 6858000"/>
              <a:gd name="connsiteX966" fmla="*/ 1289827 w 7467600"/>
              <a:gd name="connsiteY966" fmla="*/ 0 h 6858000"/>
              <a:gd name="connsiteX967" fmla="*/ 1321076 w 7467600"/>
              <a:gd name="connsiteY967" fmla="*/ 59722 h 6858000"/>
              <a:gd name="connsiteX968" fmla="*/ 1512579 w 7467600"/>
              <a:gd name="connsiteY968" fmla="*/ 626441 h 6858000"/>
              <a:gd name="connsiteX969" fmla="*/ 1506076 w 7467600"/>
              <a:gd name="connsiteY969" fmla="*/ 1089289 h 6858000"/>
              <a:gd name="connsiteX970" fmla="*/ 1486346 w 7467600"/>
              <a:gd name="connsiteY970" fmla="*/ 1079919 h 6858000"/>
              <a:gd name="connsiteX971" fmla="*/ 1070511 w 7467600"/>
              <a:gd name="connsiteY971" fmla="*/ 48609 h 6858000"/>
              <a:gd name="connsiteX972" fmla="*/ 1057230 w 7467600"/>
              <a:gd name="connsiteY972" fmla="*/ 0 h 6858000"/>
              <a:gd name="connsiteX973" fmla="*/ 43151 w 7467600"/>
              <a:gd name="connsiteY973" fmla="*/ 0 h 6858000"/>
              <a:gd name="connsiteX974" fmla="*/ 95283 w 7467600"/>
              <a:gd name="connsiteY974" fmla="*/ 0 h 6858000"/>
              <a:gd name="connsiteX975" fmla="*/ 300708 w 7467600"/>
              <a:gd name="connsiteY975" fmla="*/ 154571 h 6858000"/>
              <a:gd name="connsiteX976" fmla="*/ 530414 w 7467600"/>
              <a:gd name="connsiteY976" fmla="*/ 354673 h 6858000"/>
              <a:gd name="connsiteX977" fmla="*/ 333785 w 7467600"/>
              <a:gd name="connsiteY977" fmla="*/ 161564 h 6858000"/>
              <a:gd name="connsiteX978" fmla="*/ 147005 w 7467600"/>
              <a:gd name="connsiteY978" fmla="*/ 0 h 6858000"/>
              <a:gd name="connsiteX979" fmla="*/ 272509 w 7467600"/>
              <a:gd name="connsiteY979" fmla="*/ 0 h 6858000"/>
              <a:gd name="connsiteX980" fmla="*/ 326276 w 7467600"/>
              <a:gd name="connsiteY980" fmla="*/ 45847 h 6858000"/>
              <a:gd name="connsiteX981" fmla="*/ 823759 w 7467600"/>
              <a:gd name="connsiteY981" fmla="*/ 574145 h 6858000"/>
              <a:gd name="connsiteX982" fmla="*/ 811254 w 7467600"/>
              <a:gd name="connsiteY982" fmla="*/ 665546 h 6858000"/>
              <a:gd name="connsiteX983" fmla="*/ 154042 w 7467600"/>
              <a:gd name="connsiteY983" fmla="*/ 261522 h 6858000"/>
              <a:gd name="connsiteX984" fmla="*/ 13550 w 7467600"/>
              <a:gd name="connsiteY984" fmla="*/ 158423 h 6858000"/>
              <a:gd name="connsiteX985" fmla="*/ 0 w 7467600"/>
              <a:gd name="connsiteY985" fmla="*/ 146618 h 6858000"/>
              <a:gd name="connsiteX986" fmla="*/ 0 w 7467600"/>
              <a:gd name="connsiteY986" fmla="*/ 59161 h 6858000"/>
              <a:gd name="connsiteX987" fmla="*/ 45427 w 7467600"/>
              <a:gd name="connsiteY987" fmla="*/ 101078 h 6858000"/>
              <a:gd name="connsiteX988" fmla="*/ 630103 w 7467600"/>
              <a:gd name="connsiteY988" fmla="*/ 485885 h 6858000"/>
              <a:gd name="connsiteX989" fmla="*/ 532040 w 7467600"/>
              <a:gd name="connsiteY989" fmla="*/ 399359 h 6858000"/>
              <a:gd name="connsiteX990" fmla="*/ 517618 w 7467600"/>
              <a:gd name="connsiteY990" fmla="*/ 385726 h 6858000"/>
              <a:gd name="connsiteX991" fmla="*/ 285074 w 7467600"/>
              <a:gd name="connsiteY991" fmla="*/ 182755 h 6858000"/>
              <a:gd name="connsiteX992" fmla="*/ 43151 w 7467600"/>
              <a:gd name="connsiteY99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1903353 w 7467600"/>
              <a:gd name="connsiteY136" fmla="*/ 5044827 h 6858000"/>
              <a:gd name="connsiteX137" fmla="*/ 1936931 w 7467600"/>
              <a:gd name="connsiteY137" fmla="*/ 5093954 h 6858000"/>
              <a:gd name="connsiteX138" fmla="*/ 2195868 w 7467600"/>
              <a:gd name="connsiteY138" fmla="*/ 5396574 h 6858000"/>
              <a:gd name="connsiteX139" fmla="*/ 2088852 w 7467600"/>
              <a:gd name="connsiteY139" fmla="*/ 5166123 h 6858000"/>
              <a:gd name="connsiteX140" fmla="*/ 1958241 w 7467600"/>
              <a:gd name="connsiteY140" fmla="*/ 5067955 h 6858000"/>
              <a:gd name="connsiteX141" fmla="*/ 1903353 w 7467600"/>
              <a:gd name="connsiteY141" fmla="*/ 5044827 h 6858000"/>
              <a:gd name="connsiteX142" fmla="*/ 1979378 w 7467600"/>
              <a:gd name="connsiteY142" fmla="*/ 4769504 h 6858000"/>
              <a:gd name="connsiteX143" fmla="*/ 2882120 w 7467600"/>
              <a:gd name="connsiteY143" fmla="*/ 5064547 h 6858000"/>
              <a:gd name="connsiteX144" fmla="*/ 2793103 w 7467600"/>
              <a:gd name="connsiteY144" fmla="*/ 5039699 h 6858000"/>
              <a:gd name="connsiteX145" fmla="*/ 2770041 w 7467600"/>
              <a:gd name="connsiteY145" fmla="*/ 5033634 h 6858000"/>
              <a:gd name="connsiteX146" fmla="*/ 1979378 w 7467600"/>
              <a:gd name="connsiteY146" fmla="*/ 4769504 h 6858000"/>
              <a:gd name="connsiteX147" fmla="*/ 1927410 w 7467600"/>
              <a:gd name="connsiteY147" fmla="*/ 4716164 h 6858000"/>
              <a:gd name="connsiteX148" fmla="*/ 1959587 w 7467600"/>
              <a:gd name="connsiteY148" fmla="*/ 4728849 h 6858000"/>
              <a:gd name="connsiteX149" fmla="*/ 2777707 w 7467600"/>
              <a:gd name="connsiteY149" fmla="*/ 5003991 h 6858000"/>
              <a:gd name="connsiteX150" fmla="*/ 2800768 w 7467600"/>
              <a:gd name="connsiteY150" fmla="*/ 5010056 h 6858000"/>
              <a:gd name="connsiteX151" fmla="*/ 2879408 w 7467600"/>
              <a:gd name="connsiteY151" fmla="*/ 5031590 h 6858000"/>
              <a:gd name="connsiteX152" fmla="*/ 2862295 w 7467600"/>
              <a:gd name="connsiteY152" fmla="*/ 5022958 h 6858000"/>
              <a:gd name="connsiteX153" fmla="*/ 2813343 w 7467600"/>
              <a:gd name="connsiteY153" fmla="*/ 4998369 h 6858000"/>
              <a:gd name="connsiteX154" fmla="*/ 2646245 w 7467600"/>
              <a:gd name="connsiteY154" fmla="*/ 4930999 h 6858000"/>
              <a:gd name="connsiteX155" fmla="*/ 1999243 w 7467600"/>
              <a:gd name="connsiteY155" fmla="*/ 4730524 h 6858000"/>
              <a:gd name="connsiteX156" fmla="*/ 1979527 w 7467600"/>
              <a:gd name="connsiteY156" fmla="*/ 4726651 h 6858000"/>
              <a:gd name="connsiteX157" fmla="*/ 1927410 w 7467600"/>
              <a:gd name="connsiteY157" fmla="*/ 4716164 h 6858000"/>
              <a:gd name="connsiteX158" fmla="*/ 1997014 w 7467600"/>
              <a:gd name="connsiteY158" fmla="*/ 4698007 h 6858000"/>
              <a:gd name="connsiteX159" fmla="*/ 2005458 w 7467600"/>
              <a:gd name="connsiteY159" fmla="*/ 4699540 h 6858000"/>
              <a:gd name="connsiteX160" fmla="*/ 2657186 w 7467600"/>
              <a:gd name="connsiteY160" fmla="*/ 4901687 h 6858000"/>
              <a:gd name="connsiteX161" fmla="*/ 2826662 w 7467600"/>
              <a:gd name="connsiteY161" fmla="*/ 4970362 h 6858000"/>
              <a:gd name="connsiteX162" fmla="*/ 2876100 w 7467600"/>
              <a:gd name="connsiteY162" fmla="*/ 4995397 h 6858000"/>
              <a:gd name="connsiteX163" fmla="*/ 3042600 w 7467600"/>
              <a:gd name="connsiteY163" fmla="*/ 5059532 h 6858000"/>
              <a:gd name="connsiteX164" fmla="*/ 1997014 w 7467600"/>
              <a:gd name="connsiteY164" fmla="*/ 4698007 h 6858000"/>
              <a:gd name="connsiteX165" fmla="*/ 2305292 w 7467600"/>
              <a:gd name="connsiteY165" fmla="*/ 4219492 h 6858000"/>
              <a:gd name="connsiteX166" fmla="*/ 3360922 w 7467600"/>
              <a:gd name="connsiteY166" fmla="*/ 4529373 h 6858000"/>
              <a:gd name="connsiteX167" fmla="*/ 3492420 w 7467600"/>
              <a:gd name="connsiteY167" fmla="*/ 4510145 h 6858000"/>
              <a:gd name="connsiteX168" fmla="*/ 3364086 w 7467600"/>
              <a:gd name="connsiteY168" fmla="*/ 4480340 h 6858000"/>
              <a:gd name="connsiteX169" fmla="*/ 3225818 w 7467600"/>
              <a:gd name="connsiteY169" fmla="*/ 4411822 h 6858000"/>
              <a:gd name="connsiteX170" fmla="*/ 3129696 w 7467600"/>
              <a:gd name="connsiteY170" fmla="*/ 4360704 h 6858000"/>
              <a:gd name="connsiteX171" fmla="*/ 2814545 w 7467600"/>
              <a:gd name="connsiteY171" fmla="*/ 4282955 h 6858000"/>
              <a:gd name="connsiteX172" fmla="*/ 2305292 w 7467600"/>
              <a:gd name="connsiteY172" fmla="*/ 4219492 h 6858000"/>
              <a:gd name="connsiteX173" fmla="*/ 2626982 w 7467600"/>
              <a:gd name="connsiteY173" fmla="*/ 4206450 h 6858000"/>
              <a:gd name="connsiteX174" fmla="*/ 2490617 w 7467600"/>
              <a:gd name="connsiteY174" fmla="*/ 4206951 h 6858000"/>
              <a:gd name="connsiteX175" fmla="*/ 2819869 w 7467600"/>
              <a:gd name="connsiteY175" fmla="*/ 4252936 h 6858000"/>
              <a:gd name="connsiteX176" fmla="*/ 3143018 w 7467600"/>
              <a:gd name="connsiteY176" fmla="*/ 4332698 h 6858000"/>
              <a:gd name="connsiteX177" fmla="*/ 3241520 w 7467600"/>
              <a:gd name="connsiteY177" fmla="*/ 4385112 h 6858000"/>
              <a:gd name="connsiteX178" fmla="*/ 3374575 w 7467600"/>
              <a:gd name="connsiteY178" fmla="*/ 4451517 h 6858000"/>
              <a:gd name="connsiteX179" fmla="*/ 3505221 w 7467600"/>
              <a:gd name="connsiteY179" fmla="*/ 4480757 h 6858000"/>
              <a:gd name="connsiteX180" fmla="*/ 2626982 w 7467600"/>
              <a:gd name="connsiteY180" fmla="*/ 4206450 h 6858000"/>
              <a:gd name="connsiteX181" fmla="*/ 1310106 w 7467600"/>
              <a:gd name="connsiteY181" fmla="*/ 3943217 h 6858000"/>
              <a:gd name="connsiteX182" fmla="*/ 854994 w 7467600"/>
              <a:gd name="connsiteY182" fmla="*/ 4399136 h 6858000"/>
              <a:gd name="connsiteX183" fmla="*/ 742462 w 7467600"/>
              <a:gd name="connsiteY183" fmla="*/ 4594648 h 6858000"/>
              <a:gd name="connsiteX184" fmla="*/ 820602 w 7467600"/>
              <a:gd name="connsiteY184" fmla="*/ 4485915 h 6858000"/>
              <a:gd name="connsiteX185" fmla="*/ 878295 w 7467600"/>
              <a:gd name="connsiteY185" fmla="*/ 4403594 h 6858000"/>
              <a:gd name="connsiteX186" fmla="*/ 1240607 w 7467600"/>
              <a:gd name="connsiteY186" fmla="*/ 4010401 h 6858000"/>
              <a:gd name="connsiteX187" fmla="*/ 1310106 w 7467600"/>
              <a:gd name="connsiteY187" fmla="*/ 3943217 h 6858000"/>
              <a:gd name="connsiteX188" fmla="*/ 1423113 w 7467600"/>
              <a:gd name="connsiteY188" fmla="*/ 3874565 h 6858000"/>
              <a:gd name="connsiteX189" fmla="*/ 1260565 w 7467600"/>
              <a:gd name="connsiteY189" fmla="*/ 4031982 h 6858000"/>
              <a:gd name="connsiteX190" fmla="*/ 901900 w 7467600"/>
              <a:gd name="connsiteY190" fmla="*/ 4421236 h 6858000"/>
              <a:gd name="connsiteX191" fmla="*/ 845044 w 7467600"/>
              <a:gd name="connsiteY191" fmla="*/ 4502436 h 6858000"/>
              <a:gd name="connsiteX192" fmla="*/ 685926 w 7467600"/>
              <a:gd name="connsiteY192" fmla="*/ 4703069 h 6858000"/>
              <a:gd name="connsiteX193" fmla="*/ 684248 w 7467600"/>
              <a:gd name="connsiteY193" fmla="*/ 4706721 h 6858000"/>
              <a:gd name="connsiteX194" fmla="*/ 1423113 w 7467600"/>
              <a:gd name="connsiteY194" fmla="*/ 3874565 h 6858000"/>
              <a:gd name="connsiteX195" fmla="*/ 3316479 w 7467600"/>
              <a:gd name="connsiteY195" fmla="*/ 3872136 h 6858000"/>
              <a:gd name="connsiteX196" fmla="*/ 3546806 w 7467600"/>
              <a:gd name="connsiteY196" fmla="*/ 4356139 h 6858000"/>
              <a:gd name="connsiteX197" fmla="*/ 3364433 w 7467600"/>
              <a:gd name="connsiteY197" fmla="*/ 3953121 h 6858000"/>
              <a:gd name="connsiteX198" fmla="*/ 3316479 w 7467600"/>
              <a:gd name="connsiteY198" fmla="*/ 3872136 h 6858000"/>
              <a:gd name="connsiteX199" fmla="*/ 3291335 w 7467600"/>
              <a:gd name="connsiteY199" fmla="*/ 3767420 h 6858000"/>
              <a:gd name="connsiteX200" fmla="*/ 3390805 w 7467600"/>
              <a:gd name="connsiteY200" fmla="*/ 3937163 h 6858000"/>
              <a:gd name="connsiteX201" fmla="*/ 3579062 w 7467600"/>
              <a:gd name="connsiteY201" fmla="*/ 4359040 h 6858000"/>
              <a:gd name="connsiteX202" fmla="*/ 3467355 w 7467600"/>
              <a:gd name="connsiteY202" fmla="*/ 3988130 h 6858000"/>
              <a:gd name="connsiteX203" fmla="*/ 3310753 w 7467600"/>
              <a:gd name="connsiteY203" fmla="*/ 3787140 h 6858000"/>
              <a:gd name="connsiteX204" fmla="*/ 3291335 w 7467600"/>
              <a:gd name="connsiteY204" fmla="*/ 3767420 h 6858000"/>
              <a:gd name="connsiteX205" fmla="*/ 1635889 w 7467600"/>
              <a:gd name="connsiteY205" fmla="*/ 3709494 h 6858000"/>
              <a:gd name="connsiteX206" fmla="*/ 1634800 w 7467600"/>
              <a:gd name="connsiteY206" fmla="*/ 3731111 h 6858000"/>
              <a:gd name="connsiteX207" fmla="*/ 1635889 w 7467600"/>
              <a:gd name="connsiteY207" fmla="*/ 3709494 h 6858000"/>
              <a:gd name="connsiteX208" fmla="*/ 1510397 w 7467600"/>
              <a:gd name="connsiteY208" fmla="*/ 3684705 h 6858000"/>
              <a:gd name="connsiteX209" fmla="*/ 1146550 w 7467600"/>
              <a:gd name="connsiteY209" fmla="*/ 3802012 h 6858000"/>
              <a:gd name="connsiteX210" fmla="*/ 698834 w 7467600"/>
              <a:gd name="connsiteY210" fmla="*/ 3952272 h 6858000"/>
              <a:gd name="connsiteX211" fmla="*/ 34256 w 7467600"/>
              <a:gd name="connsiteY211" fmla="*/ 4347603 h 6858000"/>
              <a:gd name="connsiteX212" fmla="*/ 527241 w 7467600"/>
              <a:gd name="connsiteY212" fmla="*/ 4065078 h 6858000"/>
              <a:gd name="connsiteX213" fmla="*/ 1510397 w 7467600"/>
              <a:gd name="connsiteY213" fmla="*/ 3684705 h 6858000"/>
              <a:gd name="connsiteX214" fmla="*/ 1313114 w 7467600"/>
              <a:gd name="connsiteY214" fmla="*/ 3655216 h 6858000"/>
              <a:gd name="connsiteX215" fmla="*/ 1109304 w 7467600"/>
              <a:gd name="connsiteY215" fmla="*/ 3669030 h 6858000"/>
              <a:gd name="connsiteX216" fmla="*/ 8129 w 7467600"/>
              <a:gd name="connsiteY216" fmla="*/ 4330519 h 6858000"/>
              <a:gd name="connsiteX217" fmla="*/ 687572 w 7467600"/>
              <a:gd name="connsiteY217" fmla="*/ 3925629 h 6858000"/>
              <a:gd name="connsiteX218" fmla="*/ 1138365 w 7467600"/>
              <a:gd name="connsiteY218" fmla="*/ 3774515 h 6858000"/>
              <a:gd name="connsiteX219" fmla="*/ 1505579 w 7467600"/>
              <a:gd name="connsiteY219" fmla="*/ 3655526 h 6858000"/>
              <a:gd name="connsiteX220" fmla="*/ 1313114 w 7467600"/>
              <a:gd name="connsiteY220" fmla="*/ 3655216 h 6858000"/>
              <a:gd name="connsiteX221" fmla="*/ 3655073 w 7467600"/>
              <a:gd name="connsiteY221" fmla="*/ 3650884 h 6858000"/>
              <a:gd name="connsiteX222" fmla="*/ 3989938 w 7467600"/>
              <a:gd name="connsiteY222" fmla="*/ 3991685 h 6858000"/>
              <a:gd name="connsiteX223" fmla="*/ 4393907 w 7467600"/>
              <a:gd name="connsiteY223" fmla="*/ 4261258 h 6858000"/>
              <a:gd name="connsiteX224" fmla="*/ 4648051 w 7467600"/>
              <a:gd name="connsiteY224" fmla="*/ 4374051 h 6858000"/>
              <a:gd name="connsiteX225" fmla="*/ 4383389 w 7467600"/>
              <a:gd name="connsiteY225" fmla="*/ 4184369 h 6858000"/>
              <a:gd name="connsiteX226" fmla="*/ 4165508 w 7467600"/>
              <a:gd name="connsiteY226" fmla="*/ 4035196 h 6858000"/>
              <a:gd name="connsiteX227" fmla="*/ 4068162 w 7467600"/>
              <a:gd name="connsiteY227" fmla="*/ 3953394 h 6858000"/>
              <a:gd name="connsiteX228" fmla="*/ 3981416 w 7467600"/>
              <a:gd name="connsiteY228" fmla="*/ 3880482 h 6858000"/>
              <a:gd name="connsiteX229" fmla="*/ 3800147 w 7467600"/>
              <a:gd name="connsiteY229" fmla="*/ 3749872 h 6858000"/>
              <a:gd name="connsiteX230" fmla="*/ 3655073 w 7467600"/>
              <a:gd name="connsiteY230" fmla="*/ 3650884 h 6858000"/>
              <a:gd name="connsiteX231" fmla="*/ 3670252 w 7467600"/>
              <a:gd name="connsiteY231" fmla="*/ 3622798 h 6858000"/>
              <a:gd name="connsiteX232" fmla="*/ 3817258 w 7467600"/>
              <a:gd name="connsiteY232" fmla="*/ 3723577 h 6858000"/>
              <a:gd name="connsiteX233" fmla="*/ 4000461 w 7467600"/>
              <a:gd name="connsiteY233" fmla="*/ 3855966 h 6858000"/>
              <a:gd name="connsiteX234" fmla="*/ 4088180 w 7467600"/>
              <a:gd name="connsiteY234" fmla="*/ 3929774 h 6858000"/>
              <a:gd name="connsiteX235" fmla="*/ 4184555 w 7467600"/>
              <a:gd name="connsiteY235" fmla="*/ 4010683 h 6858000"/>
              <a:gd name="connsiteX236" fmla="*/ 4399563 w 7467600"/>
              <a:gd name="connsiteY236" fmla="*/ 4158106 h 6858000"/>
              <a:gd name="connsiteX237" fmla="*/ 4684469 w 7467600"/>
              <a:gd name="connsiteY237" fmla="*/ 4364680 h 6858000"/>
              <a:gd name="connsiteX238" fmla="*/ 4690271 w 7467600"/>
              <a:gd name="connsiteY238" fmla="*/ 4370034 h 6858000"/>
              <a:gd name="connsiteX239" fmla="*/ 4136093 w 7467600"/>
              <a:gd name="connsiteY239" fmla="*/ 3858466 h 6858000"/>
              <a:gd name="connsiteX240" fmla="*/ 3670252 w 7467600"/>
              <a:gd name="connsiteY240" fmla="*/ 3622798 h 6858000"/>
              <a:gd name="connsiteX241" fmla="*/ 4440129 w 7467600"/>
              <a:gd name="connsiteY241" fmla="*/ 3448571 h 6858000"/>
              <a:gd name="connsiteX242" fmla="*/ 4856525 w 7467600"/>
              <a:gd name="connsiteY242" fmla="*/ 3915351 h 6858000"/>
              <a:gd name="connsiteX243" fmla="*/ 5059055 w 7467600"/>
              <a:gd name="connsiteY243" fmla="*/ 4108918 h 6858000"/>
              <a:gd name="connsiteX244" fmla="*/ 5290070 w 7467600"/>
              <a:gd name="connsiteY244" fmla="*/ 4263619 h 6858000"/>
              <a:gd name="connsiteX245" fmla="*/ 4834991 w 7467600"/>
              <a:gd name="connsiteY245" fmla="*/ 3830985 h 6858000"/>
              <a:gd name="connsiteX246" fmla="*/ 4440129 w 7467600"/>
              <a:gd name="connsiteY246" fmla="*/ 3448571 h 6858000"/>
              <a:gd name="connsiteX247" fmla="*/ 4441737 w 7467600"/>
              <a:gd name="connsiteY247" fmla="*/ 3399734 h 6858000"/>
              <a:gd name="connsiteX248" fmla="*/ 4431236 w 7467600"/>
              <a:gd name="connsiteY248" fmla="*/ 3400954 h 6858000"/>
              <a:gd name="connsiteX249" fmla="*/ 4557150 w 7467600"/>
              <a:gd name="connsiteY249" fmla="*/ 3510023 h 6858000"/>
              <a:gd name="connsiteX250" fmla="*/ 4856936 w 7467600"/>
              <a:gd name="connsiteY250" fmla="*/ 3809146 h 6858000"/>
              <a:gd name="connsiteX251" fmla="*/ 5111996 w 7467600"/>
              <a:gd name="connsiteY251" fmla="*/ 4065759 h 6858000"/>
              <a:gd name="connsiteX252" fmla="*/ 5388878 w 7467600"/>
              <a:gd name="connsiteY252" fmla="*/ 4300185 h 6858000"/>
              <a:gd name="connsiteX253" fmla="*/ 5425556 w 7467600"/>
              <a:gd name="connsiteY253" fmla="*/ 4308967 h 6858000"/>
              <a:gd name="connsiteX254" fmla="*/ 4943646 w 7467600"/>
              <a:gd name="connsiteY254" fmla="*/ 3822916 h 6858000"/>
              <a:gd name="connsiteX255" fmla="*/ 4594837 w 7467600"/>
              <a:gd name="connsiteY255" fmla="*/ 3532274 h 6858000"/>
              <a:gd name="connsiteX256" fmla="*/ 4441737 w 7467600"/>
              <a:gd name="connsiteY256" fmla="*/ 3399734 h 6858000"/>
              <a:gd name="connsiteX257" fmla="*/ 5425834 w 7467600"/>
              <a:gd name="connsiteY257" fmla="*/ 3162785 h 6858000"/>
              <a:gd name="connsiteX258" fmla="*/ 5401644 w 7467600"/>
              <a:gd name="connsiteY258" fmla="*/ 3617847 h 6858000"/>
              <a:gd name="connsiteX259" fmla="*/ 5467256 w 7467600"/>
              <a:gd name="connsiteY259" fmla="*/ 4175494 h 6858000"/>
              <a:gd name="connsiteX260" fmla="*/ 5448069 w 7467600"/>
              <a:gd name="connsiteY260" fmla="*/ 3567554 h 6858000"/>
              <a:gd name="connsiteX261" fmla="*/ 5425834 w 7467600"/>
              <a:gd name="connsiteY261" fmla="*/ 3162785 h 6858000"/>
              <a:gd name="connsiteX262" fmla="*/ 1318687 w 7467600"/>
              <a:gd name="connsiteY262" fmla="*/ 3113840 h 6858000"/>
              <a:gd name="connsiteX263" fmla="*/ 1066793 w 7467600"/>
              <a:gd name="connsiteY263" fmla="*/ 3212171 h 6858000"/>
              <a:gd name="connsiteX264" fmla="*/ 993319 w 7467600"/>
              <a:gd name="connsiteY264" fmla="*/ 3247648 h 6858000"/>
              <a:gd name="connsiteX265" fmla="*/ 853081 w 7467600"/>
              <a:gd name="connsiteY265" fmla="*/ 3312410 h 6858000"/>
              <a:gd name="connsiteX266" fmla="*/ 805957 w 7467600"/>
              <a:gd name="connsiteY266" fmla="*/ 3330443 h 6858000"/>
              <a:gd name="connsiteX267" fmla="*/ 1318687 w 7467600"/>
              <a:gd name="connsiteY267" fmla="*/ 3113840 h 6858000"/>
              <a:gd name="connsiteX268" fmla="*/ 5453702 w 7467600"/>
              <a:gd name="connsiteY268" fmla="*/ 3090882 h 6858000"/>
              <a:gd name="connsiteX269" fmla="*/ 5480135 w 7467600"/>
              <a:gd name="connsiteY269" fmla="*/ 3565802 h 6858000"/>
              <a:gd name="connsiteX270" fmla="*/ 5499023 w 7467600"/>
              <a:gd name="connsiteY270" fmla="*/ 4166310 h 6858000"/>
              <a:gd name="connsiteX271" fmla="*/ 5547022 w 7467600"/>
              <a:gd name="connsiteY271" fmla="*/ 3607838 h 6858000"/>
              <a:gd name="connsiteX272" fmla="*/ 5515964 w 7467600"/>
              <a:gd name="connsiteY272" fmla="*/ 3378541 h 6858000"/>
              <a:gd name="connsiteX273" fmla="*/ 5453702 w 7467600"/>
              <a:gd name="connsiteY273" fmla="*/ 3090882 h 6858000"/>
              <a:gd name="connsiteX274" fmla="*/ 1238695 w 7467600"/>
              <a:gd name="connsiteY274" fmla="*/ 3076820 h 6858000"/>
              <a:gd name="connsiteX275" fmla="*/ 716371 w 7467600"/>
              <a:gd name="connsiteY275" fmla="*/ 3293249 h 6858000"/>
              <a:gd name="connsiteX276" fmla="*/ 579522 w 7467600"/>
              <a:gd name="connsiteY276" fmla="*/ 3371759 h 6858000"/>
              <a:gd name="connsiteX277" fmla="*/ 600288 w 7467600"/>
              <a:gd name="connsiteY277" fmla="*/ 3365555 h 6858000"/>
              <a:gd name="connsiteX278" fmla="*/ 840692 w 7467600"/>
              <a:gd name="connsiteY278" fmla="*/ 3284921 h 6858000"/>
              <a:gd name="connsiteX279" fmla="*/ 979248 w 7467600"/>
              <a:gd name="connsiteY279" fmla="*/ 3221003 h 6858000"/>
              <a:gd name="connsiteX280" fmla="*/ 1053282 w 7467600"/>
              <a:gd name="connsiteY280" fmla="*/ 3185247 h 6858000"/>
              <a:gd name="connsiteX281" fmla="*/ 1320603 w 7467600"/>
              <a:gd name="connsiteY281" fmla="*/ 3081281 h 6858000"/>
              <a:gd name="connsiteX282" fmla="*/ 1238695 w 7467600"/>
              <a:gd name="connsiteY282" fmla="*/ 3076820 h 6858000"/>
              <a:gd name="connsiteX283" fmla="*/ 5425627 w 7467600"/>
              <a:gd name="connsiteY283" fmla="*/ 2954192 h 6858000"/>
              <a:gd name="connsiteX284" fmla="*/ 5470770 w 7467600"/>
              <a:gd name="connsiteY284" fmla="*/ 3005435 h 6858000"/>
              <a:gd name="connsiteX285" fmla="*/ 5519779 w 7467600"/>
              <a:gd name="connsiteY285" fmla="*/ 4359223 h 6858000"/>
              <a:gd name="connsiteX286" fmla="*/ 5520293 w 7467600"/>
              <a:gd name="connsiteY286" fmla="*/ 4360602 h 6858000"/>
              <a:gd name="connsiteX287" fmla="*/ 5767221 w 7467600"/>
              <a:gd name="connsiteY287" fmla="*/ 4665564 h 6858000"/>
              <a:gd name="connsiteX288" fmla="*/ 6937169 w 7467600"/>
              <a:gd name="connsiteY288" fmla="*/ 4815941 h 6858000"/>
              <a:gd name="connsiteX289" fmla="*/ 6953922 w 7467600"/>
              <a:gd name="connsiteY289" fmla="*/ 4890068 h 6858000"/>
              <a:gd name="connsiteX290" fmla="*/ 6071359 w 7467600"/>
              <a:gd name="connsiteY290" fmla="*/ 4770770 h 6858000"/>
              <a:gd name="connsiteX291" fmla="*/ 6038839 w 7467600"/>
              <a:gd name="connsiteY291" fmla="*/ 4764474 h 6858000"/>
              <a:gd name="connsiteX292" fmla="*/ 6038706 w 7467600"/>
              <a:gd name="connsiteY292" fmla="*/ 4763847 h 6858000"/>
              <a:gd name="connsiteX293" fmla="*/ 6037784 w 7467600"/>
              <a:gd name="connsiteY293" fmla="*/ 4764270 h 6858000"/>
              <a:gd name="connsiteX294" fmla="*/ 6038839 w 7467600"/>
              <a:gd name="connsiteY294" fmla="*/ 4764474 h 6858000"/>
              <a:gd name="connsiteX295" fmla="*/ 6040338 w 7467600"/>
              <a:gd name="connsiteY295" fmla="*/ 4771418 h 6858000"/>
              <a:gd name="connsiteX296" fmla="*/ 6024488 w 7467600"/>
              <a:gd name="connsiteY296" fmla="*/ 4809903 h 6858000"/>
              <a:gd name="connsiteX297" fmla="*/ 5599771 w 7467600"/>
              <a:gd name="connsiteY297" fmla="*/ 5509652 h 6858000"/>
              <a:gd name="connsiteX298" fmla="*/ 5548843 w 7467600"/>
              <a:gd name="connsiteY298" fmla="*/ 5563845 h 6858000"/>
              <a:gd name="connsiteX299" fmla="*/ 5940952 w 7467600"/>
              <a:gd name="connsiteY299" fmla="*/ 6250028 h 6858000"/>
              <a:gd name="connsiteX300" fmla="*/ 6043441 w 7467600"/>
              <a:gd name="connsiteY300" fmla="*/ 6665847 h 6858000"/>
              <a:gd name="connsiteX301" fmla="*/ 6093432 w 7467600"/>
              <a:gd name="connsiteY301" fmla="*/ 6858000 h 6858000"/>
              <a:gd name="connsiteX302" fmla="*/ 6034344 w 7467600"/>
              <a:gd name="connsiteY302" fmla="*/ 6858000 h 6858000"/>
              <a:gd name="connsiteX303" fmla="*/ 6026679 w 7467600"/>
              <a:gd name="connsiteY303" fmla="*/ 6836959 h 6858000"/>
              <a:gd name="connsiteX304" fmla="*/ 5800441 w 7467600"/>
              <a:gd name="connsiteY304" fmla="*/ 6335286 h 6858000"/>
              <a:gd name="connsiteX305" fmla="*/ 5526562 w 7467600"/>
              <a:gd name="connsiteY305" fmla="*/ 5705388 h 6858000"/>
              <a:gd name="connsiteX306" fmla="*/ 5519640 w 7467600"/>
              <a:gd name="connsiteY306" fmla="*/ 5683774 h 6858000"/>
              <a:gd name="connsiteX307" fmla="*/ 5844559 w 7467600"/>
              <a:gd name="connsiteY307" fmla="*/ 6553349 h 6858000"/>
              <a:gd name="connsiteX308" fmla="*/ 5975994 w 7467600"/>
              <a:gd name="connsiteY308" fmla="*/ 6858000 h 6858000"/>
              <a:gd name="connsiteX309" fmla="*/ 5898547 w 7467600"/>
              <a:gd name="connsiteY309" fmla="*/ 6858000 h 6858000"/>
              <a:gd name="connsiteX310" fmla="*/ 5682041 w 7467600"/>
              <a:gd name="connsiteY310" fmla="*/ 6355860 h 6858000"/>
              <a:gd name="connsiteX311" fmla="*/ 5461758 w 7467600"/>
              <a:gd name="connsiteY311" fmla="*/ 5820220 h 6858000"/>
              <a:gd name="connsiteX312" fmla="*/ 5237282 w 7467600"/>
              <a:gd name="connsiteY312" fmla="*/ 6579086 h 6858000"/>
              <a:gd name="connsiteX313" fmla="*/ 5115009 w 7467600"/>
              <a:gd name="connsiteY313" fmla="*/ 6858000 h 6858000"/>
              <a:gd name="connsiteX314" fmla="*/ 5028074 w 7467600"/>
              <a:gd name="connsiteY314" fmla="*/ 6858000 h 6858000"/>
              <a:gd name="connsiteX315" fmla="*/ 5079508 w 7467600"/>
              <a:gd name="connsiteY315" fmla="*/ 6749074 h 6858000"/>
              <a:gd name="connsiteX316" fmla="*/ 5371846 w 7467600"/>
              <a:gd name="connsiteY316" fmla="*/ 5924413 h 6858000"/>
              <a:gd name="connsiteX317" fmla="*/ 5270512 w 7467600"/>
              <a:gd name="connsiteY317" fmla="*/ 6138975 h 6858000"/>
              <a:gd name="connsiteX318" fmla="*/ 5062409 w 7467600"/>
              <a:gd name="connsiteY318" fmla="*/ 6653544 h 6858000"/>
              <a:gd name="connsiteX319" fmla="*/ 5036628 w 7467600"/>
              <a:gd name="connsiteY319" fmla="*/ 6754247 h 6858000"/>
              <a:gd name="connsiteX320" fmla="*/ 5009112 w 7467600"/>
              <a:gd name="connsiteY320" fmla="*/ 6858000 h 6858000"/>
              <a:gd name="connsiteX321" fmla="*/ 4976679 w 7467600"/>
              <a:gd name="connsiteY321" fmla="*/ 6858000 h 6858000"/>
              <a:gd name="connsiteX322" fmla="*/ 5006537 w 7467600"/>
              <a:gd name="connsiteY322" fmla="*/ 6747068 h 6858000"/>
              <a:gd name="connsiteX323" fmla="*/ 5032723 w 7467600"/>
              <a:gd name="connsiteY323" fmla="*/ 6644957 h 6858000"/>
              <a:gd name="connsiteX324" fmla="*/ 5242949 w 7467600"/>
              <a:gd name="connsiteY324" fmla="*/ 6125175 h 6858000"/>
              <a:gd name="connsiteX325" fmla="*/ 5286321 w 7467600"/>
              <a:gd name="connsiteY325" fmla="*/ 6033555 h 6858000"/>
              <a:gd name="connsiteX326" fmla="*/ 5008210 w 7467600"/>
              <a:gd name="connsiteY326" fmla="*/ 6649194 h 6858000"/>
              <a:gd name="connsiteX327" fmla="*/ 4986321 w 7467600"/>
              <a:gd name="connsiteY327" fmla="*/ 6765687 h 6858000"/>
              <a:gd name="connsiteX328" fmla="*/ 4973474 w 7467600"/>
              <a:gd name="connsiteY328" fmla="*/ 6858000 h 6858000"/>
              <a:gd name="connsiteX329" fmla="*/ 4907178 w 7467600"/>
              <a:gd name="connsiteY329" fmla="*/ 6858000 h 6858000"/>
              <a:gd name="connsiteX330" fmla="*/ 4910810 w 7467600"/>
              <a:gd name="connsiteY330" fmla="*/ 6829660 h 6858000"/>
              <a:gd name="connsiteX331" fmla="*/ 4987461 w 7467600"/>
              <a:gd name="connsiteY331" fmla="*/ 6432994 h 6858000"/>
              <a:gd name="connsiteX332" fmla="*/ 5179262 w 7467600"/>
              <a:gd name="connsiteY332" fmla="*/ 6035044 h 6858000"/>
              <a:gd name="connsiteX333" fmla="*/ 4689678 w 7467600"/>
              <a:gd name="connsiteY333" fmla="*/ 6440241 h 6858000"/>
              <a:gd name="connsiteX334" fmla="*/ 4477543 w 7467600"/>
              <a:gd name="connsiteY334" fmla="*/ 6674836 h 6858000"/>
              <a:gd name="connsiteX335" fmla="*/ 4329957 w 7467600"/>
              <a:gd name="connsiteY335" fmla="*/ 6858000 h 6858000"/>
              <a:gd name="connsiteX336" fmla="*/ 4218595 w 7467600"/>
              <a:gd name="connsiteY336" fmla="*/ 6858000 h 6858000"/>
              <a:gd name="connsiteX337" fmla="*/ 4368888 w 7467600"/>
              <a:gd name="connsiteY337" fmla="*/ 6668412 h 6858000"/>
              <a:gd name="connsiteX338" fmla="*/ 4563091 w 7467600"/>
              <a:gd name="connsiteY338" fmla="*/ 6442508 h 6858000"/>
              <a:gd name="connsiteX339" fmla="*/ 5387324 w 7467600"/>
              <a:gd name="connsiteY339" fmla="*/ 5705830 h 6858000"/>
              <a:gd name="connsiteX340" fmla="*/ 5073620 w 7467600"/>
              <a:gd name="connsiteY340" fmla="*/ 5955437 h 6858000"/>
              <a:gd name="connsiteX341" fmla="*/ 4689789 w 7467600"/>
              <a:gd name="connsiteY341" fmla="*/ 6268382 h 6858000"/>
              <a:gd name="connsiteX342" fmla="*/ 4418722 w 7467600"/>
              <a:gd name="connsiteY342" fmla="*/ 6570886 h 6858000"/>
              <a:gd name="connsiteX343" fmla="*/ 4214944 w 7467600"/>
              <a:gd name="connsiteY343" fmla="*/ 6858000 h 6858000"/>
              <a:gd name="connsiteX344" fmla="*/ 4177898 w 7467600"/>
              <a:gd name="connsiteY344" fmla="*/ 6858000 h 6858000"/>
              <a:gd name="connsiteX345" fmla="*/ 4391597 w 7467600"/>
              <a:gd name="connsiteY345" fmla="*/ 6556370 h 6858000"/>
              <a:gd name="connsiteX346" fmla="*/ 4668889 w 7467600"/>
              <a:gd name="connsiteY346" fmla="*/ 6246399 h 6858000"/>
              <a:gd name="connsiteX347" fmla="*/ 5055427 w 7467600"/>
              <a:gd name="connsiteY347" fmla="*/ 5931476 h 6858000"/>
              <a:gd name="connsiteX348" fmla="*/ 5371814 w 7467600"/>
              <a:gd name="connsiteY348" fmla="*/ 5678975 h 6858000"/>
              <a:gd name="connsiteX349" fmla="*/ 4987918 w 7467600"/>
              <a:gd name="connsiteY349" fmla="*/ 5838701 h 6858000"/>
              <a:gd name="connsiteX350" fmla="*/ 4317146 w 7467600"/>
              <a:gd name="connsiteY350" fmla="*/ 6587716 h 6858000"/>
              <a:gd name="connsiteX351" fmla="*/ 4171627 w 7467600"/>
              <a:gd name="connsiteY351" fmla="*/ 6858000 h 6858000"/>
              <a:gd name="connsiteX352" fmla="*/ 4081585 w 7467600"/>
              <a:gd name="connsiteY352" fmla="*/ 6858000 h 6858000"/>
              <a:gd name="connsiteX353" fmla="*/ 4238603 w 7467600"/>
              <a:gd name="connsiteY353" fmla="*/ 6559341 h 6858000"/>
              <a:gd name="connsiteX354" fmla="*/ 4778333 w 7467600"/>
              <a:gd name="connsiteY354" fmla="*/ 5873626 h 6858000"/>
              <a:gd name="connsiteX355" fmla="*/ 5414185 w 7467600"/>
              <a:gd name="connsiteY355" fmla="*/ 5573882 h 6858000"/>
              <a:gd name="connsiteX356" fmla="*/ 5959648 w 7467600"/>
              <a:gd name="connsiteY356" fmla="*/ 4760797 h 6858000"/>
              <a:gd name="connsiteX357" fmla="*/ 5355019 w 7467600"/>
              <a:gd name="connsiteY357" fmla="*/ 4734672 h 6858000"/>
              <a:gd name="connsiteX358" fmla="*/ 5083565 w 7467600"/>
              <a:gd name="connsiteY358" fmla="*/ 5179121 h 6858000"/>
              <a:gd name="connsiteX359" fmla="*/ 4713577 w 7467600"/>
              <a:gd name="connsiteY359" fmla="*/ 5616803 h 6858000"/>
              <a:gd name="connsiteX360" fmla="*/ 3989559 w 7467600"/>
              <a:gd name="connsiteY360" fmla="*/ 6145945 h 6858000"/>
              <a:gd name="connsiteX361" fmla="*/ 3939824 w 7467600"/>
              <a:gd name="connsiteY361" fmla="*/ 6066900 h 6858000"/>
              <a:gd name="connsiteX362" fmla="*/ 4584537 w 7467600"/>
              <a:gd name="connsiteY362" fmla="*/ 5324826 h 6858000"/>
              <a:gd name="connsiteX363" fmla="*/ 5037105 w 7467600"/>
              <a:gd name="connsiteY363" fmla="*/ 5088765 h 6858000"/>
              <a:gd name="connsiteX364" fmla="*/ 5039930 w 7467600"/>
              <a:gd name="connsiteY364" fmla="*/ 5089585 h 6858000"/>
              <a:gd name="connsiteX365" fmla="*/ 5263764 w 7467600"/>
              <a:gd name="connsiteY365" fmla="*/ 4735525 h 6858000"/>
              <a:gd name="connsiteX366" fmla="*/ 4086300 w 7467600"/>
              <a:gd name="connsiteY366" fmla="*/ 4884599 h 6858000"/>
              <a:gd name="connsiteX367" fmla="*/ 4085485 w 7467600"/>
              <a:gd name="connsiteY367" fmla="*/ 4899070 h 6858000"/>
              <a:gd name="connsiteX368" fmla="*/ 3871915 w 7467600"/>
              <a:gd name="connsiteY368" fmla="*/ 5253645 h 6858000"/>
              <a:gd name="connsiteX369" fmla="*/ 3799374 w 7467600"/>
              <a:gd name="connsiteY369" fmla="*/ 5466127 h 6858000"/>
              <a:gd name="connsiteX370" fmla="*/ 3498850 w 7467600"/>
              <a:gd name="connsiteY370" fmla="*/ 6661888 h 6858000"/>
              <a:gd name="connsiteX371" fmla="*/ 3399216 w 7467600"/>
              <a:gd name="connsiteY371" fmla="*/ 6858000 h 6858000"/>
              <a:gd name="connsiteX372" fmla="*/ 3303688 w 7467600"/>
              <a:gd name="connsiteY372" fmla="*/ 6858000 h 6858000"/>
              <a:gd name="connsiteX373" fmla="*/ 3391774 w 7467600"/>
              <a:gd name="connsiteY373" fmla="*/ 6697181 h 6858000"/>
              <a:gd name="connsiteX374" fmla="*/ 3735540 w 7467600"/>
              <a:gd name="connsiteY374" fmla="*/ 5546923 h 6858000"/>
              <a:gd name="connsiteX375" fmla="*/ 3729438 w 7467600"/>
              <a:gd name="connsiteY375" fmla="*/ 5569058 h 6858000"/>
              <a:gd name="connsiteX376" fmla="*/ 3707782 w 7467600"/>
              <a:gd name="connsiteY376" fmla="*/ 5644908 h 6858000"/>
              <a:gd name="connsiteX377" fmla="*/ 3583827 w 7467600"/>
              <a:gd name="connsiteY377" fmla="*/ 6039215 h 6858000"/>
              <a:gd name="connsiteX378" fmla="*/ 3547861 w 7467600"/>
              <a:gd name="connsiteY378" fmla="*/ 6129609 h 6858000"/>
              <a:gd name="connsiteX379" fmla="*/ 3490905 w 7467600"/>
              <a:gd name="connsiteY379" fmla="*/ 6277660 h 6858000"/>
              <a:gd name="connsiteX380" fmla="*/ 3455859 w 7467600"/>
              <a:gd name="connsiteY380" fmla="*/ 6391301 h 6858000"/>
              <a:gd name="connsiteX381" fmla="*/ 3429112 w 7467600"/>
              <a:gd name="connsiteY381" fmla="*/ 6479469 h 6858000"/>
              <a:gd name="connsiteX382" fmla="*/ 3304862 w 7467600"/>
              <a:gd name="connsiteY382" fmla="*/ 6796476 h 6858000"/>
              <a:gd name="connsiteX383" fmla="*/ 3276071 w 7467600"/>
              <a:gd name="connsiteY383" fmla="*/ 6858000 h 6858000"/>
              <a:gd name="connsiteX384" fmla="*/ 3240805 w 7467600"/>
              <a:gd name="connsiteY384" fmla="*/ 6858000 h 6858000"/>
              <a:gd name="connsiteX385" fmla="*/ 3275917 w 7467600"/>
              <a:gd name="connsiteY385" fmla="*/ 6783192 h 6858000"/>
              <a:gd name="connsiteX386" fmla="*/ 3399358 w 7467600"/>
              <a:gd name="connsiteY386" fmla="*/ 6469011 h 6858000"/>
              <a:gd name="connsiteX387" fmla="*/ 3425650 w 7467600"/>
              <a:gd name="connsiteY387" fmla="*/ 6381333 h 6858000"/>
              <a:gd name="connsiteX388" fmla="*/ 3460661 w 7467600"/>
              <a:gd name="connsiteY388" fmla="*/ 6266763 h 6858000"/>
              <a:gd name="connsiteX389" fmla="*/ 3518021 w 7467600"/>
              <a:gd name="connsiteY389" fmla="*/ 6117298 h 6858000"/>
              <a:gd name="connsiteX390" fmla="*/ 3554035 w 7467600"/>
              <a:gd name="connsiteY390" fmla="*/ 6027832 h 6858000"/>
              <a:gd name="connsiteX391" fmla="*/ 3677174 w 7467600"/>
              <a:gd name="connsiteY391" fmla="*/ 5636351 h 6858000"/>
              <a:gd name="connsiteX392" fmla="*/ 3698819 w 7467600"/>
              <a:gd name="connsiteY392" fmla="*/ 5560503 h 6858000"/>
              <a:gd name="connsiteX393" fmla="*/ 3702094 w 7467600"/>
              <a:gd name="connsiteY393" fmla="*/ 5549194 h 6858000"/>
              <a:gd name="connsiteX394" fmla="*/ 3398355 w 7467600"/>
              <a:gd name="connsiteY394" fmla="*/ 6094603 h 6858000"/>
              <a:gd name="connsiteX395" fmla="*/ 3193941 w 7467600"/>
              <a:gd name="connsiteY395" fmla="*/ 6798775 h 6858000"/>
              <a:gd name="connsiteX396" fmla="*/ 3184140 w 7467600"/>
              <a:gd name="connsiteY396" fmla="*/ 6858000 h 6858000"/>
              <a:gd name="connsiteX397" fmla="*/ 3099978 w 7467600"/>
              <a:gd name="connsiteY397" fmla="*/ 6858000 h 6858000"/>
              <a:gd name="connsiteX398" fmla="*/ 3101556 w 7467600"/>
              <a:gd name="connsiteY398" fmla="*/ 6843337 h 6858000"/>
              <a:gd name="connsiteX399" fmla="*/ 3370162 w 7467600"/>
              <a:gd name="connsiteY399" fmla="*/ 5785550 h 6858000"/>
              <a:gd name="connsiteX400" fmla="*/ 3746477 w 7467600"/>
              <a:gd name="connsiteY400" fmla="*/ 5377889 h 6858000"/>
              <a:gd name="connsiteX401" fmla="*/ 3863399 w 7467600"/>
              <a:gd name="connsiteY401" fmla="*/ 5087257 h 6858000"/>
              <a:gd name="connsiteX402" fmla="*/ 3968712 w 7467600"/>
              <a:gd name="connsiteY402" fmla="*/ 4913989 h 6858000"/>
              <a:gd name="connsiteX403" fmla="*/ 2792390 w 7467600"/>
              <a:gd name="connsiteY403" fmla="*/ 5382974 h 6858000"/>
              <a:gd name="connsiteX404" fmla="*/ 2714982 w 7467600"/>
              <a:gd name="connsiteY404" fmla="*/ 5427051 h 6858000"/>
              <a:gd name="connsiteX405" fmla="*/ 2813361 w 7467600"/>
              <a:gd name="connsiteY405" fmla="*/ 6023912 h 6858000"/>
              <a:gd name="connsiteX406" fmla="*/ 2688430 w 7467600"/>
              <a:gd name="connsiteY406" fmla="*/ 6801564 h 6858000"/>
              <a:gd name="connsiteX407" fmla="*/ 2629626 w 7467600"/>
              <a:gd name="connsiteY407" fmla="*/ 6763394 h 6858000"/>
              <a:gd name="connsiteX408" fmla="*/ 2565328 w 7467600"/>
              <a:gd name="connsiteY408" fmla="*/ 5516399 h 6858000"/>
              <a:gd name="connsiteX409" fmla="*/ 1922999 w 7467600"/>
              <a:gd name="connsiteY409" fmla="*/ 5980343 h 6858000"/>
              <a:gd name="connsiteX410" fmla="*/ 1950261 w 7467600"/>
              <a:gd name="connsiteY410" fmla="*/ 6405858 h 6858000"/>
              <a:gd name="connsiteX411" fmla="*/ 2365554 w 7467600"/>
              <a:gd name="connsiteY411" fmla="*/ 6759107 h 6858000"/>
              <a:gd name="connsiteX412" fmla="*/ 2424142 w 7467600"/>
              <a:gd name="connsiteY412" fmla="*/ 6858000 h 6858000"/>
              <a:gd name="connsiteX413" fmla="*/ 2395994 w 7467600"/>
              <a:gd name="connsiteY413" fmla="*/ 6858000 h 6858000"/>
              <a:gd name="connsiteX414" fmla="*/ 2392863 w 7467600"/>
              <a:gd name="connsiteY414" fmla="*/ 6852964 h 6858000"/>
              <a:gd name="connsiteX415" fmla="*/ 2017589 w 7467600"/>
              <a:gd name="connsiteY415" fmla="*/ 6493982 h 6858000"/>
              <a:gd name="connsiteX416" fmla="*/ 2147336 w 7467600"/>
              <a:gd name="connsiteY416" fmla="*/ 6594052 h 6858000"/>
              <a:gd name="connsiteX417" fmla="*/ 2207047 w 7467600"/>
              <a:gd name="connsiteY417" fmla="*/ 6654540 h 6858000"/>
              <a:gd name="connsiteX418" fmla="*/ 2299106 w 7467600"/>
              <a:gd name="connsiteY418" fmla="*/ 6778931 h 6858000"/>
              <a:gd name="connsiteX419" fmla="*/ 2314430 w 7467600"/>
              <a:gd name="connsiteY419" fmla="*/ 6801144 h 6858000"/>
              <a:gd name="connsiteX420" fmla="*/ 2352406 w 7467600"/>
              <a:gd name="connsiteY420" fmla="*/ 6858000 h 6858000"/>
              <a:gd name="connsiteX421" fmla="*/ 2314492 w 7467600"/>
              <a:gd name="connsiteY421" fmla="*/ 6858000 h 6858000"/>
              <a:gd name="connsiteX422" fmla="*/ 2288095 w 7467600"/>
              <a:gd name="connsiteY422" fmla="*/ 6818030 h 6858000"/>
              <a:gd name="connsiteX423" fmla="*/ 2272768 w 7467600"/>
              <a:gd name="connsiteY423" fmla="*/ 6795822 h 6858000"/>
              <a:gd name="connsiteX424" fmla="*/ 2182715 w 7467600"/>
              <a:gd name="connsiteY424" fmla="*/ 6675071 h 6858000"/>
              <a:gd name="connsiteX425" fmla="*/ 2032061 w 7467600"/>
              <a:gd name="connsiteY425" fmla="*/ 6541380 h 6858000"/>
              <a:gd name="connsiteX426" fmla="*/ 2257220 w 7467600"/>
              <a:gd name="connsiteY426" fmla="*/ 6826257 h 6858000"/>
              <a:gd name="connsiteX427" fmla="*/ 2281324 w 7467600"/>
              <a:gd name="connsiteY427" fmla="*/ 6858000 h 6858000"/>
              <a:gd name="connsiteX428" fmla="*/ 2242860 w 7467600"/>
              <a:gd name="connsiteY428" fmla="*/ 6858000 h 6858000"/>
              <a:gd name="connsiteX429" fmla="*/ 2232818 w 7467600"/>
              <a:gd name="connsiteY429" fmla="*/ 6844926 h 6858000"/>
              <a:gd name="connsiteX430" fmla="*/ 1990172 w 7467600"/>
              <a:gd name="connsiteY430" fmla="*/ 6542121 h 6858000"/>
              <a:gd name="connsiteX431" fmla="*/ 2124090 w 7467600"/>
              <a:gd name="connsiteY431" fmla="*/ 6761017 h 6858000"/>
              <a:gd name="connsiteX432" fmla="*/ 2200380 w 7467600"/>
              <a:gd name="connsiteY432" fmla="*/ 6858000 h 6858000"/>
              <a:gd name="connsiteX433" fmla="*/ 2147507 w 7467600"/>
              <a:gd name="connsiteY433" fmla="*/ 6858000 h 6858000"/>
              <a:gd name="connsiteX434" fmla="*/ 2070668 w 7467600"/>
              <a:gd name="connsiteY434" fmla="*/ 6761520 h 6858000"/>
              <a:gd name="connsiteX435" fmla="*/ 1975142 w 7467600"/>
              <a:gd name="connsiteY435" fmla="*/ 6585570 h 6858000"/>
              <a:gd name="connsiteX436" fmla="*/ 2050035 w 7467600"/>
              <a:gd name="connsiteY436" fmla="*/ 6813345 h 6858000"/>
              <a:gd name="connsiteX437" fmla="*/ 2063025 w 7467600"/>
              <a:gd name="connsiteY437" fmla="*/ 6858000 h 6858000"/>
              <a:gd name="connsiteX438" fmla="*/ 2021675 w 7467600"/>
              <a:gd name="connsiteY438" fmla="*/ 6858000 h 6858000"/>
              <a:gd name="connsiteX439" fmla="*/ 2019308 w 7467600"/>
              <a:gd name="connsiteY439" fmla="*/ 6847118 h 6858000"/>
              <a:gd name="connsiteX440" fmla="*/ 1938835 w 7467600"/>
              <a:gd name="connsiteY440" fmla="*/ 6551160 h 6858000"/>
              <a:gd name="connsiteX441" fmla="*/ 1953230 w 7467600"/>
              <a:gd name="connsiteY441" fmla="*/ 6759699 h 6858000"/>
              <a:gd name="connsiteX442" fmla="*/ 1956763 w 7467600"/>
              <a:gd name="connsiteY442" fmla="*/ 6778191 h 6858000"/>
              <a:gd name="connsiteX443" fmla="*/ 1967925 w 7467600"/>
              <a:gd name="connsiteY443" fmla="*/ 6858000 h 6858000"/>
              <a:gd name="connsiteX444" fmla="*/ 1936622 w 7467600"/>
              <a:gd name="connsiteY444" fmla="*/ 6858000 h 6858000"/>
              <a:gd name="connsiteX445" fmla="*/ 1926261 w 7467600"/>
              <a:gd name="connsiteY445" fmla="*/ 6784064 h 6858000"/>
              <a:gd name="connsiteX446" fmla="*/ 1922724 w 7467600"/>
              <a:gd name="connsiteY446" fmla="*/ 6765577 h 6858000"/>
              <a:gd name="connsiteX447" fmla="*/ 1904650 w 7467600"/>
              <a:gd name="connsiteY447" fmla="*/ 6639616 h 6858000"/>
              <a:gd name="connsiteX448" fmla="*/ 1885273 w 7467600"/>
              <a:gd name="connsiteY448" fmla="*/ 6858000 h 6858000"/>
              <a:gd name="connsiteX449" fmla="*/ 1854363 w 7467600"/>
              <a:gd name="connsiteY449" fmla="*/ 6858000 h 6858000"/>
              <a:gd name="connsiteX450" fmla="*/ 1880391 w 7467600"/>
              <a:gd name="connsiteY450" fmla="*/ 6603796 h 6858000"/>
              <a:gd name="connsiteX451" fmla="*/ 1818273 w 7467600"/>
              <a:gd name="connsiteY451" fmla="*/ 6715729 h 6858000"/>
              <a:gd name="connsiteX452" fmla="*/ 1794691 w 7467600"/>
              <a:gd name="connsiteY452" fmla="*/ 6843239 h 6858000"/>
              <a:gd name="connsiteX453" fmla="*/ 1794914 w 7467600"/>
              <a:gd name="connsiteY453" fmla="*/ 6858000 h 6858000"/>
              <a:gd name="connsiteX454" fmla="*/ 1746128 w 7467600"/>
              <a:gd name="connsiteY454" fmla="*/ 6858000 h 6858000"/>
              <a:gd name="connsiteX455" fmla="*/ 1753934 w 7467600"/>
              <a:gd name="connsiteY455" fmla="*/ 6724796 h 6858000"/>
              <a:gd name="connsiteX456" fmla="*/ 1792053 w 7467600"/>
              <a:gd name="connsiteY456" fmla="*/ 6572396 h 6858000"/>
              <a:gd name="connsiteX457" fmla="*/ 1862248 w 7467600"/>
              <a:gd name="connsiteY457" fmla="*/ 6266397 h 6858000"/>
              <a:gd name="connsiteX458" fmla="*/ 1862250 w 7467600"/>
              <a:gd name="connsiteY458" fmla="*/ 6033531 h 6858000"/>
              <a:gd name="connsiteX459" fmla="*/ 1211999 w 7467600"/>
              <a:gd name="connsiteY459" fmla="*/ 6683610 h 6858000"/>
              <a:gd name="connsiteX460" fmla="*/ 1213266 w 7467600"/>
              <a:gd name="connsiteY460" fmla="*/ 6691947 h 6858000"/>
              <a:gd name="connsiteX461" fmla="*/ 1203370 w 7467600"/>
              <a:gd name="connsiteY461" fmla="*/ 6850676 h 6858000"/>
              <a:gd name="connsiteX462" fmla="*/ 1203671 w 7467600"/>
              <a:gd name="connsiteY462" fmla="*/ 6858000 h 6858000"/>
              <a:gd name="connsiteX463" fmla="*/ 1143180 w 7467600"/>
              <a:gd name="connsiteY463" fmla="*/ 6858000 h 6858000"/>
              <a:gd name="connsiteX464" fmla="*/ 1142176 w 7467600"/>
              <a:gd name="connsiteY464" fmla="*/ 6766045 h 6858000"/>
              <a:gd name="connsiteX465" fmla="*/ 1067484 w 7467600"/>
              <a:gd name="connsiteY465" fmla="*/ 6858000 h 6858000"/>
              <a:gd name="connsiteX466" fmla="*/ 953928 w 7467600"/>
              <a:gd name="connsiteY466" fmla="*/ 6858000 h 6858000"/>
              <a:gd name="connsiteX467" fmla="*/ 959715 w 7467600"/>
              <a:gd name="connsiteY467" fmla="*/ 6850185 h 6858000"/>
              <a:gd name="connsiteX468" fmla="*/ 1483788 w 7467600"/>
              <a:gd name="connsiteY468" fmla="*/ 6259174 h 6858000"/>
              <a:gd name="connsiteX469" fmla="*/ 1100671 w 7467600"/>
              <a:gd name="connsiteY469" fmla="*/ 6252137 h 6858000"/>
              <a:gd name="connsiteX470" fmla="*/ 1090144 w 7467600"/>
              <a:gd name="connsiteY470" fmla="*/ 6256748 h 6858000"/>
              <a:gd name="connsiteX471" fmla="*/ 1095872 w 7467600"/>
              <a:gd name="connsiteY471" fmla="*/ 6271892 h 6858000"/>
              <a:gd name="connsiteX472" fmla="*/ 262785 w 7467600"/>
              <a:gd name="connsiteY472" fmla="*/ 6845450 h 6858000"/>
              <a:gd name="connsiteX473" fmla="*/ 209968 w 7467600"/>
              <a:gd name="connsiteY473" fmla="*/ 6770713 h 6858000"/>
              <a:gd name="connsiteX474" fmla="*/ 873460 w 7467600"/>
              <a:gd name="connsiteY474" fmla="*/ 6253768 h 6858000"/>
              <a:gd name="connsiteX475" fmla="*/ 192686 w 7467600"/>
              <a:gd name="connsiteY475" fmla="*/ 5849257 h 6858000"/>
              <a:gd name="connsiteX476" fmla="*/ 4696 w 7467600"/>
              <a:gd name="connsiteY476" fmla="*/ 5697668 h 6858000"/>
              <a:gd name="connsiteX477" fmla="*/ 0 w 7467600"/>
              <a:gd name="connsiteY477" fmla="*/ 5689984 h 6858000"/>
              <a:gd name="connsiteX478" fmla="*/ 0 w 7467600"/>
              <a:gd name="connsiteY478" fmla="*/ 5513472 h 6858000"/>
              <a:gd name="connsiteX479" fmla="*/ 174101 w 7467600"/>
              <a:gd name="connsiteY479" fmla="*/ 5620277 h 6858000"/>
              <a:gd name="connsiteX480" fmla="*/ 891800 w 7467600"/>
              <a:gd name="connsiteY480" fmla="*/ 6036935 h 6858000"/>
              <a:gd name="connsiteX481" fmla="*/ 1072219 w 7467600"/>
              <a:gd name="connsiteY481" fmla="*/ 6169443 h 6858000"/>
              <a:gd name="connsiteX482" fmla="*/ 1074117 w 7467600"/>
              <a:gd name="connsiteY482" fmla="*/ 6170301 h 6858000"/>
              <a:gd name="connsiteX483" fmla="*/ 1083114 w 7467600"/>
              <a:gd name="connsiteY483" fmla="*/ 6174131 h 6858000"/>
              <a:gd name="connsiteX484" fmla="*/ 1543010 w 7467600"/>
              <a:gd name="connsiteY484" fmla="*/ 6191140 h 6858000"/>
              <a:gd name="connsiteX485" fmla="*/ 1551080 w 7467600"/>
              <a:gd name="connsiteY485" fmla="*/ 6195006 h 6858000"/>
              <a:gd name="connsiteX486" fmla="*/ 2345443 w 7467600"/>
              <a:gd name="connsiteY486" fmla="*/ 5549882 h 6858000"/>
              <a:gd name="connsiteX487" fmla="*/ 1721499 w 7467600"/>
              <a:gd name="connsiteY487" fmla="*/ 5599969 h 6858000"/>
              <a:gd name="connsiteX488" fmla="*/ 767716 w 7467600"/>
              <a:gd name="connsiteY488" fmla="*/ 5472768 h 6858000"/>
              <a:gd name="connsiteX489" fmla="*/ 722147 w 7467600"/>
              <a:gd name="connsiteY489" fmla="*/ 5393091 h 6858000"/>
              <a:gd name="connsiteX490" fmla="*/ 1485552 w 7467600"/>
              <a:gd name="connsiteY490" fmla="*/ 5313202 h 6858000"/>
              <a:gd name="connsiteX491" fmla="*/ 2143004 w 7467600"/>
              <a:gd name="connsiteY491" fmla="*/ 5402420 h 6858000"/>
              <a:gd name="connsiteX492" fmla="*/ 1933391 w 7467600"/>
              <a:gd name="connsiteY492" fmla="*/ 5156971 h 6858000"/>
              <a:gd name="connsiteX493" fmla="*/ 1827118 w 7467600"/>
              <a:gd name="connsiteY493" fmla="*/ 4968410 h 6858000"/>
              <a:gd name="connsiteX494" fmla="*/ 1837349 w 7467600"/>
              <a:gd name="connsiteY494" fmla="*/ 4956357 h 6858000"/>
              <a:gd name="connsiteX495" fmla="*/ 2162835 w 7467600"/>
              <a:gd name="connsiteY495" fmla="*/ 5187853 h 6858000"/>
              <a:gd name="connsiteX496" fmla="*/ 2257167 w 7467600"/>
              <a:gd name="connsiteY496" fmla="*/ 5462123 h 6858000"/>
              <a:gd name="connsiteX497" fmla="*/ 2261598 w 7467600"/>
              <a:gd name="connsiteY497" fmla="*/ 5467998 h 6858000"/>
              <a:gd name="connsiteX498" fmla="*/ 2437177 w 7467600"/>
              <a:gd name="connsiteY498" fmla="*/ 5479608 h 6858000"/>
              <a:gd name="connsiteX499" fmla="*/ 2445247 w 7467600"/>
              <a:gd name="connsiteY499" fmla="*/ 5483476 h 6858000"/>
              <a:gd name="connsiteX500" fmla="*/ 2743626 w 7467600"/>
              <a:gd name="connsiteY500" fmla="*/ 5304819 h 6858000"/>
              <a:gd name="connsiteX501" fmla="*/ 3048102 w 7467600"/>
              <a:gd name="connsiteY501" fmla="*/ 5150595 h 6858000"/>
              <a:gd name="connsiteX502" fmla="*/ 1799414 w 7467600"/>
              <a:gd name="connsiteY502" fmla="*/ 4694732 h 6858000"/>
              <a:gd name="connsiteX503" fmla="*/ 1771735 w 7467600"/>
              <a:gd name="connsiteY503" fmla="*/ 4619929 h 6858000"/>
              <a:gd name="connsiteX504" fmla="*/ 3104273 w 7467600"/>
              <a:gd name="connsiteY504" fmla="*/ 5076159 h 6858000"/>
              <a:gd name="connsiteX505" fmla="*/ 3113245 w 7467600"/>
              <a:gd name="connsiteY505" fmla="*/ 5090705 h 6858000"/>
              <a:gd name="connsiteX506" fmla="*/ 3126294 w 7467600"/>
              <a:gd name="connsiteY506" fmla="*/ 5114400 h 6858000"/>
              <a:gd name="connsiteX507" fmla="*/ 3937433 w 7467600"/>
              <a:gd name="connsiteY507" fmla="*/ 4830473 h 6858000"/>
              <a:gd name="connsiteX508" fmla="*/ 3590475 w 7467600"/>
              <a:gd name="connsiteY508" fmla="*/ 4597974 h 6858000"/>
              <a:gd name="connsiteX509" fmla="*/ 3100264 w 7467600"/>
              <a:gd name="connsiteY509" fmla="*/ 4579845 h 6858000"/>
              <a:gd name="connsiteX510" fmla="*/ 2183576 w 7467600"/>
              <a:gd name="connsiteY510" fmla="*/ 4227150 h 6858000"/>
              <a:gd name="connsiteX511" fmla="*/ 2151029 w 7467600"/>
              <a:gd name="connsiteY511" fmla="*/ 4146947 h 6858000"/>
              <a:gd name="connsiteX512" fmla="*/ 3563434 w 7467600"/>
              <a:gd name="connsiteY512" fmla="*/ 4469115 h 6858000"/>
              <a:gd name="connsiteX513" fmla="*/ 3177952 w 7467600"/>
              <a:gd name="connsiteY513" fmla="*/ 3657386 h 6858000"/>
              <a:gd name="connsiteX514" fmla="*/ 3189263 w 7467600"/>
              <a:gd name="connsiteY514" fmla="*/ 3625726 h 6858000"/>
              <a:gd name="connsiteX515" fmla="*/ 3560912 w 7467600"/>
              <a:gd name="connsiteY515" fmla="*/ 4079863 h 6858000"/>
              <a:gd name="connsiteX516" fmla="*/ 3626636 w 7467600"/>
              <a:gd name="connsiteY516" fmla="*/ 4512230 h 6858000"/>
              <a:gd name="connsiteX517" fmla="*/ 3653088 w 7467600"/>
              <a:gd name="connsiteY517" fmla="*/ 4521417 h 6858000"/>
              <a:gd name="connsiteX518" fmla="*/ 3988128 w 7467600"/>
              <a:gd name="connsiteY518" fmla="*/ 4817267 h 6858000"/>
              <a:gd name="connsiteX519" fmla="*/ 4830582 w 7467600"/>
              <a:gd name="connsiteY519" fmla="*/ 4676000 h 6858000"/>
              <a:gd name="connsiteX520" fmla="*/ 4830100 w 7467600"/>
              <a:gd name="connsiteY520" fmla="*/ 4675554 h 6858000"/>
              <a:gd name="connsiteX521" fmla="*/ 4036318 w 7467600"/>
              <a:gd name="connsiteY521" fmla="*/ 4147013 h 6858000"/>
              <a:gd name="connsiteX522" fmla="*/ 3432098 w 7467600"/>
              <a:gd name="connsiteY522" fmla="*/ 3537312 h 6858000"/>
              <a:gd name="connsiteX523" fmla="*/ 3446761 w 7467600"/>
              <a:gd name="connsiteY523" fmla="*/ 3461278 h 6858000"/>
              <a:gd name="connsiteX524" fmla="*/ 4419733 w 7467600"/>
              <a:gd name="connsiteY524" fmla="*/ 3963555 h 6858000"/>
              <a:gd name="connsiteX525" fmla="*/ 4781371 w 7467600"/>
              <a:gd name="connsiteY525" fmla="*/ 4458604 h 6858000"/>
              <a:gd name="connsiteX526" fmla="*/ 4780440 w 7467600"/>
              <a:gd name="connsiteY526" fmla="*/ 4470290 h 6858000"/>
              <a:gd name="connsiteX527" fmla="*/ 4898954 w 7467600"/>
              <a:gd name="connsiteY527" fmla="*/ 4662092 h 6858000"/>
              <a:gd name="connsiteX528" fmla="*/ 4900699 w 7467600"/>
              <a:gd name="connsiteY528" fmla="*/ 4670867 h 6858000"/>
              <a:gd name="connsiteX529" fmla="*/ 5714511 w 7467600"/>
              <a:gd name="connsiteY529" fmla="*/ 4663483 h 6858000"/>
              <a:gd name="connsiteX530" fmla="*/ 5464793 w 7467600"/>
              <a:gd name="connsiteY530" fmla="*/ 4393556 h 6858000"/>
              <a:gd name="connsiteX531" fmla="*/ 5461897 w 7467600"/>
              <a:gd name="connsiteY531" fmla="*/ 4390879 h 6858000"/>
              <a:gd name="connsiteX532" fmla="*/ 4294126 w 7467600"/>
              <a:gd name="connsiteY532" fmla="*/ 3303048 h 6858000"/>
              <a:gd name="connsiteX533" fmla="*/ 4305321 w 7467600"/>
              <a:gd name="connsiteY533" fmla="*/ 3256953 h 6858000"/>
              <a:gd name="connsiteX534" fmla="*/ 4949299 w 7467600"/>
              <a:gd name="connsiteY534" fmla="*/ 3766336 h 6858000"/>
              <a:gd name="connsiteX535" fmla="*/ 5291452 w 7467600"/>
              <a:gd name="connsiteY535" fmla="*/ 4076801 h 6858000"/>
              <a:gd name="connsiteX536" fmla="*/ 5434998 w 7467600"/>
              <a:gd name="connsiteY536" fmla="*/ 4254100 h 6858000"/>
              <a:gd name="connsiteX537" fmla="*/ 5351015 w 7467600"/>
              <a:gd name="connsiteY537" fmla="*/ 3760989 h 6858000"/>
              <a:gd name="connsiteX538" fmla="*/ 5413780 w 7467600"/>
              <a:gd name="connsiteY538" fmla="*/ 2966265 h 6858000"/>
              <a:gd name="connsiteX539" fmla="*/ 5425627 w 7467600"/>
              <a:gd name="connsiteY539" fmla="*/ 2954192 h 6858000"/>
              <a:gd name="connsiteX540" fmla="*/ 6604735 w 7467600"/>
              <a:gd name="connsiteY540" fmla="*/ 2041381 h 6858000"/>
              <a:gd name="connsiteX541" fmla="*/ 7204487 w 7467600"/>
              <a:gd name="connsiteY541" fmla="*/ 2742112 h 6858000"/>
              <a:gd name="connsiteX542" fmla="*/ 7131592 w 7467600"/>
              <a:gd name="connsiteY542" fmla="*/ 2672096 h 6858000"/>
              <a:gd name="connsiteX543" fmla="*/ 6996344 w 7467600"/>
              <a:gd name="connsiteY543" fmla="*/ 2518310 h 6858000"/>
              <a:gd name="connsiteX544" fmla="*/ 6735495 w 7467600"/>
              <a:gd name="connsiteY544" fmla="*/ 2196890 h 6858000"/>
              <a:gd name="connsiteX545" fmla="*/ 6721901 w 7467600"/>
              <a:gd name="connsiteY545" fmla="*/ 2179274 h 6858000"/>
              <a:gd name="connsiteX546" fmla="*/ 6604735 w 7467600"/>
              <a:gd name="connsiteY546" fmla="*/ 2041381 h 6858000"/>
              <a:gd name="connsiteX547" fmla="*/ 6591670 w 7467600"/>
              <a:gd name="connsiteY547" fmla="*/ 1988277 h 6858000"/>
              <a:gd name="connsiteX548" fmla="*/ 6747349 w 7467600"/>
              <a:gd name="connsiteY548" fmla="*/ 2160069 h 6858000"/>
              <a:gd name="connsiteX549" fmla="*/ 6760943 w 7467600"/>
              <a:gd name="connsiteY549" fmla="*/ 2177686 h 6858000"/>
              <a:gd name="connsiteX550" fmla="*/ 7021065 w 7467600"/>
              <a:gd name="connsiteY550" fmla="*/ 2498102 h 6858000"/>
              <a:gd name="connsiteX551" fmla="*/ 7155223 w 7467600"/>
              <a:gd name="connsiteY551" fmla="*/ 2650386 h 6858000"/>
              <a:gd name="connsiteX552" fmla="*/ 7203167 w 7467600"/>
              <a:gd name="connsiteY552" fmla="*/ 2697288 h 6858000"/>
              <a:gd name="connsiteX553" fmla="*/ 6937703 w 7467600"/>
              <a:gd name="connsiteY553" fmla="*/ 2321981 h 6858000"/>
              <a:gd name="connsiteX554" fmla="*/ 6591670 w 7467600"/>
              <a:gd name="connsiteY554" fmla="*/ 1988277 h 6858000"/>
              <a:gd name="connsiteX555" fmla="*/ 5798671 w 7467600"/>
              <a:gd name="connsiteY555" fmla="*/ 1981601 h 6858000"/>
              <a:gd name="connsiteX556" fmla="*/ 5754709 w 7467600"/>
              <a:gd name="connsiteY556" fmla="*/ 2071454 h 6858000"/>
              <a:gd name="connsiteX557" fmla="*/ 5763044 w 7467600"/>
              <a:gd name="connsiteY557" fmla="*/ 2842206 h 6858000"/>
              <a:gd name="connsiteX558" fmla="*/ 5764974 w 7467600"/>
              <a:gd name="connsiteY558" fmla="*/ 2799609 h 6858000"/>
              <a:gd name="connsiteX559" fmla="*/ 5767665 w 7467600"/>
              <a:gd name="connsiteY559" fmla="*/ 2666409 h 6858000"/>
              <a:gd name="connsiteX560" fmla="*/ 5763055 w 7467600"/>
              <a:gd name="connsiteY560" fmla="*/ 2579705 h 6858000"/>
              <a:gd name="connsiteX561" fmla="*/ 5758079 w 7467600"/>
              <a:gd name="connsiteY561" fmla="*/ 2492508 h 6858000"/>
              <a:gd name="connsiteX562" fmla="*/ 5779325 w 7467600"/>
              <a:gd name="connsiteY562" fmla="*/ 2197069 h 6858000"/>
              <a:gd name="connsiteX563" fmla="*/ 5798671 w 7467600"/>
              <a:gd name="connsiteY563" fmla="*/ 1981601 h 6858000"/>
              <a:gd name="connsiteX564" fmla="*/ 5829202 w 7467600"/>
              <a:gd name="connsiteY564" fmla="*/ 1971679 h 6858000"/>
              <a:gd name="connsiteX565" fmla="*/ 5809558 w 7467600"/>
              <a:gd name="connsiteY565" fmla="*/ 2198043 h 6858000"/>
              <a:gd name="connsiteX566" fmla="*/ 5788653 w 7467600"/>
              <a:gd name="connsiteY566" fmla="*/ 2489430 h 6858000"/>
              <a:gd name="connsiteX567" fmla="*/ 5793439 w 7467600"/>
              <a:gd name="connsiteY567" fmla="*/ 2575235 h 6858000"/>
              <a:gd name="connsiteX568" fmla="*/ 5796837 w 7467600"/>
              <a:gd name="connsiteY568" fmla="*/ 2637633 h 6858000"/>
              <a:gd name="connsiteX569" fmla="*/ 5818614 w 7467600"/>
              <a:gd name="connsiteY569" fmla="*/ 2473055 h 6858000"/>
              <a:gd name="connsiteX570" fmla="*/ 5829202 w 7467600"/>
              <a:gd name="connsiteY570" fmla="*/ 1971679 h 6858000"/>
              <a:gd name="connsiteX571" fmla="*/ 5911389 w 7467600"/>
              <a:gd name="connsiteY571" fmla="*/ 1898371 h 6858000"/>
              <a:gd name="connsiteX572" fmla="*/ 6237627 w 7467600"/>
              <a:gd name="connsiteY572" fmla="*/ 2231921 h 6858000"/>
              <a:gd name="connsiteX573" fmla="*/ 5911389 w 7467600"/>
              <a:gd name="connsiteY573" fmla="*/ 1898371 h 6858000"/>
              <a:gd name="connsiteX574" fmla="*/ 6944437 w 7467600"/>
              <a:gd name="connsiteY574" fmla="*/ 1575402 h 6858000"/>
              <a:gd name="connsiteX575" fmla="*/ 6304730 w 7467600"/>
              <a:gd name="connsiteY575" fmla="*/ 1766654 h 6858000"/>
              <a:gd name="connsiteX576" fmla="*/ 6944437 w 7467600"/>
              <a:gd name="connsiteY576" fmla="*/ 1575402 h 6858000"/>
              <a:gd name="connsiteX577" fmla="*/ 7019523 w 7467600"/>
              <a:gd name="connsiteY577" fmla="*/ 1519450 h 6858000"/>
              <a:gd name="connsiteX578" fmla="*/ 6298091 w 7467600"/>
              <a:gd name="connsiteY578" fmla="*/ 1737122 h 6858000"/>
              <a:gd name="connsiteX579" fmla="*/ 7019523 w 7467600"/>
              <a:gd name="connsiteY579" fmla="*/ 1519450 h 6858000"/>
              <a:gd name="connsiteX580" fmla="*/ 2399523 w 7467600"/>
              <a:gd name="connsiteY580" fmla="*/ 1428234 h 6858000"/>
              <a:gd name="connsiteX581" fmla="*/ 2224982 w 7467600"/>
              <a:gd name="connsiteY581" fmla="*/ 1826201 h 6858000"/>
              <a:gd name="connsiteX582" fmla="*/ 2096099 w 7467600"/>
              <a:gd name="connsiteY582" fmla="*/ 2345900 h 6858000"/>
              <a:gd name="connsiteX583" fmla="*/ 2283317 w 7467600"/>
              <a:gd name="connsiteY583" fmla="*/ 1796925 h 6858000"/>
              <a:gd name="connsiteX584" fmla="*/ 2399523 w 7467600"/>
              <a:gd name="connsiteY584" fmla="*/ 1428234 h 6858000"/>
              <a:gd name="connsiteX585" fmla="*/ 2448558 w 7467600"/>
              <a:gd name="connsiteY585" fmla="*/ 1373435 h 6858000"/>
              <a:gd name="connsiteX586" fmla="*/ 2312521 w 7467600"/>
              <a:gd name="connsiteY586" fmla="*/ 1806140 h 6858000"/>
              <a:gd name="connsiteX587" fmla="*/ 2127533 w 7467600"/>
              <a:gd name="connsiteY587" fmla="*/ 2348380 h 6858000"/>
              <a:gd name="connsiteX588" fmla="*/ 2358080 w 7467600"/>
              <a:gd name="connsiteY588" fmla="*/ 1866134 h 6858000"/>
              <a:gd name="connsiteX589" fmla="*/ 2407436 w 7467600"/>
              <a:gd name="connsiteY589" fmla="*/ 1651070 h 6858000"/>
              <a:gd name="connsiteX590" fmla="*/ 2448558 w 7467600"/>
              <a:gd name="connsiteY590" fmla="*/ 1373435 h 6858000"/>
              <a:gd name="connsiteX591" fmla="*/ 278707 w 7467600"/>
              <a:gd name="connsiteY591" fmla="*/ 1352270 h 6858000"/>
              <a:gd name="connsiteX592" fmla="*/ 321570 w 7467600"/>
              <a:gd name="connsiteY592" fmla="*/ 1861610 h 6858000"/>
              <a:gd name="connsiteX593" fmla="*/ 294281 w 7467600"/>
              <a:gd name="connsiteY593" fmla="*/ 1440658 h 6858000"/>
              <a:gd name="connsiteX594" fmla="*/ 278707 w 7467600"/>
              <a:gd name="connsiteY594" fmla="*/ 1352270 h 6858000"/>
              <a:gd name="connsiteX595" fmla="*/ 1423821 w 7467600"/>
              <a:gd name="connsiteY595" fmla="*/ 1351958 h 6858000"/>
              <a:gd name="connsiteX596" fmla="*/ 1638521 w 7467600"/>
              <a:gd name="connsiteY596" fmla="*/ 1908470 h 6858000"/>
              <a:gd name="connsiteX597" fmla="*/ 1754199 w 7467600"/>
              <a:gd name="connsiteY597" fmla="*/ 2149284 h 6858000"/>
              <a:gd name="connsiteX598" fmla="*/ 1908359 w 7467600"/>
              <a:gd name="connsiteY598" fmla="*/ 2364988 h 6858000"/>
              <a:gd name="connsiteX599" fmla="*/ 1647661 w 7467600"/>
              <a:gd name="connsiteY599" fmla="*/ 1825945 h 6858000"/>
              <a:gd name="connsiteX600" fmla="*/ 1423821 w 7467600"/>
              <a:gd name="connsiteY600" fmla="*/ 1351958 h 6858000"/>
              <a:gd name="connsiteX601" fmla="*/ 1431890 w 7467600"/>
              <a:gd name="connsiteY601" fmla="*/ 1306475 h 6858000"/>
              <a:gd name="connsiteX602" fmla="*/ 1507597 w 7467600"/>
              <a:gd name="connsiteY602" fmla="*/ 1446132 h 6858000"/>
              <a:gd name="connsiteX603" fmla="*/ 1674586 w 7467600"/>
              <a:gd name="connsiteY603" fmla="*/ 1813832 h 6858000"/>
              <a:gd name="connsiteX604" fmla="*/ 1815950 w 7467600"/>
              <a:gd name="connsiteY604" fmla="*/ 2128564 h 6858000"/>
              <a:gd name="connsiteX605" fmla="*/ 1984242 w 7467600"/>
              <a:gd name="connsiteY605" fmla="*/ 2430829 h 6858000"/>
              <a:gd name="connsiteX606" fmla="*/ 2014023 w 7467600"/>
              <a:gd name="connsiteY606" fmla="*/ 2450995 h 6858000"/>
              <a:gd name="connsiteX607" fmla="*/ 1747337 w 7467600"/>
              <a:gd name="connsiteY607" fmla="*/ 1855264 h 6858000"/>
              <a:gd name="connsiteX608" fmla="*/ 1533749 w 7467600"/>
              <a:gd name="connsiteY608" fmla="*/ 1478656 h 6858000"/>
              <a:gd name="connsiteX609" fmla="*/ 1431890 w 7467600"/>
              <a:gd name="connsiteY609" fmla="*/ 1306475 h 6858000"/>
              <a:gd name="connsiteX610" fmla="*/ 5052692 w 7467600"/>
              <a:gd name="connsiteY610" fmla="*/ 1292994 h 6858000"/>
              <a:gd name="connsiteX611" fmla="*/ 5200661 w 7467600"/>
              <a:gd name="connsiteY611" fmla="*/ 1635186 h 6858000"/>
              <a:gd name="connsiteX612" fmla="*/ 5297138 w 7467600"/>
              <a:gd name="connsiteY612" fmla="*/ 1906351 h 6858000"/>
              <a:gd name="connsiteX613" fmla="*/ 5052692 w 7467600"/>
              <a:gd name="connsiteY613" fmla="*/ 1292994 h 6858000"/>
              <a:gd name="connsiteX614" fmla="*/ 5009948 w 7467600"/>
              <a:gd name="connsiteY614" fmla="*/ 1273619 h 6858000"/>
              <a:gd name="connsiteX615" fmla="*/ 5121777 w 7467600"/>
              <a:gd name="connsiteY615" fmla="*/ 1654213 h 6858000"/>
              <a:gd name="connsiteX616" fmla="*/ 5293545 w 7467600"/>
              <a:gd name="connsiteY616" fmla="*/ 2072247 h 6858000"/>
              <a:gd name="connsiteX617" fmla="*/ 5294042 w 7467600"/>
              <a:gd name="connsiteY617" fmla="*/ 2065019 h 6858000"/>
              <a:gd name="connsiteX618" fmla="*/ 5171936 w 7467600"/>
              <a:gd name="connsiteY618" fmla="*/ 1647613 h 6858000"/>
              <a:gd name="connsiteX619" fmla="*/ 5009948 w 7467600"/>
              <a:gd name="connsiteY619" fmla="*/ 1273619 h 6858000"/>
              <a:gd name="connsiteX620" fmla="*/ 655236 w 7467600"/>
              <a:gd name="connsiteY620" fmla="*/ 1268632 h 6858000"/>
              <a:gd name="connsiteX621" fmla="*/ 839521 w 7467600"/>
              <a:gd name="connsiteY621" fmla="*/ 1685315 h 6858000"/>
              <a:gd name="connsiteX622" fmla="*/ 1109416 w 7467600"/>
              <a:gd name="connsiteY622" fmla="*/ 2061663 h 6858000"/>
              <a:gd name="connsiteX623" fmla="*/ 1298300 w 7467600"/>
              <a:gd name="connsiteY623" fmla="*/ 2247742 h 6858000"/>
              <a:gd name="connsiteX624" fmla="*/ 1125871 w 7467600"/>
              <a:gd name="connsiteY624" fmla="*/ 1989513 h 6858000"/>
              <a:gd name="connsiteX625" fmla="*/ 981574 w 7467600"/>
              <a:gd name="connsiteY625" fmla="*/ 1783157 h 6858000"/>
              <a:gd name="connsiteX626" fmla="*/ 922198 w 7467600"/>
              <a:gd name="connsiteY626" fmla="*/ 1677437 h 6858000"/>
              <a:gd name="connsiteX627" fmla="*/ 869293 w 7467600"/>
              <a:gd name="connsiteY627" fmla="*/ 1583214 h 6858000"/>
              <a:gd name="connsiteX628" fmla="*/ 751431 w 7467600"/>
              <a:gd name="connsiteY628" fmla="*/ 1405731 h 6858000"/>
              <a:gd name="connsiteX629" fmla="*/ 655236 w 7467600"/>
              <a:gd name="connsiteY629" fmla="*/ 1268632 h 6858000"/>
              <a:gd name="connsiteX630" fmla="*/ 6516292 w 7467600"/>
              <a:gd name="connsiteY630" fmla="*/ 1263064 h 6858000"/>
              <a:gd name="connsiteX631" fmla="*/ 5736320 w 7467600"/>
              <a:gd name="connsiteY631" fmla="*/ 1501803 h 6858000"/>
              <a:gd name="connsiteX632" fmla="*/ 6516292 w 7467600"/>
              <a:gd name="connsiteY632" fmla="*/ 1263064 h 6858000"/>
              <a:gd name="connsiteX633" fmla="*/ 291466 w 7467600"/>
              <a:gd name="connsiteY633" fmla="*/ 1250369 h 6858000"/>
              <a:gd name="connsiteX634" fmla="*/ 323180 w 7467600"/>
              <a:gd name="connsiteY634" fmla="*/ 1435283 h 6858000"/>
              <a:gd name="connsiteX635" fmla="*/ 349381 w 7467600"/>
              <a:gd name="connsiteY635" fmla="*/ 1875041 h 6858000"/>
              <a:gd name="connsiteX636" fmla="*/ 374363 w 7467600"/>
              <a:gd name="connsiteY636" fmla="*/ 1506494 h 6858000"/>
              <a:gd name="connsiteX637" fmla="*/ 302168 w 7467600"/>
              <a:gd name="connsiteY637" fmla="*/ 1274495 h 6858000"/>
              <a:gd name="connsiteX638" fmla="*/ 291466 w 7467600"/>
              <a:gd name="connsiteY638" fmla="*/ 1250369 h 6858000"/>
              <a:gd name="connsiteX639" fmla="*/ 678222 w 7467600"/>
              <a:gd name="connsiteY639" fmla="*/ 1248670 h 6858000"/>
              <a:gd name="connsiteX640" fmla="*/ 775536 w 7467600"/>
              <a:gd name="connsiteY640" fmla="*/ 1388015 h 6858000"/>
              <a:gd name="connsiteX641" fmla="*/ 894529 w 7467600"/>
              <a:gd name="connsiteY641" fmla="*/ 1567739 h 6858000"/>
              <a:gd name="connsiteX642" fmla="*/ 948000 w 7467600"/>
              <a:gd name="connsiteY642" fmla="*/ 1663088 h 6858000"/>
              <a:gd name="connsiteX643" fmla="*/ 1006812 w 7467600"/>
              <a:gd name="connsiteY643" fmla="*/ 1767683 h 6858000"/>
              <a:gd name="connsiteX644" fmla="*/ 1149133 w 7467600"/>
              <a:gd name="connsiteY644" fmla="*/ 1971513 h 6858000"/>
              <a:gd name="connsiteX645" fmla="*/ 1333952 w 7467600"/>
              <a:gd name="connsiteY645" fmla="*/ 2251620 h 6858000"/>
              <a:gd name="connsiteX646" fmla="*/ 1337329 w 7467600"/>
              <a:gd name="connsiteY646" fmla="*/ 2258350 h 6858000"/>
              <a:gd name="connsiteX647" fmla="*/ 1014726 w 7467600"/>
              <a:gd name="connsiteY647" fmla="*/ 1615556 h 6858000"/>
              <a:gd name="connsiteX648" fmla="*/ 678222 w 7467600"/>
              <a:gd name="connsiteY648" fmla="*/ 1248670 h 6858000"/>
              <a:gd name="connsiteX649" fmla="*/ 6691602 w 7467600"/>
              <a:gd name="connsiteY649" fmla="*/ 1140573 h 6858000"/>
              <a:gd name="connsiteX650" fmla="*/ 6571100 w 7467600"/>
              <a:gd name="connsiteY650" fmla="*/ 1183662 h 6858000"/>
              <a:gd name="connsiteX651" fmla="*/ 6241687 w 7467600"/>
              <a:gd name="connsiteY651" fmla="*/ 1257600 h 6858000"/>
              <a:gd name="connsiteX652" fmla="*/ 5693009 w 7467600"/>
              <a:gd name="connsiteY652" fmla="*/ 1478256 h 6858000"/>
              <a:gd name="connsiteX653" fmla="*/ 6548420 w 7467600"/>
              <a:gd name="connsiteY653" fmla="*/ 1214599 h 6858000"/>
              <a:gd name="connsiteX654" fmla="*/ 6605473 w 7467600"/>
              <a:gd name="connsiteY654" fmla="*/ 1184686 h 6858000"/>
              <a:gd name="connsiteX655" fmla="*/ 6691602 w 7467600"/>
              <a:gd name="connsiteY655" fmla="*/ 1140573 h 6858000"/>
              <a:gd name="connsiteX656" fmla="*/ 4002475 w 7467600"/>
              <a:gd name="connsiteY656" fmla="*/ 1037802 h 6858000"/>
              <a:gd name="connsiteX657" fmla="*/ 4000324 w 7467600"/>
              <a:gd name="connsiteY657" fmla="*/ 1039362 h 6858000"/>
              <a:gd name="connsiteX658" fmla="*/ 4002862 w 7467600"/>
              <a:gd name="connsiteY658" fmla="*/ 1042866 h 6858000"/>
              <a:gd name="connsiteX659" fmla="*/ 4002475 w 7467600"/>
              <a:gd name="connsiteY659" fmla="*/ 1037802 h 6858000"/>
              <a:gd name="connsiteX660" fmla="*/ 506322 w 7467600"/>
              <a:gd name="connsiteY660" fmla="*/ 1020997 h 6858000"/>
              <a:gd name="connsiteX661" fmla="*/ 533068 w 7467600"/>
              <a:gd name="connsiteY661" fmla="*/ 1029409 h 6858000"/>
              <a:gd name="connsiteX662" fmla="*/ 1232525 w 7467600"/>
              <a:gd name="connsiteY662" fmla="*/ 1804675 h 6858000"/>
              <a:gd name="connsiteX663" fmla="*/ 1388858 w 7467600"/>
              <a:gd name="connsiteY663" fmla="*/ 2368011 h 6858000"/>
              <a:gd name="connsiteX664" fmla="*/ 1384098 w 7467600"/>
              <a:gd name="connsiteY664" fmla="*/ 2378125 h 6858000"/>
              <a:gd name="connsiteX665" fmla="*/ 1425393 w 7467600"/>
              <a:gd name="connsiteY665" fmla="*/ 2589124 h 6858000"/>
              <a:gd name="connsiteX666" fmla="*/ 1424001 w 7467600"/>
              <a:gd name="connsiteY666" fmla="*/ 2597541 h 6858000"/>
              <a:gd name="connsiteX667" fmla="*/ 2152729 w 7467600"/>
              <a:gd name="connsiteY667" fmla="*/ 2864487 h 6858000"/>
              <a:gd name="connsiteX668" fmla="*/ 2020609 w 7467600"/>
              <a:gd name="connsiteY668" fmla="*/ 2539671 h 6858000"/>
              <a:gd name="connsiteX669" fmla="*/ 2018920 w 7467600"/>
              <a:gd name="connsiteY669" fmla="*/ 2536309 h 6858000"/>
              <a:gd name="connsiteX670" fmla="*/ 1342441 w 7467600"/>
              <a:gd name="connsiteY670" fmla="*/ 1173017 h 6858000"/>
              <a:gd name="connsiteX671" fmla="*/ 1367925 w 7467600"/>
              <a:gd name="connsiteY671" fmla="*/ 1135648 h 6858000"/>
              <a:gd name="connsiteX672" fmla="*/ 1771401 w 7467600"/>
              <a:gd name="connsiteY672" fmla="*/ 1806673 h 6858000"/>
              <a:gd name="connsiteX673" fmla="*/ 1972385 w 7467600"/>
              <a:gd name="connsiteY673" fmla="*/ 2198735 h 6858000"/>
              <a:gd name="connsiteX674" fmla="*/ 2040892 w 7467600"/>
              <a:gd name="connsiteY674" fmla="*/ 2405205 h 6858000"/>
              <a:gd name="connsiteX675" fmla="*/ 2131689 w 7467600"/>
              <a:gd name="connsiteY675" fmla="*/ 1936926 h 6858000"/>
              <a:gd name="connsiteX676" fmla="*/ 2454820 w 7467600"/>
              <a:gd name="connsiteY676" fmla="*/ 1248808 h 6858000"/>
              <a:gd name="connsiteX677" fmla="*/ 2492512 w 7467600"/>
              <a:gd name="connsiteY677" fmla="*/ 1302920 h 6858000"/>
              <a:gd name="connsiteX678" fmla="*/ 2081216 w 7467600"/>
              <a:gd name="connsiteY678" fmla="*/ 2527513 h 6858000"/>
              <a:gd name="connsiteX679" fmla="*/ 2081211 w 7467600"/>
              <a:gd name="connsiteY679" fmla="*/ 2528916 h 6858000"/>
              <a:gd name="connsiteX680" fmla="*/ 2199067 w 7467600"/>
              <a:gd name="connsiteY680" fmla="*/ 2884061 h 6858000"/>
              <a:gd name="connsiteX681" fmla="*/ 3192586 w 7467600"/>
              <a:gd name="connsiteY681" fmla="*/ 3411496 h 6858000"/>
              <a:gd name="connsiteX682" fmla="*/ 3182620 w 7467600"/>
              <a:gd name="connsiteY682" fmla="*/ 3483279 h 6858000"/>
              <a:gd name="connsiteX683" fmla="*/ 2435119 w 7467600"/>
              <a:gd name="connsiteY683" fmla="*/ 3080173 h 6858000"/>
              <a:gd name="connsiteX684" fmla="*/ 2410152 w 7467600"/>
              <a:gd name="connsiteY684" fmla="*/ 3063751 h 6858000"/>
              <a:gd name="connsiteX685" fmla="*/ 2408099 w 7467600"/>
              <a:gd name="connsiteY685" fmla="*/ 3064403 h 6858000"/>
              <a:gd name="connsiteX686" fmla="*/ 2407218 w 7467600"/>
              <a:gd name="connsiteY686" fmla="*/ 3070324 h 6858000"/>
              <a:gd name="connsiteX687" fmla="*/ 2380138 w 7467600"/>
              <a:gd name="connsiteY687" fmla="*/ 3099341 h 6858000"/>
              <a:gd name="connsiteX688" fmla="*/ 1765923 w 7467600"/>
              <a:gd name="connsiteY688" fmla="*/ 3581043 h 6858000"/>
              <a:gd name="connsiteX689" fmla="*/ 1702258 w 7467600"/>
              <a:gd name="connsiteY689" fmla="*/ 3612286 h 6858000"/>
              <a:gd name="connsiteX690" fmla="*/ 1538370 w 7467600"/>
              <a:gd name="connsiteY690" fmla="*/ 3811804 h 6858000"/>
              <a:gd name="connsiteX691" fmla="*/ 542867 w 7467600"/>
              <a:gd name="connsiteY691" fmla="*/ 4944092 h 6858000"/>
              <a:gd name="connsiteX692" fmla="*/ 515800 w 7467600"/>
              <a:gd name="connsiteY692" fmla="*/ 4862180 h 6858000"/>
              <a:gd name="connsiteX693" fmla="*/ 909145 w 7467600"/>
              <a:gd name="connsiteY693" fmla="*/ 4199225 h 6858000"/>
              <a:gd name="connsiteX694" fmla="*/ 1214067 w 7467600"/>
              <a:gd name="connsiteY694" fmla="*/ 3908561 h 6858000"/>
              <a:gd name="connsiteX695" fmla="*/ 640967 w 7467600"/>
              <a:gd name="connsiteY695" fmla="*/ 4105601 h 6858000"/>
              <a:gd name="connsiteX696" fmla="*/ 112563 w 7467600"/>
              <a:gd name="connsiteY696" fmla="*/ 4396952 h 6858000"/>
              <a:gd name="connsiteX697" fmla="*/ 0 w 7467600"/>
              <a:gd name="connsiteY697" fmla="*/ 4466006 h 6858000"/>
              <a:gd name="connsiteX698" fmla="*/ 0 w 7467600"/>
              <a:gd name="connsiteY698" fmla="*/ 4233763 h 6858000"/>
              <a:gd name="connsiteX699" fmla="*/ 36881 w 7467600"/>
              <a:gd name="connsiteY699" fmla="*/ 4200118 h 6858000"/>
              <a:gd name="connsiteX700" fmla="*/ 910534 w 7467600"/>
              <a:gd name="connsiteY700" fmla="*/ 3629753 h 6858000"/>
              <a:gd name="connsiteX701" fmla="*/ 1578717 w 7467600"/>
              <a:gd name="connsiteY701" fmla="*/ 3575982 h 6858000"/>
              <a:gd name="connsiteX702" fmla="*/ 2338780 w 7467600"/>
              <a:gd name="connsiteY702" fmla="*/ 3033725 h 6858000"/>
              <a:gd name="connsiteX703" fmla="*/ 1807991 w 7467600"/>
              <a:gd name="connsiteY703" fmla="*/ 2807184 h 6858000"/>
              <a:gd name="connsiteX704" fmla="*/ 1416358 w 7467600"/>
              <a:gd name="connsiteY704" fmla="*/ 3112571 h 6858000"/>
              <a:gd name="connsiteX705" fmla="*/ 939066 w 7467600"/>
              <a:gd name="connsiteY705" fmla="*/ 3378798 h 6858000"/>
              <a:gd name="connsiteX706" fmla="*/ 115099 w 7467600"/>
              <a:gd name="connsiteY706" fmla="*/ 3607650 h 6858000"/>
              <a:gd name="connsiteX707" fmla="*/ 97284 w 7467600"/>
              <a:gd name="connsiteY707" fmla="*/ 3520393 h 6858000"/>
              <a:gd name="connsiteX708" fmla="*/ 922050 w 7467600"/>
              <a:gd name="connsiteY708" fmla="*/ 3074867 h 6858000"/>
              <a:gd name="connsiteX709" fmla="*/ 1405265 w 7467600"/>
              <a:gd name="connsiteY709" fmla="*/ 3016319 h 6858000"/>
              <a:gd name="connsiteX710" fmla="*/ 1407512 w 7467600"/>
              <a:gd name="connsiteY710" fmla="*/ 3018001 h 6858000"/>
              <a:gd name="connsiteX711" fmla="*/ 1726266 w 7467600"/>
              <a:gd name="connsiteY711" fmla="*/ 2777274 h 6858000"/>
              <a:gd name="connsiteX712" fmla="*/ 625390 w 7467600"/>
              <a:gd name="connsiteY712" fmla="*/ 2514541 h 6858000"/>
              <a:gd name="connsiteX713" fmla="*/ 619799 w 7467600"/>
              <a:gd name="connsiteY713" fmla="*/ 2527180 h 6858000"/>
              <a:gd name="connsiteX714" fmla="*/ 310030 w 7467600"/>
              <a:gd name="connsiteY714" fmla="*/ 2771818 h 6858000"/>
              <a:gd name="connsiteX715" fmla="*/ 173877 w 7467600"/>
              <a:gd name="connsiteY715" fmla="*/ 2937056 h 6858000"/>
              <a:gd name="connsiteX716" fmla="*/ 77889 w 7467600"/>
              <a:gd name="connsiteY716" fmla="*/ 3138440 h 6858000"/>
              <a:gd name="connsiteX717" fmla="*/ 0 w 7467600"/>
              <a:gd name="connsiteY717" fmla="*/ 3271395 h 6858000"/>
              <a:gd name="connsiteX718" fmla="*/ 0 w 7467600"/>
              <a:gd name="connsiteY718" fmla="*/ 3153002 h 6858000"/>
              <a:gd name="connsiteX719" fmla="*/ 2386 w 7467600"/>
              <a:gd name="connsiteY719" fmla="*/ 3149203 h 6858000"/>
              <a:gd name="connsiteX720" fmla="*/ 89753 w 7467600"/>
              <a:gd name="connsiteY720" fmla="*/ 2987702 h 6858000"/>
              <a:gd name="connsiteX721" fmla="*/ 76869 w 7467600"/>
              <a:gd name="connsiteY721" fmla="*/ 3005404 h 6858000"/>
              <a:gd name="connsiteX722" fmla="*/ 32049 w 7467600"/>
              <a:gd name="connsiteY722" fmla="*/ 3065814 h 6858000"/>
              <a:gd name="connsiteX723" fmla="*/ 0 w 7467600"/>
              <a:gd name="connsiteY723" fmla="*/ 3108744 h 6858000"/>
              <a:gd name="connsiteX724" fmla="*/ 0 w 7467600"/>
              <a:gd name="connsiteY724" fmla="*/ 3058059 h 6858000"/>
              <a:gd name="connsiteX725" fmla="*/ 7610 w 7467600"/>
              <a:gd name="connsiteY725" fmla="*/ 3047889 h 6858000"/>
              <a:gd name="connsiteX726" fmla="*/ 52419 w 7467600"/>
              <a:gd name="connsiteY726" fmla="*/ 2987479 h 6858000"/>
              <a:gd name="connsiteX727" fmla="*/ 59142 w 7467600"/>
              <a:gd name="connsiteY727" fmla="*/ 2978488 h 6858000"/>
              <a:gd name="connsiteX728" fmla="*/ 0 w 7467600"/>
              <a:gd name="connsiteY728" fmla="*/ 3015334 h 6858000"/>
              <a:gd name="connsiteX729" fmla="*/ 0 w 7467600"/>
              <a:gd name="connsiteY729" fmla="*/ 2914286 h 6858000"/>
              <a:gd name="connsiteX730" fmla="*/ 36383 w 7467600"/>
              <a:gd name="connsiteY730" fmla="*/ 2901128 h 6858000"/>
              <a:gd name="connsiteX731" fmla="*/ 156329 w 7467600"/>
              <a:gd name="connsiteY731" fmla="*/ 2840533 h 6858000"/>
              <a:gd name="connsiteX732" fmla="*/ 358355 w 7467600"/>
              <a:gd name="connsiteY732" fmla="*/ 2620471 h 6858000"/>
              <a:gd name="connsiteX733" fmla="*/ 510577 w 7467600"/>
              <a:gd name="connsiteY733" fmla="*/ 2501244 h 6858000"/>
              <a:gd name="connsiteX734" fmla="*/ 211967 w 7467600"/>
              <a:gd name="connsiteY734" fmla="*/ 2479171 h 6858000"/>
              <a:gd name="connsiteX735" fmla="*/ 0 w 7467600"/>
              <a:gd name="connsiteY735" fmla="*/ 2476398 h 6858000"/>
              <a:gd name="connsiteX736" fmla="*/ 0 w 7467600"/>
              <a:gd name="connsiteY736" fmla="*/ 2389189 h 6858000"/>
              <a:gd name="connsiteX737" fmla="*/ 103062 w 7467600"/>
              <a:gd name="connsiteY737" fmla="*/ 2389518 h 6858000"/>
              <a:gd name="connsiteX738" fmla="*/ 510734 w 7467600"/>
              <a:gd name="connsiteY738" fmla="*/ 2416201 h 6858000"/>
              <a:gd name="connsiteX739" fmla="*/ 279257 w 7467600"/>
              <a:gd name="connsiteY739" fmla="*/ 2092102 h 6858000"/>
              <a:gd name="connsiteX740" fmla="*/ 65265 w 7467600"/>
              <a:gd name="connsiteY740" fmla="*/ 2006049 h 6858000"/>
              <a:gd name="connsiteX741" fmla="*/ 0 w 7467600"/>
              <a:gd name="connsiteY741" fmla="*/ 1982532 h 6858000"/>
              <a:gd name="connsiteX742" fmla="*/ 0 w 7467600"/>
              <a:gd name="connsiteY742" fmla="*/ 1912789 h 6858000"/>
              <a:gd name="connsiteX743" fmla="*/ 97460 w 7467600"/>
              <a:gd name="connsiteY743" fmla="*/ 1953725 h 6858000"/>
              <a:gd name="connsiteX744" fmla="*/ 221272 w 7467600"/>
              <a:gd name="connsiteY744" fmla="*/ 1980766 h 6858000"/>
              <a:gd name="connsiteX745" fmla="*/ 116765 w 7467600"/>
              <a:gd name="connsiteY745" fmla="*/ 1911033 h 6858000"/>
              <a:gd name="connsiteX746" fmla="*/ 16405 w 7467600"/>
              <a:gd name="connsiteY746" fmla="*/ 1803412 h 6858000"/>
              <a:gd name="connsiteX747" fmla="*/ 0 w 7467600"/>
              <a:gd name="connsiteY747" fmla="*/ 1784777 h 6858000"/>
              <a:gd name="connsiteX748" fmla="*/ 0 w 7467600"/>
              <a:gd name="connsiteY748" fmla="*/ 1740082 h 6858000"/>
              <a:gd name="connsiteX749" fmla="*/ 39394 w 7467600"/>
              <a:gd name="connsiteY749" fmla="*/ 1784856 h 6858000"/>
              <a:gd name="connsiteX750" fmla="*/ 135813 w 7467600"/>
              <a:gd name="connsiteY750" fmla="*/ 1888838 h 6858000"/>
              <a:gd name="connsiteX751" fmla="*/ 242575 w 7467600"/>
              <a:gd name="connsiteY751" fmla="*/ 1958841 h 6858000"/>
              <a:gd name="connsiteX752" fmla="*/ 82197 w 7467600"/>
              <a:gd name="connsiteY752" fmla="*/ 1754826 h 6858000"/>
              <a:gd name="connsiteX753" fmla="*/ 0 w 7467600"/>
              <a:gd name="connsiteY753" fmla="*/ 1679650 h 6858000"/>
              <a:gd name="connsiteX754" fmla="*/ 0 w 7467600"/>
              <a:gd name="connsiteY754" fmla="*/ 1602463 h 6858000"/>
              <a:gd name="connsiteX755" fmla="*/ 84689 w 7467600"/>
              <a:gd name="connsiteY755" fmla="*/ 1677442 h 6858000"/>
              <a:gd name="connsiteX756" fmla="*/ 298437 w 7467600"/>
              <a:gd name="connsiteY756" fmla="*/ 1968019 h 6858000"/>
              <a:gd name="connsiteX757" fmla="*/ 227269 w 7467600"/>
              <a:gd name="connsiteY757" fmla="*/ 1114064 h 6858000"/>
              <a:gd name="connsiteX758" fmla="*/ 248003 w 7467600"/>
              <a:gd name="connsiteY758" fmla="*/ 1089613 h 6858000"/>
              <a:gd name="connsiteX759" fmla="*/ 427020 w 7467600"/>
              <a:gd name="connsiteY759" fmla="*/ 1619803 h 6858000"/>
              <a:gd name="connsiteX760" fmla="*/ 340345 w 7467600"/>
              <a:gd name="connsiteY760" fmla="*/ 2027739 h 6858000"/>
              <a:gd name="connsiteX761" fmla="*/ 360865 w 7467600"/>
              <a:gd name="connsiteY761" fmla="*/ 2044827 h 6858000"/>
              <a:gd name="connsiteX762" fmla="*/ 560414 w 7467600"/>
              <a:gd name="connsiteY762" fmla="*/ 2421457 h 6858000"/>
              <a:gd name="connsiteX763" fmla="*/ 1359703 w 7467600"/>
              <a:gd name="connsiteY763" fmla="*/ 2578554 h 6858000"/>
              <a:gd name="connsiteX764" fmla="*/ 1359422 w 7467600"/>
              <a:gd name="connsiteY764" fmla="*/ 2577994 h 6858000"/>
              <a:gd name="connsiteX765" fmla="*/ 828701 w 7467600"/>
              <a:gd name="connsiteY765" fmla="*/ 1839520 h 6858000"/>
              <a:gd name="connsiteX766" fmla="*/ 494427 w 7467600"/>
              <a:gd name="connsiteY766" fmla="*/ 1092333 h 6858000"/>
              <a:gd name="connsiteX767" fmla="*/ 506322 w 7467600"/>
              <a:gd name="connsiteY767" fmla="*/ 1020997 h 6858000"/>
              <a:gd name="connsiteX768" fmla="*/ 4570198 w 7467600"/>
              <a:gd name="connsiteY768" fmla="*/ 978081 h 6858000"/>
              <a:gd name="connsiteX769" fmla="*/ 4523691 w 7467600"/>
              <a:gd name="connsiteY769" fmla="*/ 1127776 h 6858000"/>
              <a:gd name="connsiteX770" fmla="*/ 4509875 w 7467600"/>
              <a:gd name="connsiteY770" fmla="*/ 1167552 h 6858000"/>
              <a:gd name="connsiteX771" fmla="*/ 4478168 w 7467600"/>
              <a:gd name="connsiteY771" fmla="*/ 1260735 h 6858000"/>
              <a:gd name="connsiteX772" fmla="*/ 4409309 w 7467600"/>
              <a:gd name="connsiteY772" fmla="*/ 1666996 h 6858000"/>
              <a:gd name="connsiteX773" fmla="*/ 4370031 w 7467600"/>
              <a:gd name="connsiteY773" fmla="*/ 1955666 h 6858000"/>
              <a:gd name="connsiteX774" fmla="*/ 4570198 w 7467600"/>
              <a:gd name="connsiteY774" fmla="*/ 978081 h 6858000"/>
              <a:gd name="connsiteX775" fmla="*/ 4557898 w 7467600"/>
              <a:gd name="connsiteY775" fmla="*/ 900011 h 6858000"/>
              <a:gd name="connsiteX776" fmla="*/ 4344840 w 7467600"/>
              <a:gd name="connsiteY776" fmla="*/ 1922038 h 6858000"/>
              <a:gd name="connsiteX777" fmla="*/ 4378710 w 7467600"/>
              <a:gd name="connsiteY777" fmla="*/ 1665516 h 6858000"/>
              <a:gd name="connsiteX778" fmla="*/ 4448798 w 7467600"/>
              <a:gd name="connsiteY778" fmla="*/ 1253024 h 6858000"/>
              <a:gd name="connsiteX779" fmla="*/ 4480315 w 7467600"/>
              <a:gd name="connsiteY779" fmla="*/ 1158454 h 6858000"/>
              <a:gd name="connsiteX780" fmla="*/ 4494133 w 7467600"/>
              <a:gd name="connsiteY780" fmla="*/ 1118676 h 6858000"/>
              <a:gd name="connsiteX781" fmla="*/ 4557898 w 7467600"/>
              <a:gd name="connsiteY781" fmla="*/ 900011 h 6858000"/>
              <a:gd name="connsiteX782" fmla="*/ 5870151 w 7467600"/>
              <a:gd name="connsiteY782" fmla="*/ 898890 h 6858000"/>
              <a:gd name="connsiteX783" fmla="*/ 5861335 w 7467600"/>
              <a:gd name="connsiteY783" fmla="*/ 899177 h 6858000"/>
              <a:gd name="connsiteX784" fmla="*/ 5843702 w 7467600"/>
              <a:gd name="connsiteY784" fmla="*/ 899748 h 6858000"/>
              <a:gd name="connsiteX785" fmla="*/ 5651107 w 7467600"/>
              <a:gd name="connsiteY785" fmla="*/ 920306 h 6858000"/>
              <a:gd name="connsiteX786" fmla="*/ 5459407 w 7467600"/>
              <a:gd name="connsiteY786" fmla="*/ 940975 h 6858000"/>
              <a:gd name="connsiteX787" fmla="*/ 5374846 w 7467600"/>
              <a:gd name="connsiteY787" fmla="*/ 941988 h 6858000"/>
              <a:gd name="connsiteX788" fmla="*/ 5256105 w 7467600"/>
              <a:gd name="connsiteY788" fmla="*/ 945632 h 6858000"/>
              <a:gd name="connsiteX789" fmla="*/ 5107071 w 7467600"/>
              <a:gd name="connsiteY789" fmla="*/ 969720 h 6858000"/>
              <a:gd name="connsiteX790" fmla="*/ 4998681 w 7467600"/>
              <a:gd name="connsiteY790" fmla="*/ 988771 h 6858000"/>
              <a:gd name="connsiteX791" fmla="*/ 5870151 w 7467600"/>
              <a:gd name="connsiteY791" fmla="*/ 898890 h 6858000"/>
              <a:gd name="connsiteX792" fmla="*/ 5504425 w 7467600"/>
              <a:gd name="connsiteY792" fmla="*/ 848067 h 6858000"/>
              <a:gd name="connsiteX793" fmla="*/ 4968849 w 7467600"/>
              <a:gd name="connsiteY793" fmla="*/ 962318 h 6858000"/>
              <a:gd name="connsiteX794" fmla="*/ 5104039 w 7467600"/>
              <a:gd name="connsiteY794" fmla="*/ 940634 h 6858000"/>
              <a:gd name="connsiteX795" fmla="*/ 5256311 w 7467600"/>
              <a:gd name="connsiteY795" fmla="*/ 916490 h 6858000"/>
              <a:gd name="connsiteX796" fmla="*/ 5377381 w 7467600"/>
              <a:gd name="connsiteY796" fmla="*/ 912671 h 6858000"/>
              <a:gd name="connsiteX797" fmla="*/ 5460148 w 7467600"/>
              <a:gd name="connsiteY797" fmla="*/ 911442 h 6858000"/>
              <a:gd name="connsiteX798" fmla="*/ 5648971 w 7467600"/>
              <a:gd name="connsiteY798" fmla="*/ 891331 h 6858000"/>
              <a:gd name="connsiteX799" fmla="*/ 5844807 w 7467600"/>
              <a:gd name="connsiteY799" fmla="*/ 870718 h 6858000"/>
              <a:gd name="connsiteX800" fmla="*/ 5862975 w 7467600"/>
              <a:gd name="connsiteY800" fmla="*/ 869756 h 6858000"/>
              <a:gd name="connsiteX801" fmla="*/ 5920887 w 7467600"/>
              <a:gd name="connsiteY801" fmla="*/ 865929 h 6858000"/>
              <a:gd name="connsiteX802" fmla="*/ 5504425 w 7467600"/>
              <a:gd name="connsiteY802" fmla="*/ 848067 h 6858000"/>
              <a:gd name="connsiteX803" fmla="*/ 3607114 w 7467600"/>
              <a:gd name="connsiteY803" fmla="*/ 467441 h 6858000"/>
              <a:gd name="connsiteX804" fmla="*/ 3296242 w 7467600"/>
              <a:gd name="connsiteY804" fmla="*/ 807991 h 6858000"/>
              <a:gd name="connsiteX805" fmla="*/ 3174674 w 7467600"/>
              <a:gd name="connsiteY805" fmla="*/ 919759 h 6858000"/>
              <a:gd name="connsiteX806" fmla="*/ 3042978 w 7467600"/>
              <a:gd name="connsiteY806" fmla="*/ 1054894 h 6858000"/>
              <a:gd name="connsiteX807" fmla="*/ 2968914 w 7467600"/>
              <a:gd name="connsiteY807" fmla="*/ 1133756 h 6858000"/>
              <a:gd name="connsiteX808" fmla="*/ 3103823 w 7467600"/>
              <a:gd name="connsiteY808" fmla="*/ 1026814 h 6858000"/>
              <a:gd name="connsiteX809" fmla="*/ 3607114 w 7467600"/>
              <a:gd name="connsiteY809" fmla="*/ 467441 h 6858000"/>
              <a:gd name="connsiteX810" fmla="*/ 3744487 w 7467600"/>
              <a:gd name="connsiteY810" fmla="*/ 383136 h 6858000"/>
              <a:gd name="connsiteX811" fmla="*/ 3970213 w 7467600"/>
              <a:gd name="connsiteY811" fmla="*/ 995559 h 6858000"/>
              <a:gd name="connsiteX812" fmla="*/ 3744487 w 7467600"/>
              <a:gd name="connsiteY812" fmla="*/ 383136 h 6858000"/>
              <a:gd name="connsiteX813" fmla="*/ 3624562 w 7467600"/>
              <a:gd name="connsiteY813" fmla="*/ 367041 h 6858000"/>
              <a:gd name="connsiteX814" fmla="*/ 3489712 w 7467600"/>
              <a:gd name="connsiteY814" fmla="*/ 485386 h 6858000"/>
              <a:gd name="connsiteX815" fmla="*/ 3182994 w 7467600"/>
              <a:gd name="connsiteY815" fmla="*/ 828265 h 6858000"/>
              <a:gd name="connsiteX816" fmla="*/ 2892114 w 7467600"/>
              <a:gd name="connsiteY816" fmla="*/ 1172635 h 6858000"/>
              <a:gd name="connsiteX817" fmla="*/ 3021459 w 7467600"/>
              <a:gd name="connsiteY817" fmla="*/ 1035385 h 6858000"/>
              <a:gd name="connsiteX818" fmla="*/ 3153873 w 7467600"/>
              <a:gd name="connsiteY818" fmla="*/ 898971 h 6858000"/>
              <a:gd name="connsiteX819" fmla="*/ 3276511 w 7467600"/>
              <a:gd name="connsiteY819" fmla="*/ 786423 h 6858000"/>
              <a:gd name="connsiteX820" fmla="*/ 3584154 w 7467600"/>
              <a:gd name="connsiteY820" fmla="*/ 448218 h 6858000"/>
              <a:gd name="connsiteX821" fmla="*/ 3624562 w 7467600"/>
              <a:gd name="connsiteY821" fmla="*/ 367041 h 6858000"/>
              <a:gd name="connsiteX822" fmla="*/ 3766672 w 7467600"/>
              <a:gd name="connsiteY822" fmla="*/ 359429 h 6858000"/>
              <a:gd name="connsiteX823" fmla="*/ 3996338 w 7467600"/>
              <a:gd name="connsiteY823" fmla="*/ 968237 h 6858000"/>
              <a:gd name="connsiteX824" fmla="*/ 3766672 w 7467600"/>
              <a:gd name="connsiteY824" fmla="*/ 359429 h 6858000"/>
              <a:gd name="connsiteX825" fmla="*/ 5805386 w 7467600"/>
              <a:gd name="connsiteY825" fmla="*/ 239240 h 6858000"/>
              <a:gd name="connsiteX826" fmla="*/ 5736947 w 7467600"/>
              <a:gd name="connsiteY826" fmla="*/ 261367 h 6858000"/>
              <a:gd name="connsiteX827" fmla="*/ 5427012 w 7467600"/>
              <a:gd name="connsiteY827" fmla="*/ 311272 h 6858000"/>
              <a:gd name="connsiteX828" fmla="*/ 5147818 w 7467600"/>
              <a:gd name="connsiteY828" fmla="*/ 322112 h 6858000"/>
              <a:gd name="connsiteX829" fmla="*/ 5060854 w 7467600"/>
              <a:gd name="connsiteY829" fmla="*/ 311882 h 6858000"/>
              <a:gd name="connsiteX830" fmla="*/ 4945989 w 7467600"/>
              <a:gd name="connsiteY830" fmla="*/ 300516 h 6858000"/>
              <a:gd name="connsiteX831" fmla="*/ 5410479 w 7467600"/>
              <a:gd name="connsiteY831" fmla="*/ 348434 h 6858000"/>
              <a:gd name="connsiteX832" fmla="*/ 5805386 w 7467600"/>
              <a:gd name="connsiteY832" fmla="*/ 239240 h 6858000"/>
              <a:gd name="connsiteX833" fmla="*/ 5905192 w 7467600"/>
              <a:gd name="connsiteY833" fmla="*/ 163079 h 6858000"/>
              <a:gd name="connsiteX834" fmla="*/ 5865655 w 7467600"/>
              <a:gd name="connsiteY834" fmla="*/ 171901 h 6858000"/>
              <a:gd name="connsiteX835" fmla="*/ 5259740 w 7467600"/>
              <a:gd name="connsiteY835" fmla="*/ 257013 h 6858000"/>
              <a:gd name="connsiteX836" fmla="*/ 5208466 w 7467600"/>
              <a:gd name="connsiteY836" fmla="*/ 257550 h 6858000"/>
              <a:gd name="connsiteX837" fmla="*/ 4980204 w 7467600"/>
              <a:gd name="connsiteY837" fmla="*/ 271903 h 6858000"/>
              <a:gd name="connsiteX838" fmla="*/ 5068068 w 7467600"/>
              <a:gd name="connsiteY838" fmla="*/ 282244 h 6858000"/>
              <a:gd name="connsiteX839" fmla="*/ 5153231 w 7467600"/>
              <a:gd name="connsiteY839" fmla="*/ 292240 h 6858000"/>
              <a:gd name="connsiteX840" fmla="*/ 5426491 w 7467600"/>
              <a:gd name="connsiteY840" fmla="*/ 281128 h 6858000"/>
              <a:gd name="connsiteX841" fmla="*/ 5731212 w 7467600"/>
              <a:gd name="connsiteY841" fmla="*/ 231951 h 6858000"/>
              <a:gd name="connsiteX842" fmla="*/ 5905192 w 7467600"/>
              <a:gd name="connsiteY842" fmla="*/ 163079 h 6858000"/>
              <a:gd name="connsiteX843" fmla="*/ 5944437 w 7467600"/>
              <a:gd name="connsiteY843" fmla="*/ 113829 h 6858000"/>
              <a:gd name="connsiteX844" fmla="*/ 5825032 w 7467600"/>
              <a:gd name="connsiteY844" fmla="*/ 146405 h 6858000"/>
              <a:gd name="connsiteX845" fmla="*/ 4955599 w 7467600"/>
              <a:gd name="connsiteY845" fmla="*/ 247008 h 6858000"/>
              <a:gd name="connsiteX846" fmla="*/ 5210104 w 7467600"/>
              <a:gd name="connsiteY846" fmla="*/ 228123 h 6858000"/>
              <a:gd name="connsiteX847" fmla="*/ 5261015 w 7467600"/>
              <a:gd name="connsiteY847" fmla="*/ 227087 h 6858000"/>
              <a:gd name="connsiteX848" fmla="*/ 5861181 w 7467600"/>
              <a:gd name="connsiteY848" fmla="*/ 143093 h 6858000"/>
              <a:gd name="connsiteX849" fmla="*/ 5961252 w 7467600"/>
              <a:gd name="connsiteY849" fmla="*/ 114820 h 6858000"/>
              <a:gd name="connsiteX850" fmla="*/ 5944437 w 7467600"/>
              <a:gd name="connsiteY850" fmla="*/ 113829 h 6858000"/>
              <a:gd name="connsiteX851" fmla="*/ 3882765 w 7467600"/>
              <a:gd name="connsiteY851" fmla="*/ 0 h 6858000"/>
              <a:gd name="connsiteX852" fmla="*/ 3995099 w 7467600"/>
              <a:gd name="connsiteY852" fmla="*/ 0 h 6858000"/>
              <a:gd name="connsiteX853" fmla="*/ 4163818 w 7467600"/>
              <a:gd name="connsiteY853" fmla="*/ 234104 h 6858000"/>
              <a:gd name="connsiteX854" fmla="*/ 4172099 w 7467600"/>
              <a:gd name="connsiteY854" fmla="*/ 234207 h 6858000"/>
              <a:gd name="connsiteX855" fmla="*/ 4784282 w 7467600"/>
              <a:gd name="connsiteY855" fmla="*/ 276561 h 6858000"/>
              <a:gd name="connsiteX856" fmla="*/ 4801687 w 7467600"/>
              <a:gd name="connsiteY856" fmla="*/ 267764 h 6858000"/>
              <a:gd name="connsiteX857" fmla="*/ 6082788 w 7467600"/>
              <a:gd name="connsiteY857" fmla="*/ 64119 h 6858000"/>
              <a:gd name="connsiteX858" fmla="*/ 6099442 w 7467600"/>
              <a:gd name="connsiteY858" fmla="*/ 82568 h 6858000"/>
              <a:gd name="connsiteX859" fmla="*/ 4804137 w 7467600"/>
              <a:gd name="connsiteY859" fmla="*/ 320931 h 6858000"/>
              <a:gd name="connsiteX860" fmla="*/ 4227047 w 7467600"/>
              <a:gd name="connsiteY860" fmla="*/ 313415 h 6858000"/>
              <a:gd name="connsiteX861" fmla="*/ 4346041 w 7467600"/>
              <a:gd name="connsiteY861" fmla="*/ 456086 h 6858000"/>
              <a:gd name="connsiteX862" fmla="*/ 4870967 w 7467600"/>
              <a:gd name="connsiteY862" fmla="*/ 963061 h 6858000"/>
              <a:gd name="connsiteX863" fmla="*/ 4889647 w 7467600"/>
              <a:gd name="connsiteY863" fmla="*/ 957147 h 6858000"/>
              <a:gd name="connsiteX864" fmla="*/ 5422504 w 7467600"/>
              <a:gd name="connsiteY864" fmla="*/ 805191 h 6858000"/>
              <a:gd name="connsiteX865" fmla="*/ 6087656 w 7467600"/>
              <a:gd name="connsiteY865" fmla="*/ 826703 h 6858000"/>
              <a:gd name="connsiteX866" fmla="*/ 6058717 w 7467600"/>
              <a:gd name="connsiteY866" fmla="*/ 865992 h 6858000"/>
              <a:gd name="connsiteX867" fmla="*/ 4974153 w 7467600"/>
              <a:gd name="connsiteY867" fmla="*/ 1045456 h 6858000"/>
              <a:gd name="connsiteX868" fmla="*/ 5627835 w 7467600"/>
              <a:gd name="connsiteY868" fmla="*/ 1472077 h 6858000"/>
              <a:gd name="connsiteX869" fmla="*/ 5629817 w 7467600"/>
              <a:gd name="connsiteY869" fmla="*/ 1471412 h 6858000"/>
              <a:gd name="connsiteX870" fmla="*/ 5634124 w 7467600"/>
              <a:gd name="connsiteY870" fmla="*/ 1470572 h 6858000"/>
              <a:gd name="connsiteX871" fmla="*/ 5755832 w 7467600"/>
              <a:gd name="connsiteY871" fmla="*/ 1383886 h 6858000"/>
              <a:gd name="connsiteX872" fmla="*/ 6014186 w 7467600"/>
              <a:gd name="connsiteY872" fmla="*/ 1279799 h 6858000"/>
              <a:gd name="connsiteX873" fmla="*/ 6901619 w 7467600"/>
              <a:gd name="connsiteY873" fmla="*/ 1047874 h 6858000"/>
              <a:gd name="connsiteX874" fmla="*/ 6931566 w 7467600"/>
              <a:gd name="connsiteY874" fmla="*/ 1062034 h 6858000"/>
              <a:gd name="connsiteX875" fmla="*/ 5790982 w 7467600"/>
              <a:gd name="connsiteY875" fmla="*/ 1561380 h 6858000"/>
              <a:gd name="connsiteX876" fmla="*/ 6188971 w 7467600"/>
              <a:gd name="connsiteY876" fmla="*/ 1755168 h 6858000"/>
              <a:gd name="connsiteX877" fmla="*/ 6202446 w 7467600"/>
              <a:gd name="connsiteY877" fmla="*/ 1752268 h 6858000"/>
              <a:gd name="connsiteX878" fmla="*/ 7179560 w 7467600"/>
              <a:gd name="connsiteY878" fmla="*/ 1467551 h 6858000"/>
              <a:gd name="connsiteX879" fmla="*/ 7158730 w 7467600"/>
              <a:gd name="connsiteY879" fmla="*/ 1507835 h 6858000"/>
              <a:gd name="connsiteX880" fmla="*/ 6326959 w 7467600"/>
              <a:gd name="connsiteY880" fmla="*/ 1817686 h 6858000"/>
              <a:gd name="connsiteX881" fmla="*/ 6537433 w 7467600"/>
              <a:gd name="connsiteY881" fmla="*/ 1907790 h 6858000"/>
              <a:gd name="connsiteX882" fmla="*/ 6550221 w 7467600"/>
              <a:gd name="connsiteY882" fmla="*/ 1910729 h 6858000"/>
              <a:gd name="connsiteX883" fmla="*/ 6964438 w 7467600"/>
              <a:gd name="connsiteY883" fmla="*/ 2209505 h 6858000"/>
              <a:gd name="connsiteX884" fmla="*/ 7367862 w 7467600"/>
              <a:gd name="connsiteY884" fmla="*/ 2806833 h 6858000"/>
              <a:gd name="connsiteX885" fmla="*/ 7364329 w 7467600"/>
              <a:gd name="connsiteY885" fmla="*/ 2826907 h 6858000"/>
              <a:gd name="connsiteX886" fmla="*/ 7290545 w 7467600"/>
              <a:gd name="connsiteY886" fmla="*/ 2850663 h 6858000"/>
              <a:gd name="connsiteX887" fmla="*/ 6472036 w 7467600"/>
              <a:gd name="connsiteY887" fmla="*/ 1959003 h 6858000"/>
              <a:gd name="connsiteX888" fmla="*/ 5792897 w 7467600"/>
              <a:gd name="connsiteY888" fmla="*/ 1647747 h 6858000"/>
              <a:gd name="connsiteX889" fmla="*/ 5842751 w 7467600"/>
              <a:gd name="connsiteY889" fmla="*/ 1816112 h 6858000"/>
              <a:gd name="connsiteX890" fmla="*/ 5847424 w 7467600"/>
              <a:gd name="connsiteY890" fmla="*/ 1815776 h 6858000"/>
              <a:gd name="connsiteX891" fmla="*/ 6399821 w 7467600"/>
              <a:gd name="connsiteY891" fmla="*/ 2344799 h 6858000"/>
              <a:gd name="connsiteX892" fmla="*/ 6323232 w 7467600"/>
              <a:gd name="connsiteY892" fmla="*/ 2389634 h 6858000"/>
              <a:gd name="connsiteX893" fmla="*/ 5942958 w 7467600"/>
              <a:gd name="connsiteY893" fmla="*/ 2077708 h 6858000"/>
              <a:gd name="connsiteX894" fmla="*/ 5921559 w 7467600"/>
              <a:gd name="connsiteY894" fmla="*/ 2378596 h 6858000"/>
              <a:gd name="connsiteX895" fmla="*/ 5817651 w 7467600"/>
              <a:gd name="connsiteY895" fmla="*/ 3023919 h 6858000"/>
              <a:gd name="connsiteX896" fmla="*/ 5729634 w 7467600"/>
              <a:gd name="connsiteY896" fmla="*/ 3051849 h 6858000"/>
              <a:gd name="connsiteX897" fmla="*/ 5611018 w 7467600"/>
              <a:gd name="connsiteY897" fmla="*/ 2316769 h 6858000"/>
              <a:gd name="connsiteX898" fmla="*/ 5687608 w 7467600"/>
              <a:gd name="connsiteY898" fmla="*/ 2039972 h 6858000"/>
              <a:gd name="connsiteX899" fmla="*/ 5657554 w 7467600"/>
              <a:gd name="connsiteY899" fmla="*/ 1576445 h 6858000"/>
              <a:gd name="connsiteX900" fmla="*/ 5150475 w 7467600"/>
              <a:gd name="connsiteY900" fmla="*/ 1274012 h 6858000"/>
              <a:gd name="connsiteX901" fmla="*/ 5349142 w 7467600"/>
              <a:gd name="connsiteY901" fmla="*/ 2204405 h 6858000"/>
              <a:gd name="connsiteX902" fmla="*/ 5262214 w 7467600"/>
              <a:gd name="connsiteY902" fmla="*/ 2233836 h 6858000"/>
              <a:gd name="connsiteX903" fmla="*/ 4981539 w 7467600"/>
              <a:gd name="connsiteY903" fmla="*/ 1542201 h 6858000"/>
              <a:gd name="connsiteX904" fmla="*/ 4958461 w 7467600"/>
              <a:gd name="connsiteY904" fmla="*/ 1136957 h 6858000"/>
              <a:gd name="connsiteX905" fmla="*/ 4655015 w 7467600"/>
              <a:gd name="connsiteY905" fmla="*/ 891426 h 6858000"/>
              <a:gd name="connsiteX906" fmla="*/ 4348002 w 7467600"/>
              <a:gd name="connsiteY906" fmla="*/ 2205895 h 6858000"/>
              <a:gd name="connsiteX907" fmla="*/ 4262250 w 7467600"/>
              <a:gd name="connsiteY907" fmla="*/ 2219972 h 6858000"/>
              <a:gd name="connsiteX908" fmla="*/ 4550611 w 7467600"/>
              <a:gd name="connsiteY908" fmla="*/ 817540 h 6858000"/>
              <a:gd name="connsiteX909" fmla="*/ 4564418 w 7467600"/>
              <a:gd name="connsiteY909" fmla="*/ 808293 h 6858000"/>
              <a:gd name="connsiteX910" fmla="*/ 4266388 w 7467600"/>
              <a:gd name="connsiteY910" fmla="*/ 500083 h 6858000"/>
              <a:gd name="connsiteX911" fmla="*/ 4032842 w 7467600"/>
              <a:gd name="connsiteY911" fmla="*/ 211809 h 6858000"/>
              <a:gd name="connsiteX912" fmla="*/ 3882765 w 7467600"/>
              <a:gd name="connsiteY912" fmla="*/ 0 h 6858000"/>
              <a:gd name="connsiteX913" fmla="*/ 3721337 w 7467600"/>
              <a:gd name="connsiteY913" fmla="*/ 0 h 6858000"/>
              <a:gd name="connsiteX914" fmla="*/ 3797544 w 7467600"/>
              <a:gd name="connsiteY914" fmla="*/ 0 h 6858000"/>
              <a:gd name="connsiteX915" fmla="*/ 3775734 w 7467600"/>
              <a:gd name="connsiteY915" fmla="*/ 95131 h 6858000"/>
              <a:gd name="connsiteX916" fmla="*/ 3724807 w 7467600"/>
              <a:gd name="connsiteY916" fmla="*/ 272257 h 6858000"/>
              <a:gd name="connsiteX917" fmla="*/ 3726844 w 7467600"/>
              <a:gd name="connsiteY917" fmla="*/ 282988 h 6858000"/>
              <a:gd name="connsiteX918" fmla="*/ 3742664 w 7467600"/>
              <a:gd name="connsiteY918" fmla="*/ 279918 h 6858000"/>
              <a:gd name="connsiteX919" fmla="*/ 4103910 w 7467600"/>
              <a:gd name="connsiteY919" fmla="*/ 1161917 h 6858000"/>
              <a:gd name="connsiteX920" fmla="*/ 4020269 w 7467600"/>
              <a:gd name="connsiteY920" fmla="*/ 1200406 h 6858000"/>
              <a:gd name="connsiteX921" fmla="*/ 3674882 w 7467600"/>
              <a:gd name="connsiteY921" fmla="*/ 488524 h 6858000"/>
              <a:gd name="connsiteX922" fmla="*/ 3132682 w 7467600"/>
              <a:gd name="connsiteY922" fmla="*/ 1072284 h 6858000"/>
              <a:gd name="connsiteX923" fmla="*/ 2716346 w 7467600"/>
              <a:gd name="connsiteY923" fmla="*/ 1276376 h 6858000"/>
              <a:gd name="connsiteX924" fmla="*/ 2716772 w 7467600"/>
              <a:gd name="connsiteY924" fmla="*/ 1255462 h 6858000"/>
              <a:gd name="connsiteX925" fmla="*/ 3471096 w 7467600"/>
              <a:gd name="connsiteY925" fmla="*/ 437072 h 6858000"/>
              <a:gd name="connsiteX926" fmla="*/ 3639057 w 7467600"/>
              <a:gd name="connsiteY926" fmla="*/ 286334 h 6858000"/>
              <a:gd name="connsiteX927" fmla="*/ 3640309 w 7467600"/>
              <a:gd name="connsiteY927" fmla="*/ 284664 h 6858000"/>
              <a:gd name="connsiteX928" fmla="*/ 3646022 w 7467600"/>
              <a:gd name="connsiteY928" fmla="*/ 276711 h 6858000"/>
              <a:gd name="connsiteX929" fmla="*/ 3707943 w 7467600"/>
              <a:gd name="connsiteY929" fmla="*/ 65958 h 6858000"/>
              <a:gd name="connsiteX930" fmla="*/ 3721337 w 7467600"/>
              <a:gd name="connsiteY930" fmla="*/ 0 h 6858000"/>
              <a:gd name="connsiteX931" fmla="*/ 2867960 w 7467600"/>
              <a:gd name="connsiteY931" fmla="*/ 0 h 6858000"/>
              <a:gd name="connsiteX932" fmla="*/ 2926351 w 7467600"/>
              <a:gd name="connsiteY932" fmla="*/ 0 h 6858000"/>
              <a:gd name="connsiteX933" fmla="*/ 2902823 w 7467600"/>
              <a:gd name="connsiteY933" fmla="*/ 262929 h 6858000"/>
              <a:gd name="connsiteX934" fmla="*/ 2940663 w 7467600"/>
              <a:gd name="connsiteY934" fmla="*/ 140884 h 6858000"/>
              <a:gd name="connsiteX935" fmla="*/ 2947039 w 7467600"/>
              <a:gd name="connsiteY935" fmla="*/ 122524 h 6858000"/>
              <a:gd name="connsiteX936" fmla="*/ 2984316 w 7467600"/>
              <a:gd name="connsiteY936" fmla="*/ 0 h 6858000"/>
              <a:gd name="connsiteX937" fmla="*/ 3016114 w 7467600"/>
              <a:gd name="connsiteY937" fmla="*/ 0 h 6858000"/>
              <a:gd name="connsiteX938" fmla="*/ 2979949 w 7467600"/>
              <a:gd name="connsiteY938" fmla="*/ 119274 h 6858000"/>
              <a:gd name="connsiteX939" fmla="*/ 3023879 w 7467600"/>
              <a:gd name="connsiteY939" fmla="*/ 0 h 6858000"/>
              <a:gd name="connsiteX940" fmla="*/ 3105400 w 7467600"/>
              <a:gd name="connsiteY940" fmla="*/ 0 h 6858000"/>
              <a:gd name="connsiteX941" fmla="*/ 3094669 w 7467600"/>
              <a:gd name="connsiteY941" fmla="*/ 30308 h 6858000"/>
              <a:gd name="connsiteX942" fmla="*/ 2901945 w 7467600"/>
              <a:gd name="connsiteY942" fmla="*/ 466538 h 6858000"/>
              <a:gd name="connsiteX943" fmla="*/ 2815209 w 7467600"/>
              <a:gd name="connsiteY943" fmla="*/ 497361 h 6858000"/>
              <a:gd name="connsiteX944" fmla="*/ 2844845 w 7467600"/>
              <a:gd name="connsiteY944" fmla="*/ 127638 h 6858000"/>
              <a:gd name="connsiteX945" fmla="*/ 2867960 w 7467600"/>
              <a:gd name="connsiteY945" fmla="*/ 0 h 6858000"/>
              <a:gd name="connsiteX946" fmla="*/ 1057230 w 7467600"/>
              <a:gd name="connsiteY946" fmla="*/ 0 h 6858000"/>
              <a:gd name="connsiteX947" fmla="*/ 1111003 w 7467600"/>
              <a:gd name="connsiteY947" fmla="*/ 0 h 6858000"/>
              <a:gd name="connsiteX948" fmla="*/ 1125553 w 7467600"/>
              <a:gd name="connsiteY948" fmla="*/ 52588 h 6858000"/>
              <a:gd name="connsiteX949" fmla="*/ 1304276 w 7467600"/>
              <a:gd name="connsiteY949" fmla="*/ 476275 h 6858000"/>
              <a:gd name="connsiteX950" fmla="*/ 1492066 w 7467600"/>
              <a:gd name="connsiteY950" fmla="*/ 886333 h 6858000"/>
              <a:gd name="connsiteX951" fmla="*/ 1423698 w 7467600"/>
              <a:gd name="connsiteY951" fmla="*/ 710817 h 6858000"/>
              <a:gd name="connsiteX952" fmla="*/ 1357609 w 7467600"/>
              <a:gd name="connsiteY952" fmla="*/ 532892 h 6858000"/>
              <a:gd name="connsiteX953" fmla="*/ 1309550 w 7467600"/>
              <a:gd name="connsiteY953" fmla="*/ 374031 h 6858000"/>
              <a:gd name="connsiteX954" fmla="*/ 1193673 w 7467600"/>
              <a:gd name="connsiteY954" fmla="*/ 49533 h 6858000"/>
              <a:gd name="connsiteX955" fmla="*/ 1164391 w 7467600"/>
              <a:gd name="connsiteY955" fmla="*/ 0 h 6858000"/>
              <a:gd name="connsiteX956" fmla="*/ 1200666 w 7467600"/>
              <a:gd name="connsiteY956" fmla="*/ 0 h 6858000"/>
              <a:gd name="connsiteX957" fmla="*/ 1223408 w 7467600"/>
              <a:gd name="connsiteY957" fmla="*/ 38996 h 6858000"/>
              <a:gd name="connsiteX958" fmla="*/ 1339635 w 7467600"/>
              <a:gd name="connsiteY958" fmla="*/ 365517 h 6858000"/>
              <a:gd name="connsiteX959" fmla="*/ 1387469 w 7467600"/>
              <a:gd name="connsiteY959" fmla="*/ 523079 h 6858000"/>
              <a:gd name="connsiteX960" fmla="*/ 1452685 w 7467600"/>
              <a:gd name="connsiteY960" fmla="*/ 699806 h 6858000"/>
              <a:gd name="connsiteX961" fmla="*/ 1492092 w 7467600"/>
              <a:gd name="connsiteY961" fmla="*/ 800424 h 6858000"/>
              <a:gd name="connsiteX962" fmla="*/ 1455302 w 7467600"/>
              <a:gd name="connsiteY962" fmla="*/ 632913 h 6858000"/>
              <a:gd name="connsiteX963" fmla="*/ 1222336 w 7467600"/>
              <a:gd name="connsiteY963" fmla="*/ 9480 h 6858000"/>
              <a:gd name="connsiteX964" fmla="*/ 1214634 w 7467600"/>
              <a:gd name="connsiteY964" fmla="*/ 0 h 6858000"/>
              <a:gd name="connsiteX965" fmla="*/ 1289827 w 7467600"/>
              <a:gd name="connsiteY965" fmla="*/ 0 h 6858000"/>
              <a:gd name="connsiteX966" fmla="*/ 1321076 w 7467600"/>
              <a:gd name="connsiteY966" fmla="*/ 59722 h 6858000"/>
              <a:gd name="connsiteX967" fmla="*/ 1512579 w 7467600"/>
              <a:gd name="connsiteY967" fmla="*/ 626441 h 6858000"/>
              <a:gd name="connsiteX968" fmla="*/ 1506076 w 7467600"/>
              <a:gd name="connsiteY968" fmla="*/ 1089289 h 6858000"/>
              <a:gd name="connsiteX969" fmla="*/ 1486346 w 7467600"/>
              <a:gd name="connsiteY969" fmla="*/ 1079919 h 6858000"/>
              <a:gd name="connsiteX970" fmla="*/ 1070511 w 7467600"/>
              <a:gd name="connsiteY970" fmla="*/ 48609 h 6858000"/>
              <a:gd name="connsiteX971" fmla="*/ 1057230 w 7467600"/>
              <a:gd name="connsiteY971" fmla="*/ 0 h 6858000"/>
              <a:gd name="connsiteX972" fmla="*/ 43151 w 7467600"/>
              <a:gd name="connsiteY972" fmla="*/ 0 h 6858000"/>
              <a:gd name="connsiteX973" fmla="*/ 95283 w 7467600"/>
              <a:gd name="connsiteY973" fmla="*/ 0 h 6858000"/>
              <a:gd name="connsiteX974" fmla="*/ 300708 w 7467600"/>
              <a:gd name="connsiteY974" fmla="*/ 154571 h 6858000"/>
              <a:gd name="connsiteX975" fmla="*/ 530414 w 7467600"/>
              <a:gd name="connsiteY975" fmla="*/ 354673 h 6858000"/>
              <a:gd name="connsiteX976" fmla="*/ 333785 w 7467600"/>
              <a:gd name="connsiteY976" fmla="*/ 161564 h 6858000"/>
              <a:gd name="connsiteX977" fmla="*/ 147005 w 7467600"/>
              <a:gd name="connsiteY977" fmla="*/ 0 h 6858000"/>
              <a:gd name="connsiteX978" fmla="*/ 272509 w 7467600"/>
              <a:gd name="connsiteY978" fmla="*/ 0 h 6858000"/>
              <a:gd name="connsiteX979" fmla="*/ 326276 w 7467600"/>
              <a:gd name="connsiteY979" fmla="*/ 45847 h 6858000"/>
              <a:gd name="connsiteX980" fmla="*/ 823759 w 7467600"/>
              <a:gd name="connsiteY980" fmla="*/ 574145 h 6858000"/>
              <a:gd name="connsiteX981" fmla="*/ 811254 w 7467600"/>
              <a:gd name="connsiteY981" fmla="*/ 665546 h 6858000"/>
              <a:gd name="connsiteX982" fmla="*/ 154042 w 7467600"/>
              <a:gd name="connsiteY982" fmla="*/ 261522 h 6858000"/>
              <a:gd name="connsiteX983" fmla="*/ 13550 w 7467600"/>
              <a:gd name="connsiteY983" fmla="*/ 158423 h 6858000"/>
              <a:gd name="connsiteX984" fmla="*/ 0 w 7467600"/>
              <a:gd name="connsiteY984" fmla="*/ 146618 h 6858000"/>
              <a:gd name="connsiteX985" fmla="*/ 0 w 7467600"/>
              <a:gd name="connsiteY985" fmla="*/ 59161 h 6858000"/>
              <a:gd name="connsiteX986" fmla="*/ 45427 w 7467600"/>
              <a:gd name="connsiteY986" fmla="*/ 101078 h 6858000"/>
              <a:gd name="connsiteX987" fmla="*/ 630103 w 7467600"/>
              <a:gd name="connsiteY987" fmla="*/ 485885 h 6858000"/>
              <a:gd name="connsiteX988" fmla="*/ 532040 w 7467600"/>
              <a:gd name="connsiteY988" fmla="*/ 399359 h 6858000"/>
              <a:gd name="connsiteX989" fmla="*/ 517618 w 7467600"/>
              <a:gd name="connsiteY989" fmla="*/ 385726 h 6858000"/>
              <a:gd name="connsiteX990" fmla="*/ 285074 w 7467600"/>
              <a:gd name="connsiteY990" fmla="*/ 182755 h 6858000"/>
              <a:gd name="connsiteX991" fmla="*/ 43151 w 7467600"/>
              <a:gd name="connsiteY99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12201 w 7467600"/>
              <a:gd name="connsiteY134" fmla="*/ 5128278 h 6858000"/>
              <a:gd name="connsiteX135" fmla="*/ 1903353 w 7467600"/>
              <a:gd name="connsiteY135" fmla="*/ 5044827 h 6858000"/>
              <a:gd name="connsiteX136" fmla="*/ 1936931 w 7467600"/>
              <a:gd name="connsiteY136" fmla="*/ 5093954 h 6858000"/>
              <a:gd name="connsiteX137" fmla="*/ 2195868 w 7467600"/>
              <a:gd name="connsiteY137" fmla="*/ 5396574 h 6858000"/>
              <a:gd name="connsiteX138" fmla="*/ 2088852 w 7467600"/>
              <a:gd name="connsiteY138" fmla="*/ 5166123 h 6858000"/>
              <a:gd name="connsiteX139" fmla="*/ 1958241 w 7467600"/>
              <a:gd name="connsiteY139" fmla="*/ 5067955 h 6858000"/>
              <a:gd name="connsiteX140" fmla="*/ 1903353 w 7467600"/>
              <a:gd name="connsiteY140" fmla="*/ 5044827 h 6858000"/>
              <a:gd name="connsiteX141" fmla="*/ 1979378 w 7467600"/>
              <a:gd name="connsiteY141" fmla="*/ 4769504 h 6858000"/>
              <a:gd name="connsiteX142" fmla="*/ 2882120 w 7467600"/>
              <a:gd name="connsiteY142" fmla="*/ 5064547 h 6858000"/>
              <a:gd name="connsiteX143" fmla="*/ 2793103 w 7467600"/>
              <a:gd name="connsiteY143" fmla="*/ 5039699 h 6858000"/>
              <a:gd name="connsiteX144" fmla="*/ 2770041 w 7467600"/>
              <a:gd name="connsiteY144" fmla="*/ 5033634 h 6858000"/>
              <a:gd name="connsiteX145" fmla="*/ 1979378 w 7467600"/>
              <a:gd name="connsiteY145" fmla="*/ 4769504 h 6858000"/>
              <a:gd name="connsiteX146" fmla="*/ 1927410 w 7467600"/>
              <a:gd name="connsiteY146" fmla="*/ 4716164 h 6858000"/>
              <a:gd name="connsiteX147" fmla="*/ 1959587 w 7467600"/>
              <a:gd name="connsiteY147" fmla="*/ 4728849 h 6858000"/>
              <a:gd name="connsiteX148" fmla="*/ 2777707 w 7467600"/>
              <a:gd name="connsiteY148" fmla="*/ 5003991 h 6858000"/>
              <a:gd name="connsiteX149" fmla="*/ 2800768 w 7467600"/>
              <a:gd name="connsiteY149" fmla="*/ 5010056 h 6858000"/>
              <a:gd name="connsiteX150" fmla="*/ 2879408 w 7467600"/>
              <a:gd name="connsiteY150" fmla="*/ 5031590 h 6858000"/>
              <a:gd name="connsiteX151" fmla="*/ 2862295 w 7467600"/>
              <a:gd name="connsiteY151" fmla="*/ 5022958 h 6858000"/>
              <a:gd name="connsiteX152" fmla="*/ 2813343 w 7467600"/>
              <a:gd name="connsiteY152" fmla="*/ 4998369 h 6858000"/>
              <a:gd name="connsiteX153" fmla="*/ 2646245 w 7467600"/>
              <a:gd name="connsiteY153" fmla="*/ 4930999 h 6858000"/>
              <a:gd name="connsiteX154" fmla="*/ 1999243 w 7467600"/>
              <a:gd name="connsiteY154" fmla="*/ 4730524 h 6858000"/>
              <a:gd name="connsiteX155" fmla="*/ 1979527 w 7467600"/>
              <a:gd name="connsiteY155" fmla="*/ 4726651 h 6858000"/>
              <a:gd name="connsiteX156" fmla="*/ 1927410 w 7467600"/>
              <a:gd name="connsiteY156" fmla="*/ 4716164 h 6858000"/>
              <a:gd name="connsiteX157" fmla="*/ 1997014 w 7467600"/>
              <a:gd name="connsiteY157" fmla="*/ 4698007 h 6858000"/>
              <a:gd name="connsiteX158" fmla="*/ 2005458 w 7467600"/>
              <a:gd name="connsiteY158" fmla="*/ 4699540 h 6858000"/>
              <a:gd name="connsiteX159" fmla="*/ 2657186 w 7467600"/>
              <a:gd name="connsiteY159" fmla="*/ 4901687 h 6858000"/>
              <a:gd name="connsiteX160" fmla="*/ 2826662 w 7467600"/>
              <a:gd name="connsiteY160" fmla="*/ 4970362 h 6858000"/>
              <a:gd name="connsiteX161" fmla="*/ 2876100 w 7467600"/>
              <a:gd name="connsiteY161" fmla="*/ 4995397 h 6858000"/>
              <a:gd name="connsiteX162" fmla="*/ 3042600 w 7467600"/>
              <a:gd name="connsiteY162" fmla="*/ 5059532 h 6858000"/>
              <a:gd name="connsiteX163" fmla="*/ 1997014 w 7467600"/>
              <a:gd name="connsiteY163" fmla="*/ 4698007 h 6858000"/>
              <a:gd name="connsiteX164" fmla="*/ 2305292 w 7467600"/>
              <a:gd name="connsiteY164" fmla="*/ 4219492 h 6858000"/>
              <a:gd name="connsiteX165" fmla="*/ 3360922 w 7467600"/>
              <a:gd name="connsiteY165" fmla="*/ 4529373 h 6858000"/>
              <a:gd name="connsiteX166" fmla="*/ 3492420 w 7467600"/>
              <a:gd name="connsiteY166" fmla="*/ 4510145 h 6858000"/>
              <a:gd name="connsiteX167" fmla="*/ 3364086 w 7467600"/>
              <a:gd name="connsiteY167" fmla="*/ 4480340 h 6858000"/>
              <a:gd name="connsiteX168" fmla="*/ 3225818 w 7467600"/>
              <a:gd name="connsiteY168" fmla="*/ 4411822 h 6858000"/>
              <a:gd name="connsiteX169" fmla="*/ 3129696 w 7467600"/>
              <a:gd name="connsiteY169" fmla="*/ 4360704 h 6858000"/>
              <a:gd name="connsiteX170" fmla="*/ 2814545 w 7467600"/>
              <a:gd name="connsiteY170" fmla="*/ 4282955 h 6858000"/>
              <a:gd name="connsiteX171" fmla="*/ 2305292 w 7467600"/>
              <a:gd name="connsiteY171" fmla="*/ 4219492 h 6858000"/>
              <a:gd name="connsiteX172" fmla="*/ 2626982 w 7467600"/>
              <a:gd name="connsiteY172" fmla="*/ 4206450 h 6858000"/>
              <a:gd name="connsiteX173" fmla="*/ 2490617 w 7467600"/>
              <a:gd name="connsiteY173" fmla="*/ 4206951 h 6858000"/>
              <a:gd name="connsiteX174" fmla="*/ 2819869 w 7467600"/>
              <a:gd name="connsiteY174" fmla="*/ 4252936 h 6858000"/>
              <a:gd name="connsiteX175" fmla="*/ 3143018 w 7467600"/>
              <a:gd name="connsiteY175" fmla="*/ 4332698 h 6858000"/>
              <a:gd name="connsiteX176" fmla="*/ 3241520 w 7467600"/>
              <a:gd name="connsiteY176" fmla="*/ 4385112 h 6858000"/>
              <a:gd name="connsiteX177" fmla="*/ 3374575 w 7467600"/>
              <a:gd name="connsiteY177" fmla="*/ 4451517 h 6858000"/>
              <a:gd name="connsiteX178" fmla="*/ 3505221 w 7467600"/>
              <a:gd name="connsiteY178" fmla="*/ 4480757 h 6858000"/>
              <a:gd name="connsiteX179" fmla="*/ 2626982 w 7467600"/>
              <a:gd name="connsiteY179" fmla="*/ 4206450 h 6858000"/>
              <a:gd name="connsiteX180" fmla="*/ 1310106 w 7467600"/>
              <a:gd name="connsiteY180" fmla="*/ 3943217 h 6858000"/>
              <a:gd name="connsiteX181" fmla="*/ 854994 w 7467600"/>
              <a:gd name="connsiteY181" fmla="*/ 4399136 h 6858000"/>
              <a:gd name="connsiteX182" fmla="*/ 742462 w 7467600"/>
              <a:gd name="connsiteY182" fmla="*/ 4594648 h 6858000"/>
              <a:gd name="connsiteX183" fmla="*/ 820602 w 7467600"/>
              <a:gd name="connsiteY183" fmla="*/ 4485915 h 6858000"/>
              <a:gd name="connsiteX184" fmla="*/ 878295 w 7467600"/>
              <a:gd name="connsiteY184" fmla="*/ 4403594 h 6858000"/>
              <a:gd name="connsiteX185" fmla="*/ 1240607 w 7467600"/>
              <a:gd name="connsiteY185" fmla="*/ 4010401 h 6858000"/>
              <a:gd name="connsiteX186" fmla="*/ 1310106 w 7467600"/>
              <a:gd name="connsiteY186" fmla="*/ 3943217 h 6858000"/>
              <a:gd name="connsiteX187" fmla="*/ 1423113 w 7467600"/>
              <a:gd name="connsiteY187" fmla="*/ 3874565 h 6858000"/>
              <a:gd name="connsiteX188" fmla="*/ 1260565 w 7467600"/>
              <a:gd name="connsiteY188" fmla="*/ 4031982 h 6858000"/>
              <a:gd name="connsiteX189" fmla="*/ 901900 w 7467600"/>
              <a:gd name="connsiteY189" fmla="*/ 4421236 h 6858000"/>
              <a:gd name="connsiteX190" fmla="*/ 845044 w 7467600"/>
              <a:gd name="connsiteY190" fmla="*/ 4502436 h 6858000"/>
              <a:gd name="connsiteX191" fmla="*/ 685926 w 7467600"/>
              <a:gd name="connsiteY191" fmla="*/ 4703069 h 6858000"/>
              <a:gd name="connsiteX192" fmla="*/ 684248 w 7467600"/>
              <a:gd name="connsiteY192" fmla="*/ 4706721 h 6858000"/>
              <a:gd name="connsiteX193" fmla="*/ 1423113 w 7467600"/>
              <a:gd name="connsiteY193" fmla="*/ 3874565 h 6858000"/>
              <a:gd name="connsiteX194" fmla="*/ 3316479 w 7467600"/>
              <a:gd name="connsiteY194" fmla="*/ 3872136 h 6858000"/>
              <a:gd name="connsiteX195" fmla="*/ 3546806 w 7467600"/>
              <a:gd name="connsiteY195" fmla="*/ 4356139 h 6858000"/>
              <a:gd name="connsiteX196" fmla="*/ 3364433 w 7467600"/>
              <a:gd name="connsiteY196" fmla="*/ 3953121 h 6858000"/>
              <a:gd name="connsiteX197" fmla="*/ 3316479 w 7467600"/>
              <a:gd name="connsiteY197" fmla="*/ 3872136 h 6858000"/>
              <a:gd name="connsiteX198" fmla="*/ 3291335 w 7467600"/>
              <a:gd name="connsiteY198" fmla="*/ 3767420 h 6858000"/>
              <a:gd name="connsiteX199" fmla="*/ 3390805 w 7467600"/>
              <a:gd name="connsiteY199" fmla="*/ 3937163 h 6858000"/>
              <a:gd name="connsiteX200" fmla="*/ 3579062 w 7467600"/>
              <a:gd name="connsiteY200" fmla="*/ 4359040 h 6858000"/>
              <a:gd name="connsiteX201" fmla="*/ 3467355 w 7467600"/>
              <a:gd name="connsiteY201" fmla="*/ 3988130 h 6858000"/>
              <a:gd name="connsiteX202" fmla="*/ 3310753 w 7467600"/>
              <a:gd name="connsiteY202" fmla="*/ 3787140 h 6858000"/>
              <a:gd name="connsiteX203" fmla="*/ 3291335 w 7467600"/>
              <a:gd name="connsiteY203" fmla="*/ 3767420 h 6858000"/>
              <a:gd name="connsiteX204" fmla="*/ 1635889 w 7467600"/>
              <a:gd name="connsiteY204" fmla="*/ 3709494 h 6858000"/>
              <a:gd name="connsiteX205" fmla="*/ 1634800 w 7467600"/>
              <a:gd name="connsiteY205" fmla="*/ 3731111 h 6858000"/>
              <a:gd name="connsiteX206" fmla="*/ 1635889 w 7467600"/>
              <a:gd name="connsiteY206" fmla="*/ 3709494 h 6858000"/>
              <a:gd name="connsiteX207" fmla="*/ 1510397 w 7467600"/>
              <a:gd name="connsiteY207" fmla="*/ 3684705 h 6858000"/>
              <a:gd name="connsiteX208" fmla="*/ 1146550 w 7467600"/>
              <a:gd name="connsiteY208" fmla="*/ 3802012 h 6858000"/>
              <a:gd name="connsiteX209" fmla="*/ 698834 w 7467600"/>
              <a:gd name="connsiteY209" fmla="*/ 3952272 h 6858000"/>
              <a:gd name="connsiteX210" fmla="*/ 34256 w 7467600"/>
              <a:gd name="connsiteY210" fmla="*/ 4347603 h 6858000"/>
              <a:gd name="connsiteX211" fmla="*/ 527241 w 7467600"/>
              <a:gd name="connsiteY211" fmla="*/ 4065078 h 6858000"/>
              <a:gd name="connsiteX212" fmla="*/ 1510397 w 7467600"/>
              <a:gd name="connsiteY212" fmla="*/ 3684705 h 6858000"/>
              <a:gd name="connsiteX213" fmla="*/ 1313114 w 7467600"/>
              <a:gd name="connsiteY213" fmla="*/ 3655216 h 6858000"/>
              <a:gd name="connsiteX214" fmla="*/ 1109304 w 7467600"/>
              <a:gd name="connsiteY214" fmla="*/ 3669030 h 6858000"/>
              <a:gd name="connsiteX215" fmla="*/ 8129 w 7467600"/>
              <a:gd name="connsiteY215" fmla="*/ 4330519 h 6858000"/>
              <a:gd name="connsiteX216" fmla="*/ 687572 w 7467600"/>
              <a:gd name="connsiteY216" fmla="*/ 3925629 h 6858000"/>
              <a:gd name="connsiteX217" fmla="*/ 1138365 w 7467600"/>
              <a:gd name="connsiteY217" fmla="*/ 3774515 h 6858000"/>
              <a:gd name="connsiteX218" fmla="*/ 1505579 w 7467600"/>
              <a:gd name="connsiteY218" fmla="*/ 3655526 h 6858000"/>
              <a:gd name="connsiteX219" fmla="*/ 1313114 w 7467600"/>
              <a:gd name="connsiteY219" fmla="*/ 3655216 h 6858000"/>
              <a:gd name="connsiteX220" fmla="*/ 3655073 w 7467600"/>
              <a:gd name="connsiteY220" fmla="*/ 3650884 h 6858000"/>
              <a:gd name="connsiteX221" fmla="*/ 3989938 w 7467600"/>
              <a:gd name="connsiteY221" fmla="*/ 3991685 h 6858000"/>
              <a:gd name="connsiteX222" fmla="*/ 4393907 w 7467600"/>
              <a:gd name="connsiteY222" fmla="*/ 4261258 h 6858000"/>
              <a:gd name="connsiteX223" fmla="*/ 4648051 w 7467600"/>
              <a:gd name="connsiteY223" fmla="*/ 4374051 h 6858000"/>
              <a:gd name="connsiteX224" fmla="*/ 4383389 w 7467600"/>
              <a:gd name="connsiteY224" fmla="*/ 4184369 h 6858000"/>
              <a:gd name="connsiteX225" fmla="*/ 4165508 w 7467600"/>
              <a:gd name="connsiteY225" fmla="*/ 4035196 h 6858000"/>
              <a:gd name="connsiteX226" fmla="*/ 4068162 w 7467600"/>
              <a:gd name="connsiteY226" fmla="*/ 3953394 h 6858000"/>
              <a:gd name="connsiteX227" fmla="*/ 3981416 w 7467600"/>
              <a:gd name="connsiteY227" fmla="*/ 3880482 h 6858000"/>
              <a:gd name="connsiteX228" fmla="*/ 3800147 w 7467600"/>
              <a:gd name="connsiteY228" fmla="*/ 3749872 h 6858000"/>
              <a:gd name="connsiteX229" fmla="*/ 3655073 w 7467600"/>
              <a:gd name="connsiteY229" fmla="*/ 3650884 h 6858000"/>
              <a:gd name="connsiteX230" fmla="*/ 3670252 w 7467600"/>
              <a:gd name="connsiteY230" fmla="*/ 3622798 h 6858000"/>
              <a:gd name="connsiteX231" fmla="*/ 3817258 w 7467600"/>
              <a:gd name="connsiteY231" fmla="*/ 3723577 h 6858000"/>
              <a:gd name="connsiteX232" fmla="*/ 4000461 w 7467600"/>
              <a:gd name="connsiteY232" fmla="*/ 3855966 h 6858000"/>
              <a:gd name="connsiteX233" fmla="*/ 4088180 w 7467600"/>
              <a:gd name="connsiteY233" fmla="*/ 3929774 h 6858000"/>
              <a:gd name="connsiteX234" fmla="*/ 4184555 w 7467600"/>
              <a:gd name="connsiteY234" fmla="*/ 4010683 h 6858000"/>
              <a:gd name="connsiteX235" fmla="*/ 4399563 w 7467600"/>
              <a:gd name="connsiteY235" fmla="*/ 4158106 h 6858000"/>
              <a:gd name="connsiteX236" fmla="*/ 4684469 w 7467600"/>
              <a:gd name="connsiteY236" fmla="*/ 4364680 h 6858000"/>
              <a:gd name="connsiteX237" fmla="*/ 4690271 w 7467600"/>
              <a:gd name="connsiteY237" fmla="*/ 4370034 h 6858000"/>
              <a:gd name="connsiteX238" fmla="*/ 4136093 w 7467600"/>
              <a:gd name="connsiteY238" fmla="*/ 3858466 h 6858000"/>
              <a:gd name="connsiteX239" fmla="*/ 3670252 w 7467600"/>
              <a:gd name="connsiteY239" fmla="*/ 3622798 h 6858000"/>
              <a:gd name="connsiteX240" fmla="*/ 4440129 w 7467600"/>
              <a:gd name="connsiteY240" fmla="*/ 3448571 h 6858000"/>
              <a:gd name="connsiteX241" fmla="*/ 4856525 w 7467600"/>
              <a:gd name="connsiteY241" fmla="*/ 3915351 h 6858000"/>
              <a:gd name="connsiteX242" fmla="*/ 5059055 w 7467600"/>
              <a:gd name="connsiteY242" fmla="*/ 4108918 h 6858000"/>
              <a:gd name="connsiteX243" fmla="*/ 5290070 w 7467600"/>
              <a:gd name="connsiteY243" fmla="*/ 4263619 h 6858000"/>
              <a:gd name="connsiteX244" fmla="*/ 4834991 w 7467600"/>
              <a:gd name="connsiteY244" fmla="*/ 3830985 h 6858000"/>
              <a:gd name="connsiteX245" fmla="*/ 4440129 w 7467600"/>
              <a:gd name="connsiteY245" fmla="*/ 3448571 h 6858000"/>
              <a:gd name="connsiteX246" fmla="*/ 4441737 w 7467600"/>
              <a:gd name="connsiteY246" fmla="*/ 3399734 h 6858000"/>
              <a:gd name="connsiteX247" fmla="*/ 4431236 w 7467600"/>
              <a:gd name="connsiteY247" fmla="*/ 3400954 h 6858000"/>
              <a:gd name="connsiteX248" fmla="*/ 4557150 w 7467600"/>
              <a:gd name="connsiteY248" fmla="*/ 3510023 h 6858000"/>
              <a:gd name="connsiteX249" fmla="*/ 4856936 w 7467600"/>
              <a:gd name="connsiteY249" fmla="*/ 3809146 h 6858000"/>
              <a:gd name="connsiteX250" fmla="*/ 5111996 w 7467600"/>
              <a:gd name="connsiteY250" fmla="*/ 4065759 h 6858000"/>
              <a:gd name="connsiteX251" fmla="*/ 5388878 w 7467600"/>
              <a:gd name="connsiteY251" fmla="*/ 4300185 h 6858000"/>
              <a:gd name="connsiteX252" fmla="*/ 5425556 w 7467600"/>
              <a:gd name="connsiteY252" fmla="*/ 4308967 h 6858000"/>
              <a:gd name="connsiteX253" fmla="*/ 4943646 w 7467600"/>
              <a:gd name="connsiteY253" fmla="*/ 3822916 h 6858000"/>
              <a:gd name="connsiteX254" fmla="*/ 4594837 w 7467600"/>
              <a:gd name="connsiteY254" fmla="*/ 3532274 h 6858000"/>
              <a:gd name="connsiteX255" fmla="*/ 4441737 w 7467600"/>
              <a:gd name="connsiteY255" fmla="*/ 3399734 h 6858000"/>
              <a:gd name="connsiteX256" fmla="*/ 5425834 w 7467600"/>
              <a:gd name="connsiteY256" fmla="*/ 3162785 h 6858000"/>
              <a:gd name="connsiteX257" fmla="*/ 5401644 w 7467600"/>
              <a:gd name="connsiteY257" fmla="*/ 3617847 h 6858000"/>
              <a:gd name="connsiteX258" fmla="*/ 5467256 w 7467600"/>
              <a:gd name="connsiteY258" fmla="*/ 4175494 h 6858000"/>
              <a:gd name="connsiteX259" fmla="*/ 5448069 w 7467600"/>
              <a:gd name="connsiteY259" fmla="*/ 3567554 h 6858000"/>
              <a:gd name="connsiteX260" fmla="*/ 5425834 w 7467600"/>
              <a:gd name="connsiteY260" fmla="*/ 3162785 h 6858000"/>
              <a:gd name="connsiteX261" fmla="*/ 1318687 w 7467600"/>
              <a:gd name="connsiteY261" fmla="*/ 3113840 h 6858000"/>
              <a:gd name="connsiteX262" fmla="*/ 1066793 w 7467600"/>
              <a:gd name="connsiteY262" fmla="*/ 3212171 h 6858000"/>
              <a:gd name="connsiteX263" fmla="*/ 993319 w 7467600"/>
              <a:gd name="connsiteY263" fmla="*/ 3247648 h 6858000"/>
              <a:gd name="connsiteX264" fmla="*/ 853081 w 7467600"/>
              <a:gd name="connsiteY264" fmla="*/ 3312410 h 6858000"/>
              <a:gd name="connsiteX265" fmla="*/ 805957 w 7467600"/>
              <a:gd name="connsiteY265" fmla="*/ 3330443 h 6858000"/>
              <a:gd name="connsiteX266" fmla="*/ 1318687 w 7467600"/>
              <a:gd name="connsiteY266" fmla="*/ 3113840 h 6858000"/>
              <a:gd name="connsiteX267" fmla="*/ 5453702 w 7467600"/>
              <a:gd name="connsiteY267" fmla="*/ 3090882 h 6858000"/>
              <a:gd name="connsiteX268" fmla="*/ 5480135 w 7467600"/>
              <a:gd name="connsiteY268" fmla="*/ 3565802 h 6858000"/>
              <a:gd name="connsiteX269" fmla="*/ 5499023 w 7467600"/>
              <a:gd name="connsiteY269" fmla="*/ 4166310 h 6858000"/>
              <a:gd name="connsiteX270" fmla="*/ 5547022 w 7467600"/>
              <a:gd name="connsiteY270" fmla="*/ 3607838 h 6858000"/>
              <a:gd name="connsiteX271" fmla="*/ 5515964 w 7467600"/>
              <a:gd name="connsiteY271" fmla="*/ 3378541 h 6858000"/>
              <a:gd name="connsiteX272" fmla="*/ 5453702 w 7467600"/>
              <a:gd name="connsiteY272" fmla="*/ 3090882 h 6858000"/>
              <a:gd name="connsiteX273" fmla="*/ 1238695 w 7467600"/>
              <a:gd name="connsiteY273" fmla="*/ 3076820 h 6858000"/>
              <a:gd name="connsiteX274" fmla="*/ 716371 w 7467600"/>
              <a:gd name="connsiteY274" fmla="*/ 3293249 h 6858000"/>
              <a:gd name="connsiteX275" fmla="*/ 579522 w 7467600"/>
              <a:gd name="connsiteY275" fmla="*/ 3371759 h 6858000"/>
              <a:gd name="connsiteX276" fmla="*/ 600288 w 7467600"/>
              <a:gd name="connsiteY276" fmla="*/ 3365555 h 6858000"/>
              <a:gd name="connsiteX277" fmla="*/ 840692 w 7467600"/>
              <a:gd name="connsiteY277" fmla="*/ 3284921 h 6858000"/>
              <a:gd name="connsiteX278" fmla="*/ 979248 w 7467600"/>
              <a:gd name="connsiteY278" fmla="*/ 3221003 h 6858000"/>
              <a:gd name="connsiteX279" fmla="*/ 1053282 w 7467600"/>
              <a:gd name="connsiteY279" fmla="*/ 3185247 h 6858000"/>
              <a:gd name="connsiteX280" fmla="*/ 1320603 w 7467600"/>
              <a:gd name="connsiteY280" fmla="*/ 3081281 h 6858000"/>
              <a:gd name="connsiteX281" fmla="*/ 1238695 w 7467600"/>
              <a:gd name="connsiteY281" fmla="*/ 3076820 h 6858000"/>
              <a:gd name="connsiteX282" fmla="*/ 5425627 w 7467600"/>
              <a:gd name="connsiteY282" fmla="*/ 2954192 h 6858000"/>
              <a:gd name="connsiteX283" fmla="*/ 5470770 w 7467600"/>
              <a:gd name="connsiteY283" fmla="*/ 3005435 h 6858000"/>
              <a:gd name="connsiteX284" fmla="*/ 5519779 w 7467600"/>
              <a:gd name="connsiteY284" fmla="*/ 4359223 h 6858000"/>
              <a:gd name="connsiteX285" fmla="*/ 5520293 w 7467600"/>
              <a:gd name="connsiteY285" fmla="*/ 4360602 h 6858000"/>
              <a:gd name="connsiteX286" fmla="*/ 5767221 w 7467600"/>
              <a:gd name="connsiteY286" fmla="*/ 4665564 h 6858000"/>
              <a:gd name="connsiteX287" fmla="*/ 6937169 w 7467600"/>
              <a:gd name="connsiteY287" fmla="*/ 4815941 h 6858000"/>
              <a:gd name="connsiteX288" fmla="*/ 6953922 w 7467600"/>
              <a:gd name="connsiteY288" fmla="*/ 4890068 h 6858000"/>
              <a:gd name="connsiteX289" fmla="*/ 6071359 w 7467600"/>
              <a:gd name="connsiteY289" fmla="*/ 4770770 h 6858000"/>
              <a:gd name="connsiteX290" fmla="*/ 6038839 w 7467600"/>
              <a:gd name="connsiteY290" fmla="*/ 4764474 h 6858000"/>
              <a:gd name="connsiteX291" fmla="*/ 6038706 w 7467600"/>
              <a:gd name="connsiteY291" fmla="*/ 4763847 h 6858000"/>
              <a:gd name="connsiteX292" fmla="*/ 6037784 w 7467600"/>
              <a:gd name="connsiteY292" fmla="*/ 4764270 h 6858000"/>
              <a:gd name="connsiteX293" fmla="*/ 6038839 w 7467600"/>
              <a:gd name="connsiteY293" fmla="*/ 4764474 h 6858000"/>
              <a:gd name="connsiteX294" fmla="*/ 6040338 w 7467600"/>
              <a:gd name="connsiteY294" fmla="*/ 4771418 h 6858000"/>
              <a:gd name="connsiteX295" fmla="*/ 6024488 w 7467600"/>
              <a:gd name="connsiteY295" fmla="*/ 4809903 h 6858000"/>
              <a:gd name="connsiteX296" fmla="*/ 5599771 w 7467600"/>
              <a:gd name="connsiteY296" fmla="*/ 5509652 h 6858000"/>
              <a:gd name="connsiteX297" fmla="*/ 5548843 w 7467600"/>
              <a:gd name="connsiteY297" fmla="*/ 5563845 h 6858000"/>
              <a:gd name="connsiteX298" fmla="*/ 5940952 w 7467600"/>
              <a:gd name="connsiteY298" fmla="*/ 6250028 h 6858000"/>
              <a:gd name="connsiteX299" fmla="*/ 6043441 w 7467600"/>
              <a:gd name="connsiteY299" fmla="*/ 6665847 h 6858000"/>
              <a:gd name="connsiteX300" fmla="*/ 6093432 w 7467600"/>
              <a:gd name="connsiteY300" fmla="*/ 6858000 h 6858000"/>
              <a:gd name="connsiteX301" fmla="*/ 6034344 w 7467600"/>
              <a:gd name="connsiteY301" fmla="*/ 6858000 h 6858000"/>
              <a:gd name="connsiteX302" fmla="*/ 6026679 w 7467600"/>
              <a:gd name="connsiteY302" fmla="*/ 6836959 h 6858000"/>
              <a:gd name="connsiteX303" fmla="*/ 5800441 w 7467600"/>
              <a:gd name="connsiteY303" fmla="*/ 6335286 h 6858000"/>
              <a:gd name="connsiteX304" fmla="*/ 5526562 w 7467600"/>
              <a:gd name="connsiteY304" fmla="*/ 5705388 h 6858000"/>
              <a:gd name="connsiteX305" fmla="*/ 5519640 w 7467600"/>
              <a:gd name="connsiteY305" fmla="*/ 5683774 h 6858000"/>
              <a:gd name="connsiteX306" fmla="*/ 5844559 w 7467600"/>
              <a:gd name="connsiteY306" fmla="*/ 6553349 h 6858000"/>
              <a:gd name="connsiteX307" fmla="*/ 5975994 w 7467600"/>
              <a:gd name="connsiteY307" fmla="*/ 6858000 h 6858000"/>
              <a:gd name="connsiteX308" fmla="*/ 5898547 w 7467600"/>
              <a:gd name="connsiteY308" fmla="*/ 6858000 h 6858000"/>
              <a:gd name="connsiteX309" fmla="*/ 5682041 w 7467600"/>
              <a:gd name="connsiteY309" fmla="*/ 6355860 h 6858000"/>
              <a:gd name="connsiteX310" fmla="*/ 5461758 w 7467600"/>
              <a:gd name="connsiteY310" fmla="*/ 5820220 h 6858000"/>
              <a:gd name="connsiteX311" fmla="*/ 5237282 w 7467600"/>
              <a:gd name="connsiteY311" fmla="*/ 6579086 h 6858000"/>
              <a:gd name="connsiteX312" fmla="*/ 5115009 w 7467600"/>
              <a:gd name="connsiteY312" fmla="*/ 6858000 h 6858000"/>
              <a:gd name="connsiteX313" fmla="*/ 5028074 w 7467600"/>
              <a:gd name="connsiteY313" fmla="*/ 6858000 h 6858000"/>
              <a:gd name="connsiteX314" fmla="*/ 5079508 w 7467600"/>
              <a:gd name="connsiteY314" fmla="*/ 6749074 h 6858000"/>
              <a:gd name="connsiteX315" fmla="*/ 5371846 w 7467600"/>
              <a:gd name="connsiteY315" fmla="*/ 5924413 h 6858000"/>
              <a:gd name="connsiteX316" fmla="*/ 5270512 w 7467600"/>
              <a:gd name="connsiteY316" fmla="*/ 6138975 h 6858000"/>
              <a:gd name="connsiteX317" fmla="*/ 5062409 w 7467600"/>
              <a:gd name="connsiteY317" fmla="*/ 6653544 h 6858000"/>
              <a:gd name="connsiteX318" fmla="*/ 5036628 w 7467600"/>
              <a:gd name="connsiteY318" fmla="*/ 6754247 h 6858000"/>
              <a:gd name="connsiteX319" fmla="*/ 5009112 w 7467600"/>
              <a:gd name="connsiteY319" fmla="*/ 6858000 h 6858000"/>
              <a:gd name="connsiteX320" fmla="*/ 4976679 w 7467600"/>
              <a:gd name="connsiteY320" fmla="*/ 6858000 h 6858000"/>
              <a:gd name="connsiteX321" fmla="*/ 5006537 w 7467600"/>
              <a:gd name="connsiteY321" fmla="*/ 6747068 h 6858000"/>
              <a:gd name="connsiteX322" fmla="*/ 5032723 w 7467600"/>
              <a:gd name="connsiteY322" fmla="*/ 6644957 h 6858000"/>
              <a:gd name="connsiteX323" fmla="*/ 5242949 w 7467600"/>
              <a:gd name="connsiteY323" fmla="*/ 6125175 h 6858000"/>
              <a:gd name="connsiteX324" fmla="*/ 5286321 w 7467600"/>
              <a:gd name="connsiteY324" fmla="*/ 6033555 h 6858000"/>
              <a:gd name="connsiteX325" fmla="*/ 5008210 w 7467600"/>
              <a:gd name="connsiteY325" fmla="*/ 6649194 h 6858000"/>
              <a:gd name="connsiteX326" fmla="*/ 4986321 w 7467600"/>
              <a:gd name="connsiteY326" fmla="*/ 6765687 h 6858000"/>
              <a:gd name="connsiteX327" fmla="*/ 4973474 w 7467600"/>
              <a:gd name="connsiteY327" fmla="*/ 6858000 h 6858000"/>
              <a:gd name="connsiteX328" fmla="*/ 4907178 w 7467600"/>
              <a:gd name="connsiteY328" fmla="*/ 6858000 h 6858000"/>
              <a:gd name="connsiteX329" fmla="*/ 4910810 w 7467600"/>
              <a:gd name="connsiteY329" fmla="*/ 6829660 h 6858000"/>
              <a:gd name="connsiteX330" fmla="*/ 4987461 w 7467600"/>
              <a:gd name="connsiteY330" fmla="*/ 6432994 h 6858000"/>
              <a:gd name="connsiteX331" fmla="*/ 5179262 w 7467600"/>
              <a:gd name="connsiteY331" fmla="*/ 6035044 h 6858000"/>
              <a:gd name="connsiteX332" fmla="*/ 4689678 w 7467600"/>
              <a:gd name="connsiteY332" fmla="*/ 6440241 h 6858000"/>
              <a:gd name="connsiteX333" fmla="*/ 4477543 w 7467600"/>
              <a:gd name="connsiteY333" fmla="*/ 6674836 h 6858000"/>
              <a:gd name="connsiteX334" fmla="*/ 4329957 w 7467600"/>
              <a:gd name="connsiteY334" fmla="*/ 6858000 h 6858000"/>
              <a:gd name="connsiteX335" fmla="*/ 4218595 w 7467600"/>
              <a:gd name="connsiteY335" fmla="*/ 6858000 h 6858000"/>
              <a:gd name="connsiteX336" fmla="*/ 4368888 w 7467600"/>
              <a:gd name="connsiteY336" fmla="*/ 6668412 h 6858000"/>
              <a:gd name="connsiteX337" fmla="*/ 4563091 w 7467600"/>
              <a:gd name="connsiteY337" fmla="*/ 6442508 h 6858000"/>
              <a:gd name="connsiteX338" fmla="*/ 5387324 w 7467600"/>
              <a:gd name="connsiteY338" fmla="*/ 5705830 h 6858000"/>
              <a:gd name="connsiteX339" fmla="*/ 5073620 w 7467600"/>
              <a:gd name="connsiteY339" fmla="*/ 5955437 h 6858000"/>
              <a:gd name="connsiteX340" fmla="*/ 4689789 w 7467600"/>
              <a:gd name="connsiteY340" fmla="*/ 6268382 h 6858000"/>
              <a:gd name="connsiteX341" fmla="*/ 4418722 w 7467600"/>
              <a:gd name="connsiteY341" fmla="*/ 6570886 h 6858000"/>
              <a:gd name="connsiteX342" fmla="*/ 4214944 w 7467600"/>
              <a:gd name="connsiteY342" fmla="*/ 6858000 h 6858000"/>
              <a:gd name="connsiteX343" fmla="*/ 4177898 w 7467600"/>
              <a:gd name="connsiteY343" fmla="*/ 6858000 h 6858000"/>
              <a:gd name="connsiteX344" fmla="*/ 4391597 w 7467600"/>
              <a:gd name="connsiteY344" fmla="*/ 6556370 h 6858000"/>
              <a:gd name="connsiteX345" fmla="*/ 4668889 w 7467600"/>
              <a:gd name="connsiteY345" fmla="*/ 6246399 h 6858000"/>
              <a:gd name="connsiteX346" fmla="*/ 5055427 w 7467600"/>
              <a:gd name="connsiteY346" fmla="*/ 5931476 h 6858000"/>
              <a:gd name="connsiteX347" fmla="*/ 5371814 w 7467600"/>
              <a:gd name="connsiteY347" fmla="*/ 5678975 h 6858000"/>
              <a:gd name="connsiteX348" fmla="*/ 4987918 w 7467600"/>
              <a:gd name="connsiteY348" fmla="*/ 5838701 h 6858000"/>
              <a:gd name="connsiteX349" fmla="*/ 4317146 w 7467600"/>
              <a:gd name="connsiteY349" fmla="*/ 6587716 h 6858000"/>
              <a:gd name="connsiteX350" fmla="*/ 4171627 w 7467600"/>
              <a:gd name="connsiteY350" fmla="*/ 6858000 h 6858000"/>
              <a:gd name="connsiteX351" fmla="*/ 4081585 w 7467600"/>
              <a:gd name="connsiteY351" fmla="*/ 6858000 h 6858000"/>
              <a:gd name="connsiteX352" fmla="*/ 4238603 w 7467600"/>
              <a:gd name="connsiteY352" fmla="*/ 6559341 h 6858000"/>
              <a:gd name="connsiteX353" fmla="*/ 4778333 w 7467600"/>
              <a:gd name="connsiteY353" fmla="*/ 5873626 h 6858000"/>
              <a:gd name="connsiteX354" fmla="*/ 5414185 w 7467600"/>
              <a:gd name="connsiteY354" fmla="*/ 5573882 h 6858000"/>
              <a:gd name="connsiteX355" fmla="*/ 5959648 w 7467600"/>
              <a:gd name="connsiteY355" fmla="*/ 4760797 h 6858000"/>
              <a:gd name="connsiteX356" fmla="*/ 5355019 w 7467600"/>
              <a:gd name="connsiteY356" fmla="*/ 4734672 h 6858000"/>
              <a:gd name="connsiteX357" fmla="*/ 5083565 w 7467600"/>
              <a:gd name="connsiteY357" fmla="*/ 5179121 h 6858000"/>
              <a:gd name="connsiteX358" fmla="*/ 4713577 w 7467600"/>
              <a:gd name="connsiteY358" fmla="*/ 5616803 h 6858000"/>
              <a:gd name="connsiteX359" fmla="*/ 3989559 w 7467600"/>
              <a:gd name="connsiteY359" fmla="*/ 6145945 h 6858000"/>
              <a:gd name="connsiteX360" fmla="*/ 3939824 w 7467600"/>
              <a:gd name="connsiteY360" fmla="*/ 6066900 h 6858000"/>
              <a:gd name="connsiteX361" fmla="*/ 4584537 w 7467600"/>
              <a:gd name="connsiteY361" fmla="*/ 5324826 h 6858000"/>
              <a:gd name="connsiteX362" fmla="*/ 5037105 w 7467600"/>
              <a:gd name="connsiteY362" fmla="*/ 5088765 h 6858000"/>
              <a:gd name="connsiteX363" fmla="*/ 5039930 w 7467600"/>
              <a:gd name="connsiteY363" fmla="*/ 5089585 h 6858000"/>
              <a:gd name="connsiteX364" fmla="*/ 5263764 w 7467600"/>
              <a:gd name="connsiteY364" fmla="*/ 4735525 h 6858000"/>
              <a:gd name="connsiteX365" fmla="*/ 4086300 w 7467600"/>
              <a:gd name="connsiteY365" fmla="*/ 4884599 h 6858000"/>
              <a:gd name="connsiteX366" fmla="*/ 4085485 w 7467600"/>
              <a:gd name="connsiteY366" fmla="*/ 4899070 h 6858000"/>
              <a:gd name="connsiteX367" fmla="*/ 3871915 w 7467600"/>
              <a:gd name="connsiteY367" fmla="*/ 5253645 h 6858000"/>
              <a:gd name="connsiteX368" fmla="*/ 3799374 w 7467600"/>
              <a:gd name="connsiteY368" fmla="*/ 5466127 h 6858000"/>
              <a:gd name="connsiteX369" fmla="*/ 3498850 w 7467600"/>
              <a:gd name="connsiteY369" fmla="*/ 6661888 h 6858000"/>
              <a:gd name="connsiteX370" fmla="*/ 3399216 w 7467600"/>
              <a:gd name="connsiteY370" fmla="*/ 6858000 h 6858000"/>
              <a:gd name="connsiteX371" fmla="*/ 3303688 w 7467600"/>
              <a:gd name="connsiteY371" fmla="*/ 6858000 h 6858000"/>
              <a:gd name="connsiteX372" fmla="*/ 3391774 w 7467600"/>
              <a:gd name="connsiteY372" fmla="*/ 6697181 h 6858000"/>
              <a:gd name="connsiteX373" fmla="*/ 3735540 w 7467600"/>
              <a:gd name="connsiteY373" fmla="*/ 5546923 h 6858000"/>
              <a:gd name="connsiteX374" fmla="*/ 3729438 w 7467600"/>
              <a:gd name="connsiteY374" fmla="*/ 5569058 h 6858000"/>
              <a:gd name="connsiteX375" fmla="*/ 3707782 w 7467600"/>
              <a:gd name="connsiteY375" fmla="*/ 5644908 h 6858000"/>
              <a:gd name="connsiteX376" fmla="*/ 3583827 w 7467600"/>
              <a:gd name="connsiteY376" fmla="*/ 6039215 h 6858000"/>
              <a:gd name="connsiteX377" fmla="*/ 3547861 w 7467600"/>
              <a:gd name="connsiteY377" fmla="*/ 6129609 h 6858000"/>
              <a:gd name="connsiteX378" fmla="*/ 3490905 w 7467600"/>
              <a:gd name="connsiteY378" fmla="*/ 6277660 h 6858000"/>
              <a:gd name="connsiteX379" fmla="*/ 3455859 w 7467600"/>
              <a:gd name="connsiteY379" fmla="*/ 6391301 h 6858000"/>
              <a:gd name="connsiteX380" fmla="*/ 3429112 w 7467600"/>
              <a:gd name="connsiteY380" fmla="*/ 6479469 h 6858000"/>
              <a:gd name="connsiteX381" fmla="*/ 3304862 w 7467600"/>
              <a:gd name="connsiteY381" fmla="*/ 6796476 h 6858000"/>
              <a:gd name="connsiteX382" fmla="*/ 3276071 w 7467600"/>
              <a:gd name="connsiteY382" fmla="*/ 6858000 h 6858000"/>
              <a:gd name="connsiteX383" fmla="*/ 3240805 w 7467600"/>
              <a:gd name="connsiteY383" fmla="*/ 6858000 h 6858000"/>
              <a:gd name="connsiteX384" fmla="*/ 3275917 w 7467600"/>
              <a:gd name="connsiteY384" fmla="*/ 6783192 h 6858000"/>
              <a:gd name="connsiteX385" fmla="*/ 3399358 w 7467600"/>
              <a:gd name="connsiteY385" fmla="*/ 6469011 h 6858000"/>
              <a:gd name="connsiteX386" fmla="*/ 3425650 w 7467600"/>
              <a:gd name="connsiteY386" fmla="*/ 6381333 h 6858000"/>
              <a:gd name="connsiteX387" fmla="*/ 3460661 w 7467600"/>
              <a:gd name="connsiteY387" fmla="*/ 6266763 h 6858000"/>
              <a:gd name="connsiteX388" fmla="*/ 3518021 w 7467600"/>
              <a:gd name="connsiteY388" fmla="*/ 6117298 h 6858000"/>
              <a:gd name="connsiteX389" fmla="*/ 3554035 w 7467600"/>
              <a:gd name="connsiteY389" fmla="*/ 6027832 h 6858000"/>
              <a:gd name="connsiteX390" fmla="*/ 3677174 w 7467600"/>
              <a:gd name="connsiteY390" fmla="*/ 5636351 h 6858000"/>
              <a:gd name="connsiteX391" fmla="*/ 3698819 w 7467600"/>
              <a:gd name="connsiteY391" fmla="*/ 5560503 h 6858000"/>
              <a:gd name="connsiteX392" fmla="*/ 3702094 w 7467600"/>
              <a:gd name="connsiteY392" fmla="*/ 5549194 h 6858000"/>
              <a:gd name="connsiteX393" fmla="*/ 3398355 w 7467600"/>
              <a:gd name="connsiteY393" fmla="*/ 6094603 h 6858000"/>
              <a:gd name="connsiteX394" fmla="*/ 3193941 w 7467600"/>
              <a:gd name="connsiteY394" fmla="*/ 6798775 h 6858000"/>
              <a:gd name="connsiteX395" fmla="*/ 3184140 w 7467600"/>
              <a:gd name="connsiteY395" fmla="*/ 6858000 h 6858000"/>
              <a:gd name="connsiteX396" fmla="*/ 3099978 w 7467600"/>
              <a:gd name="connsiteY396" fmla="*/ 6858000 h 6858000"/>
              <a:gd name="connsiteX397" fmla="*/ 3101556 w 7467600"/>
              <a:gd name="connsiteY397" fmla="*/ 6843337 h 6858000"/>
              <a:gd name="connsiteX398" fmla="*/ 3370162 w 7467600"/>
              <a:gd name="connsiteY398" fmla="*/ 5785550 h 6858000"/>
              <a:gd name="connsiteX399" fmla="*/ 3746477 w 7467600"/>
              <a:gd name="connsiteY399" fmla="*/ 5377889 h 6858000"/>
              <a:gd name="connsiteX400" fmla="*/ 3863399 w 7467600"/>
              <a:gd name="connsiteY400" fmla="*/ 5087257 h 6858000"/>
              <a:gd name="connsiteX401" fmla="*/ 3968712 w 7467600"/>
              <a:gd name="connsiteY401" fmla="*/ 4913989 h 6858000"/>
              <a:gd name="connsiteX402" fmla="*/ 2792390 w 7467600"/>
              <a:gd name="connsiteY402" fmla="*/ 5382974 h 6858000"/>
              <a:gd name="connsiteX403" fmla="*/ 2714982 w 7467600"/>
              <a:gd name="connsiteY403" fmla="*/ 5427051 h 6858000"/>
              <a:gd name="connsiteX404" fmla="*/ 2813361 w 7467600"/>
              <a:gd name="connsiteY404" fmla="*/ 6023912 h 6858000"/>
              <a:gd name="connsiteX405" fmla="*/ 2688430 w 7467600"/>
              <a:gd name="connsiteY405" fmla="*/ 6801564 h 6858000"/>
              <a:gd name="connsiteX406" fmla="*/ 2629626 w 7467600"/>
              <a:gd name="connsiteY406" fmla="*/ 6763394 h 6858000"/>
              <a:gd name="connsiteX407" fmla="*/ 2565328 w 7467600"/>
              <a:gd name="connsiteY407" fmla="*/ 5516399 h 6858000"/>
              <a:gd name="connsiteX408" fmla="*/ 1922999 w 7467600"/>
              <a:gd name="connsiteY408" fmla="*/ 5980343 h 6858000"/>
              <a:gd name="connsiteX409" fmla="*/ 1950261 w 7467600"/>
              <a:gd name="connsiteY409" fmla="*/ 6405858 h 6858000"/>
              <a:gd name="connsiteX410" fmla="*/ 2365554 w 7467600"/>
              <a:gd name="connsiteY410" fmla="*/ 6759107 h 6858000"/>
              <a:gd name="connsiteX411" fmla="*/ 2424142 w 7467600"/>
              <a:gd name="connsiteY411" fmla="*/ 6858000 h 6858000"/>
              <a:gd name="connsiteX412" fmla="*/ 2395994 w 7467600"/>
              <a:gd name="connsiteY412" fmla="*/ 6858000 h 6858000"/>
              <a:gd name="connsiteX413" fmla="*/ 2392863 w 7467600"/>
              <a:gd name="connsiteY413" fmla="*/ 6852964 h 6858000"/>
              <a:gd name="connsiteX414" fmla="*/ 2017589 w 7467600"/>
              <a:gd name="connsiteY414" fmla="*/ 6493982 h 6858000"/>
              <a:gd name="connsiteX415" fmla="*/ 2147336 w 7467600"/>
              <a:gd name="connsiteY415" fmla="*/ 6594052 h 6858000"/>
              <a:gd name="connsiteX416" fmla="*/ 2207047 w 7467600"/>
              <a:gd name="connsiteY416" fmla="*/ 6654540 h 6858000"/>
              <a:gd name="connsiteX417" fmla="*/ 2299106 w 7467600"/>
              <a:gd name="connsiteY417" fmla="*/ 6778931 h 6858000"/>
              <a:gd name="connsiteX418" fmla="*/ 2314430 w 7467600"/>
              <a:gd name="connsiteY418" fmla="*/ 6801144 h 6858000"/>
              <a:gd name="connsiteX419" fmla="*/ 2352406 w 7467600"/>
              <a:gd name="connsiteY419" fmla="*/ 6858000 h 6858000"/>
              <a:gd name="connsiteX420" fmla="*/ 2314492 w 7467600"/>
              <a:gd name="connsiteY420" fmla="*/ 6858000 h 6858000"/>
              <a:gd name="connsiteX421" fmla="*/ 2288095 w 7467600"/>
              <a:gd name="connsiteY421" fmla="*/ 6818030 h 6858000"/>
              <a:gd name="connsiteX422" fmla="*/ 2272768 w 7467600"/>
              <a:gd name="connsiteY422" fmla="*/ 6795822 h 6858000"/>
              <a:gd name="connsiteX423" fmla="*/ 2182715 w 7467600"/>
              <a:gd name="connsiteY423" fmla="*/ 6675071 h 6858000"/>
              <a:gd name="connsiteX424" fmla="*/ 2032061 w 7467600"/>
              <a:gd name="connsiteY424" fmla="*/ 6541380 h 6858000"/>
              <a:gd name="connsiteX425" fmla="*/ 2257220 w 7467600"/>
              <a:gd name="connsiteY425" fmla="*/ 6826257 h 6858000"/>
              <a:gd name="connsiteX426" fmla="*/ 2281324 w 7467600"/>
              <a:gd name="connsiteY426" fmla="*/ 6858000 h 6858000"/>
              <a:gd name="connsiteX427" fmla="*/ 2242860 w 7467600"/>
              <a:gd name="connsiteY427" fmla="*/ 6858000 h 6858000"/>
              <a:gd name="connsiteX428" fmla="*/ 2232818 w 7467600"/>
              <a:gd name="connsiteY428" fmla="*/ 6844926 h 6858000"/>
              <a:gd name="connsiteX429" fmla="*/ 1990172 w 7467600"/>
              <a:gd name="connsiteY429" fmla="*/ 6542121 h 6858000"/>
              <a:gd name="connsiteX430" fmla="*/ 2124090 w 7467600"/>
              <a:gd name="connsiteY430" fmla="*/ 6761017 h 6858000"/>
              <a:gd name="connsiteX431" fmla="*/ 2200380 w 7467600"/>
              <a:gd name="connsiteY431" fmla="*/ 6858000 h 6858000"/>
              <a:gd name="connsiteX432" fmla="*/ 2147507 w 7467600"/>
              <a:gd name="connsiteY432" fmla="*/ 6858000 h 6858000"/>
              <a:gd name="connsiteX433" fmla="*/ 2070668 w 7467600"/>
              <a:gd name="connsiteY433" fmla="*/ 6761520 h 6858000"/>
              <a:gd name="connsiteX434" fmla="*/ 1975142 w 7467600"/>
              <a:gd name="connsiteY434" fmla="*/ 6585570 h 6858000"/>
              <a:gd name="connsiteX435" fmla="*/ 2050035 w 7467600"/>
              <a:gd name="connsiteY435" fmla="*/ 6813345 h 6858000"/>
              <a:gd name="connsiteX436" fmla="*/ 2063025 w 7467600"/>
              <a:gd name="connsiteY436" fmla="*/ 6858000 h 6858000"/>
              <a:gd name="connsiteX437" fmla="*/ 2021675 w 7467600"/>
              <a:gd name="connsiteY437" fmla="*/ 6858000 h 6858000"/>
              <a:gd name="connsiteX438" fmla="*/ 2019308 w 7467600"/>
              <a:gd name="connsiteY438" fmla="*/ 6847118 h 6858000"/>
              <a:gd name="connsiteX439" fmla="*/ 1938835 w 7467600"/>
              <a:gd name="connsiteY439" fmla="*/ 6551160 h 6858000"/>
              <a:gd name="connsiteX440" fmla="*/ 1953230 w 7467600"/>
              <a:gd name="connsiteY440" fmla="*/ 6759699 h 6858000"/>
              <a:gd name="connsiteX441" fmla="*/ 1956763 w 7467600"/>
              <a:gd name="connsiteY441" fmla="*/ 6778191 h 6858000"/>
              <a:gd name="connsiteX442" fmla="*/ 1967925 w 7467600"/>
              <a:gd name="connsiteY442" fmla="*/ 6858000 h 6858000"/>
              <a:gd name="connsiteX443" fmla="*/ 1936622 w 7467600"/>
              <a:gd name="connsiteY443" fmla="*/ 6858000 h 6858000"/>
              <a:gd name="connsiteX444" fmla="*/ 1926261 w 7467600"/>
              <a:gd name="connsiteY444" fmla="*/ 6784064 h 6858000"/>
              <a:gd name="connsiteX445" fmla="*/ 1922724 w 7467600"/>
              <a:gd name="connsiteY445" fmla="*/ 6765577 h 6858000"/>
              <a:gd name="connsiteX446" fmla="*/ 1904650 w 7467600"/>
              <a:gd name="connsiteY446" fmla="*/ 6639616 h 6858000"/>
              <a:gd name="connsiteX447" fmla="*/ 1885273 w 7467600"/>
              <a:gd name="connsiteY447" fmla="*/ 6858000 h 6858000"/>
              <a:gd name="connsiteX448" fmla="*/ 1854363 w 7467600"/>
              <a:gd name="connsiteY448" fmla="*/ 6858000 h 6858000"/>
              <a:gd name="connsiteX449" fmla="*/ 1880391 w 7467600"/>
              <a:gd name="connsiteY449" fmla="*/ 6603796 h 6858000"/>
              <a:gd name="connsiteX450" fmla="*/ 1818273 w 7467600"/>
              <a:gd name="connsiteY450" fmla="*/ 6715729 h 6858000"/>
              <a:gd name="connsiteX451" fmla="*/ 1794691 w 7467600"/>
              <a:gd name="connsiteY451" fmla="*/ 6843239 h 6858000"/>
              <a:gd name="connsiteX452" fmla="*/ 1794914 w 7467600"/>
              <a:gd name="connsiteY452" fmla="*/ 6858000 h 6858000"/>
              <a:gd name="connsiteX453" fmla="*/ 1746128 w 7467600"/>
              <a:gd name="connsiteY453" fmla="*/ 6858000 h 6858000"/>
              <a:gd name="connsiteX454" fmla="*/ 1753934 w 7467600"/>
              <a:gd name="connsiteY454" fmla="*/ 6724796 h 6858000"/>
              <a:gd name="connsiteX455" fmla="*/ 1792053 w 7467600"/>
              <a:gd name="connsiteY455" fmla="*/ 6572396 h 6858000"/>
              <a:gd name="connsiteX456" fmla="*/ 1862248 w 7467600"/>
              <a:gd name="connsiteY456" fmla="*/ 6266397 h 6858000"/>
              <a:gd name="connsiteX457" fmla="*/ 1862250 w 7467600"/>
              <a:gd name="connsiteY457" fmla="*/ 6033531 h 6858000"/>
              <a:gd name="connsiteX458" fmla="*/ 1211999 w 7467600"/>
              <a:gd name="connsiteY458" fmla="*/ 6683610 h 6858000"/>
              <a:gd name="connsiteX459" fmla="*/ 1213266 w 7467600"/>
              <a:gd name="connsiteY459" fmla="*/ 6691947 h 6858000"/>
              <a:gd name="connsiteX460" fmla="*/ 1203370 w 7467600"/>
              <a:gd name="connsiteY460" fmla="*/ 6850676 h 6858000"/>
              <a:gd name="connsiteX461" fmla="*/ 1203671 w 7467600"/>
              <a:gd name="connsiteY461" fmla="*/ 6858000 h 6858000"/>
              <a:gd name="connsiteX462" fmla="*/ 1143180 w 7467600"/>
              <a:gd name="connsiteY462" fmla="*/ 6858000 h 6858000"/>
              <a:gd name="connsiteX463" fmla="*/ 1142176 w 7467600"/>
              <a:gd name="connsiteY463" fmla="*/ 6766045 h 6858000"/>
              <a:gd name="connsiteX464" fmla="*/ 1067484 w 7467600"/>
              <a:gd name="connsiteY464" fmla="*/ 6858000 h 6858000"/>
              <a:gd name="connsiteX465" fmla="*/ 953928 w 7467600"/>
              <a:gd name="connsiteY465" fmla="*/ 6858000 h 6858000"/>
              <a:gd name="connsiteX466" fmla="*/ 959715 w 7467600"/>
              <a:gd name="connsiteY466" fmla="*/ 6850185 h 6858000"/>
              <a:gd name="connsiteX467" fmla="*/ 1483788 w 7467600"/>
              <a:gd name="connsiteY467" fmla="*/ 6259174 h 6858000"/>
              <a:gd name="connsiteX468" fmla="*/ 1100671 w 7467600"/>
              <a:gd name="connsiteY468" fmla="*/ 6252137 h 6858000"/>
              <a:gd name="connsiteX469" fmla="*/ 1090144 w 7467600"/>
              <a:gd name="connsiteY469" fmla="*/ 6256748 h 6858000"/>
              <a:gd name="connsiteX470" fmla="*/ 1095872 w 7467600"/>
              <a:gd name="connsiteY470" fmla="*/ 6271892 h 6858000"/>
              <a:gd name="connsiteX471" fmla="*/ 262785 w 7467600"/>
              <a:gd name="connsiteY471" fmla="*/ 6845450 h 6858000"/>
              <a:gd name="connsiteX472" fmla="*/ 209968 w 7467600"/>
              <a:gd name="connsiteY472" fmla="*/ 6770713 h 6858000"/>
              <a:gd name="connsiteX473" fmla="*/ 873460 w 7467600"/>
              <a:gd name="connsiteY473" fmla="*/ 6253768 h 6858000"/>
              <a:gd name="connsiteX474" fmla="*/ 192686 w 7467600"/>
              <a:gd name="connsiteY474" fmla="*/ 5849257 h 6858000"/>
              <a:gd name="connsiteX475" fmla="*/ 4696 w 7467600"/>
              <a:gd name="connsiteY475" fmla="*/ 5697668 h 6858000"/>
              <a:gd name="connsiteX476" fmla="*/ 0 w 7467600"/>
              <a:gd name="connsiteY476" fmla="*/ 5689984 h 6858000"/>
              <a:gd name="connsiteX477" fmla="*/ 0 w 7467600"/>
              <a:gd name="connsiteY477" fmla="*/ 5513472 h 6858000"/>
              <a:gd name="connsiteX478" fmla="*/ 174101 w 7467600"/>
              <a:gd name="connsiteY478" fmla="*/ 5620277 h 6858000"/>
              <a:gd name="connsiteX479" fmla="*/ 891800 w 7467600"/>
              <a:gd name="connsiteY479" fmla="*/ 6036935 h 6858000"/>
              <a:gd name="connsiteX480" fmla="*/ 1072219 w 7467600"/>
              <a:gd name="connsiteY480" fmla="*/ 6169443 h 6858000"/>
              <a:gd name="connsiteX481" fmla="*/ 1074117 w 7467600"/>
              <a:gd name="connsiteY481" fmla="*/ 6170301 h 6858000"/>
              <a:gd name="connsiteX482" fmla="*/ 1083114 w 7467600"/>
              <a:gd name="connsiteY482" fmla="*/ 6174131 h 6858000"/>
              <a:gd name="connsiteX483" fmla="*/ 1543010 w 7467600"/>
              <a:gd name="connsiteY483" fmla="*/ 6191140 h 6858000"/>
              <a:gd name="connsiteX484" fmla="*/ 1551080 w 7467600"/>
              <a:gd name="connsiteY484" fmla="*/ 6195006 h 6858000"/>
              <a:gd name="connsiteX485" fmla="*/ 2345443 w 7467600"/>
              <a:gd name="connsiteY485" fmla="*/ 5549882 h 6858000"/>
              <a:gd name="connsiteX486" fmla="*/ 1721499 w 7467600"/>
              <a:gd name="connsiteY486" fmla="*/ 5599969 h 6858000"/>
              <a:gd name="connsiteX487" fmla="*/ 767716 w 7467600"/>
              <a:gd name="connsiteY487" fmla="*/ 5472768 h 6858000"/>
              <a:gd name="connsiteX488" fmla="*/ 722147 w 7467600"/>
              <a:gd name="connsiteY488" fmla="*/ 5393091 h 6858000"/>
              <a:gd name="connsiteX489" fmla="*/ 1485552 w 7467600"/>
              <a:gd name="connsiteY489" fmla="*/ 5313202 h 6858000"/>
              <a:gd name="connsiteX490" fmla="*/ 2143004 w 7467600"/>
              <a:gd name="connsiteY490" fmla="*/ 5402420 h 6858000"/>
              <a:gd name="connsiteX491" fmla="*/ 1933391 w 7467600"/>
              <a:gd name="connsiteY491" fmla="*/ 5156971 h 6858000"/>
              <a:gd name="connsiteX492" fmla="*/ 1827118 w 7467600"/>
              <a:gd name="connsiteY492" fmla="*/ 4968410 h 6858000"/>
              <a:gd name="connsiteX493" fmla="*/ 1837349 w 7467600"/>
              <a:gd name="connsiteY493" fmla="*/ 4956357 h 6858000"/>
              <a:gd name="connsiteX494" fmla="*/ 2162835 w 7467600"/>
              <a:gd name="connsiteY494" fmla="*/ 5187853 h 6858000"/>
              <a:gd name="connsiteX495" fmla="*/ 2257167 w 7467600"/>
              <a:gd name="connsiteY495" fmla="*/ 5462123 h 6858000"/>
              <a:gd name="connsiteX496" fmla="*/ 2261598 w 7467600"/>
              <a:gd name="connsiteY496" fmla="*/ 5467998 h 6858000"/>
              <a:gd name="connsiteX497" fmla="*/ 2437177 w 7467600"/>
              <a:gd name="connsiteY497" fmla="*/ 5479608 h 6858000"/>
              <a:gd name="connsiteX498" fmla="*/ 2445247 w 7467600"/>
              <a:gd name="connsiteY498" fmla="*/ 5483476 h 6858000"/>
              <a:gd name="connsiteX499" fmla="*/ 2743626 w 7467600"/>
              <a:gd name="connsiteY499" fmla="*/ 5304819 h 6858000"/>
              <a:gd name="connsiteX500" fmla="*/ 3048102 w 7467600"/>
              <a:gd name="connsiteY500" fmla="*/ 5150595 h 6858000"/>
              <a:gd name="connsiteX501" fmla="*/ 1799414 w 7467600"/>
              <a:gd name="connsiteY501" fmla="*/ 4694732 h 6858000"/>
              <a:gd name="connsiteX502" fmla="*/ 1771735 w 7467600"/>
              <a:gd name="connsiteY502" fmla="*/ 4619929 h 6858000"/>
              <a:gd name="connsiteX503" fmla="*/ 3104273 w 7467600"/>
              <a:gd name="connsiteY503" fmla="*/ 5076159 h 6858000"/>
              <a:gd name="connsiteX504" fmla="*/ 3113245 w 7467600"/>
              <a:gd name="connsiteY504" fmla="*/ 5090705 h 6858000"/>
              <a:gd name="connsiteX505" fmla="*/ 3126294 w 7467600"/>
              <a:gd name="connsiteY505" fmla="*/ 5114400 h 6858000"/>
              <a:gd name="connsiteX506" fmla="*/ 3937433 w 7467600"/>
              <a:gd name="connsiteY506" fmla="*/ 4830473 h 6858000"/>
              <a:gd name="connsiteX507" fmla="*/ 3590475 w 7467600"/>
              <a:gd name="connsiteY507" fmla="*/ 4597974 h 6858000"/>
              <a:gd name="connsiteX508" fmla="*/ 3100264 w 7467600"/>
              <a:gd name="connsiteY508" fmla="*/ 4579845 h 6858000"/>
              <a:gd name="connsiteX509" fmla="*/ 2183576 w 7467600"/>
              <a:gd name="connsiteY509" fmla="*/ 4227150 h 6858000"/>
              <a:gd name="connsiteX510" fmla="*/ 2151029 w 7467600"/>
              <a:gd name="connsiteY510" fmla="*/ 4146947 h 6858000"/>
              <a:gd name="connsiteX511" fmla="*/ 3563434 w 7467600"/>
              <a:gd name="connsiteY511" fmla="*/ 4469115 h 6858000"/>
              <a:gd name="connsiteX512" fmla="*/ 3177952 w 7467600"/>
              <a:gd name="connsiteY512" fmla="*/ 3657386 h 6858000"/>
              <a:gd name="connsiteX513" fmla="*/ 3189263 w 7467600"/>
              <a:gd name="connsiteY513" fmla="*/ 3625726 h 6858000"/>
              <a:gd name="connsiteX514" fmla="*/ 3560912 w 7467600"/>
              <a:gd name="connsiteY514" fmla="*/ 4079863 h 6858000"/>
              <a:gd name="connsiteX515" fmla="*/ 3626636 w 7467600"/>
              <a:gd name="connsiteY515" fmla="*/ 4512230 h 6858000"/>
              <a:gd name="connsiteX516" fmla="*/ 3653088 w 7467600"/>
              <a:gd name="connsiteY516" fmla="*/ 4521417 h 6858000"/>
              <a:gd name="connsiteX517" fmla="*/ 3988128 w 7467600"/>
              <a:gd name="connsiteY517" fmla="*/ 4817267 h 6858000"/>
              <a:gd name="connsiteX518" fmla="*/ 4830582 w 7467600"/>
              <a:gd name="connsiteY518" fmla="*/ 4676000 h 6858000"/>
              <a:gd name="connsiteX519" fmla="*/ 4830100 w 7467600"/>
              <a:gd name="connsiteY519" fmla="*/ 4675554 h 6858000"/>
              <a:gd name="connsiteX520" fmla="*/ 4036318 w 7467600"/>
              <a:gd name="connsiteY520" fmla="*/ 4147013 h 6858000"/>
              <a:gd name="connsiteX521" fmla="*/ 3432098 w 7467600"/>
              <a:gd name="connsiteY521" fmla="*/ 3537312 h 6858000"/>
              <a:gd name="connsiteX522" fmla="*/ 3446761 w 7467600"/>
              <a:gd name="connsiteY522" fmla="*/ 3461278 h 6858000"/>
              <a:gd name="connsiteX523" fmla="*/ 4419733 w 7467600"/>
              <a:gd name="connsiteY523" fmla="*/ 3963555 h 6858000"/>
              <a:gd name="connsiteX524" fmla="*/ 4781371 w 7467600"/>
              <a:gd name="connsiteY524" fmla="*/ 4458604 h 6858000"/>
              <a:gd name="connsiteX525" fmla="*/ 4780440 w 7467600"/>
              <a:gd name="connsiteY525" fmla="*/ 4470290 h 6858000"/>
              <a:gd name="connsiteX526" fmla="*/ 4898954 w 7467600"/>
              <a:gd name="connsiteY526" fmla="*/ 4662092 h 6858000"/>
              <a:gd name="connsiteX527" fmla="*/ 4900699 w 7467600"/>
              <a:gd name="connsiteY527" fmla="*/ 4670867 h 6858000"/>
              <a:gd name="connsiteX528" fmla="*/ 5714511 w 7467600"/>
              <a:gd name="connsiteY528" fmla="*/ 4663483 h 6858000"/>
              <a:gd name="connsiteX529" fmla="*/ 5464793 w 7467600"/>
              <a:gd name="connsiteY529" fmla="*/ 4393556 h 6858000"/>
              <a:gd name="connsiteX530" fmla="*/ 5461897 w 7467600"/>
              <a:gd name="connsiteY530" fmla="*/ 4390879 h 6858000"/>
              <a:gd name="connsiteX531" fmla="*/ 4294126 w 7467600"/>
              <a:gd name="connsiteY531" fmla="*/ 3303048 h 6858000"/>
              <a:gd name="connsiteX532" fmla="*/ 4305321 w 7467600"/>
              <a:gd name="connsiteY532" fmla="*/ 3256953 h 6858000"/>
              <a:gd name="connsiteX533" fmla="*/ 4949299 w 7467600"/>
              <a:gd name="connsiteY533" fmla="*/ 3766336 h 6858000"/>
              <a:gd name="connsiteX534" fmla="*/ 5291452 w 7467600"/>
              <a:gd name="connsiteY534" fmla="*/ 4076801 h 6858000"/>
              <a:gd name="connsiteX535" fmla="*/ 5434998 w 7467600"/>
              <a:gd name="connsiteY535" fmla="*/ 4254100 h 6858000"/>
              <a:gd name="connsiteX536" fmla="*/ 5351015 w 7467600"/>
              <a:gd name="connsiteY536" fmla="*/ 3760989 h 6858000"/>
              <a:gd name="connsiteX537" fmla="*/ 5413780 w 7467600"/>
              <a:gd name="connsiteY537" fmla="*/ 2966265 h 6858000"/>
              <a:gd name="connsiteX538" fmla="*/ 5425627 w 7467600"/>
              <a:gd name="connsiteY538" fmla="*/ 2954192 h 6858000"/>
              <a:gd name="connsiteX539" fmla="*/ 6604735 w 7467600"/>
              <a:gd name="connsiteY539" fmla="*/ 2041381 h 6858000"/>
              <a:gd name="connsiteX540" fmla="*/ 7204487 w 7467600"/>
              <a:gd name="connsiteY540" fmla="*/ 2742112 h 6858000"/>
              <a:gd name="connsiteX541" fmla="*/ 7131592 w 7467600"/>
              <a:gd name="connsiteY541" fmla="*/ 2672096 h 6858000"/>
              <a:gd name="connsiteX542" fmla="*/ 6996344 w 7467600"/>
              <a:gd name="connsiteY542" fmla="*/ 2518310 h 6858000"/>
              <a:gd name="connsiteX543" fmla="*/ 6735495 w 7467600"/>
              <a:gd name="connsiteY543" fmla="*/ 2196890 h 6858000"/>
              <a:gd name="connsiteX544" fmla="*/ 6721901 w 7467600"/>
              <a:gd name="connsiteY544" fmla="*/ 2179274 h 6858000"/>
              <a:gd name="connsiteX545" fmla="*/ 6604735 w 7467600"/>
              <a:gd name="connsiteY545" fmla="*/ 2041381 h 6858000"/>
              <a:gd name="connsiteX546" fmla="*/ 6591670 w 7467600"/>
              <a:gd name="connsiteY546" fmla="*/ 1988277 h 6858000"/>
              <a:gd name="connsiteX547" fmla="*/ 6747349 w 7467600"/>
              <a:gd name="connsiteY547" fmla="*/ 2160069 h 6858000"/>
              <a:gd name="connsiteX548" fmla="*/ 6760943 w 7467600"/>
              <a:gd name="connsiteY548" fmla="*/ 2177686 h 6858000"/>
              <a:gd name="connsiteX549" fmla="*/ 7021065 w 7467600"/>
              <a:gd name="connsiteY549" fmla="*/ 2498102 h 6858000"/>
              <a:gd name="connsiteX550" fmla="*/ 7155223 w 7467600"/>
              <a:gd name="connsiteY550" fmla="*/ 2650386 h 6858000"/>
              <a:gd name="connsiteX551" fmla="*/ 7203167 w 7467600"/>
              <a:gd name="connsiteY551" fmla="*/ 2697288 h 6858000"/>
              <a:gd name="connsiteX552" fmla="*/ 6937703 w 7467600"/>
              <a:gd name="connsiteY552" fmla="*/ 2321981 h 6858000"/>
              <a:gd name="connsiteX553" fmla="*/ 6591670 w 7467600"/>
              <a:gd name="connsiteY553" fmla="*/ 1988277 h 6858000"/>
              <a:gd name="connsiteX554" fmla="*/ 5798671 w 7467600"/>
              <a:gd name="connsiteY554" fmla="*/ 1981601 h 6858000"/>
              <a:gd name="connsiteX555" fmla="*/ 5754709 w 7467600"/>
              <a:gd name="connsiteY555" fmla="*/ 2071454 h 6858000"/>
              <a:gd name="connsiteX556" fmla="*/ 5763044 w 7467600"/>
              <a:gd name="connsiteY556" fmla="*/ 2842206 h 6858000"/>
              <a:gd name="connsiteX557" fmla="*/ 5764974 w 7467600"/>
              <a:gd name="connsiteY557" fmla="*/ 2799609 h 6858000"/>
              <a:gd name="connsiteX558" fmla="*/ 5767665 w 7467600"/>
              <a:gd name="connsiteY558" fmla="*/ 2666409 h 6858000"/>
              <a:gd name="connsiteX559" fmla="*/ 5763055 w 7467600"/>
              <a:gd name="connsiteY559" fmla="*/ 2579705 h 6858000"/>
              <a:gd name="connsiteX560" fmla="*/ 5758079 w 7467600"/>
              <a:gd name="connsiteY560" fmla="*/ 2492508 h 6858000"/>
              <a:gd name="connsiteX561" fmla="*/ 5779325 w 7467600"/>
              <a:gd name="connsiteY561" fmla="*/ 2197069 h 6858000"/>
              <a:gd name="connsiteX562" fmla="*/ 5798671 w 7467600"/>
              <a:gd name="connsiteY562" fmla="*/ 1981601 h 6858000"/>
              <a:gd name="connsiteX563" fmla="*/ 5829202 w 7467600"/>
              <a:gd name="connsiteY563" fmla="*/ 1971679 h 6858000"/>
              <a:gd name="connsiteX564" fmla="*/ 5809558 w 7467600"/>
              <a:gd name="connsiteY564" fmla="*/ 2198043 h 6858000"/>
              <a:gd name="connsiteX565" fmla="*/ 5788653 w 7467600"/>
              <a:gd name="connsiteY565" fmla="*/ 2489430 h 6858000"/>
              <a:gd name="connsiteX566" fmla="*/ 5793439 w 7467600"/>
              <a:gd name="connsiteY566" fmla="*/ 2575235 h 6858000"/>
              <a:gd name="connsiteX567" fmla="*/ 5796837 w 7467600"/>
              <a:gd name="connsiteY567" fmla="*/ 2637633 h 6858000"/>
              <a:gd name="connsiteX568" fmla="*/ 5818614 w 7467600"/>
              <a:gd name="connsiteY568" fmla="*/ 2473055 h 6858000"/>
              <a:gd name="connsiteX569" fmla="*/ 5829202 w 7467600"/>
              <a:gd name="connsiteY569" fmla="*/ 1971679 h 6858000"/>
              <a:gd name="connsiteX570" fmla="*/ 5911389 w 7467600"/>
              <a:gd name="connsiteY570" fmla="*/ 1898371 h 6858000"/>
              <a:gd name="connsiteX571" fmla="*/ 6237627 w 7467600"/>
              <a:gd name="connsiteY571" fmla="*/ 2231921 h 6858000"/>
              <a:gd name="connsiteX572" fmla="*/ 5911389 w 7467600"/>
              <a:gd name="connsiteY572" fmla="*/ 1898371 h 6858000"/>
              <a:gd name="connsiteX573" fmla="*/ 6944437 w 7467600"/>
              <a:gd name="connsiteY573" fmla="*/ 1575402 h 6858000"/>
              <a:gd name="connsiteX574" fmla="*/ 6304730 w 7467600"/>
              <a:gd name="connsiteY574" fmla="*/ 1766654 h 6858000"/>
              <a:gd name="connsiteX575" fmla="*/ 6944437 w 7467600"/>
              <a:gd name="connsiteY575" fmla="*/ 1575402 h 6858000"/>
              <a:gd name="connsiteX576" fmla="*/ 7019523 w 7467600"/>
              <a:gd name="connsiteY576" fmla="*/ 1519450 h 6858000"/>
              <a:gd name="connsiteX577" fmla="*/ 6298091 w 7467600"/>
              <a:gd name="connsiteY577" fmla="*/ 1737122 h 6858000"/>
              <a:gd name="connsiteX578" fmla="*/ 7019523 w 7467600"/>
              <a:gd name="connsiteY578" fmla="*/ 1519450 h 6858000"/>
              <a:gd name="connsiteX579" fmla="*/ 2399523 w 7467600"/>
              <a:gd name="connsiteY579" fmla="*/ 1428234 h 6858000"/>
              <a:gd name="connsiteX580" fmla="*/ 2224982 w 7467600"/>
              <a:gd name="connsiteY580" fmla="*/ 1826201 h 6858000"/>
              <a:gd name="connsiteX581" fmla="*/ 2096099 w 7467600"/>
              <a:gd name="connsiteY581" fmla="*/ 2345900 h 6858000"/>
              <a:gd name="connsiteX582" fmla="*/ 2283317 w 7467600"/>
              <a:gd name="connsiteY582" fmla="*/ 1796925 h 6858000"/>
              <a:gd name="connsiteX583" fmla="*/ 2399523 w 7467600"/>
              <a:gd name="connsiteY583" fmla="*/ 1428234 h 6858000"/>
              <a:gd name="connsiteX584" fmla="*/ 2448558 w 7467600"/>
              <a:gd name="connsiteY584" fmla="*/ 1373435 h 6858000"/>
              <a:gd name="connsiteX585" fmla="*/ 2312521 w 7467600"/>
              <a:gd name="connsiteY585" fmla="*/ 1806140 h 6858000"/>
              <a:gd name="connsiteX586" fmla="*/ 2127533 w 7467600"/>
              <a:gd name="connsiteY586" fmla="*/ 2348380 h 6858000"/>
              <a:gd name="connsiteX587" fmla="*/ 2358080 w 7467600"/>
              <a:gd name="connsiteY587" fmla="*/ 1866134 h 6858000"/>
              <a:gd name="connsiteX588" fmla="*/ 2407436 w 7467600"/>
              <a:gd name="connsiteY588" fmla="*/ 1651070 h 6858000"/>
              <a:gd name="connsiteX589" fmla="*/ 2448558 w 7467600"/>
              <a:gd name="connsiteY589" fmla="*/ 1373435 h 6858000"/>
              <a:gd name="connsiteX590" fmla="*/ 278707 w 7467600"/>
              <a:gd name="connsiteY590" fmla="*/ 1352270 h 6858000"/>
              <a:gd name="connsiteX591" fmla="*/ 321570 w 7467600"/>
              <a:gd name="connsiteY591" fmla="*/ 1861610 h 6858000"/>
              <a:gd name="connsiteX592" fmla="*/ 294281 w 7467600"/>
              <a:gd name="connsiteY592" fmla="*/ 1440658 h 6858000"/>
              <a:gd name="connsiteX593" fmla="*/ 278707 w 7467600"/>
              <a:gd name="connsiteY593" fmla="*/ 1352270 h 6858000"/>
              <a:gd name="connsiteX594" fmla="*/ 1423821 w 7467600"/>
              <a:gd name="connsiteY594" fmla="*/ 1351958 h 6858000"/>
              <a:gd name="connsiteX595" fmla="*/ 1638521 w 7467600"/>
              <a:gd name="connsiteY595" fmla="*/ 1908470 h 6858000"/>
              <a:gd name="connsiteX596" fmla="*/ 1754199 w 7467600"/>
              <a:gd name="connsiteY596" fmla="*/ 2149284 h 6858000"/>
              <a:gd name="connsiteX597" fmla="*/ 1908359 w 7467600"/>
              <a:gd name="connsiteY597" fmla="*/ 2364988 h 6858000"/>
              <a:gd name="connsiteX598" fmla="*/ 1647661 w 7467600"/>
              <a:gd name="connsiteY598" fmla="*/ 1825945 h 6858000"/>
              <a:gd name="connsiteX599" fmla="*/ 1423821 w 7467600"/>
              <a:gd name="connsiteY599" fmla="*/ 1351958 h 6858000"/>
              <a:gd name="connsiteX600" fmla="*/ 1431890 w 7467600"/>
              <a:gd name="connsiteY600" fmla="*/ 1306475 h 6858000"/>
              <a:gd name="connsiteX601" fmla="*/ 1507597 w 7467600"/>
              <a:gd name="connsiteY601" fmla="*/ 1446132 h 6858000"/>
              <a:gd name="connsiteX602" fmla="*/ 1674586 w 7467600"/>
              <a:gd name="connsiteY602" fmla="*/ 1813832 h 6858000"/>
              <a:gd name="connsiteX603" fmla="*/ 1815950 w 7467600"/>
              <a:gd name="connsiteY603" fmla="*/ 2128564 h 6858000"/>
              <a:gd name="connsiteX604" fmla="*/ 1984242 w 7467600"/>
              <a:gd name="connsiteY604" fmla="*/ 2430829 h 6858000"/>
              <a:gd name="connsiteX605" fmla="*/ 2014023 w 7467600"/>
              <a:gd name="connsiteY605" fmla="*/ 2450995 h 6858000"/>
              <a:gd name="connsiteX606" fmla="*/ 1747337 w 7467600"/>
              <a:gd name="connsiteY606" fmla="*/ 1855264 h 6858000"/>
              <a:gd name="connsiteX607" fmla="*/ 1533749 w 7467600"/>
              <a:gd name="connsiteY607" fmla="*/ 1478656 h 6858000"/>
              <a:gd name="connsiteX608" fmla="*/ 1431890 w 7467600"/>
              <a:gd name="connsiteY608" fmla="*/ 1306475 h 6858000"/>
              <a:gd name="connsiteX609" fmla="*/ 5052692 w 7467600"/>
              <a:gd name="connsiteY609" fmla="*/ 1292994 h 6858000"/>
              <a:gd name="connsiteX610" fmla="*/ 5200661 w 7467600"/>
              <a:gd name="connsiteY610" fmla="*/ 1635186 h 6858000"/>
              <a:gd name="connsiteX611" fmla="*/ 5297138 w 7467600"/>
              <a:gd name="connsiteY611" fmla="*/ 1906351 h 6858000"/>
              <a:gd name="connsiteX612" fmla="*/ 5052692 w 7467600"/>
              <a:gd name="connsiteY612" fmla="*/ 1292994 h 6858000"/>
              <a:gd name="connsiteX613" fmla="*/ 5009948 w 7467600"/>
              <a:gd name="connsiteY613" fmla="*/ 1273619 h 6858000"/>
              <a:gd name="connsiteX614" fmla="*/ 5121777 w 7467600"/>
              <a:gd name="connsiteY614" fmla="*/ 1654213 h 6858000"/>
              <a:gd name="connsiteX615" fmla="*/ 5293545 w 7467600"/>
              <a:gd name="connsiteY615" fmla="*/ 2072247 h 6858000"/>
              <a:gd name="connsiteX616" fmla="*/ 5294042 w 7467600"/>
              <a:gd name="connsiteY616" fmla="*/ 2065019 h 6858000"/>
              <a:gd name="connsiteX617" fmla="*/ 5171936 w 7467600"/>
              <a:gd name="connsiteY617" fmla="*/ 1647613 h 6858000"/>
              <a:gd name="connsiteX618" fmla="*/ 5009948 w 7467600"/>
              <a:gd name="connsiteY618" fmla="*/ 1273619 h 6858000"/>
              <a:gd name="connsiteX619" fmla="*/ 655236 w 7467600"/>
              <a:gd name="connsiteY619" fmla="*/ 1268632 h 6858000"/>
              <a:gd name="connsiteX620" fmla="*/ 839521 w 7467600"/>
              <a:gd name="connsiteY620" fmla="*/ 1685315 h 6858000"/>
              <a:gd name="connsiteX621" fmla="*/ 1109416 w 7467600"/>
              <a:gd name="connsiteY621" fmla="*/ 2061663 h 6858000"/>
              <a:gd name="connsiteX622" fmla="*/ 1298300 w 7467600"/>
              <a:gd name="connsiteY622" fmla="*/ 2247742 h 6858000"/>
              <a:gd name="connsiteX623" fmla="*/ 1125871 w 7467600"/>
              <a:gd name="connsiteY623" fmla="*/ 1989513 h 6858000"/>
              <a:gd name="connsiteX624" fmla="*/ 981574 w 7467600"/>
              <a:gd name="connsiteY624" fmla="*/ 1783157 h 6858000"/>
              <a:gd name="connsiteX625" fmla="*/ 922198 w 7467600"/>
              <a:gd name="connsiteY625" fmla="*/ 1677437 h 6858000"/>
              <a:gd name="connsiteX626" fmla="*/ 869293 w 7467600"/>
              <a:gd name="connsiteY626" fmla="*/ 1583214 h 6858000"/>
              <a:gd name="connsiteX627" fmla="*/ 751431 w 7467600"/>
              <a:gd name="connsiteY627" fmla="*/ 1405731 h 6858000"/>
              <a:gd name="connsiteX628" fmla="*/ 655236 w 7467600"/>
              <a:gd name="connsiteY628" fmla="*/ 1268632 h 6858000"/>
              <a:gd name="connsiteX629" fmla="*/ 6516292 w 7467600"/>
              <a:gd name="connsiteY629" fmla="*/ 1263064 h 6858000"/>
              <a:gd name="connsiteX630" fmla="*/ 5736320 w 7467600"/>
              <a:gd name="connsiteY630" fmla="*/ 1501803 h 6858000"/>
              <a:gd name="connsiteX631" fmla="*/ 6516292 w 7467600"/>
              <a:gd name="connsiteY631" fmla="*/ 1263064 h 6858000"/>
              <a:gd name="connsiteX632" fmla="*/ 291466 w 7467600"/>
              <a:gd name="connsiteY632" fmla="*/ 1250369 h 6858000"/>
              <a:gd name="connsiteX633" fmla="*/ 323180 w 7467600"/>
              <a:gd name="connsiteY633" fmla="*/ 1435283 h 6858000"/>
              <a:gd name="connsiteX634" fmla="*/ 349381 w 7467600"/>
              <a:gd name="connsiteY634" fmla="*/ 1875041 h 6858000"/>
              <a:gd name="connsiteX635" fmla="*/ 374363 w 7467600"/>
              <a:gd name="connsiteY635" fmla="*/ 1506494 h 6858000"/>
              <a:gd name="connsiteX636" fmla="*/ 302168 w 7467600"/>
              <a:gd name="connsiteY636" fmla="*/ 1274495 h 6858000"/>
              <a:gd name="connsiteX637" fmla="*/ 291466 w 7467600"/>
              <a:gd name="connsiteY637" fmla="*/ 1250369 h 6858000"/>
              <a:gd name="connsiteX638" fmla="*/ 678222 w 7467600"/>
              <a:gd name="connsiteY638" fmla="*/ 1248670 h 6858000"/>
              <a:gd name="connsiteX639" fmla="*/ 775536 w 7467600"/>
              <a:gd name="connsiteY639" fmla="*/ 1388015 h 6858000"/>
              <a:gd name="connsiteX640" fmla="*/ 894529 w 7467600"/>
              <a:gd name="connsiteY640" fmla="*/ 1567739 h 6858000"/>
              <a:gd name="connsiteX641" fmla="*/ 948000 w 7467600"/>
              <a:gd name="connsiteY641" fmla="*/ 1663088 h 6858000"/>
              <a:gd name="connsiteX642" fmla="*/ 1006812 w 7467600"/>
              <a:gd name="connsiteY642" fmla="*/ 1767683 h 6858000"/>
              <a:gd name="connsiteX643" fmla="*/ 1149133 w 7467600"/>
              <a:gd name="connsiteY643" fmla="*/ 1971513 h 6858000"/>
              <a:gd name="connsiteX644" fmla="*/ 1333952 w 7467600"/>
              <a:gd name="connsiteY644" fmla="*/ 2251620 h 6858000"/>
              <a:gd name="connsiteX645" fmla="*/ 1337329 w 7467600"/>
              <a:gd name="connsiteY645" fmla="*/ 2258350 h 6858000"/>
              <a:gd name="connsiteX646" fmla="*/ 1014726 w 7467600"/>
              <a:gd name="connsiteY646" fmla="*/ 1615556 h 6858000"/>
              <a:gd name="connsiteX647" fmla="*/ 678222 w 7467600"/>
              <a:gd name="connsiteY647" fmla="*/ 1248670 h 6858000"/>
              <a:gd name="connsiteX648" fmla="*/ 6691602 w 7467600"/>
              <a:gd name="connsiteY648" fmla="*/ 1140573 h 6858000"/>
              <a:gd name="connsiteX649" fmla="*/ 6571100 w 7467600"/>
              <a:gd name="connsiteY649" fmla="*/ 1183662 h 6858000"/>
              <a:gd name="connsiteX650" fmla="*/ 6241687 w 7467600"/>
              <a:gd name="connsiteY650" fmla="*/ 1257600 h 6858000"/>
              <a:gd name="connsiteX651" fmla="*/ 5693009 w 7467600"/>
              <a:gd name="connsiteY651" fmla="*/ 1478256 h 6858000"/>
              <a:gd name="connsiteX652" fmla="*/ 6548420 w 7467600"/>
              <a:gd name="connsiteY652" fmla="*/ 1214599 h 6858000"/>
              <a:gd name="connsiteX653" fmla="*/ 6605473 w 7467600"/>
              <a:gd name="connsiteY653" fmla="*/ 1184686 h 6858000"/>
              <a:gd name="connsiteX654" fmla="*/ 6691602 w 7467600"/>
              <a:gd name="connsiteY654" fmla="*/ 1140573 h 6858000"/>
              <a:gd name="connsiteX655" fmla="*/ 4002475 w 7467600"/>
              <a:gd name="connsiteY655" fmla="*/ 1037802 h 6858000"/>
              <a:gd name="connsiteX656" fmla="*/ 4000324 w 7467600"/>
              <a:gd name="connsiteY656" fmla="*/ 1039362 h 6858000"/>
              <a:gd name="connsiteX657" fmla="*/ 4002862 w 7467600"/>
              <a:gd name="connsiteY657" fmla="*/ 1042866 h 6858000"/>
              <a:gd name="connsiteX658" fmla="*/ 4002475 w 7467600"/>
              <a:gd name="connsiteY658" fmla="*/ 1037802 h 6858000"/>
              <a:gd name="connsiteX659" fmla="*/ 506322 w 7467600"/>
              <a:gd name="connsiteY659" fmla="*/ 1020997 h 6858000"/>
              <a:gd name="connsiteX660" fmla="*/ 533068 w 7467600"/>
              <a:gd name="connsiteY660" fmla="*/ 1029409 h 6858000"/>
              <a:gd name="connsiteX661" fmla="*/ 1232525 w 7467600"/>
              <a:gd name="connsiteY661" fmla="*/ 1804675 h 6858000"/>
              <a:gd name="connsiteX662" fmla="*/ 1388858 w 7467600"/>
              <a:gd name="connsiteY662" fmla="*/ 2368011 h 6858000"/>
              <a:gd name="connsiteX663" fmla="*/ 1384098 w 7467600"/>
              <a:gd name="connsiteY663" fmla="*/ 2378125 h 6858000"/>
              <a:gd name="connsiteX664" fmla="*/ 1425393 w 7467600"/>
              <a:gd name="connsiteY664" fmla="*/ 2589124 h 6858000"/>
              <a:gd name="connsiteX665" fmla="*/ 1424001 w 7467600"/>
              <a:gd name="connsiteY665" fmla="*/ 2597541 h 6858000"/>
              <a:gd name="connsiteX666" fmla="*/ 2152729 w 7467600"/>
              <a:gd name="connsiteY666" fmla="*/ 2864487 h 6858000"/>
              <a:gd name="connsiteX667" fmla="*/ 2020609 w 7467600"/>
              <a:gd name="connsiteY667" fmla="*/ 2539671 h 6858000"/>
              <a:gd name="connsiteX668" fmla="*/ 2018920 w 7467600"/>
              <a:gd name="connsiteY668" fmla="*/ 2536309 h 6858000"/>
              <a:gd name="connsiteX669" fmla="*/ 1342441 w 7467600"/>
              <a:gd name="connsiteY669" fmla="*/ 1173017 h 6858000"/>
              <a:gd name="connsiteX670" fmla="*/ 1367925 w 7467600"/>
              <a:gd name="connsiteY670" fmla="*/ 1135648 h 6858000"/>
              <a:gd name="connsiteX671" fmla="*/ 1771401 w 7467600"/>
              <a:gd name="connsiteY671" fmla="*/ 1806673 h 6858000"/>
              <a:gd name="connsiteX672" fmla="*/ 1972385 w 7467600"/>
              <a:gd name="connsiteY672" fmla="*/ 2198735 h 6858000"/>
              <a:gd name="connsiteX673" fmla="*/ 2040892 w 7467600"/>
              <a:gd name="connsiteY673" fmla="*/ 2405205 h 6858000"/>
              <a:gd name="connsiteX674" fmla="*/ 2131689 w 7467600"/>
              <a:gd name="connsiteY674" fmla="*/ 1936926 h 6858000"/>
              <a:gd name="connsiteX675" fmla="*/ 2454820 w 7467600"/>
              <a:gd name="connsiteY675" fmla="*/ 1248808 h 6858000"/>
              <a:gd name="connsiteX676" fmla="*/ 2492512 w 7467600"/>
              <a:gd name="connsiteY676" fmla="*/ 1302920 h 6858000"/>
              <a:gd name="connsiteX677" fmla="*/ 2081216 w 7467600"/>
              <a:gd name="connsiteY677" fmla="*/ 2527513 h 6858000"/>
              <a:gd name="connsiteX678" fmla="*/ 2081211 w 7467600"/>
              <a:gd name="connsiteY678" fmla="*/ 2528916 h 6858000"/>
              <a:gd name="connsiteX679" fmla="*/ 2199067 w 7467600"/>
              <a:gd name="connsiteY679" fmla="*/ 2884061 h 6858000"/>
              <a:gd name="connsiteX680" fmla="*/ 3192586 w 7467600"/>
              <a:gd name="connsiteY680" fmla="*/ 3411496 h 6858000"/>
              <a:gd name="connsiteX681" fmla="*/ 3182620 w 7467600"/>
              <a:gd name="connsiteY681" fmla="*/ 3483279 h 6858000"/>
              <a:gd name="connsiteX682" fmla="*/ 2435119 w 7467600"/>
              <a:gd name="connsiteY682" fmla="*/ 3080173 h 6858000"/>
              <a:gd name="connsiteX683" fmla="*/ 2410152 w 7467600"/>
              <a:gd name="connsiteY683" fmla="*/ 3063751 h 6858000"/>
              <a:gd name="connsiteX684" fmla="*/ 2408099 w 7467600"/>
              <a:gd name="connsiteY684" fmla="*/ 3064403 h 6858000"/>
              <a:gd name="connsiteX685" fmla="*/ 2407218 w 7467600"/>
              <a:gd name="connsiteY685" fmla="*/ 3070324 h 6858000"/>
              <a:gd name="connsiteX686" fmla="*/ 2380138 w 7467600"/>
              <a:gd name="connsiteY686" fmla="*/ 3099341 h 6858000"/>
              <a:gd name="connsiteX687" fmla="*/ 1765923 w 7467600"/>
              <a:gd name="connsiteY687" fmla="*/ 3581043 h 6858000"/>
              <a:gd name="connsiteX688" fmla="*/ 1702258 w 7467600"/>
              <a:gd name="connsiteY688" fmla="*/ 3612286 h 6858000"/>
              <a:gd name="connsiteX689" fmla="*/ 1538370 w 7467600"/>
              <a:gd name="connsiteY689" fmla="*/ 3811804 h 6858000"/>
              <a:gd name="connsiteX690" fmla="*/ 542867 w 7467600"/>
              <a:gd name="connsiteY690" fmla="*/ 4944092 h 6858000"/>
              <a:gd name="connsiteX691" fmla="*/ 515800 w 7467600"/>
              <a:gd name="connsiteY691" fmla="*/ 4862180 h 6858000"/>
              <a:gd name="connsiteX692" fmla="*/ 909145 w 7467600"/>
              <a:gd name="connsiteY692" fmla="*/ 4199225 h 6858000"/>
              <a:gd name="connsiteX693" fmla="*/ 1214067 w 7467600"/>
              <a:gd name="connsiteY693" fmla="*/ 3908561 h 6858000"/>
              <a:gd name="connsiteX694" fmla="*/ 640967 w 7467600"/>
              <a:gd name="connsiteY694" fmla="*/ 4105601 h 6858000"/>
              <a:gd name="connsiteX695" fmla="*/ 112563 w 7467600"/>
              <a:gd name="connsiteY695" fmla="*/ 4396952 h 6858000"/>
              <a:gd name="connsiteX696" fmla="*/ 0 w 7467600"/>
              <a:gd name="connsiteY696" fmla="*/ 4466006 h 6858000"/>
              <a:gd name="connsiteX697" fmla="*/ 0 w 7467600"/>
              <a:gd name="connsiteY697" fmla="*/ 4233763 h 6858000"/>
              <a:gd name="connsiteX698" fmla="*/ 36881 w 7467600"/>
              <a:gd name="connsiteY698" fmla="*/ 4200118 h 6858000"/>
              <a:gd name="connsiteX699" fmla="*/ 910534 w 7467600"/>
              <a:gd name="connsiteY699" fmla="*/ 3629753 h 6858000"/>
              <a:gd name="connsiteX700" fmla="*/ 1578717 w 7467600"/>
              <a:gd name="connsiteY700" fmla="*/ 3575982 h 6858000"/>
              <a:gd name="connsiteX701" fmla="*/ 2338780 w 7467600"/>
              <a:gd name="connsiteY701" fmla="*/ 3033725 h 6858000"/>
              <a:gd name="connsiteX702" fmla="*/ 1807991 w 7467600"/>
              <a:gd name="connsiteY702" fmla="*/ 2807184 h 6858000"/>
              <a:gd name="connsiteX703" fmla="*/ 1416358 w 7467600"/>
              <a:gd name="connsiteY703" fmla="*/ 3112571 h 6858000"/>
              <a:gd name="connsiteX704" fmla="*/ 939066 w 7467600"/>
              <a:gd name="connsiteY704" fmla="*/ 3378798 h 6858000"/>
              <a:gd name="connsiteX705" fmla="*/ 115099 w 7467600"/>
              <a:gd name="connsiteY705" fmla="*/ 3607650 h 6858000"/>
              <a:gd name="connsiteX706" fmla="*/ 97284 w 7467600"/>
              <a:gd name="connsiteY706" fmla="*/ 3520393 h 6858000"/>
              <a:gd name="connsiteX707" fmla="*/ 922050 w 7467600"/>
              <a:gd name="connsiteY707" fmla="*/ 3074867 h 6858000"/>
              <a:gd name="connsiteX708" fmla="*/ 1405265 w 7467600"/>
              <a:gd name="connsiteY708" fmla="*/ 3016319 h 6858000"/>
              <a:gd name="connsiteX709" fmla="*/ 1407512 w 7467600"/>
              <a:gd name="connsiteY709" fmla="*/ 3018001 h 6858000"/>
              <a:gd name="connsiteX710" fmla="*/ 1726266 w 7467600"/>
              <a:gd name="connsiteY710" fmla="*/ 2777274 h 6858000"/>
              <a:gd name="connsiteX711" fmla="*/ 625390 w 7467600"/>
              <a:gd name="connsiteY711" fmla="*/ 2514541 h 6858000"/>
              <a:gd name="connsiteX712" fmla="*/ 619799 w 7467600"/>
              <a:gd name="connsiteY712" fmla="*/ 2527180 h 6858000"/>
              <a:gd name="connsiteX713" fmla="*/ 310030 w 7467600"/>
              <a:gd name="connsiteY713" fmla="*/ 2771818 h 6858000"/>
              <a:gd name="connsiteX714" fmla="*/ 173877 w 7467600"/>
              <a:gd name="connsiteY714" fmla="*/ 2937056 h 6858000"/>
              <a:gd name="connsiteX715" fmla="*/ 77889 w 7467600"/>
              <a:gd name="connsiteY715" fmla="*/ 3138440 h 6858000"/>
              <a:gd name="connsiteX716" fmla="*/ 0 w 7467600"/>
              <a:gd name="connsiteY716" fmla="*/ 3271395 h 6858000"/>
              <a:gd name="connsiteX717" fmla="*/ 0 w 7467600"/>
              <a:gd name="connsiteY717" fmla="*/ 3153002 h 6858000"/>
              <a:gd name="connsiteX718" fmla="*/ 2386 w 7467600"/>
              <a:gd name="connsiteY718" fmla="*/ 3149203 h 6858000"/>
              <a:gd name="connsiteX719" fmla="*/ 89753 w 7467600"/>
              <a:gd name="connsiteY719" fmla="*/ 2987702 h 6858000"/>
              <a:gd name="connsiteX720" fmla="*/ 76869 w 7467600"/>
              <a:gd name="connsiteY720" fmla="*/ 3005404 h 6858000"/>
              <a:gd name="connsiteX721" fmla="*/ 32049 w 7467600"/>
              <a:gd name="connsiteY721" fmla="*/ 3065814 h 6858000"/>
              <a:gd name="connsiteX722" fmla="*/ 0 w 7467600"/>
              <a:gd name="connsiteY722" fmla="*/ 3108744 h 6858000"/>
              <a:gd name="connsiteX723" fmla="*/ 0 w 7467600"/>
              <a:gd name="connsiteY723" fmla="*/ 3058059 h 6858000"/>
              <a:gd name="connsiteX724" fmla="*/ 7610 w 7467600"/>
              <a:gd name="connsiteY724" fmla="*/ 3047889 h 6858000"/>
              <a:gd name="connsiteX725" fmla="*/ 52419 w 7467600"/>
              <a:gd name="connsiteY725" fmla="*/ 2987479 h 6858000"/>
              <a:gd name="connsiteX726" fmla="*/ 59142 w 7467600"/>
              <a:gd name="connsiteY726" fmla="*/ 2978488 h 6858000"/>
              <a:gd name="connsiteX727" fmla="*/ 0 w 7467600"/>
              <a:gd name="connsiteY727" fmla="*/ 3015334 h 6858000"/>
              <a:gd name="connsiteX728" fmla="*/ 0 w 7467600"/>
              <a:gd name="connsiteY728" fmla="*/ 2914286 h 6858000"/>
              <a:gd name="connsiteX729" fmla="*/ 36383 w 7467600"/>
              <a:gd name="connsiteY729" fmla="*/ 2901128 h 6858000"/>
              <a:gd name="connsiteX730" fmla="*/ 156329 w 7467600"/>
              <a:gd name="connsiteY730" fmla="*/ 2840533 h 6858000"/>
              <a:gd name="connsiteX731" fmla="*/ 358355 w 7467600"/>
              <a:gd name="connsiteY731" fmla="*/ 2620471 h 6858000"/>
              <a:gd name="connsiteX732" fmla="*/ 510577 w 7467600"/>
              <a:gd name="connsiteY732" fmla="*/ 2501244 h 6858000"/>
              <a:gd name="connsiteX733" fmla="*/ 211967 w 7467600"/>
              <a:gd name="connsiteY733" fmla="*/ 2479171 h 6858000"/>
              <a:gd name="connsiteX734" fmla="*/ 0 w 7467600"/>
              <a:gd name="connsiteY734" fmla="*/ 2476398 h 6858000"/>
              <a:gd name="connsiteX735" fmla="*/ 0 w 7467600"/>
              <a:gd name="connsiteY735" fmla="*/ 2389189 h 6858000"/>
              <a:gd name="connsiteX736" fmla="*/ 103062 w 7467600"/>
              <a:gd name="connsiteY736" fmla="*/ 2389518 h 6858000"/>
              <a:gd name="connsiteX737" fmla="*/ 510734 w 7467600"/>
              <a:gd name="connsiteY737" fmla="*/ 2416201 h 6858000"/>
              <a:gd name="connsiteX738" fmla="*/ 279257 w 7467600"/>
              <a:gd name="connsiteY738" fmla="*/ 2092102 h 6858000"/>
              <a:gd name="connsiteX739" fmla="*/ 65265 w 7467600"/>
              <a:gd name="connsiteY739" fmla="*/ 2006049 h 6858000"/>
              <a:gd name="connsiteX740" fmla="*/ 0 w 7467600"/>
              <a:gd name="connsiteY740" fmla="*/ 1982532 h 6858000"/>
              <a:gd name="connsiteX741" fmla="*/ 0 w 7467600"/>
              <a:gd name="connsiteY741" fmla="*/ 1912789 h 6858000"/>
              <a:gd name="connsiteX742" fmla="*/ 97460 w 7467600"/>
              <a:gd name="connsiteY742" fmla="*/ 1953725 h 6858000"/>
              <a:gd name="connsiteX743" fmla="*/ 221272 w 7467600"/>
              <a:gd name="connsiteY743" fmla="*/ 1980766 h 6858000"/>
              <a:gd name="connsiteX744" fmla="*/ 116765 w 7467600"/>
              <a:gd name="connsiteY744" fmla="*/ 1911033 h 6858000"/>
              <a:gd name="connsiteX745" fmla="*/ 16405 w 7467600"/>
              <a:gd name="connsiteY745" fmla="*/ 1803412 h 6858000"/>
              <a:gd name="connsiteX746" fmla="*/ 0 w 7467600"/>
              <a:gd name="connsiteY746" fmla="*/ 1784777 h 6858000"/>
              <a:gd name="connsiteX747" fmla="*/ 0 w 7467600"/>
              <a:gd name="connsiteY747" fmla="*/ 1740082 h 6858000"/>
              <a:gd name="connsiteX748" fmla="*/ 39394 w 7467600"/>
              <a:gd name="connsiteY748" fmla="*/ 1784856 h 6858000"/>
              <a:gd name="connsiteX749" fmla="*/ 135813 w 7467600"/>
              <a:gd name="connsiteY749" fmla="*/ 1888838 h 6858000"/>
              <a:gd name="connsiteX750" fmla="*/ 242575 w 7467600"/>
              <a:gd name="connsiteY750" fmla="*/ 1958841 h 6858000"/>
              <a:gd name="connsiteX751" fmla="*/ 82197 w 7467600"/>
              <a:gd name="connsiteY751" fmla="*/ 1754826 h 6858000"/>
              <a:gd name="connsiteX752" fmla="*/ 0 w 7467600"/>
              <a:gd name="connsiteY752" fmla="*/ 1679650 h 6858000"/>
              <a:gd name="connsiteX753" fmla="*/ 0 w 7467600"/>
              <a:gd name="connsiteY753" fmla="*/ 1602463 h 6858000"/>
              <a:gd name="connsiteX754" fmla="*/ 84689 w 7467600"/>
              <a:gd name="connsiteY754" fmla="*/ 1677442 h 6858000"/>
              <a:gd name="connsiteX755" fmla="*/ 298437 w 7467600"/>
              <a:gd name="connsiteY755" fmla="*/ 1968019 h 6858000"/>
              <a:gd name="connsiteX756" fmla="*/ 227269 w 7467600"/>
              <a:gd name="connsiteY756" fmla="*/ 1114064 h 6858000"/>
              <a:gd name="connsiteX757" fmla="*/ 248003 w 7467600"/>
              <a:gd name="connsiteY757" fmla="*/ 1089613 h 6858000"/>
              <a:gd name="connsiteX758" fmla="*/ 427020 w 7467600"/>
              <a:gd name="connsiteY758" fmla="*/ 1619803 h 6858000"/>
              <a:gd name="connsiteX759" fmla="*/ 340345 w 7467600"/>
              <a:gd name="connsiteY759" fmla="*/ 2027739 h 6858000"/>
              <a:gd name="connsiteX760" fmla="*/ 360865 w 7467600"/>
              <a:gd name="connsiteY760" fmla="*/ 2044827 h 6858000"/>
              <a:gd name="connsiteX761" fmla="*/ 560414 w 7467600"/>
              <a:gd name="connsiteY761" fmla="*/ 2421457 h 6858000"/>
              <a:gd name="connsiteX762" fmla="*/ 1359703 w 7467600"/>
              <a:gd name="connsiteY762" fmla="*/ 2578554 h 6858000"/>
              <a:gd name="connsiteX763" fmla="*/ 1359422 w 7467600"/>
              <a:gd name="connsiteY763" fmla="*/ 2577994 h 6858000"/>
              <a:gd name="connsiteX764" fmla="*/ 828701 w 7467600"/>
              <a:gd name="connsiteY764" fmla="*/ 1839520 h 6858000"/>
              <a:gd name="connsiteX765" fmla="*/ 494427 w 7467600"/>
              <a:gd name="connsiteY765" fmla="*/ 1092333 h 6858000"/>
              <a:gd name="connsiteX766" fmla="*/ 506322 w 7467600"/>
              <a:gd name="connsiteY766" fmla="*/ 1020997 h 6858000"/>
              <a:gd name="connsiteX767" fmla="*/ 4570198 w 7467600"/>
              <a:gd name="connsiteY767" fmla="*/ 978081 h 6858000"/>
              <a:gd name="connsiteX768" fmla="*/ 4523691 w 7467600"/>
              <a:gd name="connsiteY768" fmla="*/ 1127776 h 6858000"/>
              <a:gd name="connsiteX769" fmla="*/ 4509875 w 7467600"/>
              <a:gd name="connsiteY769" fmla="*/ 1167552 h 6858000"/>
              <a:gd name="connsiteX770" fmla="*/ 4478168 w 7467600"/>
              <a:gd name="connsiteY770" fmla="*/ 1260735 h 6858000"/>
              <a:gd name="connsiteX771" fmla="*/ 4409309 w 7467600"/>
              <a:gd name="connsiteY771" fmla="*/ 1666996 h 6858000"/>
              <a:gd name="connsiteX772" fmla="*/ 4370031 w 7467600"/>
              <a:gd name="connsiteY772" fmla="*/ 1955666 h 6858000"/>
              <a:gd name="connsiteX773" fmla="*/ 4570198 w 7467600"/>
              <a:gd name="connsiteY773" fmla="*/ 978081 h 6858000"/>
              <a:gd name="connsiteX774" fmla="*/ 4557898 w 7467600"/>
              <a:gd name="connsiteY774" fmla="*/ 900011 h 6858000"/>
              <a:gd name="connsiteX775" fmla="*/ 4344840 w 7467600"/>
              <a:gd name="connsiteY775" fmla="*/ 1922038 h 6858000"/>
              <a:gd name="connsiteX776" fmla="*/ 4378710 w 7467600"/>
              <a:gd name="connsiteY776" fmla="*/ 1665516 h 6858000"/>
              <a:gd name="connsiteX777" fmla="*/ 4448798 w 7467600"/>
              <a:gd name="connsiteY777" fmla="*/ 1253024 h 6858000"/>
              <a:gd name="connsiteX778" fmla="*/ 4480315 w 7467600"/>
              <a:gd name="connsiteY778" fmla="*/ 1158454 h 6858000"/>
              <a:gd name="connsiteX779" fmla="*/ 4494133 w 7467600"/>
              <a:gd name="connsiteY779" fmla="*/ 1118676 h 6858000"/>
              <a:gd name="connsiteX780" fmla="*/ 4557898 w 7467600"/>
              <a:gd name="connsiteY780" fmla="*/ 900011 h 6858000"/>
              <a:gd name="connsiteX781" fmla="*/ 5870151 w 7467600"/>
              <a:gd name="connsiteY781" fmla="*/ 898890 h 6858000"/>
              <a:gd name="connsiteX782" fmla="*/ 5861335 w 7467600"/>
              <a:gd name="connsiteY782" fmla="*/ 899177 h 6858000"/>
              <a:gd name="connsiteX783" fmla="*/ 5843702 w 7467600"/>
              <a:gd name="connsiteY783" fmla="*/ 899748 h 6858000"/>
              <a:gd name="connsiteX784" fmla="*/ 5651107 w 7467600"/>
              <a:gd name="connsiteY784" fmla="*/ 920306 h 6858000"/>
              <a:gd name="connsiteX785" fmla="*/ 5459407 w 7467600"/>
              <a:gd name="connsiteY785" fmla="*/ 940975 h 6858000"/>
              <a:gd name="connsiteX786" fmla="*/ 5374846 w 7467600"/>
              <a:gd name="connsiteY786" fmla="*/ 941988 h 6858000"/>
              <a:gd name="connsiteX787" fmla="*/ 5256105 w 7467600"/>
              <a:gd name="connsiteY787" fmla="*/ 945632 h 6858000"/>
              <a:gd name="connsiteX788" fmla="*/ 5107071 w 7467600"/>
              <a:gd name="connsiteY788" fmla="*/ 969720 h 6858000"/>
              <a:gd name="connsiteX789" fmla="*/ 4998681 w 7467600"/>
              <a:gd name="connsiteY789" fmla="*/ 988771 h 6858000"/>
              <a:gd name="connsiteX790" fmla="*/ 5870151 w 7467600"/>
              <a:gd name="connsiteY790" fmla="*/ 898890 h 6858000"/>
              <a:gd name="connsiteX791" fmla="*/ 5504425 w 7467600"/>
              <a:gd name="connsiteY791" fmla="*/ 848067 h 6858000"/>
              <a:gd name="connsiteX792" fmla="*/ 4968849 w 7467600"/>
              <a:gd name="connsiteY792" fmla="*/ 962318 h 6858000"/>
              <a:gd name="connsiteX793" fmla="*/ 5104039 w 7467600"/>
              <a:gd name="connsiteY793" fmla="*/ 940634 h 6858000"/>
              <a:gd name="connsiteX794" fmla="*/ 5256311 w 7467600"/>
              <a:gd name="connsiteY794" fmla="*/ 916490 h 6858000"/>
              <a:gd name="connsiteX795" fmla="*/ 5377381 w 7467600"/>
              <a:gd name="connsiteY795" fmla="*/ 912671 h 6858000"/>
              <a:gd name="connsiteX796" fmla="*/ 5460148 w 7467600"/>
              <a:gd name="connsiteY796" fmla="*/ 911442 h 6858000"/>
              <a:gd name="connsiteX797" fmla="*/ 5648971 w 7467600"/>
              <a:gd name="connsiteY797" fmla="*/ 891331 h 6858000"/>
              <a:gd name="connsiteX798" fmla="*/ 5844807 w 7467600"/>
              <a:gd name="connsiteY798" fmla="*/ 870718 h 6858000"/>
              <a:gd name="connsiteX799" fmla="*/ 5862975 w 7467600"/>
              <a:gd name="connsiteY799" fmla="*/ 869756 h 6858000"/>
              <a:gd name="connsiteX800" fmla="*/ 5920887 w 7467600"/>
              <a:gd name="connsiteY800" fmla="*/ 865929 h 6858000"/>
              <a:gd name="connsiteX801" fmla="*/ 5504425 w 7467600"/>
              <a:gd name="connsiteY801" fmla="*/ 848067 h 6858000"/>
              <a:gd name="connsiteX802" fmla="*/ 3607114 w 7467600"/>
              <a:gd name="connsiteY802" fmla="*/ 467441 h 6858000"/>
              <a:gd name="connsiteX803" fmla="*/ 3296242 w 7467600"/>
              <a:gd name="connsiteY803" fmla="*/ 807991 h 6858000"/>
              <a:gd name="connsiteX804" fmla="*/ 3174674 w 7467600"/>
              <a:gd name="connsiteY804" fmla="*/ 919759 h 6858000"/>
              <a:gd name="connsiteX805" fmla="*/ 3042978 w 7467600"/>
              <a:gd name="connsiteY805" fmla="*/ 1054894 h 6858000"/>
              <a:gd name="connsiteX806" fmla="*/ 2968914 w 7467600"/>
              <a:gd name="connsiteY806" fmla="*/ 1133756 h 6858000"/>
              <a:gd name="connsiteX807" fmla="*/ 3103823 w 7467600"/>
              <a:gd name="connsiteY807" fmla="*/ 1026814 h 6858000"/>
              <a:gd name="connsiteX808" fmla="*/ 3607114 w 7467600"/>
              <a:gd name="connsiteY808" fmla="*/ 467441 h 6858000"/>
              <a:gd name="connsiteX809" fmla="*/ 3744487 w 7467600"/>
              <a:gd name="connsiteY809" fmla="*/ 383136 h 6858000"/>
              <a:gd name="connsiteX810" fmla="*/ 3970213 w 7467600"/>
              <a:gd name="connsiteY810" fmla="*/ 995559 h 6858000"/>
              <a:gd name="connsiteX811" fmla="*/ 3744487 w 7467600"/>
              <a:gd name="connsiteY811" fmla="*/ 383136 h 6858000"/>
              <a:gd name="connsiteX812" fmla="*/ 3624562 w 7467600"/>
              <a:gd name="connsiteY812" fmla="*/ 367041 h 6858000"/>
              <a:gd name="connsiteX813" fmla="*/ 3489712 w 7467600"/>
              <a:gd name="connsiteY813" fmla="*/ 485386 h 6858000"/>
              <a:gd name="connsiteX814" fmla="*/ 3182994 w 7467600"/>
              <a:gd name="connsiteY814" fmla="*/ 828265 h 6858000"/>
              <a:gd name="connsiteX815" fmla="*/ 2892114 w 7467600"/>
              <a:gd name="connsiteY815" fmla="*/ 1172635 h 6858000"/>
              <a:gd name="connsiteX816" fmla="*/ 3021459 w 7467600"/>
              <a:gd name="connsiteY816" fmla="*/ 1035385 h 6858000"/>
              <a:gd name="connsiteX817" fmla="*/ 3153873 w 7467600"/>
              <a:gd name="connsiteY817" fmla="*/ 898971 h 6858000"/>
              <a:gd name="connsiteX818" fmla="*/ 3276511 w 7467600"/>
              <a:gd name="connsiteY818" fmla="*/ 786423 h 6858000"/>
              <a:gd name="connsiteX819" fmla="*/ 3584154 w 7467600"/>
              <a:gd name="connsiteY819" fmla="*/ 448218 h 6858000"/>
              <a:gd name="connsiteX820" fmla="*/ 3624562 w 7467600"/>
              <a:gd name="connsiteY820" fmla="*/ 367041 h 6858000"/>
              <a:gd name="connsiteX821" fmla="*/ 3766672 w 7467600"/>
              <a:gd name="connsiteY821" fmla="*/ 359429 h 6858000"/>
              <a:gd name="connsiteX822" fmla="*/ 3996338 w 7467600"/>
              <a:gd name="connsiteY822" fmla="*/ 968237 h 6858000"/>
              <a:gd name="connsiteX823" fmla="*/ 3766672 w 7467600"/>
              <a:gd name="connsiteY823" fmla="*/ 359429 h 6858000"/>
              <a:gd name="connsiteX824" fmla="*/ 5805386 w 7467600"/>
              <a:gd name="connsiteY824" fmla="*/ 239240 h 6858000"/>
              <a:gd name="connsiteX825" fmla="*/ 5736947 w 7467600"/>
              <a:gd name="connsiteY825" fmla="*/ 261367 h 6858000"/>
              <a:gd name="connsiteX826" fmla="*/ 5427012 w 7467600"/>
              <a:gd name="connsiteY826" fmla="*/ 311272 h 6858000"/>
              <a:gd name="connsiteX827" fmla="*/ 5147818 w 7467600"/>
              <a:gd name="connsiteY827" fmla="*/ 322112 h 6858000"/>
              <a:gd name="connsiteX828" fmla="*/ 5060854 w 7467600"/>
              <a:gd name="connsiteY828" fmla="*/ 311882 h 6858000"/>
              <a:gd name="connsiteX829" fmla="*/ 4945989 w 7467600"/>
              <a:gd name="connsiteY829" fmla="*/ 300516 h 6858000"/>
              <a:gd name="connsiteX830" fmla="*/ 5410479 w 7467600"/>
              <a:gd name="connsiteY830" fmla="*/ 348434 h 6858000"/>
              <a:gd name="connsiteX831" fmla="*/ 5805386 w 7467600"/>
              <a:gd name="connsiteY831" fmla="*/ 239240 h 6858000"/>
              <a:gd name="connsiteX832" fmla="*/ 5905192 w 7467600"/>
              <a:gd name="connsiteY832" fmla="*/ 163079 h 6858000"/>
              <a:gd name="connsiteX833" fmla="*/ 5865655 w 7467600"/>
              <a:gd name="connsiteY833" fmla="*/ 171901 h 6858000"/>
              <a:gd name="connsiteX834" fmla="*/ 5259740 w 7467600"/>
              <a:gd name="connsiteY834" fmla="*/ 257013 h 6858000"/>
              <a:gd name="connsiteX835" fmla="*/ 5208466 w 7467600"/>
              <a:gd name="connsiteY835" fmla="*/ 257550 h 6858000"/>
              <a:gd name="connsiteX836" fmla="*/ 4980204 w 7467600"/>
              <a:gd name="connsiteY836" fmla="*/ 271903 h 6858000"/>
              <a:gd name="connsiteX837" fmla="*/ 5068068 w 7467600"/>
              <a:gd name="connsiteY837" fmla="*/ 282244 h 6858000"/>
              <a:gd name="connsiteX838" fmla="*/ 5153231 w 7467600"/>
              <a:gd name="connsiteY838" fmla="*/ 292240 h 6858000"/>
              <a:gd name="connsiteX839" fmla="*/ 5426491 w 7467600"/>
              <a:gd name="connsiteY839" fmla="*/ 281128 h 6858000"/>
              <a:gd name="connsiteX840" fmla="*/ 5731212 w 7467600"/>
              <a:gd name="connsiteY840" fmla="*/ 231951 h 6858000"/>
              <a:gd name="connsiteX841" fmla="*/ 5905192 w 7467600"/>
              <a:gd name="connsiteY841" fmla="*/ 163079 h 6858000"/>
              <a:gd name="connsiteX842" fmla="*/ 5944437 w 7467600"/>
              <a:gd name="connsiteY842" fmla="*/ 113829 h 6858000"/>
              <a:gd name="connsiteX843" fmla="*/ 5825032 w 7467600"/>
              <a:gd name="connsiteY843" fmla="*/ 146405 h 6858000"/>
              <a:gd name="connsiteX844" fmla="*/ 4955599 w 7467600"/>
              <a:gd name="connsiteY844" fmla="*/ 247008 h 6858000"/>
              <a:gd name="connsiteX845" fmla="*/ 5210104 w 7467600"/>
              <a:gd name="connsiteY845" fmla="*/ 228123 h 6858000"/>
              <a:gd name="connsiteX846" fmla="*/ 5261015 w 7467600"/>
              <a:gd name="connsiteY846" fmla="*/ 227087 h 6858000"/>
              <a:gd name="connsiteX847" fmla="*/ 5861181 w 7467600"/>
              <a:gd name="connsiteY847" fmla="*/ 143093 h 6858000"/>
              <a:gd name="connsiteX848" fmla="*/ 5961252 w 7467600"/>
              <a:gd name="connsiteY848" fmla="*/ 114820 h 6858000"/>
              <a:gd name="connsiteX849" fmla="*/ 5944437 w 7467600"/>
              <a:gd name="connsiteY849" fmla="*/ 113829 h 6858000"/>
              <a:gd name="connsiteX850" fmla="*/ 3882765 w 7467600"/>
              <a:gd name="connsiteY850" fmla="*/ 0 h 6858000"/>
              <a:gd name="connsiteX851" fmla="*/ 3995099 w 7467600"/>
              <a:gd name="connsiteY851" fmla="*/ 0 h 6858000"/>
              <a:gd name="connsiteX852" fmla="*/ 4163818 w 7467600"/>
              <a:gd name="connsiteY852" fmla="*/ 234104 h 6858000"/>
              <a:gd name="connsiteX853" fmla="*/ 4172099 w 7467600"/>
              <a:gd name="connsiteY853" fmla="*/ 234207 h 6858000"/>
              <a:gd name="connsiteX854" fmla="*/ 4784282 w 7467600"/>
              <a:gd name="connsiteY854" fmla="*/ 276561 h 6858000"/>
              <a:gd name="connsiteX855" fmla="*/ 4801687 w 7467600"/>
              <a:gd name="connsiteY855" fmla="*/ 267764 h 6858000"/>
              <a:gd name="connsiteX856" fmla="*/ 6082788 w 7467600"/>
              <a:gd name="connsiteY856" fmla="*/ 64119 h 6858000"/>
              <a:gd name="connsiteX857" fmla="*/ 6099442 w 7467600"/>
              <a:gd name="connsiteY857" fmla="*/ 82568 h 6858000"/>
              <a:gd name="connsiteX858" fmla="*/ 4804137 w 7467600"/>
              <a:gd name="connsiteY858" fmla="*/ 320931 h 6858000"/>
              <a:gd name="connsiteX859" fmla="*/ 4227047 w 7467600"/>
              <a:gd name="connsiteY859" fmla="*/ 313415 h 6858000"/>
              <a:gd name="connsiteX860" fmla="*/ 4346041 w 7467600"/>
              <a:gd name="connsiteY860" fmla="*/ 456086 h 6858000"/>
              <a:gd name="connsiteX861" fmla="*/ 4870967 w 7467600"/>
              <a:gd name="connsiteY861" fmla="*/ 963061 h 6858000"/>
              <a:gd name="connsiteX862" fmla="*/ 4889647 w 7467600"/>
              <a:gd name="connsiteY862" fmla="*/ 957147 h 6858000"/>
              <a:gd name="connsiteX863" fmla="*/ 5422504 w 7467600"/>
              <a:gd name="connsiteY863" fmla="*/ 805191 h 6858000"/>
              <a:gd name="connsiteX864" fmla="*/ 6087656 w 7467600"/>
              <a:gd name="connsiteY864" fmla="*/ 826703 h 6858000"/>
              <a:gd name="connsiteX865" fmla="*/ 6058717 w 7467600"/>
              <a:gd name="connsiteY865" fmla="*/ 865992 h 6858000"/>
              <a:gd name="connsiteX866" fmla="*/ 4974153 w 7467600"/>
              <a:gd name="connsiteY866" fmla="*/ 1045456 h 6858000"/>
              <a:gd name="connsiteX867" fmla="*/ 5627835 w 7467600"/>
              <a:gd name="connsiteY867" fmla="*/ 1472077 h 6858000"/>
              <a:gd name="connsiteX868" fmla="*/ 5629817 w 7467600"/>
              <a:gd name="connsiteY868" fmla="*/ 1471412 h 6858000"/>
              <a:gd name="connsiteX869" fmla="*/ 5634124 w 7467600"/>
              <a:gd name="connsiteY869" fmla="*/ 1470572 h 6858000"/>
              <a:gd name="connsiteX870" fmla="*/ 5755832 w 7467600"/>
              <a:gd name="connsiteY870" fmla="*/ 1383886 h 6858000"/>
              <a:gd name="connsiteX871" fmla="*/ 6014186 w 7467600"/>
              <a:gd name="connsiteY871" fmla="*/ 1279799 h 6858000"/>
              <a:gd name="connsiteX872" fmla="*/ 6901619 w 7467600"/>
              <a:gd name="connsiteY872" fmla="*/ 1047874 h 6858000"/>
              <a:gd name="connsiteX873" fmla="*/ 6931566 w 7467600"/>
              <a:gd name="connsiteY873" fmla="*/ 1062034 h 6858000"/>
              <a:gd name="connsiteX874" fmla="*/ 5790982 w 7467600"/>
              <a:gd name="connsiteY874" fmla="*/ 1561380 h 6858000"/>
              <a:gd name="connsiteX875" fmla="*/ 6188971 w 7467600"/>
              <a:gd name="connsiteY875" fmla="*/ 1755168 h 6858000"/>
              <a:gd name="connsiteX876" fmla="*/ 6202446 w 7467600"/>
              <a:gd name="connsiteY876" fmla="*/ 1752268 h 6858000"/>
              <a:gd name="connsiteX877" fmla="*/ 7179560 w 7467600"/>
              <a:gd name="connsiteY877" fmla="*/ 1467551 h 6858000"/>
              <a:gd name="connsiteX878" fmla="*/ 7158730 w 7467600"/>
              <a:gd name="connsiteY878" fmla="*/ 1507835 h 6858000"/>
              <a:gd name="connsiteX879" fmla="*/ 6326959 w 7467600"/>
              <a:gd name="connsiteY879" fmla="*/ 1817686 h 6858000"/>
              <a:gd name="connsiteX880" fmla="*/ 6537433 w 7467600"/>
              <a:gd name="connsiteY880" fmla="*/ 1907790 h 6858000"/>
              <a:gd name="connsiteX881" fmla="*/ 6550221 w 7467600"/>
              <a:gd name="connsiteY881" fmla="*/ 1910729 h 6858000"/>
              <a:gd name="connsiteX882" fmla="*/ 6964438 w 7467600"/>
              <a:gd name="connsiteY882" fmla="*/ 2209505 h 6858000"/>
              <a:gd name="connsiteX883" fmla="*/ 7367862 w 7467600"/>
              <a:gd name="connsiteY883" fmla="*/ 2806833 h 6858000"/>
              <a:gd name="connsiteX884" fmla="*/ 7364329 w 7467600"/>
              <a:gd name="connsiteY884" fmla="*/ 2826907 h 6858000"/>
              <a:gd name="connsiteX885" fmla="*/ 7290545 w 7467600"/>
              <a:gd name="connsiteY885" fmla="*/ 2850663 h 6858000"/>
              <a:gd name="connsiteX886" fmla="*/ 6472036 w 7467600"/>
              <a:gd name="connsiteY886" fmla="*/ 1959003 h 6858000"/>
              <a:gd name="connsiteX887" fmla="*/ 5792897 w 7467600"/>
              <a:gd name="connsiteY887" fmla="*/ 1647747 h 6858000"/>
              <a:gd name="connsiteX888" fmla="*/ 5842751 w 7467600"/>
              <a:gd name="connsiteY888" fmla="*/ 1816112 h 6858000"/>
              <a:gd name="connsiteX889" fmla="*/ 5847424 w 7467600"/>
              <a:gd name="connsiteY889" fmla="*/ 1815776 h 6858000"/>
              <a:gd name="connsiteX890" fmla="*/ 6399821 w 7467600"/>
              <a:gd name="connsiteY890" fmla="*/ 2344799 h 6858000"/>
              <a:gd name="connsiteX891" fmla="*/ 6323232 w 7467600"/>
              <a:gd name="connsiteY891" fmla="*/ 2389634 h 6858000"/>
              <a:gd name="connsiteX892" fmla="*/ 5942958 w 7467600"/>
              <a:gd name="connsiteY892" fmla="*/ 2077708 h 6858000"/>
              <a:gd name="connsiteX893" fmla="*/ 5921559 w 7467600"/>
              <a:gd name="connsiteY893" fmla="*/ 2378596 h 6858000"/>
              <a:gd name="connsiteX894" fmla="*/ 5817651 w 7467600"/>
              <a:gd name="connsiteY894" fmla="*/ 3023919 h 6858000"/>
              <a:gd name="connsiteX895" fmla="*/ 5729634 w 7467600"/>
              <a:gd name="connsiteY895" fmla="*/ 3051849 h 6858000"/>
              <a:gd name="connsiteX896" fmla="*/ 5611018 w 7467600"/>
              <a:gd name="connsiteY896" fmla="*/ 2316769 h 6858000"/>
              <a:gd name="connsiteX897" fmla="*/ 5687608 w 7467600"/>
              <a:gd name="connsiteY897" fmla="*/ 2039972 h 6858000"/>
              <a:gd name="connsiteX898" fmla="*/ 5657554 w 7467600"/>
              <a:gd name="connsiteY898" fmla="*/ 1576445 h 6858000"/>
              <a:gd name="connsiteX899" fmla="*/ 5150475 w 7467600"/>
              <a:gd name="connsiteY899" fmla="*/ 1274012 h 6858000"/>
              <a:gd name="connsiteX900" fmla="*/ 5349142 w 7467600"/>
              <a:gd name="connsiteY900" fmla="*/ 2204405 h 6858000"/>
              <a:gd name="connsiteX901" fmla="*/ 5262214 w 7467600"/>
              <a:gd name="connsiteY901" fmla="*/ 2233836 h 6858000"/>
              <a:gd name="connsiteX902" fmla="*/ 4981539 w 7467600"/>
              <a:gd name="connsiteY902" fmla="*/ 1542201 h 6858000"/>
              <a:gd name="connsiteX903" fmla="*/ 4958461 w 7467600"/>
              <a:gd name="connsiteY903" fmla="*/ 1136957 h 6858000"/>
              <a:gd name="connsiteX904" fmla="*/ 4655015 w 7467600"/>
              <a:gd name="connsiteY904" fmla="*/ 891426 h 6858000"/>
              <a:gd name="connsiteX905" fmla="*/ 4348002 w 7467600"/>
              <a:gd name="connsiteY905" fmla="*/ 2205895 h 6858000"/>
              <a:gd name="connsiteX906" fmla="*/ 4262250 w 7467600"/>
              <a:gd name="connsiteY906" fmla="*/ 2219972 h 6858000"/>
              <a:gd name="connsiteX907" fmla="*/ 4550611 w 7467600"/>
              <a:gd name="connsiteY907" fmla="*/ 817540 h 6858000"/>
              <a:gd name="connsiteX908" fmla="*/ 4564418 w 7467600"/>
              <a:gd name="connsiteY908" fmla="*/ 808293 h 6858000"/>
              <a:gd name="connsiteX909" fmla="*/ 4266388 w 7467600"/>
              <a:gd name="connsiteY909" fmla="*/ 500083 h 6858000"/>
              <a:gd name="connsiteX910" fmla="*/ 4032842 w 7467600"/>
              <a:gd name="connsiteY910" fmla="*/ 211809 h 6858000"/>
              <a:gd name="connsiteX911" fmla="*/ 3882765 w 7467600"/>
              <a:gd name="connsiteY911" fmla="*/ 0 h 6858000"/>
              <a:gd name="connsiteX912" fmla="*/ 3721337 w 7467600"/>
              <a:gd name="connsiteY912" fmla="*/ 0 h 6858000"/>
              <a:gd name="connsiteX913" fmla="*/ 3797544 w 7467600"/>
              <a:gd name="connsiteY913" fmla="*/ 0 h 6858000"/>
              <a:gd name="connsiteX914" fmla="*/ 3775734 w 7467600"/>
              <a:gd name="connsiteY914" fmla="*/ 95131 h 6858000"/>
              <a:gd name="connsiteX915" fmla="*/ 3724807 w 7467600"/>
              <a:gd name="connsiteY915" fmla="*/ 272257 h 6858000"/>
              <a:gd name="connsiteX916" fmla="*/ 3726844 w 7467600"/>
              <a:gd name="connsiteY916" fmla="*/ 282988 h 6858000"/>
              <a:gd name="connsiteX917" fmla="*/ 3742664 w 7467600"/>
              <a:gd name="connsiteY917" fmla="*/ 279918 h 6858000"/>
              <a:gd name="connsiteX918" fmla="*/ 4103910 w 7467600"/>
              <a:gd name="connsiteY918" fmla="*/ 1161917 h 6858000"/>
              <a:gd name="connsiteX919" fmla="*/ 4020269 w 7467600"/>
              <a:gd name="connsiteY919" fmla="*/ 1200406 h 6858000"/>
              <a:gd name="connsiteX920" fmla="*/ 3674882 w 7467600"/>
              <a:gd name="connsiteY920" fmla="*/ 488524 h 6858000"/>
              <a:gd name="connsiteX921" fmla="*/ 3132682 w 7467600"/>
              <a:gd name="connsiteY921" fmla="*/ 1072284 h 6858000"/>
              <a:gd name="connsiteX922" fmla="*/ 2716346 w 7467600"/>
              <a:gd name="connsiteY922" fmla="*/ 1276376 h 6858000"/>
              <a:gd name="connsiteX923" fmla="*/ 2716772 w 7467600"/>
              <a:gd name="connsiteY923" fmla="*/ 1255462 h 6858000"/>
              <a:gd name="connsiteX924" fmla="*/ 3471096 w 7467600"/>
              <a:gd name="connsiteY924" fmla="*/ 437072 h 6858000"/>
              <a:gd name="connsiteX925" fmla="*/ 3639057 w 7467600"/>
              <a:gd name="connsiteY925" fmla="*/ 286334 h 6858000"/>
              <a:gd name="connsiteX926" fmla="*/ 3640309 w 7467600"/>
              <a:gd name="connsiteY926" fmla="*/ 284664 h 6858000"/>
              <a:gd name="connsiteX927" fmla="*/ 3646022 w 7467600"/>
              <a:gd name="connsiteY927" fmla="*/ 276711 h 6858000"/>
              <a:gd name="connsiteX928" fmla="*/ 3707943 w 7467600"/>
              <a:gd name="connsiteY928" fmla="*/ 65958 h 6858000"/>
              <a:gd name="connsiteX929" fmla="*/ 3721337 w 7467600"/>
              <a:gd name="connsiteY929" fmla="*/ 0 h 6858000"/>
              <a:gd name="connsiteX930" fmla="*/ 2867960 w 7467600"/>
              <a:gd name="connsiteY930" fmla="*/ 0 h 6858000"/>
              <a:gd name="connsiteX931" fmla="*/ 2926351 w 7467600"/>
              <a:gd name="connsiteY931" fmla="*/ 0 h 6858000"/>
              <a:gd name="connsiteX932" fmla="*/ 2902823 w 7467600"/>
              <a:gd name="connsiteY932" fmla="*/ 262929 h 6858000"/>
              <a:gd name="connsiteX933" fmla="*/ 2940663 w 7467600"/>
              <a:gd name="connsiteY933" fmla="*/ 140884 h 6858000"/>
              <a:gd name="connsiteX934" fmla="*/ 2947039 w 7467600"/>
              <a:gd name="connsiteY934" fmla="*/ 122524 h 6858000"/>
              <a:gd name="connsiteX935" fmla="*/ 2984316 w 7467600"/>
              <a:gd name="connsiteY935" fmla="*/ 0 h 6858000"/>
              <a:gd name="connsiteX936" fmla="*/ 3016114 w 7467600"/>
              <a:gd name="connsiteY936" fmla="*/ 0 h 6858000"/>
              <a:gd name="connsiteX937" fmla="*/ 2979949 w 7467600"/>
              <a:gd name="connsiteY937" fmla="*/ 119274 h 6858000"/>
              <a:gd name="connsiteX938" fmla="*/ 3023879 w 7467600"/>
              <a:gd name="connsiteY938" fmla="*/ 0 h 6858000"/>
              <a:gd name="connsiteX939" fmla="*/ 3105400 w 7467600"/>
              <a:gd name="connsiteY939" fmla="*/ 0 h 6858000"/>
              <a:gd name="connsiteX940" fmla="*/ 3094669 w 7467600"/>
              <a:gd name="connsiteY940" fmla="*/ 30308 h 6858000"/>
              <a:gd name="connsiteX941" fmla="*/ 2901945 w 7467600"/>
              <a:gd name="connsiteY941" fmla="*/ 466538 h 6858000"/>
              <a:gd name="connsiteX942" fmla="*/ 2815209 w 7467600"/>
              <a:gd name="connsiteY942" fmla="*/ 497361 h 6858000"/>
              <a:gd name="connsiteX943" fmla="*/ 2844845 w 7467600"/>
              <a:gd name="connsiteY943" fmla="*/ 127638 h 6858000"/>
              <a:gd name="connsiteX944" fmla="*/ 2867960 w 7467600"/>
              <a:gd name="connsiteY944" fmla="*/ 0 h 6858000"/>
              <a:gd name="connsiteX945" fmla="*/ 1057230 w 7467600"/>
              <a:gd name="connsiteY945" fmla="*/ 0 h 6858000"/>
              <a:gd name="connsiteX946" fmla="*/ 1111003 w 7467600"/>
              <a:gd name="connsiteY946" fmla="*/ 0 h 6858000"/>
              <a:gd name="connsiteX947" fmla="*/ 1125553 w 7467600"/>
              <a:gd name="connsiteY947" fmla="*/ 52588 h 6858000"/>
              <a:gd name="connsiteX948" fmla="*/ 1304276 w 7467600"/>
              <a:gd name="connsiteY948" fmla="*/ 476275 h 6858000"/>
              <a:gd name="connsiteX949" fmla="*/ 1492066 w 7467600"/>
              <a:gd name="connsiteY949" fmla="*/ 886333 h 6858000"/>
              <a:gd name="connsiteX950" fmla="*/ 1423698 w 7467600"/>
              <a:gd name="connsiteY950" fmla="*/ 710817 h 6858000"/>
              <a:gd name="connsiteX951" fmla="*/ 1357609 w 7467600"/>
              <a:gd name="connsiteY951" fmla="*/ 532892 h 6858000"/>
              <a:gd name="connsiteX952" fmla="*/ 1309550 w 7467600"/>
              <a:gd name="connsiteY952" fmla="*/ 374031 h 6858000"/>
              <a:gd name="connsiteX953" fmla="*/ 1193673 w 7467600"/>
              <a:gd name="connsiteY953" fmla="*/ 49533 h 6858000"/>
              <a:gd name="connsiteX954" fmla="*/ 1164391 w 7467600"/>
              <a:gd name="connsiteY954" fmla="*/ 0 h 6858000"/>
              <a:gd name="connsiteX955" fmla="*/ 1200666 w 7467600"/>
              <a:gd name="connsiteY955" fmla="*/ 0 h 6858000"/>
              <a:gd name="connsiteX956" fmla="*/ 1223408 w 7467600"/>
              <a:gd name="connsiteY956" fmla="*/ 38996 h 6858000"/>
              <a:gd name="connsiteX957" fmla="*/ 1339635 w 7467600"/>
              <a:gd name="connsiteY957" fmla="*/ 365517 h 6858000"/>
              <a:gd name="connsiteX958" fmla="*/ 1387469 w 7467600"/>
              <a:gd name="connsiteY958" fmla="*/ 523079 h 6858000"/>
              <a:gd name="connsiteX959" fmla="*/ 1452685 w 7467600"/>
              <a:gd name="connsiteY959" fmla="*/ 699806 h 6858000"/>
              <a:gd name="connsiteX960" fmla="*/ 1492092 w 7467600"/>
              <a:gd name="connsiteY960" fmla="*/ 800424 h 6858000"/>
              <a:gd name="connsiteX961" fmla="*/ 1455302 w 7467600"/>
              <a:gd name="connsiteY961" fmla="*/ 632913 h 6858000"/>
              <a:gd name="connsiteX962" fmla="*/ 1222336 w 7467600"/>
              <a:gd name="connsiteY962" fmla="*/ 9480 h 6858000"/>
              <a:gd name="connsiteX963" fmla="*/ 1214634 w 7467600"/>
              <a:gd name="connsiteY963" fmla="*/ 0 h 6858000"/>
              <a:gd name="connsiteX964" fmla="*/ 1289827 w 7467600"/>
              <a:gd name="connsiteY964" fmla="*/ 0 h 6858000"/>
              <a:gd name="connsiteX965" fmla="*/ 1321076 w 7467600"/>
              <a:gd name="connsiteY965" fmla="*/ 59722 h 6858000"/>
              <a:gd name="connsiteX966" fmla="*/ 1512579 w 7467600"/>
              <a:gd name="connsiteY966" fmla="*/ 626441 h 6858000"/>
              <a:gd name="connsiteX967" fmla="*/ 1506076 w 7467600"/>
              <a:gd name="connsiteY967" fmla="*/ 1089289 h 6858000"/>
              <a:gd name="connsiteX968" fmla="*/ 1486346 w 7467600"/>
              <a:gd name="connsiteY968" fmla="*/ 1079919 h 6858000"/>
              <a:gd name="connsiteX969" fmla="*/ 1070511 w 7467600"/>
              <a:gd name="connsiteY969" fmla="*/ 48609 h 6858000"/>
              <a:gd name="connsiteX970" fmla="*/ 1057230 w 7467600"/>
              <a:gd name="connsiteY970" fmla="*/ 0 h 6858000"/>
              <a:gd name="connsiteX971" fmla="*/ 43151 w 7467600"/>
              <a:gd name="connsiteY971" fmla="*/ 0 h 6858000"/>
              <a:gd name="connsiteX972" fmla="*/ 95283 w 7467600"/>
              <a:gd name="connsiteY972" fmla="*/ 0 h 6858000"/>
              <a:gd name="connsiteX973" fmla="*/ 300708 w 7467600"/>
              <a:gd name="connsiteY973" fmla="*/ 154571 h 6858000"/>
              <a:gd name="connsiteX974" fmla="*/ 530414 w 7467600"/>
              <a:gd name="connsiteY974" fmla="*/ 354673 h 6858000"/>
              <a:gd name="connsiteX975" fmla="*/ 333785 w 7467600"/>
              <a:gd name="connsiteY975" fmla="*/ 161564 h 6858000"/>
              <a:gd name="connsiteX976" fmla="*/ 147005 w 7467600"/>
              <a:gd name="connsiteY976" fmla="*/ 0 h 6858000"/>
              <a:gd name="connsiteX977" fmla="*/ 272509 w 7467600"/>
              <a:gd name="connsiteY977" fmla="*/ 0 h 6858000"/>
              <a:gd name="connsiteX978" fmla="*/ 326276 w 7467600"/>
              <a:gd name="connsiteY978" fmla="*/ 45847 h 6858000"/>
              <a:gd name="connsiteX979" fmla="*/ 823759 w 7467600"/>
              <a:gd name="connsiteY979" fmla="*/ 574145 h 6858000"/>
              <a:gd name="connsiteX980" fmla="*/ 811254 w 7467600"/>
              <a:gd name="connsiteY980" fmla="*/ 665546 h 6858000"/>
              <a:gd name="connsiteX981" fmla="*/ 154042 w 7467600"/>
              <a:gd name="connsiteY981" fmla="*/ 261522 h 6858000"/>
              <a:gd name="connsiteX982" fmla="*/ 13550 w 7467600"/>
              <a:gd name="connsiteY982" fmla="*/ 158423 h 6858000"/>
              <a:gd name="connsiteX983" fmla="*/ 0 w 7467600"/>
              <a:gd name="connsiteY983" fmla="*/ 146618 h 6858000"/>
              <a:gd name="connsiteX984" fmla="*/ 0 w 7467600"/>
              <a:gd name="connsiteY984" fmla="*/ 59161 h 6858000"/>
              <a:gd name="connsiteX985" fmla="*/ 45427 w 7467600"/>
              <a:gd name="connsiteY985" fmla="*/ 101078 h 6858000"/>
              <a:gd name="connsiteX986" fmla="*/ 630103 w 7467600"/>
              <a:gd name="connsiteY986" fmla="*/ 485885 h 6858000"/>
              <a:gd name="connsiteX987" fmla="*/ 532040 w 7467600"/>
              <a:gd name="connsiteY987" fmla="*/ 399359 h 6858000"/>
              <a:gd name="connsiteX988" fmla="*/ 517618 w 7467600"/>
              <a:gd name="connsiteY988" fmla="*/ 385726 h 6858000"/>
              <a:gd name="connsiteX989" fmla="*/ 285074 w 7467600"/>
              <a:gd name="connsiteY989" fmla="*/ 182755 h 6858000"/>
              <a:gd name="connsiteX990" fmla="*/ 43151 w 7467600"/>
              <a:gd name="connsiteY99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312201 w 7467600"/>
              <a:gd name="connsiteY133" fmla="*/ 5128278 h 6858000"/>
              <a:gd name="connsiteX134" fmla="*/ 1903353 w 7467600"/>
              <a:gd name="connsiteY134" fmla="*/ 5044827 h 6858000"/>
              <a:gd name="connsiteX135" fmla="*/ 1936931 w 7467600"/>
              <a:gd name="connsiteY135" fmla="*/ 5093954 h 6858000"/>
              <a:gd name="connsiteX136" fmla="*/ 2195868 w 7467600"/>
              <a:gd name="connsiteY136" fmla="*/ 5396574 h 6858000"/>
              <a:gd name="connsiteX137" fmla="*/ 2088852 w 7467600"/>
              <a:gd name="connsiteY137" fmla="*/ 5166123 h 6858000"/>
              <a:gd name="connsiteX138" fmla="*/ 1958241 w 7467600"/>
              <a:gd name="connsiteY138" fmla="*/ 5067955 h 6858000"/>
              <a:gd name="connsiteX139" fmla="*/ 1903353 w 7467600"/>
              <a:gd name="connsiteY139" fmla="*/ 5044827 h 6858000"/>
              <a:gd name="connsiteX140" fmla="*/ 1979378 w 7467600"/>
              <a:gd name="connsiteY140" fmla="*/ 4769504 h 6858000"/>
              <a:gd name="connsiteX141" fmla="*/ 2882120 w 7467600"/>
              <a:gd name="connsiteY141" fmla="*/ 5064547 h 6858000"/>
              <a:gd name="connsiteX142" fmla="*/ 2793103 w 7467600"/>
              <a:gd name="connsiteY142" fmla="*/ 5039699 h 6858000"/>
              <a:gd name="connsiteX143" fmla="*/ 2770041 w 7467600"/>
              <a:gd name="connsiteY143" fmla="*/ 5033634 h 6858000"/>
              <a:gd name="connsiteX144" fmla="*/ 1979378 w 7467600"/>
              <a:gd name="connsiteY144" fmla="*/ 4769504 h 6858000"/>
              <a:gd name="connsiteX145" fmla="*/ 1927410 w 7467600"/>
              <a:gd name="connsiteY145" fmla="*/ 4716164 h 6858000"/>
              <a:gd name="connsiteX146" fmla="*/ 1959587 w 7467600"/>
              <a:gd name="connsiteY146" fmla="*/ 4728849 h 6858000"/>
              <a:gd name="connsiteX147" fmla="*/ 2777707 w 7467600"/>
              <a:gd name="connsiteY147" fmla="*/ 5003991 h 6858000"/>
              <a:gd name="connsiteX148" fmla="*/ 2800768 w 7467600"/>
              <a:gd name="connsiteY148" fmla="*/ 5010056 h 6858000"/>
              <a:gd name="connsiteX149" fmla="*/ 2879408 w 7467600"/>
              <a:gd name="connsiteY149" fmla="*/ 5031590 h 6858000"/>
              <a:gd name="connsiteX150" fmla="*/ 2862295 w 7467600"/>
              <a:gd name="connsiteY150" fmla="*/ 5022958 h 6858000"/>
              <a:gd name="connsiteX151" fmla="*/ 2813343 w 7467600"/>
              <a:gd name="connsiteY151" fmla="*/ 4998369 h 6858000"/>
              <a:gd name="connsiteX152" fmla="*/ 2646245 w 7467600"/>
              <a:gd name="connsiteY152" fmla="*/ 4930999 h 6858000"/>
              <a:gd name="connsiteX153" fmla="*/ 1999243 w 7467600"/>
              <a:gd name="connsiteY153" fmla="*/ 4730524 h 6858000"/>
              <a:gd name="connsiteX154" fmla="*/ 1979527 w 7467600"/>
              <a:gd name="connsiteY154" fmla="*/ 4726651 h 6858000"/>
              <a:gd name="connsiteX155" fmla="*/ 1927410 w 7467600"/>
              <a:gd name="connsiteY155" fmla="*/ 4716164 h 6858000"/>
              <a:gd name="connsiteX156" fmla="*/ 1997014 w 7467600"/>
              <a:gd name="connsiteY156" fmla="*/ 4698007 h 6858000"/>
              <a:gd name="connsiteX157" fmla="*/ 2005458 w 7467600"/>
              <a:gd name="connsiteY157" fmla="*/ 4699540 h 6858000"/>
              <a:gd name="connsiteX158" fmla="*/ 2657186 w 7467600"/>
              <a:gd name="connsiteY158" fmla="*/ 4901687 h 6858000"/>
              <a:gd name="connsiteX159" fmla="*/ 2826662 w 7467600"/>
              <a:gd name="connsiteY159" fmla="*/ 4970362 h 6858000"/>
              <a:gd name="connsiteX160" fmla="*/ 2876100 w 7467600"/>
              <a:gd name="connsiteY160" fmla="*/ 4995397 h 6858000"/>
              <a:gd name="connsiteX161" fmla="*/ 3042600 w 7467600"/>
              <a:gd name="connsiteY161" fmla="*/ 5059532 h 6858000"/>
              <a:gd name="connsiteX162" fmla="*/ 1997014 w 7467600"/>
              <a:gd name="connsiteY162" fmla="*/ 4698007 h 6858000"/>
              <a:gd name="connsiteX163" fmla="*/ 2305292 w 7467600"/>
              <a:gd name="connsiteY163" fmla="*/ 4219492 h 6858000"/>
              <a:gd name="connsiteX164" fmla="*/ 3360922 w 7467600"/>
              <a:gd name="connsiteY164" fmla="*/ 4529373 h 6858000"/>
              <a:gd name="connsiteX165" fmla="*/ 3492420 w 7467600"/>
              <a:gd name="connsiteY165" fmla="*/ 4510145 h 6858000"/>
              <a:gd name="connsiteX166" fmla="*/ 3364086 w 7467600"/>
              <a:gd name="connsiteY166" fmla="*/ 4480340 h 6858000"/>
              <a:gd name="connsiteX167" fmla="*/ 3225818 w 7467600"/>
              <a:gd name="connsiteY167" fmla="*/ 4411822 h 6858000"/>
              <a:gd name="connsiteX168" fmla="*/ 3129696 w 7467600"/>
              <a:gd name="connsiteY168" fmla="*/ 4360704 h 6858000"/>
              <a:gd name="connsiteX169" fmla="*/ 2814545 w 7467600"/>
              <a:gd name="connsiteY169" fmla="*/ 4282955 h 6858000"/>
              <a:gd name="connsiteX170" fmla="*/ 2305292 w 7467600"/>
              <a:gd name="connsiteY170" fmla="*/ 4219492 h 6858000"/>
              <a:gd name="connsiteX171" fmla="*/ 2626982 w 7467600"/>
              <a:gd name="connsiteY171" fmla="*/ 4206450 h 6858000"/>
              <a:gd name="connsiteX172" fmla="*/ 2490617 w 7467600"/>
              <a:gd name="connsiteY172" fmla="*/ 4206951 h 6858000"/>
              <a:gd name="connsiteX173" fmla="*/ 2819869 w 7467600"/>
              <a:gd name="connsiteY173" fmla="*/ 4252936 h 6858000"/>
              <a:gd name="connsiteX174" fmla="*/ 3143018 w 7467600"/>
              <a:gd name="connsiteY174" fmla="*/ 4332698 h 6858000"/>
              <a:gd name="connsiteX175" fmla="*/ 3241520 w 7467600"/>
              <a:gd name="connsiteY175" fmla="*/ 4385112 h 6858000"/>
              <a:gd name="connsiteX176" fmla="*/ 3374575 w 7467600"/>
              <a:gd name="connsiteY176" fmla="*/ 4451517 h 6858000"/>
              <a:gd name="connsiteX177" fmla="*/ 3505221 w 7467600"/>
              <a:gd name="connsiteY177" fmla="*/ 4480757 h 6858000"/>
              <a:gd name="connsiteX178" fmla="*/ 2626982 w 7467600"/>
              <a:gd name="connsiteY178" fmla="*/ 4206450 h 6858000"/>
              <a:gd name="connsiteX179" fmla="*/ 1310106 w 7467600"/>
              <a:gd name="connsiteY179" fmla="*/ 3943217 h 6858000"/>
              <a:gd name="connsiteX180" fmla="*/ 854994 w 7467600"/>
              <a:gd name="connsiteY180" fmla="*/ 4399136 h 6858000"/>
              <a:gd name="connsiteX181" fmla="*/ 742462 w 7467600"/>
              <a:gd name="connsiteY181" fmla="*/ 4594648 h 6858000"/>
              <a:gd name="connsiteX182" fmla="*/ 820602 w 7467600"/>
              <a:gd name="connsiteY182" fmla="*/ 4485915 h 6858000"/>
              <a:gd name="connsiteX183" fmla="*/ 878295 w 7467600"/>
              <a:gd name="connsiteY183" fmla="*/ 4403594 h 6858000"/>
              <a:gd name="connsiteX184" fmla="*/ 1240607 w 7467600"/>
              <a:gd name="connsiteY184" fmla="*/ 4010401 h 6858000"/>
              <a:gd name="connsiteX185" fmla="*/ 1310106 w 7467600"/>
              <a:gd name="connsiteY185" fmla="*/ 3943217 h 6858000"/>
              <a:gd name="connsiteX186" fmla="*/ 1423113 w 7467600"/>
              <a:gd name="connsiteY186" fmla="*/ 3874565 h 6858000"/>
              <a:gd name="connsiteX187" fmla="*/ 1260565 w 7467600"/>
              <a:gd name="connsiteY187" fmla="*/ 4031982 h 6858000"/>
              <a:gd name="connsiteX188" fmla="*/ 901900 w 7467600"/>
              <a:gd name="connsiteY188" fmla="*/ 4421236 h 6858000"/>
              <a:gd name="connsiteX189" fmla="*/ 845044 w 7467600"/>
              <a:gd name="connsiteY189" fmla="*/ 4502436 h 6858000"/>
              <a:gd name="connsiteX190" fmla="*/ 685926 w 7467600"/>
              <a:gd name="connsiteY190" fmla="*/ 4703069 h 6858000"/>
              <a:gd name="connsiteX191" fmla="*/ 684248 w 7467600"/>
              <a:gd name="connsiteY191" fmla="*/ 4706721 h 6858000"/>
              <a:gd name="connsiteX192" fmla="*/ 1423113 w 7467600"/>
              <a:gd name="connsiteY192" fmla="*/ 3874565 h 6858000"/>
              <a:gd name="connsiteX193" fmla="*/ 3316479 w 7467600"/>
              <a:gd name="connsiteY193" fmla="*/ 3872136 h 6858000"/>
              <a:gd name="connsiteX194" fmla="*/ 3546806 w 7467600"/>
              <a:gd name="connsiteY194" fmla="*/ 4356139 h 6858000"/>
              <a:gd name="connsiteX195" fmla="*/ 3364433 w 7467600"/>
              <a:gd name="connsiteY195" fmla="*/ 3953121 h 6858000"/>
              <a:gd name="connsiteX196" fmla="*/ 3316479 w 7467600"/>
              <a:gd name="connsiteY196" fmla="*/ 3872136 h 6858000"/>
              <a:gd name="connsiteX197" fmla="*/ 3291335 w 7467600"/>
              <a:gd name="connsiteY197" fmla="*/ 3767420 h 6858000"/>
              <a:gd name="connsiteX198" fmla="*/ 3390805 w 7467600"/>
              <a:gd name="connsiteY198" fmla="*/ 3937163 h 6858000"/>
              <a:gd name="connsiteX199" fmla="*/ 3579062 w 7467600"/>
              <a:gd name="connsiteY199" fmla="*/ 4359040 h 6858000"/>
              <a:gd name="connsiteX200" fmla="*/ 3467355 w 7467600"/>
              <a:gd name="connsiteY200" fmla="*/ 3988130 h 6858000"/>
              <a:gd name="connsiteX201" fmla="*/ 3310753 w 7467600"/>
              <a:gd name="connsiteY201" fmla="*/ 3787140 h 6858000"/>
              <a:gd name="connsiteX202" fmla="*/ 3291335 w 7467600"/>
              <a:gd name="connsiteY202" fmla="*/ 3767420 h 6858000"/>
              <a:gd name="connsiteX203" fmla="*/ 1635889 w 7467600"/>
              <a:gd name="connsiteY203" fmla="*/ 3709494 h 6858000"/>
              <a:gd name="connsiteX204" fmla="*/ 1634800 w 7467600"/>
              <a:gd name="connsiteY204" fmla="*/ 3731111 h 6858000"/>
              <a:gd name="connsiteX205" fmla="*/ 1635889 w 7467600"/>
              <a:gd name="connsiteY205" fmla="*/ 3709494 h 6858000"/>
              <a:gd name="connsiteX206" fmla="*/ 1510397 w 7467600"/>
              <a:gd name="connsiteY206" fmla="*/ 3684705 h 6858000"/>
              <a:gd name="connsiteX207" fmla="*/ 1146550 w 7467600"/>
              <a:gd name="connsiteY207" fmla="*/ 3802012 h 6858000"/>
              <a:gd name="connsiteX208" fmla="*/ 698834 w 7467600"/>
              <a:gd name="connsiteY208" fmla="*/ 3952272 h 6858000"/>
              <a:gd name="connsiteX209" fmla="*/ 34256 w 7467600"/>
              <a:gd name="connsiteY209" fmla="*/ 4347603 h 6858000"/>
              <a:gd name="connsiteX210" fmla="*/ 527241 w 7467600"/>
              <a:gd name="connsiteY210" fmla="*/ 4065078 h 6858000"/>
              <a:gd name="connsiteX211" fmla="*/ 1510397 w 7467600"/>
              <a:gd name="connsiteY211" fmla="*/ 3684705 h 6858000"/>
              <a:gd name="connsiteX212" fmla="*/ 1313114 w 7467600"/>
              <a:gd name="connsiteY212" fmla="*/ 3655216 h 6858000"/>
              <a:gd name="connsiteX213" fmla="*/ 1109304 w 7467600"/>
              <a:gd name="connsiteY213" fmla="*/ 3669030 h 6858000"/>
              <a:gd name="connsiteX214" fmla="*/ 8129 w 7467600"/>
              <a:gd name="connsiteY214" fmla="*/ 4330519 h 6858000"/>
              <a:gd name="connsiteX215" fmla="*/ 687572 w 7467600"/>
              <a:gd name="connsiteY215" fmla="*/ 3925629 h 6858000"/>
              <a:gd name="connsiteX216" fmla="*/ 1138365 w 7467600"/>
              <a:gd name="connsiteY216" fmla="*/ 3774515 h 6858000"/>
              <a:gd name="connsiteX217" fmla="*/ 1505579 w 7467600"/>
              <a:gd name="connsiteY217" fmla="*/ 3655526 h 6858000"/>
              <a:gd name="connsiteX218" fmla="*/ 1313114 w 7467600"/>
              <a:gd name="connsiteY218" fmla="*/ 3655216 h 6858000"/>
              <a:gd name="connsiteX219" fmla="*/ 3655073 w 7467600"/>
              <a:gd name="connsiteY219" fmla="*/ 3650884 h 6858000"/>
              <a:gd name="connsiteX220" fmla="*/ 3989938 w 7467600"/>
              <a:gd name="connsiteY220" fmla="*/ 3991685 h 6858000"/>
              <a:gd name="connsiteX221" fmla="*/ 4393907 w 7467600"/>
              <a:gd name="connsiteY221" fmla="*/ 4261258 h 6858000"/>
              <a:gd name="connsiteX222" fmla="*/ 4648051 w 7467600"/>
              <a:gd name="connsiteY222" fmla="*/ 4374051 h 6858000"/>
              <a:gd name="connsiteX223" fmla="*/ 4383389 w 7467600"/>
              <a:gd name="connsiteY223" fmla="*/ 4184369 h 6858000"/>
              <a:gd name="connsiteX224" fmla="*/ 4165508 w 7467600"/>
              <a:gd name="connsiteY224" fmla="*/ 4035196 h 6858000"/>
              <a:gd name="connsiteX225" fmla="*/ 4068162 w 7467600"/>
              <a:gd name="connsiteY225" fmla="*/ 3953394 h 6858000"/>
              <a:gd name="connsiteX226" fmla="*/ 3981416 w 7467600"/>
              <a:gd name="connsiteY226" fmla="*/ 3880482 h 6858000"/>
              <a:gd name="connsiteX227" fmla="*/ 3800147 w 7467600"/>
              <a:gd name="connsiteY227" fmla="*/ 3749872 h 6858000"/>
              <a:gd name="connsiteX228" fmla="*/ 3655073 w 7467600"/>
              <a:gd name="connsiteY228" fmla="*/ 3650884 h 6858000"/>
              <a:gd name="connsiteX229" fmla="*/ 3670252 w 7467600"/>
              <a:gd name="connsiteY229" fmla="*/ 3622798 h 6858000"/>
              <a:gd name="connsiteX230" fmla="*/ 3817258 w 7467600"/>
              <a:gd name="connsiteY230" fmla="*/ 3723577 h 6858000"/>
              <a:gd name="connsiteX231" fmla="*/ 4000461 w 7467600"/>
              <a:gd name="connsiteY231" fmla="*/ 3855966 h 6858000"/>
              <a:gd name="connsiteX232" fmla="*/ 4088180 w 7467600"/>
              <a:gd name="connsiteY232" fmla="*/ 3929774 h 6858000"/>
              <a:gd name="connsiteX233" fmla="*/ 4184555 w 7467600"/>
              <a:gd name="connsiteY233" fmla="*/ 4010683 h 6858000"/>
              <a:gd name="connsiteX234" fmla="*/ 4399563 w 7467600"/>
              <a:gd name="connsiteY234" fmla="*/ 4158106 h 6858000"/>
              <a:gd name="connsiteX235" fmla="*/ 4684469 w 7467600"/>
              <a:gd name="connsiteY235" fmla="*/ 4364680 h 6858000"/>
              <a:gd name="connsiteX236" fmla="*/ 4690271 w 7467600"/>
              <a:gd name="connsiteY236" fmla="*/ 4370034 h 6858000"/>
              <a:gd name="connsiteX237" fmla="*/ 4136093 w 7467600"/>
              <a:gd name="connsiteY237" fmla="*/ 3858466 h 6858000"/>
              <a:gd name="connsiteX238" fmla="*/ 3670252 w 7467600"/>
              <a:gd name="connsiteY238" fmla="*/ 3622798 h 6858000"/>
              <a:gd name="connsiteX239" fmla="*/ 4440129 w 7467600"/>
              <a:gd name="connsiteY239" fmla="*/ 3448571 h 6858000"/>
              <a:gd name="connsiteX240" fmla="*/ 4856525 w 7467600"/>
              <a:gd name="connsiteY240" fmla="*/ 3915351 h 6858000"/>
              <a:gd name="connsiteX241" fmla="*/ 5059055 w 7467600"/>
              <a:gd name="connsiteY241" fmla="*/ 4108918 h 6858000"/>
              <a:gd name="connsiteX242" fmla="*/ 5290070 w 7467600"/>
              <a:gd name="connsiteY242" fmla="*/ 4263619 h 6858000"/>
              <a:gd name="connsiteX243" fmla="*/ 4834991 w 7467600"/>
              <a:gd name="connsiteY243" fmla="*/ 3830985 h 6858000"/>
              <a:gd name="connsiteX244" fmla="*/ 4440129 w 7467600"/>
              <a:gd name="connsiteY244" fmla="*/ 3448571 h 6858000"/>
              <a:gd name="connsiteX245" fmla="*/ 4441737 w 7467600"/>
              <a:gd name="connsiteY245" fmla="*/ 3399734 h 6858000"/>
              <a:gd name="connsiteX246" fmla="*/ 4431236 w 7467600"/>
              <a:gd name="connsiteY246" fmla="*/ 3400954 h 6858000"/>
              <a:gd name="connsiteX247" fmla="*/ 4557150 w 7467600"/>
              <a:gd name="connsiteY247" fmla="*/ 3510023 h 6858000"/>
              <a:gd name="connsiteX248" fmla="*/ 4856936 w 7467600"/>
              <a:gd name="connsiteY248" fmla="*/ 3809146 h 6858000"/>
              <a:gd name="connsiteX249" fmla="*/ 5111996 w 7467600"/>
              <a:gd name="connsiteY249" fmla="*/ 4065759 h 6858000"/>
              <a:gd name="connsiteX250" fmla="*/ 5388878 w 7467600"/>
              <a:gd name="connsiteY250" fmla="*/ 4300185 h 6858000"/>
              <a:gd name="connsiteX251" fmla="*/ 5425556 w 7467600"/>
              <a:gd name="connsiteY251" fmla="*/ 4308967 h 6858000"/>
              <a:gd name="connsiteX252" fmla="*/ 4943646 w 7467600"/>
              <a:gd name="connsiteY252" fmla="*/ 3822916 h 6858000"/>
              <a:gd name="connsiteX253" fmla="*/ 4594837 w 7467600"/>
              <a:gd name="connsiteY253" fmla="*/ 3532274 h 6858000"/>
              <a:gd name="connsiteX254" fmla="*/ 4441737 w 7467600"/>
              <a:gd name="connsiteY254" fmla="*/ 3399734 h 6858000"/>
              <a:gd name="connsiteX255" fmla="*/ 5425834 w 7467600"/>
              <a:gd name="connsiteY255" fmla="*/ 3162785 h 6858000"/>
              <a:gd name="connsiteX256" fmla="*/ 5401644 w 7467600"/>
              <a:gd name="connsiteY256" fmla="*/ 3617847 h 6858000"/>
              <a:gd name="connsiteX257" fmla="*/ 5467256 w 7467600"/>
              <a:gd name="connsiteY257" fmla="*/ 4175494 h 6858000"/>
              <a:gd name="connsiteX258" fmla="*/ 5448069 w 7467600"/>
              <a:gd name="connsiteY258" fmla="*/ 3567554 h 6858000"/>
              <a:gd name="connsiteX259" fmla="*/ 5425834 w 7467600"/>
              <a:gd name="connsiteY259" fmla="*/ 3162785 h 6858000"/>
              <a:gd name="connsiteX260" fmla="*/ 1318687 w 7467600"/>
              <a:gd name="connsiteY260" fmla="*/ 3113840 h 6858000"/>
              <a:gd name="connsiteX261" fmla="*/ 1066793 w 7467600"/>
              <a:gd name="connsiteY261" fmla="*/ 3212171 h 6858000"/>
              <a:gd name="connsiteX262" fmla="*/ 993319 w 7467600"/>
              <a:gd name="connsiteY262" fmla="*/ 3247648 h 6858000"/>
              <a:gd name="connsiteX263" fmla="*/ 853081 w 7467600"/>
              <a:gd name="connsiteY263" fmla="*/ 3312410 h 6858000"/>
              <a:gd name="connsiteX264" fmla="*/ 805957 w 7467600"/>
              <a:gd name="connsiteY264" fmla="*/ 3330443 h 6858000"/>
              <a:gd name="connsiteX265" fmla="*/ 1318687 w 7467600"/>
              <a:gd name="connsiteY265" fmla="*/ 3113840 h 6858000"/>
              <a:gd name="connsiteX266" fmla="*/ 5453702 w 7467600"/>
              <a:gd name="connsiteY266" fmla="*/ 3090882 h 6858000"/>
              <a:gd name="connsiteX267" fmla="*/ 5480135 w 7467600"/>
              <a:gd name="connsiteY267" fmla="*/ 3565802 h 6858000"/>
              <a:gd name="connsiteX268" fmla="*/ 5499023 w 7467600"/>
              <a:gd name="connsiteY268" fmla="*/ 4166310 h 6858000"/>
              <a:gd name="connsiteX269" fmla="*/ 5547022 w 7467600"/>
              <a:gd name="connsiteY269" fmla="*/ 3607838 h 6858000"/>
              <a:gd name="connsiteX270" fmla="*/ 5515964 w 7467600"/>
              <a:gd name="connsiteY270" fmla="*/ 3378541 h 6858000"/>
              <a:gd name="connsiteX271" fmla="*/ 5453702 w 7467600"/>
              <a:gd name="connsiteY271" fmla="*/ 3090882 h 6858000"/>
              <a:gd name="connsiteX272" fmla="*/ 1238695 w 7467600"/>
              <a:gd name="connsiteY272" fmla="*/ 3076820 h 6858000"/>
              <a:gd name="connsiteX273" fmla="*/ 716371 w 7467600"/>
              <a:gd name="connsiteY273" fmla="*/ 3293249 h 6858000"/>
              <a:gd name="connsiteX274" fmla="*/ 579522 w 7467600"/>
              <a:gd name="connsiteY274" fmla="*/ 3371759 h 6858000"/>
              <a:gd name="connsiteX275" fmla="*/ 600288 w 7467600"/>
              <a:gd name="connsiteY275" fmla="*/ 3365555 h 6858000"/>
              <a:gd name="connsiteX276" fmla="*/ 840692 w 7467600"/>
              <a:gd name="connsiteY276" fmla="*/ 3284921 h 6858000"/>
              <a:gd name="connsiteX277" fmla="*/ 979248 w 7467600"/>
              <a:gd name="connsiteY277" fmla="*/ 3221003 h 6858000"/>
              <a:gd name="connsiteX278" fmla="*/ 1053282 w 7467600"/>
              <a:gd name="connsiteY278" fmla="*/ 3185247 h 6858000"/>
              <a:gd name="connsiteX279" fmla="*/ 1320603 w 7467600"/>
              <a:gd name="connsiteY279" fmla="*/ 3081281 h 6858000"/>
              <a:gd name="connsiteX280" fmla="*/ 1238695 w 7467600"/>
              <a:gd name="connsiteY280" fmla="*/ 3076820 h 6858000"/>
              <a:gd name="connsiteX281" fmla="*/ 5425627 w 7467600"/>
              <a:gd name="connsiteY281" fmla="*/ 2954192 h 6858000"/>
              <a:gd name="connsiteX282" fmla="*/ 5470770 w 7467600"/>
              <a:gd name="connsiteY282" fmla="*/ 3005435 h 6858000"/>
              <a:gd name="connsiteX283" fmla="*/ 5519779 w 7467600"/>
              <a:gd name="connsiteY283" fmla="*/ 4359223 h 6858000"/>
              <a:gd name="connsiteX284" fmla="*/ 5520293 w 7467600"/>
              <a:gd name="connsiteY284" fmla="*/ 4360602 h 6858000"/>
              <a:gd name="connsiteX285" fmla="*/ 5767221 w 7467600"/>
              <a:gd name="connsiteY285" fmla="*/ 4665564 h 6858000"/>
              <a:gd name="connsiteX286" fmla="*/ 6937169 w 7467600"/>
              <a:gd name="connsiteY286" fmla="*/ 4815941 h 6858000"/>
              <a:gd name="connsiteX287" fmla="*/ 6953922 w 7467600"/>
              <a:gd name="connsiteY287" fmla="*/ 4890068 h 6858000"/>
              <a:gd name="connsiteX288" fmla="*/ 6071359 w 7467600"/>
              <a:gd name="connsiteY288" fmla="*/ 4770770 h 6858000"/>
              <a:gd name="connsiteX289" fmla="*/ 6038839 w 7467600"/>
              <a:gd name="connsiteY289" fmla="*/ 4764474 h 6858000"/>
              <a:gd name="connsiteX290" fmla="*/ 6038706 w 7467600"/>
              <a:gd name="connsiteY290" fmla="*/ 4763847 h 6858000"/>
              <a:gd name="connsiteX291" fmla="*/ 6037784 w 7467600"/>
              <a:gd name="connsiteY291" fmla="*/ 4764270 h 6858000"/>
              <a:gd name="connsiteX292" fmla="*/ 6038839 w 7467600"/>
              <a:gd name="connsiteY292" fmla="*/ 4764474 h 6858000"/>
              <a:gd name="connsiteX293" fmla="*/ 6040338 w 7467600"/>
              <a:gd name="connsiteY293" fmla="*/ 4771418 h 6858000"/>
              <a:gd name="connsiteX294" fmla="*/ 6024488 w 7467600"/>
              <a:gd name="connsiteY294" fmla="*/ 4809903 h 6858000"/>
              <a:gd name="connsiteX295" fmla="*/ 5599771 w 7467600"/>
              <a:gd name="connsiteY295" fmla="*/ 5509652 h 6858000"/>
              <a:gd name="connsiteX296" fmla="*/ 5548843 w 7467600"/>
              <a:gd name="connsiteY296" fmla="*/ 5563845 h 6858000"/>
              <a:gd name="connsiteX297" fmla="*/ 5940952 w 7467600"/>
              <a:gd name="connsiteY297" fmla="*/ 6250028 h 6858000"/>
              <a:gd name="connsiteX298" fmla="*/ 6043441 w 7467600"/>
              <a:gd name="connsiteY298" fmla="*/ 6665847 h 6858000"/>
              <a:gd name="connsiteX299" fmla="*/ 6093432 w 7467600"/>
              <a:gd name="connsiteY299" fmla="*/ 6858000 h 6858000"/>
              <a:gd name="connsiteX300" fmla="*/ 6034344 w 7467600"/>
              <a:gd name="connsiteY300" fmla="*/ 6858000 h 6858000"/>
              <a:gd name="connsiteX301" fmla="*/ 6026679 w 7467600"/>
              <a:gd name="connsiteY301" fmla="*/ 6836959 h 6858000"/>
              <a:gd name="connsiteX302" fmla="*/ 5800441 w 7467600"/>
              <a:gd name="connsiteY302" fmla="*/ 6335286 h 6858000"/>
              <a:gd name="connsiteX303" fmla="*/ 5526562 w 7467600"/>
              <a:gd name="connsiteY303" fmla="*/ 5705388 h 6858000"/>
              <a:gd name="connsiteX304" fmla="*/ 5519640 w 7467600"/>
              <a:gd name="connsiteY304" fmla="*/ 5683774 h 6858000"/>
              <a:gd name="connsiteX305" fmla="*/ 5844559 w 7467600"/>
              <a:gd name="connsiteY305" fmla="*/ 6553349 h 6858000"/>
              <a:gd name="connsiteX306" fmla="*/ 5975994 w 7467600"/>
              <a:gd name="connsiteY306" fmla="*/ 6858000 h 6858000"/>
              <a:gd name="connsiteX307" fmla="*/ 5898547 w 7467600"/>
              <a:gd name="connsiteY307" fmla="*/ 6858000 h 6858000"/>
              <a:gd name="connsiteX308" fmla="*/ 5682041 w 7467600"/>
              <a:gd name="connsiteY308" fmla="*/ 6355860 h 6858000"/>
              <a:gd name="connsiteX309" fmla="*/ 5461758 w 7467600"/>
              <a:gd name="connsiteY309" fmla="*/ 5820220 h 6858000"/>
              <a:gd name="connsiteX310" fmla="*/ 5237282 w 7467600"/>
              <a:gd name="connsiteY310" fmla="*/ 6579086 h 6858000"/>
              <a:gd name="connsiteX311" fmla="*/ 5115009 w 7467600"/>
              <a:gd name="connsiteY311" fmla="*/ 6858000 h 6858000"/>
              <a:gd name="connsiteX312" fmla="*/ 5028074 w 7467600"/>
              <a:gd name="connsiteY312" fmla="*/ 6858000 h 6858000"/>
              <a:gd name="connsiteX313" fmla="*/ 5079508 w 7467600"/>
              <a:gd name="connsiteY313" fmla="*/ 6749074 h 6858000"/>
              <a:gd name="connsiteX314" fmla="*/ 5371846 w 7467600"/>
              <a:gd name="connsiteY314" fmla="*/ 5924413 h 6858000"/>
              <a:gd name="connsiteX315" fmla="*/ 5270512 w 7467600"/>
              <a:gd name="connsiteY315" fmla="*/ 6138975 h 6858000"/>
              <a:gd name="connsiteX316" fmla="*/ 5062409 w 7467600"/>
              <a:gd name="connsiteY316" fmla="*/ 6653544 h 6858000"/>
              <a:gd name="connsiteX317" fmla="*/ 5036628 w 7467600"/>
              <a:gd name="connsiteY317" fmla="*/ 6754247 h 6858000"/>
              <a:gd name="connsiteX318" fmla="*/ 5009112 w 7467600"/>
              <a:gd name="connsiteY318" fmla="*/ 6858000 h 6858000"/>
              <a:gd name="connsiteX319" fmla="*/ 4976679 w 7467600"/>
              <a:gd name="connsiteY319" fmla="*/ 6858000 h 6858000"/>
              <a:gd name="connsiteX320" fmla="*/ 5006537 w 7467600"/>
              <a:gd name="connsiteY320" fmla="*/ 6747068 h 6858000"/>
              <a:gd name="connsiteX321" fmla="*/ 5032723 w 7467600"/>
              <a:gd name="connsiteY321" fmla="*/ 6644957 h 6858000"/>
              <a:gd name="connsiteX322" fmla="*/ 5242949 w 7467600"/>
              <a:gd name="connsiteY322" fmla="*/ 6125175 h 6858000"/>
              <a:gd name="connsiteX323" fmla="*/ 5286321 w 7467600"/>
              <a:gd name="connsiteY323" fmla="*/ 6033555 h 6858000"/>
              <a:gd name="connsiteX324" fmla="*/ 5008210 w 7467600"/>
              <a:gd name="connsiteY324" fmla="*/ 6649194 h 6858000"/>
              <a:gd name="connsiteX325" fmla="*/ 4986321 w 7467600"/>
              <a:gd name="connsiteY325" fmla="*/ 6765687 h 6858000"/>
              <a:gd name="connsiteX326" fmla="*/ 4973474 w 7467600"/>
              <a:gd name="connsiteY326" fmla="*/ 6858000 h 6858000"/>
              <a:gd name="connsiteX327" fmla="*/ 4907178 w 7467600"/>
              <a:gd name="connsiteY327" fmla="*/ 6858000 h 6858000"/>
              <a:gd name="connsiteX328" fmla="*/ 4910810 w 7467600"/>
              <a:gd name="connsiteY328" fmla="*/ 6829660 h 6858000"/>
              <a:gd name="connsiteX329" fmla="*/ 4987461 w 7467600"/>
              <a:gd name="connsiteY329" fmla="*/ 6432994 h 6858000"/>
              <a:gd name="connsiteX330" fmla="*/ 5179262 w 7467600"/>
              <a:gd name="connsiteY330" fmla="*/ 6035044 h 6858000"/>
              <a:gd name="connsiteX331" fmla="*/ 4689678 w 7467600"/>
              <a:gd name="connsiteY331" fmla="*/ 6440241 h 6858000"/>
              <a:gd name="connsiteX332" fmla="*/ 4477543 w 7467600"/>
              <a:gd name="connsiteY332" fmla="*/ 6674836 h 6858000"/>
              <a:gd name="connsiteX333" fmla="*/ 4329957 w 7467600"/>
              <a:gd name="connsiteY333" fmla="*/ 6858000 h 6858000"/>
              <a:gd name="connsiteX334" fmla="*/ 4218595 w 7467600"/>
              <a:gd name="connsiteY334" fmla="*/ 6858000 h 6858000"/>
              <a:gd name="connsiteX335" fmla="*/ 4368888 w 7467600"/>
              <a:gd name="connsiteY335" fmla="*/ 6668412 h 6858000"/>
              <a:gd name="connsiteX336" fmla="*/ 4563091 w 7467600"/>
              <a:gd name="connsiteY336" fmla="*/ 6442508 h 6858000"/>
              <a:gd name="connsiteX337" fmla="*/ 5387324 w 7467600"/>
              <a:gd name="connsiteY337" fmla="*/ 5705830 h 6858000"/>
              <a:gd name="connsiteX338" fmla="*/ 5073620 w 7467600"/>
              <a:gd name="connsiteY338" fmla="*/ 5955437 h 6858000"/>
              <a:gd name="connsiteX339" fmla="*/ 4689789 w 7467600"/>
              <a:gd name="connsiteY339" fmla="*/ 6268382 h 6858000"/>
              <a:gd name="connsiteX340" fmla="*/ 4418722 w 7467600"/>
              <a:gd name="connsiteY340" fmla="*/ 6570886 h 6858000"/>
              <a:gd name="connsiteX341" fmla="*/ 4214944 w 7467600"/>
              <a:gd name="connsiteY341" fmla="*/ 6858000 h 6858000"/>
              <a:gd name="connsiteX342" fmla="*/ 4177898 w 7467600"/>
              <a:gd name="connsiteY342" fmla="*/ 6858000 h 6858000"/>
              <a:gd name="connsiteX343" fmla="*/ 4391597 w 7467600"/>
              <a:gd name="connsiteY343" fmla="*/ 6556370 h 6858000"/>
              <a:gd name="connsiteX344" fmla="*/ 4668889 w 7467600"/>
              <a:gd name="connsiteY344" fmla="*/ 6246399 h 6858000"/>
              <a:gd name="connsiteX345" fmla="*/ 5055427 w 7467600"/>
              <a:gd name="connsiteY345" fmla="*/ 5931476 h 6858000"/>
              <a:gd name="connsiteX346" fmla="*/ 5371814 w 7467600"/>
              <a:gd name="connsiteY346" fmla="*/ 5678975 h 6858000"/>
              <a:gd name="connsiteX347" fmla="*/ 4987918 w 7467600"/>
              <a:gd name="connsiteY347" fmla="*/ 5838701 h 6858000"/>
              <a:gd name="connsiteX348" fmla="*/ 4317146 w 7467600"/>
              <a:gd name="connsiteY348" fmla="*/ 6587716 h 6858000"/>
              <a:gd name="connsiteX349" fmla="*/ 4171627 w 7467600"/>
              <a:gd name="connsiteY349" fmla="*/ 6858000 h 6858000"/>
              <a:gd name="connsiteX350" fmla="*/ 4081585 w 7467600"/>
              <a:gd name="connsiteY350" fmla="*/ 6858000 h 6858000"/>
              <a:gd name="connsiteX351" fmla="*/ 4238603 w 7467600"/>
              <a:gd name="connsiteY351" fmla="*/ 6559341 h 6858000"/>
              <a:gd name="connsiteX352" fmla="*/ 4778333 w 7467600"/>
              <a:gd name="connsiteY352" fmla="*/ 5873626 h 6858000"/>
              <a:gd name="connsiteX353" fmla="*/ 5414185 w 7467600"/>
              <a:gd name="connsiteY353" fmla="*/ 5573882 h 6858000"/>
              <a:gd name="connsiteX354" fmla="*/ 5959648 w 7467600"/>
              <a:gd name="connsiteY354" fmla="*/ 4760797 h 6858000"/>
              <a:gd name="connsiteX355" fmla="*/ 5355019 w 7467600"/>
              <a:gd name="connsiteY355" fmla="*/ 4734672 h 6858000"/>
              <a:gd name="connsiteX356" fmla="*/ 5083565 w 7467600"/>
              <a:gd name="connsiteY356" fmla="*/ 5179121 h 6858000"/>
              <a:gd name="connsiteX357" fmla="*/ 4713577 w 7467600"/>
              <a:gd name="connsiteY357" fmla="*/ 5616803 h 6858000"/>
              <a:gd name="connsiteX358" fmla="*/ 3989559 w 7467600"/>
              <a:gd name="connsiteY358" fmla="*/ 6145945 h 6858000"/>
              <a:gd name="connsiteX359" fmla="*/ 3939824 w 7467600"/>
              <a:gd name="connsiteY359" fmla="*/ 6066900 h 6858000"/>
              <a:gd name="connsiteX360" fmla="*/ 4584537 w 7467600"/>
              <a:gd name="connsiteY360" fmla="*/ 5324826 h 6858000"/>
              <a:gd name="connsiteX361" fmla="*/ 5037105 w 7467600"/>
              <a:gd name="connsiteY361" fmla="*/ 5088765 h 6858000"/>
              <a:gd name="connsiteX362" fmla="*/ 5039930 w 7467600"/>
              <a:gd name="connsiteY362" fmla="*/ 5089585 h 6858000"/>
              <a:gd name="connsiteX363" fmla="*/ 5263764 w 7467600"/>
              <a:gd name="connsiteY363" fmla="*/ 4735525 h 6858000"/>
              <a:gd name="connsiteX364" fmla="*/ 4086300 w 7467600"/>
              <a:gd name="connsiteY364" fmla="*/ 4884599 h 6858000"/>
              <a:gd name="connsiteX365" fmla="*/ 4085485 w 7467600"/>
              <a:gd name="connsiteY365" fmla="*/ 4899070 h 6858000"/>
              <a:gd name="connsiteX366" fmla="*/ 3871915 w 7467600"/>
              <a:gd name="connsiteY366" fmla="*/ 5253645 h 6858000"/>
              <a:gd name="connsiteX367" fmla="*/ 3799374 w 7467600"/>
              <a:gd name="connsiteY367" fmla="*/ 5466127 h 6858000"/>
              <a:gd name="connsiteX368" fmla="*/ 3498850 w 7467600"/>
              <a:gd name="connsiteY368" fmla="*/ 6661888 h 6858000"/>
              <a:gd name="connsiteX369" fmla="*/ 3399216 w 7467600"/>
              <a:gd name="connsiteY369" fmla="*/ 6858000 h 6858000"/>
              <a:gd name="connsiteX370" fmla="*/ 3303688 w 7467600"/>
              <a:gd name="connsiteY370" fmla="*/ 6858000 h 6858000"/>
              <a:gd name="connsiteX371" fmla="*/ 3391774 w 7467600"/>
              <a:gd name="connsiteY371" fmla="*/ 6697181 h 6858000"/>
              <a:gd name="connsiteX372" fmla="*/ 3735540 w 7467600"/>
              <a:gd name="connsiteY372" fmla="*/ 5546923 h 6858000"/>
              <a:gd name="connsiteX373" fmla="*/ 3729438 w 7467600"/>
              <a:gd name="connsiteY373" fmla="*/ 5569058 h 6858000"/>
              <a:gd name="connsiteX374" fmla="*/ 3707782 w 7467600"/>
              <a:gd name="connsiteY374" fmla="*/ 5644908 h 6858000"/>
              <a:gd name="connsiteX375" fmla="*/ 3583827 w 7467600"/>
              <a:gd name="connsiteY375" fmla="*/ 6039215 h 6858000"/>
              <a:gd name="connsiteX376" fmla="*/ 3547861 w 7467600"/>
              <a:gd name="connsiteY376" fmla="*/ 6129609 h 6858000"/>
              <a:gd name="connsiteX377" fmla="*/ 3490905 w 7467600"/>
              <a:gd name="connsiteY377" fmla="*/ 6277660 h 6858000"/>
              <a:gd name="connsiteX378" fmla="*/ 3455859 w 7467600"/>
              <a:gd name="connsiteY378" fmla="*/ 6391301 h 6858000"/>
              <a:gd name="connsiteX379" fmla="*/ 3429112 w 7467600"/>
              <a:gd name="connsiteY379" fmla="*/ 6479469 h 6858000"/>
              <a:gd name="connsiteX380" fmla="*/ 3304862 w 7467600"/>
              <a:gd name="connsiteY380" fmla="*/ 6796476 h 6858000"/>
              <a:gd name="connsiteX381" fmla="*/ 3276071 w 7467600"/>
              <a:gd name="connsiteY381" fmla="*/ 6858000 h 6858000"/>
              <a:gd name="connsiteX382" fmla="*/ 3240805 w 7467600"/>
              <a:gd name="connsiteY382" fmla="*/ 6858000 h 6858000"/>
              <a:gd name="connsiteX383" fmla="*/ 3275917 w 7467600"/>
              <a:gd name="connsiteY383" fmla="*/ 6783192 h 6858000"/>
              <a:gd name="connsiteX384" fmla="*/ 3399358 w 7467600"/>
              <a:gd name="connsiteY384" fmla="*/ 6469011 h 6858000"/>
              <a:gd name="connsiteX385" fmla="*/ 3425650 w 7467600"/>
              <a:gd name="connsiteY385" fmla="*/ 6381333 h 6858000"/>
              <a:gd name="connsiteX386" fmla="*/ 3460661 w 7467600"/>
              <a:gd name="connsiteY386" fmla="*/ 6266763 h 6858000"/>
              <a:gd name="connsiteX387" fmla="*/ 3518021 w 7467600"/>
              <a:gd name="connsiteY387" fmla="*/ 6117298 h 6858000"/>
              <a:gd name="connsiteX388" fmla="*/ 3554035 w 7467600"/>
              <a:gd name="connsiteY388" fmla="*/ 6027832 h 6858000"/>
              <a:gd name="connsiteX389" fmla="*/ 3677174 w 7467600"/>
              <a:gd name="connsiteY389" fmla="*/ 5636351 h 6858000"/>
              <a:gd name="connsiteX390" fmla="*/ 3698819 w 7467600"/>
              <a:gd name="connsiteY390" fmla="*/ 5560503 h 6858000"/>
              <a:gd name="connsiteX391" fmla="*/ 3702094 w 7467600"/>
              <a:gd name="connsiteY391" fmla="*/ 5549194 h 6858000"/>
              <a:gd name="connsiteX392" fmla="*/ 3398355 w 7467600"/>
              <a:gd name="connsiteY392" fmla="*/ 6094603 h 6858000"/>
              <a:gd name="connsiteX393" fmla="*/ 3193941 w 7467600"/>
              <a:gd name="connsiteY393" fmla="*/ 6798775 h 6858000"/>
              <a:gd name="connsiteX394" fmla="*/ 3184140 w 7467600"/>
              <a:gd name="connsiteY394" fmla="*/ 6858000 h 6858000"/>
              <a:gd name="connsiteX395" fmla="*/ 3099978 w 7467600"/>
              <a:gd name="connsiteY395" fmla="*/ 6858000 h 6858000"/>
              <a:gd name="connsiteX396" fmla="*/ 3101556 w 7467600"/>
              <a:gd name="connsiteY396" fmla="*/ 6843337 h 6858000"/>
              <a:gd name="connsiteX397" fmla="*/ 3370162 w 7467600"/>
              <a:gd name="connsiteY397" fmla="*/ 5785550 h 6858000"/>
              <a:gd name="connsiteX398" fmla="*/ 3746477 w 7467600"/>
              <a:gd name="connsiteY398" fmla="*/ 5377889 h 6858000"/>
              <a:gd name="connsiteX399" fmla="*/ 3863399 w 7467600"/>
              <a:gd name="connsiteY399" fmla="*/ 5087257 h 6858000"/>
              <a:gd name="connsiteX400" fmla="*/ 3968712 w 7467600"/>
              <a:gd name="connsiteY400" fmla="*/ 4913989 h 6858000"/>
              <a:gd name="connsiteX401" fmla="*/ 2792390 w 7467600"/>
              <a:gd name="connsiteY401" fmla="*/ 5382974 h 6858000"/>
              <a:gd name="connsiteX402" fmla="*/ 2714982 w 7467600"/>
              <a:gd name="connsiteY402" fmla="*/ 5427051 h 6858000"/>
              <a:gd name="connsiteX403" fmla="*/ 2813361 w 7467600"/>
              <a:gd name="connsiteY403" fmla="*/ 6023912 h 6858000"/>
              <a:gd name="connsiteX404" fmla="*/ 2688430 w 7467600"/>
              <a:gd name="connsiteY404" fmla="*/ 6801564 h 6858000"/>
              <a:gd name="connsiteX405" fmla="*/ 2629626 w 7467600"/>
              <a:gd name="connsiteY405" fmla="*/ 6763394 h 6858000"/>
              <a:gd name="connsiteX406" fmla="*/ 2565328 w 7467600"/>
              <a:gd name="connsiteY406" fmla="*/ 5516399 h 6858000"/>
              <a:gd name="connsiteX407" fmla="*/ 1922999 w 7467600"/>
              <a:gd name="connsiteY407" fmla="*/ 5980343 h 6858000"/>
              <a:gd name="connsiteX408" fmla="*/ 1950261 w 7467600"/>
              <a:gd name="connsiteY408" fmla="*/ 6405858 h 6858000"/>
              <a:gd name="connsiteX409" fmla="*/ 2365554 w 7467600"/>
              <a:gd name="connsiteY409" fmla="*/ 6759107 h 6858000"/>
              <a:gd name="connsiteX410" fmla="*/ 2424142 w 7467600"/>
              <a:gd name="connsiteY410" fmla="*/ 6858000 h 6858000"/>
              <a:gd name="connsiteX411" fmla="*/ 2395994 w 7467600"/>
              <a:gd name="connsiteY411" fmla="*/ 6858000 h 6858000"/>
              <a:gd name="connsiteX412" fmla="*/ 2392863 w 7467600"/>
              <a:gd name="connsiteY412" fmla="*/ 6852964 h 6858000"/>
              <a:gd name="connsiteX413" fmla="*/ 2017589 w 7467600"/>
              <a:gd name="connsiteY413" fmla="*/ 6493982 h 6858000"/>
              <a:gd name="connsiteX414" fmla="*/ 2147336 w 7467600"/>
              <a:gd name="connsiteY414" fmla="*/ 6594052 h 6858000"/>
              <a:gd name="connsiteX415" fmla="*/ 2207047 w 7467600"/>
              <a:gd name="connsiteY415" fmla="*/ 6654540 h 6858000"/>
              <a:gd name="connsiteX416" fmla="*/ 2299106 w 7467600"/>
              <a:gd name="connsiteY416" fmla="*/ 6778931 h 6858000"/>
              <a:gd name="connsiteX417" fmla="*/ 2314430 w 7467600"/>
              <a:gd name="connsiteY417" fmla="*/ 6801144 h 6858000"/>
              <a:gd name="connsiteX418" fmla="*/ 2352406 w 7467600"/>
              <a:gd name="connsiteY418" fmla="*/ 6858000 h 6858000"/>
              <a:gd name="connsiteX419" fmla="*/ 2314492 w 7467600"/>
              <a:gd name="connsiteY419" fmla="*/ 6858000 h 6858000"/>
              <a:gd name="connsiteX420" fmla="*/ 2288095 w 7467600"/>
              <a:gd name="connsiteY420" fmla="*/ 6818030 h 6858000"/>
              <a:gd name="connsiteX421" fmla="*/ 2272768 w 7467600"/>
              <a:gd name="connsiteY421" fmla="*/ 6795822 h 6858000"/>
              <a:gd name="connsiteX422" fmla="*/ 2182715 w 7467600"/>
              <a:gd name="connsiteY422" fmla="*/ 6675071 h 6858000"/>
              <a:gd name="connsiteX423" fmla="*/ 2032061 w 7467600"/>
              <a:gd name="connsiteY423" fmla="*/ 6541380 h 6858000"/>
              <a:gd name="connsiteX424" fmla="*/ 2257220 w 7467600"/>
              <a:gd name="connsiteY424" fmla="*/ 6826257 h 6858000"/>
              <a:gd name="connsiteX425" fmla="*/ 2281324 w 7467600"/>
              <a:gd name="connsiteY425" fmla="*/ 6858000 h 6858000"/>
              <a:gd name="connsiteX426" fmla="*/ 2242860 w 7467600"/>
              <a:gd name="connsiteY426" fmla="*/ 6858000 h 6858000"/>
              <a:gd name="connsiteX427" fmla="*/ 2232818 w 7467600"/>
              <a:gd name="connsiteY427" fmla="*/ 6844926 h 6858000"/>
              <a:gd name="connsiteX428" fmla="*/ 1990172 w 7467600"/>
              <a:gd name="connsiteY428" fmla="*/ 6542121 h 6858000"/>
              <a:gd name="connsiteX429" fmla="*/ 2124090 w 7467600"/>
              <a:gd name="connsiteY429" fmla="*/ 6761017 h 6858000"/>
              <a:gd name="connsiteX430" fmla="*/ 2200380 w 7467600"/>
              <a:gd name="connsiteY430" fmla="*/ 6858000 h 6858000"/>
              <a:gd name="connsiteX431" fmla="*/ 2147507 w 7467600"/>
              <a:gd name="connsiteY431" fmla="*/ 6858000 h 6858000"/>
              <a:gd name="connsiteX432" fmla="*/ 2070668 w 7467600"/>
              <a:gd name="connsiteY432" fmla="*/ 6761520 h 6858000"/>
              <a:gd name="connsiteX433" fmla="*/ 1975142 w 7467600"/>
              <a:gd name="connsiteY433" fmla="*/ 6585570 h 6858000"/>
              <a:gd name="connsiteX434" fmla="*/ 2050035 w 7467600"/>
              <a:gd name="connsiteY434" fmla="*/ 6813345 h 6858000"/>
              <a:gd name="connsiteX435" fmla="*/ 2063025 w 7467600"/>
              <a:gd name="connsiteY435" fmla="*/ 6858000 h 6858000"/>
              <a:gd name="connsiteX436" fmla="*/ 2021675 w 7467600"/>
              <a:gd name="connsiteY436" fmla="*/ 6858000 h 6858000"/>
              <a:gd name="connsiteX437" fmla="*/ 2019308 w 7467600"/>
              <a:gd name="connsiteY437" fmla="*/ 6847118 h 6858000"/>
              <a:gd name="connsiteX438" fmla="*/ 1938835 w 7467600"/>
              <a:gd name="connsiteY438" fmla="*/ 6551160 h 6858000"/>
              <a:gd name="connsiteX439" fmla="*/ 1953230 w 7467600"/>
              <a:gd name="connsiteY439" fmla="*/ 6759699 h 6858000"/>
              <a:gd name="connsiteX440" fmla="*/ 1956763 w 7467600"/>
              <a:gd name="connsiteY440" fmla="*/ 6778191 h 6858000"/>
              <a:gd name="connsiteX441" fmla="*/ 1967925 w 7467600"/>
              <a:gd name="connsiteY441" fmla="*/ 6858000 h 6858000"/>
              <a:gd name="connsiteX442" fmla="*/ 1936622 w 7467600"/>
              <a:gd name="connsiteY442" fmla="*/ 6858000 h 6858000"/>
              <a:gd name="connsiteX443" fmla="*/ 1926261 w 7467600"/>
              <a:gd name="connsiteY443" fmla="*/ 6784064 h 6858000"/>
              <a:gd name="connsiteX444" fmla="*/ 1922724 w 7467600"/>
              <a:gd name="connsiteY444" fmla="*/ 6765577 h 6858000"/>
              <a:gd name="connsiteX445" fmla="*/ 1904650 w 7467600"/>
              <a:gd name="connsiteY445" fmla="*/ 6639616 h 6858000"/>
              <a:gd name="connsiteX446" fmla="*/ 1885273 w 7467600"/>
              <a:gd name="connsiteY446" fmla="*/ 6858000 h 6858000"/>
              <a:gd name="connsiteX447" fmla="*/ 1854363 w 7467600"/>
              <a:gd name="connsiteY447" fmla="*/ 6858000 h 6858000"/>
              <a:gd name="connsiteX448" fmla="*/ 1880391 w 7467600"/>
              <a:gd name="connsiteY448" fmla="*/ 6603796 h 6858000"/>
              <a:gd name="connsiteX449" fmla="*/ 1818273 w 7467600"/>
              <a:gd name="connsiteY449" fmla="*/ 6715729 h 6858000"/>
              <a:gd name="connsiteX450" fmla="*/ 1794691 w 7467600"/>
              <a:gd name="connsiteY450" fmla="*/ 6843239 h 6858000"/>
              <a:gd name="connsiteX451" fmla="*/ 1794914 w 7467600"/>
              <a:gd name="connsiteY451" fmla="*/ 6858000 h 6858000"/>
              <a:gd name="connsiteX452" fmla="*/ 1746128 w 7467600"/>
              <a:gd name="connsiteY452" fmla="*/ 6858000 h 6858000"/>
              <a:gd name="connsiteX453" fmla="*/ 1753934 w 7467600"/>
              <a:gd name="connsiteY453" fmla="*/ 6724796 h 6858000"/>
              <a:gd name="connsiteX454" fmla="*/ 1792053 w 7467600"/>
              <a:gd name="connsiteY454" fmla="*/ 6572396 h 6858000"/>
              <a:gd name="connsiteX455" fmla="*/ 1862248 w 7467600"/>
              <a:gd name="connsiteY455" fmla="*/ 6266397 h 6858000"/>
              <a:gd name="connsiteX456" fmla="*/ 1862250 w 7467600"/>
              <a:gd name="connsiteY456" fmla="*/ 6033531 h 6858000"/>
              <a:gd name="connsiteX457" fmla="*/ 1211999 w 7467600"/>
              <a:gd name="connsiteY457" fmla="*/ 6683610 h 6858000"/>
              <a:gd name="connsiteX458" fmla="*/ 1213266 w 7467600"/>
              <a:gd name="connsiteY458" fmla="*/ 6691947 h 6858000"/>
              <a:gd name="connsiteX459" fmla="*/ 1203370 w 7467600"/>
              <a:gd name="connsiteY459" fmla="*/ 6850676 h 6858000"/>
              <a:gd name="connsiteX460" fmla="*/ 1203671 w 7467600"/>
              <a:gd name="connsiteY460" fmla="*/ 6858000 h 6858000"/>
              <a:gd name="connsiteX461" fmla="*/ 1143180 w 7467600"/>
              <a:gd name="connsiteY461" fmla="*/ 6858000 h 6858000"/>
              <a:gd name="connsiteX462" fmla="*/ 1142176 w 7467600"/>
              <a:gd name="connsiteY462" fmla="*/ 6766045 h 6858000"/>
              <a:gd name="connsiteX463" fmla="*/ 1067484 w 7467600"/>
              <a:gd name="connsiteY463" fmla="*/ 6858000 h 6858000"/>
              <a:gd name="connsiteX464" fmla="*/ 953928 w 7467600"/>
              <a:gd name="connsiteY464" fmla="*/ 6858000 h 6858000"/>
              <a:gd name="connsiteX465" fmla="*/ 959715 w 7467600"/>
              <a:gd name="connsiteY465" fmla="*/ 6850185 h 6858000"/>
              <a:gd name="connsiteX466" fmla="*/ 1483788 w 7467600"/>
              <a:gd name="connsiteY466" fmla="*/ 6259174 h 6858000"/>
              <a:gd name="connsiteX467" fmla="*/ 1100671 w 7467600"/>
              <a:gd name="connsiteY467" fmla="*/ 6252137 h 6858000"/>
              <a:gd name="connsiteX468" fmla="*/ 1090144 w 7467600"/>
              <a:gd name="connsiteY468" fmla="*/ 6256748 h 6858000"/>
              <a:gd name="connsiteX469" fmla="*/ 1095872 w 7467600"/>
              <a:gd name="connsiteY469" fmla="*/ 6271892 h 6858000"/>
              <a:gd name="connsiteX470" fmla="*/ 262785 w 7467600"/>
              <a:gd name="connsiteY470" fmla="*/ 6845450 h 6858000"/>
              <a:gd name="connsiteX471" fmla="*/ 209968 w 7467600"/>
              <a:gd name="connsiteY471" fmla="*/ 6770713 h 6858000"/>
              <a:gd name="connsiteX472" fmla="*/ 873460 w 7467600"/>
              <a:gd name="connsiteY472" fmla="*/ 6253768 h 6858000"/>
              <a:gd name="connsiteX473" fmla="*/ 192686 w 7467600"/>
              <a:gd name="connsiteY473" fmla="*/ 5849257 h 6858000"/>
              <a:gd name="connsiteX474" fmla="*/ 4696 w 7467600"/>
              <a:gd name="connsiteY474" fmla="*/ 5697668 h 6858000"/>
              <a:gd name="connsiteX475" fmla="*/ 0 w 7467600"/>
              <a:gd name="connsiteY475" fmla="*/ 5689984 h 6858000"/>
              <a:gd name="connsiteX476" fmla="*/ 0 w 7467600"/>
              <a:gd name="connsiteY476" fmla="*/ 5513472 h 6858000"/>
              <a:gd name="connsiteX477" fmla="*/ 174101 w 7467600"/>
              <a:gd name="connsiteY477" fmla="*/ 5620277 h 6858000"/>
              <a:gd name="connsiteX478" fmla="*/ 891800 w 7467600"/>
              <a:gd name="connsiteY478" fmla="*/ 6036935 h 6858000"/>
              <a:gd name="connsiteX479" fmla="*/ 1072219 w 7467600"/>
              <a:gd name="connsiteY479" fmla="*/ 6169443 h 6858000"/>
              <a:gd name="connsiteX480" fmla="*/ 1074117 w 7467600"/>
              <a:gd name="connsiteY480" fmla="*/ 6170301 h 6858000"/>
              <a:gd name="connsiteX481" fmla="*/ 1083114 w 7467600"/>
              <a:gd name="connsiteY481" fmla="*/ 6174131 h 6858000"/>
              <a:gd name="connsiteX482" fmla="*/ 1543010 w 7467600"/>
              <a:gd name="connsiteY482" fmla="*/ 6191140 h 6858000"/>
              <a:gd name="connsiteX483" fmla="*/ 1551080 w 7467600"/>
              <a:gd name="connsiteY483" fmla="*/ 6195006 h 6858000"/>
              <a:gd name="connsiteX484" fmla="*/ 2345443 w 7467600"/>
              <a:gd name="connsiteY484" fmla="*/ 5549882 h 6858000"/>
              <a:gd name="connsiteX485" fmla="*/ 1721499 w 7467600"/>
              <a:gd name="connsiteY485" fmla="*/ 5599969 h 6858000"/>
              <a:gd name="connsiteX486" fmla="*/ 767716 w 7467600"/>
              <a:gd name="connsiteY486" fmla="*/ 5472768 h 6858000"/>
              <a:gd name="connsiteX487" fmla="*/ 722147 w 7467600"/>
              <a:gd name="connsiteY487" fmla="*/ 5393091 h 6858000"/>
              <a:gd name="connsiteX488" fmla="*/ 1485552 w 7467600"/>
              <a:gd name="connsiteY488" fmla="*/ 5313202 h 6858000"/>
              <a:gd name="connsiteX489" fmla="*/ 2143004 w 7467600"/>
              <a:gd name="connsiteY489" fmla="*/ 5402420 h 6858000"/>
              <a:gd name="connsiteX490" fmla="*/ 1933391 w 7467600"/>
              <a:gd name="connsiteY490" fmla="*/ 5156971 h 6858000"/>
              <a:gd name="connsiteX491" fmla="*/ 1827118 w 7467600"/>
              <a:gd name="connsiteY491" fmla="*/ 4968410 h 6858000"/>
              <a:gd name="connsiteX492" fmla="*/ 1837349 w 7467600"/>
              <a:gd name="connsiteY492" fmla="*/ 4956357 h 6858000"/>
              <a:gd name="connsiteX493" fmla="*/ 2162835 w 7467600"/>
              <a:gd name="connsiteY493" fmla="*/ 5187853 h 6858000"/>
              <a:gd name="connsiteX494" fmla="*/ 2257167 w 7467600"/>
              <a:gd name="connsiteY494" fmla="*/ 5462123 h 6858000"/>
              <a:gd name="connsiteX495" fmla="*/ 2261598 w 7467600"/>
              <a:gd name="connsiteY495" fmla="*/ 5467998 h 6858000"/>
              <a:gd name="connsiteX496" fmla="*/ 2437177 w 7467600"/>
              <a:gd name="connsiteY496" fmla="*/ 5479608 h 6858000"/>
              <a:gd name="connsiteX497" fmla="*/ 2445247 w 7467600"/>
              <a:gd name="connsiteY497" fmla="*/ 5483476 h 6858000"/>
              <a:gd name="connsiteX498" fmla="*/ 2743626 w 7467600"/>
              <a:gd name="connsiteY498" fmla="*/ 5304819 h 6858000"/>
              <a:gd name="connsiteX499" fmla="*/ 3048102 w 7467600"/>
              <a:gd name="connsiteY499" fmla="*/ 5150595 h 6858000"/>
              <a:gd name="connsiteX500" fmla="*/ 1799414 w 7467600"/>
              <a:gd name="connsiteY500" fmla="*/ 4694732 h 6858000"/>
              <a:gd name="connsiteX501" fmla="*/ 1771735 w 7467600"/>
              <a:gd name="connsiteY501" fmla="*/ 4619929 h 6858000"/>
              <a:gd name="connsiteX502" fmla="*/ 3104273 w 7467600"/>
              <a:gd name="connsiteY502" fmla="*/ 5076159 h 6858000"/>
              <a:gd name="connsiteX503" fmla="*/ 3113245 w 7467600"/>
              <a:gd name="connsiteY503" fmla="*/ 5090705 h 6858000"/>
              <a:gd name="connsiteX504" fmla="*/ 3126294 w 7467600"/>
              <a:gd name="connsiteY504" fmla="*/ 5114400 h 6858000"/>
              <a:gd name="connsiteX505" fmla="*/ 3937433 w 7467600"/>
              <a:gd name="connsiteY505" fmla="*/ 4830473 h 6858000"/>
              <a:gd name="connsiteX506" fmla="*/ 3590475 w 7467600"/>
              <a:gd name="connsiteY506" fmla="*/ 4597974 h 6858000"/>
              <a:gd name="connsiteX507" fmla="*/ 3100264 w 7467600"/>
              <a:gd name="connsiteY507" fmla="*/ 4579845 h 6858000"/>
              <a:gd name="connsiteX508" fmla="*/ 2183576 w 7467600"/>
              <a:gd name="connsiteY508" fmla="*/ 4227150 h 6858000"/>
              <a:gd name="connsiteX509" fmla="*/ 2151029 w 7467600"/>
              <a:gd name="connsiteY509" fmla="*/ 4146947 h 6858000"/>
              <a:gd name="connsiteX510" fmla="*/ 3563434 w 7467600"/>
              <a:gd name="connsiteY510" fmla="*/ 4469115 h 6858000"/>
              <a:gd name="connsiteX511" fmla="*/ 3177952 w 7467600"/>
              <a:gd name="connsiteY511" fmla="*/ 3657386 h 6858000"/>
              <a:gd name="connsiteX512" fmla="*/ 3189263 w 7467600"/>
              <a:gd name="connsiteY512" fmla="*/ 3625726 h 6858000"/>
              <a:gd name="connsiteX513" fmla="*/ 3560912 w 7467600"/>
              <a:gd name="connsiteY513" fmla="*/ 4079863 h 6858000"/>
              <a:gd name="connsiteX514" fmla="*/ 3626636 w 7467600"/>
              <a:gd name="connsiteY514" fmla="*/ 4512230 h 6858000"/>
              <a:gd name="connsiteX515" fmla="*/ 3653088 w 7467600"/>
              <a:gd name="connsiteY515" fmla="*/ 4521417 h 6858000"/>
              <a:gd name="connsiteX516" fmla="*/ 3988128 w 7467600"/>
              <a:gd name="connsiteY516" fmla="*/ 4817267 h 6858000"/>
              <a:gd name="connsiteX517" fmla="*/ 4830582 w 7467600"/>
              <a:gd name="connsiteY517" fmla="*/ 4676000 h 6858000"/>
              <a:gd name="connsiteX518" fmla="*/ 4830100 w 7467600"/>
              <a:gd name="connsiteY518" fmla="*/ 4675554 h 6858000"/>
              <a:gd name="connsiteX519" fmla="*/ 4036318 w 7467600"/>
              <a:gd name="connsiteY519" fmla="*/ 4147013 h 6858000"/>
              <a:gd name="connsiteX520" fmla="*/ 3432098 w 7467600"/>
              <a:gd name="connsiteY520" fmla="*/ 3537312 h 6858000"/>
              <a:gd name="connsiteX521" fmla="*/ 3446761 w 7467600"/>
              <a:gd name="connsiteY521" fmla="*/ 3461278 h 6858000"/>
              <a:gd name="connsiteX522" fmla="*/ 4419733 w 7467600"/>
              <a:gd name="connsiteY522" fmla="*/ 3963555 h 6858000"/>
              <a:gd name="connsiteX523" fmla="*/ 4781371 w 7467600"/>
              <a:gd name="connsiteY523" fmla="*/ 4458604 h 6858000"/>
              <a:gd name="connsiteX524" fmla="*/ 4780440 w 7467600"/>
              <a:gd name="connsiteY524" fmla="*/ 4470290 h 6858000"/>
              <a:gd name="connsiteX525" fmla="*/ 4898954 w 7467600"/>
              <a:gd name="connsiteY525" fmla="*/ 4662092 h 6858000"/>
              <a:gd name="connsiteX526" fmla="*/ 4900699 w 7467600"/>
              <a:gd name="connsiteY526" fmla="*/ 4670867 h 6858000"/>
              <a:gd name="connsiteX527" fmla="*/ 5714511 w 7467600"/>
              <a:gd name="connsiteY527" fmla="*/ 4663483 h 6858000"/>
              <a:gd name="connsiteX528" fmla="*/ 5464793 w 7467600"/>
              <a:gd name="connsiteY528" fmla="*/ 4393556 h 6858000"/>
              <a:gd name="connsiteX529" fmla="*/ 5461897 w 7467600"/>
              <a:gd name="connsiteY529" fmla="*/ 4390879 h 6858000"/>
              <a:gd name="connsiteX530" fmla="*/ 4294126 w 7467600"/>
              <a:gd name="connsiteY530" fmla="*/ 3303048 h 6858000"/>
              <a:gd name="connsiteX531" fmla="*/ 4305321 w 7467600"/>
              <a:gd name="connsiteY531" fmla="*/ 3256953 h 6858000"/>
              <a:gd name="connsiteX532" fmla="*/ 4949299 w 7467600"/>
              <a:gd name="connsiteY532" fmla="*/ 3766336 h 6858000"/>
              <a:gd name="connsiteX533" fmla="*/ 5291452 w 7467600"/>
              <a:gd name="connsiteY533" fmla="*/ 4076801 h 6858000"/>
              <a:gd name="connsiteX534" fmla="*/ 5434998 w 7467600"/>
              <a:gd name="connsiteY534" fmla="*/ 4254100 h 6858000"/>
              <a:gd name="connsiteX535" fmla="*/ 5351015 w 7467600"/>
              <a:gd name="connsiteY535" fmla="*/ 3760989 h 6858000"/>
              <a:gd name="connsiteX536" fmla="*/ 5413780 w 7467600"/>
              <a:gd name="connsiteY536" fmla="*/ 2966265 h 6858000"/>
              <a:gd name="connsiteX537" fmla="*/ 5425627 w 7467600"/>
              <a:gd name="connsiteY537" fmla="*/ 2954192 h 6858000"/>
              <a:gd name="connsiteX538" fmla="*/ 6604735 w 7467600"/>
              <a:gd name="connsiteY538" fmla="*/ 2041381 h 6858000"/>
              <a:gd name="connsiteX539" fmla="*/ 7204487 w 7467600"/>
              <a:gd name="connsiteY539" fmla="*/ 2742112 h 6858000"/>
              <a:gd name="connsiteX540" fmla="*/ 7131592 w 7467600"/>
              <a:gd name="connsiteY540" fmla="*/ 2672096 h 6858000"/>
              <a:gd name="connsiteX541" fmla="*/ 6996344 w 7467600"/>
              <a:gd name="connsiteY541" fmla="*/ 2518310 h 6858000"/>
              <a:gd name="connsiteX542" fmla="*/ 6735495 w 7467600"/>
              <a:gd name="connsiteY542" fmla="*/ 2196890 h 6858000"/>
              <a:gd name="connsiteX543" fmla="*/ 6721901 w 7467600"/>
              <a:gd name="connsiteY543" fmla="*/ 2179274 h 6858000"/>
              <a:gd name="connsiteX544" fmla="*/ 6604735 w 7467600"/>
              <a:gd name="connsiteY544" fmla="*/ 2041381 h 6858000"/>
              <a:gd name="connsiteX545" fmla="*/ 6591670 w 7467600"/>
              <a:gd name="connsiteY545" fmla="*/ 1988277 h 6858000"/>
              <a:gd name="connsiteX546" fmla="*/ 6747349 w 7467600"/>
              <a:gd name="connsiteY546" fmla="*/ 2160069 h 6858000"/>
              <a:gd name="connsiteX547" fmla="*/ 6760943 w 7467600"/>
              <a:gd name="connsiteY547" fmla="*/ 2177686 h 6858000"/>
              <a:gd name="connsiteX548" fmla="*/ 7021065 w 7467600"/>
              <a:gd name="connsiteY548" fmla="*/ 2498102 h 6858000"/>
              <a:gd name="connsiteX549" fmla="*/ 7155223 w 7467600"/>
              <a:gd name="connsiteY549" fmla="*/ 2650386 h 6858000"/>
              <a:gd name="connsiteX550" fmla="*/ 7203167 w 7467600"/>
              <a:gd name="connsiteY550" fmla="*/ 2697288 h 6858000"/>
              <a:gd name="connsiteX551" fmla="*/ 6937703 w 7467600"/>
              <a:gd name="connsiteY551" fmla="*/ 2321981 h 6858000"/>
              <a:gd name="connsiteX552" fmla="*/ 6591670 w 7467600"/>
              <a:gd name="connsiteY552" fmla="*/ 1988277 h 6858000"/>
              <a:gd name="connsiteX553" fmla="*/ 5798671 w 7467600"/>
              <a:gd name="connsiteY553" fmla="*/ 1981601 h 6858000"/>
              <a:gd name="connsiteX554" fmla="*/ 5754709 w 7467600"/>
              <a:gd name="connsiteY554" fmla="*/ 2071454 h 6858000"/>
              <a:gd name="connsiteX555" fmla="*/ 5763044 w 7467600"/>
              <a:gd name="connsiteY555" fmla="*/ 2842206 h 6858000"/>
              <a:gd name="connsiteX556" fmla="*/ 5764974 w 7467600"/>
              <a:gd name="connsiteY556" fmla="*/ 2799609 h 6858000"/>
              <a:gd name="connsiteX557" fmla="*/ 5767665 w 7467600"/>
              <a:gd name="connsiteY557" fmla="*/ 2666409 h 6858000"/>
              <a:gd name="connsiteX558" fmla="*/ 5763055 w 7467600"/>
              <a:gd name="connsiteY558" fmla="*/ 2579705 h 6858000"/>
              <a:gd name="connsiteX559" fmla="*/ 5758079 w 7467600"/>
              <a:gd name="connsiteY559" fmla="*/ 2492508 h 6858000"/>
              <a:gd name="connsiteX560" fmla="*/ 5779325 w 7467600"/>
              <a:gd name="connsiteY560" fmla="*/ 2197069 h 6858000"/>
              <a:gd name="connsiteX561" fmla="*/ 5798671 w 7467600"/>
              <a:gd name="connsiteY561" fmla="*/ 1981601 h 6858000"/>
              <a:gd name="connsiteX562" fmla="*/ 5829202 w 7467600"/>
              <a:gd name="connsiteY562" fmla="*/ 1971679 h 6858000"/>
              <a:gd name="connsiteX563" fmla="*/ 5809558 w 7467600"/>
              <a:gd name="connsiteY563" fmla="*/ 2198043 h 6858000"/>
              <a:gd name="connsiteX564" fmla="*/ 5788653 w 7467600"/>
              <a:gd name="connsiteY564" fmla="*/ 2489430 h 6858000"/>
              <a:gd name="connsiteX565" fmla="*/ 5793439 w 7467600"/>
              <a:gd name="connsiteY565" fmla="*/ 2575235 h 6858000"/>
              <a:gd name="connsiteX566" fmla="*/ 5796837 w 7467600"/>
              <a:gd name="connsiteY566" fmla="*/ 2637633 h 6858000"/>
              <a:gd name="connsiteX567" fmla="*/ 5818614 w 7467600"/>
              <a:gd name="connsiteY567" fmla="*/ 2473055 h 6858000"/>
              <a:gd name="connsiteX568" fmla="*/ 5829202 w 7467600"/>
              <a:gd name="connsiteY568" fmla="*/ 1971679 h 6858000"/>
              <a:gd name="connsiteX569" fmla="*/ 5911389 w 7467600"/>
              <a:gd name="connsiteY569" fmla="*/ 1898371 h 6858000"/>
              <a:gd name="connsiteX570" fmla="*/ 6237627 w 7467600"/>
              <a:gd name="connsiteY570" fmla="*/ 2231921 h 6858000"/>
              <a:gd name="connsiteX571" fmla="*/ 5911389 w 7467600"/>
              <a:gd name="connsiteY571" fmla="*/ 1898371 h 6858000"/>
              <a:gd name="connsiteX572" fmla="*/ 6944437 w 7467600"/>
              <a:gd name="connsiteY572" fmla="*/ 1575402 h 6858000"/>
              <a:gd name="connsiteX573" fmla="*/ 6304730 w 7467600"/>
              <a:gd name="connsiteY573" fmla="*/ 1766654 h 6858000"/>
              <a:gd name="connsiteX574" fmla="*/ 6944437 w 7467600"/>
              <a:gd name="connsiteY574" fmla="*/ 1575402 h 6858000"/>
              <a:gd name="connsiteX575" fmla="*/ 7019523 w 7467600"/>
              <a:gd name="connsiteY575" fmla="*/ 1519450 h 6858000"/>
              <a:gd name="connsiteX576" fmla="*/ 6298091 w 7467600"/>
              <a:gd name="connsiteY576" fmla="*/ 1737122 h 6858000"/>
              <a:gd name="connsiteX577" fmla="*/ 7019523 w 7467600"/>
              <a:gd name="connsiteY577" fmla="*/ 1519450 h 6858000"/>
              <a:gd name="connsiteX578" fmla="*/ 2399523 w 7467600"/>
              <a:gd name="connsiteY578" fmla="*/ 1428234 h 6858000"/>
              <a:gd name="connsiteX579" fmla="*/ 2224982 w 7467600"/>
              <a:gd name="connsiteY579" fmla="*/ 1826201 h 6858000"/>
              <a:gd name="connsiteX580" fmla="*/ 2096099 w 7467600"/>
              <a:gd name="connsiteY580" fmla="*/ 2345900 h 6858000"/>
              <a:gd name="connsiteX581" fmla="*/ 2283317 w 7467600"/>
              <a:gd name="connsiteY581" fmla="*/ 1796925 h 6858000"/>
              <a:gd name="connsiteX582" fmla="*/ 2399523 w 7467600"/>
              <a:gd name="connsiteY582" fmla="*/ 1428234 h 6858000"/>
              <a:gd name="connsiteX583" fmla="*/ 2448558 w 7467600"/>
              <a:gd name="connsiteY583" fmla="*/ 1373435 h 6858000"/>
              <a:gd name="connsiteX584" fmla="*/ 2312521 w 7467600"/>
              <a:gd name="connsiteY584" fmla="*/ 1806140 h 6858000"/>
              <a:gd name="connsiteX585" fmla="*/ 2127533 w 7467600"/>
              <a:gd name="connsiteY585" fmla="*/ 2348380 h 6858000"/>
              <a:gd name="connsiteX586" fmla="*/ 2358080 w 7467600"/>
              <a:gd name="connsiteY586" fmla="*/ 1866134 h 6858000"/>
              <a:gd name="connsiteX587" fmla="*/ 2407436 w 7467600"/>
              <a:gd name="connsiteY587" fmla="*/ 1651070 h 6858000"/>
              <a:gd name="connsiteX588" fmla="*/ 2448558 w 7467600"/>
              <a:gd name="connsiteY588" fmla="*/ 1373435 h 6858000"/>
              <a:gd name="connsiteX589" fmla="*/ 278707 w 7467600"/>
              <a:gd name="connsiteY589" fmla="*/ 1352270 h 6858000"/>
              <a:gd name="connsiteX590" fmla="*/ 321570 w 7467600"/>
              <a:gd name="connsiteY590" fmla="*/ 1861610 h 6858000"/>
              <a:gd name="connsiteX591" fmla="*/ 294281 w 7467600"/>
              <a:gd name="connsiteY591" fmla="*/ 1440658 h 6858000"/>
              <a:gd name="connsiteX592" fmla="*/ 278707 w 7467600"/>
              <a:gd name="connsiteY592" fmla="*/ 1352270 h 6858000"/>
              <a:gd name="connsiteX593" fmla="*/ 1423821 w 7467600"/>
              <a:gd name="connsiteY593" fmla="*/ 1351958 h 6858000"/>
              <a:gd name="connsiteX594" fmla="*/ 1638521 w 7467600"/>
              <a:gd name="connsiteY594" fmla="*/ 1908470 h 6858000"/>
              <a:gd name="connsiteX595" fmla="*/ 1754199 w 7467600"/>
              <a:gd name="connsiteY595" fmla="*/ 2149284 h 6858000"/>
              <a:gd name="connsiteX596" fmla="*/ 1908359 w 7467600"/>
              <a:gd name="connsiteY596" fmla="*/ 2364988 h 6858000"/>
              <a:gd name="connsiteX597" fmla="*/ 1647661 w 7467600"/>
              <a:gd name="connsiteY597" fmla="*/ 1825945 h 6858000"/>
              <a:gd name="connsiteX598" fmla="*/ 1423821 w 7467600"/>
              <a:gd name="connsiteY598" fmla="*/ 1351958 h 6858000"/>
              <a:gd name="connsiteX599" fmla="*/ 1431890 w 7467600"/>
              <a:gd name="connsiteY599" fmla="*/ 1306475 h 6858000"/>
              <a:gd name="connsiteX600" fmla="*/ 1507597 w 7467600"/>
              <a:gd name="connsiteY600" fmla="*/ 1446132 h 6858000"/>
              <a:gd name="connsiteX601" fmla="*/ 1674586 w 7467600"/>
              <a:gd name="connsiteY601" fmla="*/ 1813832 h 6858000"/>
              <a:gd name="connsiteX602" fmla="*/ 1815950 w 7467600"/>
              <a:gd name="connsiteY602" fmla="*/ 2128564 h 6858000"/>
              <a:gd name="connsiteX603" fmla="*/ 1984242 w 7467600"/>
              <a:gd name="connsiteY603" fmla="*/ 2430829 h 6858000"/>
              <a:gd name="connsiteX604" fmla="*/ 2014023 w 7467600"/>
              <a:gd name="connsiteY604" fmla="*/ 2450995 h 6858000"/>
              <a:gd name="connsiteX605" fmla="*/ 1747337 w 7467600"/>
              <a:gd name="connsiteY605" fmla="*/ 1855264 h 6858000"/>
              <a:gd name="connsiteX606" fmla="*/ 1533749 w 7467600"/>
              <a:gd name="connsiteY606" fmla="*/ 1478656 h 6858000"/>
              <a:gd name="connsiteX607" fmla="*/ 1431890 w 7467600"/>
              <a:gd name="connsiteY607" fmla="*/ 1306475 h 6858000"/>
              <a:gd name="connsiteX608" fmla="*/ 5052692 w 7467600"/>
              <a:gd name="connsiteY608" fmla="*/ 1292994 h 6858000"/>
              <a:gd name="connsiteX609" fmla="*/ 5200661 w 7467600"/>
              <a:gd name="connsiteY609" fmla="*/ 1635186 h 6858000"/>
              <a:gd name="connsiteX610" fmla="*/ 5297138 w 7467600"/>
              <a:gd name="connsiteY610" fmla="*/ 1906351 h 6858000"/>
              <a:gd name="connsiteX611" fmla="*/ 5052692 w 7467600"/>
              <a:gd name="connsiteY611" fmla="*/ 1292994 h 6858000"/>
              <a:gd name="connsiteX612" fmla="*/ 5009948 w 7467600"/>
              <a:gd name="connsiteY612" fmla="*/ 1273619 h 6858000"/>
              <a:gd name="connsiteX613" fmla="*/ 5121777 w 7467600"/>
              <a:gd name="connsiteY613" fmla="*/ 1654213 h 6858000"/>
              <a:gd name="connsiteX614" fmla="*/ 5293545 w 7467600"/>
              <a:gd name="connsiteY614" fmla="*/ 2072247 h 6858000"/>
              <a:gd name="connsiteX615" fmla="*/ 5294042 w 7467600"/>
              <a:gd name="connsiteY615" fmla="*/ 2065019 h 6858000"/>
              <a:gd name="connsiteX616" fmla="*/ 5171936 w 7467600"/>
              <a:gd name="connsiteY616" fmla="*/ 1647613 h 6858000"/>
              <a:gd name="connsiteX617" fmla="*/ 5009948 w 7467600"/>
              <a:gd name="connsiteY617" fmla="*/ 1273619 h 6858000"/>
              <a:gd name="connsiteX618" fmla="*/ 655236 w 7467600"/>
              <a:gd name="connsiteY618" fmla="*/ 1268632 h 6858000"/>
              <a:gd name="connsiteX619" fmla="*/ 839521 w 7467600"/>
              <a:gd name="connsiteY619" fmla="*/ 1685315 h 6858000"/>
              <a:gd name="connsiteX620" fmla="*/ 1109416 w 7467600"/>
              <a:gd name="connsiteY620" fmla="*/ 2061663 h 6858000"/>
              <a:gd name="connsiteX621" fmla="*/ 1298300 w 7467600"/>
              <a:gd name="connsiteY621" fmla="*/ 2247742 h 6858000"/>
              <a:gd name="connsiteX622" fmla="*/ 1125871 w 7467600"/>
              <a:gd name="connsiteY622" fmla="*/ 1989513 h 6858000"/>
              <a:gd name="connsiteX623" fmla="*/ 981574 w 7467600"/>
              <a:gd name="connsiteY623" fmla="*/ 1783157 h 6858000"/>
              <a:gd name="connsiteX624" fmla="*/ 922198 w 7467600"/>
              <a:gd name="connsiteY624" fmla="*/ 1677437 h 6858000"/>
              <a:gd name="connsiteX625" fmla="*/ 869293 w 7467600"/>
              <a:gd name="connsiteY625" fmla="*/ 1583214 h 6858000"/>
              <a:gd name="connsiteX626" fmla="*/ 751431 w 7467600"/>
              <a:gd name="connsiteY626" fmla="*/ 1405731 h 6858000"/>
              <a:gd name="connsiteX627" fmla="*/ 655236 w 7467600"/>
              <a:gd name="connsiteY627" fmla="*/ 1268632 h 6858000"/>
              <a:gd name="connsiteX628" fmla="*/ 6516292 w 7467600"/>
              <a:gd name="connsiteY628" fmla="*/ 1263064 h 6858000"/>
              <a:gd name="connsiteX629" fmla="*/ 5736320 w 7467600"/>
              <a:gd name="connsiteY629" fmla="*/ 1501803 h 6858000"/>
              <a:gd name="connsiteX630" fmla="*/ 6516292 w 7467600"/>
              <a:gd name="connsiteY630" fmla="*/ 1263064 h 6858000"/>
              <a:gd name="connsiteX631" fmla="*/ 291466 w 7467600"/>
              <a:gd name="connsiteY631" fmla="*/ 1250369 h 6858000"/>
              <a:gd name="connsiteX632" fmla="*/ 323180 w 7467600"/>
              <a:gd name="connsiteY632" fmla="*/ 1435283 h 6858000"/>
              <a:gd name="connsiteX633" fmla="*/ 349381 w 7467600"/>
              <a:gd name="connsiteY633" fmla="*/ 1875041 h 6858000"/>
              <a:gd name="connsiteX634" fmla="*/ 374363 w 7467600"/>
              <a:gd name="connsiteY634" fmla="*/ 1506494 h 6858000"/>
              <a:gd name="connsiteX635" fmla="*/ 302168 w 7467600"/>
              <a:gd name="connsiteY635" fmla="*/ 1274495 h 6858000"/>
              <a:gd name="connsiteX636" fmla="*/ 291466 w 7467600"/>
              <a:gd name="connsiteY636" fmla="*/ 1250369 h 6858000"/>
              <a:gd name="connsiteX637" fmla="*/ 678222 w 7467600"/>
              <a:gd name="connsiteY637" fmla="*/ 1248670 h 6858000"/>
              <a:gd name="connsiteX638" fmla="*/ 775536 w 7467600"/>
              <a:gd name="connsiteY638" fmla="*/ 1388015 h 6858000"/>
              <a:gd name="connsiteX639" fmla="*/ 894529 w 7467600"/>
              <a:gd name="connsiteY639" fmla="*/ 1567739 h 6858000"/>
              <a:gd name="connsiteX640" fmla="*/ 948000 w 7467600"/>
              <a:gd name="connsiteY640" fmla="*/ 1663088 h 6858000"/>
              <a:gd name="connsiteX641" fmla="*/ 1006812 w 7467600"/>
              <a:gd name="connsiteY641" fmla="*/ 1767683 h 6858000"/>
              <a:gd name="connsiteX642" fmla="*/ 1149133 w 7467600"/>
              <a:gd name="connsiteY642" fmla="*/ 1971513 h 6858000"/>
              <a:gd name="connsiteX643" fmla="*/ 1333952 w 7467600"/>
              <a:gd name="connsiteY643" fmla="*/ 2251620 h 6858000"/>
              <a:gd name="connsiteX644" fmla="*/ 1337329 w 7467600"/>
              <a:gd name="connsiteY644" fmla="*/ 2258350 h 6858000"/>
              <a:gd name="connsiteX645" fmla="*/ 1014726 w 7467600"/>
              <a:gd name="connsiteY645" fmla="*/ 1615556 h 6858000"/>
              <a:gd name="connsiteX646" fmla="*/ 678222 w 7467600"/>
              <a:gd name="connsiteY646" fmla="*/ 1248670 h 6858000"/>
              <a:gd name="connsiteX647" fmla="*/ 6691602 w 7467600"/>
              <a:gd name="connsiteY647" fmla="*/ 1140573 h 6858000"/>
              <a:gd name="connsiteX648" fmla="*/ 6571100 w 7467600"/>
              <a:gd name="connsiteY648" fmla="*/ 1183662 h 6858000"/>
              <a:gd name="connsiteX649" fmla="*/ 6241687 w 7467600"/>
              <a:gd name="connsiteY649" fmla="*/ 1257600 h 6858000"/>
              <a:gd name="connsiteX650" fmla="*/ 5693009 w 7467600"/>
              <a:gd name="connsiteY650" fmla="*/ 1478256 h 6858000"/>
              <a:gd name="connsiteX651" fmla="*/ 6548420 w 7467600"/>
              <a:gd name="connsiteY651" fmla="*/ 1214599 h 6858000"/>
              <a:gd name="connsiteX652" fmla="*/ 6605473 w 7467600"/>
              <a:gd name="connsiteY652" fmla="*/ 1184686 h 6858000"/>
              <a:gd name="connsiteX653" fmla="*/ 6691602 w 7467600"/>
              <a:gd name="connsiteY653" fmla="*/ 1140573 h 6858000"/>
              <a:gd name="connsiteX654" fmla="*/ 4002475 w 7467600"/>
              <a:gd name="connsiteY654" fmla="*/ 1037802 h 6858000"/>
              <a:gd name="connsiteX655" fmla="*/ 4000324 w 7467600"/>
              <a:gd name="connsiteY655" fmla="*/ 1039362 h 6858000"/>
              <a:gd name="connsiteX656" fmla="*/ 4002862 w 7467600"/>
              <a:gd name="connsiteY656" fmla="*/ 1042866 h 6858000"/>
              <a:gd name="connsiteX657" fmla="*/ 4002475 w 7467600"/>
              <a:gd name="connsiteY657" fmla="*/ 1037802 h 6858000"/>
              <a:gd name="connsiteX658" fmla="*/ 506322 w 7467600"/>
              <a:gd name="connsiteY658" fmla="*/ 1020997 h 6858000"/>
              <a:gd name="connsiteX659" fmla="*/ 533068 w 7467600"/>
              <a:gd name="connsiteY659" fmla="*/ 1029409 h 6858000"/>
              <a:gd name="connsiteX660" fmla="*/ 1232525 w 7467600"/>
              <a:gd name="connsiteY660" fmla="*/ 1804675 h 6858000"/>
              <a:gd name="connsiteX661" fmla="*/ 1388858 w 7467600"/>
              <a:gd name="connsiteY661" fmla="*/ 2368011 h 6858000"/>
              <a:gd name="connsiteX662" fmla="*/ 1384098 w 7467600"/>
              <a:gd name="connsiteY662" fmla="*/ 2378125 h 6858000"/>
              <a:gd name="connsiteX663" fmla="*/ 1425393 w 7467600"/>
              <a:gd name="connsiteY663" fmla="*/ 2589124 h 6858000"/>
              <a:gd name="connsiteX664" fmla="*/ 1424001 w 7467600"/>
              <a:gd name="connsiteY664" fmla="*/ 2597541 h 6858000"/>
              <a:gd name="connsiteX665" fmla="*/ 2152729 w 7467600"/>
              <a:gd name="connsiteY665" fmla="*/ 2864487 h 6858000"/>
              <a:gd name="connsiteX666" fmla="*/ 2020609 w 7467600"/>
              <a:gd name="connsiteY666" fmla="*/ 2539671 h 6858000"/>
              <a:gd name="connsiteX667" fmla="*/ 2018920 w 7467600"/>
              <a:gd name="connsiteY667" fmla="*/ 2536309 h 6858000"/>
              <a:gd name="connsiteX668" fmla="*/ 1342441 w 7467600"/>
              <a:gd name="connsiteY668" fmla="*/ 1173017 h 6858000"/>
              <a:gd name="connsiteX669" fmla="*/ 1367925 w 7467600"/>
              <a:gd name="connsiteY669" fmla="*/ 1135648 h 6858000"/>
              <a:gd name="connsiteX670" fmla="*/ 1771401 w 7467600"/>
              <a:gd name="connsiteY670" fmla="*/ 1806673 h 6858000"/>
              <a:gd name="connsiteX671" fmla="*/ 1972385 w 7467600"/>
              <a:gd name="connsiteY671" fmla="*/ 2198735 h 6858000"/>
              <a:gd name="connsiteX672" fmla="*/ 2040892 w 7467600"/>
              <a:gd name="connsiteY672" fmla="*/ 2405205 h 6858000"/>
              <a:gd name="connsiteX673" fmla="*/ 2131689 w 7467600"/>
              <a:gd name="connsiteY673" fmla="*/ 1936926 h 6858000"/>
              <a:gd name="connsiteX674" fmla="*/ 2454820 w 7467600"/>
              <a:gd name="connsiteY674" fmla="*/ 1248808 h 6858000"/>
              <a:gd name="connsiteX675" fmla="*/ 2492512 w 7467600"/>
              <a:gd name="connsiteY675" fmla="*/ 1302920 h 6858000"/>
              <a:gd name="connsiteX676" fmla="*/ 2081216 w 7467600"/>
              <a:gd name="connsiteY676" fmla="*/ 2527513 h 6858000"/>
              <a:gd name="connsiteX677" fmla="*/ 2081211 w 7467600"/>
              <a:gd name="connsiteY677" fmla="*/ 2528916 h 6858000"/>
              <a:gd name="connsiteX678" fmla="*/ 2199067 w 7467600"/>
              <a:gd name="connsiteY678" fmla="*/ 2884061 h 6858000"/>
              <a:gd name="connsiteX679" fmla="*/ 3192586 w 7467600"/>
              <a:gd name="connsiteY679" fmla="*/ 3411496 h 6858000"/>
              <a:gd name="connsiteX680" fmla="*/ 3182620 w 7467600"/>
              <a:gd name="connsiteY680" fmla="*/ 3483279 h 6858000"/>
              <a:gd name="connsiteX681" fmla="*/ 2435119 w 7467600"/>
              <a:gd name="connsiteY681" fmla="*/ 3080173 h 6858000"/>
              <a:gd name="connsiteX682" fmla="*/ 2410152 w 7467600"/>
              <a:gd name="connsiteY682" fmla="*/ 3063751 h 6858000"/>
              <a:gd name="connsiteX683" fmla="*/ 2408099 w 7467600"/>
              <a:gd name="connsiteY683" fmla="*/ 3064403 h 6858000"/>
              <a:gd name="connsiteX684" fmla="*/ 2407218 w 7467600"/>
              <a:gd name="connsiteY684" fmla="*/ 3070324 h 6858000"/>
              <a:gd name="connsiteX685" fmla="*/ 2380138 w 7467600"/>
              <a:gd name="connsiteY685" fmla="*/ 3099341 h 6858000"/>
              <a:gd name="connsiteX686" fmla="*/ 1765923 w 7467600"/>
              <a:gd name="connsiteY686" fmla="*/ 3581043 h 6858000"/>
              <a:gd name="connsiteX687" fmla="*/ 1702258 w 7467600"/>
              <a:gd name="connsiteY687" fmla="*/ 3612286 h 6858000"/>
              <a:gd name="connsiteX688" fmla="*/ 1538370 w 7467600"/>
              <a:gd name="connsiteY688" fmla="*/ 3811804 h 6858000"/>
              <a:gd name="connsiteX689" fmla="*/ 542867 w 7467600"/>
              <a:gd name="connsiteY689" fmla="*/ 4944092 h 6858000"/>
              <a:gd name="connsiteX690" fmla="*/ 515800 w 7467600"/>
              <a:gd name="connsiteY690" fmla="*/ 4862180 h 6858000"/>
              <a:gd name="connsiteX691" fmla="*/ 909145 w 7467600"/>
              <a:gd name="connsiteY691" fmla="*/ 4199225 h 6858000"/>
              <a:gd name="connsiteX692" fmla="*/ 1214067 w 7467600"/>
              <a:gd name="connsiteY692" fmla="*/ 3908561 h 6858000"/>
              <a:gd name="connsiteX693" fmla="*/ 640967 w 7467600"/>
              <a:gd name="connsiteY693" fmla="*/ 4105601 h 6858000"/>
              <a:gd name="connsiteX694" fmla="*/ 112563 w 7467600"/>
              <a:gd name="connsiteY694" fmla="*/ 4396952 h 6858000"/>
              <a:gd name="connsiteX695" fmla="*/ 0 w 7467600"/>
              <a:gd name="connsiteY695" fmla="*/ 4466006 h 6858000"/>
              <a:gd name="connsiteX696" fmla="*/ 0 w 7467600"/>
              <a:gd name="connsiteY696" fmla="*/ 4233763 h 6858000"/>
              <a:gd name="connsiteX697" fmla="*/ 36881 w 7467600"/>
              <a:gd name="connsiteY697" fmla="*/ 4200118 h 6858000"/>
              <a:gd name="connsiteX698" fmla="*/ 910534 w 7467600"/>
              <a:gd name="connsiteY698" fmla="*/ 3629753 h 6858000"/>
              <a:gd name="connsiteX699" fmla="*/ 1578717 w 7467600"/>
              <a:gd name="connsiteY699" fmla="*/ 3575982 h 6858000"/>
              <a:gd name="connsiteX700" fmla="*/ 2338780 w 7467600"/>
              <a:gd name="connsiteY700" fmla="*/ 3033725 h 6858000"/>
              <a:gd name="connsiteX701" fmla="*/ 1807991 w 7467600"/>
              <a:gd name="connsiteY701" fmla="*/ 2807184 h 6858000"/>
              <a:gd name="connsiteX702" fmla="*/ 1416358 w 7467600"/>
              <a:gd name="connsiteY702" fmla="*/ 3112571 h 6858000"/>
              <a:gd name="connsiteX703" fmla="*/ 939066 w 7467600"/>
              <a:gd name="connsiteY703" fmla="*/ 3378798 h 6858000"/>
              <a:gd name="connsiteX704" fmla="*/ 115099 w 7467600"/>
              <a:gd name="connsiteY704" fmla="*/ 3607650 h 6858000"/>
              <a:gd name="connsiteX705" fmla="*/ 97284 w 7467600"/>
              <a:gd name="connsiteY705" fmla="*/ 3520393 h 6858000"/>
              <a:gd name="connsiteX706" fmla="*/ 922050 w 7467600"/>
              <a:gd name="connsiteY706" fmla="*/ 3074867 h 6858000"/>
              <a:gd name="connsiteX707" fmla="*/ 1405265 w 7467600"/>
              <a:gd name="connsiteY707" fmla="*/ 3016319 h 6858000"/>
              <a:gd name="connsiteX708" fmla="*/ 1407512 w 7467600"/>
              <a:gd name="connsiteY708" fmla="*/ 3018001 h 6858000"/>
              <a:gd name="connsiteX709" fmla="*/ 1726266 w 7467600"/>
              <a:gd name="connsiteY709" fmla="*/ 2777274 h 6858000"/>
              <a:gd name="connsiteX710" fmla="*/ 625390 w 7467600"/>
              <a:gd name="connsiteY710" fmla="*/ 2514541 h 6858000"/>
              <a:gd name="connsiteX711" fmla="*/ 619799 w 7467600"/>
              <a:gd name="connsiteY711" fmla="*/ 2527180 h 6858000"/>
              <a:gd name="connsiteX712" fmla="*/ 310030 w 7467600"/>
              <a:gd name="connsiteY712" fmla="*/ 2771818 h 6858000"/>
              <a:gd name="connsiteX713" fmla="*/ 173877 w 7467600"/>
              <a:gd name="connsiteY713" fmla="*/ 2937056 h 6858000"/>
              <a:gd name="connsiteX714" fmla="*/ 77889 w 7467600"/>
              <a:gd name="connsiteY714" fmla="*/ 3138440 h 6858000"/>
              <a:gd name="connsiteX715" fmla="*/ 0 w 7467600"/>
              <a:gd name="connsiteY715" fmla="*/ 3271395 h 6858000"/>
              <a:gd name="connsiteX716" fmla="*/ 0 w 7467600"/>
              <a:gd name="connsiteY716" fmla="*/ 3153002 h 6858000"/>
              <a:gd name="connsiteX717" fmla="*/ 2386 w 7467600"/>
              <a:gd name="connsiteY717" fmla="*/ 3149203 h 6858000"/>
              <a:gd name="connsiteX718" fmla="*/ 89753 w 7467600"/>
              <a:gd name="connsiteY718" fmla="*/ 2987702 h 6858000"/>
              <a:gd name="connsiteX719" fmla="*/ 76869 w 7467600"/>
              <a:gd name="connsiteY719" fmla="*/ 3005404 h 6858000"/>
              <a:gd name="connsiteX720" fmla="*/ 32049 w 7467600"/>
              <a:gd name="connsiteY720" fmla="*/ 3065814 h 6858000"/>
              <a:gd name="connsiteX721" fmla="*/ 0 w 7467600"/>
              <a:gd name="connsiteY721" fmla="*/ 3108744 h 6858000"/>
              <a:gd name="connsiteX722" fmla="*/ 0 w 7467600"/>
              <a:gd name="connsiteY722" fmla="*/ 3058059 h 6858000"/>
              <a:gd name="connsiteX723" fmla="*/ 7610 w 7467600"/>
              <a:gd name="connsiteY723" fmla="*/ 3047889 h 6858000"/>
              <a:gd name="connsiteX724" fmla="*/ 52419 w 7467600"/>
              <a:gd name="connsiteY724" fmla="*/ 2987479 h 6858000"/>
              <a:gd name="connsiteX725" fmla="*/ 59142 w 7467600"/>
              <a:gd name="connsiteY725" fmla="*/ 2978488 h 6858000"/>
              <a:gd name="connsiteX726" fmla="*/ 0 w 7467600"/>
              <a:gd name="connsiteY726" fmla="*/ 3015334 h 6858000"/>
              <a:gd name="connsiteX727" fmla="*/ 0 w 7467600"/>
              <a:gd name="connsiteY727" fmla="*/ 2914286 h 6858000"/>
              <a:gd name="connsiteX728" fmla="*/ 36383 w 7467600"/>
              <a:gd name="connsiteY728" fmla="*/ 2901128 h 6858000"/>
              <a:gd name="connsiteX729" fmla="*/ 156329 w 7467600"/>
              <a:gd name="connsiteY729" fmla="*/ 2840533 h 6858000"/>
              <a:gd name="connsiteX730" fmla="*/ 358355 w 7467600"/>
              <a:gd name="connsiteY730" fmla="*/ 2620471 h 6858000"/>
              <a:gd name="connsiteX731" fmla="*/ 510577 w 7467600"/>
              <a:gd name="connsiteY731" fmla="*/ 2501244 h 6858000"/>
              <a:gd name="connsiteX732" fmla="*/ 211967 w 7467600"/>
              <a:gd name="connsiteY732" fmla="*/ 2479171 h 6858000"/>
              <a:gd name="connsiteX733" fmla="*/ 0 w 7467600"/>
              <a:gd name="connsiteY733" fmla="*/ 2476398 h 6858000"/>
              <a:gd name="connsiteX734" fmla="*/ 0 w 7467600"/>
              <a:gd name="connsiteY734" fmla="*/ 2389189 h 6858000"/>
              <a:gd name="connsiteX735" fmla="*/ 103062 w 7467600"/>
              <a:gd name="connsiteY735" fmla="*/ 2389518 h 6858000"/>
              <a:gd name="connsiteX736" fmla="*/ 510734 w 7467600"/>
              <a:gd name="connsiteY736" fmla="*/ 2416201 h 6858000"/>
              <a:gd name="connsiteX737" fmla="*/ 279257 w 7467600"/>
              <a:gd name="connsiteY737" fmla="*/ 2092102 h 6858000"/>
              <a:gd name="connsiteX738" fmla="*/ 65265 w 7467600"/>
              <a:gd name="connsiteY738" fmla="*/ 2006049 h 6858000"/>
              <a:gd name="connsiteX739" fmla="*/ 0 w 7467600"/>
              <a:gd name="connsiteY739" fmla="*/ 1982532 h 6858000"/>
              <a:gd name="connsiteX740" fmla="*/ 0 w 7467600"/>
              <a:gd name="connsiteY740" fmla="*/ 1912789 h 6858000"/>
              <a:gd name="connsiteX741" fmla="*/ 97460 w 7467600"/>
              <a:gd name="connsiteY741" fmla="*/ 1953725 h 6858000"/>
              <a:gd name="connsiteX742" fmla="*/ 221272 w 7467600"/>
              <a:gd name="connsiteY742" fmla="*/ 1980766 h 6858000"/>
              <a:gd name="connsiteX743" fmla="*/ 116765 w 7467600"/>
              <a:gd name="connsiteY743" fmla="*/ 1911033 h 6858000"/>
              <a:gd name="connsiteX744" fmla="*/ 16405 w 7467600"/>
              <a:gd name="connsiteY744" fmla="*/ 1803412 h 6858000"/>
              <a:gd name="connsiteX745" fmla="*/ 0 w 7467600"/>
              <a:gd name="connsiteY745" fmla="*/ 1784777 h 6858000"/>
              <a:gd name="connsiteX746" fmla="*/ 0 w 7467600"/>
              <a:gd name="connsiteY746" fmla="*/ 1740082 h 6858000"/>
              <a:gd name="connsiteX747" fmla="*/ 39394 w 7467600"/>
              <a:gd name="connsiteY747" fmla="*/ 1784856 h 6858000"/>
              <a:gd name="connsiteX748" fmla="*/ 135813 w 7467600"/>
              <a:gd name="connsiteY748" fmla="*/ 1888838 h 6858000"/>
              <a:gd name="connsiteX749" fmla="*/ 242575 w 7467600"/>
              <a:gd name="connsiteY749" fmla="*/ 1958841 h 6858000"/>
              <a:gd name="connsiteX750" fmla="*/ 82197 w 7467600"/>
              <a:gd name="connsiteY750" fmla="*/ 1754826 h 6858000"/>
              <a:gd name="connsiteX751" fmla="*/ 0 w 7467600"/>
              <a:gd name="connsiteY751" fmla="*/ 1679650 h 6858000"/>
              <a:gd name="connsiteX752" fmla="*/ 0 w 7467600"/>
              <a:gd name="connsiteY752" fmla="*/ 1602463 h 6858000"/>
              <a:gd name="connsiteX753" fmla="*/ 84689 w 7467600"/>
              <a:gd name="connsiteY753" fmla="*/ 1677442 h 6858000"/>
              <a:gd name="connsiteX754" fmla="*/ 298437 w 7467600"/>
              <a:gd name="connsiteY754" fmla="*/ 1968019 h 6858000"/>
              <a:gd name="connsiteX755" fmla="*/ 227269 w 7467600"/>
              <a:gd name="connsiteY755" fmla="*/ 1114064 h 6858000"/>
              <a:gd name="connsiteX756" fmla="*/ 248003 w 7467600"/>
              <a:gd name="connsiteY756" fmla="*/ 1089613 h 6858000"/>
              <a:gd name="connsiteX757" fmla="*/ 427020 w 7467600"/>
              <a:gd name="connsiteY757" fmla="*/ 1619803 h 6858000"/>
              <a:gd name="connsiteX758" fmla="*/ 340345 w 7467600"/>
              <a:gd name="connsiteY758" fmla="*/ 2027739 h 6858000"/>
              <a:gd name="connsiteX759" fmla="*/ 360865 w 7467600"/>
              <a:gd name="connsiteY759" fmla="*/ 2044827 h 6858000"/>
              <a:gd name="connsiteX760" fmla="*/ 560414 w 7467600"/>
              <a:gd name="connsiteY760" fmla="*/ 2421457 h 6858000"/>
              <a:gd name="connsiteX761" fmla="*/ 1359703 w 7467600"/>
              <a:gd name="connsiteY761" fmla="*/ 2578554 h 6858000"/>
              <a:gd name="connsiteX762" fmla="*/ 1359422 w 7467600"/>
              <a:gd name="connsiteY762" fmla="*/ 2577994 h 6858000"/>
              <a:gd name="connsiteX763" fmla="*/ 828701 w 7467600"/>
              <a:gd name="connsiteY763" fmla="*/ 1839520 h 6858000"/>
              <a:gd name="connsiteX764" fmla="*/ 494427 w 7467600"/>
              <a:gd name="connsiteY764" fmla="*/ 1092333 h 6858000"/>
              <a:gd name="connsiteX765" fmla="*/ 506322 w 7467600"/>
              <a:gd name="connsiteY765" fmla="*/ 1020997 h 6858000"/>
              <a:gd name="connsiteX766" fmla="*/ 4570198 w 7467600"/>
              <a:gd name="connsiteY766" fmla="*/ 978081 h 6858000"/>
              <a:gd name="connsiteX767" fmla="*/ 4523691 w 7467600"/>
              <a:gd name="connsiteY767" fmla="*/ 1127776 h 6858000"/>
              <a:gd name="connsiteX768" fmla="*/ 4509875 w 7467600"/>
              <a:gd name="connsiteY768" fmla="*/ 1167552 h 6858000"/>
              <a:gd name="connsiteX769" fmla="*/ 4478168 w 7467600"/>
              <a:gd name="connsiteY769" fmla="*/ 1260735 h 6858000"/>
              <a:gd name="connsiteX770" fmla="*/ 4409309 w 7467600"/>
              <a:gd name="connsiteY770" fmla="*/ 1666996 h 6858000"/>
              <a:gd name="connsiteX771" fmla="*/ 4370031 w 7467600"/>
              <a:gd name="connsiteY771" fmla="*/ 1955666 h 6858000"/>
              <a:gd name="connsiteX772" fmla="*/ 4570198 w 7467600"/>
              <a:gd name="connsiteY772" fmla="*/ 978081 h 6858000"/>
              <a:gd name="connsiteX773" fmla="*/ 4557898 w 7467600"/>
              <a:gd name="connsiteY773" fmla="*/ 900011 h 6858000"/>
              <a:gd name="connsiteX774" fmla="*/ 4344840 w 7467600"/>
              <a:gd name="connsiteY774" fmla="*/ 1922038 h 6858000"/>
              <a:gd name="connsiteX775" fmla="*/ 4378710 w 7467600"/>
              <a:gd name="connsiteY775" fmla="*/ 1665516 h 6858000"/>
              <a:gd name="connsiteX776" fmla="*/ 4448798 w 7467600"/>
              <a:gd name="connsiteY776" fmla="*/ 1253024 h 6858000"/>
              <a:gd name="connsiteX777" fmla="*/ 4480315 w 7467600"/>
              <a:gd name="connsiteY777" fmla="*/ 1158454 h 6858000"/>
              <a:gd name="connsiteX778" fmla="*/ 4494133 w 7467600"/>
              <a:gd name="connsiteY778" fmla="*/ 1118676 h 6858000"/>
              <a:gd name="connsiteX779" fmla="*/ 4557898 w 7467600"/>
              <a:gd name="connsiteY779" fmla="*/ 900011 h 6858000"/>
              <a:gd name="connsiteX780" fmla="*/ 5870151 w 7467600"/>
              <a:gd name="connsiteY780" fmla="*/ 898890 h 6858000"/>
              <a:gd name="connsiteX781" fmla="*/ 5861335 w 7467600"/>
              <a:gd name="connsiteY781" fmla="*/ 899177 h 6858000"/>
              <a:gd name="connsiteX782" fmla="*/ 5843702 w 7467600"/>
              <a:gd name="connsiteY782" fmla="*/ 899748 h 6858000"/>
              <a:gd name="connsiteX783" fmla="*/ 5651107 w 7467600"/>
              <a:gd name="connsiteY783" fmla="*/ 920306 h 6858000"/>
              <a:gd name="connsiteX784" fmla="*/ 5459407 w 7467600"/>
              <a:gd name="connsiteY784" fmla="*/ 940975 h 6858000"/>
              <a:gd name="connsiteX785" fmla="*/ 5374846 w 7467600"/>
              <a:gd name="connsiteY785" fmla="*/ 941988 h 6858000"/>
              <a:gd name="connsiteX786" fmla="*/ 5256105 w 7467600"/>
              <a:gd name="connsiteY786" fmla="*/ 945632 h 6858000"/>
              <a:gd name="connsiteX787" fmla="*/ 5107071 w 7467600"/>
              <a:gd name="connsiteY787" fmla="*/ 969720 h 6858000"/>
              <a:gd name="connsiteX788" fmla="*/ 4998681 w 7467600"/>
              <a:gd name="connsiteY788" fmla="*/ 988771 h 6858000"/>
              <a:gd name="connsiteX789" fmla="*/ 5870151 w 7467600"/>
              <a:gd name="connsiteY789" fmla="*/ 898890 h 6858000"/>
              <a:gd name="connsiteX790" fmla="*/ 5504425 w 7467600"/>
              <a:gd name="connsiteY790" fmla="*/ 848067 h 6858000"/>
              <a:gd name="connsiteX791" fmla="*/ 4968849 w 7467600"/>
              <a:gd name="connsiteY791" fmla="*/ 962318 h 6858000"/>
              <a:gd name="connsiteX792" fmla="*/ 5104039 w 7467600"/>
              <a:gd name="connsiteY792" fmla="*/ 940634 h 6858000"/>
              <a:gd name="connsiteX793" fmla="*/ 5256311 w 7467600"/>
              <a:gd name="connsiteY793" fmla="*/ 916490 h 6858000"/>
              <a:gd name="connsiteX794" fmla="*/ 5377381 w 7467600"/>
              <a:gd name="connsiteY794" fmla="*/ 912671 h 6858000"/>
              <a:gd name="connsiteX795" fmla="*/ 5460148 w 7467600"/>
              <a:gd name="connsiteY795" fmla="*/ 911442 h 6858000"/>
              <a:gd name="connsiteX796" fmla="*/ 5648971 w 7467600"/>
              <a:gd name="connsiteY796" fmla="*/ 891331 h 6858000"/>
              <a:gd name="connsiteX797" fmla="*/ 5844807 w 7467600"/>
              <a:gd name="connsiteY797" fmla="*/ 870718 h 6858000"/>
              <a:gd name="connsiteX798" fmla="*/ 5862975 w 7467600"/>
              <a:gd name="connsiteY798" fmla="*/ 869756 h 6858000"/>
              <a:gd name="connsiteX799" fmla="*/ 5920887 w 7467600"/>
              <a:gd name="connsiteY799" fmla="*/ 865929 h 6858000"/>
              <a:gd name="connsiteX800" fmla="*/ 5504425 w 7467600"/>
              <a:gd name="connsiteY800" fmla="*/ 848067 h 6858000"/>
              <a:gd name="connsiteX801" fmla="*/ 3607114 w 7467600"/>
              <a:gd name="connsiteY801" fmla="*/ 467441 h 6858000"/>
              <a:gd name="connsiteX802" fmla="*/ 3296242 w 7467600"/>
              <a:gd name="connsiteY802" fmla="*/ 807991 h 6858000"/>
              <a:gd name="connsiteX803" fmla="*/ 3174674 w 7467600"/>
              <a:gd name="connsiteY803" fmla="*/ 919759 h 6858000"/>
              <a:gd name="connsiteX804" fmla="*/ 3042978 w 7467600"/>
              <a:gd name="connsiteY804" fmla="*/ 1054894 h 6858000"/>
              <a:gd name="connsiteX805" fmla="*/ 2968914 w 7467600"/>
              <a:gd name="connsiteY805" fmla="*/ 1133756 h 6858000"/>
              <a:gd name="connsiteX806" fmla="*/ 3103823 w 7467600"/>
              <a:gd name="connsiteY806" fmla="*/ 1026814 h 6858000"/>
              <a:gd name="connsiteX807" fmla="*/ 3607114 w 7467600"/>
              <a:gd name="connsiteY807" fmla="*/ 467441 h 6858000"/>
              <a:gd name="connsiteX808" fmla="*/ 3744487 w 7467600"/>
              <a:gd name="connsiteY808" fmla="*/ 383136 h 6858000"/>
              <a:gd name="connsiteX809" fmla="*/ 3970213 w 7467600"/>
              <a:gd name="connsiteY809" fmla="*/ 995559 h 6858000"/>
              <a:gd name="connsiteX810" fmla="*/ 3744487 w 7467600"/>
              <a:gd name="connsiteY810" fmla="*/ 383136 h 6858000"/>
              <a:gd name="connsiteX811" fmla="*/ 3624562 w 7467600"/>
              <a:gd name="connsiteY811" fmla="*/ 367041 h 6858000"/>
              <a:gd name="connsiteX812" fmla="*/ 3489712 w 7467600"/>
              <a:gd name="connsiteY812" fmla="*/ 485386 h 6858000"/>
              <a:gd name="connsiteX813" fmla="*/ 3182994 w 7467600"/>
              <a:gd name="connsiteY813" fmla="*/ 828265 h 6858000"/>
              <a:gd name="connsiteX814" fmla="*/ 2892114 w 7467600"/>
              <a:gd name="connsiteY814" fmla="*/ 1172635 h 6858000"/>
              <a:gd name="connsiteX815" fmla="*/ 3021459 w 7467600"/>
              <a:gd name="connsiteY815" fmla="*/ 1035385 h 6858000"/>
              <a:gd name="connsiteX816" fmla="*/ 3153873 w 7467600"/>
              <a:gd name="connsiteY816" fmla="*/ 898971 h 6858000"/>
              <a:gd name="connsiteX817" fmla="*/ 3276511 w 7467600"/>
              <a:gd name="connsiteY817" fmla="*/ 786423 h 6858000"/>
              <a:gd name="connsiteX818" fmla="*/ 3584154 w 7467600"/>
              <a:gd name="connsiteY818" fmla="*/ 448218 h 6858000"/>
              <a:gd name="connsiteX819" fmla="*/ 3624562 w 7467600"/>
              <a:gd name="connsiteY819" fmla="*/ 367041 h 6858000"/>
              <a:gd name="connsiteX820" fmla="*/ 3766672 w 7467600"/>
              <a:gd name="connsiteY820" fmla="*/ 359429 h 6858000"/>
              <a:gd name="connsiteX821" fmla="*/ 3996338 w 7467600"/>
              <a:gd name="connsiteY821" fmla="*/ 968237 h 6858000"/>
              <a:gd name="connsiteX822" fmla="*/ 3766672 w 7467600"/>
              <a:gd name="connsiteY822" fmla="*/ 359429 h 6858000"/>
              <a:gd name="connsiteX823" fmla="*/ 5805386 w 7467600"/>
              <a:gd name="connsiteY823" fmla="*/ 239240 h 6858000"/>
              <a:gd name="connsiteX824" fmla="*/ 5736947 w 7467600"/>
              <a:gd name="connsiteY824" fmla="*/ 261367 h 6858000"/>
              <a:gd name="connsiteX825" fmla="*/ 5427012 w 7467600"/>
              <a:gd name="connsiteY825" fmla="*/ 311272 h 6858000"/>
              <a:gd name="connsiteX826" fmla="*/ 5147818 w 7467600"/>
              <a:gd name="connsiteY826" fmla="*/ 322112 h 6858000"/>
              <a:gd name="connsiteX827" fmla="*/ 5060854 w 7467600"/>
              <a:gd name="connsiteY827" fmla="*/ 311882 h 6858000"/>
              <a:gd name="connsiteX828" fmla="*/ 4945989 w 7467600"/>
              <a:gd name="connsiteY828" fmla="*/ 300516 h 6858000"/>
              <a:gd name="connsiteX829" fmla="*/ 5410479 w 7467600"/>
              <a:gd name="connsiteY829" fmla="*/ 348434 h 6858000"/>
              <a:gd name="connsiteX830" fmla="*/ 5805386 w 7467600"/>
              <a:gd name="connsiteY830" fmla="*/ 239240 h 6858000"/>
              <a:gd name="connsiteX831" fmla="*/ 5905192 w 7467600"/>
              <a:gd name="connsiteY831" fmla="*/ 163079 h 6858000"/>
              <a:gd name="connsiteX832" fmla="*/ 5865655 w 7467600"/>
              <a:gd name="connsiteY832" fmla="*/ 171901 h 6858000"/>
              <a:gd name="connsiteX833" fmla="*/ 5259740 w 7467600"/>
              <a:gd name="connsiteY833" fmla="*/ 257013 h 6858000"/>
              <a:gd name="connsiteX834" fmla="*/ 5208466 w 7467600"/>
              <a:gd name="connsiteY834" fmla="*/ 257550 h 6858000"/>
              <a:gd name="connsiteX835" fmla="*/ 4980204 w 7467600"/>
              <a:gd name="connsiteY835" fmla="*/ 271903 h 6858000"/>
              <a:gd name="connsiteX836" fmla="*/ 5068068 w 7467600"/>
              <a:gd name="connsiteY836" fmla="*/ 282244 h 6858000"/>
              <a:gd name="connsiteX837" fmla="*/ 5153231 w 7467600"/>
              <a:gd name="connsiteY837" fmla="*/ 292240 h 6858000"/>
              <a:gd name="connsiteX838" fmla="*/ 5426491 w 7467600"/>
              <a:gd name="connsiteY838" fmla="*/ 281128 h 6858000"/>
              <a:gd name="connsiteX839" fmla="*/ 5731212 w 7467600"/>
              <a:gd name="connsiteY839" fmla="*/ 231951 h 6858000"/>
              <a:gd name="connsiteX840" fmla="*/ 5905192 w 7467600"/>
              <a:gd name="connsiteY840" fmla="*/ 163079 h 6858000"/>
              <a:gd name="connsiteX841" fmla="*/ 5944437 w 7467600"/>
              <a:gd name="connsiteY841" fmla="*/ 113829 h 6858000"/>
              <a:gd name="connsiteX842" fmla="*/ 5825032 w 7467600"/>
              <a:gd name="connsiteY842" fmla="*/ 146405 h 6858000"/>
              <a:gd name="connsiteX843" fmla="*/ 4955599 w 7467600"/>
              <a:gd name="connsiteY843" fmla="*/ 247008 h 6858000"/>
              <a:gd name="connsiteX844" fmla="*/ 5210104 w 7467600"/>
              <a:gd name="connsiteY844" fmla="*/ 228123 h 6858000"/>
              <a:gd name="connsiteX845" fmla="*/ 5261015 w 7467600"/>
              <a:gd name="connsiteY845" fmla="*/ 227087 h 6858000"/>
              <a:gd name="connsiteX846" fmla="*/ 5861181 w 7467600"/>
              <a:gd name="connsiteY846" fmla="*/ 143093 h 6858000"/>
              <a:gd name="connsiteX847" fmla="*/ 5961252 w 7467600"/>
              <a:gd name="connsiteY847" fmla="*/ 114820 h 6858000"/>
              <a:gd name="connsiteX848" fmla="*/ 5944437 w 7467600"/>
              <a:gd name="connsiteY848" fmla="*/ 113829 h 6858000"/>
              <a:gd name="connsiteX849" fmla="*/ 3882765 w 7467600"/>
              <a:gd name="connsiteY849" fmla="*/ 0 h 6858000"/>
              <a:gd name="connsiteX850" fmla="*/ 3995099 w 7467600"/>
              <a:gd name="connsiteY850" fmla="*/ 0 h 6858000"/>
              <a:gd name="connsiteX851" fmla="*/ 4163818 w 7467600"/>
              <a:gd name="connsiteY851" fmla="*/ 234104 h 6858000"/>
              <a:gd name="connsiteX852" fmla="*/ 4172099 w 7467600"/>
              <a:gd name="connsiteY852" fmla="*/ 234207 h 6858000"/>
              <a:gd name="connsiteX853" fmla="*/ 4784282 w 7467600"/>
              <a:gd name="connsiteY853" fmla="*/ 276561 h 6858000"/>
              <a:gd name="connsiteX854" fmla="*/ 4801687 w 7467600"/>
              <a:gd name="connsiteY854" fmla="*/ 267764 h 6858000"/>
              <a:gd name="connsiteX855" fmla="*/ 6082788 w 7467600"/>
              <a:gd name="connsiteY855" fmla="*/ 64119 h 6858000"/>
              <a:gd name="connsiteX856" fmla="*/ 6099442 w 7467600"/>
              <a:gd name="connsiteY856" fmla="*/ 82568 h 6858000"/>
              <a:gd name="connsiteX857" fmla="*/ 4804137 w 7467600"/>
              <a:gd name="connsiteY857" fmla="*/ 320931 h 6858000"/>
              <a:gd name="connsiteX858" fmla="*/ 4227047 w 7467600"/>
              <a:gd name="connsiteY858" fmla="*/ 313415 h 6858000"/>
              <a:gd name="connsiteX859" fmla="*/ 4346041 w 7467600"/>
              <a:gd name="connsiteY859" fmla="*/ 456086 h 6858000"/>
              <a:gd name="connsiteX860" fmla="*/ 4870967 w 7467600"/>
              <a:gd name="connsiteY860" fmla="*/ 963061 h 6858000"/>
              <a:gd name="connsiteX861" fmla="*/ 4889647 w 7467600"/>
              <a:gd name="connsiteY861" fmla="*/ 957147 h 6858000"/>
              <a:gd name="connsiteX862" fmla="*/ 5422504 w 7467600"/>
              <a:gd name="connsiteY862" fmla="*/ 805191 h 6858000"/>
              <a:gd name="connsiteX863" fmla="*/ 6087656 w 7467600"/>
              <a:gd name="connsiteY863" fmla="*/ 826703 h 6858000"/>
              <a:gd name="connsiteX864" fmla="*/ 6058717 w 7467600"/>
              <a:gd name="connsiteY864" fmla="*/ 865992 h 6858000"/>
              <a:gd name="connsiteX865" fmla="*/ 4974153 w 7467600"/>
              <a:gd name="connsiteY865" fmla="*/ 1045456 h 6858000"/>
              <a:gd name="connsiteX866" fmla="*/ 5627835 w 7467600"/>
              <a:gd name="connsiteY866" fmla="*/ 1472077 h 6858000"/>
              <a:gd name="connsiteX867" fmla="*/ 5629817 w 7467600"/>
              <a:gd name="connsiteY867" fmla="*/ 1471412 h 6858000"/>
              <a:gd name="connsiteX868" fmla="*/ 5634124 w 7467600"/>
              <a:gd name="connsiteY868" fmla="*/ 1470572 h 6858000"/>
              <a:gd name="connsiteX869" fmla="*/ 5755832 w 7467600"/>
              <a:gd name="connsiteY869" fmla="*/ 1383886 h 6858000"/>
              <a:gd name="connsiteX870" fmla="*/ 6014186 w 7467600"/>
              <a:gd name="connsiteY870" fmla="*/ 1279799 h 6858000"/>
              <a:gd name="connsiteX871" fmla="*/ 6901619 w 7467600"/>
              <a:gd name="connsiteY871" fmla="*/ 1047874 h 6858000"/>
              <a:gd name="connsiteX872" fmla="*/ 6931566 w 7467600"/>
              <a:gd name="connsiteY872" fmla="*/ 1062034 h 6858000"/>
              <a:gd name="connsiteX873" fmla="*/ 5790982 w 7467600"/>
              <a:gd name="connsiteY873" fmla="*/ 1561380 h 6858000"/>
              <a:gd name="connsiteX874" fmla="*/ 6188971 w 7467600"/>
              <a:gd name="connsiteY874" fmla="*/ 1755168 h 6858000"/>
              <a:gd name="connsiteX875" fmla="*/ 6202446 w 7467600"/>
              <a:gd name="connsiteY875" fmla="*/ 1752268 h 6858000"/>
              <a:gd name="connsiteX876" fmla="*/ 7179560 w 7467600"/>
              <a:gd name="connsiteY876" fmla="*/ 1467551 h 6858000"/>
              <a:gd name="connsiteX877" fmla="*/ 7158730 w 7467600"/>
              <a:gd name="connsiteY877" fmla="*/ 1507835 h 6858000"/>
              <a:gd name="connsiteX878" fmla="*/ 6326959 w 7467600"/>
              <a:gd name="connsiteY878" fmla="*/ 1817686 h 6858000"/>
              <a:gd name="connsiteX879" fmla="*/ 6537433 w 7467600"/>
              <a:gd name="connsiteY879" fmla="*/ 1907790 h 6858000"/>
              <a:gd name="connsiteX880" fmla="*/ 6550221 w 7467600"/>
              <a:gd name="connsiteY880" fmla="*/ 1910729 h 6858000"/>
              <a:gd name="connsiteX881" fmla="*/ 6964438 w 7467600"/>
              <a:gd name="connsiteY881" fmla="*/ 2209505 h 6858000"/>
              <a:gd name="connsiteX882" fmla="*/ 7367862 w 7467600"/>
              <a:gd name="connsiteY882" fmla="*/ 2806833 h 6858000"/>
              <a:gd name="connsiteX883" fmla="*/ 7364329 w 7467600"/>
              <a:gd name="connsiteY883" fmla="*/ 2826907 h 6858000"/>
              <a:gd name="connsiteX884" fmla="*/ 7290545 w 7467600"/>
              <a:gd name="connsiteY884" fmla="*/ 2850663 h 6858000"/>
              <a:gd name="connsiteX885" fmla="*/ 6472036 w 7467600"/>
              <a:gd name="connsiteY885" fmla="*/ 1959003 h 6858000"/>
              <a:gd name="connsiteX886" fmla="*/ 5792897 w 7467600"/>
              <a:gd name="connsiteY886" fmla="*/ 1647747 h 6858000"/>
              <a:gd name="connsiteX887" fmla="*/ 5842751 w 7467600"/>
              <a:gd name="connsiteY887" fmla="*/ 1816112 h 6858000"/>
              <a:gd name="connsiteX888" fmla="*/ 5847424 w 7467600"/>
              <a:gd name="connsiteY888" fmla="*/ 1815776 h 6858000"/>
              <a:gd name="connsiteX889" fmla="*/ 6399821 w 7467600"/>
              <a:gd name="connsiteY889" fmla="*/ 2344799 h 6858000"/>
              <a:gd name="connsiteX890" fmla="*/ 6323232 w 7467600"/>
              <a:gd name="connsiteY890" fmla="*/ 2389634 h 6858000"/>
              <a:gd name="connsiteX891" fmla="*/ 5942958 w 7467600"/>
              <a:gd name="connsiteY891" fmla="*/ 2077708 h 6858000"/>
              <a:gd name="connsiteX892" fmla="*/ 5921559 w 7467600"/>
              <a:gd name="connsiteY892" fmla="*/ 2378596 h 6858000"/>
              <a:gd name="connsiteX893" fmla="*/ 5817651 w 7467600"/>
              <a:gd name="connsiteY893" fmla="*/ 3023919 h 6858000"/>
              <a:gd name="connsiteX894" fmla="*/ 5729634 w 7467600"/>
              <a:gd name="connsiteY894" fmla="*/ 3051849 h 6858000"/>
              <a:gd name="connsiteX895" fmla="*/ 5611018 w 7467600"/>
              <a:gd name="connsiteY895" fmla="*/ 2316769 h 6858000"/>
              <a:gd name="connsiteX896" fmla="*/ 5687608 w 7467600"/>
              <a:gd name="connsiteY896" fmla="*/ 2039972 h 6858000"/>
              <a:gd name="connsiteX897" fmla="*/ 5657554 w 7467600"/>
              <a:gd name="connsiteY897" fmla="*/ 1576445 h 6858000"/>
              <a:gd name="connsiteX898" fmla="*/ 5150475 w 7467600"/>
              <a:gd name="connsiteY898" fmla="*/ 1274012 h 6858000"/>
              <a:gd name="connsiteX899" fmla="*/ 5349142 w 7467600"/>
              <a:gd name="connsiteY899" fmla="*/ 2204405 h 6858000"/>
              <a:gd name="connsiteX900" fmla="*/ 5262214 w 7467600"/>
              <a:gd name="connsiteY900" fmla="*/ 2233836 h 6858000"/>
              <a:gd name="connsiteX901" fmla="*/ 4981539 w 7467600"/>
              <a:gd name="connsiteY901" fmla="*/ 1542201 h 6858000"/>
              <a:gd name="connsiteX902" fmla="*/ 4958461 w 7467600"/>
              <a:gd name="connsiteY902" fmla="*/ 1136957 h 6858000"/>
              <a:gd name="connsiteX903" fmla="*/ 4655015 w 7467600"/>
              <a:gd name="connsiteY903" fmla="*/ 891426 h 6858000"/>
              <a:gd name="connsiteX904" fmla="*/ 4348002 w 7467600"/>
              <a:gd name="connsiteY904" fmla="*/ 2205895 h 6858000"/>
              <a:gd name="connsiteX905" fmla="*/ 4262250 w 7467600"/>
              <a:gd name="connsiteY905" fmla="*/ 2219972 h 6858000"/>
              <a:gd name="connsiteX906" fmla="*/ 4550611 w 7467600"/>
              <a:gd name="connsiteY906" fmla="*/ 817540 h 6858000"/>
              <a:gd name="connsiteX907" fmla="*/ 4564418 w 7467600"/>
              <a:gd name="connsiteY907" fmla="*/ 808293 h 6858000"/>
              <a:gd name="connsiteX908" fmla="*/ 4266388 w 7467600"/>
              <a:gd name="connsiteY908" fmla="*/ 500083 h 6858000"/>
              <a:gd name="connsiteX909" fmla="*/ 4032842 w 7467600"/>
              <a:gd name="connsiteY909" fmla="*/ 211809 h 6858000"/>
              <a:gd name="connsiteX910" fmla="*/ 3882765 w 7467600"/>
              <a:gd name="connsiteY910" fmla="*/ 0 h 6858000"/>
              <a:gd name="connsiteX911" fmla="*/ 3721337 w 7467600"/>
              <a:gd name="connsiteY911" fmla="*/ 0 h 6858000"/>
              <a:gd name="connsiteX912" fmla="*/ 3797544 w 7467600"/>
              <a:gd name="connsiteY912" fmla="*/ 0 h 6858000"/>
              <a:gd name="connsiteX913" fmla="*/ 3775734 w 7467600"/>
              <a:gd name="connsiteY913" fmla="*/ 95131 h 6858000"/>
              <a:gd name="connsiteX914" fmla="*/ 3724807 w 7467600"/>
              <a:gd name="connsiteY914" fmla="*/ 272257 h 6858000"/>
              <a:gd name="connsiteX915" fmla="*/ 3726844 w 7467600"/>
              <a:gd name="connsiteY915" fmla="*/ 282988 h 6858000"/>
              <a:gd name="connsiteX916" fmla="*/ 3742664 w 7467600"/>
              <a:gd name="connsiteY916" fmla="*/ 279918 h 6858000"/>
              <a:gd name="connsiteX917" fmla="*/ 4103910 w 7467600"/>
              <a:gd name="connsiteY917" fmla="*/ 1161917 h 6858000"/>
              <a:gd name="connsiteX918" fmla="*/ 4020269 w 7467600"/>
              <a:gd name="connsiteY918" fmla="*/ 1200406 h 6858000"/>
              <a:gd name="connsiteX919" fmla="*/ 3674882 w 7467600"/>
              <a:gd name="connsiteY919" fmla="*/ 488524 h 6858000"/>
              <a:gd name="connsiteX920" fmla="*/ 3132682 w 7467600"/>
              <a:gd name="connsiteY920" fmla="*/ 1072284 h 6858000"/>
              <a:gd name="connsiteX921" fmla="*/ 2716346 w 7467600"/>
              <a:gd name="connsiteY921" fmla="*/ 1276376 h 6858000"/>
              <a:gd name="connsiteX922" fmla="*/ 2716772 w 7467600"/>
              <a:gd name="connsiteY922" fmla="*/ 1255462 h 6858000"/>
              <a:gd name="connsiteX923" fmla="*/ 3471096 w 7467600"/>
              <a:gd name="connsiteY923" fmla="*/ 437072 h 6858000"/>
              <a:gd name="connsiteX924" fmla="*/ 3639057 w 7467600"/>
              <a:gd name="connsiteY924" fmla="*/ 286334 h 6858000"/>
              <a:gd name="connsiteX925" fmla="*/ 3640309 w 7467600"/>
              <a:gd name="connsiteY925" fmla="*/ 284664 h 6858000"/>
              <a:gd name="connsiteX926" fmla="*/ 3646022 w 7467600"/>
              <a:gd name="connsiteY926" fmla="*/ 276711 h 6858000"/>
              <a:gd name="connsiteX927" fmla="*/ 3707943 w 7467600"/>
              <a:gd name="connsiteY927" fmla="*/ 65958 h 6858000"/>
              <a:gd name="connsiteX928" fmla="*/ 3721337 w 7467600"/>
              <a:gd name="connsiteY928" fmla="*/ 0 h 6858000"/>
              <a:gd name="connsiteX929" fmla="*/ 2867960 w 7467600"/>
              <a:gd name="connsiteY929" fmla="*/ 0 h 6858000"/>
              <a:gd name="connsiteX930" fmla="*/ 2926351 w 7467600"/>
              <a:gd name="connsiteY930" fmla="*/ 0 h 6858000"/>
              <a:gd name="connsiteX931" fmla="*/ 2902823 w 7467600"/>
              <a:gd name="connsiteY931" fmla="*/ 262929 h 6858000"/>
              <a:gd name="connsiteX932" fmla="*/ 2940663 w 7467600"/>
              <a:gd name="connsiteY932" fmla="*/ 140884 h 6858000"/>
              <a:gd name="connsiteX933" fmla="*/ 2947039 w 7467600"/>
              <a:gd name="connsiteY933" fmla="*/ 122524 h 6858000"/>
              <a:gd name="connsiteX934" fmla="*/ 2984316 w 7467600"/>
              <a:gd name="connsiteY934" fmla="*/ 0 h 6858000"/>
              <a:gd name="connsiteX935" fmla="*/ 3016114 w 7467600"/>
              <a:gd name="connsiteY935" fmla="*/ 0 h 6858000"/>
              <a:gd name="connsiteX936" fmla="*/ 2979949 w 7467600"/>
              <a:gd name="connsiteY936" fmla="*/ 119274 h 6858000"/>
              <a:gd name="connsiteX937" fmla="*/ 3023879 w 7467600"/>
              <a:gd name="connsiteY937" fmla="*/ 0 h 6858000"/>
              <a:gd name="connsiteX938" fmla="*/ 3105400 w 7467600"/>
              <a:gd name="connsiteY938" fmla="*/ 0 h 6858000"/>
              <a:gd name="connsiteX939" fmla="*/ 3094669 w 7467600"/>
              <a:gd name="connsiteY939" fmla="*/ 30308 h 6858000"/>
              <a:gd name="connsiteX940" fmla="*/ 2901945 w 7467600"/>
              <a:gd name="connsiteY940" fmla="*/ 466538 h 6858000"/>
              <a:gd name="connsiteX941" fmla="*/ 2815209 w 7467600"/>
              <a:gd name="connsiteY941" fmla="*/ 497361 h 6858000"/>
              <a:gd name="connsiteX942" fmla="*/ 2844845 w 7467600"/>
              <a:gd name="connsiteY942" fmla="*/ 127638 h 6858000"/>
              <a:gd name="connsiteX943" fmla="*/ 2867960 w 7467600"/>
              <a:gd name="connsiteY943" fmla="*/ 0 h 6858000"/>
              <a:gd name="connsiteX944" fmla="*/ 1057230 w 7467600"/>
              <a:gd name="connsiteY944" fmla="*/ 0 h 6858000"/>
              <a:gd name="connsiteX945" fmla="*/ 1111003 w 7467600"/>
              <a:gd name="connsiteY945" fmla="*/ 0 h 6858000"/>
              <a:gd name="connsiteX946" fmla="*/ 1125553 w 7467600"/>
              <a:gd name="connsiteY946" fmla="*/ 52588 h 6858000"/>
              <a:gd name="connsiteX947" fmla="*/ 1304276 w 7467600"/>
              <a:gd name="connsiteY947" fmla="*/ 476275 h 6858000"/>
              <a:gd name="connsiteX948" fmla="*/ 1492066 w 7467600"/>
              <a:gd name="connsiteY948" fmla="*/ 886333 h 6858000"/>
              <a:gd name="connsiteX949" fmla="*/ 1423698 w 7467600"/>
              <a:gd name="connsiteY949" fmla="*/ 710817 h 6858000"/>
              <a:gd name="connsiteX950" fmla="*/ 1357609 w 7467600"/>
              <a:gd name="connsiteY950" fmla="*/ 532892 h 6858000"/>
              <a:gd name="connsiteX951" fmla="*/ 1309550 w 7467600"/>
              <a:gd name="connsiteY951" fmla="*/ 374031 h 6858000"/>
              <a:gd name="connsiteX952" fmla="*/ 1193673 w 7467600"/>
              <a:gd name="connsiteY952" fmla="*/ 49533 h 6858000"/>
              <a:gd name="connsiteX953" fmla="*/ 1164391 w 7467600"/>
              <a:gd name="connsiteY953" fmla="*/ 0 h 6858000"/>
              <a:gd name="connsiteX954" fmla="*/ 1200666 w 7467600"/>
              <a:gd name="connsiteY954" fmla="*/ 0 h 6858000"/>
              <a:gd name="connsiteX955" fmla="*/ 1223408 w 7467600"/>
              <a:gd name="connsiteY955" fmla="*/ 38996 h 6858000"/>
              <a:gd name="connsiteX956" fmla="*/ 1339635 w 7467600"/>
              <a:gd name="connsiteY956" fmla="*/ 365517 h 6858000"/>
              <a:gd name="connsiteX957" fmla="*/ 1387469 w 7467600"/>
              <a:gd name="connsiteY957" fmla="*/ 523079 h 6858000"/>
              <a:gd name="connsiteX958" fmla="*/ 1452685 w 7467600"/>
              <a:gd name="connsiteY958" fmla="*/ 699806 h 6858000"/>
              <a:gd name="connsiteX959" fmla="*/ 1492092 w 7467600"/>
              <a:gd name="connsiteY959" fmla="*/ 800424 h 6858000"/>
              <a:gd name="connsiteX960" fmla="*/ 1455302 w 7467600"/>
              <a:gd name="connsiteY960" fmla="*/ 632913 h 6858000"/>
              <a:gd name="connsiteX961" fmla="*/ 1222336 w 7467600"/>
              <a:gd name="connsiteY961" fmla="*/ 9480 h 6858000"/>
              <a:gd name="connsiteX962" fmla="*/ 1214634 w 7467600"/>
              <a:gd name="connsiteY962" fmla="*/ 0 h 6858000"/>
              <a:gd name="connsiteX963" fmla="*/ 1289827 w 7467600"/>
              <a:gd name="connsiteY963" fmla="*/ 0 h 6858000"/>
              <a:gd name="connsiteX964" fmla="*/ 1321076 w 7467600"/>
              <a:gd name="connsiteY964" fmla="*/ 59722 h 6858000"/>
              <a:gd name="connsiteX965" fmla="*/ 1512579 w 7467600"/>
              <a:gd name="connsiteY965" fmla="*/ 626441 h 6858000"/>
              <a:gd name="connsiteX966" fmla="*/ 1506076 w 7467600"/>
              <a:gd name="connsiteY966" fmla="*/ 1089289 h 6858000"/>
              <a:gd name="connsiteX967" fmla="*/ 1486346 w 7467600"/>
              <a:gd name="connsiteY967" fmla="*/ 1079919 h 6858000"/>
              <a:gd name="connsiteX968" fmla="*/ 1070511 w 7467600"/>
              <a:gd name="connsiteY968" fmla="*/ 48609 h 6858000"/>
              <a:gd name="connsiteX969" fmla="*/ 1057230 w 7467600"/>
              <a:gd name="connsiteY969" fmla="*/ 0 h 6858000"/>
              <a:gd name="connsiteX970" fmla="*/ 43151 w 7467600"/>
              <a:gd name="connsiteY970" fmla="*/ 0 h 6858000"/>
              <a:gd name="connsiteX971" fmla="*/ 95283 w 7467600"/>
              <a:gd name="connsiteY971" fmla="*/ 0 h 6858000"/>
              <a:gd name="connsiteX972" fmla="*/ 300708 w 7467600"/>
              <a:gd name="connsiteY972" fmla="*/ 154571 h 6858000"/>
              <a:gd name="connsiteX973" fmla="*/ 530414 w 7467600"/>
              <a:gd name="connsiteY973" fmla="*/ 354673 h 6858000"/>
              <a:gd name="connsiteX974" fmla="*/ 333785 w 7467600"/>
              <a:gd name="connsiteY974" fmla="*/ 161564 h 6858000"/>
              <a:gd name="connsiteX975" fmla="*/ 147005 w 7467600"/>
              <a:gd name="connsiteY975" fmla="*/ 0 h 6858000"/>
              <a:gd name="connsiteX976" fmla="*/ 272509 w 7467600"/>
              <a:gd name="connsiteY976" fmla="*/ 0 h 6858000"/>
              <a:gd name="connsiteX977" fmla="*/ 326276 w 7467600"/>
              <a:gd name="connsiteY977" fmla="*/ 45847 h 6858000"/>
              <a:gd name="connsiteX978" fmla="*/ 823759 w 7467600"/>
              <a:gd name="connsiteY978" fmla="*/ 574145 h 6858000"/>
              <a:gd name="connsiteX979" fmla="*/ 811254 w 7467600"/>
              <a:gd name="connsiteY979" fmla="*/ 665546 h 6858000"/>
              <a:gd name="connsiteX980" fmla="*/ 154042 w 7467600"/>
              <a:gd name="connsiteY980" fmla="*/ 261522 h 6858000"/>
              <a:gd name="connsiteX981" fmla="*/ 13550 w 7467600"/>
              <a:gd name="connsiteY981" fmla="*/ 158423 h 6858000"/>
              <a:gd name="connsiteX982" fmla="*/ 0 w 7467600"/>
              <a:gd name="connsiteY982" fmla="*/ 146618 h 6858000"/>
              <a:gd name="connsiteX983" fmla="*/ 0 w 7467600"/>
              <a:gd name="connsiteY983" fmla="*/ 59161 h 6858000"/>
              <a:gd name="connsiteX984" fmla="*/ 45427 w 7467600"/>
              <a:gd name="connsiteY984" fmla="*/ 101078 h 6858000"/>
              <a:gd name="connsiteX985" fmla="*/ 630103 w 7467600"/>
              <a:gd name="connsiteY985" fmla="*/ 485885 h 6858000"/>
              <a:gd name="connsiteX986" fmla="*/ 532040 w 7467600"/>
              <a:gd name="connsiteY986" fmla="*/ 399359 h 6858000"/>
              <a:gd name="connsiteX987" fmla="*/ 517618 w 7467600"/>
              <a:gd name="connsiteY987" fmla="*/ 385726 h 6858000"/>
              <a:gd name="connsiteX988" fmla="*/ 285074 w 7467600"/>
              <a:gd name="connsiteY988" fmla="*/ 182755 h 6858000"/>
              <a:gd name="connsiteX989" fmla="*/ 43151 w 7467600"/>
              <a:gd name="connsiteY98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312201 w 7467600"/>
              <a:gd name="connsiteY132" fmla="*/ 5128278 h 6858000"/>
              <a:gd name="connsiteX133" fmla="*/ 1903353 w 7467600"/>
              <a:gd name="connsiteY133" fmla="*/ 5044827 h 6858000"/>
              <a:gd name="connsiteX134" fmla="*/ 1936931 w 7467600"/>
              <a:gd name="connsiteY134" fmla="*/ 5093954 h 6858000"/>
              <a:gd name="connsiteX135" fmla="*/ 2195868 w 7467600"/>
              <a:gd name="connsiteY135" fmla="*/ 5396574 h 6858000"/>
              <a:gd name="connsiteX136" fmla="*/ 2088852 w 7467600"/>
              <a:gd name="connsiteY136" fmla="*/ 5166123 h 6858000"/>
              <a:gd name="connsiteX137" fmla="*/ 1958241 w 7467600"/>
              <a:gd name="connsiteY137" fmla="*/ 5067955 h 6858000"/>
              <a:gd name="connsiteX138" fmla="*/ 1903353 w 7467600"/>
              <a:gd name="connsiteY138" fmla="*/ 5044827 h 6858000"/>
              <a:gd name="connsiteX139" fmla="*/ 1979378 w 7467600"/>
              <a:gd name="connsiteY139" fmla="*/ 4769504 h 6858000"/>
              <a:gd name="connsiteX140" fmla="*/ 2882120 w 7467600"/>
              <a:gd name="connsiteY140" fmla="*/ 5064547 h 6858000"/>
              <a:gd name="connsiteX141" fmla="*/ 2793103 w 7467600"/>
              <a:gd name="connsiteY141" fmla="*/ 5039699 h 6858000"/>
              <a:gd name="connsiteX142" fmla="*/ 2770041 w 7467600"/>
              <a:gd name="connsiteY142" fmla="*/ 5033634 h 6858000"/>
              <a:gd name="connsiteX143" fmla="*/ 1979378 w 7467600"/>
              <a:gd name="connsiteY143" fmla="*/ 4769504 h 6858000"/>
              <a:gd name="connsiteX144" fmla="*/ 1927410 w 7467600"/>
              <a:gd name="connsiteY144" fmla="*/ 4716164 h 6858000"/>
              <a:gd name="connsiteX145" fmla="*/ 1959587 w 7467600"/>
              <a:gd name="connsiteY145" fmla="*/ 4728849 h 6858000"/>
              <a:gd name="connsiteX146" fmla="*/ 2777707 w 7467600"/>
              <a:gd name="connsiteY146" fmla="*/ 5003991 h 6858000"/>
              <a:gd name="connsiteX147" fmla="*/ 2800768 w 7467600"/>
              <a:gd name="connsiteY147" fmla="*/ 5010056 h 6858000"/>
              <a:gd name="connsiteX148" fmla="*/ 2879408 w 7467600"/>
              <a:gd name="connsiteY148" fmla="*/ 5031590 h 6858000"/>
              <a:gd name="connsiteX149" fmla="*/ 2862295 w 7467600"/>
              <a:gd name="connsiteY149" fmla="*/ 5022958 h 6858000"/>
              <a:gd name="connsiteX150" fmla="*/ 2813343 w 7467600"/>
              <a:gd name="connsiteY150" fmla="*/ 4998369 h 6858000"/>
              <a:gd name="connsiteX151" fmla="*/ 2646245 w 7467600"/>
              <a:gd name="connsiteY151" fmla="*/ 4930999 h 6858000"/>
              <a:gd name="connsiteX152" fmla="*/ 1999243 w 7467600"/>
              <a:gd name="connsiteY152" fmla="*/ 4730524 h 6858000"/>
              <a:gd name="connsiteX153" fmla="*/ 1979527 w 7467600"/>
              <a:gd name="connsiteY153" fmla="*/ 4726651 h 6858000"/>
              <a:gd name="connsiteX154" fmla="*/ 1927410 w 7467600"/>
              <a:gd name="connsiteY154" fmla="*/ 4716164 h 6858000"/>
              <a:gd name="connsiteX155" fmla="*/ 1997014 w 7467600"/>
              <a:gd name="connsiteY155" fmla="*/ 4698007 h 6858000"/>
              <a:gd name="connsiteX156" fmla="*/ 2005458 w 7467600"/>
              <a:gd name="connsiteY156" fmla="*/ 4699540 h 6858000"/>
              <a:gd name="connsiteX157" fmla="*/ 2657186 w 7467600"/>
              <a:gd name="connsiteY157" fmla="*/ 4901687 h 6858000"/>
              <a:gd name="connsiteX158" fmla="*/ 2826662 w 7467600"/>
              <a:gd name="connsiteY158" fmla="*/ 4970362 h 6858000"/>
              <a:gd name="connsiteX159" fmla="*/ 2876100 w 7467600"/>
              <a:gd name="connsiteY159" fmla="*/ 4995397 h 6858000"/>
              <a:gd name="connsiteX160" fmla="*/ 3042600 w 7467600"/>
              <a:gd name="connsiteY160" fmla="*/ 5059532 h 6858000"/>
              <a:gd name="connsiteX161" fmla="*/ 1997014 w 7467600"/>
              <a:gd name="connsiteY161" fmla="*/ 4698007 h 6858000"/>
              <a:gd name="connsiteX162" fmla="*/ 2305292 w 7467600"/>
              <a:gd name="connsiteY162" fmla="*/ 4219492 h 6858000"/>
              <a:gd name="connsiteX163" fmla="*/ 3360922 w 7467600"/>
              <a:gd name="connsiteY163" fmla="*/ 4529373 h 6858000"/>
              <a:gd name="connsiteX164" fmla="*/ 3492420 w 7467600"/>
              <a:gd name="connsiteY164" fmla="*/ 4510145 h 6858000"/>
              <a:gd name="connsiteX165" fmla="*/ 3364086 w 7467600"/>
              <a:gd name="connsiteY165" fmla="*/ 4480340 h 6858000"/>
              <a:gd name="connsiteX166" fmla="*/ 3225818 w 7467600"/>
              <a:gd name="connsiteY166" fmla="*/ 4411822 h 6858000"/>
              <a:gd name="connsiteX167" fmla="*/ 3129696 w 7467600"/>
              <a:gd name="connsiteY167" fmla="*/ 4360704 h 6858000"/>
              <a:gd name="connsiteX168" fmla="*/ 2814545 w 7467600"/>
              <a:gd name="connsiteY168" fmla="*/ 4282955 h 6858000"/>
              <a:gd name="connsiteX169" fmla="*/ 2305292 w 7467600"/>
              <a:gd name="connsiteY169" fmla="*/ 4219492 h 6858000"/>
              <a:gd name="connsiteX170" fmla="*/ 2626982 w 7467600"/>
              <a:gd name="connsiteY170" fmla="*/ 4206450 h 6858000"/>
              <a:gd name="connsiteX171" fmla="*/ 2490617 w 7467600"/>
              <a:gd name="connsiteY171" fmla="*/ 4206951 h 6858000"/>
              <a:gd name="connsiteX172" fmla="*/ 2819869 w 7467600"/>
              <a:gd name="connsiteY172" fmla="*/ 4252936 h 6858000"/>
              <a:gd name="connsiteX173" fmla="*/ 3143018 w 7467600"/>
              <a:gd name="connsiteY173" fmla="*/ 4332698 h 6858000"/>
              <a:gd name="connsiteX174" fmla="*/ 3241520 w 7467600"/>
              <a:gd name="connsiteY174" fmla="*/ 4385112 h 6858000"/>
              <a:gd name="connsiteX175" fmla="*/ 3374575 w 7467600"/>
              <a:gd name="connsiteY175" fmla="*/ 4451517 h 6858000"/>
              <a:gd name="connsiteX176" fmla="*/ 3505221 w 7467600"/>
              <a:gd name="connsiteY176" fmla="*/ 4480757 h 6858000"/>
              <a:gd name="connsiteX177" fmla="*/ 2626982 w 7467600"/>
              <a:gd name="connsiteY177" fmla="*/ 4206450 h 6858000"/>
              <a:gd name="connsiteX178" fmla="*/ 1310106 w 7467600"/>
              <a:gd name="connsiteY178" fmla="*/ 3943217 h 6858000"/>
              <a:gd name="connsiteX179" fmla="*/ 854994 w 7467600"/>
              <a:gd name="connsiteY179" fmla="*/ 4399136 h 6858000"/>
              <a:gd name="connsiteX180" fmla="*/ 742462 w 7467600"/>
              <a:gd name="connsiteY180" fmla="*/ 4594648 h 6858000"/>
              <a:gd name="connsiteX181" fmla="*/ 820602 w 7467600"/>
              <a:gd name="connsiteY181" fmla="*/ 4485915 h 6858000"/>
              <a:gd name="connsiteX182" fmla="*/ 878295 w 7467600"/>
              <a:gd name="connsiteY182" fmla="*/ 4403594 h 6858000"/>
              <a:gd name="connsiteX183" fmla="*/ 1240607 w 7467600"/>
              <a:gd name="connsiteY183" fmla="*/ 4010401 h 6858000"/>
              <a:gd name="connsiteX184" fmla="*/ 1310106 w 7467600"/>
              <a:gd name="connsiteY184" fmla="*/ 3943217 h 6858000"/>
              <a:gd name="connsiteX185" fmla="*/ 1423113 w 7467600"/>
              <a:gd name="connsiteY185" fmla="*/ 3874565 h 6858000"/>
              <a:gd name="connsiteX186" fmla="*/ 1260565 w 7467600"/>
              <a:gd name="connsiteY186" fmla="*/ 4031982 h 6858000"/>
              <a:gd name="connsiteX187" fmla="*/ 901900 w 7467600"/>
              <a:gd name="connsiteY187" fmla="*/ 4421236 h 6858000"/>
              <a:gd name="connsiteX188" fmla="*/ 845044 w 7467600"/>
              <a:gd name="connsiteY188" fmla="*/ 4502436 h 6858000"/>
              <a:gd name="connsiteX189" fmla="*/ 685926 w 7467600"/>
              <a:gd name="connsiteY189" fmla="*/ 4703069 h 6858000"/>
              <a:gd name="connsiteX190" fmla="*/ 684248 w 7467600"/>
              <a:gd name="connsiteY190" fmla="*/ 4706721 h 6858000"/>
              <a:gd name="connsiteX191" fmla="*/ 1423113 w 7467600"/>
              <a:gd name="connsiteY191" fmla="*/ 3874565 h 6858000"/>
              <a:gd name="connsiteX192" fmla="*/ 3316479 w 7467600"/>
              <a:gd name="connsiteY192" fmla="*/ 3872136 h 6858000"/>
              <a:gd name="connsiteX193" fmla="*/ 3546806 w 7467600"/>
              <a:gd name="connsiteY193" fmla="*/ 4356139 h 6858000"/>
              <a:gd name="connsiteX194" fmla="*/ 3364433 w 7467600"/>
              <a:gd name="connsiteY194" fmla="*/ 3953121 h 6858000"/>
              <a:gd name="connsiteX195" fmla="*/ 3316479 w 7467600"/>
              <a:gd name="connsiteY195" fmla="*/ 3872136 h 6858000"/>
              <a:gd name="connsiteX196" fmla="*/ 3291335 w 7467600"/>
              <a:gd name="connsiteY196" fmla="*/ 3767420 h 6858000"/>
              <a:gd name="connsiteX197" fmla="*/ 3390805 w 7467600"/>
              <a:gd name="connsiteY197" fmla="*/ 3937163 h 6858000"/>
              <a:gd name="connsiteX198" fmla="*/ 3579062 w 7467600"/>
              <a:gd name="connsiteY198" fmla="*/ 4359040 h 6858000"/>
              <a:gd name="connsiteX199" fmla="*/ 3467355 w 7467600"/>
              <a:gd name="connsiteY199" fmla="*/ 3988130 h 6858000"/>
              <a:gd name="connsiteX200" fmla="*/ 3310753 w 7467600"/>
              <a:gd name="connsiteY200" fmla="*/ 3787140 h 6858000"/>
              <a:gd name="connsiteX201" fmla="*/ 3291335 w 7467600"/>
              <a:gd name="connsiteY201" fmla="*/ 3767420 h 6858000"/>
              <a:gd name="connsiteX202" fmla="*/ 1635889 w 7467600"/>
              <a:gd name="connsiteY202" fmla="*/ 3709494 h 6858000"/>
              <a:gd name="connsiteX203" fmla="*/ 1634800 w 7467600"/>
              <a:gd name="connsiteY203" fmla="*/ 3731111 h 6858000"/>
              <a:gd name="connsiteX204" fmla="*/ 1635889 w 7467600"/>
              <a:gd name="connsiteY204" fmla="*/ 3709494 h 6858000"/>
              <a:gd name="connsiteX205" fmla="*/ 1510397 w 7467600"/>
              <a:gd name="connsiteY205" fmla="*/ 3684705 h 6858000"/>
              <a:gd name="connsiteX206" fmla="*/ 1146550 w 7467600"/>
              <a:gd name="connsiteY206" fmla="*/ 3802012 h 6858000"/>
              <a:gd name="connsiteX207" fmla="*/ 698834 w 7467600"/>
              <a:gd name="connsiteY207" fmla="*/ 3952272 h 6858000"/>
              <a:gd name="connsiteX208" fmla="*/ 34256 w 7467600"/>
              <a:gd name="connsiteY208" fmla="*/ 4347603 h 6858000"/>
              <a:gd name="connsiteX209" fmla="*/ 527241 w 7467600"/>
              <a:gd name="connsiteY209" fmla="*/ 4065078 h 6858000"/>
              <a:gd name="connsiteX210" fmla="*/ 1510397 w 7467600"/>
              <a:gd name="connsiteY210" fmla="*/ 3684705 h 6858000"/>
              <a:gd name="connsiteX211" fmla="*/ 1313114 w 7467600"/>
              <a:gd name="connsiteY211" fmla="*/ 3655216 h 6858000"/>
              <a:gd name="connsiteX212" fmla="*/ 1109304 w 7467600"/>
              <a:gd name="connsiteY212" fmla="*/ 3669030 h 6858000"/>
              <a:gd name="connsiteX213" fmla="*/ 8129 w 7467600"/>
              <a:gd name="connsiteY213" fmla="*/ 4330519 h 6858000"/>
              <a:gd name="connsiteX214" fmla="*/ 687572 w 7467600"/>
              <a:gd name="connsiteY214" fmla="*/ 3925629 h 6858000"/>
              <a:gd name="connsiteX215" fmla="*/ 1138365 w 7467600"/>
              <a:gd name="connsiteY215" fmla="*/ 3774515 h 6858000"/>
              <a:gd name="connsiteX216" fmla="*/ 1505579 w 7467600"/>
              <a:gd name="connsiteY216" fmla="*/ 3655526 h 6858000"/>
              <a:gd name="connsiteX217" fmla="*/ 1313114 w 7467600"/>
              <a:gd name="connsiteY217" fmla="*/ 3655216 h 6858000"/>
              <a:gd name="connsiteX218" fmla="*/ 3655073 w 7467600"/>
              <a:gd name="connsiteY218" fmla="*/ 3650884 h 6858000"/>
              <a:gd name="connsiteX219" fmla="*/ 3989938 w 7467600"/>
              <a:gd name="connsiteY219" fmla="*/ 3991685 h 6858000"/>
              <a:gd name="connsiteX220" fmla="*/ 4393907 w 7467600"/>
              <a:gd name="connsiteY220" fmla="*/ 4261258 h 6858000"/>
              <a:gd name="connsiteX221" fmla="*/ 4648051 w 7467600"/>
              <a:gd name="connsiteY221" fmla="*/ 4374051 h 6858000"/>
              <a:gd name="connsiteX222" fmla="*/ 4383389 w 7467600"/>
              <a:gd name="connsiteY222" fmla="*/ 4184369 h 6858000"/>
              <a:gd name="connsiteX223" fmla="*/ 4165508 w 7467600"/>
              <a:gd name="connsiteY223" fmla="*/ 4035196 h 6858000"/>
              <a:gd name="connsiteX224" fmla="*/ 4068162 w 7467600"/>
              <a:gd name="connsiteY224" fmla="*/ 3953394 h 6858000"/>
              <a:gd name="connsiteX225" fmla="*/ 3981416 w 7467600"/>
              <a:gd name="connsiteY225" fmla="*/ 3880482 h 6858000"/>
              <a:gd name="connsiteX226" fmla="*/ 3800147 w 7467600"/>
              <a:gd name="connsiteY226" fmla="*/ 3749872 h 6858000"/>
              <a:gd name="connsiteX227" fmla="*/ 3655073 w 7467600"/>
              <a:gd name="connsiteY227" fmla="*/ 3650884 h 6858000"/>
              <a:gd name="connsiteX228" fmla="*/ 3670252 w 7467600"/>
              <a:gd name="connsiteY228" fmla="*/ 3622798 h 6858000"/>
              <a:gd name="connsiteX229" fmla="*/ 3817258 w 7467600"/>
              <a:gd name="connsiteY229" fmla="*/ 3723577 h 6858000"/>
              <a:gd name="connsiteX230" fmla="*/ 4000461 w 7467600"/>
              <a:gd name="connsiteY230" fmla="*/ 3855966 h 6858000"/>
              <a:gd name="connsiteX231" fmla="*/ 4088180 w 7467600"/>
              <a:gd name="connsiteY231" fmla="*/ 3929774 h 6858000"/>
              <a:gd name="connsiteX232" fmla="*/ 4184555 w 7467600"/>
              <a:gd name="connsiteY232" fmla="*/ 4010683 h 6858000"/>
              <a:gd name="connsiteX233" fmla="*/ 4399563 w 7467600"/>
              <a:gd name="connsiteY233" fmla="*/ 4158106 h 6858000"/>
              <a:gd name="connsiteX234" fmla="*/ 4684469 w 7467600"/>
              <a:gd name="connsiteY234" fmla="*/ 4364680 h 6858000"/>
              <a:gd name="connsiteX235" fmla="*/ 4690271 w 7467600"/>
              <a:gd name="connsiteY235" fmla="*/ 4370034 h 6858000"/>
              <a:gd name="connsiteX236" fmla="*/ 4136093 w 7467600"/>
              <a:gd name="connsiteY236" fmla="*/ 3858466 h 6858000"/>
              <a:gd name="connsiteX237" fmla="*/ 3670252 w 7467600"/>
              <a:gd name="connsiteY237" fmla="*/ 3622798 h 6858000"/>
              <a:gd name="connsiteX238" fmla="*/ 4440129 w 7467600"/>
              <a:gd name="connsiteY238" fmla="*/ 3448571 h 6858000"/>
              <a:gd name="connsiteX239" fmla="*/ 4856525 w 7467600"/>
              <a:gd name="connsiteY239" fmla="*/ 3915351 h 6858000"/>
              <a:gd name="connsiteX240" fmla="*/ 5059055 w 7467600"/>
              <a:gd name="connsiteY240" fmla="*/ 4108918 h 6858000"/>
              <a:gd name="connsiteX241" fmla="*/ 5290070 w 7467600"/>
              <a:gd name="connsiteY241" fmla="*/ 4263619 h 6858000"/>
              <a:gd name="connsiteX242" fmla="*/ 4834991 w 7467600"/>
              <a:gd name="connsiteY242" fmla="*/ 3830985 h 6858000"/>
              <a:gd name="connsiteX243" fmla="*/ 4440129 w 7467600"/>
              <a:gd name="connsiteY243" fmla="*/ 3448571 h 6858000"/>
              <a:gd name="connsiteX244" fmla="*/ 4441737 w 7467600"/>
              <a:gd name="connsiteY244" fmla="*/ 3399734 h 6858000"/>
              <a:gd name="connsiteX245" fmla="*/ 4431236 w 7467600"/>
              <a:gd name="connsiteY245" fmla="*/ 3400954 h 6858000"/>
              <a:gd name="connsiteX246" fmla="*/ 4557150 w 7467600"/>
              <a:gd name="connsiteY246" fmla="*/ 3510023 h 6858000"/>
              <a:gd name="connsiteX247" fmla="*/ 4856936 w 7467600"/>
              <a:gd name="connsiteY247" fmla="*/ 3809146 h 6858000"/>
              <a:gd name="connsiteX248" fmla="*/ 5111996 w 7467600"/>
              <a:gd name="connsiteY248" fmla="*/ 4065759 h 6858000"/>
              <a:gd name="connsiteX249" fmla="*/ 5388878 w 7467600"/>
              <a:gd name="connsiteY249" fmla="*/ 4300185 h 6858000"/>
              <a:gd name="connsiteX250" fmla="*/ 5425556 w 7467600"/>
              <a:gd name="connsiteY250" fmla="*/ 4308967 h 6858000"/>
              <a:gd name="connsiteX251" fmla="*/ 4943646 w 7467600"/>
              <a:gd name="connsiteY251" fmla="*/ 3822916 h 6858000"/>
              <a:gd name="connsiteX252" fmla="*/ 4594837 w 7467600"/>
              <a:gd name="connsiteY252" fmla="*/ 3532274 h 6858000"/>
              <a:gd name="connsiteX253" fmla="*/ 4441737 w 7467600"/>
              <a:gd name="connsiteY253" fmla="*/ 3399734 h 6858000"/>
              <a:gd name="connsiteX254" fmla="*/ 5425834 w 7467600"/>
              <a:gd name="connsiteY254" fmla="*/ 3162785 h 6858000"/>
              <a:gd name="connsiteX255" fmla="*/ 5401644 w 7467600"/>
              <a:gd name="connsiteY255" fmla="*/ 3617847 h 6858000"/>
              <a:gd name="connsiteX256" fmla="*/ 5467256 w 7467600"/>
              <a:gd name="connsiteY256" fmla="*/ 4175494 h 6858000"/>
              <a:gd name="connsiteX257" fmla="*/ 5448069 w 7467600"/>
              <a:gd name="connsiteY257" fmla="*/ 3567554 h 6858000"/>
              <a:gd name="connsiteX258" fmla="*/ 5425834 w 7467600"/>
              <a:gd name="connsiteY258" fmla="*/ 3162785 h 6858000"/>
              <a:gd name="connsiteX259" fmla="*/ 1318687 w 7467600"/>
              <a:gd name="connsiteY259" fmla="*/ 3113840 h 6858000"/>
              <a:gd name="connsiteX260" fmla="*/ 1066793 w 7467600"/>
              <a:gd name="connsiteY260" fmla="*/ 3212171 h 6858000"/>
              <a:gd name="connsiteX261" fmla="*/ 993319 w 7467600"/>
              <a:gd name="connsiteY261" fmla="*/ 3247648 h 6858000"/>
              <a:gd name="connsiteX262" fmla="*/ 853081 w 7467600"/>
              <a:gd name="connsiteY262" fmla="*/ 3312410 h 6858000"/>
              <a:gd name="connsiteX263" fmla="*/ 805957 w 7467600"/>
              <a:gd name="connsiteY263" fmla="*/ 3330443 h 6858000"/>
              <a:gd name="connsiteX264" fmla="*/ 1318687 w 7467600"/>
              <a:gd name="connsiteY264" fmla="*/ 3113840 h 6858000"/>
              <a:gd name="connsiteX265" fmla="*/ 5453702 w 7467600"/>
              <a:gd name="connsiteY265" fmla="*/ 3090882 h 6858000"/>
              <a:gd name="connsiteX266" fmla="*/ 5480135 w 7467600"/>
              <a:gd name="connsiteY266" fmla="*/ 3565802 h 6858000"/>
              <a:gd name="connsiteX267" fmla="*/ 5499023 w 7467600"/>
              <a:gd name="connsiteY267" fmla="*/ 4166310 h 6858000"/>
              <a:gd name="connsiteX268" fmla="*/ 5547022 w 7467600"/>
              <a:gd name="connsiteY268" fmla="*/ 3607838 h 6858000"/>
              <a:gd name="connsiteX269" fmla="*/ 5515964 w 7467600"/>
              <a:gd name="connsiteY269" fmla="*/ 3378541 h 6858000"/>
              <a:gd name="connsiteX270" fmla="*/ 5453702 w 7467600"/>
              <a:gd name="connsiteY270" fmla="*/ 3090882 h 6858000"/>
              <a:gd name="connsiteX271" fmla="*/ 1238695 w 7467600"/>
              <a:gd name="connsiteY271" fmla="*/ 3076820 h 6858000"/>
              <a:gd name="connsiteX272" fmla="*/ 716371 w 7467600"/>
              <a:gd name="connsiteY272" fmla="*/ 3293249 h 6858000"/>
              <a:gd name="connsiteX273" fmla="*/ 579522 w 7467600"/>
              <a:gd name="connsiteY273" fmla="*/ 3371759 h 6858000"/>
              <a:gd name="connsiteX274" fmla="*/ 600288 w 7467600"/>
              <a:gd name="connsiteY274" fmla="*/ 3365555 h 6858000"/>
              <a:gd name="connsiteX275" fmla="*/ 840692 w 7467600"/>
              <a:gd name="connsiteY275" fmla="*/ 3284921 h 6858000"/>
              <a:gd name="connsiteX276" fmla="*/ 979248 w 7467600"/>
              <a:gd name="connsiteY276" fmla="*/ 3221003 h 6858000"/>
              <a:gd name="connsiteX277" fmla="*/ 1053282 w 7467600"/>
              <a:gd name="connsiteY277" fmla="*/ 3185247 h 6858000"/>
              <a:gd name="connsiteX278" fmla="*/ 1320603 w 7467600"/>
              <a:gd name="connsiteY278" fmla="*/ 3081281 h 6858000"/>
              <a:gd name="connsiteX279" fmla="*/ 1238695 w 7467600"/>
              <a:gd name="connsiteY279" fmla="*/ 3076820 h 6858000"/>
              <a:gd name="connsiteX280" fmla="*/ 5425627 w 7467600"/>
              <a:gd name="connsiteY280" fmla="*/ 2954192 h 6858000"/>
              <a:gd name="connsiteX281" fmla="*/ 5470770 w 7467600"/>
              <a:gd name="connsiteY281" fmla="*/ 3005435 h 6858000"/>
              <a:gd name="connsiteX282" fmla="*/ 5519779 w 7467600"/>
              <a:gd name="connsiteY282" fmla="*/ 4359223 h 6858000"/>
              <a:gd name="connsiteX283" fmla="*/ 5520293 w 7467600"/>
              <a:gd name="connsiteY283" fmla="*/ 4360602 h 6858000"/>
              <a:gd name="connsiteX284" fmla="*/ 5767221 w 7467600"/>
              <a:gd name="connsiteY284" fmla="*/ 4665564 h 6858000"/>
              <a:gd name="connsiteX285" fmla="*/ 6937169 w 7467600"/>
              <a:gd name="connsiteY285" fmla="*/ 4815941 h 6858000"/>
              <a:gd name="connsiteX286" fmla="*/ 6953922 w 7467600"/>
              <a:gd name="connsiteY286" fmla="*/ 4890068 h 6858000"/>
              <a:gd name="connsiteX287" fmla="*/ 6071359 w 7467600"/>
              <a:gd name="connsiteY287" fmla="*/ 4770770 h 6858000"/>
              <a:gd name="connsiteX288" fmla="*/ 6038839 w 7467600"/>
              <a:gd name="connsiteY288" fmla="*/ 4764474 h 6858000"/>
              <a:gd name="connsiteX289" fmla="*/ 6038706 w 7467600"/>
              <a:gd name="connsiteY289" fmla="*/ 4763847 h 6858000"/>
              <a:gd name="connsiteX290" fmla="*/ 6037784 w 7467600"/>
              <a:gd name="connsiteY290" fmla="*/ 4764270 h 6858000"/>
              <a:gd name="connsiteX291" fmla="*/ 6038839 w 7467600"/>
              <a:gd name="connsiteY291" fmla="*/ 4764474 h 6858000"/>
              <a:gd name="connsiteX292" fmla="*/ 6040338 w 7467600"/>
              <a:gd name="connsiteY292" fmla="*/ 4771418 h 6858000"/>
              <a:gd name="connsiteX293" fmla="*/ 6024488 w 7467600"/>
              <a:gd name="connsiteY293" fmla="*/ 4809903 h 6858000"/>
              <a:gd name="connsiteX294" fmla="*/ 5599771 w 7467600"/>
              <a:gd name="connsiteY294" fmla="*/ 5509652 h 6858000"/>
              <a:gd name="connsiteX295" fmla="*/ 5548843 w 7467600"/>
              <a:gd name="connsiteY295" fmla="*/ 5563845 h 6858000"/>
              <a:gd name="connsiteX296" fmla="*/ 5940952 w 7467600"/>
              <a:gd name="connsiteY296" fmla="*/ 6250028 h 6858000"/>
              <a:gd name="connsiteX297" fmla="*/ 6043441 w 7467600"/>
              <a:gd name="connsiteY297" fmla="*/ 6665847 h 6858000"/>
              <a:gd name="connsiteX298" fmla="*/ 6093432 w 7467600"/>
              <a:gd name="connsiteY298" fmla="*/ 6858000 h 6858000"/>
              <a:gd name="connsiteX299" fmla="*/ 6034344 w 7467600"/>
              <a:gd name="connsiteY299" fmla="*/ 6858000 h 6858000"/>
              <a:gd name="connsiteX300" fmla="*/ 6026679 w 7467600"/>
              <a:gd name="connsiteY300" fmla="*/ 6836959 h 6858000"/>
              <a:gd name="connsiteX301" fmla="*/ 5800441 w 7467600"/>
              <a:gd name="connsiteY301" fmla="*/ 6335286 h 6858000"/>
              <a:gd name="connsiteX302" fmla="*/ 5526562 w 7467600"/>
              <a:gd name="connsiteY302" fmla="*/ 5705388 h 6858000"/>
              <a:gd name="connsiteX303" fmla="*/ 5519640 w 7467600"/>
              <a:gd name="connsiteY303" fmla="*/ 5683774 h 6858000"/>
              <a:gd name="connsiteX304" fmla="*/ 5844559 w 7467600"/>
              <a:gd name="connsiteY304" fmla="*/ 6553349 h 6858000"/>
              <a:gd name="connsiteX305" fmla="*/ 5975994 w 7467600"/>
              <a:gd name="connsiteY305" fmla="*/ 6858000 h 6858000"/>
              <a:gd name="connsiteX306" fmla="*/ 5898547 w 7467600"/>
              <a:gd name="connsiteY306" fmla="*/ 6858000 h 6858000"/>
              <a:gd name="connsiteX307" fmla="*/ 5682041 w 7467600"/>
              <a:gd name="connsiteY307" fmla="*/ 6355860 h 6858000"/>
              <a:gd name="connsiteX308" fmla="*/ 5461758 w 7467600"/>
              <a:gd name="connsiteY308" fmla="*/ 5820220 h 6858000"/>
              <a:gd name="connsiteX309" fmla="*/ 5237282 w 7467600"/>
              <a:gd name="connsiteY309" fmla="*/ 6579086 h 6858000"/>
              <a:gd name="connsiteX310" fmla="*/ 5115009 w 7467600"/>
              <a:gd name="connsiteY310" fmla="*/ 6858000 h 6858000"/>
              <a:gd name="connsiteX311" fmla="*/ 5028074 w 7467600"/>
              <a:gd name="connsiteY311" fmla="*/ 6858000 h 6858000"/>
              <a:gd name="connsiteX312" fmla="*/ 5079508 w 7467600"/>
              <a:gd name="connsiteY312" fmla="*/ 6749074 h 6858000"/>
              <a:gd name="connsiteX313" fmla="*/ 5371846 w 7467600"/>
              <a:gd name="connsiteY313" fmla="*/ 5924413 h 6858000"/>
              <a:gd name="connsiteX314" fmla="*/ 5270512 w 7467600"/>
              <a:gd name="connsiteY314" fmla="*/ 6138975 h 6858000"/>
              <a:gd name="connsiteX315" fmla="*/ 5062409 w 7467600"/>
              <a:gd name="connsiteY315" fmla="*/ 6653544 h 6858000"/>
              <a:gd name="connsiteX316" fmla="*/ 5036628 w 7467600"/>
              <a:gd name="connsiteY316" fmla="*/ 6754247 h 6858000"/>
              <a:gd name="connsiteX317" fmla="*/ 5009112 w 7467600"/>
              <a:gd name="connsiteY317" fmla="*/ 6858000 h 6858000"/>
              <a:gd name="connsiteX318" fmla="*/ 4976679 w 7467600"/>
              <a:gd name="connsiteY318" fmla="*/ 6858000 h 6858000"/>
              <a:gd name="connsiteX319" fmla="*/ 5006537 w 7467600"/>
              <a:gd name="connsiteY319" fmla="*/ 6747068 h 6858000"/>
              <a:gd name="connsiteX320" fmla="*/ 5032723 w 7467600"/>
              <a:gd name="connsiteY320" fmla="*/ 6644957 h 6858000"/>
              <a:gd name="connsiteX321" fmla="*/ 5242949 w 7467600"/>
              <a:gd name="connsiteY321" fmla="*/ 6125175 h 6858000"/>
              <a:gd name="connsiteX322" fmla="*/ 5286321 w 7467600"/>
              <a:gd name="connsiteY322" fmla="*/ 6033555 h 6858000"/>
              <a:gd name="connsiteX323" fmla="*/ 5008210 w 7467600"/>
              <a:gd name="connsiteY323" fmla="*/ 6649194 h 6858000"/>
              <a:gd name="connsiteX324" fmla="*/ 4986321 w 7467600"/>
              <a:gd name="connsiteY324" fmla="*/ 6765687 h 6858000"/>
              <a:gd name="connsiteX325" fmla="*/ 4973474 w 7467600"/>
              <a:gd name="connsiteY325" fmla="*/ 6858000 h 6858000"/>
              <a:gd name="connsiteX326" fmla="*/ 4907178 w 7467600"/>
              <a:gd name="connsiteY326" fmla="*/ 6858000 h 6858000"/>
              <a:gd name="connsiteX327" fmla="*/ 4910810 w 7467600"/>
              <a:gd name="connsiteY327" fmla="*/ 6829660 h 6858000"/>
              <a:gd name="connsiteX328" fmla="*/ 4987461 w 7467600"/>
              <a:gd name="connsiteY328" fmla="*/ 6432994 h 6858000"/>
              <a:gd name="connsiteX329" fmla="*/ 5179262 w 7467600"/>
              <a:gd name="connsiteY329" fmla="*/ 6035044 h 6858000"/>
              <a:gd name="connsiteX330" fmla="*/ 4689678 w 7467600"/>
              <a:gd name="connsiteY330" fmla="*/ 6440241 h 6858000"/>
              <a:gd name="connsiteX331" fmla="*/ 4477543 w 7467600"/>
              <a:gd name="connsiteY331" fmla="*/ 6674836 h 6858000"/>
              <a:gd name="connsiteX332" fmla="*/ 4329957 w 7467600"/>
              <a:gd name="connsiteY332" fmla="*/ 6858000 h 6858000"/>
              <a:gd name="connsiteX333" fmla="*/ 4218595 w 7467600"/>
              <a:gd name="connsiteY333" fmla="*/ 6858000 h 6858000"/>
              <a:gd name="connsiteX334" fmla="*/ 4368888 w 7467600"/>
              <a:gd name="connsiteY334" fmla="*/ 6668412 h 6858000"/>
              <a:gd name="connsiteX335" fmla="*/ 4563091 w 7467600"/>
              <a:gd name="connsiteY335" fmla="*/ 6442508 h 6858000"/>
              <a:gd name="connsiteX336" fmla="*/ 5387324 w 7467600"/>
              <a:gd name="connsiteY336" fmla="*/ 5705830 h 6858000"/>
              <a:gd name="connsiteX337" fmla="*/ 5073620 w 7467600"/>
              <a:gd name="connsiteY337" fmla="*/ 5955437 h 6858000"/>
              <a:gd name="connsiteX338" fmla="*/ 4689789 w 7467600"/>
              <a:gd name="connsiteY338" fmla="*/ 6268382 h 6858000"/>
              <a:gd name="connsiteX339" fmla="*/ 4418722 w 7467600"/>
              <a:gd name="connsiteY339" fmla="*/ 6570886 h 6858000"/>
              <a:gd name="connsiteX340" fmla="*/ 4214944 w 7467600"/>
              <a:gd name="connsiteY340" fmla="*/ 6858000 h 6858000"/>
              <a:gd name="connsiteX341" fmla="*/ 4177898 w 7467600"/>
              <a:gd name="connsiteY341" fmla="*/ 6858000 h 6858000"/>
              <a:gd name="connsiteX342" fmla="*/ 4391597 w 7467600"/>
              <a:gd name="connsiteY342" fmla="*/ 6556370 h 6858000"/>
              <a:gd name="connsiteX343" fmla="*/ 4668889 w 7467600"/>
              <a:gd name="connsiteY343" fmla="*/ 6246399 h 6858000"/>
              <a:gd name="connsiteX344" fmla="*/ 5055427 w 7467600"/>
              <a:gd name="connsiteY344" fmla="*/ 5931476 h 6858000"/>
              <a:gd name="connsiteX345" fmla="*/ 5371814 w 7467600"/>
              <a:gd name="connsiteY345" fmla="*/ 5678975 h 6858000"/>
              <a:gd name="connsiteX346" fmla="*/ 4987918 w 7467600"/>
              <a:gd name="connsiteY346" fmla="*/ 5838701 h 6858000"/>
              <a:gd name="connsiteX347" fmla="*/ 4317146 w 7467600"/>
              <a:gd name="connsiteY347" fmla="*/ 6587716 h 6858000"/>
              <a:gd name="connsiteX348" fmla="*/ 4171627 w 7467600"/>
              <a:gd name="connsiteY348" fmla="*/ 6858000 h 6858000"/>
              <a:gd name="connsiteX349" fmla="*/ 4081585 w 7467600"/>
              <a:gd name="connsiteY349" fmla="*/ 6858000 h 6858000"/>
              <a:gd name="connsiteX350" fmla="*/ 4238603 w 7467600"/>
              <a:gd name="connsiteY350" fmla="*/ 6559341 h 6858000"/>
              <a:gd name="connsiteX351" fmla="*/ 4778333 w 7467600"/>
              <a:gd name="connsiteY351" fmla="*/ 5873626 h 6858000"/>
              <a:gd name="connsiteX352" fmla="*/ 5414185 w 7467600"/>
              <a:gd name="connsiteY352" fmla="*/ 5573882 h 6858000"/>
              <a:gd name="connsiteX353" fmla="*/ 5959648 w 7467600"/>
              <a:gd name="connsiteY353" fmla="*/ 4760797 h 6858000"/>
              <a:gd name="connsiteX354" fmla="*/ 5355019 w 7467600"/>
              <a:gd name="connsiteY354" fmla="*/ 4734672 h 6858000"/>
              <a:gd name="connsiteX355" fmla="*/ 5083565 w 7467600"/>
              <a:gd name="connsiteY355" fmla="*/ 5179121 h 6858000"/>
              <a:gd name="connsiteX356" fmla="*/ 4713577 w 7467600"/>
              <a:gd name="connsiteY356" fmla="*/ 5616803 h 6858000"/>
              <a:gd name="connsiteX357" fmla="*/ 3989559 w 7467600"/>
              <a:gd name="connsiteY357" fmla="*/ 6145945 h 6858000"/>
              <a:gd name="connsiteX358" fmla="*/ 3939824 w 7467600"/>
              <a:gd name="connsiteY358" fmla="*/ 6066900 h 6858000"/>
              <a:gd name="connsiteX359" fmla="*/ 4584537 w 7467600"/>
              <a:gd name="connsiteY359" fmla="*/ 5324826 h 6858000"/>
              <a:gd name="connsiteX360" fmla="*/ 5037105 w 7467600"/>
              <a:gd name="connsiteY360" fmla="*/ 5088765 h 6858000"/>
              <a:gd name="connsiteX361" fmla="*/ 5039930 w 7467600"/>
              <a:gd name="connsiteY361" fmla="*/ 5089585 h 6858000"/>
              <a:gd name="connsiteX362" fmla="*/ 5263764 w 7467600"/>
              <a:gd name="connsiteY362" fmla="*/ 4735525 h 6858000"/>
              <a:gd name="connsiteX363" fmla="*/ 4086300 w 7467600"/>
              <a:gd name="connsiteY363" fmla="*/ 4884599 h 6858000"/>
              <a:gd name="connsiteX364" fmla="*/ 4085485 w 7467600"/>
              <a:gd name="connsiteY364" fmla="*/ 4899070 h 6858000"/>
              <a:gd name="connsiteX365" fmla="*/ 3871915 w 7467600"/>
              <a:gd name="connsiteY365" fmla="*/ 5253645 h 6858000"/>
              <a:gd name="connsiteX366" fmla="*/ 3799374 w 7467600"/>
              <a:gd name="connsiteY366" fmla="*/ 5466127 h 6858000"/>
              <a:gd name="connsiteX367" fmla="*/ 3498850 w 7467600"/>
              <a:gd name="connsiteY367" fmla="*/ 6661888 h 6858000"/>
              <a:gd name="connsiteX368" fmla="*/ 3399216 w 7467600"/>
              <a:gd name="connsiteY368" fmla="*/ 6858000 h 6858000"/>
              <a:gd name="connsiteX369" fmla="*/ 3303688 w 7467600"/>
              <a:gd name="connsiteY369" fmla="*/ 6858000 h 6858000"/>
              <a:gd name="connsiteX370" fmla="*/ 3391774 w 7467600"/>
              <a:gd name="connsiteY370" fmla="*/ 6697181 h 6858000"/>
              <a:gd name="connsiteX371" fmla="*/ 3735540 w 7467600"/>
              <a:gd name="connsiteY371" fmla="*/ 5546923 h 6858000"/>
              <a:gd name="connsiteX372" fmla="*/ 3729438 w 7467600"/>
              <a:gd name="connsiteY372" fmla="*/ 5569058 h 6858000"/>
              <a:gd name="connsiteX373" fmla="*/ 3707782 w 7467600"/>
              <a:gd name="connsiteY373" fmla="*/ 5644908 h 6858000"/>
              <a:gd name="connsiteX374" fmla="*/ 3583827 w 7467600"/>
              <a:gd name="connsiteY374" fmla="*/ 6039215 h 6858000"/>
              <a:gd name="connsiteX375" fmla="*/ 3547861 w 7467600"/>
              <a:gd name="connsiteY375" fmla="*/ 6129609 h 6858000"/>
              <a:gd name="connsiteX376" fmla="*/ 3490905 w 7467600"/>
              <a:gd name="connsiteY376" fmla="*/ 6277660 h 6858000"/>
              <a:gd name="connsiteX377" fmla="*/ 3455859 w 7467600"/>
              <a:gd name="connsiteY377" fmla="*/ 6391301 h 6858000"/>
              <a:gd name="connsiteX378" fmla="*/ 3429112 w 7467600"/>
              <a:gd name="connsiteY378" fmla="*/ 6479469 h 6858000"/>
              <a:gd name="connsiteX379" fmla="*/ 3304862 w 7467600"/>
              <a:gd name="connsiteY379" fmla="*/ 6796476 h 6858000"/>
              <a:gd name="connsiteX380" fmla="*/ 3276071 w 7467600"/>
              <a:gd name="connsiteY380" fmla="*/ 6858000 h 6858000"/>
              <a:gd name="connsiteX381" fmla="*/ 3240805 w 7467600"/>
              <a:gd name="connsiteY381" fmla="*/ 6858000 h 6858000"/>
              <a:gd name="connsiteX382" fmla="*/ 3275917 w 7467600"/>
              <a:gd name="connsiteY382" fmla="*/ 6783192 h 6858000"/>
              <a:gd name="connsiteX383" fmla="*/ 3399358 w 7467600"/>
              <a:gd name="connsiteY383" fmla="*/ 6469011 h 6858000"/>
              <a:gd name="connsiteX384" fmla="*/ 3425650 w 7467600"/>
              <a:gd name="connsiteY384" fmla="*/ 6381333 h 6858000"/>
              <a:gd name="connsiteX385" fmla="*/ 3460661 w 7467600"/>
              <a:gd name="connsiteY385" fmla="*/ 6266763 h 6858000"/>
              <a:gd name="connsiteX386" fmla="*/ 3518021 w 7467600"/>
              <a:gd name="connsiteY386" fmla="*/ 6117298 h 6858000"/>
              <a:gd name="connsiteX387" fmla="*/ 3554035 w 7467600"/>
              <a:gd name="connsiteY387" fmla="*/ 6027832 h 6858000"/>
              <a:gd name="connsiteX388" fmla="*/ 3677174 w 7467600"/>
              <a:gd name="connsiteY388" fmla="*/ 5636351 h 6858000"/>
              <a:gd name="connsiteX389" fmla="*/ 3698819 w 7467600"/>
              <a:gd name="connsiteY389" fmla="*/ 5560503 h 6858000"/>
              <a:gd name="connsiteX390" fmla="*/ 3702094 w 7467600"/>
              <a:gd name="connsiteY390" fmla="*/ 5549194 h 6858000"/>
              <a:gd name="connsiteX391" fmla="*/ 3398355 w 7467600"/>
              <a:gd name="connsiteY391" fmla="*/ 6094603 h 6858000"/>
              <a:gd name="connsiteX392" fmla="*/ 3193941 w 7467600"/>
              <a:gd name="connsiteY392" fmla="*/ 6798775 h 6858000"/>
              <a:gd name="connsiteX393" fmla="*/ 3184140 w 7467600"/>
              <a:gd name="connsiteY393" fmla="*/ 6858000 h 6858000"/>
              <a:gd name="connsiteX394" fmla="*/ 3099978 w 7467600"/>
              <a:gd name="connsiteY394" fmla="*/ 6858000 h 6858000"/>
              <a:gd name="connsiteX395" fmla="*/ 3101556 w 7467600"/>
              <a:gd name="connsiteY395" fmla="*/ 6843337 h 6858000"/>
              <a:gd name="connsiteX396" fmla="*/ 3370162 w 7467600"/>
              <a:gd name="connsiteY396" fmla="*/ 5785550 h 6858000"/>
              <a:gd name="connsiteX397" fmla="*/ 3746477 w 7467600"/>
              <a:gd name="connsiteY397" fmla="*/ 5377889 h 6858000"/>
              <a:gd name="connsiteX398" fmla="*/ 3863399 w 7467600"/>
              <a:gd name="connsiteY398" fmla="*/ 5087257 h 6858000"/>
              <a:gd name="connsiteX399" fmla="*/ 3968712 w 7467600"/>
              <a:gd name="connsiteY399" fmla="*/ 4913989 h 6858000"/>
              <a:gd name="connsiteX400" fmla="*/ 2792390 w 7467600"/>
              <a:gd name="connsiteY400" fmla="*/ 5382974 h 6858000"/>
              <a:gd name="connsiteX401" fmla="*/ 2714982 w 7467600"/>
              <a:gd name="connsiteY401" fmla="*/ 5427051 h 6858000"/>
              <a:gd name="connsiteX402" fmla="*/ 2813361 w 7467600"/>
              <a:gd name="connsiteY402" fmla="*/ 6023912 h 6858000"/>
              <a:gd name="connsiteX403" fmla="*/ 2688430 w 7467600"/>
              <a:gd name="connsiteY403" fmla="*/ 6801564 h 6858000"/>
              <a:gd name="connsiteX404" fmla="*/ 2629626 w 7467600"/>
              <a:gd name="connsiteY404" fmla="*/ 6763394 h 6858000"/>
              <a:gd name="connsiteX405" fmla="*/ 2565328 w 7467600"/>
              <a:gd name="connsiteY405" fmla="*/ 5516399 h 6858000"/>
              <a:gd name="connsiteX406" fmla="*/ 1922999 w 7467600"/>
              <a:gd name="connsiteY406" fmla="*/ 5980343 h 6858000"/>
              <a:gd name="connsiteX407" fmla="*/ 1950261 w 7467600"/>
              <a:gd name="connsiteY407" fmla="*/ 6405858 h 6858000"/>
              <a:gd name="connsiteX408" fmla="*/ 2365554 w 7467600"/>
              <a:gd name="connsiteY408" fmla="*/ 6759107 h 6858000"/>
              <a:gd name="connsiteX409" fmla="*/ 2424142 w 7467600"/>
              <a:gd name="connsiteY409" fmla="*/ 6858000 h 6858000"/>
              <a:gd name="connsiteX410" fmla="*/ 2395994 w 7467600"/>
              <a:gd name="connsiteY410" fmla="*/ 6858000 h 6858000"/>
              <a:gd name="connsiteX411" fmla="*/ 2392863 w 7467600"/>
              <a:gd name="connsiteY411" fmla="*/ 6852964 h 6858000"/>
              <a:gd name="connsiteX412" fmla="*/ 2017589 w 7467600"/>
              <a:gd name="connsiteY412" fmla="*/ 6493982 h 6858000"/>
              <a:gd name="connsiteX413" fmla="*/ 2147336 w 7467600"/>
              <a:gd name="connsiteY413" fmla="*/ 6594052 h 6858000"/>
              <a:gd name="connsiteX414" fmla="*/ 2207047 w 7467600"/>
              <a:gd name="connsiteY414" fmla="*/ 6654540 h 6858000"/>
              <a:gd name="connsiteX415" fmla="*/ 2299106 w 7467600"/>
              <a:gd name="connsiteY415" fmla="*/ 6778931 h 6858000"/>
              <a:gd name="connsiteX416" fmla="*/ 2314430 w 7467600"/>
              <a:gd name="connsiteY416" fmla="*/ 6801144 h 6858000"/>
              <a:gd name="connsiteX417" fmla="*/ 2352406 w 7467600"/>
              <a:gd name="connsiteY417" fmla="*/ 6858000 h 6858000"/>
              <a:gd name="connsiteX418" fmla="*/ 2314492 w 7467600"/>
              <a:gd name="connsiteY418" fmla="*/ 6858000 h 6858000"/>
              <a:gd name="connsiteX419" fmla="*/ 2288095 w 7467600"/>
              <a:gd name="connsiteY419" fmla="*/ 6818030 h 6858000"/>
              <a:gd name="connsiteX420" fmla="*/ 2272768 w 7467600"/>
              <a:gd name="connsiteY420" fmla="*/ 6795822 h 6858000"/>
              <a:gd name="connsiteX421" fmla="*/ 2182715 w 7467600"/>
              <a:gd name="connsiteY421" fmla="*/ 6675071 h 6858000"/>
              <a:gd name="connsiteX422" fmla="*/ 2032061 w 7467600"/>
              <a:gd name="connsiteY422" fmla="*/ 6541380 h 6858000"/>
              <a:gd name="connsiteX423" fmla="*/ 2257220 w 7467600"/>
              <a:gd name="connsiteY423" fmla="*/ 6826257 h 6858000"/>
              <a:gd name="connsiteX424" fmla="*/ 2281324 w 7467600"/>
              <a:gd name="connsiteY424" fmla="*/ 6858000 h 6858000"/>
              <a:gd name="connsiteX425" fmla="*/ 2242860 w 7467600"/>
              <a:gd name="connsiteY425" fmla="*/ 6858000 h 6858000"/>
              <a:gd name="connsiteX426" fmla="*/ 2232818 w 7467600"/>
              <a:gd name="connsiteY426" fmla="*/ 6844926 h 6858000"/>
              <a:gd name="connsiteX427" fmla="*/ 1990172 w 7467600"/>
              <a:gd name="connsiteY427" fmla="*/ 6542121 h 6858000"/>
              <a:gd name="connsiteX428" fmla="*/ 2124090 w 7467600"/>
              <a:gd name="connsiteY428" fmla="*/ 6761017 h 6858000"/>
              <a:gd name="connsiteX429" fmla="*/ 2200380 w 7467600"/>
              <a:gd name="connsiteY429" fmla="*/ 6858000 h 6858000"/>
              <a:gd name="connsiteX430" fmla="*/ 2147507 w 7467600"/>
              <a:gd name="connsiteY430" fmla="*/ 6858000 h 6858000"/>
              <a:gd name="connsiteX431" fmla="*/ 2070668 w 7467600"/>
              <a:gd name="connsiteY431" fmla="*/ 6761520 h 6858000"/>
              <a:gd name="connsiteX432" fmla="*/ 1975142 w 7467600"/>
              <a:gd name="connsiteY432" fmla="*/ 6585570 h 6858000"/>
              <a:gd name="connsiteX433" fmla="*/ 2050035 w 7467600"/>
              <a:gd name="connsiteY433" fmla="*/ 6813345 h 6858000"/>
              <a:gd name="connsiteX434" fmla="*/ 2063025 w 7467600"/>
              <a:gd name="connsiteY434" fmla="*/ 6858000 h 6858000"/>
              <a:gd name="connsiteX435" fmla="*/ 2021675 w 7467600"/>
              <a:gd name="connsiteY435" fmla="*/ 6858000 h 6858000"/>
              <a:gd name="connsiteX436" fmla="*/ 2019308 w 7467600"/>
              <a:gd name="connsiteY436" fmla="*/ 6847118 h 6858000"/>
              <a:gd name="connsiteX437" fmla="*/ 1938835 w 7467600"/>
              <a:gd name="connsiteY437" fmla="*/ 6551160 h 6858000"/>
              <a:gd name="connsiteX438" fmla="*/ 1953230 w 7467600"/>
              <a:gd name="connsiteY438" fmla="*/ 6759699 h 6858000"/>
              <a:gd name="connsiteX439" fmla="*/ 1956763 w 7467600"/>
              <a:gd name="connsiteY439" fmla="*/ 6778191 h 6858000"/>
              <a:gd name="connsiteX440" fmla="*/ 1967925 w 7467600"/>
              <a:gd name="connsiteY440" fmla="*/ 6858000 h 6858000"/>
              <a:gd name="connsiteX441" fmla="*/ 1936622 w 7467600"/>
              <a:gd name="connsiteY441" fmla="*/ 6858000 h 6858000"/>
              <a:gd name="connsiteX442" fmla="*/ 1926261 w 7467600"/>
              <a:gd name="connsiteY442" fmla="*/ 6784064 h 6858000"/>
              <a:gd name="connsiteX443" fmla="*/ 1922724 w 7467600"/>
              <a:gd name="connsiteY443" fmla="*/ 6765577 h 6858000"/>
              <a:gd name="connsiteX444" fmla="*/ 1904650 w 7467600"/>
              <a:gd name="connsiteY444" fmla="*/ 6639616 h 6858000"/>
              <a:gd name="connsiteX445" fmla="*/ 1885273 w 7467600"/>
              <a:gd name="connsiteY445" fmla="*/ 6858000 h 6858000"/>
              <a:gd name="connsiteX446" fmla="*/ 1854363 w 7467600"/>
              <a:gd name="connsiteY446" fmla="*/ 6858000 h 6858000"/>
              <a:gd name="connsiteX447" fmla="*/ 1880391 w 7467600"/>
              <a:gd name="connsiteY447" fmla="*/ 6603796 h 6858000"/>
              <a:gd name="connsiteX448" fmla="*/ 1818273 w 7467600"/>
              <a:gd name="connsiteY448" fmla="*/ 6715729 h 6858000"/>
              <a:gd name="connsiteX449" fmla="*/ 1794691 w 7467600"/>
              <a:gd name="connsiteY449" fmla="*/ 6843239 h 6858000"/>
              <a:gd name="connsiteX450" fmla="*/ 1794914 w 7467600"/>
              <a:gd name="connsiteY450" fmla="*/ 6858000 h 6858000"/>
              <a:gd name="connsiteX451" fmla="*/ 1746128 w 7467600"/>
              <a:gd name="connsiteY451" fmla="*/ 6858000 h 6858000"/>
              <a:gd name="connsiteX452" fmla="*/ 1753934 w 7467600"/>
              <a:gd name="connsiteY452" fmla="*/ 6724796 h 6858000"/>
              <a:gd name="connsiteX453" fmla="*/ 1792053 w 7467600"/>
              <a:gd name="connsiteY453" fmla="*/ 6572396 h 6858000"/>
              <a:gd name="connsiteX454" fmla="*/ 1862248 w 7467600"/>
              <a:gd name="connsiteY454" fmla="*/ 6266397 h 6858000"/>
              <a:gd name="connsiteX455" fmla="*/ 1862250 w 7467600"/>
              <a:gd name="connsiteY455" fmla="*/ 6033531 h 6858000"/>
              <a:gd name="connsiteX456" fmla="*/ 1211999 w 7467600"/>
              <a:gd name="connsiteY456" fmla="*/ 6683610 h 6858000"/>
              <a:gd name="connsiteX457" fmla="*/ 1213266 w 7467600"/>
              <a:gd name="connsiteY457" fmla="*/ 6691947 h 6858000"/>
              <a:gd name="connsiteX458" fmla="*/ 1203370 w 7467600"/>
              <a:gd name="connsiteY458" fmla="*/ 6850676 h 6858000"/>
              <a:gd name="connsiteX459" fmla="*/ 1203671 w 7467600"/>
              <a:gd name="connsiteY459" fmla="*/ 6858000 h 6858000"/>
              <a:gd name="connsiteX460" fmla="*/ 1143180 w 7467600"/>
              <a:gd name="connsiteY460" fmla="*/ 6858000 h 6858000"/>
              <a:gd name="connsiteX461" fmla="*/ 1142176 w 7467600"/>
              <a:gd name="connsiteY461" fmla="*/ 6766045 h 6858000"/>
              <a:gd name="connsiteX462" fmla="*/ 1067484 w 7467600"/>
              <a:gd name="connsiteY462" fmla="*/ 6858000 h 6858000"/>
              <a:gd name="connsiteX463" fmla="*/ 953928 w 7467600"/>
              <a:gd name="connsiteY463" fmla="*/ 6858000 h 6858000"/>
              <a:gd name="connsiteX464" fmla="*/ 959715 w 7467600"/>
              <a:gd name="connsiteY464" fmla="*/ 6850185 h 6858000"/>
              <a:gd name="connsiteX465" fmla="*/ 1483788 w 7467600"/>
              <a:gd name="connsiteY465" fmla="*/ 6259174 h 6858000"/>
              <a:gd name="connsiteX466" fmla="*/ 1100671 w 7467600"/>
              <a:gd name="connsiteY466" fmla="*/ 6252137 h 6858000"/>
              <a:gd name="connsiteX467" fmla="*/ 1090144 w 7467600"/>
              <a:gd name="connsiteY467" fmla="*/ 6256748 h 6858000"/>
              <a:gd name="connsiteX468" fmla="*/ 1095872 w 7467600"/>
              <a:gd name="connsiteY468" fmla="*/ 6271892 h 6858000"/>
              <a:gd name="connsiteX469" fmla="*/ 262785 w 7467600"/>
              <a:gd name="connsiteY469" fmla="*/ 6845450 h 6858000"/>
              <a:gd name="connsiteX470" fmla="*/ 209968 w 7467600"/>
              <a:gd name="connsiteY470" fmla="*/ 6770713 h 6858000"/>
              <a:gd name="connsiteX471" fmla="*/ 873460 w 7467600"/>
              <a:gd name="connsiteY471" fmla="*/ 6253768 h 6858000"/>
              <a:gd name="connsiteX472" fmla="*/ 192686 w 7467600"/>
              <a:gd name="connsiteY472" fmla="*/ 5849257 h 6858000"/>
              <a:gd name="connsiteX473" fmla="*/ 4696 w 7467600"/>
              <a:gd name="connsiteY473" fmla="*/ 5697668 h 6858000"/>
              <a:gd name="connsiteX474" fmla="*/ 0 w 7467600"/>
              <a:gd name="connsiteY474" fmla="*/ 5689984 h 6858000"/>
              <a:gd name="connsiteX475" fmla="*/ 0 w 7467600"/>
              <a:gd name="connsiteY475" fmla="*/ 5513472 h 6858000"/>
              <a:gd name="connsiteX476" fmla="*/ 174101 w 7467600"/>
              <a:gd name="connsiteY476" fmla="*/ 5620277 h 6858000"/>
              <a:gd name="connsiteX477" fmla="*/ 891800 w 7467600"/>
              <a:gd name="connsiteY477" fmla="*/ 6036935 h 6858000"/>
              <a:gd name="connsiteX478" fmla="*/ 1072219 w 7467600"/>
              <a:gd name="connsiteY478" fmla="*/ 6169443 h 6858000"/>
              <a:gd name="connsiteX479" fmla="*/ 1074117 w 7467600"/>
              <a:gd name="connsiteY479" fmla="*/ 6170301 h 6858000"/>
              <a:gd name="connsiteX480" fmla="*/ 1083114 w 7467600"/>
              <a:gd name="connsiteY480" fmla="*/ 6174131 h 6858000"/>
              <a:gd name="connsiteX481" fmla="*/ 1543010 w 7467600"/>
              <a:gd name="connsiteY481" fmla="*/ 6191140 h 6858000"/>
              <a:gd name="connsiteX482" fmla="*/ 1551080 w 7467600"/>
              <a:gd name="connsiteY482" fmla="*/ 6195006 h 6858000"/>
              <a:gd name="connsiteX483" fmla="*/ 2345443 w 7467600"/>
              <a:gd name="connsiteY483" fmla="*/ 5549882 h 6858000"/>
              <a:gd name="connsiteX484" fmla="*/ 1721499 w 7467600"/>
              <a:gd name="connsiteY484" fmla="*/ 5599969 h 6858000"/>
              <a:gd name="connsiteX485" fmla="*/ 767716 w 7467600"/>
              <a:gd name="connsiteY485" fmla="*/ 5472768 h 6858000"/>
              <a:gd name="connsiteX486" fmla="*/ 722147 w 7467600"/>
              <a:gd name="connsiteY486" fmla="*/ 5393091 h 6858000"/>
              <a:gd name="connsiteX487" fmla="*/ 1485552 w 7467600"/>
              <a:gd name="connsiteY487" fmla="*/ 5313202 h 6858000"/>
              <a:gd name="connsiteX488" fmla="*/ 2143004 w 7467600"/>
              <a:gd name="connsiteY488" fmla="*/ 5402420 h 6858000"/>
              <a:gd name="connsiteX489" fmla="*/ 1933391 w 7467600"/>
              <a:gd name="connsiteY489" fmla="*/ 5156971 h 6858000"/>
              <a:gd name="connsiteX490" fmla="*/ 1827118 w 7467600"/>
              <a:gd name="connsiteY490" fmla="*/ 4968410 h 6858000"/>
              <a:gd name="connsiteX491" fmla="*/ 1837349 w 7467600"/>
              <a:gd name="connsiteY491" fmla="*/ 4956357 h 6858000"/>
              <a:gd name="connsiteX492" fmla="*/ 2162835 w 7467600"/>
              <a:gd name="connsiteY492" fmla="*/ 5187853 h 6858000"/>
              <a:gd name="connsiteX493" fmla="*/ 2257167 w 7467600"/>
              <a:gd name="connsiteY493" fmla="*/ 5462123 h 6858000"/>
              <a:gd name="connsiteX494" fmla="*/ 2261598 w 7467600"/>
              <a:gd name="connsiteY494" fmla="*/ 5467998 h 6858000"/>
              <a:gd name="connsiteX495" fmla="*/ 2437177 w 7467600"/>
              <a:gd name="connsiteY495" fmla="*/ 5479608 h 6858000"/>
              <a:gd name="connsiteX496" fmla="*/ 2445247 w 7467600"/>
              <a:gd name="connsiteY496" fmla="*/ 5483476 h 6858000"/>
              <a:gd name="connsiteX497" fmla="*/ 2743626 w 7467600"/>
              <a:gd name="connsiteY497" fmla="*/ 5304819 h 6858000"/>
              <a:gd name="connsiteX498" fmla="*/ 3048102 w 7467600"/>
              <a:gd name="connsiteY498" fmla="*/ 5150595 h 6858000"/>
              <a:gd name="connsiteX499" fmla="*/ 1799414 w 7467600"/>
              <a:gd name="connsiteY499" fmla="*/ 4694732 h 6858000"/>
              <a:gd name="connsiteX500" fmla="*/ 1771735 w 7467600"/>
              <a:gd name="connsiteY500" fmla="*/ 4619929 h 6858000"/>
              <a:gd name="connsiteX501" fmla="*/ 3104273 w 7467600"/>
              <a:gd name="connsiteY501" fmla="*/ 5076159 h 6858000"/>
              <a:gd name="connsiteX502" fmla="*/ 3113245 w 7467600"/>
              <a:gd name="connsiteY502" fmla="*/ 5090705 h 6858000"/>
              <a:gd name="connsiteX503" fmla="*/ 3126294 w 7467600"/>
              <a:gd name="connsiteY503" fmla="*/ 5114400 h 6858000"/>
              <a:gd name="connsiteX504" fmla="*/ 3937433 w 7467600"/>
              <a:gd name="connsiteY504" fmla="*/ 4830473 h 6858000"/>
              <a:gd name="connsiteX505" fmla="*/ 3590475 w 7467600"/>
              <a:gd name="connsiteY505" fmla="*/ 4597974 h 6858000"/>
              <a:gd name="connsiteX506" fmla="*/ 3100264 w 7467600"/>
              <a:gd name="connsiteY506" fmla="*/ 4579845 h 6858000"/>
              <a:gd name="connsiteX507" fmla="*/ 2183576 w 7467600"/>
              <a:gd name="connsiteY507" fmla="*/ 4227150 h 6858000"/>
              <a:gd name="connsiteX508" fmla="*/ 2151029 w 7467600"/>
              <a:gd name="connsiteY508" fmla="*/ 4146947 h 6858000"/>
              <a:gd name="connsiteX509" fmla="*/ 3563434 w 7467600"/>
              <a:gd name="connsiteY509" fmla="*/ 4469115 h 6858000"/>
              <a:gd name="connsiteX510" fmla="*/ 3177952 w 7467600"/>
              <a:gd name="connsiteY510" fmla="*/ 3657386 h 6858000"/>
              <a:gd name="connsiteX511" fmla="*/ 3189263 w 7467600"/>
              <a:gd name="connsiteY511" fmla="*/ 3625726 h 6858000"/>
              <a:gd name="connsiteX512" fmla="*/ 3560912 w 7467600"/>
              <a:gd name="connsiteY512" fmla="*/ 4079863 h 6858000"/>
              <a:gd name="connsiteX513" fmla="*/ 3626636 w 7467600"/>
              <a:gd name="connsiteY513" fmla="*/ 4512230 h 6858000"/>
              <a:gd name="connsiteX514" fmla="*/ 3653088 w 7467600"/>
              <a:gd name="connsiteY514" fmla="*/ 4521417 h 6858000"/>
              <a:gd name="connsiteX515" fmla="*/ 3988128 w 7467600"/>
              <a:gd name="connsiteY515" fmla="*/ 4817267 h 6858000"/>
              <a:gd name="connsiteX516" fmla="*/ 4830582 w 7467600"/>
              <a:gd name="connsiteY516" fmla="*/ 4676000 h 6858000"/>
              <a:gd name="connsiteX517" fmla="*/ 4830100 w 7467600"/>
              <a:gd name="connsiteY517" fmla="*/ 4675554 h 6858000"/>
              <a:gd name="connsiteX518" fmla="*/ 4036318 w 7467600"/>
              <a:gd name="connsiteY518" fmla="*/ 4147013 h 6858000"/>
              <a:gd name="connsiteX519" fmla="*/ 3432098 w 7467600"/>
              <a:gd name="connsiteY519" fmla="*/ 3537312 h 6858000"/>
              <a:gd name="connsiteX520" fmla="*/ 3446761 w 7467600"/>
              <a:gd name="connsiteY520" fmla="*/ 3461278 h 6858000"/>
              <a:gd name="connsiteX521" fmla="*/ 4419733 w 7467600"/>
              <a:gd name="connsiteY521" fmla="*/ 3963555 h 6858000"/>
              <a:gd name="connsiteX522" fmla="*/ 4781371 w 7467600"/>
              <a:gd name="connsiteY522" fmla="*/ 4458604 h 6858000"/>
              <a:gd name="connsiteX523" fmla="*/ 4780440 w 7467600"/>
              <a:gd name="connsiteY523" fmla="*/ 4470290 h 6858000"/>
              <a:gd name="connsiteX524" fmla="*/ 4898954 w 7467600"/>
              <a:gd name="connsiteY524" fmla="*/ 4662092 h 6858000"/>
              <a:gd name="connsiteX525" fmla="*/ 4900699 w 7467600"/>
              <a:gd name="connsiteY525" fmla="*/ 4670867 h 6858000"/>
              <a:gd name="connsiteX526" fmla="*/ 5714511 w 7467600"/>
              <a:gd name="connsiteY526" fmla="*/ 4663483 h 6858000"/>
              <a:gd name="connsiteX527" fmla="*/ 5464793 w 7467600"/>
              <a:gd name="connsiteY527" fmla="*/ 4393556 h 6858000"/>
              <a:gd name="connsiteX528" fmla="*/ 5461897 w 7467600"/>
              <a:gd name="connsiteY528" fmla="*/ 4390879 h 6858000"/>
              <a:gd name="connsiteX529" fmla="*/ 4294126 w 7467600"/>
              <a:gd name="connsiteY529" fmla="*/ 3303048 h 6858000"/>
              <a:gd name="connsiteX530" fmla="*/ 4305321 w 7467600"/>
              <a:gd name="connsiteY530" fmla="*/ 3256953 h 6858000"/>
              <a:gd name="connsiteX531" fmla="*/ 4949299 w 7467600"/>
              <a:gd name="connsiteY531" fmla="*/ 3766336 h 6858000"/>
              <a:gd name="connsiteX532" fmla="*/ 5291452 w 7467600"/>
              <a:gd name="connsiteY532" fmla="*/ 4076801 h 6858000"/>
              <a:gd name="connsiteX533" fmla="*/ 5434998 w 7467600"/>
              <a:gd name="connsiteY533" fmla="*/ 4254100 h 6858000"/>
              <a:gd name="connsiteX534" fmla="*/ 5351015 w 7467600"/>
              <a:gd name="connsiteY534" fmla="*/ 3760989 h 6858000"/>
              <a:gd name="connsiteX535" fmla="*/ 5413780 w 7467600"/>
              <a:gd name="connsiteY535" fmla="*/ 2966265 h 6858000"/>
              <a:gd name="connsiteX536" fmla="*/ 5425627 w 7467600"/>
              <a:gd name="connsiteY536" fmla="*/ 2954192 h 6858000"/>
              <a:gd name="connsiteX537" fmla="*/ 6604735 w 7467600"/>
              <a:gd name="connsiteY537" fmla="*/ 2041381 h 6858000"/>
              <a:gd name="connsiteX538" fmla="*/ 7204487 w 7467600"/>
              <a:gd name="connsiteY538" fmla="*/ 2742112 h 6858000"/>
              <a:gd name="connsiteX539" fmla="*/ 7131592 w 7467600"/>
              <a:gd name="connsiteY539" fmla="*/ 2672096 h 6858000"/>
              <a:gd name="connsiteX540" fmla="*/ 6996344 w 7467600"/>
              <a:gd name="connsiteY540" fmla="*/ 2518310 h 6858000"/>
              <a:gd name="connsiteX541" fmla="*/ 6735495 w 7467600"/>
              <a:gd name="connsiteY541" fmla="*/ 2196890 h 6858000"/>
              <a:gd name="connsiteX542" fmla="*/ 6721901 w 7467600"/>
              <a:gd name="connsiteY542" fmla="*/ 2179274 h 6858000"/>
              <a:gd name="connsiteX543" fmla="*/ 6604735 w 7467600"/>
              <a:gd name="connsiteY543" fmla="*/ 2041381 h 6858000"/>
              <a:gd name="connsiteX544" fmla="*/ 6591670 w 7467600"/>
              <a:gd name="connsiteY544" fmla="*/ 1988277 h 6858000"/>
              <a:gd name="connsiteX545" fmla="*/ 6747349 w 7467600"/>
              <a:gd name="connsiteY545" fmla="*/ 2160069 h 6858000"/>
              <a:gd name="connsiteX546" fmla="*/ 6760943 w 7467600"/>
              <a:gd name="connsiteY546" fmla="*/ 2177686 h 6858000"/>
              <a:gd name="connsiteX547" fmla="*/ 7021065 w 7467600"/>
              <a:gd name="connsiteY547" fmla="*/ 2498102 h 6858000"/>
              <a:gd name="connsiteX548" fmla="*/ 7155223 w 7467600"/>
              <a:gd name="connsiteY548" fmla="*/ 2650386 h 6858000"/>
              <a:gd name="connsiteX549" fmla="*/ 7203167 w 7467600"/>
              <a:gd name="connsiteY549" fmla="*/ 2697288 h 6858000"/>
              <a:gd name="connsiteX550" fmla="*/ 6937703 w 7467600"/>
              <a:gd name="connsiteY550" fmla="*/ 2321981 h 6858000"/>
              <a:gd name="connsiteX551" fmla="*/ 6591670 w 7467600"/>
              <a:gd name="connsiteY551" fmla="*/ 1988277 h 6858000"/>
              <a:gd name="connsiteX552" fmla="*/ 5798671 w 7467600"/>
              <a:gd name="connsiteY552" fmla="*/ 1981601 h 6858000"/>
              <a:gd name="connsiteX553" fmla="*/ 5754709 w 7467600"/>
              <a:gd name="connsiteY553" fmla="*/ 2071454 h 6858000"/>
              <a:gd name="connsiteX554" fmla="*/ 5763044 w 7467600"/>
              <a:gd name="connsiteY554" fmla="*/ 2842206 h 6858000"/>
              <a:gd name="connsiteX555" fmla="*/ 5764974 w 7467600"/>
              <a:gd name="connsiteY555" fmla="*/ 2799609 h 6858000"/>
              <a:gd name="connsiteX556" fmla="*/ 5767665 w 7467600"/>
              <a:gd name="connsiteY556" fmla="*/ 2666409 h 6858000"/>
              <a:gd name="connsiteX557" fmla="*/ 5763055 w 7467600"/>
              <a:gd name="connsiteY557" fmla="*/ 2579705 h 6858000"/>
              <a:gd name="connsiteX558" fmla="*/ 5758079 w 7467600"/>
              <a:gd name="connsiteY558" fmla="*/ 2492508 h 6858000"/>
              <a:gd name="connsiteX559" fmla="*/ 5779325 w 7467600"/>
              <a:gd name="connsiteY559" fmla="*/ 2197069 h 6858000"/>
              <a:gd name="connsiteX560" fmla="*/ 5798671 w 7467600"/>
              <a:gd name="connsiteY560" fmla="*/ 1981601 h 6858000"/>
              <a:gd name="connsiteX561" fmla="*/ 5829202 w 7467600"/>
              <a:gd name="connsiteY561" fmla="*/ 1971679 h 6858000"/>
              <a:gd name="connsiteX562" fmla="*/ 5809558 w 7467600"/>
              <a:gd name="connsiteY562" fmla="*/ 2198043 h 6858000"/>
              <a:gd name="connsiteX563" fmla="*/ 5788653 w 7467600"/>
              <a:gd name="connsiteY563" fmla="*/ 2489430 h 6858000"/>
              <a:gd name="connsiteX564" fmla="*/ 5793439 w 7467600"/>
              <a:gd name="connsiteY564" fmla="*/ 2575235 h 6858000"/>
              <a:gd name="connsiteX565" fmla="*/ 5796837 w 7467600"/>
              <a:gd name="connsiteY565" fmla="*/ 2637633 h 6858000"/>
              <a:gd name="connsiteX566" fmla="*/ 5818614 w 7467600"/>
              <a:gd name="connsiteY566" fmla="*/ 2473055 h 6858000"/>
              <a:gd name="connsiteX567" fmla="*/ 5829202 w 7467600"/>
              <a:gd name="connsiteY567" fmla="*/ 1971679 h 6858000"/>
              <a:gd name="connsiteX568" fmla="*/ 5911389 w 7467600"/>
              <a:gd name="connsiteY568" fmla="*/ 1898371 h 6858000"/>
              <a:gd name="connsiteX569" fmla="*/ 6237627 w 7467600"/>
              <a:gd name="connsiteY569" fmla="*/ 2231921 h 6858000"/>
              <a:gd name="connsiteX570" fmla="*/ 5911389 w 7467600"/>
              <a:gd name="connsiteY570" fmla="*/ 1898371 h 6858000"/>
              <a:gd name="connsiteX571" fmla="*/ 6944437 w 7467600"/>
              <a:gd name="connsiteY571" fmla="*/ 1575402 h 6858000"/>
              <a:gd name="connsiteX572" fmla="*/ 6304730 w 7467600"/>
              <a:gd name="connsiteY572" fmla="*/ 1766654 h 6858000"/>
              <a:gd name="connsiteX573" fmla="*/ 6944437 w 7467600"/>
              <a:gd name="connsiteY573" fmla="*/ 1575402 h 6858000"/>
              <a:gd name="connsiteX574" fmla="*/ 7019523 w 7467600"/>
              <a:gd name="connsiteY574" fmla="*/ 1519450 h 6858000"/>
              <a:gd name="connsiteX575" fmla="*/ 6298091 w 7467600"/>
              <a:gd name="connsiteY575" fmla="*/ 1737122 h 6858000"/>
              <a:gd name="connsiteX576" fmla="*/ 7019523 w 7467600"/>
              <a:gd name="connsiteY576" fmla="*/ 1519450 h 6858000"/>
              <a:gd name="connsiteX577" fmla="*/ 2399523 w 7467600"/>
              <a:gd name="connsiteY577" fmla="*/ 1428234 h 6858000"/>
              <a:gd name="connsiteX578" fmla="*/ 2224982 w 7467600"/>
              <a:gd name="connsiteY578" fmla="*/ 1826201 h 6858000"/>
              <a:gd name="connsiteX579" fmla="*/ 2096099 w 7467600"/>
              <a:gd name="connsiteY579" fmla="*/ 2345900 h 6858000"/>
              <a:gd name="connsiteX580" fmla="*/ 2283317 w 7467600"/>
              <a:gd name="connsiteY580" fmla="*/ 1796925 h 6858000"/>
              <a:gd name="connsiteX581" fmla="*/ 2399523 w 7467600"/>
              <a:gd name="connsiteY581" fmla="*/ 1428234 h 6858000"/>
              <a:gd name="connsiteX582" fmla="*/ 2448558 w 7467600"/>
              <a:gd name="connsiteY582" fmla="*/ 1373435 h 6858000"/>
              <a:gd name="connsiteX583" fmla="*/ 2312521 w 7467600"/>
              <a:gd name="connsiteY583" fmla="*/ 1806140 h 6858000"/>
              <a:gd name="connsiteX584" fmla="*/ 2127533 w 7467600"/>
              <a:gd name="connsiteY584" fmla="*/ 2348380 h 6858000"/>
              <a:gd name="connsiteX585" fmla="*/ 2358080 w 7467600"/>
              <a:gd name="connsiteY585" fmla="*/ 1866134 h 6858000"/>
              <a:gd name="connsiteX586" fmla="*/ 2407436 w 7467600"/>
              <a:gd name="connsiteY586" fmla="*/ 1651070 h 6858000"/>
              <a:gd name="connsiteX587" fmla="*/ 2448558 w 7467600"/>
              <a:gd name="connsiteY587" fmla="*/ 1373435 h 6858000"/>
              <a:gd name="connsiteX588" fmla="*/ 278707 w 7467600"/>
              <a:gd name="connsiteY588" fmla="*/ 1352270 h 6858000"/>
              <a:gd name="connsiteX589" fmla="*/ 321570 w 7467600"/>
              <a:gd name="connsiteY589" fmla="*/ 1861610 h 6858000"/>
              <a:gd name="connsiteX590" fmla="*/ 294281 w 7467600"/>
              <a:gd name="connsiteY590" fmla="*/ 1440658 h 6858000"/>
              <a:gd name="connsiteX591" fmla="*/ 278707 w 7467600"/>
              <a:gd name="connsiteY591" fmla="*/ 1352270 h 6858000"/>
              <a:gd name="connsiteX592" fmla="*/ 1423821 w 7467600"/>
              <a:gd name="connsiteY592" fmla="*/ 1351958 h 6858000"/>
              <a:gd name="connsiteX593" fmla="*/ 1638521 w 7467600"/>
              <a:gd name="connsiteY593" fmla="*/ 1908470 h 6858000"/>
              <a:gd name="connsiteX594" fmla="*/ 1754199 w 7467600"/>
              <a:gd name="connsiteY594" fmla="*/ 2149284 h 6858000"/>
              <a:gd name="connsiteX595" fmla="*/ 1908359 w 7467600"/>
              <a:gd name="connsiteY595" fmla="*/ 2364988 h 6858000"/>
              <a:gd name="connsiteX596" fmla="*/ 1647661 w 7467600"/>
              <a:gd name="connsiteY596" fmla="*/ 1825945 h 6858000"/>
              <a:gd name="connsiteX597" fmla="*/ 1423821 w 7467600"/>
              <a:gd name="connsiteY597" fmla="*/ 1351958 h 6858000"/>
              <a:gd name="connsiteX598" fmla="*/ 1431890 w 7467600"/>
              <a:gd name="connsiteY598" fmla="*/ 1306475 h 6858000"/>
              <a:gd name="connsiteX599" fmla="*/ 1507597 w 7467600"/>
              <a:gd name="connsiteY599" fmla="*/ 1446132 h 6858000"/>
              <a:gd name="connsiteX600" fmla="*/ 1674586 w 7467600"/>
              <a:gd name="connsiteY600" fmla="*/ 1813832 h 6858000"/>
              <a:gd name="connsiteX601" fmla="*/ 1815950 w 7467600"/>
              <a:gd name="connsiteY601" fmla="*/ 2128564 h 6858000"/>
              <a:gd name="connsiteX602" fmla="*/ 1984242 w 7467600"/>
              <a:gd name="connsiteY602" fmla="*/ 2430829 h 6858000"/>
              <a:gd name="connsiteX603" fmla="*/ 2014023 w 7467600"/>
              <a:gd name="connsiteY603" fmla="*/ 2450995 h 6858000"/>
              <a:gd name="connsiteX604" fmla="*/ 1747337 w 7467600"/>
              <a:gd name="connsiteY604" fmla="*/ 1855264 h 6858000"/>
              <a:gd name="connsiteX605" fmla="*/ 1533749 w 7467600"/>
              <a:gd name="connsiteY605" fmla="*/ 1478656 h 6858000"/>
              <a:gd name="connsiteX606" fmla="*/ 1431890 w 7467600"/>
              <a:gd name="connsiteY606" fmla="*/ 1306475 h 6858000"/>
              <a:gd name="connsiteX607" fmla="*/ 5052692 w 7467600"/>
              <a:gd name="connsiteY607" fmla="*/ 1292994 h 6858000"/>
              <a:gd name="connsiteX608" fmla="*/ 5200661 w 7467600"/>
              <a:gd name="connsiteY608" fmla="*/ 1635186 h 6858000"/>
              <a:gd name="connsiteX609" fmla="*/ 5297138 w 7467600"/>
              <a:gd name="connsiteY609" fmla="*/ 1906351 h 6858000"/>
              <a:gd name="connsiteX610" fmla="*/ 5052692 w 7467600"/>
              <a:gd name="connsiteY610" fmla="*/ 1292994 h 6858000"/>
              <a:gd name="connsiteX611" fmla="*/ 5009948 w 7467600"/>
              <a:gd name="connsiteY611" fmla="*/ 1273619 h 6858000"/>
              <a:gd name="connsiteX612" fmla="*/ 5121777 w 7467600"/>
              <a:gd name="connsiteY612" fmla="*/ 1654213 h 6858000"/>
              <a:gd name="connsiteX613" fmla="*/ 5293545 w 7467600"/>
              <a:gd name="connsiteY613" fmla="*/ 2072247 h 6858000"/>
              <a:gd name="connsiteX614" fmla="*/ 5294042 w 7467600"/>
              <a:gd name="connsiteY614" fmla="*/ 2065019 h 6858000"/>
              <a:gd name="connsiteX615" fmla="*/ 5171936 w 7467600"/>
              <a:gd name="connsiteY615" fmla="*/ 1647613 h 6858000"/>
              <a:gd name="connsiteX616" fmla="*/ 5009948 w 7467600"/>
              <a:gd name="connsiteY616" fmla="*/ 1273619 h 6858000"/>
              <a:gd name="connsiteX617" fmla="*/ 655236 w 7467600"/>
              <a:gd name="connsiteY617" fmla="*/ 1268632 h 6858000"/>
              <a:gd name="connsiteX618" fmla="*/ 839521 w 7467600"/>
              <a:gd name="connsiteY618" fmla="*/ 1685315 h 6858000"/>
              <a:gd name="connsiteX619" fmla="*/ 1109416 w 7467600"/>
              <a:gd name="connsiteY619" fmla="*/ 2061663 h 6858000"/>
              <a:gd name="connsiteX620" fmla="*/ 1298300 w 7467600"/>
              <a:gd name="connsiteY620" fmla="*/ 2247742 h 6858000"/>
              <a:gd name="connsiteX621" fmla="*/ 1125871 w 7467600"/>
              <a:gd name="connsiteY621" fmla="*/ 1989513 h 6858000"/>
              <a:gd name="connsiteX622" fmla="*/ 981574 w 7467600"/>
              <a:gd name="connsiteY622" fmla="*/ 1783157 h 6858000"/>
              <a:gd name="connsiteX623" fmla="*/ 922198 w 7467600"/>
              <a:gd name="connsiteY623" fmla="*/ 1677437 h 6858000"/>
              <a:gd name="connsiteX624" fmla="*/ 869293 w 7467600"/>
              <a:gd name="connsiteY624" fmla="*/ 1583214 h 6858000"/>
              <a:gd name="connsiteX625" fmla="*/ 751431 w 7467600"/>
              <a:gd name="connsiteY625" fmla="*/ 1405731 h 6858000"/>
              <a:gd name="connsiteX626" fmla="*/ 655236 w 7467600"/>
              <a:gd name="connsiteY626" fmla="*/ 1268632 h 6858000"/>
              <a:gd name="connsiteX627" fmla="*/ 6516292 w 7467600"/>
              <a:gd name="connsiteY627" fmla="*/ 1263064 h 6858000"/>
              <a:gd name="connsiteX628" fmla="*/ 5736320 w 7467600"/>
              <a:gd name="connsiteY628" fmla="*/ 1501803 h 6858000"/>
              <a:gd name="connsiteX629" fmla="*/ 6516292 w 7467600"/>
              <a:gd name="connsiteY629" fmla="*/ 1263064 h 6858000"/>
              <a:gd name="connsiteX630" fmla="*/ 291466 w 7467600"/>
              <a:gd name="connsiteY630" fmla="*/ 1250369 h 6858000"/>
              <a:gd name="connsiteX631" fmla="*/ 323180 w 7467600"/>
              <a:gd name="connsiteY631" fmla="*/ 1435283 h 6858000"/>
              <a:gd name="connsiteX632" fmla="*/ 349381 w 7467600"/>
              <a:gd name="connsiteY632" fmla="*/ 1875041 h 6858000"/>
              <a:gd name="connsiteX633" fmla="*/ 374363 w 7467600"/>
              <a:gd name="connsiteY633" fmla="*/ 1506494 h 6858000"/>
              <a:gd name="connsiteX634" fmla="*/ 302168 w 7467600"/>
              <a:gd name="connsiteY634" fmla="*/ 1274495 h 6858000"/>
              <a:gd name="connsiteX635" fmla="*/ 291466 w 7467600"/>
              <a:gd name="connsiteY635" fmla="*/ 1250369 h 6858000"/>
              <a:gd name="connsiteX636" fmla="*/ 678222 w 7467600"/>
              <a:gd name="connsiteY636" fmla="*/ 1248670 h 6858000"/>
              <a:gd name="connsiteX637" fmla="*/ 775536 w 7467600"/>
              <a:gd name="connsiteY637" fmla="*/ 1388015 h 6858000"/>
              <a:gd name="connsiteX638" fmla="*/ 894529 w 7467600"/>
              <a:gd name="connsiteY638" fmla="*/ 1567739 h 6858000"/>
              <a:gd name="connsiteX639" fmla="*/ 948000 w 7467600"/>
              <a:gd name="connsiteY639" fmla="*/ 1663088 h 6858000"/>
              <a:gd name="connsiteX640" fmla="*/ 1006812 w 7467600"/>
              <a:gd name="connsiteY640" fmla="*/ 1767683 h 6858000"/>
              <a:gd name="connsiteX641" fmla="*/ 1149133 w 7467600"/>
              <a:gd name="connsiteY641" fmla="*/ 1971513 h 6858000"/>
              <a:gd name="connsiteX642" fmla="*/ 1333952 w 7467600"/>
              <a:gd name="connsiteY642" fmla="*/ 2251620 h 6858000"/>
              <a:gd name="connsiteX643" fmla="*/ 1337329 w 7467600"/>
              <a:gd name="connsiteY643" fmla="*/ 2258350 h 6858000"/>
              <a:gd name="connsiteX644" fmla="*/ 1014726 w 7467600"/>
              <a:gd name="connsiteY644" fmla="*/ 1615556 h 6858000"/>
              <a:gd name="connsiteX645" fmla="*/ 678222 w 7467600"/>
              <a:gd name="connsiteY645" fmla="*/ 1248670 h 6858000"/>
              <a:gd name="connsiteX646" fmla="*/ 6691602 w 7467600"/>
              <a:gd name="connsiteY646" fmla="*/ 1140573 h 6858000"/>
              <a:gd name="connsiteX647" fmla="*/ 6571100 w 7467600"/>
              <a:gd name="connsiteY647" fmla="*/ 1183662 h 6858000"/>
              <a:gd name="connsiteX648" fmla="*/ 6241687 w 7467600"/>
              <a:gd name="connsiteY648" fmla="*/ 1257600 h 6858000"/>
              <a:gd name="connsiteX649" fmla="*/ 5693009 w 7467600"/>
              <a:gd name="connsiteY649" fmla="*/ 1478256 h 6858000"/>
              <a:gd name="connsiteX650" fmla="*/ 6548420 w 7467600"/>
              <a:gd name="connsiteY650" fmla="*/ 1214599 h 6858000"/>
              <a:gd name="connsiteX651" fmla="*/ 6605473 w 7467600"/>
              <a:gd name="connsiteY651" fmla="*/ 1184686 h 6858000"/>
              <a:gd name="connsiteX652" fmla="*/ 6691602 w 7467600"/>
              <a:gd name="connsiteY652" fmla="*/ 1140573 h 6858000"/>
              <a:gd name="connsiteX653" fmla="*/ 4002475 w 7467600"/>
              <a:gd name="connsiteY653" fmla="*/ 1037802 h 6858000"/>
              <a:gd name="connsiteX654" fmla="*/ 4000324 w 7467600"/>
              <a:gd name="connsiteY654" fmla="*/ 1039362 h 6858000"/>
              <a:gd name="connsiteX655" fmla="*/ 4002862 w 7467600"/>
              <a:gd name="connsiteY655" fmla="*/ 1042866 h 6858000"/>
              <a:gd name="connsiteX656" fmla="*/ 4002475 w 7467600"/>
              <a:gd name="connsiteY656" fmla="*/ 1037802 h 6858000"/>
              <a:gd name="connsiteX657" fmla="*/ 506322 w 7467600"/>
              <a:gd name="connsiteY657" fmla="*/ 1020997 h 6858000"/>
              <a:gd name="connsiteX658" fmla="*/ 533068 w 7467600"/>
              <a:gd name="connsiteY658" fmla="*/ 1029409 h 6858000"/>
              <a:gd name="connsiteX659" fmla="*/ 1232525 w 7467600"/>
              <a:gd name="connsiteY659" fmla="*/ 1804675 h 6858000"/>
              <a:gd name="connsiteX660" fmla="*/ 1388858 w 7467600"/>
              <a:gd name="connsiteY660" fmla="*/ 2368011 h 6858000"/>
              <a:gd name="connsiteX661" fmla="*/ 1384098 w 7467600"/>
              <a:gd name="connsiteY661" fmla="*/ 2378125 h 6858000"/>
              <a:gd name="connsiteX662" fmla="*/ 1425393 w 7467600"/>
              <a:gd name="connsiteY662" fmla="*/ 2589124 h 6858000"/>
              <a:gd name="connsiteX663" fmla="*/ 1424001 w 7467600"/>
              <a:gd name="connsiteY663" fmla="*/ 2597541 h 6858000"/>
              <a:gd name="connsiteX664" fmla="*/ 2152729 w 7467600"/>
              <a:gd name="connsiteY664" fmla="*/ 2864487 h 6858000"/>
              <a:gd name="connsiteX665" fmla="*/ 2020609 w 7467600"/>
              <a:gd name="connsiteY665" fmla="*/ 2539671 h 6858000"/>
              <a:gd name="connsiteX666" fmla="*/ 2018920 w 7467600"/>
              <a:gd name="connsiteY666" fmla="*/ 2536309 h 6858000"/>
              <a:gd name="connsiteX667" fmla="*/ 1342441 w 7467600"/>
              <a:gd name="connsiteY667" fmla="*/ 1173017 h 6858000"/>
              <a:gd name="connsiteX668" fmla="*/ 1367925 w 7467600"/>
              <a:gd name="connsiteY668" fmla="*/ 1135648 h 6858000"/>
              <a:gd name="connsiteX669" fmla="*/ 1771401 w 7467600"/>
              <a:gd name="connsiteY669" fmla="*/ 1806673 h 6858000"/>
              <a:gd name="connsiteX670" fmla="*/ 1972385 w 7467600"/>
              <a:gd name="connsiteY670" fmla="*/ 2198735 h 6858000"/>
              <a:gd name="connsiteX671" fmla="*/ 2040892 w 7467600"/>
              <a:gd name="connsiteY671" fmla="*/ 2405205 h 6858000"/>
              <a:gd name="connsiteX672" fmla="*/ 2131689 w 7467600"/>
              <a:gd name="connsiteY672" fmla="*/ 1936926 h 6858000"/>
              <a:gd name="connsiteX673" fmla="*/ 2454820 w 7467600"/>
              <a:gd name="connsiteY673" fmla="*/ 1248808 h 6858000"/>
              <a:gd name="connsiteX674" fmla="*/ 2492512 w 7467600"/>
              <a:gd name="connsiteY674" fmla="*/ 1302920 h 6858000"/>
              <a:gd name="connsiteX675" fmla="*/ 2081216 w 7467600"/>
              <a:gd name="connsiteY675" fmla="*/ 2527513 h 6858000"/>
              <a:gd name="connsiteX676" fmla="*/ 2081211 w 7467600"/>
              <a:gd name="connsiteY676" fmla="*/ 2528916 h 6858000"/>
              <a:gd name="connsiteX677" fmla="*/ 2199067 w 7467600"/>
              <a:gd name="connsiteY677" fmla="*/ 2884061 h 6858000"/>
              <a:gd name="connsiteX678" fmla="*/ 3192586 w 7467600"/>
              <a:gd name="connsiteY678" fmla="*/ 3411496 h 6858000"/>
              <a:gd name="connsiteX679" fmla="*/ 3182620 w 7467600"/>
              <a:gd name="connsiteY679" fmla="*/ 3483279 h 6858000"/>
              <a:gd name="connsiteX680" fmla="*/ 2435119 w 7467600"/>
              <a:gd name="connsiteY680" fmla="*/ 3080173 h 6858000"/>
              <a:gd name="connsiteX681" fmla="*/ 2410152 w 7467600"/>
              <a:gd name="connsiteY681" fmla="*/ 3063751 h 6858000"/>
              <a:gd name="connsiteX682" fmla="*/ 2408099 w 7467600"/>
              <a:gd name="connsiteY682" fmla="*/ 3064403 h 6858000"/>
              <a:gd name="connsiteX683" fmla="*/ 2407218 w 7467600"/>
              <a:gd name="connsiteY683" fmla="*/ 3070324 h 6858000"/>
              <a:gd name="connsiteX684" fmla="*/ 2380138 w 7467600"/>
              <a:gd name="connsiteY684" fmla="*/ 3099341 h 6858000"/>
              <a:gd name="connsiteX685" fmla="*/ 1765923 w 7467600"/>
              <a:gd name="connsiteY685" fmla="*/ 3581043 h 6858000"/>
              <a:gd name="connsiteX686" fmla="*/ 1702258 w 7467600"/>
              <a:gd name="connsiteY686" fmla="*/ 3612286 h 6858000"/>
              <a:gd name="connsiteX687" fmla="*/ 1538370 w 7467600"/>
              <a:gd name="connsiteY687" fmla="*/ 3811804 h 6858000"/>
              <a:gd name="connsiteX688" fmla="*/ 542867 w 7467600"/>
              <a:gd name="connsiteY688" fmla="*/ 4944092 h 6858000"/>
              <a:gd name="connsiteX689" fmla="*/ 515800 w 7467600"/>
              <a:gd name="connsiteY689" fmla="*/ 4862180 h 6858000"/>
              <a:gd name="connsiteX690" fmla="*/ 909145 w 7467600"/>
              <a:gd name="connsiteY690" fmla="*/ 4199225 h 6858000"/>
              <a:gd name="connsiteX691" fmla="*/ 1214067 w 7467600"/>
              <a:gd name="connsiteY691" fmla="*/ 3908561 h 6858000"/>
              <a:gd name="connsiteX692" fmla="*/ 640967 w 7467600"/>
              <a:gd name="connsiteY692" fmla="*/ 4105601 h 6858000"/>
              <a:gd name="connsiteX693" fmla="*/ 112563 w 7467600"/>
              <a:gd name="connsiteY693" fmla="*/ 4396952 h 6858000"/>
              <a:gd name="connsiteX694" fmla="*/ 0 w 7467600"/>
              <a:gd name="connsiteY694" fmla="*/ 4466006 h 6858000"/>
              <a:gd name="connsiteX695" fmla="*/ 0 w 7467600"/>
              <a:gd name="connsiteY695" fmla="*/ 4233763 h 6858000"/>
              <a:gd name="connsiteX696" fmla="*/ 36881 w 7467600"/>
              <a:gd name="connsiteY696" fmla="*/ 4200118 h 6858000"/>
              <a:gd name="connsiteX697" fmla="*/ 910534 w 7467600"/>
              <a:gd name="connsiteY697" fmla="*/ 3629753 h 6858000"/>
              <a:gd name="connsiteX698" fmla="*/ 1578717 w 7467600"/>
              <a:gd name="connsiteY698" fmla="*/ 3575982 h 6858000"/>
              <a:gd name="connsiteX699" fmla="*/ 2338780 w 7467600"/>
              <a:gd name="connsiteY699" fmla="*/ 3033725 h 6858000"/>
              <a:gd name="connsiteX700" fmla="*/ 1807991 w 7467600"/>
              <a:gd name="connsiteY700" fmla="*/ 2807184 h 6858000"/>
              <a:gd name="connsiteX701" fmla="*/ 1416358 w 7467600"/>
              <a:gd name="connsiteY701" fmla="*/ 3112571 h 6858000"/>
              <a:gd name="connsiteX702" fmla="*/ 939066 w 7467600"/>
              <a:gd name="connsiteY702" fmla="*/ 3378798 h 6858000"/>
              <a:gd name="connsiteX703" fmla="*/ 115099 w 7467600"/>
              <a:gd name="connsiteY703" fmla="*/ 3607650 h 6858000"/>
              <a:gd name="connsiteX704" fmla="*/ 97284 w 7467600"/>
              <a:gd name="connsiteY704" fmla="*/ 3520393 h 6858000"/>
              <a:gd name="connsiteX705" fmla="*/ 922050 w 7467600"/>
              <a:gd name="connsiteY705" fmla="*/ 3074867 h 6858000"/>
              <a:gd name="connsiteX706" fmla="*/ 1405265 w 7467600"/>
              <a:gd name="connsiteY706" fmla="*/ 3016319 h 6858000"/>
              <a:gd name="connsiteX707" fmla="*/ 1407512 w 7467600"/>
              <a:gd name="connsiteY707" fmla="*/ 3018001 h 6858000"/>
              <a:gd name="connsiteX708" fmla="*/ 1726266 w 7467600"/>
              <a:gd name="connsiteY708" fmla="*/ 2777274 h 6858000"/>
              <a:gd name="connsiteX709" fmla="*/ 625390 w 7467600"/>
              <a:gd name="connsiteY709" fmla="*/ 2514541 h 6858000"/>
              <a:gd name="connsiteX710" fmla="*/ 619799 w 7467600"/>
              <a:gd name="connsiteY710" fmla="*/ 2527180 h 6858000"/>
              <a:gd name="connsiteX711" fmla="*/ 310030 w 7467600"/>
              <a:gd name="connsiteY711" fmla="*/ 2771818 h 6858000"/>
              <a:gd name="connsiteX712" fmla="*/ 173877 w 7467600"/>
              <a:gd name="connsiteY712" fmla="*/ 2937056 h 6858000"/>
              <a:gd name="connsiteX713" fmla="*/ 77889 w 7467600"/>
              <a:gd name="connsiteY713" fmla="*/ 3138440 h 6858000"/>
              <a:gd name="connsiteX714" fmla="*/ 0 w 7467600"/>
              <a:gd name="connsiteY714" fmla="*/ 3271395 h 6858000"/>
              <a:gd name="connsiteX715" fmla="*/ 0 w 7467600"/>
              <a:gd name="connsiteY715" fmla="*/ 3153002 h 6858000"/>
              <a:gd name="connsiteX716" fmla="*/ 2386 w 7467600"/>
              <a:gd name="connsiteY716" fmla="*/ 3149203 h 6858000"/>
              <a:gd name="connsiteX717" fmla="*/ 89753 w 7467600"/>
              <a:gd name="connsiteY717" fmla="*/ 2987702 h 6858000"/>
              <a:gd name="connsiteX718" fmla="*/ 76869 w 7467600"/>
              <a:gd name="connsiteY718" fmla="*/ 3005404 h 6858000"/>
              <a:gd name="connsiteX719" fmla="*/ 32049 w 7467600"/>
              <a:gd name="connsiteY719" fmla="*/ 3065814 h 6858000"/>
              <a:gd name="connsiteX720" fmla="*/ 0 w 7467600"/>
              <a:gd name="connsiteY720" fmla="*/ 3108744 h 6858000"/>
              <a:gd name="connsiteX721" fmla="*/ 0 w 7467600"/>
              <a:gd name="connsiteY721" fmla="*/ 3058059 h 6858000"/>
              <a:gd name="connsiteX722" fmla="*/ 7610 w 7467600"/>
              <a:gd name="connsiteY722" fmla="*/ 3047889 h 6858000"/>
              <a:gd name="connsiteX723" fmla="*/ 52419 w 7467600"/>
              <a:gd name="connsiteY723" fmla="*/ 2987479 h 6858000"/>
              <a:gd name="connsiteX724" fmla="*/ 59142 w 7467600"/>
              <a:gd name="connsiteY724" fmla="*/ 2978488 h 6858000"/>
              <a:gd name="connsiteX725" fmla="*/ 0 w 7467600"/>
              <a:gd name="connsiteY725" fmla="*/ 3015334 h 6858000"/>
              <a:gd name="connsiteX726" fmla="*/ 0 w 7467600"/>
              <a:gd name="connsiteY726" fmla="*/ 2914286 h 6858000"/>
              <a:gd name="connsiteX727" fmla="*/ 36383 w 7467600"/>
              <a:gd name="connsiteY727" fmla="*/ 2901128 h 6858000"/>
              <a:gd name="connsiteX728" fmla="*/ 156329 w 7467600"/>
              <a:gd name="connsiteY728" fmla="*/ 2840533 h 6858000"/>
              <a:gd name="connsiteX729" fmla="*/ 358355 w 7467600"/>
              <a:gd name="connsiteY729" fmla="*/ 2620471 h 6858000"/>
              <a:gd name="connsiteX730" fmla="*/ 510577 w 7467600"/>
              <a:gd name="connsiteY730" fmla="*/ 2501244 h 6858000"/>
              <a:gd name="connsiteX731" fmla="*/ 211967 w 7467600"/>
              <a:gd name="connsiteY731" fmla="*/ 2479171 h 6858000"/>
              <a:gd name="connsiteX732" fmla="*/ 0 w 7467600"/>
              <a:gd name="connsiteY732" fmla="*/ 2476398 h 6858000"/>
              <a:gd name="connsiteX733" fmla="*/ 0 w 7467600"/>
              <a:gd name="connsiteY733" fmla="*/ 2389189 h 6858000"/>
              <a:gd name="connsiteX734" fmla="*/ 103062 w 7467600"/>
              <a:gd name="connsiteY734" fmla="*/ 2389518 h 6858000"/>
              <a:gd name="connsiteX735" fmla="*/ 510734 w 7467600"/>
              <a:gd name="connsiteY735" fmla="*/ 2416201 h 6858000"/>
              <a:gd name="connsiteX736" fmla="*/ 279257 w 7467600"/>
              <a:gd name="connsiteY736" fmla="*/ 2092102 h 6858000"/>
              <a:gd name="connsiteX737" fmla="*/ 65265 w 7467600"/>
              <a:gd name="connsiteY737" fmla="*/ 2006049 h 6858000"/>
              <a:gd name="connsiteX738" fmla="*/ 0 w 7467600"/>
              <a:gd name="connsiteY738" fmla="*/ 1982532 h 6858000"/>
              <a:gd name="connsiteX739" fmla="*/ 0 w 7467600"/>
              <a:gd name="connsiteY739" fmla="*/ 1912789 h 6858000"/>
              <a:gd name="connsiteX740" fmla="*/ 97460 w 7467600"/>
              <a:gd name="connsiteY740" fmla="*/ 1953725 h 6858000"/>
              <a:gd name="connsiteX741" fmla="*/ 221272 w 7467600"/>
              <a:gd name="connsiteY741" fmla="*/ 1980766 h 6858000"/>
              <a:gd name="connsiteX742" fmla="*/ 116765 w 7467600"/>
              <a:gd name="connsiteY742" fmla="*/ 1911033 h 6858000"/>
              <a:gd name="connsiteX743" fmla="*/ 16405 w 7467600"/>
              <a:gd name="connsiteY743" fmla="*/ 1803412 h 6858000"/>
              <a:gd name="connsiteX744" fmla="*/ 0 w 7467600"/>
              <a:gd name="connsiteY744" fmla="*/ 1784777 h 6858000"/>
              <a:gd name="connsiteX745" fmla="*/ 0 w 7467600"/>
              <a:gd name="connsiteY745" fmla="*/ 1740082 h 6858000"/>
              <a:gd name="connsiteX746" fmla="*/ 39394 w 7467600"/>
              <a:gd name="connsiteY746" fmla="*/ 1784856 h 6858000"/>
              <a:gd name="connsiteX747" fmla="*/ 135813 w 7467600"/>
              <a:gd name="connsiteY747" fmla="*/ 1888838 h 6858000"/>
              <a:gd name="connsiteX748" fmla="*/ 242575 w 7467600"/>
              <a:gd name="connsiteY748" fmla="*/ 1958841 h 6858000"/>
              <a:gd name="connsiteX749" fmla="*/ 82197 w 7467600"/>
              <a:gd name="connsiteY749" fmla="*/ 1754826 h 6858000"/>
              <a:gd name="connsiteX750" fmla="*/ 0 w 7467600"/>
              <a:gd name="connsiteY750" fmla="*/ 1679650 h 6858000"/>
              <a:gd name="connsiteX751" fmla="*/ 0 w 7467600"/>
              <a:gd name="connsiteY751" fmla="*/ 1602463 h 6858000"/>
              <a:gd name="connsiteX752" fmla="*/ 84689 w 7467600"/>
              <a:gd name="connsiteY752" fmla="*/ 1677442 h 6858000"/>
              <a:gd name="connsiteX753" fmla="*/ 298437 w 7467600"/>
              <a:gd name="connsiteY753" fmla="*/ 1968019 h 6858000"/>
              <a:gd name="connsiteX754" fmla="*/ 227269 w 7467600"/>
              <a:gd name="connsiteY754" fmla="*/ 1114064 h 6858000"/>
              <a:gd name="connsiteX755" fmla="*/ 248003 w 7467600"/>
              <a:gd name="connsiteY755" fmla="*/ 1089613 h 6858000"/>
              <a:gd name="connsiteX756" fmla="*/ 427020 w 7467600"/>
              <a:gd name="connsiteY756" fmla="*/ 1619803 h 6858000"/>
              <a:gd name="connsiteX757" fmla="*/ 340345 w 7467600"/>
              <a:gd name="connsiteY757" fmla="*/ 2027739 h 6858000"/>
              <a:gd name="connsiteX758" fmla="*/ 360865 w 7467600"/>
              <a:gd name="connsiteY758" fmla="*/ 2044827 h 6858000"/>
              <a:gd name="connsiteX759" fmla="*/ 560414 w 7467600"/>
              <a:gd name="connsiteY759" fmla="*/ 2421457 h 6858000"/>
              <a:gd name="connsiteX760" fmla="*/ 1359703 w 7467600"/>
              <a:gd name="connsiteY760" fmla="*/ 2578554 h 6858000"/>
              <a:gd name="connsiteX761" fmla="*/ 1359422 w 7467600"/>
              <a:gd name="connsiteY761" fmla="*/ 2577994 h 6858000"/>
              <a:gd name="connsiteX762" fmla="*/ 828701 w 7467600"/>
              <a:gd name="connsiteY762" fmla="*/ 1839520 h 6858000"/>
              <a:gd name="connsiteX763" fmla="*/ 494427 w 7467600"/>
              <a:gd name="connsiteY763" fmla="*/ 1092333 h 6858000"/>
              <a:gd name="connsiteX764" fmla="*/ 506322 w 7467600"/>
              <a:gd name="connsiteY764" fmla="*/ 1020997 h 6858000"/>
              <a:gd name="connsiteX765" fmla="*/ 4570198 w 7467600"/>
              <a:gd name="connsiteY765" fmla="*/ 978081 h 6858000"/>
              <a:gd name="connsiteX766" fmla="*/ 4523691 w 7467600"/>
              <a:gd name="connsiteY766" fmla="*/ 1127776 h 6858000"/>
              <a:gd name="connsiteX767" fmla="*/ 4509875 w 7467600"/>
              <a:gd name="connsiteY767" fmla="*/ 1167552 h 6858000"/>
              <a:gd name="connsiteX768" fmla="*/ 4478168 w 7467600"/>
              <a:gd name="connsiteY768" fmla="*/ 1260735 h 6858000"/>
              <a:gd name="connsiteX769" fmla="*/ 4409309 w 7467600"/>
              <a:gd name="connsiteY769" fmla="*/ 1666996 h 6858000"/>
              <a:gd name="connsiteX770" fmla="*/ 4370031 w 7467600"/>
              <a:gd name="connsiteY770" fmla="*/ 1955666 h 6858000"/>
              <a:gd name="connsiteX771" fmla="*/ 4570198 w 7467600"/>
              <a:gd name="connsiteY771" fmla="*/ 978081 h 6858000"/>
              <a:gd name="connsiteX772" fmla="*/ 4557898 w 7467600"/>
              <a:gd name="connsiteY772" fmla="*/ 900011 h 6858000"/>
              <a:gd name="connsiteX773" fmla="*/ 4344840 w 7467600"/>
              <a:gd name="connsiteY773" fmla="*/ 1922038 h 6858000"/>
              <a:gd name="connsiteX774" fmla="*/ 4378710 w 7467600"/>
              <a:gd name="connsiteY774" fmla="*/ 1665516 h 6858000"/>
              <a:gd name="connsiteX775" fmla="*/ 4448798 w 7467600"/>
              <a:gd name="connsiteY775" fmla="*/ 1253024 h 6858000"/>
              <a:gd name="connsiteX776" fmla="*/ 4480315 w 7467600"/>
              <a:gd name="connsiteY776" fmla="*/ 1158454 h 6858000"/>
              <a:gd name="connsiteX777" fmla="*/ 4494133 w 7467600"/>
              <a:gd name="connsiteY777" fmla="*/ 1118676 h 6858000"/>
              <a:gd name="connsiteX778" fmla="*/ 4557898 w 7467600"/>
              <a:gd name="connsiteY778" fmla="*/ 900011 h 6858000"/>
              <a:gd name="connsiteX779" fmla="*/ 5870151 w 7467600"/>
              <a:gd name="connsiteY779" fmla="*/ 898890 h 6858000"/>
              <a:gd name="connsiteX780" fmla="*/ 5861335 w 7467600"/>
              <a:gd name="connsiteY780" fmla="*/ 899177 h 6858000"/>
              <a:gd name="connsiteX781" fmla="*/ 5843702 w 7467600"/>
              <a:gd name="connsiteY781" fmla="*/ 899748 h 6858000"/>
              <a:gd name="connsiteX782" fmla="*/ 5651107 w 7467600"/>
              <a:gd name="connsiteY782" fmla="*/ 920306 h 6858000"/>
              <a:gd name="connsiteX783" fmla="*/ 5459407 w 7467600"/>
              <a:gd name="connsiteY783" fmla="*/ 940975 h 6858000"/>
              <a:gd name="connsiteX784" fmla="*/ 5374846 w 7467600"/>
              <a:gd name="connsiteY784" fmla="*/ 941988 h 6858000"/>
              <a:gd name="connsiteX785" fmla="*/ 5256105 w 7467600"/>
              <a:gd name="connsiteY785" fmla="*/ 945632 h 6858000"/>
              <a:gd name="connsiteX786" fmla="*/ 5107071 w 7467600"/>
              <a:gd name="connsiteY786" fmla="*/ 969720 h 6858000"/>
              <a:gd name="connsiteX787" fmla="*/ 4998681 w 7467600"/>
              <a:gd name="connsiteY787" fmla="*/ 988771 h 6858000"/>
              <a:gd name="connsiteX788" fmla="*/ 5870151 w 7467600"/>
              <a:gd name="connsiteY788" fmla="*/ 898890 h 6858000"/>
              <a:gd name="connsiteX789" fmla="*/ 5504425 w 7467600"/>
              <a:gd name="connsiteY789" fmla="*/ 848067 h 6858000"/>
              <a:gd name="connsiteX790" fmla="*/ 4968849 w 7467600"/>
              <a:gd name="connsiteY790" fmla="*/ 962318 h 6858000"/>
              <a:gd name="connsiteX791" fmla="*/ 5104039 w 7467600"/>
              <a:gd name="connsiteY791" fmla="*/ 940634 h 6858000"/>
              <a:gd name="connsiteX792" fmla="*/ 5256311 w 7467600"/>
              <a:gd name="connsiteY792" fmla="*/ 916490 h 6858000"/>
              <a:gd name="connsiteX793" fmla="*/ 5377381 w 7467600"/>
              <a:gd name="connsiteY793" fmla="*/ 912671 h 6858000"/>
              <a:gd name="connsiteX794" fmla="*/ 5460148 w 7467600"/>
              <a:gd name="connsiteY794" fmla="*/ 911442 h 6858000"/>
              <a:gd name="connsiteX795" fmla="*/ 5648971 w 7467600"/>
              <a:gd name="connsiteY795" fmla="*/ 891331 h 6858000"/>
              <a:gd name="connsiteX796" fmla="*/ 5844807 w 7467600"/>
              <a:gd name="connsiteY796" fmla="*/ 870718 h 6858000"/>
              <a:gd name="connsiteX797" fmla="*/ 5862975 w 7467600"/>
              <a:gd name="connsiteY797" fmla="*/ 869756 h 6858000"/>
              <a:gd name="connsiteX798" fmla="*/ 5920887 w 7467600"/>
              <a:gd name="connsiteY798" fmla="*/ 865929 h 6858000"/>
              <a:gd name="connsiteX799" fmla="*/ 5504425 w 7467600"/>
              <a:gd name="connsiteY799" fmla="*/ 848067 h 6858000"/>
              <a:gd name="connsiteX800" fmla="*/ 3607114 w 7467600"/>
              <a:gd name="connsiteY800" fmla="*/ 467441 h 6858000"/>
              <a:gd name="connsiteX801" fmla="*/ 3296242 w 7467600"/>
              <a:gd name="connsiteY801" fmla="*/ 807991 h 6858000"/>
              <a:gd name="connsiteX802" fmla="*/ 3174674 w 7467600"/>
              <a:gd name="connsiteY802" fmla="*/ 919759 h 6858000"/>
              <a:gd name="connsiteX803" fmla="*/ 3042978 w 7467600"/>
              <a:gd name="connsiteY803" fmla="*/ 1054894 h 6858000"/>
              <a:gd name="connsiteX804" fmla="*/ 2968914 w 7467600"/>
              <a:gd name="connsiteY804" fmla="*/ 1133756 h 6858000"/>
              <a:gd name="connsiteX805" fmla="*/ 3103823 w 7467600"/>
              <a:gd name="connsiteY805" fmla="*/ 1026814 h 6858000"/>
              <a:gd name="connsiteX806" fmla="*/ 3607114 w 7467600"/>
              <a:gd name="connsiteY806" fmla="*/ 467441 h 6858000"/>
              <a:gd name="connsiteX807" fmla="*/ 3744487 w 7467600"/>
              <a:gd name="connsiteY807" fmla="*/ 383136 h 6858000"/>
              <a:gd name="connsiteX808" fmla="*/ 3970213 w 7467600"/>
              <a:gd name="connsiteY808" fmla="*/ 995559 h 6858000"/>
              <a:gd name="connsiteX809" fmla="*/ 3744487 w 7467600"/>
              <a:gd name="connsiteY809" fmla="*/ 383136 h 6858000"/>
              <a:gd name="connsiteX810" fmla="*/ 3624562 w 7467600"/>
              <a:gd name="connsiteY810" fmla="*/ 367041 h 6858000"/>
              <a:gd name="connsiteX811" fmla="*/ 3489712 w 7467600"/>
              <a:gd name="connsiteY811" fmla="*/ 485386 h 6858000"/>
              <a:gd name="connsiteX812" fmla="*/ 3182994 w 7467600"/>
              <a:gd name="connsiteY812" fmla="*/ 828265 h 6858000"/>
              <a:gd name="connsiteX813" fmla="*/ 2892114 w 7467600"/>
              <a:gd name="connsiteY813" fmla="*/ 1172635 h 6858000"/>
              <a:gd name="connsiteX814" fmla="*/ 3021459 w 7467600"/>
              <a:gd name="connsiteY814" fmla="*/ 1035385 h 6858000"/>
              <a:gd name="connsiteX815" fmla="*/ 3153873 w 7467600"/>
              <a:gd name="connsiteY815" fmla="*/ 898971 h 6858000"/>
              <a:gd name="connsiteX816" fmla="*/ 3276511 w 7467600"/>
              <a:gd name="connsiteY816" fmla="*/ 786423 h 6858000"/>
              <a:gd name="connsiteX817" fmla="*/ 3584154 w 7467600"/>
              <a:gd name="connsiteY817" fmla="*/ 448218 h 6858000"/>
              <a:gd name="connsiteX818" fmla="*/ 3624562 w 7467600"/>
              <a:gd name="connsiteY818" fmla="*/ 367041 h 6858000"/>
              <a:gd name="connsiteX819" fmla="*/ 3766672 w 7467600"/>
              <a:gd name="connsiteY819" fmla="*/ 359429 h 6858000"/>
              <a:gd name="connsiteX820" fmla="*/ 3996338 w 7467600"/>
              <a:gd name="connsiteY820" fmla="*/ 968237 h 6858000"/>
              <a:gd name="connsiteX821" fmla="*/ 3766672 w 7467600"/>
              <a:gd name="connsiteY821" fmla="*/ 359429 h 6858000"/>
              <a:gd name="connsiteX822" fmla="*/ 5805386 w 7467600"/>
              <a:gd name="connsiteY822" fmla="*/ 239240 h 6858000"/>
              <a:gd name="connsiteX823" fmla="*/ 5736947 w 7467600"/>
              <a:gd name="connsiteY823" fmla="*/ 261367 h 6858000"/>
              <a:gd name="connsiteX824" fmla="*/ 5427012 w 7467600"/>
              <a:gd name="connsiteY824" fmla="*/ 311272 h 6858000"/>
              <a:gd name="connsiteX825" fmla="*/ 5147818 w 7467600"/>
              <a:gd name="connsiteY825" fmla="*/ 322112 h 6858000"/>
              <a:gd name="connsiteX826" fmla="*/ 5060854 w 7467600"/>
              <a:gd name="connsiteY826" fmla="*/ 311882 h 6858000"/>
              <a:gd name="connsiteX827" fmla="*/ 4945989 w 7467600"/>
              <a:gd name="connsiteY827" fmla="*/ 300516 h 6858000"/>
              <a:gd name="connsiteX828" fmla="*/ 5410479 w 7467600"/>
              <a:gd name="connsiteY828" fmla="*/ 348434 h 6858000"/>
              <a:gd name="connsiteX829" fmla="*/ 5805386 w 7467600"/>
              <a:gd name="connsiteY829" fmla="*/ 239240 h 6858000"/>
              <a:gd name="connsiteX830" fmla="*/ 5905192 w 7467600"/>
              <a:gd name="connsiteY830" fmla="*/ 163079 h 6858000"/>
              <a:gd name="connsiteX831" fmla="*/ 5865655 w 7467600"/>
              <a:gd name="connsiteY831" fmla="*/ 171901 h 6858000"/>
              <a:gd name="connsiteX832" fmla="*/ 5259740 w 7467600"/>
              <a:gd name="connsiteY832" fmla="*/ 257013 h 6858000"/>
              <a:gd name="connsiteX833" fmla="*/ 5208466 w 7467600"/>
              <a:gd name="connsiteY833" fmla="*/ 257550 h 6858000"/>
              <a:gd name="connsiteX834" fmla="*/ 4980204 w 7467600"/>
              <a:gd name="connsiteY834" fmla="*/ 271903 h 6858000"/>
              <a:gd name="connsiteX835" fmla="*/ 5068068 w 7467600"/>
              <a:gd name="connsiteY835" fmla="*/ 282244 h 6858000"/>
              <a:gd name="connsiteX836" fmla="*/ 5153231 w 7467600"/>
              <a:gd name="connsiteY836" fmla="*/ 292240 h 6858000"/>
              <a:gd name="connsiteX837" fmla="*/ 5426491 w 7467600"/>
              <a:gd name="connsiteY837" fmla="*/ 281128 h 6858000"/>
              <a:gd name="connsiteX838" fmla="*/ 5731212 w 7467600"/>
              <a:gd name="connsiteY838" fmla="*/ 231951 h 6858000"/>
              <a:gd name="connsiteX839" fmla="*/ 5905192 w 7467600"/>
              <a:gd name="connsiteY839" fmla="*/ 163079 h 6858000"/>
              <a:gd name="connsiteX840" fmla="*/ 5944437 w 7467600"/>
              <a:gd name="connsiteY840" fmla="*/ 113829 h 6858000"/>
              <a:gd name="connsiteX841" fmla="*/ 5825032 w 7467600"/>
              <a:gd name="connsiteY841" fmla="*/ 146405 h 6858000"/>
              <a:gd name="connsiteX842" fmla="*/ 4955599 w 7467600"/>
              <a:gd name="connsiteY842" fmla="*/ 247008 h 6858000"/>
              <a:gd name="connsiteX843" fmla="*/ 5210104 w 7467600"/>
              <a:gd name="connsiteY843" fmla="*/ 228123 h 6858000"/>
              <a:gd name="connsiteX844" fmla="*/ 5261015 w 7467600"/>
              <a:gd name="connsiteY844" fmla="*/ 227087 h 6858000"/>
              <a:gd name="connsiteX845" fmla="*/ 5861181 w 7467600"/>
              <a:gd name="connsiteY845" fmla="*/ 143093 h 6858000"/>
              <a:gd name="connsiteX846" fmla="*/ 5961252 w 7467600"/>
              <a:gd name="connsiteY846" fmla="*/ 114820 h 6858000"/>
              <a:gd name="connsiteX847" fmla="*/ 5944437 w 7467600"/>
              <a:gd name="connsiteY847" fmla="*/ 113829 h 6858000"/>
              <a:gd name="connsiteX848" fmla="*/ 3882765 w 7467600"/>
              <a:gd name="connsiteY848" fmla="*/ 0 h 6858000"/>
              <a:gd name="connsiteX849" fmla="*/ 3995099 w 7467600"/>
              <a:gd name="connsiteY849" fmla="*/ 0 h 6858000"/>
              <a:gd name="connsiteX850" fmla="*/ 4163818 w 7467600"/>
              <a:gd name="connsiteY850" fmla="*/ 234104 h 6858000"/>
              <a:gd name="connsiteX851" fmla="*/ 4172099 w 7467600"/>
              <a:gd name="connsiteY851" fmla="*/ 234207 h 6858000"/>
              <a:gd name="connsiteX852" fmla="*/ 4784282 w 7467600"/>
              <a:gd name="connsiteY852" fmla="*/ 276561 h 6858000"/>
              <a:gd name="connsiteX853" fmla="*/ 4801687 w 7467600"/>
              <a:gd name="connsiteY853" fmla="*/ 267764 h 6858000"/>
              <a:gd name="connsiteX854" fmla="*/ 6082788 w 7467600"/>
              <a:gd name="connsiteY854" fmla="*/ 64119 h 6858000"/>
              <a:gd name="connsiteX855" fmla="*/ 6099442 w 7467600"/>
              <a:gd name="connsiteY855" fmla="*/ 82568 h 6858000"/>
              <a:gd name="connsiteX856" fmla="*/ 4804137 w 7467600"/>
              <a:gd name="connsiteY856" fmla="*/ 320931 h 6858000"/>
              <a:gd name="connsiteX857" fmla="*/ 4227047 w 7467600"/>
              <a:gd name="connsiteY857" fmla="*/ 313415 h 6858000"/>
              <a:gd name="connsiteX858" fmla="*/ 4346041 w 7467600"/>
              <a:gd name="connsiteY858" fmla="*/ 456086 h 6858000"/>
              <a:gd name="connsiteX859" fmla="*/ 4870967 w 7467600"/>
              <a:gd name="connsiteY859" fmla="*/ 963061 h 6858000"/>
              <a:gd name="connsiteX860" fmla="*/ 4889647 w 7467600"/>
              <a:gd name="connsiteY860" fmla="*/ 957147 h 6858000"/>
              <a:gd name="connsiteX861" fmla="*/ 5422504 w 7467600"/>
              <a:gd name="connsiteY861" fmla="*/ 805191 h 6858000"/>
              <a:gd name="connsiteX862" fmla="*/ 6087656 w 7467600"/>
              <a:gd name="connsiteY862" fmla="*/ 826703 h 6858000"/>
              <a:gd name="connsiteX863" fmla="*/ 6058717 w 7467600"/>
              <a:gd name="connsiteY863" fmla="*/ 865992 h 6858000"/>
              <a:gd name="connsiteX864" fmla="*/ 4974153 w 7467600"/>
              <a:gd name="connsiteY864" fmla="*/ 1045456 h 6858000"/>
              <a:gd name="connsiteX865" fmla="*/ 5627835 w 7467600"/>
              <a:gd name="connsiteY865" fmla="*/ 1472077 h 6858000"/>
              <a:gd name="connsiteX866" fmla="*/ 5629817 w 7467600"/>
              <a:gd name="connsiteY866" fmla="*/ 1471412 h 6858000"/>
              <a:gd name="connsiteX867" fmla="*/ 5634124 w 7467600"/>
              <a:gd name="connsiteY867" fmla="*/ 1470572 h 6858000"/>
              <a:gd name="connsiteX868" fmla="*/ 5755832 w 7467600"/>
              <a:gd name="connsiteY868" fmla="*/ 1383886 h 6858000"/>
              <a:gd name="connsiteX869" fmla="*/ 6014186 w 7467600"/>
              <a:gd name="connsiteY869" fmla="*/ 1279799 h 6858000"/>
              <a:gd name="connsiteX870" fmla="*/ 6901619 w 7467600"/>
              <a:gd name="connsiteY870" fmla="*/ 1047874 h 6858000"/>
              <a:gd name="connsiteX871" fmla="*/ 6931566 w 7467600"/>
              <a:gd name="connsiteY871" fmla="*/ 1062034 h 6858000"/>
              <a:gd name="connsiteX872" fmla="*/ 5790982 w 7467600"/>
              <a:gd name="connsiteY872" fmla="*/ 1561380 h 6858000"/>
              <a:gd name="connsiteX873" fmla="*/ 6188971 w 7467600"/>
              <a:gd name="connsiteY873" fmla="*/ 1755168 h 6858000"/>
              <a:gd name="connsiteX874" fmla="*/ 6202446 w 7467600"/>
              <a:gd name="connsiteY874" fmla="*/ 1752268 h 6858000"/>
              <a:gd name="connsiteX875" fmla="*/ 7179560 w 7467600"/>
              <a:gd name="connsiteY875" fmla="*/ 1467551 h 6858000"/>
              <a:gd name="connsiteX876" fmla="*/ 7158730 w 7467600"/>
              <a:gd name="connsiteY876" fmla="*/ 1507835 h 6858000"/>
              <a:gd name="connsiteX877" fmla="*/ 6326959 w 7467600"/>
              <a:gd name="connsiteY877" fmla="*/ 1817686 h 6858000"/>
              <a:gd name="connsiteX878" fmla="*/ 6537433 w 7467600"/>
              <a:gd name="connsiteY878" fmla="*/ 1907790 h 6858000"/>
              <a:gd name="connsiteX879" fmla="*/ 6550221 w 7467600"/>
              <a:gd name="connsiteY879" fmla="*/ 1910729 h 6858000"/>
              <a:gd name="connsiteX880" fmla="*/ 6964438 w 7467600"/>
              <a:gd name="connsiteY880" fmla="*/ 2209505 h 6858000"/>
              <a:gd name="connsiteX881" fmla="*/ 7367862 w 7467600"/>
              <a:gd name="connsiteY881" fmla="*/ 2806833 h 6858000"/>
              <a:gd name="connsiteX882" fmla="*/ 7364329 w 7467600"/>
              <a:gd name="connsiteY882" fmla="*/ 2826907 h 6858000"/>
              <a:gd name="connsiteX883" fmla="*/ 7290545 w 7467600"/>
              <a:gd name="connsiteY883" fmla="*/ 2850663 h 6858000"/>
              <a:gd name="connsiteX884" fmla="*/ 6472036 w 7467600"/>
              <a:gd name="connsiteY884" fmla="*/ 1959003 h 6858000"/>
              <a:gd name="connsiteX885" fmla="*/ 5792897 w 7467600"/>
              <a:gd name="connsiteY885" fmla="*/ 1647747 h 6858000"/>
              <a:gd name="connsiteX886" fmla="*/ 5842751 w 7467600"/>
              <a:gd name="connsiteY886" fmla="*/ 1816112 h 6858000"/>
              <a:gd name="connsiteX887" fmla="*/ 5847424 w 7467600"/>
              <a:gd name="connsiteY887" fmla="*/ 1815776 h 6858000"/>
              <a:gd name="connsiteX888" fmla="*/ 6399821 w 7467600"/>
              <a:gd name="connsiteY888" fmla="*/ 2344799 h 6858000"/>
              <a:gd name="connsiteX889" fmla="*/ 6323232 w 7467600"/>
              <a:gd name="connsiteY889" fmla="*/ 2389634 h 6858000"/>
              <a:gd name="connsiteX890" fmla="*/ 5942958 w 7467600"/>
              <a:gd name="connsiteY890" fmla="*/ 2077708 h 6858000"/>
              <a:gd name="connsiteX891" fmla="*/ 5921559 w 7467600"/>
              <a:gd name="connsiteY891" fmla="*/ 2378596 h 6858000"/>
              <a:gd name="connsiteX892" fmla="*/ 5817651 w 7467600"/>
              <a:gd name="connsiteY892" fmla="*/ 3023919 h 6858000"/>
              <a:gd name="connsiteX893" fmla="*/ 5729634 w 7467600"/>
              <a:gd name="connsiteY893" fmla="*/ 3051849 h 6858000"/>
              <a:gd name="connsiteX894" fmla="*/ 5611018 w 7467600"/>
              <a:gd name="connsiteY894" fmla="*/ 2316769 h 6858000"/>
              <a:gd name="connsiteX895" fmla="*/ 5687608 w 7467600"/>
              <a:gd name="connsiteY895" fmla="*/ 2039972 h 6858000"/>
              <a:gd name="connsiteX896" fmla="*/ 5657554 w 7467600"/>
              <a:gd name="connsiteY896" fmla="*/ 1576445 h 6858000"/>
              <a:gd name="connsiteX897" fmla="*/ 5150475 w 7467600"/>
              <a:gd name="connsiteY897" fmla="*/ 1274012 h 6858000"/>
              <a:gd name="connsiteX898" fmla="*/ 5349142 w 7467600"/>
              <a:gd name="connsiteY898" fmla="*/ 2204405 h 6858000"/>
              <a:gd name="connsiteX899" fmla="*/ 5262214 w 7467600"/>
              <a:gd name="connsiteY899" fmla="*/ 2233836 h 6858000"/>
              <a:gd name="connsiteX900" fmla="*/ 4981539 w 7467600"/>
              <a:gd name="connsiteY900" fmla="*/ 1542201 h 6858000"/>
              <a:gd name="connsiteX901" fmla="*/ 4958461 w 7467600"/>
              <a:gd name="connsiteY901" fmla="*/ 1136957 h 6858000"/>
              <a:gd name="connsiteX902" fmla="*/ 4655015 w 7467600"/>
              <a:gd name="connsiteY902" fmla="*/ 891426 h 6858000"/>
              <a:gd name="connsiteX903" fmla="*/ 4348002 w 7467600"/>
              <a:gd name="connsiteY903" fmla="*/ 2205895 h 6858000"/>
              <a:gd name="connsiteX904" fmla="*/ 4262250 w 7467600"/>
              <a:gd name="connsiteY904" fmla="*/ 2219972 h 6858000"/>
              <a:gd name="connsiteX905" fmla="*/ 4550611 w 7467600"/>
              <a:gd name="connsiteY905" fmla="*/ 817540 h 6858000"/>
              <a:gd name="connsiteX906" fmla="*/ 4564418 w 7467600"/>
              <a:gd name="connsiteY906" fmla="*/ 808293 h 6858000"/>
              <a:gd name="connsiteX907" fmla="*/ 4266388 w 7467600"/>
              <a:gd name="connsiteY907" fmla="*/ 500083 h 6858000"/>
              <a:gd name="connsiteX908" fmla="*/ 4032842 w 7467600"/>
              <a:gd name="connsiteY908" fmla="*/ 211809 h 6858000"/>
              <a:gd name="connsiteX909" fmla="*/ 3882765 w 7467600"/>
              <a:gd name="connsiteY909" fmla="*/ 0 h 6858000"/>
              <a:gd name="connsiteX910" fmla="*/ 3721337 w 7467600"/>
              <a:gd name="connsiteY910" fmla="*/ 0 h 6858000"/>
              <a:gd name="connsiteX911" fmla="*/ 3797544 w 7467600"/>
              <a:gd name="connsiteY911" fmla="*/ 0 h 6858000"/>
              <a:gd name="connsiteX912" fmla="*/ 3775734 w 7467600"/>
              <a:gd name="connsiteY912" fmla="*/ 95131 h 6858000"/>
              <a:gd name="connsiteX913" fmla="*/ 3724807 w 7467600"/>
              <a:gd name="connsiteY913" fmla="*/ 272257 h 6858000"/>
              <a:gd name="connsiteX914" fmla="*/ 3726844 w 7467600"/>
              <a:gd name="connsiteY914" fmla="*/ 282988 h 6858000"/>
              <a:gd name="connsiteX915" fmla="*/ 3742664 w 7467600"/>
              <a:gd name="connsiteY915" fmla="*/ 279918 h 6858000"/>
              <a:gd name="connsiteX916" fmla="*/ 4103910 w 7467600"/>
              <a:gd name="connsiteY916" fmla="*/ 1161917 h 6858000"/>
              <a:gd name="connsiteX917" fmla="*/ 4020269 w 7467600"/>
              <a:gd name="connsiteY917" fmla="*/ 1200406 h 6858000"/>
              <a:gd name="connsiteX918" fmla="*/ 3674882 w 7467600"/>
              <a:gd name="connsiteY918" fmla="*/ 488524 h 6858000"/>
              <a:gd name="connsiteX919" fmla="*/ 3132682 w 7467600"/>
              <a:gd name="connsiteY919" fmla="*/ 1072284 h 6858000"/>
              <a:gd name="connsiteX920" fmla="*/ 2716346 w 7467600"/>
              <a:gd name="connsiteY920" fmla="*/ 1276376 h 6858000"/>
              <a:gd name="connsiteX921" fmla="*/ 2716772 w 7467600"/>
              <a:gd name="connsiteY921" fmla="*/ 1255462 h 6858000"/>
              <a:gd name="connsiteX922" fmla="*/ 3471096 w 7467600"/>
              <a:gd name="connsiteY922" fmla="*/ 437072 h 6858000"/>
              <a:gd name="connsiteX923" fmla="*/ 3639057 w 7467600"/>
              <a:gd name="connsiteY923" fmla="*/ 286334 h 6858000"/>
              <a:gd name="connsiteX924" fmla="*/ 3640309 w 7467600"/>
              <a:gd name="connsiteY924" fmla="*/ 284664 h 6858000"/>
              <a:gd name="connsiteX925" fmla="*/ 3646022 w 7467600"/>
              <a:gd name="connsiteY925" fmla="*/ 276711 h 6858000"/>
              <a:gd name="connsiteX926" fmla="*/ 3707943 w 7467600"/>
              <a:gd name="connsiteY926" fmla="*/ 65958 h 6858000"/>
              <a:gd name="connsiteX927" fmla="*/ 3721337 w 7467600"/>
              <a:gd name="connsiteY927" fmla="*/ 0 h 6858000"/>
              <a:gd name="connsiteX928" fmla="*/ 2867960 w 7467600"/>
              <a:gd name="connsiteY928" fmla="*/ 0 h 6858000"/>
              <a:gd name="connsiteX929" fmla="*/ 2926351 w 7467600"/>
              <a:gd name="connsiteY929" fmla="*/ 0 h 6858000"/>
              <a:gd name="connsiteX930" fmla="*/ 2902823 w 7467600"/>
              <a:gd name="connsiteY930" fmla="*/ 262929 h 6858000"/>
              <a:gd name="connsiteX931" fmla="*/ 2940663 w 7467600"/>
              <a:gd name="connsiteY931" fmla="*/ 140884 h 6858000"/>
              <a:gd name="connsiteX932" fmla="*/ 2947039 w 7467600"/>
              <a:gd name="connsiteY932" fmla="*/ 122524 h 6858000"/>
              <a:gd name="connsiteX933" fmla="*/ 2984316 w 7467600"/>
              <a:gd name="connsiteY933" fmla="*/ 0 h 6858000"/>
              <a:gd name="connsiteX934" fmla="*/ 3016114 w 7467600"/>
              <a:gd name="connsiteY934" fmla="*/ 0 h 6858000"/>
              <a:gd name="connsiteX935" fmla="*/ 2979949 w 7467600"/>
              <a:gd name="connsiteY935" fmla="*/ 119274 h 6858000"/>
              <a:gd name="connsiteX936" fmla="*/ 3023879 w 7467600"/>
              <a:gd name="connsiteY936" fmla="*/ 0 h 6858000"/>
              <a:gd name="connsiteX937" fmla="*/ 3105400 w 7467600"/>
              <a:gd name="connsiteY937" fmla="*/ 0 h 6858000"/>
              <a:gd name="connsiteX938" fmla="*/ 3094669 w 7467600"/>
              <a:gd name="connsiteY938" fmla="*/ 30308 h 6858000"/>
              <a:gd name="connsiteX939" fmla="*/ 2901945 w 7467600"/>
              <a:gd name="connsiteY939" fmla="*/ 466538 h 6858000"/>
              <a:gd name="connsiteX940" fmla="*/ 2815209 w 7467600"/>
              <a:gd name="connsiteY940" fmla="*/ 497361 h 6858000"/>
              <a:gd name="connsiteX941" fmla="*/ 2844845 w 7467600"/>
              <a:gd name="connsiteY941" fmla="*/ 127638 h 6858000"/>
              <a:gd name="connsiteX942" fmla="*/ 2867960 w 7467600"/>
              <a:gd name="connsiteY942" fmla="*/ 0 h 6858000"/>
              <a:gd name="connsiteX943" fmla="*/ 1057230 w 7467600"/>
              <a:gd name="connsiteY943" fmla="*/ 0 h 6858000"/>
              <a:gd name="connsiteX944" fmla="*/ 1111003 w 7467600"/>
              <a:gd name="connsiteY944" fmla="*/ 0 h 6858000"/>
              <a:gd name="connsiteX945" fmla="*/ 1125553 w 7467600"/>
              <a:gd name="connsiteY945" fmla="*/ 52588 h 6858000"/>
              <a:gd name="connsiteX946" fmla="*/ 1304276 w 7467600"/>
              <a:gd name="connsiteY946" fmla="*/ 476275 h 6858000"/>
              <a:gd name="connsiteX947" fmla="*/ 1492066 w 7467600"/>
              <a:gd name="connsiteY947" fmla="*/ 886333 h 6858000"/>
              <a:gd name="connsiteX948" fmla="*/ 1423698 w 7467600"/>
              <a:gd name="connsiteY948" fmla="*/ 710817 h 6858000"/>
              <a:gd name="connsiteX949" fmla="*/ 1357609 w 7467600"/>
              <a:gd name="connsiteY949" fmla="*/ 532892 h 6858000"/>
              <a:gd name="connsiteX950" fmla="*/ 1309550 w 7467600"/>
              <a:gd name="connsiteY950" fmla="*/ 374031 h 6858000"/>
              <a:gd name="connsiteX951" fmla="*/ 1193673 w 7467600"/>
              <a:gd name="connsiteY951" fmla="*/ 49533 h 6858000"/>
              <a:gd name="connsiteX952" fmla="*/ 1164391 w 7467600"/>
              <a:gd name="connsiteY952" fmla="*/ 0 h 6858000"/>
              <a:gd name="connsiteX953" fmla="*/ 1200666 w 7467600"/>
              <a:gd name="connsiteY953" fmla="*/ 0 h 6858000"/>
              <a:gd name="connsiteX954" fmla="*/ 1223408 w 7467600"/>
              <a:gd name="connsiteY954" fmla="*/ 38996 h 6858000"/>
              <a:gd name="connsiteX955" fmla="*/ 1339635 w 7467600"/>
              <a:gd name="connsiteY955" fmla="*/ 365517 h 6858000"/>
              <a:gd name="connsiteX956" fmla="*/ 1387469 w 7467600"/>
              <a:gd name="connsiteY956" fmla="*/ 523079 h 6858000"/>
              <a:gd name="connsiteX957" fmla="*/ 1452685 w 7467600"/>
              <a:gd name="connsiteY957" fmla="*/ 699806 h 6858000"/>
              <a:gd name="connsiteX958" fmla="*/ 1492092 w 7467600"/>
              <a:gd name="connsiteY958" fmla="*/ 800424 h 6858000"/>
              <a:gd name="connsiteX959" fmla="*/ 1455302 w 7467600"/>
              <a:gd name="connsiteY959" fmla="*/ 632913 h 6858000"/>
              <a:gd name="connsiteX960" fmla="*/ 1222336 w 7467600"/>
              <a:gd name="connsiteY960" fmla="*/ 9480 h 6858000"/>
              <a:gd name="connsiteX961" fmla="*/ 1214634 w 7467600"/>
              <a:gd name="connsiteY961" fmla="*/ 0 h 6858000"/>
              <a:gd name="connsiteX962" fmla="*/ 1289827 w 7467600"/>
              <a:gd name="connsiteY962" fmla="*/ 0 h 6858000"/>
              <a:gd name="connsiteX963" fmla="*/ 1321076 w 7467600"/>
              <a:gd name="connsiteY963" fmla="*/ 59722 h 6858000"/>
              <a:gd name="connsiteX964" fmla="*/ 1512579 w 7467600"/>
              <a:gd name="connsiteY964" fmla="*/ 626441 h 6858000"/>
              <a:gd name="connsiteX965" fmla="*/ 1506076 w 7467600"/>
              <a:gd name="connsiteY965" fmla="*/ 1089289 h 6858000"/>
              <a:gd name="connsiteX966" fmla="*/ 1486346 w 7467600"/>
              <a:gd name="connsiteY966" fmla="*/ 1079919 h 6858000"/>
              <a:gd name="connsiteX967" fmla="*/ 1070511 w 7467600"/>
              <a:gd name="connsiteY967" fmla="*/ 48609 h 6858000"/>
              <a:gd name="connsiteX968" fmla="*/ 1057230 w 7467600"/>
              <a:gd name="connsiteY968" fmla="*/ 0 h 6858000"/>
              <a:gd name="connsiteX969" fmla="*/ 43151 w 7467600"/>
              <a:gd name="connsiteY969" fmla="*/ 0 h 6858000"/>
              <a:gd name="connsiteX970" fmla="*/ 95283 w 7467600"/>
              <a:gd name="connsiteY970" fmla="*/ 0 h 6858000"/>
              <a:gd name="connsiteX971" fmla="*/ 300708 w 7467600"/>
              <a:gd name="connsiteY971" fmla="*/ 154571 h 6858000"/>
              <a:gd name="connsiteX972" fmla="*/ 530414 w 7467600"/>
              <a:gd name="connsiteY972" fmla="*/ 354673 h 6858000"/>
              <a:gd name="connsiteX973" fmla="*/ 333785 w 7467600"/>
              <a:gd name="connsiteY973" fmla="*/ 161564 h 6858000"/>
              <a:gd name="connsiteX974" fmla="*/ 147005 w 7467600"/>
              <a:gd name="connsiteY974" fmla="*/ 0 h 6858000"/>
              <a:gd name="connsiteX975" fmla="*/ 272509 w 7467600"/>
              <a:gd name="connsiteY975" fmla="*/ 0 h 6858000"/>
              <a:gd name="connsiteX976" fmla="*/ 326276 w 7467600"/>
              <a:gd name="connsiteY976" fmla="*/ 45847 h 6858000"/>
              <a:gd name="connsiteX977" fmla="*/ 823759 w 7467600"/>
              <a:gd name="connsiteY977" fmla="*/ 574145 h 6858000"/>
              <a:gd name="connsiteX978" fmla="*/ 811254 w 7467600"/>
              <a:gd name="connsiteY978" fmla="*/ 665546 h 6858000"/>
              <a:gd name="connsiteX979" fmla="*/ 154042 w 7467600"/>
              <a:gd name="connsiteY979" fmla="*/ 261522 h 6858000"/>
              <a:gd name="connsiteX980" fmla="*/ 13550 w 7467600"/>
              <a:gd name="connsiteY980" fmla="*/ 158423 h 6858000"/>
              <a:gd name="connsiteX981" fmla="*/ 0 w 7467600"/>
              <a:gd name="connsiteY981" fmla="*/ 146618 h 6858000"/>
              <a:gd name="connsiteX982" fmla="*/ 0 w 7467600"/>
              <a:gd name="connsiteY982" fmla="*/ 59161 h 6858000"/>
              <a:gd name="connsiteX983" fmla="*/ 45427 w 7467600"/>
              <a:gd name="connsiteY983" fmla="*/ 101078 h 6858000"/>
              <a:gd name="connsiteX984" fmla="*/ 630103 w 7467600"/>
              <a:gd name="connsiteY984" fmla="*/ 485885 h 6858000"/>
              <a:gd name="connsiteX985" fmla="*/ 532040 w 7467600"/>
              <a:gd name="connsiteY985" fmla="*/ 399359 h 6858000"/>
              <a:gd name="connsiteX986" fmla="*/ 517618 w 7467600"/>
              <a:gd name="connsiteY986" fmla="*/ 385726 h 6858000"/>
              <a:gd name="connsiteX987" fmla="*/ 285074 w 7467600"/>
              <a:gd name="connsiteY987" fmla="*/ 182755 h 6858000"/>
              <a:gd name="connsiteX988" fmla="*/ 43151 w 7467600"/>
              <a:gd name="connsiteY98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312201 w 7467600"/>
              <a:gd name="connsiteY131" fmla="*/ 5128278 h 6858000"/>
              <a:gd name="connsiteX132" fmla="*/ 1903353 w 7467600"/>
              <a:gd name="connsiteY132" fmla="*/ 5044827 h 6858000"/>
              <a:gd name="connsiteX133" fmla="*/ 1936931 w 7467600"/>
              <a:gd name="connsiteY133" fmla="*/ 5093954 h 6858000"/>
              <a:gd name="connsiteX134" fmla="*/ 2195868 w 7467600"/>
              <a:gd name="connsiteY134" fmla="*/ 5396574 h 6858000"/>
              <a:gd name="connsiteX135" fmla="*/ 2088852 w 7467600"/>
              <a:gd name="connsiteY135" fmla="*/ 5166123 h 6858000"/>
              <a:gd name="connsiteX136" fmla="*/ 1958241 w 7467600"/>
              <a:gd name="connsiteY136" fmla="*/ 5067955 h 6858000"/>
              <a:gd name="connsiteX137" fmla="*/ 1903353 w 7467600"/>
              <a:gd name="connsiteY137" fmla="*/ 5044827 h 6858000"/>
              <a:gd name="connsiteX138" fmla="*/ 1979378 w 7467600"/>
              <a:gd name="connsiteY138" fmla="*/ 4769504 h 6858000"/>
              <a:gd name="connsiteX139" fmla="*/ 2882120 w 7467600"/>
              <a:gd name="connsiteY139" fmla="*/ 5064547 h 6858000"/>
              <a:gd name="connsiteX140" fmla="*/ 2793103 w 7467600"/>
              <a:gd name="connsiteY140" fmla="*/ 5039699 h 6858000"/>
              <a:gd name="connsiteX141" fmla="*/ 2770041 w 7467600"/>
              <a:gd name="connsiteY141" fmla="*/ 5033634 h 6858000"/>
              <a:gd name="connsiteX142" fmla="*/ 1979378 w 7467600"/>
              <a:gd name="connsiteY142" fmla="*/ 4769504 h 6858000"/>
              <a:gd name="connsiteX143" fmla="*/ 1927410 w 7467600"/>
              <a:gd name="connsiteY143" fmla="*/ 4716164 h 6858000"/>
              <a:gd name="connsiteX144" fmla="*/ 1959587 w 7467600"/>
              <a:gd name="connsiteY144" fmla="*/ 4728849 h 6858000"/>
              <a:gd name="connsiteX145" fmla="*/ 2777707 w 7467600"/>
              <a:gd name="connsiteY145" fmla="*/ 5003991 h 6858000"/>
              <a:gd name="connsiteX146" fmla="*/ 2800768 w 7467600"/>
              <a:gd name="connsiteY146" fmla="*/ 5010056 h 6858000"/>
              <a:gd name="connsiteX147" fmla="*/ 2879408 w 7467600"/>
              <a:gd name="connsiteY147" fmla="*/ 5031590 h 6858000"/>
              <a:gd name="connsiteX148" fmla="*/ 2862295 w 7467600"/>
              <a:gd name="connsiteY148" fmla="*/ 5022958 h 6858000"/>
              <a:gd name="connsiteX149" fmla="*/ 2813343 w 7467600"/>
              <a:gd name="connsiteY149" fmla="*/ 4998369 h 6858000"/>
              <a:gd name="connsiteX150" fmla="*/ 2646245 w 7467600"/>
              <a:gd name="connsiteY150" fmla="*/ 4930999 h 6858000"/>
              <a:gd name="connsiteX151" fmla="*/ 1999243 w 7467600"/>
              <a:gd name="connsiteY151" fmla="*/ 4730524 h 6858000"/>
              <a:gd name="connsiteX152" fmla="*/ 1979527 w 7467600"/>
              <a:gd name="connsiteY152" fmla="*/ 4726651 h 6858000"/>
              <a:gd name="connsiteX153" fmla="*/ 1927410 w 7467600"/>
              <a:gd name="connsiteY153" fmla="*/ 4716164 h 6858000"/>
              <a:gd name="connsiteX154" fmla="*/ 1997014 w 7467600"/>
              <a:gd name="connsiteY154" fmla="*/ 4698007 h 6858000"/>
              <a:gd name="connsiteX155" fmla="*/ 2005458 w 7467600"/>
              <a:gd name="connsiteY155" fmla="*/ 4699540 h 6858000"/>
              <a:gd name="connsiteX156" fmla="*/ 2657186 w 7467600"/>
              <a:gd name="connsiteY156" fmla="*/ 4901687 h 6858000"/>
              <a:gd name="connsiteX157" fmla="*/ 2826662 w 7467600"/>
              <a:gd name="connsiteY157" fmla="*/ 4970362 h 6858000"/>
              <a:gd name="connsiteX158" fmla="*/ 2876100 w 7467600"/>
              <a:gd name="connsiteY158" fmla="*/ 4995397 h 6858000"/>
              <a:gd name="connsiteX159" fmla="*/ 3042600 w 7467600"/>
              <a:gd name="connsiteY159" fmla="*/ 5059532 h 6858000"/>
              <a:gd name="connsiteX160" fmla="*/ 1997014 w 7467600"/>
              <a:gd name="connsiteY160" fmla="*/ 4698007 h 6858000"/>
              <a:gd name="connsiteX161" fmla="*/ 2305292 w 7467600"/>
              <a:gd name="connsiteY161" fmla="*/ 4219492 h 6858000"/>
              <a:gd name="connsiteX162" fmla="*/ 3360922 w 7467600"/>
              <a:gd name="connsiteY162" fmla="*/ 4529373 h 6858000"/>
              <a:gd name="connsiteX163" fmla="*/ 3492420 w 7467600"/>
              <a:gd name="connsiteY163" fmla="*/ 4510145 h 6858000"/>
              <a:gd name="connsiteX164" fmla="*/ 3364086 w 7467600"/>
              <a:gd name="connsiteY164" fmla="*/ 4480340 h 6858000"/>
              <a:gd name="connsiteX165" fmla="*/ 3225818 w 7467600"/>
              <a:gd name="connsiteY165" fmla="*/ 4411822 h 6858000"/>
              <a:gd name="connsiteX166" fmla="*/ 3129696 w 7467600"/>
              <a:gd name="connsiteY166" fmla="*/ 4360704 h 6858000"/>
              <a:gd name="connsiteX167" fmla="*/ 2814545 w 7467600"/>
              <a:gd name="connsiteY167" fmla="*/ 4282955 h 6858000"/>
              <a:gd name="connsiteX168" fmla="*/ 2305292 w 7467600"/>
              <a:gd name="connsiteY168" fmla="*/ 4219492 h 6858000"/>
              <a:gd name="connsiteX169" fmla="*/ 2626982 w 7467600"/>
              <a:gd name="connsiteY169" fmla="*/ 4206450 h 6858000"/>
              <a:gd name="connsiteX170" fmla="*/ 2490617 w 7467600"/>
              <a:gd name="connsiteY170" fmla="*/ 4206951 h 6858000"/>
              <a:gd name="connsiteX171" fmla="*/ 2819869 w 7467600"/>
              <a:gd name="connsiteY171" fmla="*/ 4252936 h 6858000"/>
              <a:gd name="connsiteX172" fmla="*/ 3143018 w 7467600"/>
              <a:gd name="connsiteY172" fmla="*/ 4332698 h 6858000"/>
              <a:gd name="connsiteX173" fmla="*/ 3241520 w 7467600"/>
              <a:gd name="connsiteY173" fmla="*/ 4385112 h 6858000"/>
              <a:gd name="connsiteX174" fmla="*/ 3374575 w 7467600"/>
              <a:gd name="connsiteY174" fmla="*/ 4451517 h 6858000"/>
              <a:gd name="connsiteX175" fmla="*/ 3505221 w 7467600"/>
              <a:gd name="connsiteY175" fmla="*/ 4480757 h 6858000"/>
              <a:gd name="connsiteX176" fmla="*/ 2626982 w 7467600"/>
              <a:gd name="connsiteY176" fmla="*/ 4206450 h 6858000"/>
              <a:gd name="connsiteX177" fmla="*/ 1310106 w 7467600"/>
              <a:gd name="connsiteY177" fmla="*/ 3943217 h 6858000"/>
              <a:gd name="connsiteX178" fmla="*/ 854994 w 7467600"/>
              <a:gd name="connsiteY178" fmla="*/ 4399136 h 6858000"/>
              <a:gd name="connsiteX179" fmla="*/ 742462 w 7467600"/>
              <a:gd name="connsiteY179" fmla="*/ 4594648 h 6858000"/>
              <a:gd name="connsiteX180" fmla="*/ 820602 w 7467600"/>
              <a:gd name="connsiteY180" fmla="*/ 4485915 h 6858000"/>
              <a:gd name="connsiteX181" fmla="*/ 878295 w 7467600"/>
              <a:gd name="connsiteY181" fmla="*/ 4403594 h 6858000"/>
              <a:gd name="connsiteX182" fmla="*/ 1240607 w 7467600"/>
              <a:gd name="connsiteY182" fmla="*/ 4010401 h 6858000"/>
              <a:gd name="connsiteX183" fmla="*/ 1310106 w 7467600"/>
              <a:gd name="connsiteY183" fmla="*/ 3943217 h 6858000"/>
              <a:gd name="connsiteX184" fmla="*/ 1423113 w 7467600"/>
              <a:gd name="connsiteY184" fmla="*/ 3874565 h 6858000"/>
              <a:gd name="connsiteX185" fmla="*/ 1260565 w 7467600"/>
              <a:gd name="connsiteY185" fmla="*/ 4031982 h 6858000"/>
              <a:gd name="connsiteX186" fmla="*/ 901900 w 7467600"/>
              <a:gd name="connsiteY186" fmla="*/ 4421236 h 6858000"/>
              <a:gd name="connsiteX187" fmla="*/ 845044 w 7467600"/>
              <a:gd name="connsiteY187" fmla="*/ 4502436 h 6858000"/>
              <a:gd name="connsiteX188" fmla="*/ 685926 w 7467600"/>
              <a:gd name="connsiteY188" fmla="*/ 4703069 h 6858000"/>
              <a:gd name="connsiteX189" fmla="*/ 684248 w 7467600"/>
              <a:gd name="connsiteY189" fmla="*/ 4706721 h 6858000"/>
              <a:gd name="connsiteX190" fmla="*/ 1423113 w 7467600"/>
              <a:gd name="connsiteY190" fmla="*/ 3874565 h 6858000"/>
              <a:gd name="connsiteX191" fmla="*/ 3316479 w 7467600"/>
              <a:gd name="connsiteY191" fmla="*/ 3872136 h 6858000"/>
              <a:gd name="connsiteX192" fmla="*/ 3546806 w 7467600"/>
              <a:gd name="connsiteY192" fmla="*/ 4356139 h 6858000"/>
              <a:gd name="connsiteX193" fmla="*/ 3364433 w 7467600"/>
              <a:gd name="connsiteY193" fmla="*/ 3953121 h 6858000"/>
              <a:gd name="connsiteX194" fmla="*/ 3316479 w 7467600"/>
              <a:gd name="connsiteY194" fmla="*/ 3872136 h 6858000"/>
              <a:gd name="connsiteX195" fmla="*/ 3291335 w 7467600"/>
              <a:gd name="connsiteY195" fmla="*/ 3767420 h 6858000"/>
              <a:gd name="connsiteX196" fmla="*/ 3390805 w 7467600"/>
              <a:gd name="connsiteY196" fmla="*/ 3937163 h 6858000"/>
              <a:gd name="connsiteX197" fmla="*/ 3579062 w 7467600"/>
              <a:gd name="connsiteY197" fmla="*/ 4359040 h 6858000"/>
              <a:gd name="connsiteX198" fmla="*/ 3467355 w 7467600"/>
              <a:gd name="connsiteY198" fmla="*/ 3988130 h 6858000"/>
              <a:gd name="connsiteX199" fmla="*/ 3310753 w 7467600"/>
              <a:gd name="connsiteY199" fmla="*/ 3787140 h 6858000"/>
              <a:gd name="connsiteX200" fmla="*/ 3291335 w 7467600"/>
              <a:gd name="connsiteY200" fmla="*/ 3767420 h 6858000"/>
              <a:gd name="connsiteX201" fmla="*/ 1635889 w 7467600"/>
              <a:gd name="connsiteY201" fmla="*/ 3709494 h 6858000"/>
              <a:gd name="connsiteX202" fmla="*/ 1634800 w 7467600"/>
              <a:gd name="connsiteY202" fmla="*/ 3731111 h 6858000"/>
              <a:gd name="connsiteX203" fmla="*/ 1635889 w 7467600"/>
              <a:gd name="connsiteY203" fmla="*/ 3709494 h 6858000"/>
              <a:gd name="connsiteX204" fmla="*/ 1510397 w 7467600"/>
              <a:gd name="connsiteY204" fmla="*/ 3684705 h 6858000"/>
              <a:gd name="connsiteX205" fmla="*/ 1146550 w 7467600"/>
              <a:gd name="connsiteY205" fmla="*/ 3802012 h 6858000"/>
              <a:gd name="connsiteX206" fmla="*/ 698834 w 7467600"/>
              <a:gd name="connsiteY206" fmla="*/ 3952272 h 6858000"/>
              <a:gd name="connsiteX207" fmla="*/ 34256 w 7467600"/>
              <a:gd name="connsiteY207" fmla="*/ 4347603 h 6858000"/>
              <a:gd name="connsiteX208" fmla="*/ 527241 w 7467600"/>
              <a:gd name="connsiteY208" fmla="*/ 4065078 h 6858000"/>
              <a:gd name="connsiteX209" fmla="*/ 1510397 w 7467600"/>
              <a:gd name="connsiteY209" fmla="*/ 3684705 h 6858000"/>
              <a:gd name="connsiteX210" fmla="*/ 1313114 w 7467600"/>
              <a:gd name="connsiteY210" fmla="*/ 3655216 h 6858000"/>
              <a:gd name="connsiteX211" fmla="*/ 1109304 w 7467600"/>
              <a:gd name="connsiteY211" fmla="*/ 3669030 h 6858000"/>
              <a:gd name="connsiteX212" fmla="*/ 8129 w 7467600"/>
              <a:gd name="connsiteY212" fmla="*/ 4330519 h 6858000"/>
              <a:gd name="connsiteX213" fmla="*/ 687572 w 7467600"/>
              <a:gd name="connsiteY213" fmla="*/ 3925629 h 6858000"/>
              <a:gd name="connsiteX214" fmla="*/ 1138365 w 7467600"/>
              <a:gd name="connsiteY214" fmla="*/ 3774515 h 6858000"/>
              <a:gd name="connsiteX215" fmla="*/ 1505579 w 7467600"/>
              <a:gd name="connsiteY215" fmla="*/ 3655526 h 6858000"/>
              <a:gd name="connsiteX216" fmla="*/ 1313114 w 7467600"/>
              <a:gd name="connsiteY216" fmla="*/ 3655216 h 6858000"/>
              <a:gd name="connsiteX217" fmla="*/ 3655073 w 7467600"/>
              <a:gd name="connsiteY217" fmla="*/ 3650884 h 6858000"/>
              <a:gd name="connsiteX218" fmla="*/ 3989938 w 7467600"/>
              <a:gd name="connsiteY218" fmla="*/ 3991685 h 6858000"/>
              <a:gd name="connsiteX219" fmla="*/ 4393907 w 7467600"/>
              <a:gd name="connsiteY219" fmla="*/ 4261258 h 6858000"/>
              <a:gd name="connsiteX220" fmla="*/ 4648051 w 7467600"/>
              <a:gd name="connsiteY220" fmla="*/ 4374051 h 6858000"/>
              <a:gd name="connsiteX221" fmla="*/ 4383389 w 7467600"/>
              <a:gd name="connsiteY221" fmla="*/ 4184369 h 6858000"/>
              <a:gd name="connsiteX222" fmla="*/ 4165508 w 7467600"/>
              <a:gd name="connsiteY222" fmla="*/ 4035196 h 6858000"/>
              <a:gd name="connsiteX223" fmla="*/ 4068162 w 7467600"/>
              <a:gd name="connsiteY223" fmla="*/ 3953394 h 6858000"/>
              <a:gd name="connsiteX224" fmla="*/ 3981416 w 7467600"/>
              <a:gd name="connsiteY224" fmla="*/ 3880482 h 6858000"/>
              <a:gd name="connsiteX225" fmla="*/ 3800147 w 7467600"/>
              <a:gd name="connsiteY225" fmla="*/ 3749872 h 6858000"/>
              <a:gd name="connsiteX226" fmla="*/ 3655073 w 7467600"/>
              <a:gd name="connsiteY226" fmla="*/ 3650884 h 6858000"/>
              <a:gd name="connsiteX227" fmla="*/ 3670252 w 7467600"/>
              <a:gd name="connsiteY227" fmla="*/ 3622798 h 6858000"/>
              <a:gd name="connsiteX228" fmla="*/ 3817258 w 7467600"/>
              <a:gd name="connsiteY228" fmla="*/ 3723577 h 6858000"/>
              <a:gd name="connsiteX229" fmla="*/ 4000461 w 7467600"/>
              <a:gd name="connsiteY229" fmla="*/ 3855966 h 6858000"/>
              <a:gd name="connsiteX230" fmla="*/ 4088180 w 7467600"/>
              <a:gd name="connsiteY230" fmla="*/ 3929774 h 6858000"/>
              <a:gd name="connsiteX231" fmla="*/ 4184555 w 7467600"/>
              <a:gd name="connsiteY231" fmla="*/ 4010683 h 6858000"/>
              <a:gd name="connsiteX232" fmla="*/ 4399563 w 7467600"/>
              <a:gd name="connsiteY232" fmla="*/ 4158106 h 6858000"/>
              <a:gd name="connsiteX233" fmla="*/ 4684469 w 7467600"/>
              <a:gd name="connsiteY233" fmla="*/ 4364680 h 6858000"/>
              <a:gd name="connsiteX234" fmla="*/ 4690271 w 7467600"/>
              <a:gd name="connsiteY234" fmla="*/ 4370034 h 6858000"/>
              <a:gd name="connsiteX235" fmla="*/ 4136093 w 7467600"/>
              <a:gd name="connsiteY235" fmla="*/ 3858466 h 6858000"/>
              <a:gd name="connsiteX236" fmla="*/ 3670252 w 7467600"/>
              <a:gd name="connsiteY236" fmla="*/ 3622798 h 6858000"/>
              <a:gd name="connsiteX237" fmla="*/ 4440129 w 7467600"/>
              <a:gd name="connsiteY237" fmla="*/ 3448571 h 6858000"/>
              <a:gd name="connsiteX238" fmla="*/ 4856525 w 7467600"/>
              <a:gd name="connsiteY238" fmla="*/ 3915351 h 6858000"/>
              <a:gd name="connsiteX239" fmla="*/ 5059055 w 7467600"/>
              <a:gd name="connsiteY239" fmla="*/ 4108918 h 6858000"/>
              <a:gd name="connsiteX240" fmla="*/ 5290070 w 7467600"/>
              <a:gd name="connsiteY240" fmla="*/ 4263619 h 6858000"/>
              <a:gd name="connsiteX241" fmla="*/ 4834991 w 7467600"/>
              <a:gd name="connsiteY241" fmla="*/ 3830985 h 6858000"/>
              <a:gd name="connsiteX242" fmla="*/ 4440129 w 7467600"/>
              <a:gd name="connsiteY242" fmla="*/ 3448571 h 6858000"/>
              <a:gd name="connsiteX243" fmla="*/ 4441737 w 7467600"/>
              <a:gd name="connsiteY243" fmla="*/ 3399734 h 6858000"/>
              <a:gd name="connsiteX244" fmla="*/ 4431236 w 7467600"/>
              <a:gd name="connsiteY244" fmla="*/ 3400954 h 6858000"/>
              <a:gd name="connsiteX245" fmla="*/ 4557150 w 7467600"/>
              <a:gd name="connsiteY245" fmla="*/ 3510023 h 6858000"/>
              <a:gd name="connsiteX246" fmla="*/ 4856936 w 7467600"/>
              <a:gd name="connsiteY246" fmla="*/ 3809146 h 6858000"/>
              <a:gd name="connsiteX247" fmla="*/ 5111996 w 7467600"/>
              <a:gd name="connsiteY247" fmla="*/ 4065759 h 6858000"/>
              <a:gd name="connsiteX248" fmla="*/ 5388878 w 7467600"/>
              <a:gd name="connsiteY248" fmla="*/ 4300185 h 6858000"/>
              <a:gd name="connsiteX249" fmla="*/ 5425556 w 7467600"/>
              <a:gd name="connsiteY249" fmla="*/ 4308967 h 6858000"/>
              <a:gd name="connsiteX250" fmla="*/ 4943646 w 7467600"/>
              <a:gd name="connsiteY250" fmla="*/ 3822916 h 6858000"/>
              <a:gd name="connsiteX251" fmla="*/ 4594837 w 7467600"/>
              <a:gd name="connsiteY251" fmla="*/ 3532274 h 6858000"/>
              <a:gd name="connsiteX252" fmla="*/ 4441737 w 7467600"/>
              <a:gd name="connsiteY252" fmla="*/ 3399734 h 6858000"/>
              <a:gd name="connsiteX253" fmla="*/ 5425834 w 7467600"/>
              <a:gd name="connsiteY253" fmla="*/ 3162785 h 6858000"/>
              <a:gd name="connsiteX254" fmla="*/ 5401644 w 7467600"/>
              <a:gd name="connsiteY254" fmla="*/ 3617847 h 6858000"/>
              <a:gd name="connsiteX255" fmla="*/ 5467256 w 7467600"/>
              <a:gd name="connsiteY255" fmla="*/ 4175494 h 6858000"/>
              <a:gd name="connsiteX256" fmla="*/ 5448069 w 7467600"/>
              <a:gd name="connsiteY256" fmla="*/ 3567554 h 6858000"/>
              <a:gd name="connsiteX257" fmla="*/ 5425834 w 7467600"/>
              <a:gd name="connsiteY257" fmla="*/ 3162785 h 6858000"/>
              <a:gd name="connsiteX258" fmla="*/ 1318687 w 7467600"/>
              <a:gd name="connsiteY258" fmla="*/ 3113840 h 6858000"/>
              <a:gd name="connsiteX259" fmla="*/ 1066793 w 7467600"/>
              <a:gd name="connsiteY259" fmla="*/ 3212171 h 6858000"/>
              <a:gd name="connsiteX260" fmla="*/ 993319 w 7467600"/>
              <a:gd name="connsiteY260" fmla="*/ 3247648 h 6858000"/>
              <a:gd name="connsiteX261" fmla="*/ 853081 w 7467600"/>
              <a:gd name="connsiteY261" fmla="*/ 3312410 h 6858000"/>
              <a:gd name="connsiteX262" fmla="*/ 805957 w 7467600"/>
              <a:gd name="connsiteY262" fmla="*/ 3330443 h 6858000"/>
              <a:gd name="connsiteX263" fmla="*/ 1318687 w 7467600"/>
              <a:gd name="connsiteY263" fmla="*/ 3113840 h 6858000"/>
              <a:gd name="connsiteX264" fmla="*/ 5453702 w 7467600"/>
              <a:gd name="connsiteY264" fmla="*/ 3090882 h 6858000"/>
              <a:gd name="connsiteX265" fmla="*/ 5480135 w 7467600"/>
              <a:gd name="connsiteY265" fmla="*/ 3565802 h 6858000"/>
              <a:gd name="connsiteX266" fmla="*/ 5499023 w 7467600"/>
              <a:gd name="connsiteY266" fmla="*/ 4166310 h 6858000"/>
              <a:gd name="connsiteX267" fmla="*/ 5547022 w 7467600"/>
              <a:gd name="connsiteY267" fmla="*/ 3607838 h 6858000"/>
              <a:gd name="connsiteX268" fmla="*/ 5515964 w 7467600"/>
              <a:gd name="connsiteY268" fmla="*/ 3378541 h 6858000"/>
              <a:gd name="connsiteX269" fmla="*/ 5453702 w 7467600"/>
              <a:gd name="connsiteY269" fmla="*/ 3090882 h 6858000"/>
              <a:gd name="connsiteX270" fmla="*/ 1238695 w 7467600"/>
              <a:gd name="connsiteY270" fmla="*/ 3076820 h 6858000"/>
              <a:gd name="connsiteX271" fmla="*/ 716371 w 7467600"/>
              <a:gd name="connsiteY271" fmla="*/ 3293249 h 6858000"/>
              <a:gd name="connsiteX272" fmla="*/ 579522 w 7467600"/>
              <a:gd name="connsiteY272" fmla="*/ 3371759 h 6858000"/>
              <a:gd name="connsiteX273" fmla="*/ 600288 w 7467600"/>
              <a:gd name="connsiteY273" fmla="*/ 3365555 h 6858000"/>
              <a:gd name="connsiteX274" fmla="*/ 840692 w 7467600"/>
              <a:gd name="connsiteY274" fmla="*/ 3284921 h 6858000"/>
              <a:gd name="connsiteX275" fmla="*/ 979248 w 7467600"/>
              <a:gd name="connsiteY275" fmla="*/ 3221003 h 6858000"/>
              <a:gd name="connsiteX276" fmla="*/ 1053282 w 7467600"/>
              <a:gd name="connsiteY276" fmla="*/ 3185247 h 6858000"/>
              <a:gd name="connsiteX277" fmla="*/ 1320603 w 7467600"/>
              <a:gd name="connsiteY277" fmla="*/ 3081281 h 6858000"/>
              <a:gd name="connsiteX278" fmla="*/ 1238695 w 7467600"/>
              <a:gd name="connsiteY278" fmla="*/ 3076820 h 6858000"/>
              <a:gd name="connsiteX279" fmla="*/ 5425627 w 7467600"/>
              <a:gd name="connsiteY279" fmla="*/ 2954192 h 6858000"/>
              <a:gd name="connsiteX280" fmla="*/ 5470770 w 7467600"/>
              <a:gd name="connsiteY280" fmla="*/ 3005435 h 6858000"/>
              <a:gd name="connsiteX281" fmla="*/ 5519779 w 7467600"/>
              <a:gd name="connsiteY281" fmla="*/ 4359223 h 6858000"/>
              <a:gd name="connsiteX282" fmla="*/ 5520293 w 7467600"/>
              <a:gd name="connsiteY282" fmla="*/ 4360602 h 6858000"/>
              <a:gd name="connsiteX283" fmla="*/ 5767221 w 7467600"/>
              <a:gd name="connsiteY283" fmla="*/ 4665564 h 6858000"/>
              <a:gd name="connsiteX284" fmla="*/ 6937169 w 7467600"/>
              <a:gd name="connsiteY284" fmla="*/ 4815941 h 6858000"/>
              <a:gd name="connsiteX285" fmla="*/ 6953922 w 7467600"/>
              <a:gd name="connsiteY285" fmla="*/ 4890068 h 6858000"/>
              <a:gd name="connsiteX286" fmla="*/ 6071359 w 7467600"/>
              <a:gd name="connsiteY286" fmla="*/ 4770770 h 6858000"/>
              <a:gd name="connsiteX287" fmla="*/ 6038839 w 7467600"/>
              <a:gd name="connsiteY287" fmla="*/ 4764474 h 6858000"/>
              <a:gd name="connsiteX288" fmla="*/ 6038706 w 7467600"/>
              <a:gd name="connsiteY288" fmla="*/ 4763847 h 6858000"/>
              <a:gd name="connsiteX289" fmla="*/ 6037784 w 7467600"/>
              <a:gd name="connsiteY289" fmla="*/ 4764270 h 6858000"/>
              <a:gd name="connsiteX290" fmla="*/ 6038839 w 7467600"/>
              <a:gd name="connsiteY290" fmla="*/ 4764474 h 6858000"/>
              <a:gd name="connsiteX291" fmla="*/ 6040338 w 7467600"/>
              <a:gd name="connsiteY291" fmla="*/ 4771418 h 6858000"/>
              <a:gd name="connsiteX292" fmla="*/ 6024488 w 7467600"/>
              <a:gd name="connsiteY292" fmla="*/ 4809903 h 6858000"/>
              <a:gd name="connsiteX293" fmla="*/ 5599771 w 7467600"/>
              <a:gd name="connsiteY293" fmla="*/ 5509652 h 6858000"/>
              <a:gd name="connsiteX294" fmla="*/ 5548843 w 7467600"/>
              <a:gd name="connsiteY294" fmla="*/ 5563845 h 6858000"/>
              <a:gd name="connsiteX295" fmla="*/ 5940952 w 7467600"/>
              <a:gd name="connsiteY295" fmla="*/ 6250028 h 6858000"/>
              <a:gd name="connsiteX296" fmla="*/ 6043441 w 7467600"/>
              <a:gd name="connsiteY296" fmla="*/ 6665847 h 6858000"/>
              <a:gd name="connsiteX297" fmla="*/ 6093432 w 7467600"/>
              <a:gd name="connsiteY297" fmla="*/ 6858000 h 6858000"/>
              <a:gd name="connsiteX298" fmla="*/ 6034344 w 7467600"/>
              <a:gd name="connsiteY298" fmla="*/ 6858000 h 6858000"/>
              <a:gd name="connsiteX299" fmla="*/ 6026679 w 7467600"/>
              <a:gd name="connsiteY299" fmla="*/ 6836959 h 6858000"/>
              <a:gd name="connsiteX300" fmla="*/ 5800441 w 7467600"/>
              <a:gd name="connsiteY300" fmla="*/ 6335286 h 6858000"/>
              <a:gd name="connsiteX301" fmla="*/ 5526562 w 7467600"/>
              <a:gd name="connsiteY301" fmla="*/ 5705388 h 6858000"/>
              <a:gd name="connsiteX302" fmla="*/ 5519640 w 7467600"/>
              <a:gd name="connsiteY302" fmla="*/ 5683774 h 6858000"/>
              <a:gd name="connsiteX303" fmla="*/ 5844559 w 7467600"/>
              <a:gd name="connsiteY303" fmla="*/ 6553349 h 6858000"/>
              <a:gd name="connsiteX304" fmla="*/ 5975994 w 7467600"/>
              <a:gd name="connsiteY304" fmla="*/ 6858000 h 6858000"/>
              <a:gd name="connsiteX305" fmla="*/ 5898547 w 7467600"/>
              <a:gd name="connsiteY305" fmla="*/ 6858000 h 6858000"/>
              <a:gd name="connsiteX306" fmla="*/ 5682041 w 7467600"/>
              <a:gd name="connsiteY306" fmla="*/ 6355860 h 6858000"/>
              <a:gd name="connsiteX307" fmla="*/ 5461758 w 7467600"/>
              <a:gd name="connsiteY307" fmla="*/ 5820220 h 6858000"/>
              <a:gd name="connsiteX308" fmla="*/ 5237282 w 7467600"/>
              <a:gd name="connsiteY308" fmla="*/ 6579086 h 6858000"/>
              <a:gd name="connsiteX309" fmla="*/ 5115009 w 7467600"/>
              <a:gd name="connsiteY309" fmla="*/ 6858000 h 6858000"/>
              <a:gd name="connsiteX310" fmla="*/ 5028074 w 7467600"/>
              <a:gd name="connsiteY310" fmla="*/ 6858000 h 6858000"/>
              <a:gd name="connsiteX311" fmla="*/ 5079508 w 7467600"/>
              <a:gd name="connsiteY311" fmla="*/ 6749074 h 6858000"/>
              <a:gd name="connsiteX312" fmla="*/ 5371846 w 7467600"/>
              <a:gd name="connsiteY312" fmla="*/ 5924413 h 6858000"/>
              <a:gd name="connsiteX313" fmla="*/ 5270512 w 7467600"/>
              <a:gd name="connsiteY313" fmla="*/ 6138975 h 6858000"/>
              <a:gd name="connsiteX314" fmla="*/ 5062409 w 7467600"/>
              <a:gd name="connsiteY314" fmla="*/ 6653544 h 6858000"/>
              <a:gd name="connsiteX315" fmla="*/ 5036628 w 7467600"/>
              <a:gd name="connsiteY315" fmla="*/ 6754247 h 6858000"/>
              <a:gd name="connsiteX316" fmla="*/ 5009112 w 7467600"/>
              <a:gd name="connsiteY316" fmla="*/ 6858000 h 6858000"/>
              <a:gd name="connsiteX317" fmla="*/ 4976679 w 7467600"/>
              <a:gd name="connsiteY317" fmla="*/ 6858000 h 6858000"/>
              <a:gd name="connsiteX318" fmla="*/ 5006537 w 7467600"/>
              <a:gd name="connsiteY318" fmla="*/ 6747068 h 6858000"/>
              <a:gd name="connsiteX319" fmla="*/ 5032723 w 7467600"/>
              <a:gd name="connsiteY319" fmla="*/ 6644957 h 6858000"/>
              <a:gd name="connsiteX320" fmla="*/ 5242949 w 7467600"/>
              <a:gd name="connsiteY320" fmla="*/ 6125175 h 6858000"/>
              <a:gd name="connsiteX321" fmla="*/ 5286321 w 7467600"/>
              <a:gd name="connsiteY321" fmla="*/ 6033555 h 6858000"/>
              <a:gd name="connsiteX322" fmla="*/ 5008210 w 7467600"/>
              <a:gd name="connsiteY322" fmla="*/ 6649194 h 6858000"/>
              <a:gd name="connsiteX323" fmla="*/ 4986321 w 7467600"/>
              <a:gd name="connsiteY323" fmla="*/ 6765687 h 6858000"/>
              <a:gd name="connsiteX324" fmla="*/ 4973474 w 7467600"/>
              <a:gd name="connsiteY324" fmla="*/ 6858000 h 6858000"/>
              <a:gd name="connsiteX325" fmla="*/ 4907178 w 7467600"/>
              <a:gd name="connsiteY325" fmla="*/ 6858000 h 6858000"/>
              <a:gd name="connsiteX326" fmla="*/ 4910810 w 7467600"/>
              <a:gd name="connsiteY326" fmla="*/ 6829660 h 6858000"/>
              <a:gd name="connsiteX327" fmla="*/ 4987461 w 7467600"/>
              <a:gd name="connsiteY327" fmla="*/ 6432994 h 6858000"/>
              <a:gd name="connsiteX328" fmla="*/ 5179262 w 7467600"/>
              <a:gd name="connsiteY328" fmla="*/ 6035044 h 6858000"/>
              <a:gd name="connsiteX329" fmla="*/ 4689678 w 7467600"/>
              <a:gd name="connsiteY329" fmla="*/ 6440241 h 6858000"/>
              <a:gd name="connsiteX330" fmla="*/ 4477543 w 7467600"/>
              <a:gd name="connsiteY330" fmla="*/ 6674836 h 6858000"/>
              <a:gd name="connsiteX331" fmla="*/ 4329957 w 7467600"/>
              <a:gd name="connsiteY331" fmla="*/ 6858000 h 6858000"/>
              <a:gd name="connsiteX332" fmla="*/ 4218595 w 7467600"/>
              <a:gd name="connsiteY332" fmla="*/ 6858000 h 6858000"/>
              <a:gd name="connsiteX333" fmla="*/ 4368888 w 7467600"/>
              <a:gd name="connsiteY333" fmla="*/ 6668412 h 6858000"/>
              <a:gd name="connsiteX334" fmla="*/ 4563091 w 7467600"/>
              <a:gd name="connsiteY334" fmla="*/ 6442508 h 6858000"/>
              <a:gd name="connsiteX335" fmla="*/ 5387324 w 7467600"/>
              <a:gd name="connsiteY335" fmla="*/ 5705830 h 6858000"/>
              <a:gd name="connsiteX336" fmla="*/ 5073620 w 7467600"/>
              <a:gd name="connsiteY336" fmla="*/ 5955437 h 6858000"/>
              <a:gd name="connsiteX337" fmla="*/ 4689789 w 7467600"/>
              <a:gd name="connsiteY337" fmla="*/ 6268382 h 6858000"/>
              <a:gd name="connsiteX338" fmla="*/ 4418722 w 7467600"/>
              <a:gd name="connsiteY338" fmla="*/ 6570886 h 6858000"/>
              <a:gd name="connsiteX339" fmla="*/ 4214944 w 7467600"/>
              <a:gd name="connsiteY339" fmla="*/ 6858000 h 6858000"/>
              <a:gd name="connsiteX340" fmla="*/ 4177898 w 7467600"/>
              <a:gd name="connsiteY340" fmla="*/ 6858000 h 6858000"/>
              <a:gd name="connsiteX341" fmla="*/ 4391597 w 7467600"/>
              <a:gd name="connsiteY341" fmla="*/ 6556370 h 6858000"/>
              <a:gd name="connsiteX342" fmla="*/ 4668889 w 7467600"/>
              <a:gd name="connsiteY342" fmla="*/ 6246399 h 6858000"/>
              <a:gd name="connsiteX343" fmla="*/ 5055427 w 7467600"/>
              <a:gd name="connsiteY343" fmla="*/ 5931476 h 6858000"/>
              <a:gd name="connsiteX344" fmla="*/ 5371814 w 7467600"/>
              <a:gd name="connsiteY344" fmla="*/ 5678975 h 6858000"/>
              <a:gd name="connsiteX345" fmla="*/ 4987918 w 7467600"/>
              <a:gd name="connsiteY345" fmla="*/ 5838701 h 6858000"/>
              <a:gd name="connsiteX346" fmla="*/ 4317146 w 7467600"/>
              <a:gd name="connsiteY346" fmla="*/ 6587716 h 6858000"/>
              <a:gd name="connsiteX347" fmla="*/ 4171627 w 7467600"/>
              <a:gd name="connsiteY347" fmla="*/ 6858000 h 6858000"/>
              <a:gd name="connsiteX348" fmla="*/ 4081585 w 7467600"/>
              <a:gd name="connsiteY348" fmla="*/ 6858000 h 6858000"/>
              <a:gd name="connsiteX349" fmla="*/ 4238603 w 7467600"/>
              <a:gd name="connsiteY349" fmla="*/ 6559341 h 6858000"/>
              <a:gd name="connsiteX350" fmla="*/ 4778333 w 7467600"/>
              <a:gd name="connsiteY350" fmla="*/ 5873626 h 6858000"/>
              <a:gd name="connsiteX351" fmla="*/ 5414185 w 7467600"/>
              <a:gd name="connsiteY351" fmla="*/ 5573882 h 6858000"/>
              <a:gd name="connsiteX352" fmla="*/ 5959648 w 7467600"/>
              <a:gd name="connsiteY352" fmla="*/ 4760797 h 6858000"/>
              <a:gd name="connsiteX353" fmla="*/ 5355019 w 7467600"/>
              <a:gd name="connsiteY353" fmla="*/ 4734672 h 6858000"/>
              <a:gd name="connsiteX354" fmla="*/ 5083565 w 7467600"/>
              <a:gd name="connsiteY354" fmla="*/ 5179121 h 6858000"/>
              <a:gd name="connsiteX355" fmla="*/ 4713577 w 7467600"/>
              <a:gd name="connsiteY355" fmla="*/ 5616803 h 6858000"/>
              <a:gd name="connsiteX356" fmla="*/ 3989559 w 7467600"/>
              <a:gd name="connsiteY356" fmla="*/ 6145945 h 6858000"/>
              <a:gd name="connsiteX357" fmla="*/ 3939824 w 7467600"/>
              <a:gd name="connsiteY357" fmla="*/ 6066900 h 6858000"/>
              <a:gd name="connsiteX358" fmla="*/ 4584537 w 7467600"/>
              <a:gd name="connsiteY358" fmla="*/ 5324826 h 6858000"/>
              <a:gd name="connsiteX359" fmla="*/ 5037105 w 7467600"/>
              <a:gd name="connsiteY359" fmla="*/ 5088765 h 6858000"/>
              <a:gd name="connsiteX360" fmla="*/ 5039930 w 7467600"/>
              <a:gd name="connsiteY360" fmla="*/ 5089585 h 6858000"/>
              <a:gd name="connsiteX361" fmla="*/ 5263764 w 7467600"/>
              <a:gd name="connsiteY361" fmla="*/ 4735525 h 6858000"/>
              <a:gd name="connsiteX362" fmla="*/ 4086300 w 7467600"/>
              <a:gd name="connsiteY362" fmla="*/ 4884599 h 6858000"/>
              <a:gd name="connsiteX363" fmla="*/ 4085485 w 7467600"/>
              <a:gd name="connsiteY363" fmla="*/ 4899070 h 6858000"/>
              <a:gd name="connsiteX364" fmla="*/ 3871915 w 7467600"/>
              <a:gd name="connsiteY364" fmla="*/ 5253645 h 6858000"/>
              <a:gd name="connsiteX365" fmla="*/ 3799374 w 7467600"/>
              <a:gd name="connsiteY365" fmla="*/ 5466127 h 6858000"/>
              <a:gd name="connsiteX366" fmla="*/ 3498850 w 7467600"/>
              <a:gd name="connsiteY366" fmla="*/ 6661888 h 6858000"/>
              <a:gd name="connsiteX367" fmla="*/ 3399216 w 7467600"/>
              <a:gd name="connsiteY367" fmla="*/ 6858000 h 6858000"/>
              <a:gd name="connsiteX368" fmla="*/ 3303688 w 7467600"/>
              <a:gd name="connsiteY368" fmla="*/ 6858000 h 6858000"/>
              <a:gd name="connsiteX369" fmla="*/ 3391774 w 7467600"/>
              <a:gd name="connsiteY369" fmla="*/ 6697181 h 6858000"/>
              <a:gd name="connsiteX370" fmla="*/ 3735540 w 7467600"/>
              <a:gd name="connsiteY370" fmla="*/ 5546923 h 6858000"/>
              <a:gd name="connsiteX371" fmla="*/ 3729438 w 7467600"/>
              <a:gd name="connsiteY371" fmla="*/ 5569058 h 6858000"/>
              <a:gd name="connsiteX372" fmla="*/ 3707782 w 7467600"/>
              <a:gd name="connsiteY372" fmla="*/ 5644908 h 6858000"/>
              <a:gd name="connsiteX373" fmla="*/ 3583827 w 7467600"/>
              <a:gd name="connsiteY373" fmla="*/ 6039215 h 6858000"/>
              <a:gd name="connsiteX374" fmla="*/ 3547861 w 7467600"/>
              <a:gd name="connsiteY374" fmla="*/ 6129609 h 6858000"/>
              <a:gd name="connsiteX375" fmla="*/ 3490905 w 7467600"/>
              <a:gd name="connsiteY375" fmla="*/ 6277660 h 6858000"/>
              <a:gd name="connsiteX376" fmla="*/ 3455859 w 7467600"/>
              <a:gd name="connsiteY376" fmla="*/ 6391301 h 6858000"/>
              <a:gd name="connsiteX377" fmla="*/ 3429112 w 7467600"/>
              <a:gd name="connsiteY377" fmla="*/ 6479469 h 6858000"/>
              <a:gd name="connsiteX378" fmla="*/ 3304862 w 7467600"/>
              <a:gd name="connsiteY378" fmla="*/ 6796476 h 6858000"/>
              <a:gd name="connsiteX379" fmla="*/ 3276071 w 7467600"/>
              <a:gd name="connsiteY379" fmla="*/ 6858000 h 6858000"/>
              <a:gd name="connsiteX380" fmla="*/ 3240805 w 7467600"/>
              <a:gd name="connsiteY380" fmla="*/ 6858000 h 6858000"/>
              <a:gd name="connsiteX381" fmla="*/ 3275917 w 7467600"/>
              <a:gd name="connsiteY381" fmla="*/ 6783192 h 6858000"/>
              <a:gd name="connsiteX382" fmla="*/ 3399358 w 7467600"/>
              <a:gd name="connsiteY382" fmla="*/ 6469011 h 6858000"/>
              <a:gd name="connsiteX383" fmla="*/ 3425650 w 7467600"/>
              <a:gd name="connsiteY383" fmla="*/ 6381333 h 6858000"/>
              <a:gd name="connsiteX384" fmla="*/ 3460661 w 7467600"/>
              <a:gd name="connsiteY384" fmla="*/ 6266763 h 6858000"/>
              <a:gd name="connsiteX385" fmla="*/ 3518021 w 7467600"/>
              <a:gd name="connsiteY385" fmla="*/ 6117298 h 6858000"/>
              <a:gd name="connsiteX386" fmla="*/ 3554035 w 7467600"/>
              <a:gd name="connsiteY386" fmla="*/ 6027832 h 6858000"/>
              <a:gd name="connsiteX387" fmla="*/ 3677174 w 7467600"/>
              <a:gd name="connsiteY387" fmla="*/ 5636351 h 6858000"/>
              <a:gd name="connsiteX388" fmla="*/ 3698819 w 7467600"/>
              <a:gd name="connsiteY388" fmla="*/ 5560503 h 6858000"/>
              <a:gd name="connsiteX389" fmla="*/ 3702094 w 7467600"/>
              <a:gd name="connsiteY389" fmla="*/ 5549194 h 6858000"/>
              <a:gd name="connsiteX390" fmla="*/ 3398355 w 7467600"/>
              <a:gd name="connsiteY390" fmla="*/ 6094603 h 6858000"/>
              <a:gd name="connsiteX391" fmla="*/ 3193941 w 7467600"/>
              <a:gd name="connsiteY391" fmla="*/ 6798775 h 6858000"/>
              <a:gd name="connsiteX392" fmla="*/ 3184140 w 7467600"/>
              <a:gd name="connsiteY392" fmla="*/ 6858000 h 6858000"/>
              <a:gd name="connsiteX393" fmla="*/ 3099978 w 7467600"/>
              <a:gd name="connsiteY393" fmla="*/ 6858000 h 6858000"/>
              <a:gd name="connsiteX394" fmla="*/ 3101556 w 7467600"/>
              <a:gd name="connsiteY394" fmla="*/ 6843337 h 6858000"/>
              <a:gd name="connsiteX395" fmla="*/ 3370162 w 7467600"/>
              <a:gd name="connsiteY395" fmla="*/ 5785550 h 6858000"/>
              <a:gd name="connsiteX396" fmla="*/ 3746477 w 7467600"/>
              <a:gd name="connsiteY396" fmla="*/ 5377889 h 6858000"/>
              <a:gd name="connsiteX397" fmla="*/ 3863399 w 7467600"/>
              <a:gd name="connsiteY397" fmla="*/ 5087257 h 6858000"/>
              <a:gd name="connsiteX398" fmla="*/ 3968712 w 7467600"/>
              <a:gd name="connsiteY398" fmla="*/ 4913989 h 6858000"/>
              <a:gd name="connsiteX399" fmla="*/ 2792390 w 7467600"/>
              <a:gd name="connsiteY399" fmla="*/ 5382974 h 6858000"/>
              <a:gd name="connsiteX400" fmla="*/ 2714982 w 7467600"/>
              <a:gd name="connsiteY400" fmla="*/ 5427051 h 6858000"/>
              <a:gd name="connsiteX401" fmla="*/ 2813361 w 7467600"/>
              <a:gd name="connsiteY401" fmla="*/ 6023912 h 6858000"/>
              <a:gd name="connsiteX402" fmla="*/ 2688430 w 7467600"/>
              <a:gd name="connsiteY402" fmla="*/ 6801564 h 6858000"/>
              <a:gd name="connsiteX403" fmla="*/ 2629626 w 7467600"/>
              <a:gd name="connsiteY403" fmla="*/ 6763394 h 6858000"/>
              <a:gd name="connsiteX404" fmla="*/ 2565328 w 7467600"/>
              <a:gd name="connsiteY404" fmla="*/ 5516399 h 6858000"/>
              <a:gd name="connsiteX405" fmla="*/ 1922999 w 7467600"/>
              <a:gd name="connsiteY405" fmla="*/ 5980343 h 6858000"/>
              <a:gd name="connsiteX406" fmla="*/ 1950261 w 7467600"/>
              <a:gd name="connsiteY406" fmla="*/ 6405858 h 6858000"/>
              <a:gd name="connsiteX407" fmla="*/ 2365554 w 7467600"/>
              <a:gd name="connsiteY407" fmla="*/ 6759107 h 6858000"/>
              <a:gd name="connsiteX408" fmla="*/ 2424142 w 7467600"/>
              <a:gd name="connsiteY408" fmla="*/ 6858000 h 6858000"/>
              <a:gd name="connsiteX409" fmla="*/ 2395994 w 7467600"/>
              <a:gd name="connsiteY409" fmla="*/ 6858000 h 6858000"/>
              <a:gd name="connsiteX410" fmla="*/ 2392863 w 7467600"/>
              <a:gd name="connsiteY410" fmla="*/ 6852964 h 6858000"/>
              <a:gd name="connsiteX411" fmla="*/ 2017589 w 7467600"/>
              <a:gd name="connsiteY411" fmla="*/ 6493982 h 6858000"/>
              <a:gd name="connsiteX412" fmla="*/ 2147336 w 7467600"/>
              <a:gd name="connsiteY412" fmla="*/ 6594052 h 6858000"/>
              <a:gd name="connsiteX413" fmla="*/ 2207047 w 7467600"/>
              <a:gd name="connsiteY413" fmla="*/ 6654540 h 6858000"/>
              <a:gd name="connsiteX414" fmla="*/ 2299106 w 7467600"/>
              <a:gd name="connsiteY414" fmla="*/ 6778931 h 6858000"/>
              <a:gd name="connsiteX415" fmla="*/ 2314430 w 7467600"/>
              <a:gd name="connsiteY415" fmla="*/ 6801144 h 6858000"/>
              <a:gd name="connsiteX416" fmla="*/ 2352406 w 7467600"/>
              <a:gd name="connsiteY416" fmla="*/ 6858000 h 6858000"/>
              <a:gd name="connsiteX417" fmla="*/ 2314492 w 7467600"/>
              <a:gd name="connsiteY417" fmla="*/ 6858000 h 6858000"/>
              <a:gd name="connsiteX418" fmla="*/ 2288095 w 7467600"/>
              <a:gd name="connsiteY418" fmla="*/ 6818030 h 6858000"/>
              <a:gd name="connsiteX419" fmla="*/ 2272768 w 7467600"/>
              <a:gd name="connsiteY419" fmla="*/ 6795822 h 6858000"/>
              <a:gd name="connsiteX420" fmla="*/ 2182715 w 7467600"/>
              <a:gd name="connsiteY420" fmla="*/ 6675071 h 6858000"/>
              <a:gd name="connsiteX421" fmla="*/ 2032061 w 7467600"/>
              <a:gd name="connsiteY421" fmla="*/ 6541380 h 6858000"/>
              <a:gd name="connsiteX422" fmla="*/ 2257220 w 7467600"/>
              <a:gd name="connsiteY422" fmla="*/ 6826257 h 6858000"/>
              <a:gd name="connsiteX423" fmla="*/ 2281324 w 7467600"/>
              <a:gd name="connsiteY423" fmla="*/ 6858000 h 6858000"/>
              <a:gd name="connsiteX424" fmla="*/ 2242860 w 7467600"/>
              <a:gd name="connsiteY424" fmla="*/ 6858000 h 6858000"/>
              <a:gd name="connsiteX425" fmla="*/ 2232818 w 7467600"/>
              <a:gd name="connsiteY425" fmla="*/ 6844926 h 6858000"/>
              <a:gd name="connsiteX426" fmla="*/ 1990172 w 7467600"/>
              <a:gd name="connsiteY426" fmla="*/ 6542121 h 6858000"/>
              <a:gd name="connsiteX427" fmla="*/ 2124090 w 7467600"/>
              <a:gd name="connsiteY427" fmla="*/ 6761017 h 6858000"/>
              <a:gd name="connsiteX428" fmla="*/ 2200380 w 7467600"/>
              <a:gd name="connsiteY428" fmla="*/ 6858000 h 6858000"/>
              <a:gd name="connsiteX429" fmla="*/ 2147507 w 7467600"/>
              <a:gd name="connsiteY429" fmla="*/ 6858000 h 6858000"/>
              <a:gd name="connsiteX430" fmla="*/ 2070668 w 7467600"/>
              <a:gd name="connsiteY430" fmla="*/ 6761520 h 6858000"/>
              <a:gd name="connsiteX431" fmla="*/ 1975142 w 7467600"/>
              <a:gd name="connsiteY431" fmla="*/ 6585570 h 6858000"/>
              <a:gd name="connsiteX432" fmla="*/ 2050035 w 7467600"/>
              <a:gd name="connsiteY432" fmla="*/ 6813345 h 6858000"/>
              <a:gd name="connsiteX433" fmla="*/ 2063025 w 7467600"/>
              <a:gd name="connsiteY433" fmla="*/ 6858000 h 6858000"/>
              <a:gd name="connsiteX434" fmla="*/ 2021675 w 7467600"/>
              <a:gd name="connsiteY434" fmla="*/ 6858000 h 6858000"/>
              <a:gd name="connsiteX435" fmla="*/ 2019308 w 7467600"/>
              <a:gd name="connsiteY435" fmla="*/ 6847118 h 6858000"/>
              <a:gd name="connsiteX436" fmla="*/ 1938835 w 7467600"/>
              <a:gd name="connsiteY436" fmla="*/ 6551160 h 6858000"/>
              <a:gd name="connsiteX437" fmla="*/ 1953230 w 7467600"/>
              <a:gd name="connsiteY437" fmla="*/ 6759699 h 6858000"/>
              <a:gd name="connsiteX438" fmla="*/ 1956763 w 7467600"/>
              <a:gd name="connsiteY438" fmla="*/ 6778191 h 6858000"/>
              <a:gd name="connsiteX439" fmla="*/ 1967925 w 7467600"/>
              <a:gd name="connsiteY439" fmla="*/ 6858000 h 6858000"/>
              <a:gd name="connsiteX440" fmla="*/ 1936622 w 7467600"/>
              <a:gd name="connsiteY440" fmla="*/ 6858000 h 6858000"/>
              <a:gd name="connsiteX441" fmla="*/ 1926261 w 7467600"/>
              <a:gd name="connsiteY441" fmla="*/ 6784064 h 6858000"/>
              <a:gd name="connsiteX442" fmla="*/ 1922724 w 7467600"/>
              <a:gd name="connsiteY442" fmla="*/ 6765577 h 6858000"/>
              <a:gd name="connsiteX443" fmla="*/ 1904650 w 7467600"/>
              <a:gd name="connsiteY443" fmla="*/ 6639616 h 6858000"/>
              <a:gd name="connsiteX444" fmla="*/ 1885273 w 7467600"/>
              <a:gd name="connsiteY444" fmla="*/ 6858000 h 6858000"/>
              <a:gd name="connsiteX445" fmla="*/ 1854363 w 7467600"/>
              <a:gd name="connsiteY445" fmla="*/ 6858000 h 6858000"/>
              <a:gd name="connsiteX446" fmla="*/ 1880391 w 7467600"/>
              <a:gd name="connsiteY446" fmla="*/ 6603796 h 6858000"/>
              <a:gd name="connsiteX447" fmla="*/ 1818273 w 7467600"/>
              <a:gd name="connsiteY447" fmla="*/ 6715729 h 6858000"/>
              <a:gd name="connsiteX448" fmla="*/ 1794691 w 7467600"/>
              <a:gd name="connsiteY448" fmla="*/ 6843239 h 6858000"/>
              <a:gd name="connsiteX449" fmla="*/ 1794914 w 7467600"/>
              <a:gd name="connsiteY449" fmla="*/ 6858000 h 6858000"/>
              <a:gd name="connsiteX450" fmla="*/ 1746128 w 7467600"/>
              <a:gd name="connsiteY450" fmla="*/ 6858000 h 6858000"/>
              <a:gd name="connsiteX451" fmla="*/ 1753934 w 7467600"/>
              <a:gd name="connsiteY451" fmla="*/ 6724796 h 6858000"/>
              <a:gd name="connsiteX452" fmla="*/ 1792053 w 7467600"/>
              <a:gd name="connsiteY452" fmla="*/ 6572396 h 6858000"/>
              <a:gd name="connsiteX453" fmla="*/ 1862248 w 7467600"/>
              <a:gd name="connsiteY453" fmla="*/ 6266397 h 6858000"/>
              <a:gd name="connsiteX454" fmla="*/ 1862250 w 7467600"/>
              <a:gd name="connsiteY454" fmla="*/ 6033531 h 6858000"/>
              <a:gd name="connsiteX455" fmla="*/ 1211999 w 7467600"/>
              <a:gd name="connsiteY455" fmla="*/ 6683610 h 6858000"/>
              <a:gd name="connsiteX456" fmla="*/ 1213266 w 7467600"/>
              <a:gd name="connsiteY456" fmla="*/ 6691947 h 6858000"/>
              <a:gd name="connsiteX457" fmla="*/ 1203370 w 7467600"/>
              <a:gd name="connsiteY457" fmla="*/ 6850676 h 6858000"/>
              <a:gd name="connsiteX458" fmla="*/ 1203671 w 7467600"/>
              <a:gd name="connsiteY458" fmla="*/ 6858000 h 6858000"/>
              <a:gd name="connsiteX459" fmla="*/ 1143180 w 7467600"/>
              <a:gd name="connsiteY459" fmla="*/ 6858000 h 6858000"/>
              <a:gd name="connsiteX460" fmla="*/ 1142176 w 7467600"/>
              <a:gd name="connsiteY460" fmla="*/ 6766045 h 6858000"/>
              <a:gd name="connsiteX461" fmla="*/ 1067484 w 7467600"/>
              <a:gd name="connsiteY461" fmla="*/ 6858000 h 6858000"/>
              <a:gd name="connsiteX462" fmla="*/ 953928 w 7467600"/>
              <a:gd name="connsiteY462" fmla="*/ 6858000 h 6858000"/>
              <a:gd name="connsiteX463" fmla="*/ 959715 w 7467600"/>
              <a:gd name="connsiteY463" fmla="*/ 6850185 h 6858000"/>
              <a:gd name="connsiteX464" fmla="*/ 1483788 w 7467600"/>
              <a:gd name="connsiteY464" fmla="*/ 6259174 h 6858000"/>
              <a:gd name="connsiteX465" fmla="*/ 1100671 w 7467600"/>
              <a:gd name="connsiteY465" fmla="*/ 6252137 h 6858000"/>
              <a:gd name="connsiteX466" fmla="*/ 1090144 w 7467600"/>
              <a:gd name="connsiteY466" fmla="*/ 6256748 h 6858000"/>
              <a:gd name="connsiteX467" fmla="*/ 1095872 w 7467600"/>
              <a:gd name="connsiteY467" fmla="*/ 6271892 h 6858000"/>
              <a:gd name="connsiteX468" fmla="*/ 262785 w 7467600"/>
              <a:gd name="connsiteY468" fmla="*/ 6845450 h 6858000"/>
              <a:gd name="connsiteX469" fmla="*/ 209968 w 7467600"/>
              <a:gd name="connsiteY469" fmla="*/ 6770713 h 6858000"/>
              <a:gd name="connsiteX470" fmla="*/ 873460 w 7467600"/>
              <a:gd name="connsiteY470" fmla="*/ 6253768 h 6858000"/>
              <a:gd name="connsiteX471" fmla="*/ 192686 w 7467600"/>
              <a:gd name="connsiteY471" fmla="*/ 5849257 h 6858000"/>
              <a:gd name="connsiteX472" fmla="*/ 4696 w 7467600"/>
              <a:gd name="connsiteY472" fmla="*/ 5697668 h 6858000"/>
              <a:gd name="connsiteX473" fmla="*/ 0 w 7467600"/>
              <a:gd name="connsiteY473" fmla="*/ 5689984 h 6858000"/>
              <a:gd name="connsiteX474" fmla="*/ 0 w 7467600"/>
              <a:gd name="connsiteY474" fmla="*/ 5513472 h 6858000"/>
              <a:gd name="connsiteX475" fmla="*/ 174101 w 7467600"/>
              <a:gd name="connsiteY475" fmla="*/ 5620277 h 6858000"/>
              <a:gd name="connsiteX476" fmla="*/ 891800 w 7467600"/>
              <a:gd name="connsiteY476" fmla="*/ 6036935 h 6858000"/>
              <a:gd name="connsiteX477" fmla="*/ 1072219 w 7467600"/>
              <a:gd name="connsiteY477" fmla="*/ 6169443 h 6858000"/>
              <a:gd name="connsiteX478" fmla="*/ 1074117 w 7467600"/>
              <a:gd name="connsiteY478" fmla="*/ 6170301 h 6858000"/>
              <a:gd name="connsiteX479" fmla="*/ 1083114 w 7467600"/>
              <a:gd name="connsiteY479" fmla="*/ 6174131 h 6858000"/>
              <a:gd name="connsiteX480" fmla="*/ 1543010 w 7467600"/>
              <a:gd name="connsiteY480" fmla="*/ 6191140 h 6858000"/>
              <a:gd name="connsiteX481" fmla="*/ 1551080 w 7467600"/>
              <a:gd name="connsiteY481" fmla="*/ 6195006 h 6858000"/>
              <a:gd name="connsiteX482" fmla="*/ 2345443 w 7467600"/>
              <a:gd name="connsiteY482" fmla="*/ 5549882 h 6858000"/>
              <a:gd name="connsiteX483" fmla="*/ 1721499 w 7467600"/>
              <a:gd name="connsiteY483" fmla="*/ 5599969 h 6858000"/>
              <a:gd name="connsiteX484" fmla="*/ 767716 w 7467600"/>
              <a:gd name="connsiteY484" fmla="*/ 5472768 h 6858000"/>
              <a:gd name="connsiteX485" fmla="*/ 722147 w 7467600"/>
              <a:gd name="connsiteY485" fmla="*/ 5393091 h 6858000"/>
              <a:gd name="connsiteX486" fmla="*/ 1485552 w 7467600"/>
              <a:gd name="connsiteY486" fmla="*/ 5313202 h 6858000"/>
              <a:gd name="connsiteX487" fmla="*/ 2143004 w 7467600"/>
              <a:gd name="connsiteY487" fmla="*/ 5402420 h 6858000"/>
              <a:gd name="connsiteX488" fmla="*/ 1933391 w 7467600"/>
              <a:gd name="connsiteY488" fmla="*/ 5156971 h 6858000"/>
              <a:gd name="connsiteX489" fmla="*/ 1827118 w 7467600"/>
              <a:gd name="connsiteY489" fmla="*/ 4968410 h 6858000"/>
              <a:gd name="connsiteX490" fmla="*/ 1837349 w 7467600"/>
              <a:gd name="connsiteY490" fmla="*/ 4956357 h 6858000"/>
              <a:gd name="connsiteX491" fmla="*/ 2162835 w 7467600"/>
              <a:gd name="connsiteY491" fmla="*/ 5187853 h 6858000"/>
              <a:gd name="connsiteX492" fmla="*/ 2257167 w 7467600"/>
              <a:gd name="connsiteY492" fmla="*/ 5462123 h 6858000"/>
              <a:gd name="connsiteX493" fmla="*/ 2261598 w 7467600"/>
              <a:gd name="connsiteY493" fmla="*/ 5467998 h 6858000"/>
              <a:gd name="connsiteX494" fmla="*/ 2437177 w 7467600"/>
              <a:gd name="connsiteY494" fmla="*/ 5479608 h 6858000"/>
              <a:gd name="connsiteX495" fmla="*/ 2445247 w 7467600"/>
              <a:gd name="connsiteY495" fmla="*/ 5483476 h 6858000"/>
              <a:gd name="connsiteX496" fmla="*/ 2743626 w 7467600"/>
              <a:gd name="connsiteY496" fmla="*/ 5304819 h 6858000"/>
              <a:gd name="connsiteX497" fmla="*/ 3048102 w 7467600"/>
              <a:gd name="connsiteY497" fmla="*/ 5150595 h 6858000"/>
              <a:gd name="connsiteX498" fmla="*/ 1799414 w 7467600"/>
              <a:gd name="connsiteY498" fmla="*/ 4694732 h 6858000"/>
              <a:gd name="connsiteX499" fmla="*/ 1771735 w 7467600"/>
              <a:gd name="connsiteY499" fmla="*/ 4619929 h 6858000"/>
              <a:gd name="connsiteX500" fmla="*/ 3104273 w 7467600"/>
              <a:gd name="connsiteY500" fmla="*/ 5076159 h 6858000"/>
              <a:gd name="connsiteX501" fmla="*/ 3113245 w 7467600"/>
              <a:gd name="connsiteY501" fmla="*/ 5090705 h 6858000"/>
              <a:gd name="connsiteX502" fmla="*/ 3126294 w 7467600"/>
              <a:gd name="connsiteY502" fmla="*/ 5114400 h 6858000"/>
              <a:gd name="connsiteX503" fmla="*/ 3937433 w 7467600"/>
              <a:gd name="connsiteY503" fmla="*/ 4830473 h 6858000"/>
              <a:gd name="connsiteX504" fmla="*/ 3590475 w 7467600"/>
              <a:gd name="connsiteY504" fmla="*/ 4597974 h 6858000"/>
              <a:gd name="connsiteX505" fmla="*/ 3100264 w 7467600"/>
              <a:gd name="connsiteY505" fmla="*/ 4579845 h 6858000"/>
              <a:gd name="connsiteX506" fmla="*/ 2183576 w 7467600"/>
              <a:gd name="connsiteY506" fmla="*/ 4227150 h 6858000"/>
              <a:gd name="connsiteX507" fmla="*/ 2151029 w 7467600"/>
              <a:gd name="connsiteY507" fmla="*/ 4146947 h 6858000"/>
              <a:gd name="connsiteX508" fmla="*/ 3563434 w 7467600"/>
              <a:gd name="connsiteY508" fmla="*/ 4469115 h 6858000"/>
              <a:gd name="connsiteX509" fmla="*/ 3177952 w 7467600"/>
              <a:gd name="connsiteY509" fmla="*/ 3657386 h 6858000"/>
              <a:gd name="connsiteX510" fmla="*/ 3189263 w 7467600"/>
              <a:gd name="connsiteY510" fmla="*/ 3625726 h 6858000"/>
              <a:gd name="connsiteX511" fmla="*/ 3560912 w 7467600"/>
              <a:gd name="connsiteY511" fmla="*/ 4079863 h 6858000"/>
              <a:gd name="connsiteX512" fmla="*/ 3626636 w 7467600"/>
              <a:gd name="connsiteY512" fmla="*/ 4512230 h 6858000"/>
              <a:gd name="connsiteX513" fmla="*/ 3653088 w 7467600"/>
              <a:gd name="connsiteY513" fmla="*/ 4521417 h 6858000"/>
              <a:gd name="connsiteX514" fmla="*/ 3988128 w 7467600"/>
              <a:gd name="connsiteY514" fmla="*/ 4817267 h 6858000"/>
              <a:gd name="connsiteX515" fmla="*/ 4830582 w 7467600"/>
              <a:gd name="connsiteY515" fmla="*/ 4676000 h 6858000"/>
              <a:gd name="connsiteX516" fmla="*/ 4830100 w 7467600"/>
              <a:gd name="connsiteY516" fmla="*/ 4675554 h 6858000"/>
              <a:gd name="connsiteX517" fmla="*/ 4036318 w 7467600"/>
              <a:gd name="connsiteY517" fmla="*/ 4147013 h 6858000"/>
              <a:gd name="connsiteX518" fmla="*/ 3432098 w 7467600"/>
              <a:gd name="connsiteY518" fmla="*/ 3537312 h 6858000"/>
              <a:gd name="connsiteX519" fmla="*/ 3446761 w 7467600"/>
              <a:gd name="connsiteY519" fmla="*/ 3461278 h 6858000"/>
              <a:gd name="connsiteX520" fmla="*/ 4419733 w 7467600"/>
              <a:gd name="connsiteY520" fmla="*/ 3963555 h 6858000"/>
              <a:gd name="connsiteX521" fmla="*/ 4781371 w 7467600"/>
              <a:gd name="connsiteY521" fmla="*/ 4458604 h 6858000"/>
              <a:gd name="connsiteX522" fmla="*/ 4780440 w 7467600"/>
              <a:gd name="connsiteY522" fmla="*/ 4470290 h 6858000"/>
              <a:gd name="connsiteX523" fmla="*/ 4898954 w 7467600"/>
              <a:gd name="connsiteY523" fmla="*/ 4662092 h 6858000"/>
              <a:gd name="connsiteX524" fmla="*/ 4900699 w 7467600"/>
              <a:gd name="connsiteY524" fmla="*/ 4670867 h 6858000"/>
              <a:gd name="connsiteX525" fmla="*/ 5714511 w 7467600"/>
              <a:gd name="connsiteY525" fmla="*/ 4663483 h 6858000"/>
              <a:gd name="connsiteX526" fmla="*/ 5464793 w 7467600"/>
              <a:gd name="connsiteY526" fmla="*/ 4393556 h 6858000"/>
              <a:gd name="connsiteX527" fmla="*/ 5461897 w 7467600"/>
              <a:gd name="connsiteY527" fmla="*/ 4390879 h 6858000"/>
              <a:gd name="connsiteX528" fmla="*/ 4294126 w 7467600"/>
              <a:gd name="connsiteY528" fmla="*/ 3303048 h 6858000"/>
              <a:gd name="connsiteX529" fmla="*/ 4305321 w 7467600"/>
              <a:gd name="connsiteY529" fmla="*/ 3256953 h 6858000"/>
              <a:gd name="connsiteX530" fmla="*/ 4949299 w 7467600"/>
              <a:gd name="connsiteY530" fmla="*/ 3766336 h 6858000"/>
              <a:gd name="connsiteX531" fmla="*/ 5291452 w 7467600"/>
              <a:gd name="connsiteY531" fmla="*/ 4076801 h 6858000"/>
              <a:gd name="connsiteX532" fmla="*/ 5434998 w 7467600"/>
              <a:gd name="connsiteY532" fmla="*/ 4254100 h 6858000"/>
              <a:gd name="connsiteX533" fmla="*/ 5351015 w 7467600"/>
              <a:gd name="connsiteY533" fmla="*/ 3760989 h 6858000"/>
              <a:gd name="connsiteX534" fmla="*/ 5413780 w 7467600"/>
              <a:gd name="connsiteY534" fmla="*/ 2966265 h 6858000"/>
              <a:gd name="connsiteX535" fmla="*/ 5425627 w 7467600"/>
              <a:gd name="connsiteY535" fmla="*/ 2954192 h 6858000"/>
              <a:gd name="connsiteX536" fmla="*/ 6604735 w 7467600"/>
              <a:gd name="connsiteY536" fmla="*/ 2041381 h 6858000"/>
              <a:gd name="connsiteX537" fmla="*/ 7204487 w 7467600"/>
              <a:gd name="connsiteY537" fmla="*/ 2742112 h 6858000"/>
              <a:gd name="connsiteX538" fmla="*/ 7131592 w 7467600"/>
              <a:gd name="connsiteY538" fmla="*/ 2672096 h 6858000"/>
              <a:gd name="connsiteX539" fmla="*/ 6996344 w 7467600"/>
              <a:gd name="connsiteY539" fmla="*/ 2518310 h 6858000"/>
              <a:gd name="connsiteX540" fmla="*/ 6735495 w 7467600"/>
              <a:gd name="connsiteY540" fmla="*/ 2196890 h 6858000"/>
              <a:gd name="connsiteX541" fmla="*/ 6721901 w 7467600"/>
              <a:gd name="connsiteY541" fmla="*/ 2179274 h 6858000"/>
              <a:gd name="connsiteX542" fmla="*/ 6604735 w 7467600"/>
              <a:gd name="connsiteY542" fmla="*/ 2041381 h 6858000"/>
              <a:gd name="connsiteX543" fmla="*/ 6591670 w 7467600"/>
              <a:gd name="connsiteY543" fmla="*/ 1988277 h 6858000"/>
              <a:gd name="connsiteX544" fmla="*/ 6747349 w 7467600"/>
              <a:gd name="connsiteY544" fmla="*/ 2160069 h 6858000"/>
              <a:gd name="connsiteX545" fmla="*/ 6760943 w 7467600"/>
              <a:gd name="connsiteY545" fmla="*/ 2177686 h 6858000"/>
              <a:gd name="connsiteX546" fmla="*/ 7021065 w 7467600"/>
              <a:gd name="connsiteY546" fmla="*/ 2498102 h 6858000"/>
              <a:gd name="connsiteX547" fmla="*/ 7155223 w 7467600"/>
              <a:gd name="connsiteY547" fmla="*/ 2650386 h 6858000"/>
              <a:gd name="connsiteX548" fmla="*/ 7203167 w 7467600"/>
              <a:gd name="connsiteY548" fmla="*/ 2697288 h 6858000"/>
              <a:gd name="connsiteX549" fmla="*/ 6937703 w 7467600"/>
              <a:gd name="connsiteY549" fmla="*/ 2321981 h 6858000"/>
              <a:gd name="connsiteX550" fmla="*/ 6591670 w 7467600"/>
              <a:gd name="connsiteY550" fmla="*/ 1988277 h 6858000"/>
              <a:gd name="connsiteX551" fmla="*/ 5798671 w 7467600"/>
              <a:gd name="connsiteY551" fmla="*/ 1981601 h 6858000"/>
              <a:gd name="connsiteX552" fmla="*/ 5754709 w 7467600"/>
              <a:gd name="connsiteY552" fmla="*/ 2071454 h 6858000"/>
              <a:gd name="connsiteX553" fmla="*/ 5763044 w 7467600"/>
              <a:gd name="connsiteY553" fmla="*/ 2842206 h 6858000"/>
              <a:gd name="connsiteX554" fmla="*/ 5764974 w 7467600"/>
              <a:gd name="connsiteY554" fmla="*/ 2799609 h 6858000"/>
              <a:gd name="connsiteX555" fmla="*/ 5767665 w 7467600"/>
              <a:gd name="connsiteY555" fmla="*/ 2666409 h 6858000"/>
              <a:gd name="connsiteX556" fmla="*/ 5763055 w 7467600"/>
              <a:gd name="connsiteY556" fmla="*/ 2579705 h 6858000"/>
              <a:gd name="connsiteX557" fmla="*/ 5758079 w 7467600"/>
              <a:gd name="connsiteY557" fmla="*/ 2492508 h 6858000"/>
              <a:gd name="connsiteX558" fmla="*/ 5779325 w 7467600"/>
              <a:gd name="connsiteY558" fmla="*/ 2197069 h 6858000"/>
              <a:gd name="connsiteX559" fmla="*/ 5798671 w 7467600"/>
              <a:gd name="connsiteY559" fmla="*/ 1981601 h 6858000"/>
              <a:gd name="connsiteX560" fmla="*/ 5829202 w 7467600"/>
              <a:gd name="connsiteY560" fmla="*/ 1971679 h 6858000"/>
              <a:gd name="connsiteX561" fmla="*/ 5809558 w 7467600"/>
              <a:gd name="connsiteY561" fmla="*/ 2198043 h 6858000"/>
              <a:gd name="connsiteX562" fmla="*/ 5788653 w 7467600"/>
              <a:gd name="connsiteY562" fmla="*/ 2489430 h 6858000"/>
              <a:gd name="connsiteX563" fmla="*/ 5793439 w 7467600"/>
              <a:gd name="connsiteY563" fmla="*/ 2575235 h 6858000"/>
              <a:gd name="connsiteX564" fmla="*/ 5796837 w 7467600"/>
              <a:gd name="connsiteY564" fmla="*/ 2637633 h 6858000"/>
              <a:gd name="connsiteX565" fmla="*/ 5818614 w 7467600"/>
              <a:gd name="connsiteY565" fmla="*/ 2473055 h 6858000"/>
              <a:gd name="connsiteX566" fmla="*/ 5829202 w 7467600"/>
              <a:gd name="connsiteY566" fmla="*/ 1971679 h 6858000"/>
              <a:gd name="connsiteX567" fmla="*/ 5911389 w 7467600"/>
              <a:gd name="connsiteY567" fmla="*/ 1898371 h 6858000"/>
              <a:gd name="connsiteX568" fmla="*/ 6237627 w 7467600"/>
              <a:gd name="connsiteY568" fmla="*/ 2231921 h 6858000"/>
              <a:gd name="connsiteX569" fmla="*/ 5911389 w 7467600"/>
              <a:gd name="connsiteY569" fmla="*/ 1898371 h 6858000"/>
              <a:gd name="connsiteX570" fmla="*/ 6944437 w 7467600"/>
              <a:gd name="connsiteY570" fmla="*/ 1575402 h 6858000"/>
              <a:gd name="connsiteX571" fmla="*/ 6304730 w 7467600"/>
              <a:gd name="connsiteY571" fmla="*/ 1766654 h 6858000"/>
              <a:gd name="connsiteX572" fmla="*/ 6944437 w 7467600"/>
              <a:gd name="connsiteY572" fmla="*/ 1575402 h 6858000"/>
              <a:gd name="connsiteX573" fmla="*/ 7019523 w 7467600"/>
              <a:gd name="connsiteY573" fmla="*/ 1519450 h 6858000"/>
              <a:gd name="connsiteX574" fmla="*/ 6298091 w 7467600"/>
              <a:gd name="connsiteY574" fmla="*/ 1737122 h 6858000"/>
              <a:gd name="connsiteX575" fmla="*/ 7019523 w 7467600"/>
              <a:gd name="connsiteY575" fmla="*/ 1519450 h 6858000"/>
              <a:gd name="connsiteX576" fmla="*/ 2399523 w 7467600"/>
              <a:gd name="connsiteY576" fmla="*/ 1428234 h 6858000"/>
              <a:gd name="connsiteX577" fmla="*/ 2224982 w 7467600"/>
              <a:gd name="connsiteY577" fmla="*/ 1826201 h 6858000"/>
              <a:gd name="connsiteX578" fmla="*/ 2096099 w 7467600"/>
              <a:gd name="connsiteY578" fmla="*/ 2345900 h 6858000"/>
              <a:gd name="connsiteX579" fmla="*/ 2283317 w 7467600"/>
              <a:gd name="connsiteY579" fmla="*/ 1796925 h 6858000"/>
              <a:gd name="connsiteX580" fmla="*/ 2399523 w 7467600"/>
              <a:gd name="connsiteY580" fmla="*/ 1428234 h 6858000"/>
              <a:gd name="connsiteX581" fmla="*/ 2448558 w 7467600"/>
              <a:gd name="connsiteY581" fmla="*/ 1373435 h 6858000"/>
              <a:gd name="connsiteX582" fmla="*/ 2312521 w 7467600"/>
              <a:gd name="connsiteY582" fmla="*/ 1806140 h 6858000"/>
              <a:gd name="connsiteX583" fmla="*/ 2127533 w 7467600"/>
              <a:gd name="connsiteY583" fmla="*/ 2348380 h 6858000"/>
              <a:gd name="connsiteX584" fmla="*/ 2358080 w 7467600"/>
              <a:gd name="connsiteY584" fmla="*/ 1866134 h 6858000"/>
              <a:gd name="connsiteX585" fmla="*/ 2407436 w 7467600"/>
              <a:gd name="connsiteY585" fmla="*/ 1651070 h 6858000"/>
              <a:gd name="connsiteX586" fmla="*/ 2448558 w 7467600"/>
              <a:gd name="connsiteY586" fmla="*/ 1373435 h 6858000"/>
              <a:gd name="connsiteX587" fmla="*/ 278707 w 7467600"/>
              <a:gd name="connsiteY587" fmla="*/ 1352270 h 6858000"/>
              <a:gd name="connsiteX588" fmla="*/ 321570 w 7467600"/>
              <a:gd name="connsiteY588" fmla="*/ 1861610 h 6858000"/>
              <a:gd name="connsiteX589" fmla="*/ 294281 w 7467600"/>
              <a:gd name="connsiteY589" fmla="*/ 1440658 h 6858000"/>
              <a:gd name="connsiteX590" fmla="*/ 278707 w 7467600"/>
              <a:gd name="connsiteY590" fmla="*/ 1352270 h 6858000"/>
              <a:gd name="connsiteX591" fmla="*/ 1423821 w 7467600"/>
              <a:gd name="connsiteY591" fmla="*/ 1351958 h 6858000"/>
              <a:gd name="connsiteX592" fmla="*/ 1638521 w 7467600"/>
              <a:gd name="connsiteY592" fmla="*/ 1908470 h 6858000"/>
              <a:gd name="connsiteX593" fmla="*/ 1754199 w 7467600"/>
              <a:gd name="connsiteY593" fmla="*/ 2149284 h 6858000"/>
              <a:gd name="connsiteX594" fmla="*/ 1908359 w 7467600"/>
              <a:gd name="connsiteY594" fmla="*/ 2364988 h 6858000"/>
              <a:gd name="connsiteX595" fmla="*/ 1647661 w 7467600"/>
              <a:gd name="connsiteY595" fmla="*/ 1825945 h 6858000"/>
              <a:gd name="connsiteX596" fmla="*/ 1423821 w 7467600"/>
              <a:gd name="connsiteY596" fmla="*/ 1351958 h 6858000"/>
              <a:gd name="connsiteX597" fmla="*/ 1431890 w 7467600"/>
              <a:gd name="connsiteY597" fmla="*/ 1306475 h 6858000"/>
              <a:gd name="connsiteX598" fmla="*/ 1507597 w 7467600"/>
              <a:gd name="connsiteY598" fmla="*/ 1446132 h 6858000"/>
              <a:gd name="connsiteX599" fmla="*/ 1674586 w 7467600"/>
              <a:gd name="connsiteY599" fmla="*/ 1813832 h 6858000"/>
              <a:gd name="connsiteX600" fmla="*/ 1815950 w 7467600"/>
              <a:gd name="connsiteY600" fmla="*/ 2128564 h 6858000"/>
              <a:gd name="connsiteX601" fmla="*/ 1984242 w 7467600"/>
              <a:gd name="connsiteY601" fmla="*/ 2430829 h 6858000"/>
              <a:gd name="connsiteX602" fmla="*/ 2014023 w 7467600"/>
              <a:gd name="connsiteY602" fmla="*/ 2450995 h 6858000"/>
              <a:gd name="connsiteX603" fmla="*/ 1747337 w 7467600"/>
              <a:gd name="connsiteY603" fmla="*/ 1855264 h 6858000"/>
              <a:gd name="connsiteX604" fmla="*/ 1533749 w 7467600"/>
              <a:gd name="connsiteY604" fmla="*/ 1478656 h 6858000"/>
              <a:gd name="connsiteX605" fmla="*/ 1431890 w 7467600"/>
              <a:gd name="connsiteY605" fmla="*/ 1306475 h 6858000"/>
              <a:gd name="connsiteX606" fmla="*/ 5052692 w 7467600"/>
              <a:gd name="connsiteY606" fmla="*/ 1292994 h 6858000"/>
              <a:gd name="connsiteX607" fmla="*/ 5200661 w 7467600"/>
              <a:gd name="connsiteY607" fmla="*/ 1635186 h 6858000"/>
              <a:gd name="connsiteX608" fmla="*/ 5297138 w 7467600"/>
              <a:gd name="connsiteY608" fmla="*/ 1906351 h 6858000"/>
              <a:gd name="connsiteX609" fmla="*/ 5052692 w 7467600"/>
              <a:gd name="connsiteY609" fmla="*/ 1292994 h 6858000"/>
              <a:gd name="connsiteX610" fmla="*/ 5009948 w 7467600"/>
              <a:gd name="connsiteY610" fmla="*/ 1273619 h 6858000"/>
              <a:gd name="connsiteX611" fmla="*/ 5121777 w 7467600"/>
              <a:gd name="connsiteY611" fmla="*/ 1654213 h 6858000"/>
              <a:gd name="connsiteX612" fmla="*/ 5293545 w 7467600"/>
              <a:gd name="connsiteY612" fmla="*/ 2072247 h 6858000"/>
              <a:gd name="connsiteX613" fmla="*/ 5294042 w 7467600"/>
              <a:gd name="connsiteY613" fmla="*/ 2065019 h 6858000"/>
              <a:gd name="connsiteX614" fmla="*/ 5171936 w 7467600"/>
              <a:gd name="connsiteY614" fmla="*/ 1647613 h 6858000"/>
              <a:gd name="connsiteX615" fmla="*/ 5009948 w 7467600"/>
              <a:gd name="connsiteY615" fmla="*/ 1273619 h 6858000"/>
              <a:gd name="connsiteX616" fmla="*/ 655236 w 7467600"/>
              <a:gd name="connsiteY616" fmla="*/ 1268632 h 6858000"/>
              <a:gd name="connsiteX617" fmla="*/ 839521 w 7467600"/>
              <a:gd name="connsiteY617" fmla="*/ 1685315 h 6858000"/>
              <a:gd name="connsiteX618" fmla="*/ 1109416 w 7467600"/>
              <a:gd name="connsiteY618" fmla="*/ 2061663 h 6858000"/>
              <a:gd name="connsiteX619" fmla="*/ 1298300 w 7467600"/>
              <a:gd name="connsiteY619" fmla="*/ 2247742 h 6858000"/>
              <a:gd name="connsiteX620" fmla="*/ 1125871 w 7467600"/>
              <a:gd name="connsiteY620" fmla="*/ 1989513 h 6858000"/>
              <a:gd name="connsiteX621" fmla="*/ 981574 w 7467600"/>
              <a:gd name="connsiteY621" fmla="*/ 1783157 h 6858000"/>
              <a:gd name="connsiteX622" fmla="*/ 922198 w 7467600"/>
              <a:gd name="connsiteY622" fmla="*/ 1677437 h 6858000"/>
              <a:gd name="connsiteX623" fmla="*/ 869293 w 7467600"/>
              <a:gd name="connsiteY623" fmla="*/ 1583214 h 6858000"/>
              <a:gd name="connsiteX624" fmla="*/ 751431 w 7467600"/>
              <a:gd name="connsiteY624" fmla="*/ 1405731 h 6858000"/>
              <a:gd name="connsiteX625" fmla="*/ 655236 w 7467600"/>
              <a:gd name="connsiteY625" fmla="*/ 1268632 h 6858000"/>
              <a:gd name="connsiteX626" fmla="*/ 6516292 w 7467600"/>
              <a:gd name="connsiteY626" fmla="*/ 1263064 h 6858000"/>
              <a:gd name="connsiteX627" fmla="*/ 5736320 w 7467600"/>
              <a:gd name="connsiteY627" fmla="*/ 1501803 h 6858000"/>
              <a:gd name="connsiteX628" fmla="*/ 6516292 w 7467600"/>
              <a:gd name="connsiteY628" fmla="*/ 1263064 h 6858000"/>
              <a:gd name="connsiteX629" fmla="*/ 291466 w 7467600"/>
              <a:gd name="connsiteY629" fmla="*/ 1250369 h 6858000"/>
              <a:gd name="connsiteX630" fmla="*/ 323180 w 7467600"/>
              <a:gd name="connsiteY630" fmla="*/ 1435283 h 6858000"/>
              <a:gd name="connsiteX631" fmla="*/ 349381 w 7467600"/>
              <a:gd name="connsiteY631" fmla="*/ 1875041 h 6858000"/>
              <a:gd name="connsiteX632" fmla="*/ 374363 w 7467600"/>
              <a:gd name="connsiteY632" fmla="*/ 1506494 h 6858000"/>
              <a:gd name="connsiteX633" fmla="*/ 302168 w 7467600"/>
              <a:gd name="connsiteY633" fmla="*/ 1274495 h 6858000"/>
              <a:gd name="connsiteX634" fmla="*/ 291466 w 7467600"/>
              <a:gd name="connsiteY634" fmla="*/ 1250369 h 6858000"/>
              <a:gd name="connsiteX635" fmla="*/ 678222 w 7467600"/>
              <a:gd name="connsiteY635" fmla="*/ 1248670 h 6858000"/>
              <a:gd name="connsiteX636" fmla="*/ 775536 w 7467600"/>
              <a:gd name="connsiteY636" fmla="*/ 1388015 h 6858000"/>
              <a:gd name="connsiteX637" fmla="*/ 894529 w 7467600"/>
              <a:gd name="connsiteY637" fmla="*/ 1567739 h 6858000"/>
              <a:gd name="connsiteX638" fmla="*/ 948000 w 7467600"/>
              <a:gd name="connsiteY638" fmla="*/ 1663088 h 6858000"/>
              <a:gd name="connsiteX639" fmla="*/ 1006812 w 7467600"/>
              <a:gd name="connsiteY639" fmla="*/ 1767683 h 6858000"/>
              <a:gd name="connsiteX640" fmla="*/ 1149133 w 7467600"/>
              <a:gd name="connsiteY640" fmla="*/ 1971513 h 6858000"/>
              <a:gd name="connsiteX641" fmla="*/ 1333952 w 7467600"/>
              <a:gd name="connsiteY641" fmla="*/ 2251620 h 6858000"/>
              <a:gd name="connsiteX642" fmla="*/ 1337329 w 7467600"/>
              <a:gd name="connsiteY642" fmla="*/ 2258350 h 6858000"/>
              <a:gd name="connsiteX643" fmla="*/ 1014726 w 7467600"/>
              <a:gd name="connsiteY643" fmla="*/ 1615556 h 6858000"/>
              <a:gd name="connsiteX644" fmla="*/ 678222 w 7467600"/>
              <a:gd name="connsiteY644" fmla="*/ 1248670 h 6858000"/>
              <a:gd name="connsiteX645" fmla="*/ 6691602 w 7467600"/>
              <a:gd name="connsiteY645" fmla="*/ 1140573 h 6858000"/>
              <a:gd name="connsiteX646" fmla="*/ 6571100 w 7467600"/>
              <a:gd name="connsiteY646" fmla="*/ 1183662 h 6858000"/>
              <a:gd name="connsiteX647" fmla="*/ 6241687 w 7467600"/>
              <a:gd name="connsiteY647" fmla="*/ 1257600 h 6858000"/>
              <a:gd name="connsiteX648" fmla="*/ 5693009 w 7467600"/>
              <a:gd name="connsiteY648" fmla="*/ 1478256 h 6858000"/>
              <a:gd name="connsiteX649" fmla="*/ 6548420 w 7467600"/>
              <a:gd name="connsiteY649" fmla="*/ 1214599 h 6858000"/>
              <a:gd name="connsiteX650" fmla="*/ 6605473 w 7467600"/>
              <a:gd name="connsiteY650" fmla="*/ 1184686 h 6858000"/>
              <a:gd name="connsiteX651" fmla="*/ 6691602 w 7467600"/>
              <a:gd name="connsiteY651" fmla="*/ 1140573 h 6858000"/>
              <a:gd name="connsiteX652" fmla="*/ 4002475 w 7467600"/>
              <a:gd name="connsiteY652" fmla="*/ 1037802 h 6858000"/>
              <a:gd name="connsiteX653" fmla="*/ 4000324 w 7467600"/>
              <a:gd name="connsiteY653" fmla="*/ 1039362 h 6858000"/>
              <a:gd name="connsiteX654" fmla="*/ 4002862 w 7467600"/>
              <a:gd name="connsiteY654" fmla="*/ 1042866 h 6858000"/>
              <a:gd name="connsiteX655" fmla="*/ 4002475 w 7467600"/>
              <a:gd name="connsiteY655" fmla="*/ 1037802 h 6858000"/>
              <a:gd name="connsiteX656" fmla="*/ 506322 w 7467600"/>
              <a:gd name="connsiteY656" fmla="*/ 1020997 h 6858000"/>
              <a:gd name="connsiteX657" fmla="*/ 533068 w 7467600"/>
              <a:gd name="connsiteY657" fmla="*/ 1029409 h 6858000"/>
              <a:gd name="connsiteX658" fmla="*/ 1232525 w 7467600"/>
              <a:gd name="connsiteY658" fmla="*/ 1804675 h 6858000"/>
              <a:gd name="connsiteX659" fmla="*/ 1388858 w 7467600"/>
              <a:gd name="connsiteY659" fmla="*/ 2368011 h 6858000"/>
              <a:gd name="connsiteX660" fmla="*/ 1384098 w 7467600"/>
              <a:gd name="connsiteY660" fmla="*/ 2378125 h 6858000"/>
              <a:gd name="connsiteX661" fmla="*/ 1425393 w 7467600"/>
              <a:gd name="connsiteY661" fmla="*/ 2589124 h 6858000"/>
              <a:gd name="connsiteX662" fmla="*/ 1424001 w 7467600"/>
              <a:gd name="connsiteY662" fmla="*/ 2597541 h 6858000"/>
              <a:gd name="connsiteX663" fmla="*/ 2152729 w 7467600"/>
              <a:gd name="connsiteY663" fmla="*/ 2864487 h 6858000"/>
              <a:gd name="connsiteX664" fmla="*/ 2020609 w 7467600"/>
              <a:gd name="connsiteY664" fmla="*/ 2539671 h 6858000"/>
              <a:gd name="connsiteX665" fmla="*/ 2018920 w 7467600"/>
              <a:gd name="connsiteY665" fmla="*/ 2536309 h 6858000"/>
              <a:gd name="connsiteX666" fmla="*/ 1342441 w 7467600"/>
              <a:gd name="connsiteY666" fmla="*/ 1173017 h 6858000"/>
              <a:gd name="connsiteX667" fmla="*/ 1367925 w 7467600"/>
              <a:gd name="connsiteY667" fmla="*/ 1135648 h 6858000"/>
              <a:gd name="connsiteX668" fmla="*/ 1771401 w 7467600"/>
              <a:gd name="connsiteY668" fmla="*/ 1806673 h 6858000"/>
              <a:gd name="connsiteX669" fmla="*/ 1972385 w 7467600"/>
              <a:gd name="connsiteY669" fmla="*/ 2198735 h 6858000"/>
              <a:gd name="connsiteX670" fmla="*/ 2040892 w 7467600"/>
              <a:gd name="connsiteY670" fmla="*/ 2405205 h 6858000"/>
              <a:gd name="connsiteX671" fmla="*/ 2131689 w 7467600"/>
              <a:gd name="connsiteY671" fmla="*/ 1936926 h 6858000"/>
              <a:gd name="connsiteX672" fmla="*/ 2454820 w 7467600"/>
              <a:gd name="connsiteY672" fmla="*/ 1248808 h 6858000"/>
              <a:gd name="connsiteX673" fmla="*/ 2492512 w 7467600"/>
              <a:gd name="connsiteY673" fmla="*/ 1302920 h 6858000"/>
              <a:gd name="connsiteX674" fmla="*/ 2081216 w 7467600"/>
              <a:gd name="connsiteY674" fmla="*/ 2527513 h 6858000"/>
              <a:gd name="connsiteX675" fmla="*/ 2081211 w 7467600"/>
              <a:gd name="connsiteY675" fmla="*/ 2528916 h 6858000"/>
              <a:gd name="connsiteX676" fmla="*/ 2199067 w 7467600"/>
              <a:gd name="connsiteY676" fmla="*/ 2884061 h 6858000"/>
              <a:gd name="connsiteX677" fmla="*/ 3192586 w 7467600"/>
              <a:gd name="connsiteY677" fmla="*/ 3411496 h 6858000"/>
              <a:gd name="connsiteX678" fmla="*/ 3182620 w 7467600"/>
              <a:gd name="connsiteY678" fmla="*/ 3483279 h 6858000"/>
              <a:gd name="connsiteX679" fmla="*/ 2435119 w 7467600"/>
              <a:gd name="connsiteY679" fmla="*/ 3080173 h 6858000"/>
              <a:gd name="connsiteX680" fmla="*/ 2410152 w 7467600"/>
              <a:gd name="connsiteY680" fmla="*/ 3063751 h 6858000"/>
              <a:gd name="connsiteX681" fmla="*/ 2408099 w 7467600"/>
              <a:gd name="connsiteY681" fmla="*/ 3064403 h 6858000"/>
              <a:gd name="connsiteX682" fmla="*/ 2407218 w 7467600"/>
              <a:gd name="connsiteY682" fmla="*/ 3070324 h 6858000"/>
              <a:gd name="connsiteX683" fmla="*/ 2380138 w 7467600"/>
              <a:gd name="connsiteY683" fmla="*/ 3099341 h 6858000"/>
              <a:gd name="connsiteX684" fmla="*/ 1765923 w 7467600"/>
              <a:gd name="connsiteY684" fmla="*/ 3581043 h 6858000"/>
              <a:gd name="connsiteX685" fmla="*/ 1702258 w 7467600"/>
              <a:gd name="connsiteY685" fmla="*/ 3612286 h 6858000"/>
              <a:gd name="connsiteX686" fmla="*/ 1538370 w 7467600"/>
              <a:gd name="connsiteY686" fmla="*/ 3811804 h 6858000"/>
              <a:gd name="connsiteX687" fmla="*/ 542867 w 7467600"/>
              <a:gd name="connsiteY687" fmla="*/ 4944092 h 6858000"/>
              <a:gd name="connsiteX688" fmla="*/ 515800 w 7467600"/>
              <a:gd name="connsiteY688" fmla="*/ 4862180 h 6858000"/>
              <a:gd name="connsiteX689" fmla="*/ 909145 w 7467600"/>
              <a:gd name="connsiteY689" fmla="*/ 4199225 h 6858000"/>
              <a:gd name="connsiteX690" fmla="*/ 1214067 w 7467600"/>
              <a:gd name="connsiteY690" fmla="*/ 3908561 h 6858000"/>
              <a:gd name="connsiteX691" fmla="*/ 640967 w 7467600"/>
              <a:gd name="connsiteY691" fmla="*/ 4105601 h 6858000"/>
              <a:gd name="connsiteX692" fmla="*/ 112563 w 7467600"/>
              <a:gd name="connsiteY692" fmla="*/ 4396952 h 6858000"/>
              <a:gd name="connsiteX693" fmla="*/ 0 w 7467600"/>
              <a:gd name="connsiteY693" fmla="*/ 4466006 h 6858000"/>
              <a:gd name="connsiteX694" fmla="*/ 0 w 7467600"/>
              <a:gd name="connsiteY694" fmla="*/ 4233763 h 6858000"/>
              <a:gd name="connsiteX695" fmla="*/ 36881 w 7467600"/>
              <a:gd name="connsiteY695" fmla="*/ 4200118 h 6858000"/>
              <a:gd name="connsiteX696" fmla="*/ 910534 w 7467600"/>
              <a:gd name="connsiteY696" fmla="*/ 3629753 h 6858000"/>
              <a:gd name="connsiteX697" fmla="*/ 1578717 w 7467600"/>
              <a:gd name="connsiteY697" fmla="*/ 3575982 h 6858000"/>
              <a:gd name="connsiteX698" fmla="*/ 2338780 w 7467600"/>
              <a:gd name="connsiteY698" fmla="*/ 3033725 h 6858000"/>
              <a:gd name="connsiteX699" fmla="*/ 1807991 w 7467600"/>
              <a:gd name="connsiteY699" fmla="*/ 2807184 h 6858000"/>
              <a:gd name="connsiteX700" fmla="*/ 1416358 w 7467600"/>
              <a:gd name="connsiteY700" fmla="*/ 3112571 h 6858000"/>
              <a:gd name="connsiteX701" fmla="*/ 939066 w 7467600"/>
              <a:gd name="connsiteY701" fmla="*/ 3378798 h 6858000"/>
              <a:gd name="connsiteX702" fmla="*/ 115099 w 7467600"/>
              <a:gd name="connsiteY702" fmla="*/ 3607650 h 6858000"/>
              <a:gd name="connsiteX703" fmla="*/ 97284 w 7467600"/>
              <a:gd name="connsiteY703" fmla="*/ 3520393 h 6858000"/>
              <a:gd name="connsiteX704" fmla="*/ 922050 w 7467600"/>
              <a:gd name="connsiteY704" fmla="*/ 3074867 h 6858000"/>
              <a:gd name="connsiteX705" fmla="*/ 1405265 w 7467600"/>
              <a:gd name="connsiteY705" fmla="*/ 3016319 h 6858000"/>
              <a:gd name="connsiteX706" fmla="*/ 1407512 w 7467600"/>
              <a:gd name="connsiteY706" fmla="*/ 3018001 h 6858000"/>
              <a:gd name="connsiteX707" fmla="*/ 1726266 w 7467600"/>
              <a:gd name="connsiteY707" fmla="*/ 2777274 h 6858000"/>
              <a:gd name="connsiteX708" fmla="*/ 625390 w 7467600"/>
              <a:gd name="connsiteY708" fmla="*/ 2514541 h 6858000"/>
              <a:gd name="connsiteX709" fmla="*/ 619799 w 7467600"/>
              <a:gd name="connsiteY709" fmla="*/ 2527180 h 6858000"/>
              <a:gd name="connsiteX710" fmla="*/ 310030 w 7467600"/>
              <a:gd name="connsiteY710" fmla="*/ 2771818 h 6858000"/>
              <a:gd name="connsiteX711" fmla="*/ 173877 w 7467600"/>
              <a:gd name="connsiteY711" fmla="*/ 2937056 h 6858000"/>
              <a:gd name="connsiteX712" fmla="*/ 77889 w 7467600"/>
              <a:gd name="connsiteY712" fmla="*/ 3138440 h 6858000"/>
              <a:gd name="connsiteX713" fmla="*/ 0 w 7467600"/>
              <a:gd name="connsiteY713" fmla="*/ 3271395 h 6858000"/>
              <a:gd name="connsiteX714" fmla="*/ 0 w 7467600"/>
              <a:gd name="connsiteY714" fmla="*/ 3153002 h 6858000"/>
              <a:gd name="connsiteX715" fmla="*/ 2386 w 7467600"/>
              <a:gd name="connsiteY715" fmla="*/ 3149203 h 6858000"/>
              <a:gd name="connsiteX716" fmla="*/ 89753 w 7467600"/>
              <a:gd name="connsiteY716" fmla="*/ 2987702 h 6858000"/>
              <a:gd name="connsiteX717" fmla="*/ 76869 w 7467600"/>
              <a:gd name="connsiteY717" fmla="*/ 3005404 h 6858000"/>
              <a:gd name="connsiteX718" fmla="*/ 32049 w 7467600"/>
              <a:gd name="connsiteY718" fmla="*/ 3065814 h 6858000"/>
              <a:gd name="connsiteX719" fmla="*/ 0 w 7467600"/>
              <a:gd name="connsiteY719" fmla="*/ 3108744 h 6858000"/>
              <a:gd name="connsiteX720" fmla="*/ 0 w 7467600"/>
              <a:gd name="connsiteY720" fmla="*/ 3058059 h 6858000"/>
              <a:gd name="connsiteX721" fmla="*/ 7610 w 7467600"/>
              <a:gd name="connsiteY721" fmla="*/ 3047889 h 6858000"/>
              <a:gd name="connsiteX722" fmla="*/ 52419 w 7467600"/>
              <a:gd name="connsiteY722" fmla="*/ 2987479 h 6858000"/>
              <a:gd name="connsiteX723" fmla="*/ 59142 w 7467600"/>
              <a:gd name="connsiteY723" fmla="*/ 2978488 h 6858000"/>
              <a:gd name="connsiteX724" fmla="*/ 0 w 7467600"/>
              <a:gd name="connsiteY724" fmla="*/ 3015334 h 6858000"/>
              <a:gd name="connsiteX725" fmla="*/ 0 w 7467600"/>
              <a:gd name="connsiteY725" fmla="*/ 2914286 h 6858000"/>
              <a:gd name="connsiteX726" fmla="*/ 36383 w 7467600"/>
              <a:gd name="connsiteY726" fmla="*/ 2901128 h 6858000"/>
              <a:gd name="connsiteX727" fmla="*/ 156329 w 7467600"/>
              <a:gd name="connsiteY727" fmla="*/ 2840533 h 6858000"/>
              <a:gd name="connsiteX728" fmla="*/ 358355 w 7467600"/>
              <a:gd name="connsiteY728" fmla="*/ 2620471 h 6858000"/>
              <a:gd name="connsiteX729" fmla="*/ 510577 w 7467600"/>
              <a:gd name="connsiteY729" fmla="*/ 2501244 h 6858000"/>
              <a:gd name="connsiteX730" fmla="*/ 211967 w 7467600"/>
              <a:gd name="connsiteY730" fmla="*/ 2479171 h 6858000"/>
              <a:gd name="connsiteX731" fmla="*/ 0 w 7467600"/>
              <a:gd name="connsiteY731" fmla="*/ 2476398 h 6858000"/>
              <a:gd name="connsiteX732" fmla="*/ 0 w 7467600"/>
              <a:gd name="connsiteY732" fmla="*/ 2389189 h 6858000"/>
              <a:gd name="connsiteX733" fmla="*/ 103062 w 7467600"/>
              <a:gd name="connsiteY733" fmla="*/ 2389518 h 6858000"/>
              <a:gd name="connsiteX734" fmla="*/ 510734 w 7467600"/>
              <a:gd name="connsiteY734" fmla="*/ 2416201 h 6858000"/>
              <a:gd name="connsiteX735" fmla="*/ 279257 w 7467600"/>
              <a:gd name="connsiteY735" fmla="*/ 2092102 h 6858000"/>
              <a:gd name="connsiteX736" fmla="*/ 65265 w 7467600"/>
              <a:gd name="connsiteY736" fmla="*/ 2006049 h 6858000"/>
              <a:gd name="connsiteX737" fmla="*/ 0 w 7467600"/>
              <a:gd name="connsiteY737" fmla="*/ 1982532 h 6858000"/>
              <a:gd name="connsiteX738" fmla="*/ 0 w 7467600"/>
              <a:gd name="connsiteY738" fmla="*/ 1912789 h 6858000"/>
              <a:gd name="connsiteX739" fmla="*/ 97460 w 7467600"/>
              <a:gd name="connsiteY739" fmla="*/ 1953725 h 6858000"/>
              <a:gd name="connsiteX740" fmla="*/ 221272 w 7467600"/>
              <a:gd name="connsiteY740" fmla="*/ 1980766 h 6858000"/>
              <a:gd name="connsiteX741" fmla="*/ 116765 w 7467600"/>
              <a:gd name="connsiteY741" fmla="*/ 1911033 h 6858000"/>
              <a:gd name="connsiteX742" fmla="*/ 16405 w 7467600"/>
              <a:gd name="connsiteY742" fmla="*/ 1803412 h 6858000"/>
              <a:gd name="connsiteX743" fmla="*/ 0 w 7467600"/>
              <a:gd name="connsiteY743" fmla="*/ 1784777 h 6858000"/>
              <a:gd name="connsiteX744" fmla="*/ 0 w 7467600"/>
              <a:gd name="connsiteY744" fmla="*/ 1740082 h 6858000"/>
              <a:gd name="connsiteX745" fmla="*/ 39394 w 7467600"/>
              <a:gd name="connsiteY745" fmla="*/ 1784856 h 6858000"/>
              <a:gd name="connsiteX746" fmla="*/ 135813 w 7467600"/>
              <a:gd name="connsiteY746" fmla="*/ 1888838 h 6858000"/>
              <a:gd name="connsiteX747" fmla="*/ 242575 w 7467600"/>
              <a:gd name="connsiteY747" fmla="*/ 1958841 h 6858000"/>
              <a:gd name="connsiteX748" fmla="*/ 82197 w 7467600"/>
              <a:gd name="connsiteY748" fmla="*/ 1754826 h 6858000"/>
              <a:gd name="connsiteX749" fmla="*/ 0 w 7467600"/>
              <a:gd name="connsiteY749" fmla="*/ 1679650 h 6858000"/>
              <a:gd name="connsiteX750" fmla="*/ 0 w 7467600"/>
              <a:gd name="connsiteY750" fmla="*/ 1602463 h 6858000"/>
              <a:gd name="connsiteX751" fmla="*/ 84689 w 7467600"/>
              <a:gd name="connsiteY751" fmla="*/ 1677442 h 6858000"/>
              <a:gd name="connsiteX752" fmla="*/ 298437 w 7467600"/>
              <a:gd name="connsiteY752" fmla="*/ 1968019 h 6858000"/>
              <a:gd name="connsiteX753" fmla="*/ 227269 w 7467600"/>
              <a:gd name="connsiteY753" fmla="*/ 1114064 h 6858000"/>
              <a:gd name="connsiteX754" fmla="*/ 248003 w 7467600"/>
              <a:gd name="connsiteY754" fmla="*/ 1089613 h 6858000"/>
              <a:gd name="connsiteX755" fmla="*/ 427020 w 7467600"/>
              <a:gd name="connsiteY755" fmla="*/ 1619803 h 6858000"/>
              <a:gd name="connsiteX756" fmla="*/ 340345 w 7467600"/>
              <a:gd name="connsiteY756" fmla="*/ 2027739 h 6858000"/>
              <a:gd name="connsiteX757" fmla="*/ 360865 w 7467600"/>
              <a:gd name="connsiteY757" fmla="*/ 2044827 h 6858000"/>
              <a:gd name="connsiteX758" fmla="*/ 560414 w 7467600"/>
              <a:gd name="connsiteY758" fmla="*/ 2421457 h 6858000"/>
              <a:gd name="connsiteX759" fmla="*/ 1359703 w 7467600"/>
              <a:gd name="connsiteY759" fmla="*/ 2578554 h 6858000"/>
              <a:gd name="connsiteX760" fmla="*/ 1359422 w 7467600"/>
              <a:gd name="connsiteY760" fmla="*/ 2577994 h 6858000"/>
              <a:gd name="connsiteX761" fmla="*/ 828701 w 7467600"/>
              <a:gd name="connsiteY761" fmla="*/ 1839520 h 6858000"/>
              <a:gd name="connsiteX762" fmla="*/ 494427 w 7467600"/>
              <a:gd name="connsiteY762" fmla="*/ 1092333 h 6858000"/>
              <a:gd name="connsiteX763" fmla="*/ 506322 w 7467600"/>
              <a:gd name="connsiteY763" fmla="*/ 1020997 h 6858000"/>
              <a:gd name="connsiteX764" fmla="*/ 4570198 w 7467600"/>
              <a:gd name="connsiteY764" fmla="*/ 978081 h 6858000"/>
              <a:gd name="connsiteX765" fmla="*/ 4523691 w 7467600"/>
              <a:gd name="connsiteY765" fmla="*/ 1127776 h 6858000"/>
              <a:gd name="connsiteX766" fmla="*/ 4509875 w 7467600"/>
              <a:gd name="connsiteY766" fmla="*/ 1167552 h 6858000"/>
              <a:gd name="connsiteX767" fmla="*/ 4478168 w 7467600"/>
              <a:gd name="connsiteY767" fmla="*/ 1260735 h 6858000"/>
              <a:gd name="connsiteX768" fmla="*/ 4409309 w 7467600"/>
              <a:gd name="connsiteY768" fmla="*/ 1666996 h 6858000"/>
              <a:gd name="connsiteX769" fmla="*/ 4370031 w 7467600"/>
              <a:gd name="connsiteY769" fmla="*/ 1955666 h 6858000"/>
              <a:gd name="connsiteX770" fmla="*/ 4570198 w 7467600"/>
              <a:gd name="connsiteY770" fmla="*/ 978081 h 6858000"/>
              <a:gd name="connsiteX771" fmla="*/ 4557898 w 7467600"/>
              <a:gd name="connsiteY771" fmla="*/ 900011 h 6858000"/>
              <a:gd name="connsiteX772" fmla="*/ 4344840 w 7467600"/>
              <a:gd name="connsiteY772" fmla="*/ 1922038 h 6858000"/>
              <a:gd name="connsiteX773" fmla="*/ 4378710 w 7467600"/>
              <a:gd name="connsiteY773" fmla="*/ 1665516 h 6858000"/>
              <a:gd name="connsiteX774" fmla="*/ 4448798 w 7467600"/>
              <a:gd name="connsiteY774" fmla="*/ 1253024 h 6858000"/>
              <a:gd name="connsiteX775" fmla="*/ 4480315 w 7467600"/>
              <a:gd name="connsiteY775" fmla="*/ 1158454 h 6858000"/>
              <a:gd name="connsiteX776" fmla="*/ 4494133 w 7467600"/>
              <a:gd name="connsiteY776" fmla="*/ 1118676 h 6858000"/>
              <a:gd name="connsiteX777" fmla="*/ 4557898 w 7467600"/>
              <a:gd name="connsiteY777" fmla="*/ 900011 h 6858000"/>
              <a:gd name="connsiteX778" fmla="*/ 5870151 w 7467600"/>
              <a:gd name="connsiteY778" fmla="*/ 898890 h 6858000"/>
              <a:gd name="connsiteX779" fmla="*/ 5861335 w 7467600"/>
              <a:gd name="connsiteY779" fmla="*/ 899177 h 6858000"/>
              <a:gd name="connsiteX780" fmla="*/ 5843702 w 7467600"/>
              <a:gd name="connsiteY780" fmla="*/ 899748 h 6858000"/>
              <a:gd name="connsiteX781" fmla="*/ 5651107 w 7467600"/>
              <a:gd name="connsiteY781" fmla="*/ 920306 h 6858000"/>
              <a:gd name="connsiteX782" fmla="*/ 5459407 w 7467600"/>
              <a:gd name="connsiteY782" fmla="*/ 940975 h 6858000"/>
              <a:gd name="connsiteX783" fmla="*/ 5374846 w 7467600"/>
              <a:gd name="connsiteY783" fmla="*/ 941988 h 6858000"/>
              <a:gd name="connsiteX784" fmla="*/ 5256105 w 7467600"/>
              <a:gd name="connsiteY784" fmla="*/ 945632 h 6858000"/>
              <a:gd name="connsiteX785" fmla="*/ 5107071 w 7467600"/>
              <a:gd name="connsiteY785" fmla="*/ 969720 h 6858000"/>
              <a:gd name="connsiteX786" fmla="*/ 4998681 w 7467600"/>
              <a:gd name="connsiteY786" fmla="*/ 988771 h 6858000"/>
              <a:gd name="connsiteX787" fmla="*/ 5870151 w 7467600"/>
              <a:gd name="connsiteY787" fmla="*/ 898890 h 6858000"/>
              <a:gd name="connsiteX788" fmla="*/ 5504425 w 7467600"/>
              <a:gd name="connsiteY788" fmla="*/ 848067 h 6858000"/>
              <a:gd name="connsiteX789" fmla="*/ 4968849 w 7467600"/>
              <a:gd name="connsiteY789" fmla="*/ 962318 h 6858000"/>
              <a:gd name="connsiteX790" fmla="*/ 5104039 w 7467600"/>
              <a:gd name="connsiteY790" fmla="*/ 940634 h 6858000"/>
              <a:gd name="connsiteX791" fmla="*/ 5256311 w 7467600"/>
              <a:gd name="connsiteY791" fmla="*/ 916490 h 6858000"/>
              <a:gd name="connsiteX792" fmla="*/ 5377381 w 7467600"/>
              <a:gd name="connsiteY792" fmla="*/ 912671 h 6858000"/>
              <a:gd name="connsiteX793" fmla="*/ 5460148 w 7467600"/>
              <a:gd name="connsiteY793" fmla="*/ 911442 h 6858000"/>
              <a:gd name="connsiteX794" fmla="*/ 5648971 w 7467600"/>
              <a:gd name="connsiteY794" fmla="*/ 891331 h 6858000"/>
              <a:gd name="connsiteX795" fmla="*/ 5844807 w 7467600"/>
              <a:gd name="connsiteY795" fmla="*/ 870718 h 6858000"/>
              <a:gd name="connsiteX796" fmla="*/ 5862975 w 7467600"/>
              <a:gd name="connsiteY796" fmla="*/ 869756 h 6858000"/>
              <a:gd name="connsiteX797" fmla="*/ 5920887 w 7467600"/>
              <a:gd name="connsiteY797" fmla="*/ 865929 h 6858000"/>
              <a:gd name="connsiteX798" fmla="*/ 5504425 w 7467600"/>
              <a:gd name="connsiteY798" fmla="*/ 848067 h 6858000"/>
              <a:gd name="connsiteX799" fmla="*/ 3607114 w 7467600"/>
              <a:gd name="connsiteY799" fmla="*/ 467441 h 6858000"/>
              <a:gd name="connsiteX800" fmla="*/ 3296242 w 7467600"/>
              <a:gd name="connsiteY800" fmla="*/ 807991 h 6858000"/>
              <a:gd name="connsiteX801" fmla="*/ 3174674 w 7467600"/>
              <a:gd name="connsiteY801" fmla="*/ 919759 h 6858000"/>
              <a:gd name="connsiteX802" fmla="*/ 3042978 w 7467600"/>
              <a:gd name="connsiteY802" fmla="*/ 1054894 h 6858000"/>
              <a:gd name="connsiteX803" fmla="*/ 2968914 w 7467600"/>
              <a:gd name="connsiteY803" fmla="*/ 1133756 h 6858000"/>
              <a:gd name="connsiteX804" fmla="*/ 3103823 w 7467600"/>
              <a:gd name="connsiteY804" fmla="*/ 1026814 h 6858000"/>
              <a:gd name="connsiteX805" fmla="*/ 3607114 w 7467600"/>
              <a:gd name="connsiteY805" fmla="*/ 467441 h 6858000"/>
              <a:gd name="connsiteX806" fmla="*/ 3744487 w 7467600"/>
              <a:gd name="connsiteY806" fmla="*/ 383136 h 6858000"/>
              <a:gd name="connsiteX807" fmla="*/ 3970213 w 7467600"/>
              <a:gd name="connsiteY807" fmla="*/ 995559 h 6858000"/>
              <a:gd name="connsiteX808" fmla="*/ 3744487 w 7467600"/>
              <a:gd name="connsiteY808" fmla="*/ 383136 h 6858000"/>
              <a:gd name="connsiteX809" fmla="*/ 3624562 w 7467600"/>
              <a:gd name="connsiteY809" fmla="*/ 367041 h 6858000"/>
              <a:gd name="connsiteX810" fmla="*/ 3489712 w 7467600"/>
              <a:gd name="connsiteY810" fmla="*/ 485386 h 6858000"/>
              <a:gd name="connsiteX811" fmla="*/ 3182994 w 7467600"/>
              <a:gd name="connsiteY811" fmla="*/ 828265 h 6858000"/>
              <a:gd name="connsiteX812" fmla="*/ 2892114 w 7467600"/>
              <a:gd name="connsiteY812" fmla="*/ 1172635 h 6858000"/>
              <a:gd name="connsiteX813" fmla="*/ 3021459 w 7467600"/>
              <a:gd name="connsiteY813" fmla="*/ 1035385 h 6858000"/>
              <a:gd name="connsiteX814" fmla="*/ 3153873 w 7467600"/>
              <a:gd name="connsiteY814" fmla="*/ 898971 h 6858000"/>
              <a:gd name="connsiteX815" fmla="*/ 3276511 w 7467600"/>
              <a:gd name="connsiteY815" fmla="*/ 786423 h 6858000"/>
              <a:gd name="connsiteX816" fmla="*/ 3584154 w 7467600"/>
              <a:gd name="connsiteY816" fmla="*/ 448218 h 6858000"/>
              <a:gd name="connsiteX817" fmla="*/ 3624562 w 7467600"/>
              <a:gd name="connsiteY817" fmla="*/ 367041 h 6858000"/>
              <a:gd name="connsiteX818" fmla="*/ 3766672 w 7467600"/>
              <a:gd name="connsiteY818" fmla="*/ 359429 h 6858000"/>
              <a:gd name="connsiteX819" fmla="*/ 3996338 w 7467600"/>
              <a:gd name="connsiteY819" fmla="*/ 968237 h 6858000"/>
              <a:gd name="connsiteX820" fmla="*/ 3766672 w 7467600"/>
              <a:gd name="connsiteY820" fmla="*/ 359429 h 6858000"/>
              <a:gd name="connsiteX821" fmla="*/ 5805386 w 7467600"/>
              <a:gd name="connsiteY821" fmla="*/ 239240 h 6858000"/>
              <a:gd name="connsiteX822" fmla="*/ 5736947 w 7467600"/>
              <a:gd name="connsiteY822" fmla="*/ 261367 h 6858000"/>
              <a:gd name="connsiteX823" fmla="*/ 5427012 w 7467600"/>
              <a:gd name="connsiteY823" fmla="*/ 311272 h 6858000"/>
              <a:gd name="connsiteX824" fmla="*/ 5147818 w 7467600"/>
              <a:gd name="connsiteY824" fmla="*/ 322112 h 6858000"/>
              <a:gd name="connsiteX825" fmla="*/ 5060854 w 7467600"/>
              <a:gd name="connsiteY825" fmla="*/ 311882 h 6858000"/>
              <a:gd name="connsiteX826" fmla="*/ 4945989 w 7467600"/>
              <a:gd name="connsiteY826" fmla="*/ 300516 h 6858000"/>
              <a:gd name="connsiteX827" fmla="*/ 5410479 w 7467600"/>
              <a:gd name="connsiteY827" fmla="*/ 348434 h 6858000"/>
              <a:gd name="connsiteX828" fmla="*/ 5805386 w 7467600"/>
              <a:gd name="connsiteY828" fmla="*/ 239240 h 6858000"/>
              <a:gd name="connsiteX829" fmla="*/ 5905192 w 7467600"/>
              <a:gd name="connsiteY829" fmla="*/ 163079 h 6858000"/>
              <a:gd name="connsiteX830" fmla="*/ 5865655 w 7467600"/>
              <a:gd name="connsiteY830" fmla="*/ 171901 h 6858000"/>
              <a:gd name="connsiteX831" fmla="*/ 5259740 w 7467600"/>
              <a:gd name="connsiteY831" fmla="*/ 257013 h 6858000"/>
              <a:gd name="connsiteX832" fmla="*/ 5208466 w 7467600"/>
              <a:gd name="connsiteY832" fmla="*/ 257550 h 6858000"/>
              <a:gd name="connsiteX833" fmla="*/ 4980204 w 7467600"/>
              <a:gd name="connsiteY833" fmla="*/ 271903 h 6858000"/>
              <a:gd name="connsiteX834" fmla="*/ 5068068 w 7467600"/>
              <a:gd name="connsiteY834" fmla="*/ 282244 h 6858000"/>
              <a:gd name="connsiteX835" fmla="*/ 5153231 w 7467600"/>
              <a:gd name="connsiteY835" fmla="*/ 292240 h 6858000"/>
              <a:gd name="connsiteX836" fmla="*/ 5426491 w 7467600"/>
              <a:gd name="connsiteY836" fmla="*/ 281128 h 6858000"/>
              <a:gd name="connsiteX837" fmla="*/ 5731212 w 7467600"/>
              <a:gd name="connsiteY837" fmla="*/ 231951 h 6858000"/>
              <a:gd name="connsiteX838" fmla="*/ 5905192 w 7467600"/>
              <a:gd name="connsiteY838" fmla="*/ 163079 h 6858000"/>
              <a:gd name="connsiteX839" fmla="*/ 5944437 w 7467600"/>
              <a:gd name="connsiteY839" fmla="*/ 113829 h 6858000"/>
              <a:gd name="connsiteX840" fmla="*/ 5825032 w 7467600"/>
              <a:gd name="connsiteY840" fmla="*/ 146405 h 6858000"/>
              <a:gd name="connsiteX841" fmla="*/ 4955599 w 7467600"/>
              <a:gd name="connsiteY841" fmla="*/ 247008 h 6858000"/>
              <a:gd name="connsiteX842" fmla="*/ 5210104 w 7467600"/>
              <a:gd name="connsiteY842" fmla="*/ 228123 h 6858000"/>
              <a:gd name="connsiteX843" fmla="*/ 5261015 w 7467600"/>
              <a:gd name="connsiteY843" fmla="*/ 227087 h 6858000"/>
              <a:gd name="connsiteX844" fmla="*/ 5861181 w 7467600"/>
              <a:gd name="connsiteY844" fmla="*/ 143093 h 6858000"/>
              <a:gd name="connsiteX845" fmla="*/ 5961252 w 7467600"/>
              <a:gd name="connsiteY845" fmla="*/ 114820 h 6858000"/>
              <a:gd name="connsiteX846" fmla="*/ 5944437 w 7467600"/>
              <a:gd name="connsiteY846" fmla="*/ 113829 h 6858000"/>
              <a:gd name="connsiteX847" fmla="*/ 3882765 w 7467600"/>
              <a:gd name="connsiteY847" fmla="*/ 0 h 6858000"/>
              <a:gd name="connsiteX848" fmla="*/ 3995099 w 7467600"/>
              <a:gd name="connsiteY848" fmla="*/ 0 h 6858000"/>
              <a:gd name="connsiteX849" fmla="*/ 4163818 w 7467600"/>
              <a:gd name="connsiteY849" fmla="*/ 234104 h 6858000"/>
              <a:gd name="connsiteX850" fmla="*/ 4172099 w 7467600"/>
              <a:gd name="connsiteY850" fmla="*/ 234207 h 6858000"/>
              <a:gd name="connsiteX851" fmla="*/ 4784282 w 7467600"/>
              <a:gd name="connsiteY851" fmla="*/ 276561 h 6858000"/>
              <a:gd name="connsiteX852" fmla="*/ 4801687 w 7467600"/>
              <a:gd name="connsiteY852" fmla="*/ 267764 h 6858000"/>
              <a:gd name="connsiteX853" fmla="*/ 6082788 w 7467600"/>
              <a:gd name="connsiteY853" fmla="*/ 64119 h 6858000"/>
              <a:gd name="connsiteX854" fmla="*/ 6099442 w 7467600"/>
              <a:gd name="connsiteY854" fmla="*/ 82568 h 6858000"/>
              <a:gd name="connsiteX855" fmla="*/ 4804137 w 7467600"/>
              <a:gd name="connsiteY855" fmla="*/ 320931 h 6858000"/>
              <a:gd name="connsiteX856" fmla="*/ 4227047 w 7467600"/>
              <a:gd name="connsiteY856" fmla="*/ 313415 h 6858000"/>
              <a:gd name="connsiteX857" fmla="*/ 4346041 w 7467600"/>
              <a:gd name="connsiteY857" fmla="*/ 456086 h 6858000"/>
              <a:gd name="connsiteX858" fmla="*/ 4870967 w 7467600"/>
              <a:gd name="connsiteY858" fmla="*/ 963061 h 6858000"/>
              <a:gd name="connsiteX859" fmla="*/ 4889647 w 7467600"/>
              <a:gd name="connsiteY859" fmla="*/ 957147 h 6858000"/>
              <a:gd name="connsiteX860" fmla="*/ 5422504 w 7467600"/>
              <a:gd name="connsiteY860" fmla="*/ 805191 h 6858000"/>
              <a:gd name="connsiteX861" fmla="*/ 6087656 w 7467600"/>
              <a:gd name="connsiteY861" fmla="*/ 826703 h 6858000"/>
              <a:gd name="connsiteX862" fmla="*/ 6058717 w 7467600"/>
              <a:gd name="connsiteY862" fmla="*/ 865992 h 6858000"/>
              <a:gd name="connsiteX863" fmla="*/ 4974153 w 7467600"/>
              <a:gd name="connsiteY863" fmla="*/ 1045456 h 6858000"/>
              <a:gd name="connsiteX864" fmla="*/ 5627835 w 7467600"/>
              <a:gd name="connsiteY864" fmla="*/ 1472077 h 6858000"/>
              <a:gd name="connsiteX865" fmla="*/ 5629817 w 7467600"/>
              <a:gd name="connsiteY865" fmla="*/ 1471412 h 6858000"/>
              <a:gd name="connsiteX866" fmla="*/ 5634124 w 7467600"/>
              <a:gd name="connsiteY866" fmla="*/ 1470572 h 6858000"/>
              <a:gd name="connsiteX867" fmla="*/ 5755832 w 7467600"/>
              <a:gd name="connsiteY867" fmla="*/ 1383886 h 6858000"/>
              <a:gd name="connsiteX868" fmla="*/ 6014186 w 7467600"/>
              <a:gd name="connsiteY868" fmla="*/ 1279799 h 6858000"/>
              <a:gd name="connsiteX869" fmla="*/ 6901619 w 7467600"/>
              <a:gd name="connsiteY869" fmla="*/ 1047874 h 6858000"/>
              <a:gd name="connsiteX870" fmla="*/ 6931566 w 7467600"/>
              <a:gd name="connsiteY870" fmla="*/ 1062034 h 6858000"/>
              <a:gd name="connsiteX871" fmla="*/ 5790982 w 7467600"/>
              <a:gd name="connsiteY871" fmla="*/ 1561380 h 6858000"/>
              <a:gd name="connsiteX872" fmla="*/ 6188971 w 7467600"/>
              <a:gd name="connsiteY872" fmla="*/ 1755168 h 6858000"/>
              <a:gd name="connsiteX873" fmla="*/ 6202446 w 7467600"/>
              <a:gd name="connsiteY873" fmla="*/ 1752268 h 6858000"/>
              <a:gd name="connsiteX874" fmla="*/ 7179560 w 7467600"/>
              <a:gd name="connsiteY874" fmla="*/ 1467551 h 6858000"/>
              <a:gd name="connsiteX875" fmla="*/ 7158730 w 7467600"/>
              <a:gd name="connsiteY875" fmla="*/ 1507835 h 6858000"/>
              <a:gd name="connsiteX876" fmla="*/ 6326959 w 7467600"/>
              <a:gd name="connsiteY876" fmla="*/ 1817686 h 6858000"/>
              <a:gd name="connsiteX877" fmla="*/ 6537433 w 7467600"/>
              <a:gd name="connsiteY877" fmla="*/ 1907790 h 6858000"/>
              <a:gd name="connsiteX878" fmla="*/ 6550221 w 7467600"/>
              <a:gd name="connsiteY878" fmla="*/ 1910729 h 6858000"/>
              <a:gd name="connsiteX879" fmla="*/ 6964438 w 7467600"/>
              <a:gd name="connsiteY879" fmla="*/ 2209505 h 6858000"/>
              <a:gd name="connsiteX880" fmla="*/ 7367862 w 7467600"/>
              <a:gd name="connsiteY880" fmla="*/ 2806833 h 6858000"/>
              <a:gd name="connsiteX881" fmla="*/ 7364329 w 7467600"/>
              <a:gd name="connsiteY881" fmla="*/ 2826907 h 6858000"/>
              <a:gd name="connsiteX882" fmla="*/ 7290545 w 7467600"/>
              <a:gd name="connsiteY882" fmla="*/ 2850663 h 6858000"/>
              <a:gd name="connsiteX883" fmla="*/ 6472036 w 7467600"/>
              <a:gd name="connsiteY883" fmla="*/ 1959003 h 6858000"/>
              <a:gd name="connsiteX884" fmla="*/ 5792897 w 7467600"/>
              <a:gd name="connsiteY884" fmla="*/ 1647747 h 6858000"/>
              <a:gd name="connsiteX885" fmla="*/ 5842751 w 7467600"/>
              <a:gd name="connsiteY885" fmla="*/ 1816112 h 6858000"/>
              <a:gd name="connsiteX886" fmla="*/ 5847424 w 7467600"/>
              <a:gd name="connsiteY886" fmla="*/ 1815776 h 6858000"/>
              <a:gd name="connsiteX887" fmla="*/ 6399821 w 7467600"/>
              <a:gd name="connsiteY887" fmla="*/ 2344799 h 6858000"/>
              <a:gd name="connsiteX888" fmla="*/ 6323232 w 7467600"/>
              <a:gd name="connsiteY888" fmla="*/ 2389634 h 6858000"/>
              <a:gd name="connsiteX889" fmla="*/ 5942958 w 7467600"/>
              <a:gd name="connsiteY889" fmla="*/ 2077708 h 6858000"/>
              <a:gd name="connsiteX890" fmla="*/ 5921559 w 7467600"/>
              <a:gd name="connsiteY890" fmla="*/ 2378596 h 6858000"/>
              <a:gd name="connsiteX891" fmla="*/ 5817651 w 7467600"/>
              <a:gd name="connsiteY891" fmla="*/ 3023919 h 6858000"/>
              <a:gd name="connsiteX892" fmla="*/ 5729634 w 7467600"/>
              <a:gd name="connsiteY892" fmla="*/ 3051849 h 6858000"/>
              <a:gd name="connsiteX893" fmla="*/ 5611018 w 7467600"/>
              <a:gd name="connsiteY893" fmla="*/ 2316769 h 6858000"/>
              <a:gd name="connsiteX894" fmla="*/ 5687608 w 7467600"/>
              <a:gd name="connsiteY894" fmla="*/ 2039972 h 6858000"/>
              <a:gd name="connsiteX895" fmla="*/ 5657554 w 7467600"/>
              <a:gd name="connsiteY895" fmla="*/ 1576445 h 6858000"/>
              <a:gd name="connsiteX896" fmla="*/ 5150475 w 7467600"/>
              <a:gd name="connsiteY896" fmla="*/ 1274012 h 6858000"/>
              <a:gd name="connsiteX897" fmla="*/ 5349142 w 7467600"/>
              <a:gd name="connsiteY897" fmla="*/ 2204405 h 6858000"/>
              <a:gd name="connsiteX898" fmla="*/ 5262214 w 7467600"/>
              <a:gd name="connsiteY898" fmla="*/ 2233836 h 6858000"/>
              <a:gd name="connsiteX899" fmla="*/ 4981539 w 7467600"/>
              <a:gd name="connsiteY899" fmla="*/ 1542201 h 6858000"/>
              <a:gd name="connsiteX900" fmla="*/ 4958461 w 7467600"/>
              <a:gd name="connsiteY900" fmla="*/ 1136957 h 6858000"/>
              <a:gd name="connsiteX901" fmla="*/ 4655015 w 7467600"/>
              <a:gd name="connsiteY901" fmla="*/ 891426 h 6858000"/>
              <a:gd name="connsiteX902" fmla="*/ 4348002 w 7467600"/>
              <a:gd name="connsiteY902" fmla="*/ 2205895 h 6858000"/>
              <a:gd name="connsiteX903" fmla="*/ 4262250 w 7467600"/>
              <a:gd name="connsiteY903" fmla="*/ 2219972 h 6858000"/>
              <a:gd name="connsiteX904" fmla="*/ 4550611 w 7467600"/>
              <a:gd name="connsiteY904" fmla="*/ 817540 h 6858000"/>
              <a:gd name="connsiteX905" fmla="*/ 4564418 w 7467600"/>
              <a:gd name="connsiteY905" fmla="*/ 808293 h 6858000"/>
              <a:gd name="connsiteX906" fmla="*/ 4266388 w 7467600"/>
              <a:gd name="connsiteY906" fmla="*/ 500083 h 6858000"/>
              <a:gd name="connsiteX907" fmla="*/ 4032842 w 7467600"/>
              <a:gd name="connsiteY907" fmla="*/ 211809 h 6858000"/>
              <a:gd name="connsiteX908" fmla="*/ 3882765 w 7467600"/>
              <a:gd name="connsiteY908" fmla="*/ 0 h 6858000"/>
              <a:gd name="connsiteX909" fmla="*/ 3721337 w 7467600"/>
              <a:gd name="connsiteY909" fmla="*/ 0 h 6858000"/>
              <a:gd name="connsiteX910" fmla="*/ 3797544 w 7467600"/>
              <a:gd name="connsiteY910" fmla="*/ 0 h 6858000"/>
              <a:gd name="connsiteX911" fmla="*/ 3775734 w 7467600"/>
              <a:gd name="connsiteY911" fmla="*/ 95131 h 6858000"/>
              <a:gd name="connsiteX912" fmla="*/ 3724807 w 7467600"/>
              <a:gd name="connsiteY912" fmla="*/ 272257 h 6858000"/>
              <a:gd name="connsiteX913" fmla="*/ 3726844 w 7467600"/>
              <a:gd name="connsiteY913" fmla="*/ 282988 h 6858000"/>
              <a:gd name="connsiteX914" fmla="*/ 3742664 w 7467600"/>
              <a:gd name="connsiteY914" fmla="*/ 279918 h 6858000"/>
              <a:gd name="connsiteX915" fmla="*/ 4103910 w 7467600"/>
              <a:gd name="connsiteY915" fmla="*/ 1161917 h 6858000"/>
              <a:gd name="connsiteX916" fmla="*/ 4020269 w 7467600"/>
              <a:gd name="connsiteY916" fmla="*/ 1200406 h 6858000"/>
              <a:gd name="connsiteX917" fmla="*/ 3674882 w 7467600"/>
              <a:gd name="connsiteY917" fmla="*/ 488524 h 6858000"/>
              <a:gd name="connsiteX918" fmla="*/ 3132682 w 7467600"/>
              <a:gd name="connsiteY918" fmla="*/ 1072284 h 6858000"/>
              <a:gd name="connsiteX919" fmla="*/ 2716346 w 7467600"/>
              <a:gd name="connsiteY919" fmla="*/ 1276376 h 6858000"/>
              <a:gd name="connsiteX920" fmla="*/ 2716772 w 7467600"/>
              <a:gd name="connsiteY920" fmla="*/ 1255462 h 6858000"/>
              <a:gd name="connsiteX921" fmla="*/ 3471096 w 7467600"/>
              <a:gd name="connsiteY921" fmla="*/ 437072 h 6858000"/>
              <a:gd name="connsiteX922" fmla="*/ 3639057 w 7467600"/>
              <a:gd name="connsiteY922" fmla="*/ 286334 h 6858000"/>
              <a:gd name="connsiteX923" fmla="*/ 3640309 w 7467600"/>
              <a:gd name="connsiteY923" fmla="*/ 284664 h 6858000"/>
              <a:gd name="connsiteX924" fmla="*/ 3646022 w 7467600"/>
              <a:gd name="connsiteY924" fmla="*/ 276711 h 6858000"/>
              <a:gd name="connsiteX925" fmla="*/ 3707943 w 7467600"/>
              <a:gd name="connsiteY925" fmla="*/ 65958 h 6858000"/>
              <a:gd name="connsiteX926" fmla="*/ 3721337 w 7467600"/>
              <a:gd name="connsiteY926" fmla="*/ 0 h 6858000"/>
              <a:gd name="connsiteX927" fmla="*/ 2867960 w 7467600"/>
              <a:gd name="connsiteY927" fmla="*/ 0 h 6858000"/>
              <a:gd name="connsiteX928" fmla="*/ 2926351 w 7467600"/>
              <a:gd name="connsiteY928" fmla="*/ 0 h 6858000"/>
              <a:gd name="connsiteX929" fmla="*/ 2902823 w 7467600"/>
              <a:gd name="connsiteY929" fmla="*/ 262929 h 6858000"/>
              <a:gd name="connsiteX930" fmla="*/ 2940663 w 7467600"/>
              <a:gd name="connsiteY930" fmla="*/ 140884 h 6858000"/>
              <a:gd name="connsiteX931" fmla="*/ 2947039 w 7467600"/>
              <a:gd name="connsiteY931" fmla="*/ 122524 h 6858000"/>
              <a:gd name="connsiteX932" fmla="*/ 2984316 w 7467600"/>
              <a:gd name="connsiteY932" fmla="*/ 0 h 6858000"/>
              <a:gd name="connsiteX933" fmla="*/ 3016114 w 7467600"/>
              <a:gd name="connsiteY933" fmla="*/ 0 h 6858000"/>
              <a:gd name="connsiteX934" fmla="*/ 2979949 w 7467600"/>
              <a:gd name="connsiteY934" fmla="*/ 119274 h 6858000"/>
              <a:gd name="connsiteX935" fmla="*/ 3023879 w 7467600"/>
              <a:gd name="connsiteY935" fmla="*/ 0 h 6858000"/>
              <a:gd name="connsiteX936" fmla="*/ 3105400 w 7467600"/>
              <a:gd name="connsiteY936" fmla="*/ 0 h 6858000"/>
              <a:gd name="connsiteX937" fmla="*/ 3094669 w 7467600"/>
              <a:gd name="connsiteY937" fmla="*/ 30308 h 6858000"/>
              <a:gd name="connsiteX938" fmla="*/ 2901945 w 7467600"/>
              <a:gd name="connsiteY938" fmla="*/ 466538 h 6858000"/>
              <a:gd name="connsiteX939" fmla="*/ 2815209 w 7467600"/>
              <a:gd name="connsiteY939" fmla="*/ 497361 h 6858000"/>
              <a:gd name="connsiteX940" fmla="*/ 2844845 w 7467600"/>
              <a:gd name="connsiteY940" fmla="*/ 127638 h 6858000"/>
              <a:gd name="connsiteX941" fmla="*/ 2867960 w 7467600"/>
              <a:gd name="connsiteY941" fmla="*/ 0 h 6858000"/>
              <a:gd name="connsiteX942" fmla="*/ 1057230 w 7467600"/>
              <a:gd name="connsiteY942" fmla="*/ 0 h 6858000"/>
              <a:gd name="connsiteX943" fmla="*/ 1111003 w 7467600"/>
              <a:gd name="connsiteY943" fmla="*/ 0 h 6858000"/>
              <a:gd name="connsiteX944" fmla="*/ 1125553 w 7467600"/>
              <a:gd name="connsiteY944" fmla="*/ 52588 h 6858000"/>
              <a:gd name="connsiteX945" fmla="*/ 1304276 w 7467600"/>
              <a:gd name="connsiteY945" fmla="*/ 476275 h 6858000"/>
              <a:gd name="connsiteX946" fmla="*/ 1492066 w 7467600"/>
              <a:gd name="connsiteY946" fmla="*/ 886333 h 6858000"/>
              <a:gd name="connsiteX947" fmla="*/ 1423698 w 7467600"/>
              <a:gd name="connsiteY947" fmla="*/ 710817 h 6858000"/>
              <a:gd name="connsiteX948" fmla="*/ 1357609 w 7467600"/>
              <a:gd name="connsiteY948" fmla="*/ 532892 h 6858000"/>
              <a:gd name="connsiteX949" fmla="*/ 1309550 w 7467600"/>
              <a:gd name="connsiteY949" fmla="*/ 374031 h 6858000"/>
              <a:gd name="connsiteX950" fmla="*/ 1193673 w 7467600"/>
              <a:gd name="connsiteY950" fmla="*/ 49533 h 6858000"/>
              <a:gd name="connsiteX951" fmla="*/ 1164391 w 7467600"/>
              <a:gd name="connsiteY951" fmla="*/ 0 h 6858000"/>
              <a:gd name="connsiteX952" fmla="*/ 1200666 w 7467600"/>
              <a:gd name="connsiteY952" fmla="*/ 0 h 6858000"/>
              <a:gd name="connsiteX953" fmla="*/ 1223408 w 7467600"/>
              <a:gd name="connsiteY953" fmla="*/ 38996 h 6858000"/>
              <a:gd name="connsiteX954" fmla="*/ 1339635 w 7467600"/>
              <a:gd name="connsiteY954" fmla="*/ 365517 h 6858000"/>
              <a:gd name="connsiteX955" fmla="*/ 1387469 w 7467600"/>
              <a:gd name="connsiteY955" fmla="*/ 523079 h 6858000"/>
              <a:gd name="connsiteX956" fmla="*/ 1452685 w 7467600"/>
              <a:gd name="connsiteY956" fmla="*/ 699806 h 6858000"/>
              <a:gd name="connsiteX957" fmla="*/ 1492092 w 7467600"/>
              <a:gd name="connsiteY957" fmla="*/ 800424 h 6858000"/>
              <a:gd name="connsiteX958" fmla="*/ 1455302 w 7467600"/>
              <a:gd name="connsiteY958" fmla="*/ 632913 h 6858000"/>
              <a:gd name="connsiteX959" fmla="*/ 1222336 w 7467600"/>
              <a:gd name="connsiteY959" fmla="*/ 9480 h 6858000"/>
              <a:gd name="connsiteX960" fmla="*/ 1214634 w 7467600"/>
              <a:gd name="connsiteY960" fmla="*/ 0 h 6858000"/>
              <a:gd name="connsiteX961" fmla="*/ 1289827 w 7467600"/>
              <a:gd name="connsiteY961" fmla="*/ 0 h 6858000"/>
              <a:gd name="connsiteX962" fmla="*/ 1321076 w 7467600"/>
              <a:gd name="connsiteY962" fmla="*/ 59722 h 6858000"/>
              <a:gd name="connsiteX963" fmla="*/ 1512579 w 7467600"/>
              <a:gd name="connsiteY963" fmla="*/ 626441 h 6858000"/>
              <a:gd name="connsiteX964" fmla="*/ 1506076 w 7467600"/>
              <a:gd name="connsiteY964" fmla="*/ 1089289 h 6858000"/>
              <a:gd name="connsiteX965" fmla="*/ 1486346 w 7467600"/>
              <a:gd name="connsiteY965" fmla="*/ 1079919 h 6858000"/>
              <a:gd name="connsiteX966" fmla="*/ 1070511 w 7467600"/>
              <a:gd name="connsiteY966" fmla="*/ 48609 h 6858000"/>
              <a:gd name="connsiteX967" fmla="*/ 1057230 w 7467600"/>
              <a:gd name="connsiteY967" fmla="*/ 0 h 6858000"/>
              <a:gd name="connsiteX968" fmla="*/ 43151 w 7467600"/>
              <a:gd name="connsiteY968" fmla="*/ 0 h 6858000"/>
              <a:gd name="connsiteX969" fmla="*/ 95283 w 7467600"/>
              <a:gd name="connsiteY969" fmla="*/ 0 h 6858000"/>
              <a:gd name="connsiteX970" fmla="*/ 300708 w 7467600"/>
              <a:gd name="connsiteY970" fmla="*/ 154571 h 6858000"/>
              <a:gd name="connsiteX971" fmla="*/ 530414 w 7467600"/>
              <a:gd name="connsiteY971" fmla="*/ 354673 h 6858000"/>
              <a:gd name="connsiteX972" fmla="*/ 333785 w 7467600"/>
              <a:gd name="connsiteY972" fmla="*/ 161564 h 6858000"/>
              <a:gd name="connsiteX973" fmla="*/ 147005 w 7467600"/>
              <a:gd name="connsiteY973" fmla="*/ 0 h 6858000"/>
              <a:gd name="connsiteX974" fmla="*/ 272509 w 7467600"/>
              <a:gd name="connsiteY974" fmla="*/ 0 h 6858000"/>
              <a:gd name="connsiteX975" fmla="*/ 326276 w 7467600"/>
              <a:gd name="connsiteY975" fmla="*/ 45847 h 6858000"/>
              <a:gd name="connsiteX976" fmla="*/ 823759 w 7467600"/>
              <a:gd name="connsiteY976" fmla="*/ 574145 h 6858000"/>
              <a:gd name="connsiteX977" fmla="*/ 811254 w 7467600"/>
              <a:gd name="connsiteY977" fmla="*/ 665546 h 6858000"/>
              <a:gd name="connsiteX978" fmla="*/ 154042 w 7467600"/>
              <a:gd name="connsiteY978" fmla="*/ 261522 h 6858000"/>
              <a:gd name="connsiteX979" fmla="*/ 13550 w 7467600"/>
              <a:gd name="connsiteY979" fmla="*/ 158423 h 6858000"/>
              <a:gd name="connsiteX980" fmla="*/ 0 w 7467600"/>
              <a:gd name="connsiteY980" fmla="*/ 146618 h 6858000"/>
              <a:gd name="connsiteX981" fmla="*/ 0 w 7467600"/>
              <a:gd name="connsiteY981" fmla="*/ 59161 h 6858000"/>
              <a:gd name="connsiteX982" fmla="*/ 45427 w 7467600"/>
              <a:gd name="connsiteY982" fmla="*/ 101078 h 6858000"/>
              <a:gd name="connsiteX983" fmla="*/ 630103 w 7467600"/>
              <a:gd name="connsiteY983" fmla="*/ 485885 h 6858000"/>
              <a:gd name="connsiteX984" fmla="*/ 532040 w 7467600"/>
              <a:gd name="connsiteY984" fmla="*/ 399359 h 6858000"/>
              <a:gd name="connsiteX985" fmla="*/ 517618 w 7467600"/>
              <a:gd name="connsiteY985" fmla="*/ 385726 h 6858000"/>
              <a:gd name="connsiteX986" fmla="*/ 285074 w 7467600"/>
              <a:gd name="connsiteY986" fmla="*/ 182755 h 6858000"/>
              <a:gd name="connsiteX987" fmla="*/ 43151 w 7467600"/>
              <a:gd name="connsiteY98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312201 w 7467600"/>
              <a:gd name="connsiteY130" fmla="*/ 5128278 h 6858000"/>
              <a:gd name="connsiteX131" fmla="*/ 1903353 w 7467600"/>
              <a:gd name="connsiteY131" fmla="*/ 5044827 h 6858000"/>
              <a:gd name="connsiteX132" fmla="*/ 1936931 w 7467600"/>
              <a:gd name="connsiteY132" fmla="*/ 5093954 h 6858000"/>
              <a:gd name="connsiteX133" fmla="*/ 2195868 w 7467600"/>
              <a:gd name="connsiteY133" fmla="*/ 5396574 h 6858000"/>
              <a:gd name="connsiteX134" fmla="*/ 2088852 w 7467600"/>
              <a:gd name="connsiteY134" fmla="*/ 5166123 h 6858000"/>
              <a:gd name="connsiteX135" fmla="*/ 1958241 w 7467600"/>
              <a:gd name="connsiteY135" fmla="*/ 5067955 h 6858000"/>
              <a:gd name="connsiteX136" fmla="*/ 1903353 w 7467600"/>
              <a:gd name="connsiteY136" fmla="*/ 5044827 h 6858000"/>
              <a:gd name="connsiteX137" fmla="*/ 1979378 w 7467600"/>
              <a:gd name="connsiteY137" fmla="*/ 4769504 h 6858000"/>
              <a:gd name="connsiteX138" fmla="*/ 2882120 w 7467600"/>
              <a:gd name="connsiteY138" fmla="*/ 5064547 h 6858000"/>
              <a:gd name="connsiteX139" fmla="*/ 2793103 w 7467600"/>
              <a:gd name="connsiteY139" fmla="*/ 5039699 h 6858000"/>
              <a:gd name="connsiteX140" fmla="*/ 2770041 w 7467600"/>
              <a:gd name="connsiteY140" fmla="*/ 5033634 h 6858000"/>
              <a:gd name="connsiteX141" fmla="*/ 1979378 w 7467600"/>
              <a:gd name="connsiteY141" fmla="*/ 4769504 h 6858000"/>
              <a:gd name="connsiteX142" fmla="*/ 1927410 w 7467600"/>
              <a:gd name="connsiteY142" fmla="*/ 4716164 h 6858000"/>
              <a:gd name="connsiteX143" fmla="*/ 1959587 w 7467600"/>
              <a:gd name="connsiteY143" fmla="*/ 4728849 h 6858000"/>
              <a:gd name="connsiteX144" fmla="*/ 2777707 w 7467600"/>
              <a:gd name="connsiteY144" fmla="*/ 5003991 h 6858000"/>
              <a:gd name="connsiteX145" fmla="*/ 2800768 w 7467600"/>
              <a:gd name="connsiteY145" fmla="*/ 5010056 h 6858000"/>
              <a:gd name="connsiteX146" fmla="*/ 2879408 w 7467600"/>
              <a:gd name="connsiteY146" fmla="*/ 5031590 h 6858000"/>
              <a:gd name="connsiteX147" fmla="*/ 2862295 w 7467600"/>
              <a:gd name="connsiteY147" fmla="*/ 5022958 h 6858000"/>
              <a:gd name="connsiteX148" fmla="*/ 2813343 w 7467600"/>
              <a:gd name="connsiteY148" fmla="*/ 4998369 h 6858000"/>
              <a:gd name="connsiteX149" fmla="*/ 2646245 w 7467600"/>
              <a:gd name="connsiteY149" fmla="*/ 4930999 h 6858000"/>
              <a:gd name="connsiteX150" fmla="*/ 1999243 w 7467600"/>
              <a:gd name="connsiteY150" fmla="*/ 4730524 h 6858000"/>
              <a:gd name="connsiteX151" fmla="*/ 1979527 w 7467600"/>
              <a:gd name="connsiteY151" fmla="*/ 4726651 h 6858000"/>
              <a:gd name="connsiteX152" fmla="*/ 1927410 w 7467600"/>
              <a:gd name="connsiteY152" fmla="*/ 4716164 h 6858000"/>
              <a:gd name="connsiteX153" fmla="*/ 1997014 w 7467600"/>
              <a:gd name="connsiteY153" fmla="*/ 4698007 h 6858000"/>
              <a:gd name="connsiteX154" fmla="*/ 2005458 w 7467600"/>
              <a:gd name="connsiteY154" fmla="*/ 4699540 h 6858000"/>
              <a:gd name="connsiteX155" fmla="*/ 2657186 w 7467600"/>
              <a:gd name="connsiteY155" fmla="*/ 4901687 h 6858000"/>
              <a:gd name="connsiteX156" fmla="*/ 2826662 w 7467600"/>
              <a:gd name="connsiteY156" fmla="*/ 4970362 h 6858000"/>
              <a:gd name="connsiteX157" fmla="*/ 2876100 w 7467600"/>
              <a:gd name="connsiteY157" fmla="*/ 4995397 h 6858000"/>
              <a:gd name="connsiteX158" fmla="*/ 3042600 w 7467600"/>
              <a:gd name="connsiteY158" fmla="*/ 5059532 h 6858000"/>
              <a:gd name="connsiteX159" fmla="*/ 1997014 w 7467600"/>
              <a:gd name="connsiteY159" fmla="*/ 4698007 h 6858000"/>
              <a:gd name="connsiteX160" fmla="*/ 2305292 w 7467600"/>
              <a:gd name="connsiteY160" fmla="*/ 4219492 h 6858000"/>
              <a:gd name="connsiteX161" fmla="*/ 3360922 w 7467600"/>
              <a:gd name="connsiteY161" fmla="*/ 4529373 h 6858000"/>
              <a:gd name="connsiteX162" fmla="*/ 3492420 w 7467600"/>
              <a:gd name="connsiteY162" fmla="*/ 4510145 h 6858000"/>
              <a:gd name="connsiteX163" fmla="*/ 3364086 w 7467600"/>
              <a:gd name="connsiteY163" fmla="*/ 4480340 h 6858000"/>
              <a:gd name="connsiteX164" fmla="*/ 3225818 w 7467600"/>
              <a:gd name="connsiteY164" fmla="*/ 4411822 h 6858000"/>
              <a:gd name="connsiteX165" fmla="*/ 3129696 w 7467600"/>
              <a:gd name="connsiteY165" fmla="*/ 4360704 h 6858000"/>
              <a:gd name="connsiteX166" fmla="*/ 2814545 w 7467600"/>
              <a:gd name="connsiteY166" fmla="*/ 4282955 h 6858000"/>
              <a:gd name="connsiteX167" fmla="*/ 2305292 w 7467600"/>
              <a:gd name="connsiteY167" fmla="*/ 4219492 h 6858000"/>
              <a:gd name="connsiteX168" fmla="*/ 2626982 w 7467600"/>
              <a:gd name="connsiteY168" fmla="*/ 4206450 h 6858000"/>
              <a:gd name="connsiteX169" fmla="*/ 2490617 w 7467600"/>
              <a:gd name="connsiteY169" fmla="*/ 4206951 h 6858000"/>
              <a:gd name="connsiteX170" fmla="*/ 2819869 w 7467600"/>
              <a:gd name="connsiteY170" fmla="*/ 4252936 h 6858000"/>
              <a:gd name="connsiteX171" fmla="*/ 3143018 w 7467600"/>
              <a:gd name="connsiteY171" fmla="*/ 4332698 h 6858000"/>
              <a:gd name="connsiteX172" fmla="*/ 3241520 w 7467600"/>
              <a:gd name="connsiteY172" fmla="*/ 4385112 h 6858000"/>
              <a:gd name="connsiteX173" fmla="*/ 3374575 w 7467600"/>
              <a:gd name="connsiteY173" fmla="*/ 4451517 h 6858000"/>
              <a:gd name="connsiteX174" fmla="*/ 3505221 w 7467600"/>
              <a:gd name="connsiteY174" fmla="*/ 4480757 h 6858000"/>
              <a:gd name="connsiteX175" fmla="*/ 2626982 w 7467600"/>
              <a:gd name="connsiteY175" fmla="*/ 4206450 h 6858000"/>
              <a:gd name="connsiteX176" fmla="*/ 1310106 w 7467600"/>
              <a:gd name="connsiteY176" fmla="*/ 3943217 h 6858000"/>
              <a:gd name="connsiteX177" fmla="*/ 854994 w 7467600"/>
              <a:gd name="connsiteY177" fmla="*/ 4399136 h 6858000"/>
              <a:gd name="connsiteX178" fmla="*/ 742462 w 7467600"/>
              <a:gd name="connsiteY178" fmla="*/ 4594648 h 6858000"/>
              <a:gd name="connsiteX179" fmla="*/ 820602 w 7467600"/>
              <a:gd name="connsiteY179" fmla="*/ 4485915 h 6858000"/>
              <a:gd name="connsiteX180" fmla="*/ 878295 w 7467600"/>
              <a:gd name="connsiteY180" fmla="*/ 4403594 h 6858000"/>
              <a:gd name="connsiteX181" fmla="*/ 1240607 w 7467600"/>
              <a:gd name="connsiteY181" fmla="*/ 4010401 h 6858000"/>
              <a:gd name="connsiteX182" fmla="*/ 1310106 w 7467600"/>
              <a:gd name="connsiteY182" fmla="*/ 3943217 h 6858000"/>
              <a:gd name="connsiteX183" fmla="*/ 1423113 w 7467600"/>
              <a:gd name="connsiteY183" fmla="*/ 3874565 h 6858000"/>
              <a:gd name="connsiteX184" fmla="*/ 1260565 w 7467600"/>
              <a:gd name="connsiteY184" fmla="*/ 4031982 h 6858000"/>
              <a:gd name="connsiteX185" fmla="*/ 901900 w 7467600"/>
              <a:gd name="connsiteY185" fmla="*/ 4421236 h 6858000"/>
              <a:gd name="connsiteX186" fmla="*/ 845044 w 7467600"/>
              <a:gd name="connsiteY186" fmla="*/ 4502436 h 6858000"/>
              <a:gd name="connsiteX187" fmla="*/ 685926 w 7467600"/>
              <a:gd name="connsiteY187" fmla="*/ 4703069 h 6858000"/>
              <a:gd name="connsiteX188" fmla="*/ 684248 w 7467600"/>
              <a:gd name="connsiteY188" fmla="*/ 4706721 h 6858000"/>
              <a:gd name="connsiteX189" fmla="*/ 1423113 w 7467600"/>
              <a:gd name="connsiteY189" fmla="*/ 3874565 h 6858000"/>
              <a:gd name="connsiteX190" fmla="*/ 3316479 w 7467600"/>
              <a:gd name="connsiteY190" fmla="*/ 3872136 h 6858000"/>
              <a:gd name="connsiteX191" fmla="*/ 3546806 w 7467600"/>
              <a:gd name="connsiteY191" fmla="*/ 4356139 h 6858000"/>
              <a:gd name="connsiteX192" fmla="*/ 3364433 w 7467600"/>
              <a:gd name="connsiteY192" fmla="*/ 3953121 h 6858000"/>
              <a:gd name="connsiteX193" fmla="*/ 3316479 w 7467600"/>
              <a:gd name="connsiteY193" fmla="*/ 3872136 h 6858000"/>
              <a:gd name="connsiteX194" fmla="*/ 3291335 w 7467600"/>
              <a:gd name="connsiteY194" fmla="*/ 3767420 h 6858000"/>
              <a:gd name="connsiteX195" fmla="*/ 3390805 w 7467600"/>
              <a:gd name="connsiteY195" fmla="*/ 3937163 h 6858000"/>
              <a:gd name="connsiteX196" fmla="*/ 3579062 w 7467600"/>
              <a:gd name="connsiteY196" fmla="*/ 4359040 h 6858000"/>
              <a:gd name="connsiteX197" fmla="*/ 3467355 w 7467600"/>
              <a:gd name="connsiteY197" fmla="*/ 3988130 h 6858000"/>
              <a:gd name="connsiteX198" fmla="*/ 3310753 w 7467600"/>
              <a:gd name="connsiteY198" fmla="*/ 3787140 h 6858000"/>
              <a:gd name="connsiteX199" fmla="*/ 3291335 w 7467600"/>
              <a:gd name="connsiteY199" fmla="*/ 3767420 h 6858000"/>
              <a:gd name="connsiteX200" fmla="*/ 1635889 w 7467600"/>
              <a:gd name="connsiteY200" fmla="*/ 3709494 h 6858000"/>
              <a:gd name="connsiteX201" fmla="*/ 1634800 w 7467600"/>
              <a:gd name="connsiteY201" fmla="*/ 3731111 h 6858000"/>
              <a:gd name="connsiteX202" fmla="*/ 1635889 w 7467600"/>
              <a:gd name="connsiteY202" fmla="*/ 3709494 h 6858000"/>
              <a:gd name="connsiteX203" fmla="*/ 1510397 w 7467600"/>
              <a:gd name="connsiteY203" fmla="*/ 3684705 h 6858000"/>
              <a:gd name="connsiteX204" fmla="*/ 1146550 w 7467600"/>
              <a:gd name="connsiteY204" fmla="*/ 3802012 h 6858000"/>
              <a:gd name="connsiteX205" fmla="*/ 698834 w 7467600"/>
              <a:gd name="connsiteY205" fmla="*/ 3952272 h 6858000"/>
              <a:gd name="connsiteX206" fmla="*/ 34256 w 7467600"/>
              <a:gd name="connsiteY206" fmla="*/ 4347603 h 6858000"/>
              <a:gd name="connsiteX207" fmla="*/ 527241 w 7467600"/>
              <a:gd name="connsiteY207" fmla="*/ 4065078 h 6858000"/>
              <a:gd name="connsiteX208" fmla="*/ 1510397 w 7467600"/>
              <a:gd name="connsiteY208" fmla="*/ 3684705 h 6858000"/>
              <a:gd name="connsiteX209" fmla="*/ 1313114 w 7467600"/>
              <a:gd name="connsiteY209" fmla="*/ 3655216 h 6858000"/>
              <a:gd name="connsiteX210" fmla="*/ 1109304 w 7467600"/>
              <a:gd name="connsiteY210" fmla="*/ 3669030 h 6858000"/>
              <a:gd name="connsiteX211" fmla="*/ 8129 w 7467600"/>
              <a:gd name="connsiteY211" fmla="*/ 4330519 h 6858000"/>
              <a:gd name="connsiteX212" fmla="*/ 687572 w 7467600"/>
              <a:gd name="connsiteY212" fmla="*/ 3925629 h 6858000"/>
              <a:gd name="connsiteX213" fmla="*/ 1138365 w 7467600"/>
              <a:gd name="connsiteY213" fmla="*/ 3774515 h 6858000"/>
              <a:gd name="connsiteX214" fmla="*/ 1505579 w 7467600"/>
              <a:gd name="connsiteY214" fmla="*/ 3655526 h 6858000"/>
              <a:gd name="connsiteX215" fmla="*/ 1313114 w 7467600"/>
              <a:gd name="connsiteY215" fmla="*/ 3655216 h 6858000"/>
              <a:gd name="connsiteX216" fmla="*/ 3655073 w 7467600"/>
              <a:gd name="connsiteY216" fmla="*/ 3650884 h 6858000"/>
              <a:gd name="connsiteX217" fmla="*/ 3989938 w 7467600"/>
              <a:gd name="connsiteY217" fmla="*/ 3991685 h 6858000"/>
              <a:gd name="connsiteX218" fmla="*/ 4393907 w 7467600"/>
              <a:gd name="connsiteY218" fmla="*/ 4261258 h 6858000"/>
              <a:gd name="connsiteX219" fmla="*/ 4648051 w 7467600"/>
              <a:gd name="connsiteY219" fmla="*/ 4374051 h 6858000"/>
              <a:gd name="connsiteX220" fmla="*/ 4383389 w 7467600"/>
              <a:gd name="connsiteY220" fmla="*/ 4184369 h 6858000"/>
              <a:gd name="connsiteX221" fmla="*/ 4165508 w 7467600"/>
              <a:gd name="connsiteY221" fmla="*/ 4035196 h 6858000"/>
              <a:gd name="connsiteX222" fmla="*/ 4068162 w 7467600"/>
              <a:gd name="connsiteY222" fmla="*/ 3953394 h 6858000"/>
              <a:gd name="connsiteX223" fmla="*/ 3981416 w 7467600"/>
              <a:gd name="connsiteY223" fmla="*/ 3880482 h 6858000"/>
              <a:gd name="connsiteX224" fmla="*/ 3800147 w 7467600"/>
              <a:gd name="connsiteY224" fmla="*/ 3749872 h 6858000"/>
              <a:gd name="connsiteX225" fmla="*/ 3655073 w 7467600"/>
              <a:gd name="connsiteY225" fmla="*/ 3650884 h 6858000"/>
              <a:gd name="connsiteX226" fmla="*/ 3670252 w 7467600"/>
              <a:gd name="connsiteY226" fmla="*/ 3622798 h 6858000"/>
              <a:gd name="connsiteX227" fmla="*/ 3817258 w 7467600"/>
              <a:gd name="connsiteY227" fmla="*/ 3723577 h 6858000"/>
              <a:gd name="connsiteX228" fmla="*/ 4000461 w 7467600"/>
              <a:gd name="connsiteY228" fmla="*/ 3855966 h 6858000"/>
              <a:gd name="connsiteX229" fmla="*/ 4088180 w 7467600"/>
              <a:gd name="connsiteY229" fmla="*/ 3929774 h 6858000"/>
              <a:gd name="connsiteX230" fmla="*/ 4184555 w 7467600"/>
              <a:gd name="connsiteY230" fmla="*/ 4010683 h 6858000"/>
              <a:gd name="connsiteX231" fmla="*/ 4399563 w 7467600"/>
              <a:gd name="connsiteY231" fmla="*/ 4158106 h 6858000"/>
              <a:gd name="connsiteX232" fmla="*/ 4684469 w 7467600"/>
              <a:gd name="connsiteY232" fmla="*/ 4364680 h 6858000"/>
              <a:gd name="connsiteX233" fmla="*/ 4690271 w 7467600"/>
              <a:gd name="connsiteY233" fmla="*/ 4370034 h 6858000"/>
              <a:gd name="connsiteX234" fmla="*/ 4136093 w 7467600"/>
              <a:gd name="connsiteY234" fmla="*/ 3858466 h 6858000"/>
              <a:gd name="connsiteX235" fmla="*/ 3670252 w 7467600"/>
              <a:gd name="connsiteY235" fmla="*/ 3622798 h 6858000"/>
              <a:gd name="connsiteX236" fmla="*/ 4440129 w 7467600"/>
              <a:gd name="connsiteY236" fmla="*/ 3448571 h 6858000"/>
              <a:gd name="connsiteX237" fmla="*/ 4856525 w 7467600"/>
              <a:gd name="connsiteY237" fmla="*/ 3915351 h 6858000"/>
              <a:gd name="connsiteX238" fmla="*/ 5059055 w 7467600"/>
              <a:gd name="connsiteY238" fmla="*/ 4108918 h 6858000"/>
              <a:gd name="connsiteX239" fmla="*/ 5290070 w 7467600"/>
              <a:gd name="connsiteY239" fmla="*/ 4263619 h 6858000"/>
              <a:gd name="connsiteX240" fmla="*/ 4834991 w 7467600"/>
              <a:gd name="connsiteY240" fmla="*/ 3830985 h 6858000"/>
              <a:gd name="connsiteX241" fmla="*/ 4440129 w 7467600"/>
              <a:gd name="connsiteY241" fmla="*/ 3448571 h 6858000"/>
              <a:gd name="connsiteX242" fmla="*/ 4441737 w 7467600"/>
              <a:gd name="connsiteY242" fmla="*/ 3399734 h 6858000"/>
              <a:gd name="connsiteX243" fmla="*/ 4431236 w 7467600"/>
              <a:gd name="connsiteY243" fmla="*/ 3400954 h 6858000"/>
              <a:gd name="connsiteX244" fmla="*/ 4557150 w 7467600"/>
              <a:gd name="connsiteY244" fmla="*/ 3510023 h 6858000"/>
              <a:gd name="connsiteX245" fmla="*/ 4856936 w 7467600"/>
              <a:gd name="connsiteY245" fmla="*/ 3809146 h 6858000"/>
              <a:gd name="connsiteX246" fmla="*/ 5111996 w 7467600"/>
              <a:gd name="connsiteY246" fmla="*/ 4065759 h 6858000"/>
              <a:gd name="connsiteX247" fmla="*/ 5388878 w 7467600"/>
              <a:gd name="connsiteY247" fmla="*/ 4300185 h 6858000"/>
              <a:gd name="connsiteX248" fmla="*/ 5425556 w 7467600"/>
              <a:gd name="connsiteY248" fmla="*/ 4308967 h 6858000"/>
              <a:gd name="connsiteX249" fmla="*/ 4943646 w 7467600"/>
              <a:gd name="connsiteY249" fmla="*/ 3822916 h 6858000"/>
              <a:gd name="connsiteX250" fmla="*/ 4594837 w 7467600"/>
              <a:gd name="connsiteY250" fmla="*/ 3532274 h 6858000"/>
              <a:gd name="connsiteX251" fmla="*/ 4441737 w 7467600"/>
              <a:gd name="connsiteY251" fmla="*/ 3399734 h 6858000"/>
              <a:gd name="connsiteX252" fmla="*/ 5425834 w 7467600"/>
              <a:gd name="connsiteY252" fmla="*/ 3162785 h 6858000"/>
              <a:gd name="connsiteX253" fmla="*/ 5401644 w 7467600"/>
              <a:gd name="connsiteY253" fmla="*/ 3617847 h 6858000"/>
              <a:gd name="connsiteX254" fmla="*/ 5467256 w 7467600"/>
              <a:gd name="connsiteY254" fmla="*/ 4175494 h 6858000"/>
              <a:gd name="connsiteX255" fmla="*/ 5448069 w 7467600"/>
              <a:gd name="connsiteY255" fmla="*/ 3567554 h 6858000"/>
              <a:gd name="connsiteX256" fmla="*/ 5425834 w 7467600"/>
              <a:gd name="connsiteY256" fmla="*/ 3162785 h 6858000"/>
              <a:gd name="connsiteX257" fmla="*/ 1318687 w 7467600"/>
              <a:gd name="connsiteY257" fmla="*/ 3113840 h 6858000"/>
              <a:gd name="connsiteX258" fmla="*/ 1066793 w 7467600"/>
              <a:gd name="connsiteY258" fmla="*/ 3212171 h 6858000"/>
              <a:gd name="connsiteX259" fmla="*/ 993319 w 7467600"/>
              <a:gd name="connsiteY259" fmla="*/ 3247648 h 6858000"/>
              <a:gd name="connsiteX260" fmla="*/ 853081 w 7467600"/>
              <a:gd name="connsiteY260" fmla="*/ 3312410 h 6858000"/>
              <a:gd name="connsiteX261" fmla="*/ 805957 w 7467600"/>
              <a:gd name="connsiteY261" fmla="*/ 3330443 h 6858000"/>
              <a:gd name="connsiteX262" fmla="*/ 1318687 w 7467600"/>
              <a:gd name="connsiteY262" fmla="*/ 3113840 h 6858000"/>
              <a:gd name="connsiteX263" fmla="*/ 5453702 w 7467600"/>
              <a:gd name="connsiteY263" fmla="*/ 3090882 h 6858000"/>
              <a:gd name="connsiteX264" fmla="*/ 5480135 w 7467600"/>
              <a:gd name="connsiteY264" fmla="*/ 3565802 h 6858000"/>
              <a:gd name="connsiteX265" fmla="*/ 5499023 w 7467600"/>
              <a:gd name="connsiteY265" fmla="*/ 4166310 h 6858000"/>
              <a:gd name="connsiteX266" fmla="*/ 5547022 w 7467600"/>
              <a:gd name="connsiteY266" fmla="*/ 3607838 h 6858000"/>
              <a:gd name="connsiteX267" fmla="*/ 5515964 w 7467600"/>
              <a:gd name="connsiteY267" fmla="*/ 3378541 h 6858000"/>
              <a:gd name="connsiteX268" fmla="*/ 5453702 w 7467600"/>
              <a:gd name="connsiteY268" fmla="*/ 3090882 h 6858000"/>
              <a:gd name="connsiteX269" fmla="*/ 1238695 w 7467600"/>
              <a:gd name="connsiteY269" fmla="*/ 3076820 h 6858000"/>
              <a:gd name="connsiteX270" fmla="*/ 716371 w 7467600"/>
              <a:gd name="connsiteY270" fmla="*/ 3293249 h 6858000"/>
              <a:gd name="connsiteX271" fmla="*/ 579522 w 7467600"/>
              <a:gd name="connsiteY271" fmla="*/ 3371759 h 6858000"/>
              <a:gd name="connsiteX272" fmla="*/ 600288 w 7467600"/>
              <a:gd name="connsiteY272" fmla="*/ 3365555 h 6858000"/>
              <a:gd name="connsiteX273" fmla="*/ 840692 w 7467600"/>
              <a:gd name="connsiteY273" fmla="*/ 3284921 h 6858000"/>
              <a:gd name="connsiteX274" fmla="*/ 979248 w 7467600"/>
              <a:gd name="connsiteY274" fmla="*/ 3221003 h 6858000"/>
              <a:gd name="connsiteX275" fmla="*/ 1053282 w 7467600"/>
              <a:gd name="connsiteY275" fmla="*/ 3185247 h 6858000"/>
              <a:gd name="connsiteX276" fmla="*/ 1320603 w 7467600"/>
              <a:gd name="connsiteY276" fmla="*/ 3081281 h 6858000"/>
              <a:gd name="connsiteX277" fmla="*/ 1238695 w 7467600"/>
              <a:gd name="connsiteY277" fmla="*/ 3076820 h 6858000"/>
              <a:gd name="connsiteX278" fmla="*/ 5425627 w 7467600"/>
              <a:gd name="connsiteY278" fmla="*/ 2954192 h 6858000"/>
              <a:gd name="connsiteX279" fmla="*/ 5470770 w 7467600"/>
              <a:gd name="connsiteY279" fmla="*/ 3005435 h 6858000"/>
              <a:gd name="connsiteX280" fmla="*/ 5519779 w 7467600"/>
              <a:gd name="connsiteY280" fmla="*/ 4359223 h 6858000"/>
              <a:gd name="connsiteX281" fmla="*/ 5520293 w 7467600"/>
              <a:gd name="connsiteY281" fmla="*/ 4360602 h 6858000"/>
              <a:gd name="connsiteX282" fmla="*/ 5767221 w 7467600"/>
              <a:gd name="connsiteY282" fmla="*/ 4665564 h 6858000"/>
              <a:gd name="connsiteX283" fmla="*/ 6937169 w 7467600"/>
              <a:gd name="connsiteY283" fmla="*/ 4815941 h 6858000"/>
              <a:gd name="connsiteX284" fmla="*/ 6953922 w 7467600"/>
              <a:gd name="connsiteY284" fmla="*/ 4890068 h 6858000"/>
              <a:gd name="connsiteX285" fmla="*/ 6071359 w 7467600"/>
              <a:gd name="connsiteY285" fmla="*/ 4770770 h 6858000"/>
              <a:gd name="connsiteX286" fmla="*/ 6038839 w 7467600"/>
              <a:gd name="connsiteY286" fmla="*/ 4764474 h 6858000"/>
              <a:gd name="connsiteX287" fmla="*/ 6038706 w 7467600"/>
              <a:gd name="connsiteY287" fmla="*/ 4763847 h 6858000"/>
              <a:gd name="connsiteX288" fmla="*/ 6037784 w 7467600"/>
              <a:gd name="connsiteY288" fmla="*/ 4764270 h 6858000"/>
              <a:gd name="connsiteX289" fmla="*/ 6038839 w 7467600"/>
              <a:gd name="connsiteY289" fmla="*/ 4764474 h 6858000"/>
              <a:gd name="connsiteX290" fmla="*/ 6040338 w 7467600"/>
              <a:gd name="connsiteY290" fmla="*/ 4771418 h 6858000"/>
              <a:gd name="connsiteX291" fmla="*/ 6024488 w 7467600"/>
              <a:gd name="connsiteY291" fmla="*/ 4809903 h 6858000"/>
              <a:gd name="connsiteX292" fmla="*/ 5599771 w 7467600"/>
              <a:gd name="connsiteY292" fmla="*/ 5509652 h 6858000"/>
              <a:gd name="connsiteX293" fmla="*/ 5548843 w 7467600"/>
              <a:gd name="connsiteY293" fmla="*/ 5563845 h 6858000"/>
              <a:gd name="connsiteX294" fmla="*/ 5940952 w 7467600"/>
              <a:gd name="connsiteY294" fmla="*/ 6250028 h 6858000"/>
              <a:gd name="connsiteX295" fmla="*/ 6043441 w 7467600"/>
              <a:gd name="connsiteY295" fmla="*/ 6665847 h 6858000"/>
              <a:gd name="connsiteX296" fmla="*/ 6093432 w 7467600"/>
              <a:gd name="connsiteY296" fmla="*/ 6858000 h 6858000"/>
              <a:gd name="connsiteX297" fmla="*/ 6034344 w 7467600"/>
              <a:gd name="connsiteY297" fmla="*/ 6858000 h 6858000"/>
              <a:gd name="connsiteX298" fmla="*/ 6026679 w 7467600"/>
              <a:gd name="connsiteY298" fmla="*/ 6836959 h 6858000"/>
              <a:gd name="connsiteX299" fmla="*/ 5800441 w 7467600"/>
              <a:gd name="connsiteY299" fmla="*/ 6335286 h 6858000"/>
              <a:gd name="connsiteX300" fmla="*/ 5526562 w 7467600"/>
              <a:gd name="connsiteY300" fmla="*/ 5705388 h 6858000"/>
              <a:gd name="connsiteX301" fmla="*/ 5519640 w 7467600"/>
              <a:gd name="connsiteY301" fmla="*/ 5683774 h 6858000"/>
              <a:gd name="connsiteX302" fmla="*/ 5844559 w 7467600"/>
              <a:gd name="connsiteY302" fmla="*/ 6553349 h 6858000"/>
              <a:gd name="connsiteX303" fmla="*/ 5975994 w 7467600"/>
              <a:gd name="connsiteY303" fmla="*/ 6858000 h 6858000"/>
              <a:gd name="connsiteX304" fmla="*/ 5898547 w 7467600"/>
              <a:gd name="connsiteY304" fmla="*/ 6858000 h 6858000"/>
              <a:gd name="connsiteX305" fmla="*/ 5682041 w 7467600"/>
              <a:gd name="connsiteY305" fmla="*/ 6355860 h 6858000"/>
              <a:gd name="connsiteX306" fmla="*/ 5461758 w 7467600"/>
              <a:gd name="connsiteY306" fmla="*/ 5820220 h 6858000"/>
              <a:gd name="connsiteX307" fmla="*/ 5237282 w 7467600"/>
              <a:gd name="connsiteY307" fmla="*/ 6579086 h 6858000"/>
              <a:gd name="connsiteX308" fmla="*/ 5115009 w 7467600"/>
              <a:gd name="connsiteY308" fmla="*/ 6858000 h 6858000"/>
              <a:gd name="connsiteX309" fmla="*/ 5028074 w 7467600"/>
              <a:gd name="connsiteY309" fmla="*/ 6858000 h 6858000"/>
              <a:gd name="connsiteX310" fmla="*/ 5079508 w 7467600"/>
              <a:gd name="connsiteY310" fmla="*/ 6749074 h 6858000"/>
              <a:gd name="connsiteX311" fmla="*/ 5371846 w 7467600"/>
              <a:gd name="connsiteY311" fmla="*/ 5924413 h 6858000"/>
              <a:gd name="connsiteX312" fmla="*/ 5270512 w 7467600"/>
              <a:gd name="connsiteY312" fmla="*/ 6138975 h 6858000"/>
              <a:gd name="connsiteX313" fmla="*/ 5062409 w 7467600"/>
              <a:gd name="connsiteY313" fmla="*/ 6653544 h 6858000"/>
              <a:gd name="connsiteX314" fmla="*/ 5036628 w 7467600"/>
              <a:gd name="connsiteY314" fmla="*/ 6754247 h 6858000"/>
              <a:gd name="connsiteX315" fmla="*/ 5009112 w 7467600"/>
              <a:gd name="connsiteY315" fmla="*/ 6858000 h 6858000"/>
              <a:gd name="connsiteX316" fmla="*/ 4976679 w 7467600"/>
              <a:gd name="connsiteY316" fmla="*/ 6858000 h 6858000"/>
              <a:gd name="connsiteX317" fmla="*/ 5006537 w 7467600"/>
              <a:gd name="connsiteY317" fmla="*/ 6747068 h 6858000"/>
              <a:gd name="connsiteX318" fmla="*/ 5032723 w 7467600"/>
              <a:gd name="connsiteY318" fmla="*/ 6644957 h 6858000"/>
              <a:gd name="connsiteX319" fmla="*/ 5242949 w 7467600"/>
              <a:gd name="connsiteY319" fmla="*/ 6125175 h 6858000"/>
              <a:gd name="connsiteX320" fmla="*/ 5286321 w 7467600"/>
              <a:gd name="connsiteY320" fmla="*/ 6033555 h 6858000"/>
              <a:gd name="connsiteX321" fmla="*/ 5008210 w 7467600"/>
              <a:gd name="connsiteY321" fmla="*/ 6649194 h 6858000"/>
              <a:gd name="connsiteX322" fmla="*/ 4986321 w 7467600"/>
              <a:gd name="connsiteY322" fmla="*/ 6765687 h 6858000"/>
              <a:gd name="connsiteX323" fmla="*/ 4973474 w 7467600"/>
              <a:gd name="connsiteY323" fmla="*/ 6858000 h 6858000"/>
              <a:gd name="connsiteX324" fmla="*/ 4907178 w 7467600"/>
              <a:gd name="connsiteY324" fmla="*/ 6858000 h 6858000"/>
              <a:gd name="connsiteX325" fmla="*/ 4910810 w 7467600"/>
              <a:gd name="connsiteY325" fmla="*/ 6829660 h 6858000"/>
              <a:gd name="connsiteX326" fmla="*/ 4987461 w 7467600"/>
              <a:gd name="connsiteY326" fmla="*/ 6432994 h 6858000"/>
              <a:gd name="connsiteX327" fmla="*/ 5179262 w 7467600"/>
              <a:gd name="connsiteY327" fmla="*/ 6035044 h 6858000"/>
              <a:gd name="connsiteX328" fmla="*/ 4689678 w 7467600"/>
              <a:gd name="connsiteY328" fmla="*/ 6440241 h 6858000"/>
              <a:gd name="connsiteX329" fmla="*/ 4477543 w 7467600"/>
              <a:gd name="connsiteY329" fmla="*/ 6674836 h 6858000"/>
              <a:gd name="connsiteX330" fmla="*/ 4329957 w 7467600"/>
              <a:gd name="connsiteY330" fmla="*/ 6858000 h 6858000"/>
              <a:gd name="connsiteX331" fmla="*/ 4218595 w 7467600"/>
              <a:gd name="connsiteY331" fmla="*/ 6858000 h 6858000"/>
              <a:gd name="connsiteX332" fmla="*/ 4368888 w 7467600"/>
              <a:gd name="connsiteY332" fmla="*/ 6668412 h 6858000"/>
              <a:gd name="connsiteX333" fmla="*/ 4563091 w 7467600"/>
              <a:gd name="connsiteY333" fmla="*/ 6442508 h 6858000"/>
              <a:gd name="connsiteX334" fmla="*/ 5387324 w 7467600"/>
              <a:gd name="connsiteY334" fmla="*/ 5705830 h 6858000"/>
              <a:gd name="connsiteX335" fmla="*/ 5073620 w 7467600"/>
              <a:gd name="connsiteY335" fmla="*/ 5955437 h 6858000"/>
              <a:gd name="connsiteX336" fmla="*/ 4689789 w 7467600"/>
              <a:gd name="connsiteY336" fmla="*/ 6268382 h 6858000"/>
              <a:gd name="connsiteX337" fmla="*/ 4418722 w 7467600"/>
              <a:gd name="connsiteY337" fmla="*/ 6570886 h 6858000"/>
              <a:gd name="connsiteX338" fmla="*/ 4214944 w 7467600"/>
              <a:gd name="connsiteY338" fmla="*/ 6858000 h 6858000"/>
              <a:gd name="connsiteX339" fmla="*/ 4177898 w 7467600"/>
              <a:gd name="connsiteY339" fmla="*/ 6858000 h 6858000"/>
              <a:gd name="connsiteX340" fmla="*/ 4391597 w 7467600"/>
              <a:gd name="connsiteY340" fmla="*/ 6556370 h 6858000"/>
              <a:gd name="connsiteX341" fmla="*/ 4668889 w 7467600"/>
              <a:gd name="connsiteY341" fmla="*/ 6246399 h 6858000"/>
              <a:gd name="connsiteX342" fmla="*/ 5055427 w 7467600"/>
              <a:gd name="connsiteY342" fmla="*/ 5931476 h 6858000"/>
              <a:gd name="connsiteX343" fmla="*/ 5371814 w 7467600"/>
              <a:gd name="connsiteY343" fmla="*/ 5678975 h 6858000"/>
              <a:gd name="connsiteX344" fmla="*/ 4987918 w 7467600"/>
              <a:gd name="connsiteY344" fmla="*/ 5838701 h 6858000"/>
              <a:gd name="connsiteX345" fmla="*/ 4317146 w 7467600"/>
              <a:gd name="connsiteY345" fmla="*/ 6587716 h 6858000"/>
              <a:gd name="connsiteX346" fmla="*/ 4171627 w 7467600"/>
              <a:gd name="connsiteY346" fmla="*/ 6858000 h 6858000"/>
              <a:gd name="connsiteX347" fmla="*/ 4081585 w 7467600"/>
              <a:gd name="connsiteY347" fmla="*/ 6858000 h 6858000"/>
              <a:gd name="connsiteX348" fmla="*/ 4238603 w 7467600"/>
              <a:gd name="connsiteY348" fmla="*/ 6559341 h 6858000"/>
              <a:gd name="connsiteX349" fmla="*/ 4778333 w 7467600"/>
              <a:gd name="connsiteY349" fmla="*/ 5873626 h 6858000"/>
              <a:gd name="connsiteX350" fmla="*/ 5414185 w 7467600"/>
              <a:gd name="connsiteY350" fmla="*/ 5573882 h 6858000"/>
              <a:gd name="connsiteX351" fmla="*/ 5959648 w 7467600"/>
              <a:gd name="connsiteY351" fmla="*/ 4760797 h 6858000"/>
              <a:gd name="connsiteX352" fmla="*/ 5355019 w 7467600"/>
              <a:gd name="connsiteY352" fmla="*/ 4734672 h 6858000"/>
              <a:gd name="connsiteX353" fmla="*/ 5083565 w 7467600"/>
              <a:gd name="connsiteY353" fmla="*/ 5179121 h 6858000"/>
              <a:gd name="connsiteX354" fmla="*/ 4713577 w 7467600"/>
              <a:gd name="connsiteY354" fmla="*/ 5616803 h 6858000"/>
              <a:gd name="connsiteX355" fmla="*/ 3989559 w 7467600"/>
              <a:gd name="connsiteY355" fmla="*/ 6145945 h 6858000"/>
              <a:gd name="connsiteX356" fmla="*/ 3939824 w 7467600"/>
              <a:gd name="connsiteY356" fmla="*/ 6066900 h 6858000"/>
              <a:gd name="connsiteX357" fmla="*/ 4584537 w 7467600"/>
              <a:gd name="connsiteY357" fmla="*/ 5324826 h 6858000"/>
              <a:gd name="connsiteX358" fmla="*/ 5037105 w 7467600"/>
              <a:gd name="connsiteY358" fmla="*/ 5088765 h 6858000"/>
              <a:gd name="connsiteX359" fmla="*/ 5039930 w 7467600"/>
              <a:gd name="connsiteY359" fmla="*/ 5089585 h 6858000"/>
              <a:gd name="connsiteX360" fmla="*/ 5263764 w 7467600"/>
              <a:gd name="connsiteY360" fmla="*/ 4735525 h 6858000"/>
              <a:gd name="connsiteX361" fmla="*/ 4086300 w 7467600"/>
              <a:gd name="connsiteY361" fmla="*/ 4884599 h 6858000"/>
              <a:gd name="connsiteX362" fmla="*/ 4085485 w 7467600"/>
              <a:gd name="connsiteY362" fmla="*/ 4899070 h 6858000"/>
              <a:gd name="connsiteX363" fmla="*/ 3871915 w 7467600"/>
              <a:gd name="connsiteY363" fmla="*/ 5253645 h 6858000"/>
              <a:gd name="connsiteX364" fmla="*/ 3799374 w 7467600"/>
              <a:gd name="connsiteY364" fmla="*/ 5466127 h 6858000"/>
              <a:gd name="connsiteX365" fmla="*/ 3498850 w 7467600"/>
              <a:gd name="connsiteY365" fmla="*/ 6661888 h 6858000"/>
              <a:gd name="connsiteX366" fmla="*/ 3399216 w 7467600"/>
              <a:gd name="connsiteY366" fmla="*/ 6858000 h 6858000"/>
              <a:gd name="connsiteX367" fmla="*/ 3303688 w 7467600"/>
              <a:gd name="connsiteY367" fmla="*/ 6858000 h 6858000"/>
              <a:gd name="connsiteX368" fmla="*/ 3391774 w 7467600"/>
              <a:gd name="connsiteY368" fmla="*/ 6697181 h 6858000"/>
              <a:gd name="connsiteX369" fmla="*/ 3735540 w 7467600"/>
              <a:gd name="connsiteY369" fmla="*/ 5546923 h 6858000"/>
              <a:gd name="connsiteX370" fmla="*/ 3729438 w 7467600"/>
              <a:gd name="connsiteY370" fmla="*/ 5569058 h 6858000"/>
              <a:gd name="connsiteX371" fmla="*/ 3707782 w 7467600"/>
              <a:gd name="connsiteY371" fmla="*/ 5644908 h 6858000"/>
              <a:gd name="connsiteX372" fmla="*/ 3583827 w 7467600"/>
              <a:gd name="connsiteY372" fmla="*/ 6039215 h 6858000"/>
              <a:gd name="connsiteX373" fmla="*/ 3547861 w 7467600"/>
              <a:gd name="connsiteY373" fmla="*/ 6129609 h 6858000"/>
              <a:gd name="connsiteX374" fmla="*/ 3490905 w 7467600"/>
              <a:gd name="connsiteY374" fmla="*/ 6277660 h 6858000"/>
              <a:gd name="connsiteX375" fmla="*/ 3455859 w 7467600"/>
              <a:gd name="connsiteY375" fmla="*/ 6391301 h 6858000"/>
              <a:gd name="connsiteX376" fmla="*/ 3429112 w 7467600"/>
              <a:gd name="connsiteY376" fmla="*/ 6479469 h 6858000"/>
              <a:gd name="connsiteX377" fmla="*/ 3304862 w 7467600"/>
              <a:gd name="connsiteY377" fmla="*/ 6796476 h 6858000"/>
              <a:gd name="connsiteX378" fmla="*/ 3276071 w 7467600"/>
              <a:gd name="connsiteY378" fmla="*/ 6858000 h 6858000"/>
              <a:gd name="connsiteX379" fmla="*/ 3240805 w 7467600"/>
              <a:gd name="connsiteY379" fmla="*/ 6858000 h 6858000"/>
              <a:gd name="connsiteX380" fmla="*/ 3275917 w 7467600"/>
              <a:gd name="connsiteY380" fmla="*/ 6783192 h 6858000"/>
              <a:gd name="connsiteX381" fmla="*/ 3399358 w 7467600"/>
              <a:gd name="connsiteY381" fmla="*/ 6469011 h 6858000"/>
              <a:gd name="connsiteX382" fmla="*/ 3425650 w 7467600"/>
              <a:gd name="connsiteY382" fmla="*/ 6381333 h 6858000"/>
              <a:gd name="connsiteX383" fmla="*/ 3460661 w 7467600"/>
              <a:gd name="connsiteY383" fmla="*/ 6266763 h 6858000"/>
              <a:gd name="connsiteX384" fmla="*/ 3518021 w 7467600"/>
              <a:gd name="connsiteY384" fmla="*/ 6117298 h 6858000"/>
              <a:gd name="connsiteX385" fmla="*/ 3554035 w 7467600"/>
              <a:gd name="connsiteY385" fmla="*/ 6027832 h 6858000"/>
              <a:gd name="connsiteX386" fmla="*/ 3677174 w 7467600"/>
              <a:gd name="connsiteY386" fmla="*/ 5636351 h 6858000"/>
              <a:gd name="connsiteX387" fmla="*/ 3698819 w 7467600"/>
              <a:gd name="connsiteY387" fmla="*/ 5560503 h 6858000"/>
              <a:gd name="connsiteX388" fmla="*/ 3702094 w 7467600"/>
              <a:gd name="connsiteY388" fmla="*/ 5549194 h 6858000"/>
              <a:gd name="connsiteX389" fmla="*/ 3398355 w 7467600"/>
              <a:gd name="connsiteY389" fmla="*/ 6094603 h 6858000"/>
              <a:gd name="connsiteX390" fmla="*/ 3193941 w 7467600"/>
              <a:gd name="connsiteY390" fmla="*/ 6798775 h 6858000"/>
              <a:gd name="connsiteX391" fmla="*/ 3184140 w 7467600"/>
              <a:gd name="connsiteY391" fmla="*/ 6858000 h 6858000"/>
              <a:gd name="connsiteX392" fmla="*/ 3099978 w 7467600"/>
              <a:gd name="connsiteY392" fmla="*/ 6858000 h 6858000"/>
              <a:gd name="connsiteX393" fmla="*/ 3101556 w 7467600"/>
              <a:gd name="connsiteY393" fmla="*/ 6843337 h 6858000"/>
              <a:gd name="connsiteX394" fmla="*/ 3370162 w 7467600"/>
              <a:gd name="connsiteY394" fmla="*/ 5785550 h 6858000"/>
              <a:gd name="connsiteX395" fmla="*/ 3746477 w 7467600"/>
              <a:gd name="connsiteY395" fmla="*/ 5377889 h 6858000"/>
              <a:gd name="connsiteX396" fmla="*/ 3863399 w 7467600"/>
              <a:gd name="connsiteY396" fmla="*/ 5087257 h 6858000"/>
              <a:gd name="connsiteX397" fmla="*/ 3968712 w 7467600"/>
              <a:gd name="connsiteY397" fmla="*/ 4913989 h 6858000"/>
              <a:gd name="connsiteX398" fmla="*/ 2792390 w 7467600"/>
              <a:gd name="connsiteY398" fmla="*/ 5382974 h 6858000"/>
              <a:gd name="connsiteX399" fmla="*/ 2714982 w 7467600"/>
              <a:gd name="connsiteY399" fmla="*/ 5427051 h 6858000"/>
              <a:gd name="connsiteX400" fmla="*/ 2813361 w 7467600"/>
              <a:gd name="connsiteY400" fmla="*/ 6023912 h 6858000"/>
              <a:gd name="connsiteX401" fmla="*/ 2688430 w 7467600"/>
              <a:gd name="connsiteY401" fmla="*/ 6801564 h 6858000"/>
              <a:gd name="connsiteX402" fmla="*/ 2629626 w 7467600"/>
              <a:gd name="connsiteY402" fmla="*/ 6763394 h 6858000"/>
              <a:gd name="connsiteX403" fmla="*/ 2565328 w 7467600"/>
              <a:gd name="connsiteY403" fmla="*/ 5516399 h 6858000"/>
              <a:gd name="connsiteX404" fmla="*/ 1922999 w 7467600"/>
              <a:gd name="connsiteY404" fmla="*/ 5980343 h 6858000"/>
              <a:gd name="connsiteX405" fmla="*/ 1950261 w 7467600"/>
              <a:gd name="connsiteY405" fmla="*/ 6405858 h 6858000"/>
              <a:gd name="connsiteX406" fmla="*/ 2365554 w 7467600"/>
              <a:gd name="connsiteY406" fmla="*/ 6759107 h 6858000"/>
              <a:gd name="connsiteX407" fmla="*/ 2424142 w 7467600"/>
              <a:gd name="connsiteY407" fmla="*/ 6858000 h 6858000"/>
              <a:gd name="connsiteX408" fmla="*/ 2395994 w 7467600"/>
              <a:gd name="connsiteY408" fmla="*/ 6858000 h 6858000"/>
              <a:gd name="connsiteX409" fmla="*/ 2392863 w 7467600"/>
              <a:gd name="connsiteY409" fmla="*/ 6852964 h 6858000"/>
              <a:gd name="connsiteX410" fmla="*/ 2017589 w 7467600"/>
              <a:gd name="connsiteY410" fmla="*/ 6493982 h 6858000"/>
              <a:gd name="connsiteX411" fmla="*/ 2147336 w 7467600"/>
              <a:gd name="connsiteY411" fmla="*/ 6594052 h 6858000"/>
              <a:gd name="connsiteX412" fmla="*/ 2207047 w 7467600"/>
              <a:gd name="connsiteY412" fmla="*/ 6654540 h 6858000"/>
              <a:gd name="connsiteX413" fmla="*/ 2299106 w 7467600"/>
              <a:gd name="connsiteY413" fmla="*/ 6778931 h 6858000"/>
              <a:gd name="connsiteX414" fmla="*/ 2314430 w 7467600"/>
              <a:gd name="connsiteY414" fmla="*/ 6801144 h 6858000"/>
              <a:gd name="connsiteX415" fmla="*/ 2352406 w 7467600"/>
              <a:gd name="connsiteY415" fmla="*/ 6858000 h 6858000"/>
              <a:gd name="connsiteX416" fmla="*/ 2314492 w 7467600"/>
              <a:gd name="connsiteY416" fmla="*/ 6858000 h 6858000"/>
              <a:gd name="connsiteX417" fmla="*/ 2288095 w 7467600"/>
              <a:gd name="connsiteY417" fmla="*/ 6818030 h 6858000"/>
              <a:gd name="connsiteX418" fmla="*/ 2272768 w 7467600"/>
              <a:gd name="connsiteY418" fmla="*/ 6795822 h 6858000"/>
              <a:gd name="connsiteX419" fmla="*/ 2182715 w 7467600"/>
              <a:gd name="connsiteY419" fmla="*/ 6675071 h 6858000"/>
              <a:gd name="connsiteX420" fmla="*/ 2032061 w 7467600"/>
              <a:gd name="connsiteY420" fmla="*/ 6541380 h 6858000"/>
              <a:gd name="connsiteX421" fmla="*/ 2257220 w 7467600"/>
              <a:gd name="connsiteY421" fmla="*/ 6826257 h 6858000"/>
              <a:gd name="connsiteX422" fmla="*/ 2281324 w 7467600"/>
              <a:gd name="connsiteY422" fmla="*/ 6858000 h 6858000"/>
              <a:gd name="connsiteX423" fmla="*/ 2242860 w 7467600"/>
              <a:gd name="connsiteY423" fmla="*/ 6858000 h 6858000"/>
              <a:gd name="connsiteX424" fmla="*/ 2232818 w 7467600"/>
              <a:gd name="connsiteY424" fmla="*/ 6844926 h 6858000"/>
              <a:gd name="connsiteX425" fmla="*/ 1990172 w 7467600"/>
              <a:gd name="connsiteY425" fmla="*/ 6542121 h 6858000"/>
              <a:gd name="connsiteX426" fmla="*/ 2124090 w 7467600"/>
              <a:gd name="connsiteY426" fmla="*/ 6761017 h 6858000"/>
              <a:gd name="connsiteX427" fmla="*/ 2200380 w 7467600"/>
              <a:gd name="connsiteY427" fmla="*/ 6858000 h 6858000"/>
              <a:gd name="connsiteX428" fmla="*/ 2147507 w 7467600"/>
              <a:gd name="connsiteY428" fmla="*/ 6858000 h 6858000"/>
              <a:gd name="connsiteX429" fmla="*/ 2070668 w 7467600"/>
              <a:gd name="connsiteY429" fmla="*/ 6761520 h 6858000"/>
              <a:gd name="connsiteX430" fmla="*/ 1975142 w 7467600"/>
              <a:gd name="connsiteY430" fmla="*/ 6585570 h 6858000"/>
              <a:gd name="connsiteX431" fmla="*/ 2050035 w 7467600"/>
              <a:gd name="connsiteY431" fmla="*/ 6813345 h 6858000"/>
              <a:gd name="connsiteX432" fmla="*/ 2063025 w 7467600"/>
              <a:gd name="connsiteY432" fmla="*/ 6858000 h 6858000"/>
              <a:gd name="connsiteX433" fmla="*/ 2021675 w 7467600"/>
              <a:gd name="connsiteY433" fmla="*/ 6858000 h 6858000"/>
              <a:gd name="connsiteX434" fmla="*/ 2019308 w 7467600"/>
              <a:gd name="connsiteY434" fmla="*/ 6847118 h 6858000"/>
              <a:gd name="connsiteX435" fmla="*/ 1938835 w 7467600"/>
              <a:gd name="connsiteY435" fmla="*/ 6551160 h 6858000"/>
              <a:gd name="connsiteX436" fmla="*/ 1953230 w 7467600"/>
              <a:gd name="connsiteY436" fmla="*/ 6759699 h 6858000"/>
              <a:gd name="connsiteX437" fmla="*/ 1956763 w 7467600"/>
              <a:gd name="connsiteY437" fmla="*/ 6778191 h 6858000"/>
              <a:gd name="connsiteX438" fmla="*/ 1967925 w 7467600"/>
              <a:gd name="connsiteY438" fmla="*/ 6858000 h 6858000"/>
              <a:gd name="connsiteX439" fmla="*/ 1936622 w 7467600"/>
              <a:gd name="connsiteY439" fmla="*/ 6858000 h 6858000"/>
              <a:gd name="connsiteX440" fmla="*/ 1926261 w 7467600"/>
              <a:gd name="connsiteY440" fmla="*/ 6784064 h 6858000"/>
              <a:gd name="connsiteX441" fmla="*/ 1922724 w 7467600"/>
              <a:gd name="connsiteY441" fmla="*/ 6765577 h 6858000"/>
              <a:gd name="connsiteX442" fmla="*/ 1904650 w 7467600"/>
              <a:gd name="connsiteY442" fmla="*/ 6639616 h 6858000"/>
              <a:gd name="connsiteX443" fmla="*/ 1885273 w 7467600"/>
              <a:gd name="connsiteY443" fmla="*/ 6858000 h 6858000"/>
              <a:gd name="connsiteX444" fmla="*/ 1854363 w 7467600"/>
              <a:gd name="connsiteY444" fmla="*/ 6858000 h 6858000"/>
              <a:gd name="connsiteX445" fmla="*/ 1880391 w 7467600"/>
              <a:gd name="connsiteY445" fmla="*/ 6603796 h 6858000"/>
              <a:gd name="connsiteX446" fmla="*/ 1818273 w 7467600"/>
              <a:gd name="connsiteY446" fmla="*/ 6715729 h 6858000"/>
              <a:gd name="connsiteX447" fmla="*/ 1794691 w 7467600"/>
              <a:gd name="connsiteY447" fmla="*/ 6843239 h 6858000"/>
              <a:gd name="connsiteX448" fmla="*/ 1794914 w 7467600"/>
              <a:gd name="connsiteY448" fmla="*/ 6858000 h 6858000"/>
              <a:gd name="connsiteX449" fmla="*/ 1746128 w 7467600"/>
              <a:gd name="connsiteY449" fmla="*/ 6858000 h 6858000"/>
              <a:gd name="connsiteX450" fmla="*/ 1753934 w 7467600"/>
              <a:gd name="connsiteY450" fmla="*/ 6724796 h 6858000"/>
              <a:gd name="connsiteX451" fmla="*/ 1792053 w 7467600"/>
              <a:gd name="connsiteY451" fmla="*/ 6572396 h 6858000"/>
              <a:gd name="connsiteX452" fmla="*/ 1862248 w 7467600"/>
              <a:gd name="connsiteY452" fmla="*/ 6266397 h 6858000"/>
              <a:gd name="connsiteX453" fmla="*/ 1862250 w 7467600"/>
              <a:gd name="connsiteY453" fmla="*/ 6033531 h 6858000"/>
              <a:gd name="connsiteX454" fmla="*/ 1211999 w 7467600"/>
              <a:gd name="connsiteY454" fmla="*/ 6683610 h 6858000"/>
              <a:gd name="connsiteX455" fmla="*/ 1213266 w 7467600"/>
              <a:gd name="connsiteY455" fmla="*/ 6691947 h 6858000"/>
              <a:gd name="connsiteX456" fmla="*/ 1203370 w 7467600"/>
              <a:gd name="connsiteY456" fmla="*/ 6850676 h 6858000"/>
              <a:gd name="connsiteX457" fmla="*/ 1203671 w 7467600"/>
              <a:gd name="connsiteY457" fmla="*/ 6858000 h 6858000"/>
              <a:gd name="connsiteX458" fmla="*/ 1143180 w 7467600"/>
              <a:gd name="connsiteY458" fmla="*/ 6858000 h 6858000"/>
              <a:gd name="connsiteX459" fmla="*/ 1142176 w 7467600"/>
              <a:gd name="connsiteY459" fmla="*/ 6766045 h 6858000"/>
              <a:gd name="connsiteX460" fmla="*/ 1067484 w 7467600"/>
              <a:gd name="connsiteY460" fmla="*/ 6858000 h 6858000"/>
              <a:gd name="connsiteX461" fmla="*/ 953928 w 7467600"/>
              <a:gd name="connsiteY461" fmla="*/ 6858000 h 6858000"/>
              <a:gd name="connsiteX462" fmla="*/ 959715 w 7467600"/>
              <a:gd name="connsiteY462" fmla="*/ 6850185 h 6858000"/>
              <a:gd name="connsiteX463" fmla="*/ 1483788 w 7467600"/>
              <a:gd name="connsiteY463" fmla="*/ 6259174 h 6858000"/>
              <a:gd name="connsiteX464" fmla="*/ 1100671 w 7467600"/>
              <a:gd name="connsiteY464" fmla="*/ 6252137 h 6858000"/>
              <a:gd name="connsiteX465" fmla="*/ 1090144 w 7467600"/>
              <a:gd name="connsiteY465" fmla="*/ 6256748 h 6858000"/>
              <a:gd name="connsiteX466" fmla="*/ 1095872 w 7467600"/>
              <a:gd name="connsiteY466" fmla="*/ 6271892 h 6858000"/>
              <a:gd name="connsiteX467" fmla="*/ 262785 w 7467600"/>
              <a:gd name="connsiteY467" fmla="*/ 6845450 h 6858000"/>
              <a:gd name="connsiteX468" fmla="*/ 209968 w 7467600"/>
              <a:gd name="connsiteY468" fmla="*/ 6770713 h 6858000"/>
              <a:gd name="connsiteX469" fmla="*/ 873460 w 7467600"/>
              <a:gd name="connsiteY469" fmla="*/ 6253768 h 6858000"/>
              <a:gd name="connsiteX470" fmla="*/ 192686 w 7467600"/>
              <a:gd name="connsiteY470" fmla="*/ 5849257 h 6858000"/>
              <a:gd name="connsiteX471" fmla="*/ 4696 w 7467600"/>
              <a:gd name="connsiteY471" fmla="*/ 5697668 h 6858000"/>
              <a:gd name="connsiteX472" fmla="*/ 0 w 7467600"/>
              <a:gd name="connsiteY472" fmla="*/ 5689984 h 6858000"/>
              <a:gd name="connsiteX473" fmla="*/ 0 w 7467600"/>
              <a:gd name="connsiteY473" fmla="*/ 5513472 h 6858000"/>
              <a:gd name="connsiteX474" fmla="*/ 174101 w 7467600"/>
              <a:gd name="connsiteY474" fmla="*/ 5620277 h 6858000"/>
              <a:gd name="connsiteX475" fmla="*/ 891800 w 7467600"/>
              <a:gd name="connsiteY475" fmla="*/ 6036935 h 6858000"/>
              <a:gd name="connsiteX476" fmla="*/ 1072219 w 7467600"/>
              <a:gd name="connsiteY476" fmla="*/ 6169443 h 6858000"/>
              <a:gd name="connsiteX477" fmla="*/ 1074117 w 7467600"/>
              <a:gd name="connsiteY477" fmla="*/ 6170301 h 6858000"/>
              <a:gd name="connsiteX478" fmla="*/ 1083114 w 7467600"/>
              <a:gd name="connsiteY478" fmla="*/ 6174131 h 6858000"/>
              <a:gd name="connsiteX479" fmla="*/ 1543010 w 7467600"/>
              <a:gd name="connsiteY479" fmla="*/ 6191140 h 6858000"/>
              <a:gd name="connsiteX480" fmla="*/ 1551080 w 7467600"/>
              <a:gd name="connsiteY480" fmla="*/ 6195006 h 6858000"/>
              <a:gd name="connsiteX481" fmla="*/ 2345443 w 7467600"/>
              <a:gd name="connsiteY481" fmla="*/ 5549882 h 6858000"/>
              <a:gd name="connsiteX482" fmla="*/ 1721499 w 7467600"/>
              <a:gd name="connsiteY482" fmla="*/ 5599969 h 6858000"/>
              <a:gd name="connsiteX483" fmla="*/ 767716 w 7467600"/>
              <a:gd name="connsiteY483" fmla="*/ 5472768 h 6858000"/>
              <a:gd name="connsiteX484" fmla="*/ 722147 w 7467600"/>
              <a:gd name="connsiteY484" fmla="*/ 5393091 h 6858000"/>
              <a:gd name="connsiteX485" fmla="*/ 1485552 w 7467600"/>
              <a:gd name="connsiteY485" fmla="*/ 5313202 h 6858000"/>
              <a:gd name="connsiteX486" fmla="*/ 2143004 w 7467600"/>
              <a:gd name="connsiteY486" fmla="*/ 5402420 h 6858000"/>
              <a:gd name="connsiteX487" fmla="*/ 1933391 w 7467600"/>
              <a:gd name="connsiteY487" fmla="*/ 5156971 h 6858000"/>
              <a:gd name="connsiteX488" fmla="*/ 1827118 w 7467600"/>
              <a:gd name="connsiteY488" fmla="*/ 4968410 h 6858000"/>
              <a:gd name="connsiteX489" fmla="*/ 1837349 w 7467600"/>
              <a:gd name="connsiteY489" fmla="*/ 4956357 h 6858000"/>
              <a:gd name="connsiteX490" fmla="*/ 2162835 w 7467600"/>
              <a:gd name="connsiteY490" fmla="*/ 5187853 h 6858000"/>
              <a:gd name="connsiteX491" fmla="*/ 2257167 w 7467600"/>
              <a:gd name="connsiteY491" fmla="*/ 5462123 h 6858000"/>
              <a:gd name="connsiteX492" fmla="*/ 2261598 w 7467600"/>
              <a:gd name="connsiteY492" fmla="*/ 5467998 h 6858000"/>
              <a:gd name="connsiteX493" fmla="*/ 2437177 w 7467600"/>
              <a:gd name="connsiteY493" fmla="*/ 5479608 h 6858000"/>
              <a:gd name="connsiteX494" fmla="*/ 2445247 w 7467600"/>
              <a:gd name="connsiteY494" fmla="*/ 5483476 h 6858000"/>
              <a:gd name="connsiteX495" fmla="*/ 2743626 w 7467600"/>
              <a:gd name="connsiteY495" fmla="*/ 5304819 h 6858000"/>
              <a:gd name="connsiteX496" fmla="*/ 3048102 w 7467600"/>
              <a:gd name="connsiteY496" fmla="*/ 5150595 h 6858000"/>
              <a:gd name="connsiteX497" fmla="*/ 1799414 w 7467600"/>
              <a:gd name="connsiteY497" fmla="*/ 4694732 h 6858000"/>
              <a:gd name="connsiteX498" fmla="*/ 1771735 w 7467600"/>
              <a:gd name="connsiteY498" fmla="*/ 4619929 h 6858000"/>
              <a:gd name="connsiteX499" fmla="*/ 3104273 w 7467600"/>
              <a:gd name="connsiteY499" fmla="*/ 5076159 h 6858000"/>
              <a:gd name="connsiteX500" fmla="*/ 3113245 w 7467600"/>
              <a:gd name="connsiteY500" fmla="*/ 5090705 h 6858000"/>
              <a:gd name="connsiteX501" fmla="*/ 3126294 w 7467600"/>
              <a:gd name="connsiteY501" fmla="*/ 5114400 h 6858000"/>
              <a:gd name="connsiteX502" fmla="*/ 3937433 w 7467600"/>
              <a:gd name="connsiteY502" fmla="*/ 4830473 h 6858000"/>
              <a:gd name="connsiteX503" fmla="*/ 3590475 w 7467600"/>
              <a:gd name="connsiteY503" fmla="*/ 4597974 h 6858000"/>
              <a:gd name="connsiteX504" fmla="*/ 3100264 w 7467600"/>
              <a:gd name="connsiteY504" fmla="*/ 4579845 h 6858000"/>
              <a:gd name="connsiteX505" fmla="*/ 2183576 w 7467600"/>
              <a:gd name="connsiteY505" fmla="*/ 4227150 h 6858000"/>
              <a:gd name="connsiteX506" fmla="*/ 2151029 w 7467600"/>
              <a:gd name="connsiteY506" fmla="*/ 4146947 h 6858000"/>
              <a:gd name="connsiteX507" fmla="*/ 3563434 w 7467600"/>
              <a:gd name="connsiteY507" fmla="*/ 4469115 h 6858000"/>
              <a:gd name="connsiteX508" fmla="*/ 3177952 w 7467600"/>
              <a:gd name="connsiteY508" fmla="*/ 3657386 h 6858000"/>
              <a:gd name="connsiteX509" fmla="*/ 3189263 w 7467600"/>
              <a:gd name="connsiteY509" fmla="*/ 3625726 h 6858000"/>
              <a:gd name="connsiteX510" fmla="*/ 3560912 w 7467600"/>
              <a:gd name="connsiteY510" fmla="*/ 4079863 h 6858000"/>
              <a:gd name="connsiteX511" fmla="*/ 3626636 w 7467600"/>
              <a:gd name="connsiteY511" fmla="*/ 4512230 h 6858000"/>
              <a:gd name="connsiteX512" fmla="*/ 3653088 w 7467600"/>
              <a:gd name="connsiteY512" fmla="*/ 4521417 h 6858000"/>
              <a:gd name="connsiteX513" fmla="*/ 3988128 w 7467600"/>
              <a:gd name="connsiteY513" fmla="*/ 4817267 h 6858000"/>
              <a:gd name="connsiteX514" fmla="*/ 4830582 w 7467600"/>
              <a:gd name="connsiteY514" fmla="*/ 4676000 h 6858000"/>
              <a:gd name="connsiteX515" fmla="*/ 4830100 w 7467600"/>
              <a:gd name="connsiteY515" fmla="*/ 4675554 h 6858000"/>
              <a:gd name="connsiteX516" fmla="*/ 4036318 w 7467600"/>
              <a:gd name="connsiteY516" fmla="*/ 4147013 h 6858000"/>
              <a:gd name="connsiteX517" fmla="*/ 3432098 w 7467600"/>
              <a:gd name="connsiteY517" fmla="*/ 3537312 h 6858000"/>
              <a:gd name="connsiteX518" fmla="*/ 3446761 w 7467600"/>
              <a:gd name="connsiteY518" fmla="*/ 3461278 h 6858000"/>
              <a:gd name="connsiteX519" fmla="*/ 4419733 w 7467600"/>
              <a:gd name="connsiteY519" fmla="*/ 3963555 h 6858000"/>
              <a:gd name="connsiteX520" fmla="*/ 4781371 w 7467600"/>
              <a:gd name="connsiteY520" fmla="*/ 4458604 h 6858000"/>
              <a:gd name="connsiteX521" fmla="*/ 4780440 w 7467600"/>
              <a:gd name="connsiteY521" fmla="*/ 4470290 h 6858000"/>
              <a:gd name="connsiteX522" fmla="*/ 4898954 w 7467600"/>
              <a:gd name="connsiteY522" fmla="*/ 4662092 h 6858000"/>
              <a:gd name="connsiteX523" fmla="*/ 4900699 w 7467600"/>
              <a:gd name="connsiteY523" fmla="*/ 4670867 h 6858000"/>
              <a:gd name="connsiteX524" fmla="*/ 5714511 w 7467600"/>
              <a:gd name="connsiteY524" fmla="*/ 4663483 h 6858000"/>
              <a:gd name="connsiteX525" fmla="*/ 5464793 w 7467600"/>
              <a:gd name="connsiteY525" fmla="*/ 4393556 h 6858000"/>
              <a:gd name="connsiteX526" fmla="*/ 5461897 w 7467600"/>
              <a:gd name="connsiteY526" fmla="*/ 4390879 h 6858000"/>
              <a:gd name="connsiteX527" fmla="*/ 4294126 w 7467600"/>
              <a:gd name="connsiteY527" fmla="*/ 3303048 h 6858000"/>
              <a:gd name="connsiteX528" fmla="*/ 4305321 w 7467600"/>
              <a:gd name="connsiteY528" fmla="*/ 3256953 h 6858000"/>
              <a:gd name="connsiteX529" fmla="*/ 4949299 w 7467600"/>
              <a:gd name="connsiteY529" fmla="*/ 3766336 h 6858000"/>
              <a:gd name="connsiteX530" fmla="*/ 5291452 w 7467600"/>
              <a:gd name="connsiteY530" fmla="*/ 4076801 h 6858000"/>
              <a:gd name="connsiteX531" fmla="*/ 5434998 w 7467600"/>
              <a:gd name="connsiteY531" fmla="*/ 4254100 h 6858000"/>
              <a:gd name="connsiteX532" fmla="*/ 5351015 w 7467600"/>
              <a:gd name="connsiteY532" fmla="*/ 3760989 h 6858000"/>
              <a:gd name="connsiteX533" fmla="*/ 5413780 w 7467600"/>
              <a:gd name="connsiteY533" fmla="*/ 2966265 h 6858000"/>
              <a:gd name="connsiteX534" fmla="*/ 5425627 w 7467600"/>
              <a:gd name="connsiteY534" fmla="*/ 2954192 h 6858000"/>
              <a:gd name="connsiteX535" fmla="*/ 6604735 w 7467600"/>
              <a:gd name="connsiteY535" fmla="*/ 2041381 h 6858000"/>
              <a:gd name="connsiteX536" fmla="*/ 7204487 w 7467600"/>
              <a:gd name="connsiteY536" fmla="*/ 2742112 h 6858000"/>
              <a:gd name="connsiteX537" fmla="*/ 7131592 w 7467600"/>
              <a:gd name="connsiteY537" fmla="*/ 2672096 h 6858000"/>
              <a:gd name="connsiteX538" fmla="*/ 6996344 w 7467600"/>
              <a:gd name="connsiteY538" fmla="*/ 2518310 h 6858000"/>
              <a:gd name="connsiteX539" fmla="*/ 6735495 w 7467600"/>
              <a:gd name="connsiteY539" fmla="*/ 2196890 h 6858000"/>
              <a:gd name="connsiteX540" fmla="*/ 6721901 w 7467600"/>
              <a:gd name="connsiteY540" fmla="*/ 2179274 h 6858000"/>
              <a:gd name="connsiteX541" fmla="*/ 6604735 w 7467600"/>
              <a:gd name="connsiteY541" fmla="*/ 2041381 h 6858000"/>
              <a:gd name="connsiteX542" fmla="*/ 6591670 w 7467600"/>
              <a:gd name="connsiteY542" fmla="*/ 1988277 h 6858000"/>
              <a:gd name="connsiteX543" fmla="*/ 6747349 w 7467600"/>
              <a:gd name="connsiteY543" fmla="*/ 2160069 h 6858000"/>
              <a:gd name="connsiteX544" fmla="*/ 6760943 w 7467600"/>
              <a:gd name="connsiteY544" fmla="*/ 2177686 h 6858000"/>
              <a:gd name="connsiteX545" fmla="*/ 7021065 w 7467600"/>
              <a:gd name="connsiteY545" fmla="*/ 2498102 h 6858000"/>
              <a:gd name="connsiteX546" fmla="*/ 7155223 w 7467600"/>
              <a:gd name="connsiteY546" fmla="*/ 2650386 h 6858000"/>
              <a:gd name="connsiteX547" fmla="*/ 7203167 w 7467600"/>
              <a:gd name="connsiteY547" fmla="*/ 2697288 h 6858000"/>
              <a:gd name="connsiteX548" fmla="*/ 6937703 w 7467600"/>
              <a:gd name="connsiteY548" fmla="*/ 2321981 h 6858000"/>
              <a:gd name="connsiteX549" fmla="*/ 6591670 w 7467600"/>
              <a:gd name="connsiteY549" fmla="*/ 1988277 h 6858000"/>
              <a:gd name="connsiteX550" fmla="*/ 5798671 w 7467600"/>
              <a:gd name="connsiteY550" fmla="*/ 1981601 h 6858000"/>
              <a:gd name="connsiteX551" fmla="*/ 5754709 w 7467600"/>
              <a:gd name="connsiteY551" fmla="*/ 2071454 h 6858000"/>
              <a:gd name="connsiteX552" fmla="*/ 5763044 w 7467600"/>
              <a:gd name="connsiteY552" fmla="*/ 2842206 h 6858000"/>
              <a:gd name="connsiteX553" fmla="*/ 5764974 w 7467600"/>
              <a:gd name="connsiteY553" fmla="*/ 2799609 h 6858000"/>
              <a:gd name="connsiteX554" fmla="*/ 5767665 w 7467600"/>
              <a:gd name="connsiteY554" fmla="*/ 2666409 h 6858000"/>
              <a:gd name="connsiteX555" fmla="*/ 5763055 w 7467600"/>
              <a:gd name="connsiteY555" fmla="*/ 2579705 h 6858000"/>
              <a:gd name="connsiteX556" fmla="*/ 5758079 w 7467600"/>
              <a:gd name="connsiteY556" fmla="*/ 2492508 h 6858000"/>
              <a:gd name="connsiteX557" fmla="*/ 5779325 w 7467600"/>
              <a:gd name="connsiteY557" fmla="*/ 2197069 h 6858000"/>
              <a:gd name="connsiteX558" fmla="*/ 5798671 w 7467600"/>
              <a:gd name="connsiteY558" fmla="*/ 1981601 h 6858000"/>
              <a:gd name="connsiteX559" fmla="*/ 5829202 w 7467600"/>
              <a:gd name="connsiteY559" fmla="*/ 1971679 h 6858000"/>
              <a:gd name="connsiteX560" fmla="*/ 5809558 w 7467600"/>
              <a:gd name="connsiteY560" fmla="*/ 2198043 h 6858000"/>
              <a:gd name="connsiteX561" fmla="*/ 5788653 w 7467600"/>
              <a:gd name="connsiteY561" fmla="*/ 2489430 h 6858000"/>
              <a:gd name="connsiteX562" fmla="*/ 5793439 w 7467600"/>
              <a:gd name="connsiteY562" fmla="*/ 2575235 h 6858000"/>
              <a:gd name="connsiteX563" fmla="*/ 5796837 w 7467600"/>
              <a:gd name="connsiteY563" fmla="*/ 2637633 h 6858000"/>
              <a:gd name="connsiteX564" fmla="*/ 5818614 w 7467600"/>
              <a:gd name="connsiteY564" fmla="*/ 2473055 h 6858000"/>
              <a:gd name="connsiteX565" fmla="*/ 5829202 w 7467600"/>
              <a:gd name="connsiteY565" fmla="*/ 1971679 h 6858000"/>
              <a:gd name="connsiteX566" fmla="*/ 5911389 w 7467600"/>
              <a:gd name="connsiteY566" fmla="*/ 1898371 h 6858000"/>
              <a:gd name="connsiteX567" fmla="*/ 6237627 w 7467600"/>
              <a:gd name="connsiteY567" fmla="*/ 2231921 h 6858000"/>
              <a:gd name="connsiteX568" fmla="*/ 5911389 w 7467600"/>
              <a:gd name="connsiteY568" fmla="*/ 1898371 h 6858000"/>
              <a:gd name="connsiteX569" fmla="*/ 6944437 w 7467600"/>
              <a:gd name="connsiteY569" fmla="*/ 1575402 h 6858000"/>
              <a:gd name="connsiteX570" fmla="*/ 6304730 w 7467600"/>
              <a:gd name="connsiteY570" fmla="*/ 1766654 h 6858000"/>
              <a:gd name="connsiteX571" fmla="*/ 6944437 w 7467600"/>
              <a:gd name="connsiteY571" fmla="*/ 1575402 h 6858000"/>
              <a:gd name="connsiteX572" fmla="*/ 7019523 w 7467600"/>
              <a:gd name="connsiteY572" fmla="*/ 1519450 h 6858000"/>
              <a:gd name="connsiteX573" fmla="*/ 6298091 w 7467600"/>
              <a:gd name="connsiteY573" fmla="*/ 1737122 h 6858000"/>
              <a:gd name="connsiteX574" fmla="*/ 7019523 w 7467600"/>
              <a:gd name="connsiteY574" fmla="*/ 1519450 h 6858000"/>
              <a:gd name="connsiteX575" fmla="*/ 2399523 w 7467600"/>
              <a:gd name="connsiteY575" fmla="*/ 1428234 h 6858000"/>
              <a:gd name="connsiteX576" fmla="*/ 2224982 w 7467600"/>
              <a:gd name="connsiteY576" fmla="*/ 1826201 h 6858000"/>
              <a:gd name="connsiteX577" fmla="*/ 2096099 w 7467600"/>
              <a:gd name="connsiteY577" fmla="*/ 2345900 h 6858000"/>
              <a:gd name="connsiteX578" fmla="*/ 2283317 w 7467600"/>
              <a:gd name="connsiteY578" fmla="*/ 1796925 h 6858000"/>
              <a:gd name="connsiteX579" fmla="*/ 2399523 w 7467600"/>
              <a:gd name="connsiteY579" fmla="*/ 1428234 h 6858000"/>
              <a:gd name="connsiteX580" fmla="*/ 2448558 w 7467600"/>
              <a:gd name="connsiteY580" fmla="*/ 1373435 h 6858000"/>
              <a:gd name="connsiteX581" fmla="*/ 2312521 w 7467600"/>
              <a:gd name="connsiteY581" fmla="*/ 1806140 h 6858000"/>
              <a:gd name="connsiteX582" fmla="*/ 2127533 w 7467600"/>
              <a:gd name="connsiteY582" fmla="*/ 2348380 h 6858000"/>
              <a:gd name="connsiteX583" fmla="*/ 2358080 w 7467600"/>
              <a:gd name="connsiteY583" fmla="*/ 1866134 h 6858000"/>
              <a:gd name="connsiteX584" fmla="*/ 2407436 w 7467600"/>
              <a:gd name="connsiteY584" fmla="*/ 1651070 h 6858000"/>
              <a:gd name="connsiteX585" fmla="*/ 2448558 w 7467600"/>
              <a:gd name="connsiteY585" fmla="*/ 1373435 h 6858000"/>
              <a:gd name="connsiteX586" fmla="*/ 278707 w 7467600"/>
              <a:gd name="connsiteY586" fmla="*/ 1352270 h 6858000"/>
              <a:gd name="connsiteX587" fmla="*/ 321570 w 7467600"/>
              <a:gd name="connsiteY587" fmla="*/ 1861610 h 6858000"/>
              <a:gd name="connsiteX588" fmla="*/ 294281 w 7467600"/>
              <a:gd name="connsiteY588" fmla="*/ 1440658 h 6858000"/>
              <a:gd name="connsiteX589" fmla="*/ 278707 w 7467600"/>
              <a:gd name="connsiteY589" fmla="*/ 1352270 h 6858000"/>
              <a:gd name="connsiteX590" fmla="*/ 1423821 w 7467600"/>
              <a:gd name="connsiteY590" fmla="*/ 1351958 h 6858000"/>
              <a:gd name="connsiteX591" fmla="*/ 1638521 w 7467600"/>
              <a:gd name="connsiteY591" fmla="*/ 1908470 h 6858000"/>
              <a:gd name="connsiteX592" fmla="*/ 1754199 w 7467600"/>
              <a:gd name="connsiteY592" fmla="*/ 2149284 h 6858000"/>
              <a:gd name="connsiteX593" fmla="*/ 1908359 w 7467600"/>
              <a:gd name="connsiteY593" fmla="*/ 2364988 h 6858000"/>
              <a:gd name="connsiteX594" fmla="*/ 1647661 w 7467600"/>
              <a:gd name="connsiteY594" fmla="*/ 1825945 h 6858000"/>
              <a:gd name="connsiteX595" fmla="*/ 1423821 w 7467600"/>
              <a:gd name="connsiteY595" fmla="*/ 1351958 h 6858000"/>
              <a:gd name="connsiteX596" fmla="*/ 1431890 w 7467600"/>
              <a:gd name="connsiteY596" fmla="*/ 1306475 h 6858000"/>
              <a:gd name="connsiteX597" fmla="*/ 1507597 w 7467600"/>
              <a:gd name="connsiteY597" fmla="*/ 1446132 h 6858000"/>
              <a:gd name="connsiteX598" fmla="*/ 1674586 w 7467600"/>
              <a:gd name="connsiteY598" fmla="*/ 1813832 h 6858000"/>
              <a:gd name="connsiteX599" fmla="*/ 1815950 w 7467600"/>
              <a:gd name="connsiteY599" fmla="*/ 2128564 h 6858000"/>
              <a:gd name="connsiteX600" fmla="*/ 1984242 w 7467600"/>
              <a:gd name="connsiteY600" fmla="*/ 2430829 h 6858000"/>
              <a:gd name="connsiteX601" fmla="*/ 2014023 w 7467600"/>
              <a:gd name="connsiteY601" fmla="*/ 2450995 h 6858000"/>
              <a:gd name="connsiteX602" fmla="*/ 1747337 w 7467600"/>
              <a:gd name="connsiteY602" fmla="*/ 1855264 h 6858000"/>
              <a:gd name="connsiteX603" fmla="*/ 1533749 w 7467600"/>
              <a:gd name="connsiteY603" fmla="*/ 1478656 h 6858000"/>
              <a:gd name="connsiteX604" fmla="*/ 1431890 w 7467600"/>
              <a:gd name="connsiteY604" fmla="*/ 1306475 h 6858000"/>
              <a:gd name="connsiteX605" fmla="*/ 5052692 w 7467600"/>
              <a:gd name="connsiteY605" fmla="*/ 1292994 h 6858000"/>
              <a:gd name="connsiteX606" fmla="*/ 5200661 w 7467600"/>
              <a:gd name="connsiteY606" fmla="*/ 1635186 h 6858000"/>
              <a:gd name="connsiteX607" fmla="*/ 5297138 w 7467600"/>
              <a:gd name="connsiteY607" fmla="*/ 1906351 h 6858000"/>
              <a:gd name="connsiteX608" fmla="*/ 5052692 w 7467600"/>
              <a:gd name="connsiteY608" fmla="*/ 1292994 h 6858000"/>
              <a:gd name="connsiteX609" fmla="*/ 5009948 w 7467600"/>
              <a:gd name="connsiteY609" fmla="*/ 1273619 h 6858000"/>
              <a:gd name="connsiteX610" fmla="*/ 5121777 w 7467600"/>
              <a:gd name="connsiteY610" fmla="*/ 1654213 h 6858000"/>
              <a:gd name="connsiteX611" fmla="*/ 5293545 w 7467600"/>
              <a:gd name="connsiteY611" fmla="*/ 2072247 h 6858000"/>
              <a:gd name="connsiteX612" fmla="*/ 5294042 w 7467600"/>
              <a:gd name="connsiteY612" fmla="*/ 2065019 h 6858000"/>
              <a:gd name="connsiteX613" fmla="*/ 5171936 w 7467600"/>
              <a:gd name="connsiteY613" fmla="*/ 1647613 h 6858000"/>
              <a:gd name="connsiteX614" fmla="*/ 5009948 w 7467600"/>
              <a:gd name="connsiteY614" fmla="*/ 1273619 h 6858000"/>
              <a:gd name="connsiteX615" fmla="*/ 655236 w 7467600"/>
              <a:gd name="connsiteY615" fmla="*/ 1268632 h 6858000"/>
              <a:gd name="connsiteX616" fmla="*/ 839521 w 7467600"/>
              <a:gd name="connsiteY616" fmla="*/ 1685315 h 6858000"/>
              <a:gd name="connsiteX617" fmla="*/ 1109416 w 7467600"/>
              <a:gd name="connsiteY617" fmla="*/ 2061663 h 6858000"/>
              <a:gd name="connsiteX618" fmla="*/ 1298300 w 7467600"/>
              <a:gd name="connsiteY618" fmla="*/ 2247742 h 6858000"/>
              <a:gd name="connsiteX619" fmla="*/ 1125871 w 7467600"/>
              <a:gd name="connsiteY619" fmla="*/ 1989513 h 6858000"/>
              <a:gd name="connsiteX620" fmla="*/ 981574 w 7467600"/>
              <a:gd name="connsiteY620" fmla="*/ 1783157 h 6858000"/>
              <a:gd name="connsiteX621" fmla="*/ 922198 w 7467600"/>
              <a:gd name="connsiteY621" fmla="*/ 1677437 h 6858000"/>
              <a:gd name="connsiteX622" fmla="*/ 869293 w 7467600"/>
              <a:gd name="connsiteY622" fmla="*/ 1583214 h 6858000"/>
              <a:gd name="connsiteX623" fmla="*/ 751431 w 7467600"/>
              <a:gd name="connsiteY623" fmla="*/ 1405731 h 6858000"/>
              <a:gd name="connsiteX624" fmla="*/ 655236 w 7467600"/>
              <a:gd name="connsiteY624" fmla="*/ 1268632 h 6858000"/>
              <a:gd name="connsiteX625" fmla="*/ 6516292 w 7467600"/>
              <a:gd name="connsiteY625" fmla="*/ 1263064 h 6858000"/>
              <a:gd name="connsiteX626" fmla="*/ 5736320 w 7467600"/>
              <a:gd name="connsiteY626" fmla="*/ 1501803 h 6858000"/>
              <a:gd name="connsiteX627" fmla="*/ 6516292 w 7467600"/>
              <a:gd name="connsiteY627" fmla="*/ 1263064 h 6858000"/>
              <a:gd name="connsiteX628" fmla="*/ 291466 w 7467600"/>
              <a:gd name="connsiteY628" fmla="*/ 1250369 h 6858000"/>
              <a:gd name="connsiteX629" fmla="*/ 323180 w 7467600"/>
              <a:gd name="connsiteY629" fmla="*/ 1435283 h 6858000"/>
              <a:gd name="connsiteX630" fmla="*/ 349381 w 7467600"/>
              <a:gd name="connsiteY630" fmla="*/ 1875041 h 6858000"/>
              <a:gd name="connsiteX631" fmla="*/ 374363 w 7467600"/>
              <a:gd name="connsiteY631" fmla="*/ 1506494 h 6858000"/>
              <a:gd name="connsiteX632" fmla="*/ 302168 w 7467600"/>
              <a:gd name="connsiteY632" fmla="*/ 1274495 h 6858000"/>
              <a:gd name="connsiteX633" fmla="*/ 291466 w 7467600"/>
              <a:gd name="connsiteY633" fmla="*/ 1250369 h 6858000"/>
              <a:gd name="connsiteX634" fmla="*/ 678222 w 7467600"/>
              <a:gd name="connsiteY634" fmla="*/ 1248670 h 6858000"/>
              <a:gd name="connsiteX635" fmla="*/ 775536 w 7467600"/>
              <a:gd name="connsiteY635" fmla="*/ 1388015 h 6858000"/>
              <a:gd name="connsiteX636" fmla="*/ 894529 w 7467600"/>
              <a:gd name="connsiteY636" fmla="*/ 1567739 h 6858000"/>
              <a:gd name="connsiteX637" fmla="*/ 948000 w 7467600"/>
              <a:gd name="connsiteY637" fmla="*/ 1663088 h 6858000"/>
              <a:gd name="connsiteX638" fmla="*/ 1006812 w 7467600"/>
              <a:gd name="connsiteY638" fmla="*/ 1767683 h 6858000"/>
              <a:gd name="connsiteX639" fmla="*/ 1149133 w 7467600"/>
              <a:gd name="connsiteY639" fmla="*/ 1971513 h 6858000"/>
              <a:gd name="connsiteX640" fmla="*/ 1333952 w 7467600"/>
              <a:gd name="connsiteY640" fmla="*/ 2251620 h 6858000"/>
              <a:gd name="connsiteX641" fmla="*/ 1337329 w 7467600"/>
              <a:gd name="connsiteY641" fmla="*/ 2258350 h 6858000"/>
              <a:gd name="connsiteX642" fmla="*/ 1014726 w 7467600"/>
              <a:gd name="connsiteY642" fmla="*/ 1615556 h 6858000"/>
              <a:gd name="connsiteX643" fmla="*/ 678222 w 7467600"/>
              <a:gd name="connsiteY643" fmla="*/ 1248670 h 6858000"/>
              <a:gd name="connsiteX644" fmla="*/ 6691602 w 7467600"/>
              <a:gd name="connsiteY644" fmla="*/ 1140573 h 6858000"/>
              <a:gd name="connsiteX645" fmla="*/ 6571100 w 7467600"/>
              <a:gd name="connsiteY645" fmla="*/ 1183662 h 6858000"/>
              <a:gd name="connsiteX646" fmla="*/ 6241687 w 7467600"/>
              <a:gd name="connsiteY646" fmla="*/ 1257600 h 6858000"/>
              <a:gd name="connsiteX647" fmla="*/ 5693009 w 7467600"/>
              <a:gd name="connsiteY647" fmla="*/ 1478256 h 6858000"/>
              <a:gd name="connsiteX648" fmla="*/ 6548420 w 7467600"/>
              <a:gd name="connsiteY648" fmla="*/ 1214599 h 6858000"/>
              <a:gd name="connsiteX649" fmla="*/ 6605473 w 7467600"/>
              <a:gd name="connsiteY649" fmla="*/ 1184686 h 6858000"/>
              <a:gd name="connsiteX650" fmla="*/ 6691602 w 7467600"/>
              <a:gd name="connsiteY650" fmla="*/ 1140573 h 6858000"/>
              <a:gd name="connsiteX651" fmla="*/ 4002475 w 7467600"/>
              <a:gd name="connsiteY651" fmla="*/ 1037802 h 6858000"/>
              <a:gd name="connsiteX652" fmla="*/ 4000324 w 7467600"/>
              <a:gd name="connsiteY652" fmla="*/ 1039362 h 6858000"/>
              <a:gd name="connsiteX653" fmla="*/ 4002862 w 7467600"/>
              <a:gd name="connsiteY653" fmla="*/ 1042866 h 6858000"/>
              <a:gd name="connsiteX654" fmla="*/ 4002475 w 7467600"/>
              <a:gd name="connsiteY654" fmla="*/ 1037802 h 6858000"/>
              <a:gd name="connsiteX655" fmla="*/ 506322 w 7467600"/>
              <a:gd name="connsiteY655" fmla="*/ 1020997 h 6858000"/>
              <a:gd name="connsiteX656" fmla="*/ 533068 w 7467600"/>
              <a:gd name="connsiteY656" fmla="*/ 1029409 h 6858000"/>
              <a:gd name="connsiteX657" fmla="*/ 1232525 w 7467600"/>
              <a:gd name="connsiteY657" fmla="*/ 1804675 h 6858000"/>
              <a:gd name="connsiteX658" fmla="*/ 1388858 w 7467600"/>
              <a:gd name="connsiteY658" fmla="*/ 2368011 h 6858000"/>
              <a:gd name="connsiteX659" fmla="*/ 1384098 w 7467600"/>
              <a:gd name="connsiteY659" fmla="*/ 2378125 h 6858000"/>
              <a:gd name="connsiteX660" fmla="*/ 1425393 w 7467600"/>
              <a:gd name="connsiteY660" fmla="*/ 2589124 h 6858000"/>
              <a:gd name="connsiteX661" fmla="*/ 1424001 w 7467600"/>
              <a:gd name="connsiteY661" fmla="*/ 2597541 h 6858000"/>
              <a:gd name="connsiteX662" fmla="*/ 2152729 w 7467600"/>
              <a:gd name="connsiteY662" fmla="*/ 2864487 h 6858000"/>
              <a:gd name="connsiteX663" fmla="*/ 2020609 w 7467600"/>
              <a:gd name="connsiteY663" fmla="*/ 2539671 h 6858000"/>
              <a:gd name="connsiteX664" fmla="*/ 2018920 w 7467600"/>
              <a:gd name="connsiteY664" fmla="*/ 2536309 h 6858000"/>
              <a:gd name="connsiteX665" fmla="*/ 1342441 w 7467600"/>
              <a:gd name="connsiteY665" fmla="*/ 1173017 h 6858000"/>
              <a:gd name="connsiteX666" fmla="*/ 1367925 w 7467600"/>
              <a:gd name="connsiteY666" fmla="*/ 1135648 h 6858000"/>
              <a:gd name="connsiteX667" fmla="*/ 1771401 w 7467600"/>
              <a:gd name="connsiteY667" fmla="*/ 1806673 h 6858000"/>
              <a:gd name="connsiteX668" fmla="*/ 1972385 w 7467600"/>
              <a:gd name="connsiteY668" fmla="*/ 2198735 h 6858000"/>
              <a:gd name="connsiteX669" fmla="*/ 2040892 w 7467600"/>
              <a:gd name="connsiteY669" fmla="*/ 2405205 h 6858000"/>
              <a:gd name="connsiteX670" fmla="*/ 2131689 w 7467600"/>
              <a:gd name="connsiteY670" fmla="*/ 1936926 h 6858000"/>
              <a:gd name="connsiteX671" fmla="*/ 2454820 w 7467600"/>
              <a:gd name="connsiteY671" fmla="*/ 1248808 h 6858000"/>
              <a:gd name="connsiteX672" fmla="*/ 2492512 w 7467600"/>
              <a:gd name="connsiteY672" fmla="*/ 1302920 h 6858000"/>
              <a:gd name="connsiteX673" fmla="*/ 2081216 w 7467600"/>
              <a:gd name="connsiteY673" fmla="*/ 2527513 h 6858000"/>
              <a:gd name="connsiteX674" fmla="*/ 2081211 w 7467600"/>
              <a:gd name="connsiteY674" fmla="*/ 2528916 h 6858000"/>
              <a:gd name="connsiteX675" fmla="*/ 2199067 w 7467600"/>
              <a:gd name="connsiteY675" fmla="*/ 2884061 h 6858000"/>
              <a:gd name="connsiteX676" fmla="*/ 3192586 w 7467600"/>
              <a:gd name="connsiteY676" fmla="*/ 3411496 h 6858000"/>
              <a:gd name="connsiteX677" fmla="*/ 3182620 w 7467600"/>
              <a:gd name="connsiteY677" fmla="*/ 3483279 h 6858000"/>
              <a:gd name="connsiteX678" fmla="*/ 2435119 w 7467600"/>
              <a:gd name="connsiteY678" fmla="*/ 3080173 h 6858000"/>
              <a:gd name="connsiteX679" fmla="*/ 2410152 w 7467600"/>
              <a:gd name="connsiteY679" fmla="*/ 3063751 h 6858000"/>
              <a:gd name="connsiteX680" fmla="*/ 2408099 w 7467600"/>
              <a:gd name="connsiteY680" fmla="*/ 3064403 h 6858000"/>
              <a:gd name="connsiteX681" fmla="*/ 2407218 w 7467600"/>
              <a:gd name="connsiteY681" fmla="*/ 3070324 h 6858000"/>
              <a:gd name="connsiteX682" fmla="*/ 2380138 w 7467600"/>
              <a:gd name="connsiteY682" fmla="*/ 3099341 h 6858000"/>
              <a:gd name="connsiteX683" fmla="*/ 1765923 w 7467600"/>
              <a:gd name="connsiteY683" fmla="*/ 3581043 h 6858000"/>
              <a:gd name="connsiteX684" fmla="*/ 1702258 w 7467600"/>
              <a:gd name="connsiteY684" fmla="*/ 3612286 h 6858000"/>
              <a:gd name="connsiteX685" fmla="*/ 1538370 w 7467600"/>
              <a:gd name="connsiteY685" fmla="*/ 3811804 h 6858000"/>
              <a:gd name="connsiteX686" fmla="*/ 542867 w 7467600"/>
              <a:gd name="connsiteY686" fmla="*/ 4944092 h 6858000"/>
              <a:gd name="connsiteX687" fmla="*/ 515800 w 7467600"/>
              <a:gd name="connsiteY687" fmla="*/ 4862180 h 6858000"/>
              <a:gd name="connsiteX688" fmla="*/ 909145 w 7467600"/>
              <a:gd name="connsiteY688" fmla="*/ 4199225 h 6858000"/>
              <a:gd name="connsiteX689" fmla="*/ 1214067 w 7467600"/>
              <a:gd name="connsiteY689" fmla="*/ 3908561 h 6858000"/>
              <a:gd name="connsiteX690" fmla="*/ 640967 w 7467600"/>
              <a:gd name="connsiteY690" fmla="*/ 4105601 h 6858000"/>
              <a:gd name="connsiteX691" fmla="*/ 112563 w 7467600"/>
              <a:gd name="connsiteY691" fmla="*/ 4396952 h 6858000"/>
              <a:gd name="connsiteX692" fmla="*/ 0 w 7467600"/>
              <a:gd name="connsiteY692" fmla="*/ 4466006 h 6858000"/>
              <a:gd name="connsiteX693" fmla="*/ 0 w 7467600"/>
              <a:gd name="connsiteY693" fmla="*/ 4233763 h 6858000"/>
              <a:gd name="connsiteX694" fmla="*/ 36881 w 7467600"/>
              <a:gd name="connsiteY694" fmla="*/ 4200118 h 6858000"/>
              <a:gd name="connsiteX695" fmla="*/ 910534 w 7467600"/>
              <a:gd name="connsiteY695" fmla="*/ 3629753 h 6858000"/>
              <a:gd name="connsiteX696" fmla="*/ 1578717 w 7467600"/>
              <a:gd name="connsiteY696" fmla="*/ 3575982 h 6858000"/>
              <a:gd name="connsiteX697" fmla="*/ 2338780 w 7467600"/>
              <a:gd name="connsiteY697" fmla="*/ 3033725 h 6858000"/>
              <a:gd name="connsiteX698" fmla="*/ 1807991 w 7467600"/>
              <a:gd name="connsiteY698" fmla="*/ 2807184 h 6858000"/>
              <a:gd name="connsiteX699" fmla="*/ 1416358 w 7467600"/>
              <a:gd name="connsiteY699" fmla="*/ 3112571 h 6858000"/>
              <a:gd name="connsiteX700" fmla="*/ 939066 w 7467600"/>
              <a:gd name="connsiteY700" fmla="*/ 3378798 h 6858000"/>
              <a:gd name="connsiteX701" fmla="*/ 115099 w 7467600"/>
              <a:gd name="connsiteY701" fmla="*/ 3607650 h 6858000"/>
              <a:gd name="connsiteX702" fmla="*/ 97284 w 7467600"/>
              <a:gd name="connsiteY702" fmla="*/ 3520393 h 6858000"/>
              <a:gd name="connsiteX703" fmla="*/ 922050 w 7467600"/>
              <a:gd name="connsiteY703" fmla="*/ 3074867 h 6858000"/>
              <a:gd name="connsiteX704" fmla="*/ 1405265 w 7467600"/>
              <a:gd name="connsiteY704" fmla="*/ 3016319 h 6858000"/>
              <a:gd name="connsiteX705" fmla="*/ 1407512 w 7467600"/>
              <a:gd name="connsiteY705" fmla="*/ 3018001 h 6858000"/>
              <a:gd name="connsiteX706" fmla="*/ 1726266 w 7467600"/>
              <a:gd name="connsiteY706" fmla="*/ 2777274 h 6858000"/>
              <a:gd name="connsiteX707" fmla="*/ 625390 w 7467600"/>
              <a:gd name="connsiteY707" fmla="*/ 2514541 h 6858000"/>
              <a:gd name="connsiteX708" fmla="*/ 619799 w 7467600"/>
              <a:gd name="connsiteY708" fmla="*/ 2527180 h 6858000"/>
              <a:gd name="connsiteX709" fmla="*/ 310030 w 7467600"/>
              <a:gd name="connsiteY709" fmla="*/ 2771818 h 6858000"/>
              <a:gd name="connsiteX710" fmla="*/ 173877 w 7467600"/>
              <a:gd name="connsiteY710" fmla="*/ 2937056 h 6858000"/>
              <a:gd name="connsiteX711" fmla="*/ 77889 w 7467600"/>
              <a:gd name="connsiteY711" fmla="*/ 3138440 h 6858000"/>
              <a:gd name="connsiteX712" fmla="*/ 0 w 7467600"/>
              <a:gd name="connsiteY712" fmla="*/ 3271395 h 6858000"/>
              <a:gd name="connsiteX713" fmla="*/ 0 w 7467600"/>
              <a:gd name="connsiteY713" fmla="*/ 3153002 h 6858000"/>
              <a:gd name="connsiteX714" fmla="*/ 2386 w 7467600"/>
              <a:gd name="connsiteY714" fmla="*/ 3149203 h 6858000"/>
              <a:gd name="connsiteX715" fmla="*/ 89753 w 7467600"/>
              <a:gd name="connsiteY715" fmla="*/ 2987702 h 6858000"/>
              <a:gd name="connsiteX716" fmla="*/ 76869 w 7467600"/>
              <a:gd name="connsiteY716" fmla="*/ 3005404 h 6858000"/>
              <a:gd name="connsiteX717" fmla="*/ 32049 w 7467600"/>
              <a:gd name="connsiteY717" fmla="*/ 3065814 h 6858000"/>
              <a:gd name="connsiteX718" fmla="*/ 0 w 7467600"/>
              <a:gd name="connsiteY718" fmla="*/ 3108744 h 6858000"/>
              <a:gd name="connsiteX719" fmla="*/ 0 w 7467600"/>
              <a:gd name="connsiteY719" fmla="*/ 3058059 h 6858000"/>
              <a:gd name="connsiteX720" fmla="*/ 7610 w 7467600"/>
              <a:gd name="connsiteY720" fmla="*/ 3047889 h 6858000"/>
              <a:gd name="connsiteX721" fmla="*/ 52419 w 7467600"/>
              <a:gd name="connsiteY721" fmla="*/ 2987479 h 6858000"/>
              <a:gd name="connsiteX722" fmla="*/ 59142 w 7467600"/>
              <a:gd name="connsiteY722" fmla="*/ 2978488 h 6858000"/>
              <a:gd name="connsiteX723" fmla="*/ 0 w 7467600"/>
              <a:gd name="connsiteY723" fmla="*/ 3015334 h 6858000"/>
              <a:gd name="connsiteX724" fmla="*/ 0 w 7467600"/>
              <a:gd name="connsiteY724" fmla="*/ 2914286 h 6858000"/>
              <a:gd name="connsiteX725" fmla="*/ 36383 w 7467600"/>
              <a:gd name="connsiteY725" fmla="*/ 2901128 h 6858000"/>
              <a:gd name="connsiteX726" fmla="*/ 156329 w 7467600"/>
              <a:gd name="connsiteY726" fmla="*/ 2840533 h 6858000"/>
              <a:gd name="connsiteX727" fmla="*/ 358355 w 7467600"/>
              <a:gd name="connsiteY727" fmla="*/ 2620471 h 6858000"/>
              <a:gd name="connsiteX728" fmla="*/ 510577 w 7467600"/>
              <a:gd name="connsiteY728" fmla="*/ 2501244 h 6858000"/>
              <a:gd name="connsiteX729" fmla="*/ 211967 w 7467600"/>
              <a:gd name="connsiteY729" fmla="*/ 2479171 h 6858000"/>
              <a:gd name="connsiteX730" fmla="*/ 0 w 7467600"/>
              <a:gd name="connsiteY730" fmla="*/ 2476398 h 6858000"/>
              <a:gd name="connsiteX731" fmla="*/ 0 w 7467600"/>
              <a:gd name="connsiteY731" fmla="*/ 2389189 h 6858000"/>
              <a:gd name="connsiteX732" fmla="*/ 103062 w 7467600"/>
              <a:gd name="connsiteY732" fmla="*/ 2389518 h 6858000"/>
              <a:gd name="connsiteX733" fmla="*/ 510734 w 7467600"/>
              <a:gd name="connsiteY733" fmla="*/ 2416201 h 6858000"/>
              <a:gd name="connsiteX734" fmla="*/ 279257 w 7467600"/>
              <a:gd name="connsiteY734" fmla="*/ 2092102 h 6858000"/>
              <a:gd name="connsiteX735" fmla="*/ 65265 w 7467600"/>
              <a:gd name="connsiteY735" fmla="*/ 2006049 h 6858000"/>
              <a:gd name="connsiteX736" fmla="*/ 0 w 7467600"/>
              <a:gd name="connsiteY736" fmla="*/ 1982532 h 6858000"/>
              <a:gd name="connsiteX737" fmla="*/ 0 w 7467600"/>
              <a:gd name="connsiteY737" fmla="*/ 1912789 h 6858000"/>
              <a:gd name="connsiteX738" fmla="*/ 97460 w 7467600"/>
              <a:gd name="connsiteY738" fmla="*/ 1953725 h 6858000"/>
              <a:gd name="connsiteX739" fmla="*/ 221272 w 7467600"/>
              <a:gd name="connsiteY739" fmla="*/ 1980766 h 6858000"/>
              <a:gd name="connsiteX740" fmla="*/ 116765 w 7467600"/>
              <a:gd name="connsiteY740" fmla="*/ 1911033 h 6858000"/>
              <a:gd name="connsiteX741" fmla="*/ 16405 w 7467600"/>
              <a:gd name="connsiteY741" fmla="*/ 1803412 h 6858000"/>
              <a:gd name="connsiteX742" fmla="*/ 0 w 7467600"/>
              <a:gd name="connsiteY742" fmla="*/ 1784777 h 6858000"/>
              <a:gd name="connsiteX743" fmla="*/ 0 w 7467600"/>
              <a:gd name="connsiteY743" fmla="*/ 1740082 h 6858000"/>
              <a:gd name="connsiteX744" fmla="*/ 39394 w 7467600"/>
              <a:gd name="connsiteY744" fmla="*/ 1784856 h 6858000"/>
              <a:gd name="connsiteX745" fmla="*/ 135813 w 7467600"/>
              <a:gd name="connsiteY745" fmla="*/ 1888838 h 6858000"/>
              <a:gd name="connsiteX746" fmla="*/ 242575 w 7467600"/>
              <a:gd name="connsiteY746" fmla="*/ 1958841 h 6858000"/>
              <a:gd name="connsiteX747" fmla="*/ 82197 w 7467600"/>
              <a:gd name="connsiteY747" fmla="*/ 1754826 h 6858000"/>
              <a:gd name="connsiteX748" fmla="*/ 0 w 7467600"/>
              <a:gd name="connsiteY748" fmla="*/ 1679650 h 6858000"/>
              <a:gd name="connsiteX749" fmla="*/ 0 w 7467600"/>
              <a:gd name="connsiteY749" fmla="*/ 1602463 h 6858000"/>
              <a:gd name="connsiteX750" fmla="*/ 84689 w 7467600"/>
              <a:gd name="connsiteY750" fmla="*/ 1677442 h 6858000"/>
              <a:gd name="connsiteX751" fmla="*/ 298437 w 7467600"/>
              <a:gd name="connsiteY751" fmla="*/ 1968019 h 6858000"/>
              <a:gd name="connsiteX752" fmla="*/ 227269 w 7467600"/>
              <a:gd name="connsiteY752" fmla="*/ 1114064 h 6858000"/>
              <a:gd name="connsiteX753" fmla="*/ 248003 w 7467600"/>
              <a:gd name="connsiteY753" fmla="*/ 1089613 h 6858000"/>
              <a:gd name="connsiteX754" fmla="*/ 427020 w 7467600"/>
              <a:gd name="connsiteY754" fmla="*/ 1619803 h 6858000"/>
              <a:gd name="connsiteX755" fmla="*/ 340345 w 7467600"/>
              <a:gd name="connsiteY755" fmla="*/ 2027739 h 6858000"/>
              <a:gd name="connsiteX756" fmla="*/ 360865 w 7467600"/>
              <a:gd name="connsiteY756" fmla="*/ 2044827 h 6858000"/>
              <a:gd name="connsiteX757" fmla="*/ 560414 w 7467600"/>
              <a:gd name="connsiteY757" fmla="*/ 2421457 h 6858000"/>
              <a:gd name="connsiteX758" fmla="*/ 1359703 w 7467600"/>
              <a:gd name="connsiteY758" fmla="*/ 2578554 h 6858000"/>
              <a:gd name="connsiteX759" fmla="*/ 1359422 w 7467600"/>
              <a:gd name="connsiteY759" fmla="*/ 2577994 h 6858000"/>
              <a:gd name="connsiteX760" fmla="*/ 828701 w 7467600"/>
              <a:gd name="connsiteY760" fmla="*/ 1839520 h 6858000"/>
              <a:gd name="connsiteX761" fmla="*/ 494427 w 7467600"/>
              <a:gd name="connsiteY761" fmla="*/ 1092333 h 6858000"/>
              <a:gd name="connsiteX762" fmla="*/ 506322 w 7467600"/>
              <a:gd name="connsiteY762" fmla="*/ 1020997 h 6858000"/>
              <a:gd name="connsiteX763" fmla="*/ 4570198 w 7467600"/>
              <a:gd name="connsiteY763" fmla="*/ 978081 h 6858000"/>
              <a:gd name="connsiteX764" fmla="*/ 4523691 w 7467600"/>
              <a:gd name="connsiteY764" fmla="*/ 1127776 h 6858000"/>
              <a:gd name="connsiteX765" fmla="*/ 4509875 w 7467600"/>
              <a:gd name="connsiteY765" fmla="*/ 1167552 h 6858000"/>
              <a:gd name="connsiteX766" fmla="*/ 4478168 w 7467600"/>
              <a:gd name="connsiteY766" fmla="*/ 1260735 h 6858000"/>
              <a:gd name="connsiteX767" fmla="*/ 4409309 w 7467600"/>
              <a:gd name="connsiteY767" fmla="*/ 1666996 h 6858000"/>
              <a:gd name="connsiteX768" fmla="*/ 4370031 w 7467600"/>
              <a:gd name="connsiteY768" fmla="*/ 1955666 h 6858000"/>
              <a:gd name="connsiteX769" fmla="*/ 4570198 w 7467600"/>
              <a:gd name="connsiteY769" fmla="*/ 978081 h 6858000"/>
              <a:gd name="connsiteX770" fmla="*/ 4557898 w 7467600"/>
              <a:gd name="connsiteY770" fmla="*/ 900011 h 6858000"/>
              <a:gd name="connsiteX771" fmla="*/ 4344840 w 7467600"/>
              <a:gd name="connsiteY771" fmla="*/ 1922038 h 6858000"/>
              <a:gd name="connsiteX772" fmla="*/ 4378710 w 7467600"/>
              <a:gd name="connsiteY772" fmla="*/ 1665516 h 6858000"/>
              <a:gd name="connsiteX773" fmla="*/ 4448798 w 7467600"/>
              <a:gd name="connsiteY773" fmla="*/ 1253024 h 6858000"/>
              <a:gd name="connsiteX774" fmla="*/ 4480315 w 7467600"/>
              <a:gd name="connsiteY774" fmla="*/ 1158454 h 6858000"/>
              <a:gd name="connsiteX775" fmla="*/ 4494133 w 7467600"/>
              <a:gd name="connsiteY775" fmla="*/ 1118676 h 6858000"/>
              <a:gd name="connsiteX776" fmla="*/ 4557898 w 7467600"/>
              <a:gd name="connsiteY776" fmla="*/ 900011 h 6858000"/>
              <a:gd name="connsiteX777" fmla="*/ 5870151 w 7467600"/>
              <a:gd name="connsiteY777" fmla="*/ 898890 h 6858000"/>
              <a:gd name="connsiteX778" fmla="*/ 5861335 w 7467600"/>
              <a:gd name="connsiteY778" fmla="*/ 899177 h 6858000"/>
              <a:gd name="connsiteX779" fmla="*/ 5843702 w 7467600"/>
              <a:gd name="connsiteY779" fmla="*/ 899748 h 6858000"/>
              <a:gd name="connsiteX780" fmla="*/ 5651107 w 7467600"/>
              <a:gd name="connsiteY780" fmla="*/ 920306 h 6858000"/>
              <a:gd name="connsiteX781" fmla="*/ 5459407 w 7467600"/>
              <a:gd name="connsiteY781" fmla="*/ 940975 h 6858000"/>
              <a:gd name="connsiteX782" fmla="*/ 5374846 w 7467600"/>
              <a:gd name="connsiteY782" fmla="*/ 941988 h 6858000"/>
              <a:gd name="connsiteX783" fmla="*/ 5256105 w 7467600"/>
              <a:gd name="connsiteY783" fmla="*/ 945632 h 6858000"/>
              <a:gd name="connsiteX784" fmla="*/ 5107071 w 7467600"/>
              <a:gd name="connsiteY784" fmla="*/ 969720 h 6858000"/>
              <a:gd name="connsiteX785" fmla="*/ 4998681 w 7467600"/>
              <a:gd name="connsiteY785" fmla="*/ 988771 h 6858000"/>
              <a:gd name="connsiteX786" fmla="*/ 5870151 w 7467600"/>
              <a:gd name="connsiteY786" fmla="*/ 898890 h 6858000"/>
              <a:gd name="connsiteX787" fmla="*/ 5504425 w 7467600"/>
              <a:gd name="connsiteY787" fmla="*/ 848067 h 6858000"/>
              <a:gd name="connsiteX788" fmla="*/ 4968849 w 7467600"/>
              <a:gd name="connsiteY788" fmla="*/ 962318 h 6858000"/>
              <a:gd name="connsiteX789" fmla="*/ 5104039 w 7467600"/>
              <a:gd name="connsiteY789" fmla="*/ 940634 h 6858000"/>
              <a:gd name="connsiteX790" fmla="*/ 5256311 w 7467600"/>
              <a:gd name="connsiteY790" fmla="*/ 916490 h 6858000"/>
              <a:gd name="connsiteX791" fmla="*/ 5377381 w 7467600"/>
              <a:gd name="connsiteY791" fmla="*/ 912671 h 6858000"/>
              <a:gd name="connsiteX792" fmla="*/ 5460148 w 7467600"/>
              <a:gd name="connsiteY792" fmla="*/ 911442 h 6858000"/>
              <a:gd name="connsiteX793" fmla="*/ 5648971 w 7467600"/>
              <a:gd name="connsiteY793" fmla="*/ 891331 h 6858000"/>
              <a:gd name="connsiteX794" fmla="*/ 5844807 w 7467600"/>
              <a:gd name="connsiteY794" fmla="*/ 870718 h 6858000"/>
              <a:gd name="connsiteX795" fmla="*/ 5862975 w 7467600"/>
              <a:gd name="connsiteY795" fmla="*/ 869756 h 6858000"/>
              <a:gd name="connsiteX796" fmla="*/ 5920887 w 7467600"/>
              <a:gd name="connsiteY796" fmla="*/ 865929 h 6858000"/>
              <a:gd name="connsiteX797" fmla="*/ 5504425 w 7467600"/>
              <a:gd name="connsiteY797" fmla="*/ 848067 h 6858000"/>
              <a:gd name="connsiteX798" fmla="*/ 3607114 w 7467600"/>
              <a:gd name="connsiteY798" fmla="*/ 467441 h 6858000"/>
              <a:gd name="connsiteX799" fmla="*/ 3296242 w 7467600"/>
              <a:gd name="connsiteY799" fmla="*/ 807991 h 6858000"/>
              <a:gd name="connsiteX800" fmla="*/ 3174674 w 7467600"/>
              <a:gd name="connsiteY800" fmla="*/ 919759 h 6858000"/>
              <a:gd name="connsiteX801" fmla="*/ 3042978 w 7467600"/>
              <a:gd name="connsiteY801" fmla="*/ 1054894 h 6858000"/>
              <a:gd name="connsiteX802" fmla="*/ 2968914 w 7467600"/>
              <a:gd name="connsiteY802" fmla="*/ 1133756 h 6858000"/>
              <a:gd name="connsiteX803" fmla="*/ 3103823 w 7467600"/>
              <a:gd name="connsiteY803" fmla="*/ 1026814 h 6858000"/>
              <a:gd name="connsiteX804" fmla="*/ 3607114 w 7467600"/>
              <a:gd name="connsiteY804" fmla="*/ 467441 h 6858000"/>
              <a:gd name="connsiteX805" fmla="*/ 3744487 w 7467600"/>
              <a:gd name="connsiteY805" fmla="*/ 383136 h 6858000"/>
              <a:gd name="connsiteX806" fmla="*/ 3970213 w 7467600"/>
              <a:gd name="connsiteY806" fmla="*/ 995559 h 6858000"/>
              <a:gd name="connsiteX807" fmla="*/ 3744487 w 7467600"/>
              <a:gd name="connsiteY807" fmla="*/ 383136 h 6858000"/>
              <a:gd name="connsiteX808" fmla="*/ 3624562 w 7467600"/>
              <a:gd name="connsiteY808" fmla="*/ 367041 h 6858000"/>
              <a:gd name="connsiteX809" fmla="*/ 3489712 w 7467600"/>
              <a:gd name="connsiteY809" fmla="*/ 485386 h 6858000"/>
              <a:gd name="connsiteX810" fmla="*/ 3182994 w 7467600"/>
              <a:gd name="connsiteY810" fmla="*/ 828265 h 6858000"/>
              <a:gd name="connsiteX811" fmla="*/ 2892114 w 7467600"/>
              <a:gd name="connsiteY811" fmla="*/ 1172635 h 6858000"/>
              <a:gd name="connsiteX812" fmla="*/ 3021459 w 7467600"/>
              <a:gd name="connsiteY812" fmla="*/ 1035385 h 6858000"/>
              <a:gd name="connsiteX813" fmla="*/ 3153873 w 7467600"/>
              <a:gd name="connsiteY813" fmla="*/ 898971 h 6858000"/>
              <a:gd name="connsiteX814" fmla="*/ 3276511 w 7467600"/>
              <a:gd name="connsiteY814" fmla="*/ 786423 h 6858000"/>
              <a:gd name="connsiteX815" fmla="*/ 3584154 w 7467600"/>
              <a:gd name="connsiteY815" fmla="*/ 448218 h 6858000"/>
              <a:gd name="connsiteX816" fmla="*/ 3624562 w 7467600"/>
              <a:gd name="connsiteY816" fmla="*/ 367041 h 6858000"/>
              <a:gd name="connsiteX817" fmla="*/ 3766672 w 7467600"/>
              <a:gd name="connsiteY817" fmla="*/ 359429 h 6858000"/>
              <a:gd name="connsiteX818" fmla="*/ 3996338 w 7467600"/>
              <a:gd name="connsiteY818" fmla="*/ 968237 h 6858000"/>
              <a:gd name="connsiteX819" fmla="*/ 3766672 w 7467600"/>
              <a:gd name="connsiteY819" fmla="*/ 359429 h 6858000"/>
              <a:gd name="connsiteX820" fmla="*/ 5805386 w 7467600"/>
              <a:gd name="connsiteY820" fmla="*/ 239240 h 6858000"/>
              <a:gd name="connsiteX821" fmla="*/ 5736947 w 7467600"/>
              <a:gd name="connsiteY821" fmla="*/ 261367 h 6858000"/>
              <a:gd name="connsiteX822" fmla="*/ 5427012 w 7467600"/>
              <a:gd name="connsiteY822" fmla="*/ 311272 h 6858000"/>
              <a:gd name="connsiteX823" fmla="*/ 5147818 w 7467600"/>
              <a:gd name="connsiteY823" fmla="*/ 322112 h 6858000"/>
              <a:gd name="connsiteX824" fmla="*/ 5060854 w 7467600"/>
              <a:gd name="connsiteY824" fmla="*/ 311882 h 6858000"/>
              <a:gd name="connsiteX825" fmla="*/ 4945989 w 7467600"/>
              <a:gd name="connsiteY825" fmla="*/ 300516 h 6858000"/>
              <a:gd name="connsiteX826" fmla="*/ 5410479 w 7467600"/>
              <a:gd name="connsiteY826" fmla="*/ 348434 h 6858000"/>
              <a:gd name="connsiteX827" fmla="*/ 5805386 w 7467600"/>
              <a:gd name="connsiteY827" fmla="*/ 239240 h 6858000"/>
              <a:gd name="connsiteX828" fmla="*/ 5905192 w 7467600"/>
              <a:gd name="connsiteY828" fmla="*/ 163079 h 6858000"/>
              <a:gd name="connsiteX829" fmla="*/ 5865655 w 7467600"/>
              <a:gd name="connsiteY829" fmla="*/ 171901 h 6858000"/>
              <a:gd name="connsiteX830" fmla="*/ 5259740 w 7467600"/>
              <a:gd name="connsiteY830" fmla="*/ 257013 h 6858000"/>
              <a:gd name="connsiteX831" fmla="*/ 5208466 w 7467600"/>
              <a:gd name="connsiteY831" fmla="*/ 257550 h 6858000"/>
              <a:gd name="connsiteX832" fmla="*/ 4980204 w 7467600"/>
              <a:gd name="connsiteY832" fmla="*/ 271903 h 6858000"/>
              <a:gd name="connsiteX833" fmla="*/ 5068068 w 7467600"/>
              <a:gd name="connsiteY833" fmla="*/ 282244 h 6858000"/>
              <a:gd name="connsiteX834" fmla="*/ 5153231 w 7467600"/>
              <a:gd name="connsiteY834" fmla="*/ 292240 h 6858000"/>
              <a:gd name="connsiteX835" fmla="*/ 5426491 w 7467600"/>
              <a:gd name="connsiteY835" fmla="*/ 281128 h 6858000"/>
              <a:gd name="connsiteX836" fmla="*/ 5731212 w 7467600"/>
              <a:gd name="connsiteY836" fmla="*/ 231951 h 6858000"/>
              <a:gd name="connsiteX837" fmla="*/ 5905192 w 7467600"/>
              <a:gd name="connsiteY837" fmla="*/ 163079 h 6858000"/>
              <a:gd name="connsiteX838" fmla="*/ 5944437 w 7467600"/>
              <a:gd name="connsiteY838" fmla="*/ 113829 h 6858000"/>
              <a:gd name="connsiteX839" fmla="*/ 5825032 w 7467600"/>
              <a:gd name="connsiteY839" fmla="*/ 146405 h 6858000"/>
              <a:gd name="connsiteX840" fmla="*/ 4955599 w 7467600"/>
              <a:gd name="connsiteY840" fmla="*/ 247008 h 6858000"/>
              <a:gd name="connsiteX841" fmla="*/ 5210104 w 7467600"/>
              <a:gd name="connsiteY841" fmla="*/ 228123 h 6858000"/>
              <a:gd name="connsiteX842" fmla="*/ 5261015 w 7467600"/>
              <a:gd name="connsiteY842" fmla="*/ 227087 h 6858000"/>
              <a:gd name="connsiteX843" fmla="*/ 5861181 w 7467600"/>
              <a:gd name="connsiteY843" fmla="*/ 143093 h 6858000"/>
              <a:gd name="connsiteX844" fmla="*/ 5961252 w 7467600"/>
              <a:gd name="connsiteY844" fmla="*/ 114820 h 6858000"/>
              <a:gd name="connsiteX845" fmla="*/ 5944437 w 7467600"/>
              <a:gd name="connsiteY845" fmla="*/ 113829 h 6858000"/>
              <a:gd name="connsiteX846" fmla="*/ 3882765 w 7467600"/>
              <a:gd name="connsiteY846" fmla="*/ 0 h 6858000"/>
              <a:gd name="connsiteX847" fmla="*/ 3995099 w 7467600"/>
              <a:gd name="connsiteY847" fmla="*/ 0 h 6858000"/>
              <a:gd name="connsiteX848" fmla="*/ 4163818 w 7467600"/>
              <a:gd name="connsiteY848" fmla="*/ 234104 h 6858000"/>
              <a:gd name="connsiteX849" fmla="*/ 4172099 w 7467600"/>
              <a:gd name="connsiteY849" fmla="*/ 234207 h 6858000"/>
              <a:gd name="connsiteX850" fmla="*/ 4784282 w 7467600"/>
              <a:gd name="connsiteY850" fmla="*/ 276561 h 6858000"/>
              <a:gd name="connsiteX851" fmla="*/ 4801687 w 7467600"/>
              <a:gd name="connsiteY851" fmla="*/ 267764 h 6858000"/>
              <a:gd name="connsiteX852" fmla="*/ 6082788 w 7467600"/>
              <a:gd name="connsiteY852" fmla="*/ 64119 h 6858000"/>
              <a:gd name="connsiteX853" fmla="*/ 6099442 w 7467600"/>
              <a:gd name="connsiteY853" fmla="*/ 82568 h 6858000"/>
              <a:gd name="connsiteX854" fmla="*/ 4804137 w 7467600"/>
              <a:gd name="connsiteY854" fmla="*/ 320931 h 6858000"/>
              <a:gd name="connsiteX855" fmla="*/ 4227047 w 7467600"/>
              <a:gd name="connsiteY855" fmla="*/ 313415 h 6858000"/>
              <a:gd name="connsiteX856" fmla="*/ 4346041 w 7467600"/>
              <a:gd name="connsiteY856" fmla="*/ 456086 h 6858000"/>
              <a:gd name="connsiteX857" fmla="*/ 4870967 w 7467600"/>
              <a:gd name="connsiteY857" fmla="*/ 963061 h 6858000"/>
              <a:gd name="connsiteX858" fmla="*/ 4889647 w 7467600"/>
              <a:gd name="connsiteY858" fmla="*/ 957147 h 6858000"/>
              <a:gd name="connsiteX859" fmla="*/ 5422504 w 7467600"/>
              <a:gd name="connsiteY859" fmla="*/ 805191 h 6858000"/>
              <a:gd name="connsiteX860" fmla="*/ 6087656 w 7467600"/>
              <a:gd name="connsiteY860" fmla="*/ 826703 h 6858000"/>
              <a:gd name="connsiteX861" fmla="*/ 6058717 w 7467600"/>
              <a:gd name="connsiteY861" fmla="*/ 865992 h 6858000"/>
              <a:gd name="connsiteX862" fmla="*/ 4974153 w 7467600"/>
              <a:gd name="connsiteY862" fmla="*/ 1045456 h 6858000"/>
              <a:gd name="connsiteX863" fmla="*/ 5627835 w 7467600"/>
              <a:gd name="connsiteY863" fmla="*/ 1472077 h 6858000"/>
              <a:gd name="connsiteX864" fmla="*/ 5629817 w 7467600"/>
              <a:gd name="connsiteY864" fmla="*/ 1471412 h 6858000"/>
              <a:gd name="connsiteX865" fmla="*/ 5634124 w 7467600"/>
              <a:gd name="connsiteY865" fmla="*/ 1470572 h 6858000"/>
              <a:gd name="connsiteX866" fmla="*/ 5755832 w 7467600"/>
              <a:gd name="connsiteY866" fmla="*/ 1383886 h 6858000"/>
              <a:gd name="connsiteX867" fmla="*/ 6014186 w 7467600"/>
              <a:gd name="connsiteY867" fmla="*/ 1279799 h 6858000"/>
              <a:gd name="connsiteX868" fmla="*/ 6901619 w 7467600"/>
              <a:gd name="connsiteY868" fmla="*/ 1047874 h 6858000"/>
              <a:gd name="connsiteX869" fmla="*/ 6931566 w 7467600"/>
              <a:gd name="connsiteY869" fmla="*/ 1062034 h 6858000"/>
              <a:gd name="connsiteX870" fmla="*/ 5790982 w 7467600"/>
              <a:gd name="connsiteY870" fmla="*/ 1561380 h 6858000"/>
              <a:gd name="connsiteX871" fmla="*/ 6188971 w 7467600"/>
              <a:gd name="connsiteY871" fmla="*/ 1755168 h 6858000"/>
              <a:gd name="connsiteX872" fmla="*/ 6202446 w 7467600"/>
              <a:gd name="connsiteY872" fmla="*/ 1752268 h 6858000"/>
              <a:gd name="connsiteX873" fmla="*/ 7179560 w 7467600"/>
              <a:gd name="connsiteY873" fmla="*/ 1467551 h 6858000"/>
              <a:gd name="connsiteX874" fmla="*/ 7158730 w 7467600"/>
              <a:gd name="connsiteY874" fmla="*/ 1507835 h 6858000"/>
              <a:gd name="connsiteX875" fmla="*/ 6326959 w 7467600"/>
              <a:gd name="connsiteY875" fmla="*/ 1817686 h 6858000"/>
              <a:gd name="connsiteX876" fmla="*/ 6537433 w 7467600"/>
              <a:gd name="connsiteY876" fmla="*/ 1907790 h 6858000"/>
              <a:gd name="connsiteX877" fmla="*/ 6550221 w 7467600"/>
              <a:gd name="connsiteY877" fmla="*/ 1910729 h 6858000"/>
              <a:gd name="connsiteX878" fmla="*/ 6964438 w 7467600"/>
              <a:gd name="connsiteY878" fmla="*/ 2209505 h 6858000"/>
              <a:gd name="connsiteX879" fmla="*/ 7367862 w 7467600"/>
              <a:gd name="connsiteY879" fmla="*/ 2806833 h 6858000"/>
              <a:gd name="connsiteX880" fmla="*/ 7364329 w 7467600"/>
              <a:gd name="connsiteY880" fmla="*/ 2826907 h 6858000"/>
              <a:gd name="connsiteX881" fmla="*/ 7290545 w 7467600"/>
              <a:gd name="connsiteY881" fmla="*/ 2850663 h 6858000"/>
              <a:gd name="connsiteX882" fmla="*/ 6472036 w 7467600"/>
              <a:gd name="connsiteY882" fmla="*/ 1959003 h 6858000"/>
              <a:gd name="connsiteX883" fmla="*/ 5792897 w 7467600"/>
              <a:gd name="connsiteY883" fmla="*/ 1647747 h 6858000"/>
              <a:gd name="connsiteX884" fmla="*/ 5842751 w 7467600"/>
              <a:gd name="connsiteY884" fmla="*/ 1816112 h 6858000"/>
              <a:gd name="connsiteX885" fmla="*/ 5847424 w 7467600"/>
              <a:gd name="connsiteY885" fmla="*/ 1815776 h 6858000"/>
              <a:gd name="connsiteX886" fmla="*/ 6399821 w 7467600"/>
              <a:gd name="connsiteY886" fmla="*/ 2344799 h 6858000"/>
              <a:gd name="connsiteX887" fmla="*/ 6323232 w 7467600"/>
              <a:gd name="connsiteY887" fmla="*/ 2389634 h 6858000"/>
              <a:gd name="connsiteX888" fmla="*/ 5942958 w 7467600"/>
              <a:gd name="connsiteY888" fmla="*/ 2077708 h 6858000"/>
              <a:gd name="connsiteX889" fmla="*/ 5921559 w 7467600"/>
              <a:gd name="connsiteY889" fmla="*/ 2378596 h 6858000"/>
              <a:gd name="connsiteX890" fmla="*/ 5817651 w 7467600"/>
              <a:gd name="connsiteY890" fmla="*/ 3023919 h 6858000"/>
              <a:gd name="connsiteX891" fmla="*/ 5729634 w 7467600"/>
              <a:gd name="connsiteY891" fmla="*/ 3051849 h 6858000"/>
              <a:gd name="connsiteX892" fmla="*/ 5611018 w 7467600"/>
              <a:gd name="connsiteY892" fmla="*/ 2316769 h 6858000"/>
              <a:gd name="connsiteX893" fmla="*/ 5687608 w 7467600"/>
              <a:gd name="connsiteY893" fmla="*/ 2039972 h 6858000"/>
              <a:gd name="connsiteX894" fmla="*/ 5657554 w 7467600"/>
              <a:gd name="connsiteY894" fmla="*/ 1576445 h 6858000"/>
              <a:gd name="connsiteX895" fmla="*/ 5150475 w 7467600"/>
              <a:gd name="connsiteY895" fmla="*/ 1274012 h 6858000"/>
              <a:gd name="connsiteX896" fmla="*/ 5349142 w 7467600"/>
              <a:gd name="connsiteY896" fmla="*/ 2204405 h 6858000"/>
              <a:gd name="connsiteX897" fmla="*/ 5262214 w 7467600"/>
              <a:gd name="connsiteY897" fmla="*/ 2233836 h 6858000"/>
              <a:gd name="connsiteX898" fmla="*/ 4981539 w 7467600"/>
              <a:gd name="connsiteY898" fmla="*/ 1542201 h 6858000"/>
              <a:gd name="connsiteX899" fmla="*/ 4958461 w 7467600"/>
              <a:gd name="connsiteY899" fmla="*/ 1136957 h 6858000"/>
              <a:gd name="connsiteX900" fmla="*/ 4655015 w 7467600"/>
              <a:gd name="connsiteY900" fmla="*/ 891426 h 6858000"/>
              <a:gd name="connsiteX901" fmla="*/ 4348002 w 7467600"/>
              <a:gd name="connsiteY901" fmla="*/ 2205895 h 6858000"/>
              <a:gd name="connsiteX902" fmla="*/ 4262250 w 7467600"/>
              <a:gd name="connsiteY902" fmla="*/ 2219972 h 6858000"/>
              <a:gd name="connsiteX903" fmla="*/ 4550611 w 7467600"/>
              <a:gd name="connsiteY903" fmla="*/ 817540 h 6858000"/>
              <a:gd name="connsiteX904" fmla="*/ 4564418 w 7467600"/>
              <a:gd name="connsiteY904" fmla="*/ 808293 h 6858000"/>
              <a:gd name="connsiteX905" fmla="*/ 4266388 w 7467600"/>
              <a:gd name="connsiteY905" fmla="*/ 500083 h 6858000"/>
              <a:gd name="connsiteX906" fmla="*/ 4032842 w 7467600"/>
              <a:gd name="connsiteY906" fmla="*/ 211809 h 6858000"/>
              <a:gd name="connsiteX907" fmla="*/ 3882765 w 7467600"/>
              <a:gd name="connsiteY907" fmla="*/ 0 h 6858000"/>
              <a:gd name="connsiteX908" fmla="*/ 3721337 w 7467600"/>
              <a:gd name="connsiteY908" fmla="*/ 0 h 6858000"/>
              <a:gd name="connsiteX909" fmla="*/ 3797544 w 7467600"/>
              <a:gd name="connsiteY909" fmla="*/ 0 h 6858000"/>
              <a:gd name="connsiteX910" fmla="*/ 3775734 w 7467600"/>
              <a:gd name="connsiteY910" fmla="*/ 95131 h 6858000"/>
              <a:gd name="connsiteX911" fmla="*/ 3724807 w 7467600"/>
              <a:gd name="connsiteY911" fmla="*/ 272257 h 6858000"/>
              <a:gd name="connsiteX912" fmla="*/ 3726844 w 7467600"/>
              <a:gd name="connsiteY912" fmla="*/ 282988 h 6858000"/>
              <a:gd name="connsiteX913" fmla="*/ 3742664 w 7467600"/>
              <a:gd name="connsiteY913" fmla="*/ 279918 h 6858000"/>
              <a:gd name="connsiteX914" fmla="*/ 4103910 w 7467600"/>
              <a:gd name="connsiteY914" fmla="*/ 1161917 h 6858000"/>
              <a:gd name="connsiteX915" fmla="*/ 4020269 w 7467600"/>
              <a:gd name="connsiteY915" fmla="*/ 1200406 h 6858000"/>
              <a:gd name="connsiteX916" fmla="*/ 3674882 w 7467600"/>
              <a:gd name="connsiteY916" fmla="*/ 488524 h 6858000"/>
              <a:gd name="connsiteX917" fmla="*/ 3132682 w 7467600"/>
              <a:gd name="connsiteY917" fmla="*/ 1072284 h 6858000"/>
              <a:gd name="connsiteX918" fmla="*/ 2716346 w 7467600"/>
              <a:gd name="connsiteY918" fmla="*/ 1276376 h 6858000"/>
              <a:gd name="connsiteX919" fmla="*/ 2716772 w 7467600"/>
              <a:gd name="connsiteY919" fmla="*/ 1255462 h 6858000"/>
              <a:gd name="connsiteX920" fmla="*/ 3471096 w 7467600"/>
              <a:gd name="connsiteY920" fmla="*/ 437072 h 6858000"/>
              <a:gd name="connsiteX921" fmla="*/ 3639057 w 7467600"/>
              <a:gd name="connsiteY921" fmla="*/ 286334 h 6858000"/>
              <a:gd name="connsiteX922" fmla="*/ 3640309 w 7467600"/>
              <a:gd name="connsiteY922" fmla="*/ 284664 h 6858000"/>
              <a:gd name="connsiteX923" fmla="*/ 3646022 w 7467600"/>
              <a:gd name="connsiteY923" fmla="*/ 276711 h 6858000"/>
              <a:gd name="connsiteX924" fmla="*/ 3707943 w 7467600"/>
              <a:gd name="connsiteY924" fmla="*/ 65958 h 6858000"/>
              <a:gd name="connsiteX925" fmla="*/ 3721337 w 7467600"/>
              <a:gd name="connsiteY925" fmla="*/ 0 h 6858000"/>
              <a:gd name="connsiteX926" fmla="*/ 2867960 w 7467600"/>
              <a:gd name="connsiteY926" fmla="*/ 0 h 6858000"/>
              <a:gd name="connsiteX927" fmla="*/ 2926351 w 7467600"/>
              <a:gd name="connsiteY927" fmla="*/ 0 h 6858000"/>
              <a:gd name="connsiteX928" fmla="*/ 2902823 w 7467600"/>
              <a:gd name="connsiteY928" fmla="*/ 262929 h 6858000"/>
              <a:gd name="connsiteX929" fmla="*/ 2940663 w 7467600"/>
              <a:gd name="connsiteY929" fmla="*/ 140884 h 6858000"/>
              <a:gd name="connsiteX930" fmla="*/ 2947039 w 7467600"/>
              <a:gd name="connsiteY930" fmla="*/ 122524 h 6858000"/>
              <a:gd name="connsiteX931" fmla="*/ 2984316 w 7467600"/>
              <a:gd name="connsiteY931" fmla="*/ 0 h 6858000"/>
              <a:gd name="connsiteX932" fmla="*/ 3016114 w 7467600"/>
              <a:gd name="connsiteY932" fmla="*/ 0 h 6858000"/>
              <a:gd name="connsiteX933" fmla="*/ 2979949 w 7467600"/>
              <a:gd name="connsiteY933" fmla="*/ 119274 h 6858000"/>
              <a:gd name="connsiteX934" fmla="*/ 3023879 w 7467600"/>
              <a:gd name="connsiteY934" fmla="*/ 0 h 6858000"/>
              <a:gd name="connsiteX935" fmla="*/ 3105400 w 7467600"/>
              <a:gd name="connsiteY935" fmla="*/ 0 h 6858000"/>
              <a:gd name="connsiteX936" fmla="*/ 3094669 w 7467600"/>
              <a:gd name="connsiteY936" fmla="*/ 30308 h 6858000"/>
              <a:gd name="connsiteX937" fmla="*/ 2901945 w 7467600"/>
              <a:gd name="connsiteY937" fmla="*/ 466538 h 6858000"/>
              <a:gd name="connsiteX938" fmla="*/ 2815209 w 7467600"/>
              <a:gd name="connsiteY938" fmla="*/ 497361 h 6858000"/>
              <a:gd name="connsiteX939" fmla="*/ 2844845 w 7467600"/>
              <a:gd name="connsiteY939" fmla="*/ 127638 h 6858000"/>
              <a:gd name="connsiteX940" fmla="*/ 2867960 w 7467600"/>
              <a:gd name="connsiteY940" fmla="*/ 0 h 6858000"/>
              <a:gd name="connsiteX941" fmla="*/ 1057230 w 7467600"/>
              <a:gd name="connsiteY941" fmla="*/ 0 h 6858000"/>
              <a:gd name="connsiteX942" fmla="*/ 1111003 w 7467600"/>
              <a:gd name="connsiteY942" fmla="*/ 0 h 6858000"/>
              <a:gd name="connsiteX943" fmla="*/ 1125553 w 7467600"/>
              <a:gd name="connsiteY943" fmla="*/ 52588 h 6858000"/>
              <a:gd name="connsiteX944" fmla="*/ 1304276 w 7467600"/>
              <a:gd name="connsiteY944" fmla="*/ 476275 h 6858000"/>
              <a:gd name="connsiteX945" fmla="*/ 1492066 w 7467600"/>
              <a:gd name="connsiteY945" fmla="*/ 886333 h 6858000"/>
              <a:gd name="connsiteX946" fmla="*/ 1423698 w 7467600"/>
              <a:gd name="connsiteY946" fmla="*/ 710817 h 6858000"/>
              <a:gd name="connsiteX947" fmla="*/ 1357609 w 7467600"/>
              <a:gd name="connsiteY947" fmla="*/ 532892 h 6858000"/>
              <a:gd name="connsiteX948" fmla="*/ 1309550 w 7467600"/>
              <a:gd name="connsiteY948" fmla="*/ 374031 h 6858000"/>
              <a:gd name="connsiteX949" fmla="*/ 1193673 w 7467600"/>
              <a:gd name="connsiteY949" fmla="*/ 49533 h 6858000"/>
              <a:gd name="connsiteX950" fmla="*/ 1164391 w 7467600"/>
              <a:gd name="connsiteY950" fmla="*/ 0 h 6858000"/>
              <a:gd name="connsiteX951" fmla="*/ 1200666 w 7467600"/>
              <a:gd name="connsiteY951" fmla="*/ 0 h 6858000"/>
              <a:gd name="connsiteX952" fmla="*/ 1223408 w 7467600"/>
              <a:gd name="connsiteY952" fmla="*/ 38996 h 6858000"/>
              <a:gd name="connsiteX953" fmla="*/ 1339635 w 7467600"/>
              <a:gd name="connsiteY953" fmla="*/ 365517 h 6858000"/>
              <a:gd name="connsiteX954" fmla="*/ 1387469 w 7467600"/>
              <a:gd name="connsiteY954" fmla="*/ 523079 h 6858000"/>
              <a:gd name="connsiteX955" fmla="*/ 1452685 w 7467600"/>
              <a:gd name="connsiteY955" fmla="*/ 699806 h 6858000"/>
              <a:gd name="connsiteX956" fmla="*/ 1492092 w 7467600"/>
              <a:gd name="connsiteY956" fmla="*/ 800424 h 6858000"/>
              <a:gd name="connsiteX957" fmla="*/ 1455302 w 7467600"/>
              <a:gd name="connsiteY957" fmla="*/ 632913 h 6858000"/>
              <a:gd name="connsiteX958" fmla="*/ 1222336 w 7467600"/>
              <a:gd name="connsiteY958" fmla="*/ 9480 h 6858000"/>
              <a:gd name="connsiteX959" fmla="*/ 1214634 w 7467600"/>
              <a:gd name="connsiteY959" fmla="*/ 0 h 6858000"/>
              <a:gd name="connsiteX960" fmla="*/ 1289827 w 7467600"/>
              <a:gd name="connsiteY960" fmla="*/ 0 h 6858000"/>
              <a:gd name="connsiteX961" fmla="*/ 1321076 w 7467600"/>
              <a:gd name="connsiteY961" fmla="*/ 59722 h 6858000"/>
              <a:gd name="connsiteX962" fmla="*/ 1512579 w 7467600"/>
              <a:gd name="connsiteY962" fmla="*/ 626441 h 6858000"/>
              <a:gd name="connsiteX963" fmla="*/ 1506076 w 7467600"/>
              <a:gd name="connsiteY963" fmla="*/ 1089289 h 6858000"/>
              <a:gd name="connsiteX964" fmla="*/ 1486346 w 7467600"/>
              <a:gd name="connsiteY964" fmla="*/ 1079919 h 6858000"/>
              <a:gd name="connsiteX965" fmla="*/ 1070511 w 7467600"/>
              <a:gd name="connsiteY965" fmla="*/ 48609 h 6858000"/>
              <a:gd name="connsiteX966" fmla="*/ 1057230 w 7467600"/>
              <a:gd name="connsiteY966" fmla="*/ 0 h 6858000"/>
              <a:gd name="connsiteX967" fmla="*/ 43151 w 7467600"/>
              <a:gd name="connsiteY967" fmla="*/ 0 h 6858000"/>
              <a:gd name="connsiteX968" fmla="*/ 95283 w 7467600"/>
              <a:gd name="connsiteY968" fmla="*/ 0 h 6858000"/>
              <a:gd name="connsiteX969" fmla="*/ 300708 w 7467600"/>
              <a:gd name="connsiteY969" fmla="*/ 154571 h 6858000"/>
              <a:gd name="connsiteX970" fmla="*/ 530414 w 7467600"/>
              <a:gd name="connsiteY970" fmla="*/ 354673 h 6858000"/>
              <a:gd name="connsiteX971" fmla="*/ 333785 w 7467600"/>
              <a:gd name="connsiteY971" fmla="*/ 161564 h 6858000"/>
              <a:gd name="connsiteX972" fmla="*/ 147005 w 7467600"/>
              <a:gd name="connsiteY972" fmla="*/ 0 h 6858000"/>
              <a:gd name="connsiteX973" fmla="*/ 272509 w 7467600"/>
              <a:gd name="connsiteY973" fmla="*/ 0 h 6858000"/>
              <a:gd name="connsiteX974" fmla="*/ 326276 w 7467600"/>
              <a:gd name="connsiteY974" fmla="*/ 45847 h 6858000"/>
              <a:gd name="connsiteX975" fmla="*/ 823759 w 7467600"/>
              <a:gd name="connsiteY975" fmla="*/ 574145 h 6858000"/>
              <a:gd name="connsiteX976" fmla="*/ 811254 w 7467600"/>
              <a:gd name="connsiteY976" fmla="*/ 665546 h 6858000"/>
              <a:gd name="connsiteX977" fmla="*/ 154042 w 7467600"/>
              <a:gd name="connsiteY977" fmla="*/ 261522 h 6858000"/>
              <a:gd name="connsiteX978" fmla="*/ 13550 w 7467600"/>
              <a:gd name="connsiteY978" fmla="*/ 158423 h 6858000"/>
              <a:gd name="connsiteX979" fmla="*/ 0 w 7467600"/>
              <a:gd name="connsiteY979" fmla="*/ 146618 h 6858000"/>
              <a:gd name="connsiteX980" fmla="*/ 0 w 7467600"/>
              <a:gd name="connsiteY980" fmla="*/ 59161 h 6858000"/>
              <a:gd name="connsiteX981" fmla="*/ 45427 w 7467600"/>
              <a:gd name="connsiteY981" fmla="*/ 101078 h 6858000"/>
              <a:gd name="connsiteX982" fmla="*/ 630103 w 7467600"/>
              <a:gd name="connsiteY982" fmla="*/ 485885 h 6858000"/>
              <a:gd name="connsiteX983" fmla="*/ 532040 w 7467600"/>
              <a:gd name="connsiteY983" fmla="*/ 399359 h 6858000"/>
              <a:gd name="connsiteX984" fmla="*/ 517618 w 7467600"/>
              <a:gd name="connsiteY984" fmla="*/ 385726 h 6858000"/>
              <a:gd name="connsiteX985" fmla="*/ 285074 w 7467600"/>
              <a:gd name="connsiteY985" fmla="*/ 182755 h 6858000"/>
              <a:gd name="connsiteX986" fmla="*/ 43151 w 7467600"/>
              <a:gd name="connsiteY98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312201 w 7467600"/>
              <a:gd name="connsiteY129" fmla="*/ 5128278 h 6858000"/>
              <a:gd name="connsiteX130" fmla="*/ 1903353 w 7467600"/>
              <a:gd name="connsiteY130" fmla="*/ 5044827 h 6858000"/>
              <a:gd name="connsiteX131" fmla="*/ 1936931 w 7467600"/>
              <a:gd name="connsiteY131" fmla="*/ 5093954 h 6858000"/>
              <a:gd name="connsiteX132" fmla="*/ 2195868 w 7467600"/>
              <a:gd name="connsiteY132" fmla="*/ 5396574 h 6858000"/>
              <a:gd name="connsiteX133" fmla="*/ 2088852 w 7467600"/>
              <a:gd name="connsiteY133" fmla="*/ 5166123 h 6858000"/>
              <a:gd name="connsiteX134" fmla="*/ 1958241 w 7467600"/>
              <a:gd name="connsiteY134" fmla="*/ 5067955 h 6858000"/>
              <a:gd name="connsiteX135" fmla="*/ 1903353 w 7467600"/>
              <a:gd name="connsiteY135" fmla="*/ 5044827 h 6858000"/>
              <a:gd name="connsiteX136" fmla="*/ 1979378 w 7467600"/>
              <a:gd name="connsiteY136" fmla="*/ 4769504 h 6858000"/>
              <a:gd name="connsiteX137" fmla="*/ 2882120 w 7467600"/>
              <a:gd name="connsiteY137" fmla="*/ 5064547 h 6858000"/>
              <a:gd name="connsiteX138" fmla="*/ 2793103 w 7467600"/>
              <a:gd name="connsiteY138" fmla="*/ 5039699 h 6858000"/>
              <a:gd name="connsiteX139" fmla="*/ 2770041 w 7467600"/>
              <a:gd name="connsiteY139" fmla="*/ 5033634 h 6858000"/>
              <a:gd name="connsiteX140" fmla="*/ 1979378 w 7467600"/>
              <a:gd name="connsiteY140" fmla="*/ 4769504 h 6858000"/>
              <a:gd name="connsiteX141" fmla="*/ 1927410 w 7467600"/>
              <a:gd name="connsiteY141" fmla="*/ 4716164 h 6858000"/>
              <a:gd name="connsiteX142" fmla="*/ 1959587 w 7467600"/>
              <a:gd name="connsiteY142" fmla="*/ 4728849 h 6858000"/>
              <a:gd name="connsiteX143" fmla="*/ 2777707 w 7467600"/>
              <a:gd name="connsiteY143" fmla="*/ 5003991 h 6858000"/>
              <a:gd name="connsiteX144" fmla="*/ 2800768 w 7467600"/>
              <a:gd name="connsiteY144" fmla="*/ 5010056 h 6858000"/>
              <a:gd name="connsiteX145" fmla="*/ 2879408 w 7467600"/>
              <a:gd name="connsiteY145" fmla="*/ 5031590 h 6858000"/>
              <a:gd name="connsiteX146" fmla="*/ 2862295 w 7467600"/>
              <a:gd name="connsiteY146" fmla="*/ 5022958 h 6858000"/>
              <a:gd name="connsiteX147" fmla="*/ 2813343 w 7467600"/>
              <a:gd name="connsiteY147" fmla="*/ 4998369 h 6858000"/>
              <a:gd name="connsiteX148" fmla="*/ 2646245 w 7467600"/>
              <a:gd name="connsiteY148" fmla="*/ 4930999 h 6858000"/>
              <a:gd name="connsiteX149" fmla="*/ 1999243 w 7467600"/>
              <a:gd name="connsiteY149" fmla="*/ 4730524 h 6858000"/>
              <a:gd name="connsiteX150" fmla="*/ 1979527 w 7467600"/>
              <a:gd name="connsiteY150" fmla="*/ 4726651 h 6858000"/>
              <a:gd name="connsiteX151" fmla="*/ 1927410 w 7467600"/>
              <a:gd name="connsiteY151" fmla="*/ 4716164 h 6858000"/>
              <a:gd name="connsiteX152" fmla="*/ 1997014 w 7467600"/>
              <a:gd name="connsiteY152" fmla="*/ 4698007 h 6858000"/>
              <a:gd name="connsiteX153" fmla="*/ 2005458 w 7467600"/>
              <a:gd name="connsiteY153" fmla="*/ 4699540 h 6858000"/>
              <a:gd name="connsiteX154" fmla="*/ 2657186 w 7467600"/>
              <a:gd name="connsiteY154" fmla="*/ 4901687 h 6858000"/>
              <a:gd name="connsiteX155" fmla="*/ 2826662 w 7467600"/>
              <a:gd name="connsiteY155" fmla="*/ 4970362 h 6858000"/>
              <a:gd name="connsiteX156" fmla="*/ 2876100 w 7467600"/>
              <a:gd name="connsiteY156" fmla="*/ 4995397 h 6858000"/>
              <a:gd name="connsiteX157" fmla="*/ 3042600 w 7467600"/>
              <a:gd name="connsiteY157" fmla="*/ 5059532 h 6858000"/>
              <a:gd name="connsiteX158" fmla="*/ 1997014 w 7467600"/>
              <a:gd name="connsiteY158" fmla="*/ 4698007 h 6858000"/>
              <a:gd name="connsiteX159" fmla="*/ 2305292 w 7467600"/>
              <a:gd name="connsiteY159" fmla="*/ 4219492 h 6858000"/>
              <a:gd name="connsiteX160" fmla="*/ 3360922 w 7467600"/>
              <a:gd name="connsiteY160" fmla="*/ 4529373 h 6858000"/>
              <a:gd name="connsiteX161" fmla="*/ 3492420 w 7467600"/>
              <a:gd name="connsiteY161" fmla="*/ 4510145 h 6858000"/>
              <a:gd name="connsiteX162" fmla="*/ 3364086 w 7467600"/>
              <a:gd name="connsiteY162" fmla="*/ 4480340 h 6858000"/>
              <a:gd name="connsiteX163" fmla="*/ 3225818 w 7467600"/>
              <a:gd name="connsiteY163" fmla="*/ 4411822 h 6858000"/>
              <a:gd name="connsiteX164" fmla="*/ 3129696 w 7467600"/>
              <a:gd name="connsiteY164" fmla="*/ 4360704 h 6858000"/>
              <a:gd name="connsiteX165" fmla="*/ 2814545 w 7467600"/>
              <a:gd name="connsiteY165" fmla="*/ 4282955 h 6858000"/>
              <a:gd name="connsiteX166" fmla="*/ 2305292 w 7467600"/>
              <a:gd name="connsiteY166" fmla="*/ 4219492 h 6858000"/>
              <a:gd name="connsiteX167" fmla="*/ 2626982 w 7467600"/>
              <a:gd name="connsiteY167" fmla="*/ 4206450 h 6858000"/>
              <a:gd name="connsiteX168" fmla="*/ 2490617 w 7467600"/>
              <a:gd name="connsiteY168" fmla="*/ 4206951 h 6858000"/>
              <a:gd name="connsiteX169" fmla="*/ 2819869 w 7467600"/>
              <a:gd name="connsiteY169" fmla="*/ 4252936 h 6858000"/>
              <a:gd name="connsiteX170" fmla="*/ 3143018 w 7467600"/>
              <a:gd name="connsiteY170" fmla="*/ 4332698 h 6858000"/>
              <a:gd name="connsiteX171" fmla="*/ 3241520 w 7467600"/>
              <a:gd name="connsiteY171" fmla="*/ 4385112 h 6858000"/>
              <a:gd name="connsiteX172" fmla="*/ 3374575 w 7467600"/>
              <a:gd name="connsiteY172" fmla="*/ 4451517 h 6858000"/>
              <a:gd name="connsiteX173" fmla="*/ 3505221 w 7467600"/>
              <a:gd name="connsiteY173" fmla="*/ 4480757 h 6858000"/>
              <a:gd name="connsiteX174" fmla="*/ 2626982 w 7467600"/>
              <a:gd name="connsiteY174" fmla="*/ 4206450 h 6858000"/>
              <a:gd name="connsiteX175" fmla="*/ 1310106 w 7467600"/>
              <a:gd name="connsiteY175" fmla="*/ 3943217 h 6858000"/>
              <a:gd name="connsiteX176" fmla="*/ 854994 w 7467600"/>
              <a:gd name="connsiteY176" fmla="*/ 4399136 h 6858000"/>
              <a:gd name="connsiteX177" fmla="*/ 742462 w 7467600"/>
              <a:gd name="connsiteY177" fmla="*/ 4594648 h 6858000"/>
              <a:gd name="connsiteX178" fmla="*/ 820602 w 7467600"/>
              <a:gd name="connsiteY178" fmla="*/ 4485915 h 6858000"/>
              <a:gd name="connsiteX179" fmla="*/ 878295 w 7467600"/>
              <a:gd name="connsiteY179" fmla="*/ 4403594 h 6858000"/>
              <a:gd name="connsiteX180" fmla="*/ 1240607 w 7467600"/>
              <a:gd name="connsiteY180" fmla="*/ 4010401 h 6858000"/>
              <a:gd name="connsiteX181" fmla="*/ 1310106 w 7467600"/>
              <a:gd name="connsiteY181" fmla="*/ 3943217 h 6858000"/>
              <a:gd name="connsiteX182" fmla="*/ 1423113 w 7467600"/>
              <a:gd name="connsiteY182" fmla="*/ 3874565 h 6858000"/>
              <a:gd name="connsiteX183" fmla="*/ 1260565 w 7467600"/>
              <a:gd name="connsiteY183" fmla="*/ 4031982 h 6858000"/>
              <a:gd name="connsiteX184" fmla="*/ 901900 w 7467600"/>
              <a:gd name="connsiteY184" fmla="*/ 4421236 h 6858000"/>
              <a:gd name="connsiteX185" fmla="*/ 845044 w 7467600"/>
              <a:gd name="connsiteY185" fmla="*/ 4502436 h 6858000"/>
              <a:gd name="connsiteX186" fmla="*/ 685926 w 7467600"/>
              <a:gd name="connsiteY186" fmla="*/ 4703069 h 6858000"/>
              <a:gd name="connsiteX187" fmla="*/ 684248 w 7467600"/>
              <a:gd name="connsiteY187" fmla="*/ 4706721 h 6858000"/>
              <a:gd name="connsiteX188" fmla="*/ 1423113 w 7467600"/>
              <a:gd name="connsiteY188" fmla="*/ 3874565 h 6858000"/>
              <a:gd name="connsiteX189" fmla="*/ 3316479 w 7467600"/>
              <a:gd name="connsiteY189" fmla="*/ 3872136 h 6858000"/>
              <a:gd name="connsiteX190" fmla="*/ 3546806 w 7467600"/>
              <a:gd name="connsiteY190" fmla="*/ 4356139 h 6858000"/>
              <a:gd name="connsiteX191" fmla="*/ 3364433 w 7467600"/>
              <a:gd name="connsiteY191" fmla="*/ 3953121 h 6858000"/>
              <a:gd name="connsiteX192" fmla="*/ 3316479 w 7467600"/>
              <a:gd name="connsiteY192" fmla="*/ 3872136 h 6858000"/>
              <a:gd name="connsiteX193" fmla="*/ 3291335 w 7467600"/>
              <a:gd name="connsiteY193" fmla="*/ 3767420 h 6858000"/>
              <a:gd name="connsiteX194" fmla="*/ 3390805 w 7467600"/>
              <a:gd name="connsiteY194" fmla="*/ 3937163 h 6858000"/>
              <a:gd name="connsiteX195" fmla="*/ 3579062 w 7467600"/>
              <a:gd name="connsiteY195" fmla="*/ 4359040 h 6858000"/>
              <a:gd name="connsiteX196" fmla="*/ 3467355 w 7467600"/>
              <a:gd name="connsiteY196" fmla="*/ 3988130 h 6858000"/>
              <a:gd name="connsiteX197" fmla="*/ 3310753 w 7467600"/>
              <a:gd name="connsiteY197" fmla="*/ 3787140 h 6858000"/>
              <a:gd name="connsiteX198" fmla="*/ 3291335 w 7467600"/>
              <a:gd name="connsiteY198" fmla="*/ 3767420 h 6858000"/>
              <a:gd name="connsiteX199" fmla="*/ 1635889 w 7467600"/>
              <a:gd name="connsiteY199" fmla="*/ 3709494 h 6858000"/>
              <a:gd name="connsiteX200" fmla="*/ 1634800 w 7467600"/>
              <a:gd name="connsiteY200" fmla="*/ 3731111 h 6858000"/>
              <a:gd name="connsiteX201" fmla="*/ 1635889 w 7467600"/>
              <a:gd name="connsiteY201" fmla="*/ 3709494 h 6858000"/>
              <a:gd name="connsiteX202" fmla="*/ 1510397 w 7467600"/>
              <a:gd name="connsiteY202" fmla="*/ 3684705 h 6858000"/>
              <a:gd name="connsiteX203" fmla="*/ 1146550 w 7467600"/>
              <a:gd name="connsiteY203" fmla="*/ 3802012 h 6858000"/>
              <a:gd name="connsiteX204" fmla="*/ 698834 w 7467600"/>
              <a:gd name="connsiteY204" fmla="*/ 3952272 h 6858000"/>
              <a:gd name="connsiteX205" fmla="*/ 34256 w 7467600"/>
              <a:gd name="connsiteY205" fmla="*/ 4347603 h 6858000"/>
              <a:gd name="connsiteX206" fmla="*/ 527241 w 7467600"/>
              <a:gd name="connsiteY206" fmla="*/ 4065078 h 6858000"/>
              <a:gd name="connsiteX207" fmla="*/ 1510397 w 7467600"/>
              <a:gd name="connsiteY207" fmla="*/ 3684705 h 6858000"/>
              <a:gd name="connsiteX208" fmla="*/ 1313114 w 7467600"/>
              <a:gd name="connsiteY208" fmla="*/ 3655216 h 6858000"/>
              <a:gd name="connsiteX209" fmla="*/ 1109304 w 7467600"/>
              <a:gd name="connsiteY209" fmla="*/ 3669030 h 6858000"/>
              <a:gd name="connsiteX210" fmla="*/ 8129 w 7467600"/>
              <a:gd name="connsiteY210" fmla="*/ 4330519 h 6858000"/>
              <a:gd name="connsiteX211" fmla="*/ 687572 w 7467600"/>
              <a:gd name="connsiteY211" fmla="*/ 3925629 h 6858000"/>
              <a:gd name="connsiteX212" fmla="*/ 1138365 w 7467600"/>
              <a:gd name="connsiteY212" fmla="*/ 3774515 h 6858000"/>
              <a:gd name="connsiteX213" fmla="*/ 1505579 w 7467600"/>
              <a:gd name="connsiteY213" fmla="*/ 3655526 h 6858000"/>
              <a:gd name="connsiteX214" fmla="*/ 1313114 w 7467600"/>
              <a:gd name="connsiteY214" fmla="*/ 3655216 h 6858000"/>
              <a:gd name="connsiteX215" fmla="*/ 3655073 w 7467600"/>
              <a:gd name="connsiteY215" fmla="*/ 3650884 h 6858000"/>
              <a:gd name="connsiteX216" fmla="*/ 3989938 w 7467600"/>
              <a:gd name="connsiteY216" fmla="*/ 3991685 h 6858000"/>
              <a:gd name="connsiteX217" fmla="*/ 4393907 w 7467600"/>
              <a:gd name="connsiteY217" fmla="*/ 4261258 h 6858000"/>
              <a:gd name="connsiteX218" fmla="*/ 4648051 w 7467600"/>
              <a:gd name="connsiteY218" fmla="*/ 4374051 h 6858000"/>
              <a:gd name="connsiteX219" fmla="*/ 4383389 w 7467600"/>
              <a:gd name="connsiteY219" fmla="*/ 4184369 h 6858000"/>
              <a:gd name="connsiteX220" fmla="*/ 4165508 w 7467600"/>
              <a:gd name="connsiteY220" fmla="*/ 4035196 h 6858000"/>
              <a:gd name="connsiteX221" fmla="*/ 4068162 w 7467600"/>
              <a:gd name="connsiteY221" fmla="*/ 3953394 h 6858000"/>
              <a:gd name="connsiteX222" fmla="*/ 3981416 w 7467600"/>
              <a:gd name="connsiteY222" fmla="*/ 3880482 h 6858000"/>
              <a:gd name="connsiteX223" fmla="*/ 3800147 w 7467600"/>
              <a:gd name="connsiteY223" fmla="*/ 3749872 h 6858000"/>
              <a:gd name="connsiteX224" fmla="*/ 3655073 w 7467600"/>
              <a:gd name="connsiteY224" fmla="*/ 3650884 h 6858000"/>
              <a:gd name="connsiteX225" fmla="*/ 3670252 w 7467600"/>
              <a:gd name="connsiteY225" fmla="*/ 3622798 h 6858000"/>
              <a:gd name="connsiteX226" fmla="*/ 3817258 w 7467600"/>
              <a:gd name="connsiteY226" fmla="*/ 3723577 h 6858000"/>
              <a:gd name="connsiteX227" fmla="*/ 4000461 w 7467600"/>
              <a:gd name="connsiteY227" fmla="*/ 3855966 h 6858000"/>
              <a:gd name="connsiteX228" fmla="*/ 4088180 w 7467600"/>
              <a:gd name="connsiteY228" fmla="*/ 3929774 h 6858000"/>
              <a:gd name="connsiteX229" fmla="*/ 4184555 w 7467600"/>
              <a:gd name="connsiteY229" fmla="*/ 4010683 h 6858000"/>
              <a:gd name="connsiteX230" fmla="*/ 4399563 w 7467600"/>
              <a:gd name="connsiteY230" fmla="*/ 4158106 h 6858000"/>
              <a:gd name="connsiteX231" fmla="*/ 4684469 w 7467600"/>
              <a:gd name="connsiteY231" fmla="*/ 4364680 h 6858000"/>
              <a:gd name="connsiteX232" fmla="*/ 4690271 w 7467600"/>
              <a:gd name="connsiteY232" fmla="*/ 4370034 h 6858000"/>
              <a:gd name="connsiteX233" fmla="*/ 4136093 w 7467600"/>
              <a:gd name="connsiteY233" fmla="*/ 3858466 h 6858000"/>
              <a:gd name="connsiteX234" fmla="*/ 3670252 w 7467600"/>
              <a:gd name="connsiteY234" fmla="*/ 3622798 h 6858000"/>
              <a:gd name="connsiteX235" fmla="*/ 4440129 w 7467600"/>
              <a:gd name="connsiteY235" fmla="*/ 3448571 h 6858000"/>
              <a:gd name="connsiteX236" fmla="*/ 4856525 w 7467600"/>
              <a:gd name="connsiteY236" fmla="*/ 3915351 h 6858000"/>
              <a:gd name="connsiteX237" fmla="*/ 5059055 w 7467600"/>
              <a:gd name="connsiteY237" fmla="*/ 4108918 h 6858000"/>
              <a:gd name="connsiteX238" fmla="*/ 5290070 w 7467600"/>
              <a:gd name="connsiteY238" fmla="*/ 4263619 h 6858000"/>
              <a:gd name="connsiteX239" fmla="*/ 4834991 w 7467600"/>
              <a:gd name="connsiteY239" fmla="*/ 3830985 h 6858000"/>
              <a:gd name="connsiteX240" fmla="*/ 4440129 w 7467600"/>
              <a:gd name="connsiteY240" fmla="*/ 3448571 h 6858000"/>
              <a:gd name="connsiteX241" fmla="*/ 4441737 w 7467600"/>
              <a:gd name="connsiteY241" fmla="*/ 3399734 h 6858000"/>
              <a:gd name="connsiteX242" fmla="*/ 4431236 w 7467600"/>
              <a:gd name="connsiteY242" fmla="*/ 3400954 h 6858000"/>
              <a:gd name="connsiteX243" fmla="*/ 4557150 w 7467600"/>
              <a:gd name="connsiteY243" fmla="*/ 3510023 h 6858000"/>
              <a:gd name="connsiteX244" fmla="*/ 4856936 w 7467600"/>
              <a:gd name="connsiteY244" fmla="*/ 3809146 h 6858000"/>
              <a:gd name="connsiteX245" fmla="*/ 5111996 w 7467600"/>
              <a:gd name="connsiteY245" fmla="*/ 4065759 h 6858000"/>
              <a:gd name="connsiteX246" fmla="*/ 5388878 w 7467600"/>
              <a:gd name="connsiteY246" fmla="*/ 4300185 h 6858000"/>
              <a:gd name="connsiteX247" fmla="*/ 5425556 w 7467600"/>
              <a:gd name="connsiteY247" fmla="*/ 4308967 h 6858000"/>
              <a:gd name="connsiteX248" fmla="*/ 4943646 w 7467600"/>
              <a:gd name="connsiteY248" fmla="*/ 3822916 h 6858000"/>
              <a:gd name="connsiteX249" fmla="*/ 4594837 w 7467600"/>
              <a:gd name="connsiteY249" fmla="*/ 3532274 h 6858000"/>
              <a:gd name="connsiteX250" fmla="*/ 4441737 w 7467600"/>
              <a:gd name="connsiteY250" fmla="*/ 3399734 h 6858000"/>
              <a:gd name="connsiteX251" fmla="*/ 5425834 w 7467600"/>
              <a:gd name="connsiteY251" fmla="*/ 3162785 h 6858000"/>
              <a:gd name="connsiteX252" fmla="*/ 5401644 w 7467600"/>
              <a:gd name="connsiteY252" fmla="*/ 3617847 h 6858000"/>
              <a:gd name="connsiteX253" fmla="*/ 5467256 w 7467600"/>
              <a:gd name="connsiteY253" fmla="*/ 4175494 h 6858000"/>
              <a:gd name="connsiteX254" fmla="*/ 5448069 w 7467600"/>
              <a:gd name="connsiteY254" fmla="*/ 3567554 h 6858000"/>
              <a:gd name="connsiteX255" fmla="*/ 5425834 w 7467600"/>
              <a:gd name="connsiteY255" fmla="*/ 3162785 h 6858000"/>
              <a:gd name="connsiteX256" fmla="*/ 1318687 w 7467600"/>
              <a:gd name="connsiteY256" fmla="*/ 3113840 h 6858000"/>
              <a:gd name="connsiteX257" fmla="*/ 1066793 w 7467600"/>
              <a:gd name="connsiteY257" fmla="*/ 3212171 h 6858000"/>
              <a:gd name="connsiteX258" fmla="*/ 993319 w 7467600"/>
              <a:gd name="connsiteY258" fmla="*/ 3247648 h 6858000"/>
              <a:gd name="connsiteX259" fmla="*/ 853081 w 7467600"/>
              <a:gd name="connsiteY259" fmla="*/ 3312410 h 6858000"/>
              <a:gd name="connsiteX260" fmla="*/ 805957 w 7467600"/>
              <a:gd name="connsiteY260" fmla="*/ 3330443 h 6858000"/>
              <a:gd name="connsiteX261" fmla="*/ 1318687 w 7467600"/>
              <a:gd name="connsiteY261" fmla="*/ 3113840 h 6858000"/>
              <a:gd name="connsiteX262" fmla="*/ 5453702 w 7467600"/>
              <a:gd name="connsiteY262" fmla="*/ 3090882 h 6858000"/>
              <a:gd name="connsiteX263" fmla="*/ 5480135 w 7467600"/>
              <a:gd name="connsiteY263" fmla="*/ 3565802 h 6858000"/>
              <a:gd name="connsiteX264" fmla="*/ 5499023 w 7467600"/>
              <a:gd name="connsiteY264" fmla="*/ 4166310 h 6858000"/>
              <a:gd name="connsiteX265" fmla="*/ 5547022 w 7467600"/>
              <a:gd name="connsiteY265" fmla="*/ 3607838 h 6858000"/>
              <a:gd name="connsiteX266" fmla="*/ 5515964 w 7467600"/>
              <a:gd name="connsiteY266" fmla="*/ 3378541 h 6858000"/>
              <a:gd name="connsiteX267" fmla="*/ 5453702 w 7467600"/>
              <a:gd name="connsiteY267" fmla="*/ 3090882 h 6858000"/>
              <a:gd name="connsiteX268" fmla="*/ 1238695 w 7467600"/>
              <a:gd name="connsiteY268" fmla="*/ 3076820 h 6858000"/>
              <a:gd name="connsiteX269" fmla="*/ 716371 w 7467600"/>
              <a:gd name="connsiteY269" fmla="*/ 3293249 h 6858000"/>
              <a:gd name="connsiteX270" fmla="*/ 579522 w 7467600"/>
              <a:gd name="connsiteY270" fmla="*/ 3371759 h 6858000"/>
              <a:gd name="connsiteX271" fmla="*/ 600288 w 7467600"/>
              <a:gd name="connsiteY271" fmla="*/ 3365555 h 6858000"/>
              <a:gd name="connsiteX272" fmla="*/ 840692 w 7467600"/>
              <a:gd name="connsiteY272" fmla="*/ 3284921 h 6858000"/>
              <a:gd name="connsiteX273" fmla="*/ 979248 w 7467600"/>
              <a:gd name="connsiteY273" fmla="*/ 3221003 h 6858000"/>
              <a:gd name="connsiteX274" fmla="*/ 1053282 w 7467600"/>
              <a:gd name="connsiteY274" fmla="*/ 3185247 h 6858000"/>
              <a:gd name="connsiteX275" fmla="*/ 1320603 w 7467600"/>
              <a:gd name="connsiteY275" fmla="*/ 3081281 h 6858000"/>
              <a:gd name="connsiteX276" fmla="*/ 1238695 w 7467600"/>
              <a:gd name="connsiteY276" fmla="*/ 3076820 h 6858000"/>
              <a:gd name="connsiteX277" fmla="*/ 5425627 w 7467600"/>
              <a:gd name="connsiteY277" fmla="*/ 2954192 h 6858000"/>
              <a:gd name="connsiteX278" fmla="*/ 5470770 w 7467600"/>
              <a:gd name="connsiteY278" fmla="*/ 3005435 h 6858000"/>
              <a:gd name="connsiteX279" fmla="*/ 5519779 w 7467600"/>
              <a:gd name="connsiteY279" fmla="*/ 4359223 h 6858000"/>
              <a:gd name="connsiteX280" fmla="*/ 5520293 w 7467600"/>
              <a:gd name="connsiteY280" fmla="*/ 4360602 h 6858000"/>
              <a:gd name="connsiteX281" fmla="*/ 5767221 w 7467600"/>
              <a:gd name="connsiteY281" fmla="*/ 4665564 h 6858000"/>
              <a:gd name="connsiteX282" fmla="*/ 6937169 w 7467600"/>
              <a:gd name="connsiteY282" fmla="*/ 4815941 h 6858000"/>
              <a:gd name="connsiteX283" fmla="*/ 6953922 w 7467600"/>
              <a:gd name="connsiteY283" fmla="*/ 4890068 h 6858000"/>
              <a:gd name="connsiteX284" fmla="*/ 6071359 w 7467600"/>
              <a:gd name="connsiteY284" fmla="*/ 4770770 h 6858000"/>
              <a:gd name="connsiteX285" fmla="*/ 6038839 w 7467600"/>
              <a:gd name="connsiteY285" fmla="*/ 4764474 h 6858000"/>
              <a:gd name="connsiteX286" fmla="*/ 6038706 w 7467600"/>
              <a:gd name="connsiteY286" fmla="*/ 4763847 h 6858000"/>
              <a:gd name="connsiteX287" fmla="*/ 6037784 w 7467600"/>
              <a:gd name="connsiteY287" fmla="*/ 4764270 h 6858000"/>
              <a:gd name="connsiteX288" fmla="*/ 6038839 w 7467600"/>
              <a:gd name="connsiteY288" fmla="*/ 4764474 h 6858000"/>
              <a:gd name="connsiteX289" fmla="*/ 6040338 w 7467600"/>
              <a:gd name="connsiteY289" fmla="*/ 4771418 h 6858000"/>
              <a:gd name="connsiteX290" fmla="*/ 6024488 w 7467600"/>
              <a:gd name="connsiteY290" fmla="*/ 4809903 h 6858000"/>
              <a:gd name="connsiteX291" fmla="*/ 5599771 w 7467600"/>
              <a:gd name="connsiteY291" fmla="*/ 5509652 h 6858000"/>
              <a:gd name="connsiteX292" fmla="*/ 5548843 w 7467600"/>
              <a:gd name="connsiteY292" fmla="*/ 5563845 h 6858000"/>
              <a:gd name="connsiteX293" fmla="*/ 5940952 w 7467600"/>
              <a:gd name="connsiteY293" fmla="*/ 6250028 h 6858000"/>
              <a:gd name="connsiteX294" fmla="*/ 6043441 w 7467600"/>
              <a:gd name="connsiteY294" fmla="*/ 6665847 h 6858000"/>
              <a:gd name="connsiteX295" fmla="*/ 6093432 w 7467600"/>
              <a:gd name="connsiteY295" fmla="*/ 6858000 h 6858000"/>
              <a:gd name="connsiteX296" fmla="*/ 6034344 w 7467600"/>
              <a:gd name="connsiteY296" fmla="*/ 6858000 h 6858000"/>
              <a:gd name="connsiteX297" fmla="*/ 6026679 w 7467600"/>
              <a:gd name="connsiteY297" fmla="*/ 6836959 h 6858000"/>
              <a:gd name="connsiteX298" fmla="*/ 5800441 w 7467600"/>
              <a:gd name="connsiteY298" fmla="*/ 6335286 h 6858000"/>
              <a:gd name="connsiteX299" fmla="*/ 5526562 w 7467600"/>
              <a:gd name="connsiteY299" fmla="*/ 5705388 h 6858000"/>
              <a:gd name="connsiteX300" fmla="*/ 5519640 w 7467600"/>
              <a:gd name="connsiteY300" fmla="*/ 5683774 h 6858000"/>
              <a:gd name="connsiteX301" fmla="*/ 5844559 w 7467600"/>
              <a:gd name="connsiteY301" fmla="*/ 6553349 h 6858000"/>
              <a:gd name="connsiteX302" fmla="*/ 5975994 w 7467600"/>
              <a:gd name="connsiteY302" fmla="*/ 6858000 h 6858000"/>
              <a:gd name="connsiteX303" fmla="*/ 5898547 w 7467600"/>
              <a:gd name="connsiteY303" fmla="*/ 6858000 h 6858000"/>
              <a:gd name="connsiteX304" fmla="*/ 5682041 w 7467600"/>
              <a:gd name="connsiteY304" fmla="*/ 6355860 h 6858000"/>
              <a:gd name="connsiteX305" fmla="*/ 5461758 w 7467600"/>
              <a:gd name="connsiteY305" fmla="*/ 5820220 h 6858000"/>
              <a:gd name="connsiteX306" fmla="*/ 5237282 w 7467600"/>
              <a:gd name="connsiteY306" fmla="*/ 6579086 h 6858000"/>
              <a:gd name="connsiteX307" fmla="*/ 5115009 w 7467600"/>
              <a:gd name="connsiteY307" fmla="*/ 6858000 h 6858000"/>
              <a:gd name="connsiteX308" fmla="*/ 5028074 w 7467600"/>
              <a:gd name="connsiteY308" fmla="*/ 6858000 h 6858000"/>
              <a:gd name="connsiteX309" fmla="*/ 5079508 w 7467600"/>
              <a:gd name="connsiteY309" fmla="*/ 6749074 h 6858000"/>
              <a:gd name="connsiteX310" fmla="*/ 5371846 w 7467600"/>
              <a:gd name="connsiteY310" fmla="*/ 5924413 h 6858000"/>
              <a:gd name="connsiteX311" fmla="*/ 5270512 w 7467600"/>
              <a:gd name="connsiteY311" fmla="*/ 6138975 h 6858000"/>
              <a:gd name="connsiteX312" fmla="*/ 5062409 w 7467600"/>
              <a:gd name="connsiteY312" fmla="*/ 6653544 h 6858000"/>
              <a:gd name="connsiteX313" fmla="*/ 5036628 w 7467600"/>
              <a:gd name="connsiteY313" fmla="*/ 6754247 h 6858000"/>
              <a:gd name="connsiteX314" fmla="*/ 5009112 w 7467600"/>
              <a:gd name="connsiteY314" fmla="*/ 6858000 h 6858000"/>
              <a:gd name="connsiteX315" fmla="*/ 4976679 w 7467600"/>
              <a:gd name="connsiteY315" fmla="*/ 6858000 h 6858000"/>
              <a:gd name="connsiteX316" fmla="*/ 5006537 w 7467600"/>
              <a:gd name="connsiteY316" fmla="*/ 6747068 h 6858000"/>
              <a:gd name="connsiteX317" fmla="*/ 5032723 w 7467600"/>
              <a:gd name="connsiteY317" fmla="*/ 6644957 h 6858000"/>
              <a:gd name="connsiteX318" fmla="*/ 5242949 w 7467600"/>
              <a:gd name="connsiteY318" fmla="*/ 6125175 h 6858000"/>
              <a:gd name="connsiteX319" fmla="*/ 5286321 w 7467600"/>
              <a:gd name="connsiteY319" fmla="*/ 6033555 h 6858000"/>
              <a:gd name="connsiteX320" fmla="*/ 5008210 w 7467600"/>
              <a:gd name="connsiteY320" fmla="*/ 6649194 h 6858000"/>
              <a:gd name="connsiteX321" fmla="*/ 4986321 w 7467600"/>
              <a:gd name="connsiteY321" fmla="*/ 6765687 h 6858000"/>
              <a:gd name="connsiteX322" fmla="*/ 4973474 w 7467600"/>
              <a:gd name="connsiteY322" fmla="*/ 6858000 h 6858000"/>
              <a:gd name="connsiteX323" fmla="*/ 4907178 w 7467600"/>
              <a:gd name="connsiteY323" fmla="*/ 6858000 h 6858000"/>
              <a:gd name="connsiteX324" fmla="*/ 4910810 w 7467600"/>
              <a:gd name="connsiteY324" fmla="*/ 6829660 h 6858000"/>
              <a:gd name="connsiteX325" fmla="*/ 4987461 w 7467600"/>
              <a:gd name="connsiteY325" fmla="*/ 6432994 h 6858000"/>
              <a:gd name="connsiteX326" fmla="*/ 5179262 w 7467600"/>
              <a:gd name="connsiteY326" fmla="*/ 6035044 h 6858000"/>
              <a:gd name="connsiteX327" fmla="*/ 4689678 w 7467600"/>
              <a:gd name="connsiteY327" fmla="*/ 6440241 h 6858000"/>
              <a:gd name="connsiteX328" fmla="*/ 4477543 w 7467600"/>
              <a:gd name="connsiteY328" fmla="*/ 6674836 h 6858000"/>
              <a:gd name="connsiteX329" fmla="*/ 4329957 w 7467600"/>
              <a:gd name="connsiteY329" fmla="*/ 6858000 h 6858000"/>
              <a:gd name="connsiteX330" fmla="*/ 4218595 w 7467600"/>
              <a:gd name="connsiteY330" fmla="*/ 6858000 h 6858000"/>
              <a:gd name="connsiteX331" fmla="*/ 4368888 w 7467600"/>
              <a:gd name="connsiteY331" fmla="*/ 6668412 h 6858000"/>
              <a:gd name="connsiteX332" fmla="*/ 4563091 w 7467600"/>
              <a:gd name="connsiteY332" fmla="*/ 6442508 h 6858000"/>
              <a:gd name="connsiteX333" fmla="*/ 5387324 w 7467600"/>
              <a:gd name="connsiteY333" fmla="*/ 5705830 h 6858000"/>
              <a:gd name="connsiteX334" fmla="*/ 5073620 w 7467600"/>
              <a:gd name="connsiteY334" fmla="*/ 5955437 h 6858000"/>
              <a:gd name="connsiteX335" fmla="*/ 4689789 w 7467600"/>
              <a:gd name="connsiteY335" fmla="*/ 6268382 h 6858000"/>
              <a:gd name="connsiteX336" fmla="*/ 4418722 w 7467600"/>
              <a:gd name="connsiteY336" fmla="*/ 6570886 h 6858000"/>
              <a:gd name="connsiteX337" fmla="*/ 4214944 w 7467600"/>
              <a:gd name="connsiteY337" fmla="*/ 6858000 h 6858000"/>
              <a:gd name="connsiteX338" fmla="*/ 4177898 w 7467600"/>
              <a:gd name="connsiteY338" fmla="*/ 6858000 h 6858000"/>
              <a:gd name="connsiteX339" fmla="*/ 4391597 w 7467600"/>
              <a:gd name="connsiteY339" fmla="*/ 6556370 h 6858000"/>
              <a:gd name="connsiteX340" fmla="*/ 4668889 w 7467600"/>
              <a:gd name="connsiteY340" fmla="*/ 6246399 h 6858000"/>
              <a:gd name="connsiteX341" fmla="*/ 5055427 w 7467600"/>
              <a:gd name="connsiteY341" fmla="*/ 5931476 h 6858000"/>
              <a:gd name="connsiteX342" fmla="*/ 5371814 w 7467600"/>
              <a:gd name="connsiteY342" fmla="*/ 5678975 h 6858000"/>
              <a:gd name="connsiteX343" fmla="*/ 4987918 w 7467600"/>
              <a:gd name="connsiteY343" fmla="*/ 5838701 h 6858000"/>
              <a:gd name="connsiteX344" fmla="*/ 4317146 w 7467600"/>
              <a:gd name="connsiteY344" fmla="*/ 6587716 h 6858000"/>
              <a:gd name="connsiteX345" fmla="*/ 4171627 w 7467600"/>
              <a:gd name="connsiteY345" fmla="*/ 6858000 h 6858000"/>
              <a:gd name="connsiteX346" fmla="*/ 4081585 w 7467600"/>
              <a:gd name="connsiteY346" fmla="*/ 6858000 h 6858000"/>
              <a:gd name="connsiteX347" fmla="*/ 4238603 w 7467600"/>
              <a:gd name="connsiteY347" fmla="*/ 6559341 h 6858000"/>
              <a:gd name="connsiteX348" fmla="*/ 4778333 w 7467600"/>
              <a:gd name="connsiteY348" fmla="*/ 5873626 h 6858000"/>
              <a:gd name="connsiteX349" fmla="*/ 5414185 w 7467600"/>
              <a:gd name="connsiteY349" fmla="*/ 5573882 h 6858000"/>
              <a:gd name="connsiteX350" fmla="*/ 5959648 w 7467600"/>
              <a:gd name="connsiteY350" fmla="*/ 4760797 h 6858000"/>
              <a:gd name="connsiteX351" fmla="*/ 5355019 w 7467600"/>
              <a:gd name="connsiteY351" fmla="*/ 4734672 h 6858000"/>
              <a:gd name="connsiteX352" fmla="*/ 5083565 w 7467600"/>
              <a:gd name="connsiteY352" fmla="*/ 5179121 h 6858000"/>
              <a:gd name="connsiteX353" fmla="*/ 4713577 w 7467600"/>
              <a:gd name="connsiteY353" fmla="*/ 5616803 h 6858000"/>
              <a:gd name="connsiteX354" fmla="*/ 3989559 w 7467600"/>
              <a:gd name="connsiteY354" fmla="*/ 6145945 h 6858000"/>
              <a:gd name="connsiteX355" fmla="*/ 3939824 w 7467600"/>
              <a:gd name="connsiteY355" fmla="*/ 6066900 h 6858000"/>
              <a:gd name="connsiteX356" fmla="*/ 4584537 w 7467600"/>
              <a:gd name="connsiteY356" fmla="*/ 5324826 h 6858000"/>
              <a:gd name="connsiteX357" fmla="*/ 5037105 w 7467600"/>
              <a:gd name="connsiteY357" fmla="*/ 5088765 h 6858000"/>
              <a:gd name="connsiteX358" fmla="*/ 5039930 w 7467600"/>
              <a:gd name="connsiteY358" fmla="*/ 5089585 h 6858000"/>
              <a:gd name="connsiteX359" fmla="*/ 5263764 w 7467600"/>
              <a:gd name="connsiteY359" fmla="*/ 4735525 h 6858000"/>
              <a:gd name="connsiteX360" fmla="*/ 4086300 w 7467600"/>
              <a:gd name="connsiteY360" fmla="*/ 4884599 h 6858000"/>
              <a:gd name="connsiteX361" fmla="*/ 4085485 w 7467600"/>
              <a:gd name="connsiteY361" fmla="*/ 4899070 h 6858000"/>
              <a:gd name="connsiteX362" fmla="*/ 3871915 w 7467600"/>
              <a:gd name="connsiteY362" fmla="*/ 5253645 h 6858000"/>
              <a:gd name="connsiteX363" fmla="*/ 3799374 w 7467600"/>
              <a:gd name="connsiteY363" fmla="*/ 5466127 h 6858000"/>
              <a:gd name="connsiteX364" fmla="*/ 3498850 w 7467600"/>
              <a:gd name="connsiteY364" fmla="*/ 6661888 h 6858000"/>
              <a:gd name="connsiteX365" fmla="*/ 3399216 w 7467600"/>
              <a:gd name="connsiteY365" fmla="*/ 6858000 h 6858000"/>
              <a:gd name="connsiteX366" fmla="*/ 3303688 w 7467600"/>
              <a:gd name="connsiteY366" fmla="*/ 6858000 h 6858000"/>
              <a:gd name="connsiteX367" fmla="*/ 3391774 w 7467600"/>
              <a:gd name="connsiteY367" fmla="*/ 6697181 h 6858000"/>
              <a:gd name="connsiteX368" fmla="*/ 3735540 w 7467600"/>
              <a:gd name="connsiteY368" fmla="*/ 5546923 h 6858000"/>
              <a:gd name="connsiteX369" fmla="*/ 3729438 w 7467600"/>
              <a:gd name="connsiteY369" fmla="*/ 5569058 h 6858000"/>
              <a:gd name="connsiteX370" fmla="*/ 3707782 w 7467600"/>
              <a:gd name="connsiteY370" fmla="*/ 5644908 h 6858000"/>
              <a:gd name="connsiteX371" fmla="*/ 3583827 w 7467600"/>
              <a:gd name="connsiteY371" fmla="*/ 6039215 h 6858000"/>
              <a:gd name="connsiteX372" fmla="*/ 3547861 w 7467600"/>
              <a:gd name="connsiteY372" fmla="*/ 6129609 h 6858000"/>
              <a:gd name="connsiteX373" fmla="*/ 3490905 w 7467600"/>
              <a:gd name="connsiteY373" fmla="*/ 6277660 h 6858000"/>
              <a:gd name="connsiteX374" fmla="*/ 3455859 w 7467600"/>
              <a:gd name="connsiteY374" fmla="*/ 6391301 h 6858000"/>
              <a:gd name="connsiteX375" fmla="*/ 3429112 w 7467600"/>
              <a:gd name="connsiteY375" fmla="*/ 6479469 h 6858000"/>
              <a:gd name="connsiteX376" fmla="*/ 3304862 w 7467600"/>
              <a:gd name="connsiteY376" fmla="*/ 6796476 h 6858000"/>
              <a:gd name="connsiteX377" fmla="*/ 3276071 w 7467600"/>
              <a:gd name="connsiteY377" fmla="*/ 6858000 h 6858000"/>
              <a:gd name="connsiteX378" fmla="*/ 3240805 w 7467600"/>
              <a:gd name="connsiteY378" fmla="*/ 6858000 h 6858000"/>
              <a:gd name="connsiteX379" fmla="*/ 3275917 w 7467600"/>
              <a:gd name="connsiteY379" fmla="*/ 6783192 h 6858000"/>
              <a:gd name="connsiteX380" fmla="*/ 3399358 w 7467600"/>
              <a:gd name="connsiteY380" fmla="*/ 6469011 h 6858000"/>
              <a:gd name="connsiteX381" fmla="*/ 3425650 w 7467600"/>
              <a:gd name="connsiteY381" fmla="*/ 6381333 h 6858000"/>
              <a:gd name="connsiteX382" fmla="*/ 3460661 w 7467600"/>
              <a:gd name="connsiteY382" fmla="*/ 6266763 h 6858000"/>
              <a:gd name="connsiteX383" fmla="*/ 3518021 w 7467600"/>
              <a:gd name="connsiteY383" fmla="*/ 6117298 h 6858000"/>
              <a:gd name="connsiteX384" fmla="*/ 3554035 w 7467600"/>
              <a:gd name="connsiteY384" fmla="*/ 6027832 h 6858000"/>
              <a:gd name="connsiteX385" fmla="*/ 3677174 w 7467600"/>
              <a:gd name="connsiteY385" fmla="*/ 5636351 h 6858000"/>
              <a:gd name="connsiteX386" fmla="*/ 3698819 w 7467600"/>
              <a:gd name="connsiteY386" fmla="*/ 5560503 h 6858000"/>
              <a:gd name="connsiteX387" fmla="*/ 3702094 w 7467600"/>
              <a:gd name="connsiteY387" fmla="*/ 5549194 h 6858000"/>
              <a:gd name="connsiteX388" fmla="*/ 3398355 w 7467600"/>
              <a:gd name="connsiteY388" fmla="*/ 6094603 h 6858000"/>
              <a:gd name="connsiteX389" fmla="*/ 3193941 w 7467600"/>
              <a:gd name="connsiteY389" fmla="*/ 6798775 h 6858000"/>
              <a:gd name="connsiteX390" fmla="*/ 3184140 w 7467600"/>
              <a:gd name="connsiteY390" fmla="*/ 6858000 h 6858000"/>
              <a:gd name="connsiteX391" fmla="*/ 3099978 w 7467600"/>
              <a:gd name="connsiteY391" fmla="*/ 6858000 h 6858000"/>
              <a:gd name="connsiteX392" fmla="*/ 3101556 w 7467600"/>
              <a:gd name="connsiteY392" fmla="*/ 6843337 h 6858000"/>
              <a:gd name="connsiteX393" fmla="*/ 3370162 w 7467600"/>
              <a:gd name="connsiteY393" fmla="*/ 5785550 h 6858000"/>
              <a:gd name="connsiteX394" fmla="*/ 3746477 w 7467600"/>
              <a:gd name="connsiteY394" fmla="*/ 5377889 h 6858000"/>
              <a:gd name="connsiteX395" fmla="*/ 3863399 w 7467600"/>
              <a:gd name="connsiteY395" fmla="*/ 5087257 h 6858000"/>
              <a:gd name="connsiteX396" fmla="*/ 3968712 w 7467600"/>
              <a:gd name="connsiteY396" fmla="*/ 4913989 h 6858000"/>
              <a:gd name="connsiteX397" fmla="*/ 2792390 w 7467600"/>
              <a:gd name="connsiteY397" fmla="*/ 5382974 h 6858000"/>
              <a:gd name="connsiteX398" fmla="*/ 2714982 w 7467600"/>
              <a:gd name="connsiteY398" fmla="*/ 5427051 h 6858000"/>
              <a:gd name="connsiteX399" fmla="*/ 2813361 w 7467600"/>
              <a:gd name="connsiteY399" fmla="*/ 6023912 h 6858000"/>
              <a:gd name="connsiteX400" fmla="*/ 2688430 w 7467600"/>
              <a:gd name="connsiteY400" fmla="*/ 6801564 h 6858000"/>
              <a:gd name="connsiteX401" fmla="*/ 2629626 w 7467600"/>
              <a:gd name="connsiteY401" fmla="*/ 6763394 h 6858000"/>
              <a:gd name="connsiteX402" fmla="*/ 2565328 w 7467600"/>
              <a:gd name="connsiteY402" fmla="*/ 5516399 h 6858000"/>
              <a:gd name="connsiteX403" fmla="*/ 1922999 w 7467600"/>
              <a:gd name="connsiteY403" fmla="*/ 5980343 h 6858000"/>
              <a:gd name="connsiteX404" fmla="*/ 1950261 w 7467600"/>
              <a:gd name="connsiteY404" fmla="*/ 6405858 h 6858000"/>
              <a:gd name="connsiteX405" fmla="*/ 2365554 w 7467600"/>
              <a:gd name="connsiteY405" fmla="*/ 6759107 h 6858000"/>
              <a:gd name="connsiteX406" fmla="*/ 2424142 w 7467600"/>
              <a:gd name="connsiteY406" fmla="*/ 6858000 h 6858000"/>
              <a:gd name="connsiteX407" fmla="*/ 2395994 w 7467600"/>
              <a:gd name="connsiteY407" fmla="*/ 6858000 h 6858000"/>
              <a:gd name="connsiteX408" fmla="*/ 2392863 w 7467600"/>
              <a:gd name="connsiteY408" fmla="*/ 6852964 h 6858000"/>
              <a:gd name="connsiteX409" fmla="*/ 2017589 w 7467600"/>
              <a:gd name="connsiteY409" fmla="*/ 6493982 h 6858000"/>
              <a:gd name="connsiteX410" fmla="*/ 2147336 w 7467600"/>
              <a:gd name="connsiteY410" fmla="*/ 6594052 h 6858000"/>
              <a:gd name="connsiteX411" fmla="*/ 2207047 w 7467600"/>
              <a:gd name="connsiteY411" fmla="*/ 6654540 h 6858000"/>
              <a:gd name="connsiteX412" fmla="*/ 2299106 w 7467600"/>
              <a:gd name="connsiteY412" fmla="*/ 6778931 h 6858000"/>
              <a:gd name="connsiteX413" fmla="*/ 2314430 w 7467600"/>
              <a:gd name="connsiteY413" fmla="*/ 6801144 h 6858000"/>
              <a:gd name="connsiteX414" fmla="*/ 2352406 w 7467600"/>
              <a:gd name="connsiteY414" fmla="*/ 6858000 h 6858000"/>
              <a:gd name="connsiteX415" fmla="*/ 2314492 w 7467600"/>
              <a:gd name="connsiteY415" fmla="*/ 6858000 h 6858000"/>
              <a:gd name="connsiteX416" fmla="*/ 2288095 w 7467600"/>
              <a:gd name="connsiteY416" fmla="*/ 6818030 h 6858000"/>
              <a:gd name="connsiteX417" fmla="*/ 2272768 w 7467600"/>
              <a:gd name="connsiteY417" fmla="*/ 6795822 h 6858000"/>
              <a:gd name="connsiteX418" fmla="*/ 2182715 w 7467600"/>
              <a:gd name="connsiteY418" fmla="*/ 6675071 h 6858000"/>
              <a:gd name="connsiteX419" fmla="*/ 2032061 w 7467600"/>
              <a:gd name="connsiteY419" fmla="*/ 6541380 h 6858000"/>
              <a:gd name="connsiteX420" fmla="*/ 2257220 w 7467600"/>
              <a:gd name="connsiteY420" fmla="*/ 6826257 h 6858000"/>
              <a:gd name="connsiteX421" fmla="*/ 2281324 w 7467600"/>
              <a:gd name="connsiteY421" fmla="*/ 6858000 h 6858000"/>
              <a:gd name="connsiteX422" fmla="*/ 2242860 w 7467600"/>
              <a:gd name="connsiteY422" fmla="*/ 6858000 h 6858000"/>
              <a:gd name="connsiteX423" fmla="*/ 2232818 w 7467600"/>
              <a:gd name="connsiteY423" fmla="*/ 6844926 h 6858000"/>
              <a:gd name="connsiteX424" fmla="*/ 1990172 w 7467600"/>
              <a:gd name="connsiteY424" fmla="*/ 6542121 h 6858000"/>
              <a:gd name="connsiteX425" fmla="*/ 2124090 w 7467600"/>
              <a:gd name="connsiteY425" fmla="*/ 6761017 h 6858000"/>
              <a:gd name="connsiteX426" fmla="*/ 2200380 w 7467600"/>
              <a:gd name="connsiteY426" fmla="*/ 6858000 h 6858000"/>
              <a:gd name="connsiteX427" fmla="*/ 2147507 w 7467600"/>
              <a:gd name="connsiteY427" fmla="*/ 6858000 h 6858000"/>
              <a:gd name="connsiteX428" fmla="*/ 2070668 w 7467600"/>
              <a:gd name="connsiteY428" fmla="*/ 6761520 h 6858000"/>
              <a:gd name="connsiteX429" fmla="*/ 1975142 w 7467600"/>
              <a:gd name="connsiteY429" fmla="*/ 6585570 h 6858000"/>
              <a:gd name="connsiteX430" fmla="*/ 2050035 w 7467600"/>
              <a:gd name="connsiteY430" fmla="*/ 6813345 h 6858000"/>
              <a:gd name="connsiteX431" fmla="*/ 2063025 w 7467600"/>
              <a:gd name="connsiteY431" fmla="*/ 6858000 h 6858000"/>
              <a:gd name="connsiteX432" fmla="*/ 2021675 w 7467600"/>
              <a:gd name="connsiteY432" fmla="*/ 6858000 h 6858000"/>
              <a:gd name="connsiteX433" fmla="*/ 2019308 w 7467600"/>
              <a:gd name="connsiteY433" fmla="*/ 6847118 h 6858000"/>
              <a:gd name="connsiteX434" fmla="*/ 1938835 w 7467600"/>
              <a:gd name="connsiteY434" fmla="*/ 6551160 h 6858000"/>
              <a:gd name="connsiteX435" fmla="*/ 1953230 w 7467600"/>
              <a:gd name="connsiteY435" fmla="*/ 6759699 h 6858000"/>
              <a:gd name="connsiteX436" fmla="*/ 1956763 w 7467600"/>
              <a:gd name="connsiteY436" fmla="*/ 6778191 h 6858000"/>
              <a:gd name="connsiteX437" fmla="*/ 1967925 w 7467600"/>
              <a:gd name="connsiteY437" fmla="*/ 6858000 h 6858000"/>
              <a:gd name="connsiteX438" fmla="*/ 1936622 w 7467600"/>
              <a:gd name="connsiteY438" fmla="*/ 6858000 h 6858000"/>
              <a:gd name="connsiteX439" fmla="*/ 1926261 w 7467600"/>
              <a:gd name="connsiteY439" fmla="*/ 6784064 h 6858000"/>
              <a:gd name="connsiteX440" fmla="*/ 1922724 w 7467600"/>
              <a:gd name="connsiteY440" fmla="*/ 6765577 h 6858000"/>
              <a:gd name="connsiteX441" fmla="*/ 1904650 w 7467600"/>
              <a:gd name="connsiteY441" fmla="*/ 6639616 h 6858000"/>
              <a:gd name="connsiteX442" fmla="*/ 1885273 w 7467600"/>
              <a:gd name="connsiteY442" fmla="*/ 6858000 h 6858000"/>
              <a:gd name="connsiteX443" fmla="*/ 1854363 w 7467600"/>
              <a:gd name="connsiteY443" fmla="*/ 6858000 h 6858000"/>
              <a:gd name="connsiteX444" fmla="*/ 1880391 w 7467600"/>
              <a:gd name="connsiteY444" fmla="*/ 6603796 h 6858000"/>
              <a:gd name="connsiteX445" fmla="*/ 1818273 w 7467600"/>
              <a:gd name="connsiteY445" fmla="*/ 6715729 h 6858000"/>
              <a:gd name="connsiteX446" fmla="*/ 1794691 w 7467600"/>
              <a:gd name="connsiteY446" fmla="*/ 6843239 h 6858000"/>
              <a:gd name="connsiteX447" fmla="*/ 1794914 w 7467600"/>
              <a:gd name="connsiteY447" fmla="*/ 6858000 h 6858000"/>
              <a:gd name="connsiteX448" fmla="*/ 1746128 w 7467600"/>
              <a:gd name="connsiteY448" fmla="*/ 6858000 h 6858000"/>
              <a:gd name="connsiteX449" fmla="*/ 1753934 w 7467600"/>
              <a:gd name="connsiteY449" fmla="*/ 6724796 h 6858000"/>
              <a:gd name="connsiteX450" fmla="*/ 1792053 w 7467600"/>
              <a:gd name="connsiteY450" fmla="*/ 6572396 h 6858000"/>
              <a:gd name="connsiteX451" fmla="*/ 1862248 w 7467600"/>
              <a:gd name="connsiteY451" fmla="*/ 6266397 h 6858000"/>
              <a:gd name="connsiteX452" fmla="*/ 1862250 w 7467600"/>
              <a:gd name="connsiteY452" fmla="*/ 6033531 h 6858000"/>
              <a:gd name="connsiteX453" fmla="*/ 1211999 w 7467600"/>
              <a:gd name="connsiteY453" fmla="*/ 6683610 h 6858000"/>
              <a:gd name="connsiteX454" fmla="*/ 1213266 w 7467600"/>
              <a:gd name="connsiteY454" fmla="*/ 6691947 h 6858000"/>
              <a:gd name="connsiteX455" fmla="*/ 1203370 w 7467600"/>
              <a:gd name="connsiteY455" fmla="*/ 6850676 h 6858000"/>
              <a:gd name="connsiteX456" fmla="*/ 1203671 w 7467600"/>
              <a:gd name="connsiteY456" fmla="*/ 6858000 h 6858000"/>
              <a:gd name="connsiteX457" fmla="*/ 1143180 w 7467600"/>
              <a:gd name="connsiteY457" fmla="*/ 6858000 h 6858000"/>
              <a:gd name="connsiteX458" fmla="*/ 1142176 w 7467600"/>
              <a:gd name="connsiteY458" fmla="*/ 6766045 h 6858000"/>
              <a:gd name="connsiteX459" fmla="*/ 1067484 w 7467600"/>
              <a:gd name="connsiteY459" fmla="*/ 6858000 h 6858000"/>
              <a:gd name="connsiteX460" fmla="*/ 953928 w 7467600"/>
              <a:gd name="connsiteY460" fmla="*/ 6858000 h 6858000"/>
              <a:gd name="connsiteX461" fmla="*/ 959715 w 7467600"/>
              <a:gd name="connsiteY461" fmla="*/ 6850185 h 6858000"/>
              <a:gd name="connsiteX462" fmla="*/ 1483788 w 7467600"/>
              <a:gd name="connsiteY462" fmla="*/ 6259174 h 6858000"/>
              <a:gd name="connsiteX463" fmla="*/ 1100671 w 7467600"/>
              <a:gd name="connsiteY463" fmla="*/ 6252137 h 6858000"/>
              <a:gd name="connsiteX464" fmla="*/ 1090144 w 7467600"/>
              <a:gd name="connsiteY464" fmla="*/ 6256748 h 6858000"/>
              <a:gd name="connsiteX465" fmla="*/ 1095872 w 7467600"/>
              <a:gd name="connsiteY465" fmla="*/ 6271892 h 6858000"/>
              <a:gd name="connsiteX466" fmla="*/ 262785 w 7467600"/>
              <a:gd name="connsiteY466" fmla="*/ 6845450 h 6858000"/>
              <a:gd name="connsiteX467" fmla="*/ 209968 w 7467600"/>
              <a:gd name="connsiteY467" fmla="*/ 6770713 h 6858000"/>
              <a:gd name="connsiteX468" fmla="*/ 873460 w 7467600"/>
              <a:gd name="connsiteY468" fmla="*/ 6253768 h 6858000"/>
              <a:gd name="connsiteX469" fmla="*/ 192686 w 7467600"/>
              <a:gd name="connsiteY469" fmla="*/ 5849257 h 6858000"/>
              <a:gd name="connsiteX470" fmla="*/ 4696 w 7467600"/>
              <a:gd name="connsiteY470" fmla="*/ 5697668 h 6858000"/>
              <a:gd name="connsiteX471" fmla="*/ 0 w 7467600"/>
              <a:gd name="connsiteY471" fmla="*/ 5689984 h 6858000"/>
              <a:gd name="connsiteX472" fmla="*/ 0 w 7467600"/>
              <a:gd name="connsiteY472" fmla="*/ 5513472 h 6858000"/>
              <a:gd name="connsiteX473" fmla="*/ 174101 w 7467600"/>
              <a:gd name="connsiteY473" fmla="*/ 5620277 h 6858000"/>
              <a:gd name="connsiteX474" fmla="*/ 891800 w 7467600"/>
              <a:gd name="connsiteY474" fmla="*/ 6036935 h 6858000"/>
              <a:gd name="connsiteX475" fmla="*/ 1072219 w 7467600"/>
              <a:gd name="connsiteY475" fmla="*/ 6169443 h 6858000"/>
              <a:gd name="connsiteX476" fmla="*/ 1074117 w 7467600"/>
              <a:gd name="connsiteY476" fmla="*/ 6170301 h 6858000"/>
              <a:gd name="connsiteX477" fmla="*/ 1083114 w 7467600"/>
              <a:gd name="connsiteY477" fmla="*/ 6174131 h 6858000"/>
              <a:gd name="connsiteX478" fmla="*/ 1543010 w 7467600"/>
              <a:gd name="connsiteY478" fmla="*/ 6191140 h 6858000"/>
              <a:gd name="connsiteX479" fmla="*/ 1551080 w 7467600"/>
              <a:gd name="connsiteY479" fmla="*/ 6195006 h 6858000"/>
              <a:gd name="connsiteX480" fmla="*/ 2345443 w 7467600"/>
              <a:gd name="connsiteY480" fmla="*/ 5549882 h 6858000"/>
              <a:gd name="connsiteX481" fmla="*/ 1721499 w 7467600"/>
              <a:gd name="connsiteY481" fmla="*/ 5599969 h 6858000"/>
              <a:gd name="connsiteX482" fmla="*/ 767716 w 7467600"/>
              <a:gd name="connsiteY482" fmla="*/ 5472768 h 6858000"/>
              <a:gd name="connsiteX483" fmla="*/ 722147 w 7467600"/>
              <a:gd name="connsiteY483" fmla="*/ 5393091 h 6858000"/>
              <a:gd name="connsiteX484" fmla="*/ 1485552 w 7467600"/>
              <a:gd name="connsiteY484" fmla="*/ 5313202 h 6858000"/>
              <a:gd name="connsiteX485" fmla="*/ 2143004 w 7467600"/>
              <a:gd name="connsiteY485" fmla="*/ 5402420 h 6858000"/>
              <a:gd name="connsiteX486" fmla="*/ 1933391 w 7467600"/>
              <a:gd name="connsiteY486" fmla="*/ 5156971 h 6858000"/>
              <a:gd name="connsiteX487" fmla="*/ 1827118 w 7467600"/>
              <a:gd name="connsiteY487" fmla="*/ 4968410 h 6858000"/>
              <a:gd name="connsiteX488" fmla="*/ 1837349 w 7467600"/>
              <a:gd name="connsiteY488" fmla="*/ 4956357 h 6858000"/>
              <a:gd name="connsiteX489" fmla="*/ 2162835 w 7467600"/>
              <a:gd name="connsiteY489" fmla="*/ 5187853 h 6858000"/>
              <a:gd name="connsiteX490" fmla="*/ 2257167 w 7467600"/>
              <a:gd name="connsiteY490" fmla="*/ 5462123 h 6858000"/>
              <a:gd name="connsiteX491" fmla="*/ 2261598 w 7467600"/>
              <a:gd name="connsiteY491" fmla="*/ 5467998 h 6858000"/>
              <a:gd name="connsiteX492" fmla="*/ 2437177 w 7467600"/>
              <a:gd name="connsiteY492" fmla="*/ 5479608 h 6858000"/>
              <a:gd name="connsiteX493" fmla="*/ 2445247 w 7467600"/>
              <a:gd name="connsiteY493" fmla="*/ 5483476 h 6858000"/>
              <a:gd name="connsiteX494" fmla="*/ 2743626 w 7467600"/>
              <a:gd name="connsiteY494" fmla="*/ 5304819 h 6858000"/>
              <a:gd name="connsiteX495" fmla="*/ 3048102 w 7467600"/>
              <a:gd name="connsiteY495" fmla="*/ 5150595 h 6858000"/>
              <a:gd name="connsiteX496" fmla="*/ 1799414 w 7467600"/>
              <a:gd name="connsiteY496" fmla="*/ 4694732 h 6858000"/>
              <a:gd name="connsiteX497" fmla="*/ 1771735 w 7467600"/>
              <a:gd name="connsiteY497" fmla="*/ 4619929 h 6858000"/>
              <a:gd name="connsiteX498" fmla="*/ 3104273 w 7467600"/>
              <a:gd name="connsiteY498" fmla="*/ 5076159 h 6858000"/>
              <a:gd name="connsiteX499" fmla="*/ 3113245 w 7467600"/>
              <a:gd name="connsiteY499" fmla="*/ 5090705 h 6858000"/>
              <a:gd name="connsiteX500" fmla="*/ 3126294 w 7467600"/>
              <a:gd name="connsiteY500" fmla="*/ 5114400 h 6858000"/>
              <a:gd name="connsiteX501" fmla="*/ 3937433 w 7467600"/>
              <a:gd name="connsiteY501" fmla="*/ 4830473 h 6858000"/>
              <a:gd name="connsiteX502" fmla="*/ 3590475 w 7467600"/>
              <a:gd name="connsiteY502" fmla="*/ 4597974 h 6858000"/>
              <a:gd name="connsiteX503" fmla="*/ 3100264 w 7467600"/>
              <a:gd name="connsiteY503" fmla="*/ 4579845 h 6858000"/>
              <a:gd name="connsiteX504" fmla="*/ 2183576 w 7467600"/>
              <a:gd name="connsiteY504" fmla="*/ 4227150 h 6858000"/>
              <a:gd name="connsiteX505" fmla="*/ 2151029 w 7467600"/>
              <a:gd name="connsiteY505" fmla="*/ 4146947 h 6858000"/>
              <a:gd name="connsiteX506" fmla="*/ 3563434 w 7467600"/>
              <a:gd name="connsiteY506" fmla="*/ 4469115 h 6858000"/>
              <a:gd name="connsiteX507" fmla="*/ 3177952 w 7467600"/>
              <a:gd name="connsiteY507" fmla="*/ 3657386 h 6858000"/>
              <a:gd name="connsiteX508" fmla="*/ 3189263 w 7467600"/>
              <a:gd name="connsiteY508" fmla="*/ 3625726 h 6858000"/>
              <a:gd name="connsiteX509" fmla="*/ 3560912 w 7467600"/>
              <a:gd name="connsiteY509" fmla="*/ 4079863 h 6858000"/>
              <a:gd name="connsiteX510" fmla="*/ 3626636 w 7467600"/>
              <a:gd name="connsiteY510" fmla="*/ 4512230 h 6858000"/>
              <a:gd name="connsiteX511" fmla="*/ 3653088 w 7467600"/>
              <a:gd name="connsiteY511" fmla="*/ 4521417 h 6858000"/>
              <a:gd name="connsiteX512" fmla="*/ 3988128 w 7467600"/>
              <a:gd name="connsiteY512" fmla="*/ 4817267 h 6858000"/>
              <a:gd name="connsiteX513" fmla="*/ 4830582 w 7467600"/>
              <a:gd name="connsiteY513" fmla="*/ 4676000 h 6858000"/>
              <a:gd name="connsiteX514" fmla="*/ 4830100 w 7467600"/>
              <a:gd name="connsiteY514" fmla="*/ 4675554 h 6858000"/>
              <a:gd name="connsiteX515" fmla="*/ 4036318 w 7467600"/>
              <a:gd name="connsiteY515" fmla="*/ 4147013 h 6858000"/>
              <a:gd name="connsiteX516" fmla="*/ 3432098 w 7467600"/>
              <a:gd name="connsiteY516" fmla="*/ 3537312 h 6858000"/>
              <a:gd name="connsiteX517" fmla="*/ 3446761 w 7467600"/>
              <a:gd name="connsiteY517" fmla="*/ 3461278 h 6858000"/>
              <a:gd name="connsiteX518" fmla="*/ 4419733 w 7467600"/>
              <a:gd name="connsiteY518" fmla="*/ 3963555 h 6858000"/>
              <a:gd name="connsiteX519" fmla="*/ 4781371 w 7467600"/>
              <a:gd name="connsiteY519" fmla="*/ 4458604 h 6858000"/>
              <a:gd name="connsiteX520" fmla="*/ 4780440 w 7467600"/>
              <a:gd name="connsiteY520" fmla="*/ 4470290 h 6858000"/>
              <a:gd name="connsiteX521" fmla="*/ 4898954 w 7467600"/>
              <a:gd name="connsiteY521" fmla="*/ 4662092 h 6858000"/>
              <a:gd name="connsiteX522" fmla="*/ 4900699 w 7467600"/>
              <a:gd name="connsiteY522" fmla="*/ 4670867 h 6858000"/>
              <a:gd name="connsiteX523" fmla="*/ 5714511 w 7467600"/>
              <a:gd name="connsiteY523" fmla="*/ 4663483 h 6858000"/>
              <a:gd name="connsiteX524" fmla="*/ 5464793 w 7467600"/>
              <a:gd name="connsiteY524" fmla="*/ 4393556 h 6858000"/>
              <a:gd name="connsiteX525" fmla="*/ 5461897 w 7467600"/>
              <a:gd name="connsiteY525" fmla="*/ 4390879 h 6858000"/>
              <a:gd name="connsiteX526" fmla="*/ 4294126 w 7467600"/>
              <a:gd name="connsiteY526" fmla="*/ 3303048 h 6858000"/>
              <a:gd name="connsiteX527" fmla="*/ 4305321 w 7467600"/>
              <a:gd name="connsiteY527" fmla="*/ 3256953 h 6858000"/>
              <a:gd name="connsiteX528" fmla="*/ 4949299 w 7467600"/>
              <a:gd name="connsiteY528" fmla="*/ 3766336 h 6858000"/>
              <a:gd name="connsiteX529" fmla="*/ 5291452 w 7467600"/>
              <a:gd name="connsiteY529" fmla="*/ 4076801 h 6858000"/>
              <a:gd name="connsiteX530" fmla="*/ 5434998 w 7467600"/>
              <a:gd name="connsiteY530" fmla="*/ 4254100 h 6858000"/>
              <a:gd name="connsiteX531" fmla="*/ 5351015 w 7467600"/>
              <a:gd name="connsiteY531" fmla="*/ 3760989 h 6858000"/>
              <a:gd name="connsiteX532" fmla="*/ 5413780 w 7467600"/>
              <a:gd name="connsiteY532" fmla="*/ 2966265 h 6858000"/>
              <a:gd name="connsiteX533" fmla="*/ 5425627 w 7467600"/>
              <a:gd name="connsiteY533" fmla="*/ 2954192 h 6858000"/>
              <a:gd name="connsiteX534" fmla="*/ 6604735 w 7467600"/>
              <a:gd name="connsiteY534" fmla="*/ 2041381 h 6858000"/>
              <a:gd name="connsiteX535" fmla="*/ 7204487 w 7467600"/>
              <a:gd name="connsiteY535" fmla="*/ 2742112 h 6858000"/>
              <a:gd name="connsiteX536" fmla="*/ 7131592 w 7467600"/>
              <a:gd name="connsiteY536" fmla="*/ 2672096 h 6858000"/>
              <a:gd name="connsiteX537" fmla="*/ 6996344 w 7467600"/>
              <a:gd name="connsiteY537" fmla="*/ 2518310 h 6858000"/>
              <a:gd name="connsiteX538" fmla="*/ 6735495 w 7467600"/>
              <a:gd name="connsiteY538" fmla="*/ 2196890 h 6858000"/>
              <a:gd name="connsiteX539" fmla="*/ 6721901 w 7467600"/>
              <a:gd name="connsiteY539" fmla="*/ 2179274 h 6858000"/>
              <a:gd name="connsiteX540" fmla="*/ 6604735 w 7467600"/>
              <a:gd name="connsiteY540" fmla="*/ 2041381 h 6858000"/>
              <a:gd name="connsiteX541" fmla="*/ 6591670 w 7467600"/>
              <a:gd name="connsiteY541" fmla="*/ 1988277 h 6858000"/>
              <a:gd name="connsiteX542" fmla="*/ 6747349 w 7467600"/>
              <a:gd name="connsiteY542" fmla="*/ 2160069 h 6858000"/>
              <a:gd name="connsiteX543" fmla="*/ 6760943 w 7467600"/>
              <a:gd name="connsiteY543" fmla="*/ 2177686 h 6858000"/>
              <a:gd name="connsiteX544" fmla="*/ 7021065 w 7467600"/>
              <a:gd name="connsiteY544" fmla="*/ 2498102 h 6858000"/>
              <a:gd name="connsiteX545" fmla="*/ 7155223 w 7467600"/>
              <a:gd name="connsiteY545" fmla="*/ 2650386 h 6858000"/>
              <a:gd name="connsiteX546" fmla="*/ 7203167 w 7467600"/>
              <a:gd name="connsiteY546" fmla="*/ 2697288 h 6858000"/>
              <a:gd name="connsiteX547" fmla="*/ 6937703 w 7467600"/>
              <a:gd name="connsiteY547" fmla="*/ 2321981 h 6858000"/>
              <a:gd name="connsiteX548" fmla="*/ 6591670 w 7467600"/>
              <a:gd name="connsiteY548" fmla="*/ 1988277 h 6858000"/>
              <a:gd name="connsiteX549" fmla="*/ 5798671 w 7467600"/>
              <a:gd name="connsiteY549" fmla="*/ 1981601 h 6858000"/>
              <a:gd name="connsiteX550" fmla="*/ 5754709 w 7467600"/>
              <a:gd name="connsiteY550" fmla="*/ 2071454 h 6858000"/>
              <a:gd name="connsiteX551" fmla="*/ 5763044 w 7467600"/>
              <a:gd name="connsiteY551" fmla="*/ 2842206 h 6858000"/>
              <a:gd name="connsiteX552" fmla="*/ 5764974 w 7467600"/>
              <a:gd name="connsiteY552" fmla="*/ 2799609 h 6858000"/>
              <a:gd name="connsiteX553" fmla="*/ 5767665 w 7467600"/>
              <a:gd name="connsiteY553" fmla="*/ 2666409 h 6858000"/>
              <a:gd name="connsiteX554" fmla="*/ 5763055 w 7467600"/>
              <a:gd name="connsiteY554" fmla="*/ 2579705 h 6858000"/>
              <a:gd name="connsiteX555" fmla="*/ 5758079 w 7467600"/>
              <a:gd name="connsiteY555" fmla="*/ 2492508 h 6858000"/>
              <a:gd name="connsiteX556" fmla="*/ 5779325 w 7467600"/>
              <a:gd name="connsiteY556" fmla="*/ 2197069 h 6858000"/>
              <a:gd name="connsiteX557" fmla="*/ 5798671 w 7467600"/>
              <a:gd name="connsiteY557" fmla="*/ 1981601 h 6858000"/>
              <a:gd name="connsiteX558" fmla="*/ 5829202 w 7467600"/>
              <a:gd name="connsiteY558" fmla="*/ 1971679 h 6858000"/>
              <a:gd name="connsiteX559" fmla="*/ 5809558 w 7467600"/>
              <a:gd name="connsiteY559" fmla="*/ 2198043 h 6858000"/>
              <a:gd name="connsiteX560" fmla="*/ 5788653 w 7467600"/>
              <a:gd name="connsiteY560" fmla="*/ 2489430 h 6858000"/>
              <a:gd name="connsiteX561" fmla="*/ 5793439 w 7467600"/>
              <a:gd name="connsiteY561" fmla="*/ 2575235 h 6858000"/>
              <a:gd name="connsiteX562" fmla="*/ 5796837 w 7467600"/>
              <a:gd name="connsiteY562" fmla="*/ 2637633 h 6858000"/>
              <a:gd name="connsiteX563" fmla="*/ 5818614 w 7467600"/>
              <a:gd name="connsiteY563" fmla="*/ 2473055 h 6858000"/>
              <a:gd name="connsiteX564" fmla="*/ 5829202 w 7467600"/>
              <a:gd name="connsiteY564" fmla="*/ 1971679 h 6858000"/>
              <a:gd name="connsiteX565" fmla="*/ 5911389 w 7467600"/>
              <a:gd name="connsiteY565" fmla="*/ 1898371 h 6858000"/>
              <a:gd name="connsiteX566" fmla="*/ 6237627 w 7467600"/>
              <a:gd name="connsiteY566" fmla="*/ 2231921 h 6858000"/>
              <a:gd name="connsiteX567" fmla="*/ 5911389 w 7467600"/>
              <a:gd name="connsiteY567" fmla="*/ 1898371 h 6858000"/>
              <a:gd name="connsiteX568" fmla="*/ 6944437 w 7467600"/>
              <a:gd name="connsiteY568" fmla="*/ 1575402 h 6858000"/>
              <a:gd name="connsiteX569" fmla="*/ 6304730 w 7467600"/>
              <a:gd name="connsiteY569" fmla="*/ 1766654 h 6858000"/>
              <a:gd name="connsiteX570" fmla="*/ 6944437 w 7467600"/>
              <a:gd name="connsiteY570" fmla="*/ 1575402 h 6858000"/>
              <a:gd name="connsiteX571" fmla="*/ 7019523 w 7467600"/>
              <a:gd name="connsiteY571" fmla="*/ 1519450 h 6858000"/>
              <a:gd name="connsiteX572" fmla="*/ 6298091 w 7467600"/>
              <a:gd name="connsiteY572" fmla="*/ 1737122 h 6858000"/>
              <a:gd name="connsiteX573" fmla="*/ 7019523 w 7467600"/>
              <a:gd name="connsiteY573" fmla="*/ 1519450 h 6858000"/>
              <a:gd name="connsiteX574" fmla="*/ 2399523 w 7467600"/>
              <a:gd name="connsiteY574" fmla="*/ 1428234 h 6858000"/>
              <a:gd name="connsiteX575" fmla="*/ 2224982 w 7467600"/>
              <a:gd name="connsiteY575" fmla="*/ 1826201 h 6858000"/>
              <a:gd name="connsiteX576" fmla="*/ 2096099 w 7467600"/>
              <a:gd name="connsiteY576" fmla="*/ 2345900 h 6858000"/>
              <a:gd name="connsiteX577" fmla="*/ 2283317 w 7467600"/>
              <a:gd name="connsiteY577" fmla="*/ 1796925 h 6858000"/>
              <a:gd name="connsiteX578" fmla="*/ 2399523 w 7467600"/>
              <a:gd name="connsiteY578" fmla="*/ 1428234 h 6858000"/>
              <a:gd name="connsiteX579" fmla="*/ 2448558 w 7467600"/>
              <a:gd name="connsiteY579" fmla="*/ 1373435 h 6858000"/>
              <a:gd name="connsiteX580" fmla="*/ 2312521 w 7467600"/>
              <a:gd name="connsiteY580" fmla="*/ 1806140 h 6858000"/>
              <a:gd name="connsiteX581" fmla="*/ 2127533 w 7467600"/>
              <a:gd name="connsiteY581" fmla="*/ 2348380 h 6858000"/>
              <a:gd name="connsiteX582" fmla="*/ 2358080 w 7467600"/>
              <a:gd name="connsiteY582" fmla="*/ 1866134 h 6858000"/>
              <a:gd name="connsiteX583" fmla="*/ 2407436 w 7467600"/>
              <a:gd name="connsiteY583" fmla="*/ 1651070 h 6858000"/>
              <a:gd name="connsiteX584" fmla="*/ 2448558 w 7467600"/>
              <a:gd name="connsiteY584" fmla="*/ 1373435 h 6858000"/>
              <a:gd name="connsiteX585" fmla="*/ 278707 w 7467600"/>
              <a:gd name="connsiteY585" fmla="*/ 1352270 h 6858000"/>
              <a:gd name="connsiteX586" fmla="*/ 321570 w 7467600"/>
              <a:gd name="connsiteY586" fmla="*/ 1861610 h 6858000"/>
              <a:gd name="connsiteX587" fmla="*/ 294281 w 7467600"/>
              <a:gd name="connsiteY587" fmla="*/ 1440658 h 6858000"/>
              <a:gd name="connsiteX588" fmla="*/ 278707 w 7467600"/>
              <a:gd name="connsiteY588" fmla="*/ 1352270 h 6858000"/>
              <a:gd name="connsiteX589" fmla="*/ 1423821 w 7467600"/>
              <a:gd name="connsiteY589" fmla="*/ 1351958 h 6858000"/>
              <a:gd name="connsiteX590" fmla="*/ 1638521 w 7467600"/>
              <a:gd name="connsiteY590" fmla="*/ 1908470 h 6858000"/>
              <a:gd name="connsiteX591" fmla="*/ 1754199 w 7467600"/>
              <a:gd name="connsiteY591" fmla="*/ 2149284 h 6858000"/>
              <a:gd name="connsiteX592" fmla="*/ 1908359 w 7467600"/>
              <a:gd name="connsiteY592" fmla="*/ 2364988 h 6858000"/>
              <a:gd name="connsiteX593" fmla="*/ 1647661 w 7467600"/>
              <a:gd name="connsiteY593" fmla="*/ 1825945 h 6858000"/>
              <a:gd name="connsiteX594" fmla="*/ 1423821 w 7467600"/>
              <a:gd name="connsiteY594" fmla="*/ 1351958 h 6858000"/>
              <a:gd name="connsiteX595" fmla="*/ 1431890 w 7467600"/>
              <a:gd name="connsiteY595" fmla="*/ 1306475 h 6858000"/>
              <a:gd name="connsiteX596" fmla="*/ 1507597 w 7467600"/>
              <a:gd name="connsiteY596" fmla="*/ 1446132 h 6858000"/>
              <a:gd name="connsiteX597" fmla="*/ 1674586 w 7467600"/>
              <a:gd name="connsiteY597" fmla="*/ 1813832 h 6858000"/>
              <a:gd name="connsiteX598" fmla="*/ 1815950 w 7467600"/>
              <a:gd name="connsiteY598" fmla="*/ 2128564 h 6858000"/>
              <a:gd name="connsiteX599" fmla="*/ 1984242 w 7467600"/>
              <a:gd name="connsiteY599" fmla="*/ 2430829 h 6858000"/>
              <a:gd name="connsiteX600" fmla="*/ 2014023 w 7467600"/>
              <a:gd name="connsiteY600" fmla="*/ 2450995 h 6858000"/>
              <a:gd name="connsiteX601" fmla="*/ 1747337 w 7467600"/>
              <a:gd name="connsiteY601" fmla="*/ 1855264 h 6858000"/>
              <a:gd name="connsiteX602" fmla="*/ 1533749 w 7467600"/>
              <a:gd name="connsiteY602" fmla="*/ 1478656 h 6858000"/>
              <a:gd name="connsiteX603" fmla="*/ 1431890 w 7467600"/>
              <a:gd name="connsiteY603" fmla="*/ 1306475 h 6858000"/>
              <a:gd name="connsiteX604" fmla="*/ 5052692 w 7467600"/>
              <a:gd name="connsiteY604" fmla="*/ 1292994 h 6858000"/>
              <a:gd name="connsiteX605" fmla="*/ 5200661 w 7467600"/>
              <a:gd name="connsiteY605" fmla="*/ 1635186 h 6858000"/>
              <a:gd name="connsiteX606" fmla="*/ 5297138 w 7467600"/>
              <a:gd name="connsiteY606" fmla="*/ 1906351 h 6858000"/>
              <a:gd name="connsiteX607" fmla="*/ 5052692 w 7467600"/>
              <a:gd name="connsiteY607" fmla="*/ 1292994 h 6858000"/>
              <a:gd name="connsiteX608" fmla="*/ 5009948 w 7467600"/>
              <a:gd name="connsiteY608" fmla="*/ 1273619 h 6858000"/>
              <a:gd name="connsiteX609" fmla="*/ 5121777 w 7467600"/>
              <a:gd name="connsiteY609" fmla="*/ 1654213 h 6858000"/>
              <a:gd name="connsiteX610" fmla="*/ 5293545 w 7467600"/>
              <a:gd name="connsiteY610" fmla="*/ 2072247 h 6858000"/>
              <a:gd name="connsiteX611" fmla="*/ 5294042 w 7467600"/>
              <a:gd name="connsiteY611" fmla="*/ 2065019 h 6858000"/>
              <a:gd name="connsiteX612" fmla="*/ 5171936 w 7467600"/>
              <a:gd name="connsiteY612" fmla="*/ 1647613 h 6858000"/>
              <a:gd name="connsiteX613" fmla="*/ 5009948 w 7467600"/>
              <a:gd name="connsiteY613" fmla="*/ 1273619 h 6858000"/>
              <a:gd name="connsiteX614" fmla="*/ 655236 w 7467600"/>
              <a:gd name="connsiteY614" fmla="*/ 1268632 h 6858000"/>
              <a:gd name="connsiteX615" fmla="*/ 839521 w 7467600"/>
              <a:gd name="connsiteY615" fmla="*/ 1685315 h 6858000"/>
              <a:gd name="connsiteX616" fmla="*/ 1109416 w 7467600"/>
              <a:gd name="connsiteY616" fmla="*/ 2061663 h 6858000"/>
              <a:gd name="connsiteX617" fmla="*/ 1298300 w 7467600"/>
              <a:gd name="connsiteY617" fmla="*/ 2247742 h 6858000"/>
              <a:gd name="connsiteX618" fmla="*/ 1125871 w 7467600"/>
              <a:gd name="connsiteY618" fmla="*/ 1989513 h 6858000"/>
              <a:gd name="connsiteX619" fmla="*/ 981574 w 7467600"/>
              <a:gd name="connsiteY619" fmla="*/ 1783157 h 6858000"/>
              <a:gd name="connsiteX620" fmla="*/ 922198 w 7467600"/>
              <a:gd name="connsiteY620" fmla="*/ 1677437 h 6858000"/>
              <a:gd name="connsiteX621" fmla="*/ 869293 w 7467600"/>
              <a:gd name="connsiteY621" fmla="*/ 1583214 h 6858000"/>
              <a:gd name="connsiteX622" fmla="*/ 751431 w 7467600"/>
              <a:gd name="connsiteY622" fmla="*/ 1405731 h 6858000"/>
              <a:gd name="connsiteX623" fmla="*/ 655236 w 7467600"/>
              <a:gd name="connsiteY623" fmla="*/ 1268632 h 6858000"/>
              <a:gd name="connsiteX624" fmla="*/ 6516292 w 7467600"/>
              <a:gd name="connsiteY624" fmla="*/ 1263064 h 6858000"/>
              <a:gd name="connsiteX625" fmla="*/ 5736320 w 7467600"/>
              <a:gd name="connsiteY625" fmla="*/ 1501803 h 6858000"/>
              <a:gd name="connsiteX626" fmla="*/ 6516292 w 7467600"/>
              <a:gd name="connsiteY626" fmla="*/ 1263064 h 6858000"/>
              <a:gd name="connsiteX627" fmla="*/ 291466 w 7467600"/>
              <a:gd name="connsiteY627" fmla="*/ 1250369 h 6858000"/>
              <a:gd name="connsiteX628" fmla="*/ 323180 w 7467600"/>
              <a:gd name="connsiteY628" fmla="*/ 1435283 h 6858000"/>
              <a:gd name="connsiteX629" fmla="*/ 349381 w 7467600"/>
              <a:gd name="connsiteY629" fmla="*/ 1875041 h 6858000"/>
              <a:gd name="connsiteX630" fmla="*/ 374363 w 7467600"/>
              <a:gd name="connsiteY630" fmla="*/ 1506494 h 6858000"/>
              <a:gd name="connsiteX631" fmla="*/ 302168 w 7467600"/>
              <a:gd name="connsiteY631" fmla="*/ 1274495 h 6858000"/>
              <a:gd name="connsiteX632" fmla="*/ 291466 w 7467600"/>
              <a:gd name="connsiteY632" fmla="*/ 1250369 h 6858000"/>
              <a:gd name="connsiteX633" fmla="*/ 678222 w 7467600"/>
              <a:gd name="connsiteY633" fmla="*/ 1248670 h 6858000"/>
              <a:gd name="connsiteX634" fmla="*/ 775536 w 7467600"/>
              <a:gd name="connsiteY634" fmla="*/ 1388015 h 6858000"/>
              <a:gd name="connsiteX635" fmla="*/ 894529 w 7467600"/>
              <a:gd name="connsiteY635" fmla="*/ 1567739 h 6858000"/>
              <a:gd name="connsiteX636" fmla="*/ 948000 w 7467600"/>
              <a:gd name="connsiteY636" fmla="*/ 1663088 h 6858000"/>
              <a:gd name="connsiteX637" fmla="*/ 1006812 w 7467600"/>
              <a:gd name="connsiteY637" fmla="*/ 1767683 h 6858000"/>
              <a:gd name="connsiteX638" fmla="*/ 1149133 w 7467600"/>
              <a:gd name="connsiteY638" fmla="*/ 1971513 h 6858000"/>
              <a:gd name="connsiteX639" fmla="*/ 1333952 w 7467600"/>
              <a:gd name="connsiteY639" fmla="*/ 2251620 h 6858000"/>
              <a:gd name="connsiteX640" fmla="*/ 1337329 w 7467600"/>
              <a:gd name="connsiteY640" fmla="*/ 2258350 h 6858000"/>
              <a:gd name="connsiteX641" fmla="*/ 1014726 w 7467600"/>
              <a:gd name="connsiteY641" fmla="*/ 1615556 h 6858000"/>
              <a:gd name="connsiteX642" fmla="*/ 678222 w 7467600"/>
              <a:gd name="connsiteY642" fmla="*/ 1248670 h 6858000"/>
              <a:gd name="connsiteX643" fmla="*/ 6691602 w 7467600"/>
              <a:gd name="connsiteY643" fmla="*/ 1140573 h 6858000"/>
              <a:gd name="connsiteX644" fmla="*/ 6571100 w 7467600"/>
              <a:gd name="connsiteY644" fmla="*/ 1183662 h 6858000"/>
              <a:gd name="connsiteX645" fmla="*/ 6241687 w 7467600"/>
              <a:gd name="connsiteY645" fmla="*/ 1257600 h 6858000"/>
              <a:gd name="connsiteX646" fmla="*/ 5693009 w 7467600"/>
              <a:gd name="connsiteY646" fmla="*/ 1478256 h 6858000"/>
              <a:gd name="connsiteX647" fmla="*/ 6548420 w 7467600"/>
              <a:gd name="connsiteY647" fmla="*/ 1214599 h 6858000"/>
              <a:gd name="connsiteX648" fmla="*/ 6605473 w 7467600"/>
              <a:gd name="connsiteY648" fmla="*/ 1184686 h 6858000"/>
              <a:gd name="connsiteX649" fmla="*/ 6691602 w 7467600"/>
              <a:gd name="connsiteY649" fmla="*/ 1140573 h 6858000"/>
              <a:gd name="connsiteX650" fmla="*/ 4002475 w 7467600"/>
              <a:gd name="connsiteY650" fmla="*/ 1037802 h 6858000"/>
              <a:gd name="connsiteX651" fmla="*/ 4000324 w 7467600"/>
              <a:gd name="connsiteY651" fmla="*/ 1039362 h 6858000"/>
              <a:gd name="connsiteX652" fmla="*/ 4002862 w 7467600"/>
              <a:gd name="connsiteY652" fmla="*/ 1042866 h 6858000"/>
              <a:gd name="connsiteX653" fmla="*/ 4002475 w 7467600"/>
              <a:gd name="connsiteY653" fmla="*/ 1037802 h 6858000"/>
              <a:gd name="connsiteX654" fmla="*/ 506322 w 7467600"/>
              <a:gd name="connsiteY654" fmla="*/ 1020997 h 6858000"/>
              <a:gd name="connsiteX655" fmla="*/ 533068 w 7467600"/>
              <a:gd name="connsiteY655" fmla="*/ 1029409 h 6858000"/>
              <a:gd name="connsiteX656" fmla="*/ 1232525 w 7467600"/>
              <a:gd name="connsiteY656" fmla="*/ 1804675 h 6858000"/>
              <a:gd name="connsiteX657" fmla="*/ 1388858 w 7467600"/>
              <a:gd name="connsiteY657" fmla="*/ 2368011 h 6858000"/>
              <a:gd name="connsiteX658" fmla="*/ 1384098 w 7467600"/>
              <a:gd name="connsiteY658" fmla="*/ 2378125 h 6858000"/>
              <a:gd name="connsiteX659" fmla="*/ 1425393 w 7467600"/>
              <a:gd name="connsiteY659" fmla="*/ 2589124 h 6858000"/>
              <a:gd name="connsiteX660" fmla="*/ 1424001 w 7467600"/>
              <a:gd name="connsiteY660" fmla="*/ 2597541 h 6858000"/>
              <a:gd name="connsiteX661" fmla="*/ 2152729 w 7467600"/>
              <a:gd name="connsiteY661" fmla="*/ 2864487 h 6858000"/>
              <a:gd name="connsiteX662" fmla="*/ 2020609 w 7467600"/>
              <a:gd name="connsiteY662" fmla="*/ 2539671 h 6858000"/>
              <a:gd name="connsiteX663" fmla="*/ 2018920 w 7467600"/>
              <a:gd name="connsiteY663" fmla="*/ 2536309 h 6858000"/>
              <a:gd name="connsiteX664" fmla="*/ 1342441 w 7467600"/>
              <a:gd name="connsiteY664" fmla="*/ 1173017 h 6858000"/>
              <a:gd name="connsiteX665" fmla="*/ 1367925 w 7467600"/>
              <a:gd name="connsiteY665" fmla="*/ 1135648 h 6858000"/>
              <a:gd name="connsiteX666" fmla="*/ 1771401 w 7467600"/>
              <a:gd name="connsiteY666" fmla="*/ 1806673 h 6858000"/>
              <a:gd name="connsiteX667" fmla="*/ 1972385 w 7467600"/>
              <a:gd name="connsiteY667" fmla="*/ 2198735 h 6858000"/>
              <a:gd name="connsiteX668" fmla="*/ 2040892 w 7467600"/>
              <a:gd name="connsiteY668" fmla="*/ 2405205 h 6858000"/>
              <a:gd name="connsiteX669" fmla="*/ 2131689 w 7467600"/>
              <a:gd name="connsiteY669" fmla="*/ 1936926 h 6858000"/>
              <a:gd name="connsiteX670" fmla="*/ 2454820 w 7467600"/>
              <a:gd name="connsiteY670" fmla="*/ 1248808 h 6858000"/>
              <a:gd name="connsiteX671" fmla="*/ 2492512 w 7467600"/>
              <a:gd name="connsiteY671" fmla="*/ 1302920 h 6858000"/>
              <a:gd name="connsiteX672" fmla="*/ 2081216 w 7467600"/>
              <a:gd name="connsiteY672" fmla="*/ 2527513 h 6858000"/>
              <a:gd name="connsiteX673" fmla="*/ 2081211 w 7467600"/>
              <a:gd name="connsiteY673" fmla="*/ 2528916 h 6858000"/>
              <a:gd name="connsiteX674" fmla="*/ 2199067 w 7467600"/>
              <a:gd name="connsiteY674" fmla="*/ 2884061 h 6858000"/>
              <a:gd name="connsiteX675" fmla="*/ 3192586 w 7467600"/>
              <a:gd name="connsiteY675" fmla="*/ 3411496 h 6858000"/>
              <a:gd name="connsiteX676" fmla="*/ 3182620 w 7467600"/>
              <a:gd name="connsiteY676" fmla="*/ 3483279 h 6858000"/>
              <a:gd name="connsiteX677" fmla="*/ 2435119 w 7467600"/>
              <a:gd name="connsiteY677" fmla="*/ 3080173 h 6858000"/>
              <a:gd name="connsiteX678" fmla="*/ 2410152 w 7467600"/>
              <a:gd name="connsiteY678" fmla="*/ 3063751 h 6858000"/>
              <a:gd name="connsiteX679" fmla="*/ 2408099 w 7467600"/>
              <a:gd name="connsiteY679" fmla="*/ 3064403 h 6858000"/>
              <a:gd name="connsiteX680" fmla="*/ 2407218 w 7467600"/>
              <a:gd name="connsiteY680" fmla="*/ 3070324 h 6858000"/>
              <a:gd name="connsiteX681" fmla="*/ 2380138 w 7467600"/>
              <a:gd name="connsiteY681" fmla="*/ 3099341 h 6858000"/>
              <a:gd name="connsiteX682" fmla="*/ 1765923 w 7467600"/>
              <a:gd name="connsiteY682" fmla="*/ 3581043 h 6858000"/>
              <a:gd name="connsiteX683" fmla="*/ 1702258 w 7467600"/>
              <a:gd name="connsiteY683" fmla="*/ 3612286 h 6858000"/>
              <a:gd name="connsiteX684" fmla="*/ 1538370 w 7467600"/>
              <a:gd name="connsiteY684" fmla="*/ 3811804 h 6858000"/>
              <a:gd name="connsiteX685" fmla="*/ 542867 w 7467600"/>
              <a:gd name="connsiteY685" fmla="*/ 4944092 h 6858000"/>
              <a:gd name="connsiteX686" fmla="*/ 515800 w 7467600"/>
              <a:gd name="connsiteY686" fmla="*/ 4862180 h 6858000"/>
              <a:gd name="connsiteX687" fmla="*/ 909145 w 7467600"/>
              <a:gd name="connsiteY687" fmla="*/ 4199225 h 6858000"/>
              <a:gd name="connsiteX688" fmla="*/ 1214067 w 7467600"/>
              <a:gd name="connsiteY688" fmla="*/ 3908561 h 6858000"/>
              <a:gd name="connsiteX689" fmla="*/ 640967 w 7467600"/>
              <a:gd name="connsiteY689" fmla="*/ 4105601 h 6858000"/>
              <a:gd name="connsiteX690" fmla="*/ 112563 w 7467600"/>
              <a:gd name="connsiteY690" fmla="*/ 4396952 h 6858000"/>
              <a:gd name="connsiteX691" fmla="*/ 0 w 7467600"/>
              <a:gd name="connsiteY691" fmla="*/ 4466006 h 6858000"/>
              <a:gd name="connsiteX692" fmla="*/ 0 w 7467600"/>
              <a:gd name="connsiteY692" fmla="*/ 4233763 h 6858000"/>
              <a:gd name="connsiteX693" fmla="*/ 36881 w 7467600"/>
              <a:gd name="connsiteY693" fmla="*/ 4200118 h 6858000"/>
              <a:gd name="connsiteX694" fmla="*/ 910534 w 7467600"/>
              <a:gd name="connsiteY694" fmla="*/ 3629753 h 6858000"/>
              <a:gd name="connsiteX695" fmla="*/ 1578717 w 7467600"/>
              <a:gd name="connsiteY695" fmla="*/ 3575982 h 6858000"/>
              <a:gd name="connsiteX696" fmla="*/ 2338780 w 7467600"/>
              <a:gd name="connsiteY696" fmla="*/ 3033725 h 6858000"/>
              <a:gd name="connsiteX697" fmla="*/ 1807991 w 7467600"/>
              <a:gd name="connsiteY697" fmla="*/ 2807184 h 6858000"/>
              <a:gd name="connsiteX698" fmla="*/ 1416358 w 7467600"/>
              <a:gd name="connsiteY698" fmla="*/ 3112571 h 6858000"/>
              <a:gd name="connsiteX699" fmla="*/ 939066 w 7467600"/>
              <a:gd name="connsiteY699" fmla="*/ 3378798 h 6858000"/>
              <a:gd name="connsiteX700" fmla="*/ 115099 w 7467600"/>
              <a:gd name="connsiteY700" fmla="*/ 3607650 h 6858000"/>
              <a:gd name="connsiteX701" fmla="*/ 97284 w 7467600"/>
              <a:gd name="connsiteY701" fmla="*/ 3520393 h 6858000"/>
              <a:gd name="connsiteX702" fmla="*/ 922050 w 7467600"/>
              <a:gd name="connsiteY702" fmla="*/ 3074867 h 6858000"/>
              <a:gd name="connsiteX703" fmla="*/ 1405265 w 7467600"/>
              <a:gd name="connsiteY703" fmla="*/ 3016319 h 6858000"/>
              <a:gd name="connsiteX704" fmla="*/ 1407512 w 7467600"/>
              <a:gd name="connsiteY704" fmla="*/ 3018001 h 6858000"/>
              <a:gd name="connsiteX705" fmla="*/ 1726266 w 7467600"/>
              <a:gd name="connsiteY705" fmla="*/ 2777274 h 6858000"/>
              <a:gd name="connsiteX706" fmla="*/ 625390 w 7467600"/>
              <a:gd name="connsiteY706" fmla="*/ 2514541 h 6858000"/>
              <a:gd name="connsiteX707" fmla="*/ 619799 w 7467600"/>
              <a:gd name="connsiteY707" fmla="*/ 2527180 h 6858000"/>
              <a:gd name="connsiteX708" fmla="*/ 310030 w 7467600"/>
              <a:gd name="connsiteY708" fmla="*/ 2771818 h 6858000"/>
              <a:gd name="connsiteX709" fmla="*/ 173877 w 7467600"/>
              <a:gd name="connsiteY709" fmla="*/ 2937056 h 6858000"/>
              <a:gd name="connsiteX710" fmla="*/ 77889 w 7467600"/>
              <a:gd name="connsiteY710" fmla="*/ 3138440 h 6858000"/>
              <a:gd name="connsiteX711" fmla="*/ 0 w 7467600"/>
              <a:gd name="connsiteY711" fmla="*/ 3271395 h 6858000"/>
              <a:gd name="connsiteX712" fmla="*/ 0 w 7467600"/>
              <a:gd name="connsiteY712" fmla="*/ 3153002 h 6858000"/>
              <a:gd name="connsiteX713" fmla="*/ 2386 w 7467600"/>
              <a:gd name="connsiteY713" fmla="*/ 3149203 h 6858000"/>
              <a:gd name="connsiteX714" fmla="*/ 89753 w 7467600"/>
              <a:gd name="connsiteY714" fmla="*/ 2987702 h 6858000"/>
              <a:gd name="connsiteX715" fmla="*/ 76869 w 7467600"/>
              <a:gd name="connsiteY715" fmla="*/ 3005404 h 6858000"/>
              <a:gd name="connsiteX716" fmla="*/ 32049 w 7467600"/>
              <a:gd name="connsiteY716" fmla="*/ 3065814 h 6858000"/>
              <a:gd name="connsiteX717" fmla="*/ 0 w 7467600"/>
              <a:gd name="connsiteY717" fmla="*/ 3108744 h 6858000"/>
              <a:gd name="connsiteX718" fmla="*/ 0 w 7467600"/>
              <a:gd name="connsiteY718" fmla="*/ 3058059 h 6858000"/>
              <a:gd name="connsiteX719" fmla="*/ 7610 w 7467600"/>
              <a:gd name="connsiteY719" fmla="*/ 3047889 h 6858000"/>
              <a:gd name="connsiteX720" fmla="*/ 52419 w 7467600"/>
              <a:gd name="connsiteY720" fmla="*/ 2987479 h 6858000"/>
              <a:gd name="connsiteX721" fmla="*/ 59142 w 7467600"/>
              <a:gd name="connsiteY721" fmla="*/ 2978488 h 6858000"/>
              <a:gd name="connsiteX722" fmla="*/ 0 w 7467600"/>
              <a:gd name="connsiteY722" fmla="*/ 3015334 h 6858000"/>
              <a:gd name="connsiteX723" fmla="*/ 0 w 7467600"/>
              <a:gd name="connsiteY723" fmla="*/ 2914286 h 6858000"/>
              <a:gd name="connsiteX724" fmla="*/ 36383 w 7467600"/>
              <a:gd name="connsiteY724" fmla="*/ 2901128 h 6858000"/>
              <a:gd name="connsiteX725" fmla="*/ 156329 w 7467600"/>
              <a:gd name="connsiteY725" fmla="*/ 2840533 h 6858000"/>
              <a:gd name="connsiteX726" fmla="*/ 358355 w 7467600"/>
              <a:gd name="connsiteY726" fmla="*/ 2620471 h 6858000"/>
              <a:gd name="connsiteX727" fmla="*/ 510577 w 7467600"/>
              <a:gd name="connsiteY727" fmla="*/ 2501244 h 6858000"/>
              <a:gd name="connsiteX728" fmla="*/ 211967 w 7467600"/>
              <a:gd name="connsiteY728" fmla="*/ 2479171 h 6858000"/>
              <a:gd name="connsiteX729" fmla="*/ 0 w 7467600"/>
              <a:gd name="connsiteY729" fmla="*/ 2476398 h 6858000"/>
              <a:gd name="connsiteX730" fmla="*/ 0 w 7467600"/>
              <a:gd name="connsiteY730" fmla="*/ 2389189 h 6858000"/>
              <a:gd name="connsiteX731" fmla="*/ 103062 w 7467600"/>
              <a:gd name="connsiteY731" fmla="*/ 2389518 h 6858000"/>
              <a:gd name="connsiteX732" fmla="*/ 510734 w 7467600"/>
              <a:gd name="connsiteY732" fmla="*/ 2416201 h 6858000"/>
              <a:gd name="connsiteX733" fmla="*/ 279257 w 7467600"/>
              <a:gd name="connsiteY733" fmla="*/ 2092102 h 6858000"/>
              <a:gd name="connsiteX734" fmla="*/ 65265 w 7467600"/>
              <a:gd name="connsiteY734" fmla="*/ 2006049 h 6858000"/>
              <a:gd name="connsiteX735" fmla="*/ 0 w 7467600"/>
              <a:gd name="connsiteY735" fmla="*/ 1982532 h 6858000"/>
              <a:gd name="connsiteX736" fmla="*/ 0 w 7467600"/>
              <a:gd name="connsiteY736" fmla="*/ 1912789 h 6858000"/>
              <a:gd name="connsiteX737" fmla="*/ 97460 w 7467600"/>
              <a:gd name="connsiteY737" fmla="*/ 1953725 h 6858000"/>
              <a:gd name="connsiteX738" fmla="*/ 221272 w 7467600"/>
              <a:gd name="connsiteY738" fmla="*/ 1980766 h 6858000"/>
              <a:gd name="connsiteX739" fmla="*/ 116765 w 7467600"/>
              <a:gd name="connsiteY739" fmla="*/ 1911033 h 6858000"/>
              <a:gd name="connsiteX740" fmla="*/ 16405 w 7467600"/>
              <a:gd name="connsiteY740" fmla="*/ 1803412 h 6858000"/>
              <a:gd name="connsiteX741" fmla="*/ 0 w 7467600"/>
              <a:gd name="connsiteY741" fmla="*/ 1784777 h 6858000"/>
              <a:gd name="connsiteX742" fmla="*/ 0 w 7467600"/>
              <a:gd name="connsiteY742" fmla="*/ 1740082 h 6858000"/>
              <a:gd name="connsiteX743" fmla="*/ 39394 w 7467600"/>
              <a:gd name="connsiteY743" fmla="*/ 1784856 h 6858000"/>
              <a:gd name="connsiteX744" fmla="*/ 135813 w 7467600"/>
              <a:gd name="connsiteY744" fmla="*/ 1888838 h 6858000"/>
              <a:gd name="connsiteX745" fmla="*/ 242575 w 7467600"/>
              <a:gd name="connsiteY745" fmla="*/ 1958841 h 6858000"/>
              <a:gd name="connsiteX746" fmla="*/ 82197 w 7467600"/>
              <a:gd name="connsiteY746" fmla="*/ 1754826 h 6858000"/>
              <a:gd name="connsiteX747" fmla="*/ 0 w 7467600"/>
              <a:gd name="connsiteY747" fmla="*/ 1679650 h 6858000"/>
              <a:gd name="connsiteX748" fmla="*/ 0 w 7467600"/>
              <a:gd name="connsiteY748" fmla="*/ 1602463 h 6858000"/>
              <a:gd name="connsiteX749" fmla="*/ 84689 w 7467600"/>
              <a:gd name="connsiteY749" fmla="*/ 1677442 h 6858000"/>
              <a:gd name="connsiteX750" fmla="*/ 298437 w 7467600"/>
              <a:gd name="connsiteY750" fmla="*/ 1968019 h 6858000"/>
              <a:gd name="connsiteX751" fmla="*/ 227269 w 7467600"/>
              <a:gd name="connsiteY751" fmla="*/ 1114064 h 6858000"/>
              <a:gd name="connsiteX752" fmla="*/ 248003 w 7467600"/>
              <a:gd name="connsiteY752" fmla="*/ 1089613 h 6858000"/>
              <a:gd name="connsiteX753" fmla="*/ 427020 w 7467600"/>
              <a:gd name="connsiteY753" fmla="*/ 1619803 h 6858000"/>
              <a:gd name="connsiteX754" fmla="*/ 340345 w 7467600"/>
              <a:gd name="connsiteY754" fmla="*/ 2027739 h 6858000"/>
              <a:gd name="connsiteX755" fmla="*/ 360865 w 7467600"/>
              <a:gd name="connsiteY755" fmla="*/ 2044827 h 6858000"/>
              <a:gd name="connsiteX756" fmla="*/ 560414 w 7467600"/>
              <a:gd name="connsiteY756" fmla="*/ 2421457 h 6858000"/>
              <a:gd name="connsiteX757" fmla="*/ 1359703 w 7467600"/>
              <a:gd name="connsiteY757" fmla="*/ 2578554 h 6858000"/>
              <a:gd name="connsiteX758" fmla="*/ 1359422 w 7467600"/>
              <a:gd name="connsiteY758" fmla="*/ 2577994 h 6858000"/>
              <a:gd name="connsiteX759" fmla="*/ 828701 w 7467600"/>
              <a:gd name="connsiteY759" fmla="*/ 1839520 h 6858000"/>
              <a:gd name="connsiteX760" fmla="*/ 494427 w 7467600"/>
              <a:gd name="connsiteY760" fmla="*/ 1092333 h 6858000"/>
              <a:gd name="connsiteX761" fmla="*/ 506322 w 7467600"/>
              <a:gd name="connsiteY761" fmla="*/ 1020997 h 6858000"/>
              <a:gd name="connsiteX762" fmla="*/ 4570198 w 7467600"/>
              <a:gd name="connsiteY762" fmla="*/ 978081 h 6858000"/>
              <a:gd name="connsiteX763" fmla="*/ 4523691 w 7467600"/>
              <a:gd name="connsiteY763" fmla="*/ 1127776 h 6858000"/>
              <a:gd name="connsiteX764" fmla="*/ 4509875 w 7467600"/>
              <a:gd name="connsiteY764" fmla="*/ 1167552 h 6858000"/>
              <a:gd name="connsiteX765" fmla="*/ 4478168 w 7467600"/>
              <a:gd name="connsiteY765" fmla="*/ 1260735 h 6858000"/>
              <a:gd name="connsiteX766" fmla="*/ 4409309 w 7467600"/>
              <a:gd name="connsiteY766" fmla="*/ 1666996 h 6858000"/>
              <a:gd name="connsiteX767" fmla="*/ 4370031 w 7467600"/>
              <a:gd name="connsiteY767" fmla="*/ 1955666 h 6858000"/>
              <a:gd name="connsiteX768" fmla="*/ 4570198 w 7467600"/>
              <a:gd name="connsiteY768" fmla="*/ 978081 h 6858000"/>
              <a:gd name="connsiteX769" fmla="*/ 4557898 w 7467600"/>
              <a:gd name="connsiteY769" fmla="*/ 900011 h 6858000"/>
              <a:gd name="connsiteX770" fmla="*/ 4344840 w 7467600"/>
              <a:gd name="connsiteY770" fmla="*/ 1922038 h 6858000"/>
              <a:gd name="connsiteX771" fmla="*/ 4378710 w 7467600"/>
              <a:gd name="connsiteY771" fmla="*/ 1665516 h 6858000"/>
              <a:gd name="connsiteX772" fmla="*/ 4448798 w 7467600"/>
              <a:gd name="connsiteY772" fmla="*/ 1253024 h 6858000"/>
              <a:gd name="connsiteX773" fmla="*/ 4480315 w 7467600"/>
              <a:gd name="connsiteY773" fmla="*/ 1158454 h 6858000"/>
              <a:gd name="connsiteX774" fmla="*/ 4494133 w 7467600"/>
              <a:gd name="connsiteY774" fmla="*/ 1118676 h 6858000"/>
              <a:gd name="connsiteX775" fmla="*/ 4557898 w 7467600"/>
              <a:gd name="connsiteY775" fmla="*/ 900011 h 6858000"/>
              <a:gd name="connsiteX776" fmla="*/ 5870151 w 7467600"/>
              <a:gd name="connsiteY776" fmla="*/ 898890 h 6858000"/>
              <a:gd name="connsiteX777" fmla="*/ 5861335 w 7467600"/>
              <a:gd name="connsiteY777" fmla="*/ 899177 h 6858000"/>
              <a:gd name="connsiteX778" fmla="*/ 5843702 w 7467600"/>
              <a:gd name="connsiteY778" fmla="*/ 899748 h 6858000"/>
              <a:gd name="connsiteX779" fmla="*/ 5651107 w 7467600"/>
              <a:gd name="connsiteY779" fmla="*/ 920306 h 6858000"/>
              <a:gd name="connsiteX780" fmla="*/ 5459407 w 7467600"/>
              <a:gd name="connsiteY780" fmla="*/ 940975 h 6858000"/>
              <a:gd name="connsiteX781" fmla="*/ 5374846 w 7467600"/>
              <a:gd name="connsiteY781" fmla="*/ 941988 h 6858000"/>
              <a:gd name="connsiteX782" fmla="*/ 5256105 w 7467600"/>
              <a:gd name="connsiteY782" fmla="*/ 945632 h 6858000"/>
              <a:gd name="connsiteX783" fmla="*/ 5107071 w 7467600"/>
              <a:gd name="connsiteY783" fmla="*/ 969720 h 6858000"/>
              <a:gd name="connsiteX784" fmla="*/ 4998681 w 7467600"/>
              <a:gd name="connsiteY784" fmla="*/ 988771 h 6858000"/>
              <a:gd name="connsiteX785" fmla="*/ 5870151 w 7467600"/>
              <a:gd name="connsiteY785" fmla="*/ 898890 h 6858000"/>
              <a:gd name="connsiteX786" fmla="*/ 5504425 w 7467600"/>
              <a:gd name="connsiteY786" fmla="*/ 848067 h 6858000"/>
              <a:gd name="connsiteX787" fmla="*/ 4968849 w 7467600"/>
              <a:gd name="connsiteY787" fmla="*/ 962318 h 6858000"/>
              <a:gd name="connsiteX788" fmla="*/ 5104039 w 7467600"/>
              <a:gd name="connsiteY788" fmla="*/ 940634 h 6858000"/>
              <a:gd name="connsiteX789" fmla="*/ 5256311 w 7467600"/>
              <a:gd name="connsiteY789" fmla="*/ 916490 h 6858000"/>
              <a:gd name="connsiteX790" fmla="*/ 5377381 w 7467600"/>
              <a:gd name="connsiteY790" fmla="*/ 912671 h 6858000"/>
              <a:gd name="connsiteX791" fmla="*/ 5460148 w 7467600"/>
              <a:gd name="connsiteY791" fmla="*/ 911442 h 6858000"/>
              <a:gd name="connsiteX792" fmla="*/ 5648971 w 7467600"/>
              <a:gd name="connsiteY792" fmla="*/ 891331 h 6858000"/>
              <a:gd name="connsiteX793" fmla="*/ 5844807 w 7467600"/>
              <a:gd name="connsiteY793" fmla="*/ 870718 h 6858000"/>
              <a:gd name="connsiteX794" fmla="*/ 5862975 w 7467600"/>
              <a:gd name="connsiteY794" fmla="*/ 869756 h 6858000"/>
              <a:gd name="connsiteX795" fmla="*/ 5920887 w 7467600"/>
              <a:gd name="connsiteY795" fmla="*/ 865929 h 6858000"/>
              <a:gd name="connsiteX796" fmla="*/ 5504425 w 7467600"/>
              <a:gd name="connsiteY796" fmla="*/ 848067 h 6858000"/>
              <a:gd name="connsiteX797" fmla="*/ 3607114 w 7467600"/>
              <a:gd name="connsiteY797" fmla="*/ 467441 h 6858000"/>
              <a:gd name="connsiteX798" fmla="*/ 3296242 w 7467600"/>
              <a:gd name="connsiteY798" fmla="*/ 807991 h 6858000"/>
              <a:gd name="connsiteX799" fmla="*/ 3174674 w 7467600"/>
              <a:gd name="connsiteY799" fmla="*/ 919759 h 6858000"/>
              <a:gd name="connsiteX800" fmla="*/ 3042978 w 7467600"/>
              <a:gd name="connsiteY800" fmla="*/ 1054894 h 6858000"/>
              <a:gd name="connsiteX801" fmla="*/ 2968914 w 7467600"/>
              <a:gd name="connsiteY801" fmla="*/ 1133756 h 6858000"/>
              <a:gd name="connsiteX802" fmla="*/ 3103823 w 7467600"/>
              <a:gd name="connsiteY802" fmla="*/ 1026814 h 6858000"/>
              <a:gd name="connsiteX803" fmla="*/ 3607114 w 7467600"/>
              <a:gd name="connsiteY803" fmla="*/ 467441 h 6858000"/>
              <a:gd name="connsiteX804" fmla="*/ 3744487 w 7467600"/>
              <a:gd name="connsiteY804" fmla="*/ 383136 h 6858000"/>
              <a:gd name="connsiteX805" fmla="*/ 3970213 w 7467600"/>
              <a:gd name="connsiteY805" fmla="*/ 995559 h 6858000"/>
              <a:gd name="connsiteX806" fmla="*/ 3744487 w 7467600"/>
              <a:gd name="connsiteY806" fmla="*/ 383136 h 6858000"/>
              <a:gd name="connsiteX807" fmla="*/ 3624562 w 7467600"/>
              <a:gd name="connsiteY807" fmla="*/ 367041 h 6858000"/>
              <a:gd name="connsiteX808" fmla="*/ 3489712 w 7467600"/>
              <a:gd name="connsiteY808" fmla="*/ 485386 h 6858000"/>
              <a:gd name="connsiteX809" fmla="*/ 3182994 w 7467600"/>
              <a:gd name="connsiteY809" fmla="*/ 828265 h 6858000"/>
              <a:gd name="connsiteX810" fmla="*/ 2892114 w 7467600"/>
              <a:gd name="connsiteY810" fmla="*/ 1172635 h 6858000"/>
              <a:gd name="connsiteX811" fmla="*/ 3021459 w 7467600"/>
              <a:gd name="connsiteY811" fmla="*/ 1035385 h 6858000"/>
              <a:gd name="connsiteX812" fmla="*/ 3153873 w 7467600"/>
              <a:gd name="connsiteY812" fmla="*/ 898971 h 6858000"/>
              <a:gd name="connsiteX813" fmla="*/ 3276511 w 7467600"/>
              <a:gd name="connsiteY813" fmla="*/ 786423 h 6858000"/>
              <a:gd name="connsiteX814" fmla="*/ 3584154 w 7467600"/>
              <a:gd name="connsiteY814" fmla="*/ 448218 h 6858000"/>
              <a:gd name="connsiteX815" fmla="*/ 3624562 w 7467600"/>
              <a:gd name="connsiteY815" fmla="*/ 367041 h 6858000"/>
              <a:gd name="connsiteX816" fmla="*/ 3766672 w 7467600"/>
              <a:gd name="connsiteY816" fmla="*/ 359429 h 6858000"/>
              <a:gd name="connsiteX817" fmla="*/ 3996338 w 7467600"/>
              <a:gd name="connsiteY817" fmla="*/ 968237 h 6858000"/>
              <a:gd name="connsiteX818" fmla="*/ 3766672 w 7467600"/>
              <a:gd name="connsiteY818" fmla="*/ 359429 h 6858000"/>
              <a:gd name="connsiteX819" fmla="*/ 5805386 w 7467600"/>
              <a:gd name="connsiteY819" fmla="*/ 239240 h 6858000"/>
              <a:gd name="connsiteX820" fmla="*/ 5736947 w 7467600"/>
              <a:gd name="connsiteY820" fmla="*/ 261367 h 6858000"/>
              <a:gd name="connsiteX821" fmla="*/ 5427012 w 7467600"/>
              <a:gd name="connsiteY821" fmla="*/ 311272 h 6858000"/>
              <a:gd name="connsiteX822" fmla="*/ 5147818 w 7467600"/>
              <a:gd name="connsiteY822" fmla="*/ 322112 h 6858000"/>
              <a:gd name="connsiteX823" fmla="*/ 5060854 w 7467600"/>
              <a:gd name="connsiteY823" fmla="*/ 311882 h 6858000"/>
              <a:gd name="connsiteX824" fmla="*/ 4945989 w 7467600"/>
              <a:gd name="connsiteY824" fmla="*/ 300516 h 6858000"/>
              <a:gd name="connsiteX825" fmla="*/ 5410479 w 7467600"/>
              <a:gd name="connsiteY825" fmla="*/ 348434 h 6858000"/>
              <a:gd name="connsiteX826" fmla="*/ 5805386 w 7467600"/>
              <a:gd name="connsiteY826" fmla="*/ 239240 h 6858000"/>
              <a:gd name="connsiteX827" fmla="*/ 5905192 w 7467600"/>
              <a:gd name="connsiteY827" fmla="*/ 163079 h 6858000"/>
              <a:gd name="connsiteX828" fmla="*/ 5865655 w 7467600"/>
              <a:gd name="connsiteY828" fmla="*/ 171901 h 6858000"/>
              <a:gd name="connsiteX829" fmla="*/ 5259740 w 7467600"/>
              <a:gd name="connsiteY829" fmla="*/ 257013 h 6858000"/>
              <a:gd name="connsiteX830" fmla="*/ 5208466 w 7467600"/>
              <a:gd name="connsiteY830" fmla="*/ 257550 h 6858000"/>
              <a:gd name="connsiteX831" fmla="*/ 4980204 w 7467600"/>
              <a:gd name="connsiteY831" fmla="*/ 271903 h 6858000"/>
              <a:gd name="connsiteX832" fmla="*/ 5068068 w 7467600"/>
              <a:gd name="connsiteY832" fmla="*/ 282244 h 6858000"/>
              <a:gd name="connsiteX833" fmla="*/ 5153231 w 7467600"/>
              <a:gd name="connsiteY833" fmla="*/ 292240 h 6858000"/>
              <a:gd name="connsiteX834" fmla="*/ 5426491 w 7467600"/>
              <a:gd name="connsiteY834" fmla="*/ 281128 h 6858000"/>
              <a:gd name="connsiteX835" fmla="*/ 5731212 w 7467600"/>
              <a:gd name="connsiteY835" fmla="*/ 231951 h 6858000"/>
              <a:gd name="connsiteX836" fmla="*/ 5905192 w 7467600"/>
              <a:gd name="connsiteY836" fmla="*/ 163079 h 6858000"/>
              <a:gd name="connsiteX837" fmla="*/ 5944437 w 7467600"/>
              <a:gd name="connsiteY837" fmla="*/ 113829 h 6858000"/>
              <a:gd name="connsiteX838" fmla="*/ 5825032 w 7467600"/>
              <a:gd name="connsiteY838" fmla="*/ 146405 h 6858000"/>
              <a:gd name="connsiteX839" fmla="*/ 4955599 w 7467600"/>
              <a:gd name="connsiteY839" fmla="*/ 247008 h 6858000"/>
              <a:gd name="connsiteX840" fmla="*/ 5210104 w 7467600"/>
              <a:gd name="connsiteY840" fmla="*/ 228123 h 6858000"/>
              <a:gd name="connsiteX841" fmla="*/ 5261015 w 7467600"/>
              <a:gd name="connsiteY841" fmla="*/ 227087 h 6858000"/>
              <a:gd name="connsiteX842" fmla="*/ 5861181 w 7467600"/>
              <a:gd name="connsiteY842" fmla="*/ 143093 h 6858000"/>
              <a:gd name="connsiteX843" fmla="*/ 5961252 w 7467600"/>
              <a:gd name="connsiteY843" fmla="*/ 114820 h 6858000"/>
              <a:gd name="connsiteX844" fmla="*/ 5944437 w 7467600"/>
              <a:gd name="connsiteY844" fmla="*/ 113829 h 6858000"/>
              <a:gd name="connsiteX845" fmla="*/ 3882765 w 7467600"/>
              <a:gd name="connsiteY845" fmla="*/ 0 h 6858000"/>
              <a:gd name="connsiteX846" fmla="*/ 3995099 w 7467600"/>
              <a:gd name="connsiteY846" fmla="*/ 0 h 6858000"/>
              <a:gd name="connsiteX847" fmla="*/ 4163818 w 7467600"/>
              <a:gd name="connsiteY847" fmla="*/ 234104 h 6858000"/>
              <a:gd name="connsiteX848" fmla="*/ 4172099 w 7467600"/>
              <a:gd name="connsiteY848" fmla="*/ 234207 h 6858000"/>
              <a:gd name="connsiteX849" fmla="*/ 4784282 w 7467600"/>
              <a:gd name="connsiteY849" fmla="*/ 276561 h 6858000"/>
              <a:gd name="connsiteX850" fmla="*/ 4801687 w 7467600"/>
              <a:gd name="connsiteY850" fmla="*/ 267764 h 6858000"/>
              <a:gd name="connsiteX851" fmla="*/ 6082788 w 7467600"/>
              <a:gd name="connsiteY851" fmla="*/ 64119 h 6858000"/>
              <a:gd name="connsiteX852" fmla="*/ 6099442 w 7467600"/>
              <a:gd name="connsiteY852" fmla="*/ 82568 h 6858000"/>
              <a:gd name="connsiteX853" fmla="*/ 4804137 w 7467600"/>
              <a:gd name="connsiteY853" fmla="*/ 320931 h 6858000"/>
              <a:gd name="connsiteX854" fmla="*/ 4227047 w 7467600"/>
              <a:gd name="connsiteY854" fmla="*/ 313415 h 6858000"/>
              <a:gd name="connsiteX855" fmla="*/ 4346041 w 7467600"/>
              <a:gd name="connsiteY855" fmla="*/ 456086 h 6858000"/>
              <a:gd name="connsiteX856" fmla="*/ 4870967 w 7467600"/>
              <a:gd name="connsiteY856" fmla="*/ 963061 h 6858000"/>
              <a:gd name="connsiteX857" fmla="*/ 4889647 w 7467600"/>
              <a:gd name="connsiteY857" fmla="*/ 957147 h 6858000"/>
              <a:gd name="connsiteX858" fmla="*/ 5422504 w 7467600"/>
              <a:gd name="connsiteY858" fmla="*/ 805191 h 6858000"/>
              <a:gd name="connsiteX859" fmla="*/ 6087656 w 7467600"/>
              <a:gd name="connsiteY859" fmla="*/ 826703 h 6858000"/>
              <a:gd name="connsiteX860" fmla="*/ 6058717 w 7467600"/>
              <a:gd name="connsiteY860" fmla="*/ 865992 h 6858000"/>
              <a:gd name="connsiteX861" fmla="*/ 4974153 w 7467600"/>
              <a:gd name="connsiteY861" fmla="*/ 1045456 h 6858000"/>
              <a:gd name="connsiteX862" fmla="*/ 5627835 w 7467600"/>
              <a:gd name="connsiteY862" fmla="*/ 1472077 h 6858000"/>
              <a:gd name="connsiteX863" fmla="*/ 5629817 w 7467600"/>
              <a:gd name="connsiteY863" fmla="*/ 1471412 h 6858000"/>
              <a:gd name="connsiteX864" fmla="*/ 5634124 w 7467600"/>
              <a:gd name="connsiteY864" fmla="*/ 1470572 h 6858000"/>
              <a:gd name="connsiteX865" fmla="*/ 5755832 w 7467600"/>
              <a:gd name="connsiteY865" fmla="*/ 1383886 h 6858000"/>
              <a:gd name="connsiteX866" fmla="*/ 6014186 w 7467600"/>
              <a:gd name="connsiteY866" fmla="*/ 1279799 h 6858000"/>
              <a:gd name="connsiteX867" fmla="*/ 6901619 w 7467600"/>
              <a:gd name="connsiteY867" fmla="*/ 1047874 h 6858000"/>
              <a:gd name="connsiteX868" fmla="*/ 6931566 w 7467600"/>
              <a:gd name="connsiteY868" fmla="*/ 1062034 h 6858000"/>
              <a:gd name="connsiteX869" fmla="*/ 5790982 w 7467600"/>
              <a:gd name="connsiteY869" fmla="*/ 1561380 h 6858000"/>
              <a:gd name="connsiteX870" fmla="*/ 6188971 w 7467600"/>
              <a:gd name="connsiteY870" fmla="*/ 1755168 h 6858000"/>
              <a:gd name="connsiteX871" fmla="*/ 6202446 w 7467600"/>
              <a:gd name="connsiteY871" fmla="*/ 1752268 h 6858000"/>
              <a:gd name="connsiteX872" fmla="*/ 7179560 w 7467600"/>
              <a:gd name="connsiteY872" fmla="*/ 1467551 h 6858000"/>
              <a:gd name="connsiteX873" fmla="*/ 7158730 w 7467600"/>
              <a:gd name="connsiteY873" fmla="*/ 1507835 h 6858000"/>
              <a:gd name="connsiteX874" fmla="*/ 6326959 w 7467600"/>
              <a:gd name="connsiteY874" fmla="*/ 1817686 h 6858000"/>
              <a:gd name="connsiteX875" fmla="*/ 6537433 w 7467600"/>
              <a:gd name="connsiteY875" fmla="*/ 1907790 h 6858000"/>
              <a:gd name="connsiteX876" fmla="*/ 6550221 w 7467600"/>
              <a:gd name="connsiteY876" fmla="*/ 1910729 h 6858000"/>
              <a:gd name="connsiteX877" fmla="*/ 6964438 w 7467600"/>
              <a:gd name="connsiteY877" fmla="*/ 2209505 h 6858000"/>
              <a:gd name="connsiteX878" fmla="*/ 7367862 w 7467600"/>
              <a:gd name="connsiteY878" fmla="*/ 2806833 h 6858000"/>
              <a:gd name="connsiteX879" fmla="*/ 7364329 w 7467600"/>
              <a:gd name="connsiteY879" fmla="*/ 2826907 h 6858000"/>
              <a:gd name="connsiteX880" fmla="*/ 7290545 w 7467600"/>
              <a:gd name="connsiteY880" fmla="*/ 2850663 h 6858000"/>
              <a:gd name="connsiteX881" fmla="*/ 6472036 w 7467600"/>
              <a:gd name="connsiteY881" fmla="*/ 1959003 h 6858000"/>
              <a:gd name="connsiteX882" fmla="*/ 5792897 w 7467600"/>
              <a:gd name="connsiteY882" fmla="*/ 1647747 h 6858000"/>
              <a:gd name="connsiteX883" fmla="*/ 5842751 w 7467600"/>
              <a:gd name="connsiteY883" fmla="*/ 1816112 h 6858000"/>
              <a:gd name="connsiteX884" fmla="*/ 5847424 w 7467600"/>
              <a:gd name="connsiteY884" fmla="*/ 1815776 h 6858000"/>
              <a:gd name="connsiteX885" fmla="*/ 6399821 w 7467600"/>
              <a:gd name="connsiteY885" fmla="*/ 2344799 h 6858000"/>
              <a:gd name="connsiteX886" fmla="*/ 6323232 w 7467600"/>
              <a:gd name="connsiteY886" fmla="*/ 2389634 h 6858000"/>
              <a:gd name="connsiteX887" fmla="*/ 5942958 w 7467600"/>
              <a:gd name="connsiteY887" fmla="*/ 2077708 h 6858000"/>
              <a:gd name="connsiteX888" fmla="*/ 5921559 w 7467600"/>
              <a:gd name="connsiteY888" fmla="*/ 2378596 h 6858000"/>
              <a:gd name="connsiteX889" fmla="*/ 5817651 w 7467600"/>
              <a:gd name="connsiteY889" fmla="*/ 3023919 h 6858000"/>
              <a:gd name="connsiteX890" fmla="*/ 5729634 w 7467600"/>
              <a:gd name="connsiteY890" fmla="*/ 3051849 h 6858000"/>
              <a:gd name="connsiteX891" fmla="*/ 5611018 w 7467600"/>
              <a:gd name="connsiteY891" fmla="*/ 2316769 h 6858000"/>
              <a:gd name="connsiteX892" fmla="*/ 5687608 w 7467600"/>
              <a:gd name="connsiteY892" fmla="*/ 2039972 h 6858000"/>
              <a:gd name="connsiteX893" fmla="*/ 5657554 w 7467600"/>
              <a:gd name="connsiteY893" fmla="*/ 1576445 h 6858000"/>
              <a:gd name="connsiteX894" fmla="*/ 5150475 w 7467600"/>
              <a:gd name="connsiteY894" fmla="*/ 1274012 h 6858000"/>
              <a:gd name="connsiteX895" fmla="*/ 5349142 w 7467600"/>
              <a:gd name="connsiteY895" fmla="*/ 2204405 h 6858000"/>
              <a:gd name="connsiteX896" fmla="*/ 5262214 w 7467600"/>
              <a:gd name="connsiteY896" fmla="*/ 2233836 h 6858000"/>
              <a:gd name="connsiteX897" fmla="*/ 4981539 w 7467600"/>
              <a:gd name="connsiteY897" fmla="*/ 1542201 h 6858000"/>
              <a:gd name="connsiteX898" fmla="*/ 4958461 w 7467600"/>
              <a:gd name="connsiteY898" fmla="*/ 1136957 h 6858000"/>
              <a:gd name="connsiteX899" fmla="*/ 4655015 w 7467600"/>
              <a:gd name="connsiteY899" fmla="*/ 891426 h 6858000"/>
              <a:gd name="connsiteX900" fmla="*/ 4348002 w 7467600"/>
              <a:gd name="connsiteY900" fmla="*/ 2205895 h 6858000"/>
              <a:gd name="connsiteX901" fmla="*/ 4262250 w 7467600"/>
              <a:gd name="connsiteY901" fmla="*/ 2219972 h 6858000"/>
              <a:gd name="connsiteX902" fmla="*/ 4550611 w 7467600"/>
              <a:gd name="connsiteY902" fmla="*/ 817540 h 6858000"/>
              <a:gd name="connsiteX903" fmla="*/ 4564418 w 7467600"/>
              <a:gd name="connsiteY903" fmla="*/ 808293 h 6858000"/>
              <a:gd name="connsiteX904" fmla="*/ 4266388 w 7467600"/>
              <a:gd name="connsiteY904" fmla="*/ 500083 h 6858000"/>
              <a:gd name="connsiteX905" fmla="*/ 4032842 w 7467600"/>
              <a:gd name="connsiteY905" fmla="*/ 211809 h 6858000"/>
              <a:gd name="connsiteX906" fmla="*/ 3882765 w 7467600"/>
              <a:gd name="connsiteY906" fmla="*/ 0 h 6858000"/>
              <a:gd name="connsiteX907" fmla="*/ 3721337 w 7467600"/>
              <a:gd name="connsiteY907" fmla="*/ 0 h 6858000"/>
              <a:gd name="connsiteX908" fmla="*/ 3797544 w 7467600"/>
              <a:gd name="connsiteY908" fmla="*/ 0 h 6858000"/>
              <a:gd name="connsiteX909" fmla="*/ 3775734 w 7467600"/>
              <a:gd name="connsiteY909" fmla="*/ 95131 h 6858000"/>
              <a:gd name="connsiteX910" fmla="*/ 3724807 w 7467600"/>
              <a:gd name="connsiteY910" fmla="*/ 272257 h 6858000"/>
              <a:gd name="connsiteX911" fmla="*/ 3726844 w 7467600"/>
              <a:gd name="connsiteY911" fmla="*/ 282988 h 6858000"/>
              <a:gd name="connsiteX912" fmla="*/ 3742664 w 7467600"/>
              <a:gd name="connsiteY912" fmla="*/ 279918 h 6858000"/>
              <a:gd name="connsiteX913" fmla="*/ 4103910 w 7467600"/>
              <a:gd name="connsiteY913" fmla="*/ 1161917 h 6858000"/>
              <a:gd name="connsiteX914" fmla="*/ 4020269 w 7467600"/>
              <a:gd name="connsiteY914" fmla="*/ 1200406 h 6858000"/>
              <a:gd name="connsiteX915" fmla="*/ 3674882 w 7467600"/>
              <a:gd name="connsiteY915" fmla="*/ 488524 h 6858000"/>
              <a:gd name="connsiteX916" fmla="*/ 3132682 w 7467600"/>
              <a:gd name="connsiteY916" fmla="*/ 1072284 h 6858000"/>
              <a:gd name="connsiteX917" fmla="*/ 2716346 w 7467600"/>
              <a:gd name="connsiteY917" fmla="*/ 1276376 h 6858000"/>
              <a:gd name="connsiteX918" fmla="*/ 2716772 w 7467600"/>
              <a:gd name="connsiteY918" fmla="*/ 1255462 h 6858000"/>
              <a:gd name="connsiteX919" fmla="*/ 3471096 w 7467600"/>
              <a:gd name="connsiteY919" fmla="*/ 437072 h 6858000"/>
              <a:gd name="connsiteX920" fmla="*/ 3639057 w 7467600"/>
              <a:gd name="connsiteY920" fmla="*/ 286334 h 6858000"/>
              <a:gd name="connsiteX921" fmla="*/ 3640309 w 7467600"/>
              <a:gd name="connsiteY921" fmla="*/ 284664 h 6858000"/>
              <a:gd name="connsiteX922" fmla="*/ 3646022 w 7467600"/>
              <a:gd name="connsiteY922" fmla="*/ 276711 h 6858000"/>
              <a:gd name="connsiteX923" fmla="*/ 3707943 w 7467600"/>
              <a:gd name="connsiteY923" fmla="*/ 65958 h 6858000"/>
              <a:gd name="connsiteX924" fmla="*/ 3721337 w 7467600"/>
              <a:gd name="connsiteY924" fmla="*/ 0 h 6858000"/>
              <a:gd name="connsiteX925" fmla="*/ 2867960 w 7467600"/>
              <a:gd name="connsiteY925" fmla="*/ 0 h 6858000"/>
              <a:gd name="connsiteX926" fmla="*/ 2926351 w 7467600"/>
              <a:gd name="connsiteY926" fmla="*/ 0 h 6858000"/>
              <a:gd name="connsiteX927" fmla="*/ 2902823 w 7467600"/>
              <a:gd name="connsiteY927" fmla="*/ 262929 h 6858000"/>
              <a:gd name="connsiteX928" fmla="*/ 2940663 w 7467600"/>
              <a:gd name="connsiteY928" fmla="*/ 140884 h 6858000"/>
              <a:gd name="connsiteX929" fmla="*/ 2947039 w 7467600"/>
              <a:gd name="connsiteY929" fmla="*/ 122524 h 6858000"/>
              <a:gd name="connsiteX930" fmla="*/ 2984316 w 7467600"/>
              <a:gd name="connsiteY930" fmla="*/ 0 h 6858000"/>
              <a:gd name="connsiteX931" fmla="*/ 3016114 w 7467600"/>
              <a:gd name="connsiteY931" fmla="*/ 0 h 6858000"/>
              <a:gd name="connsiteX932" fmla="*/ 2979949 w 7467600"/>
              <a:gd name="connsiteY932" fmla="*/ 119274 h 6858000"/>
              <a:gd name="connsiteX933" fmla="*/ 3023879 w 7467600"/>
              <a:gd name="connsiteY933" fmla="*/ 0 h 6858000"/>
              <a:gd name="connsiteX934" fmla="*/ 3105400 w 7467600"/>
              <a:gd name="connsiteY934" fmla="*/ 0 h 6858000"/>
              <a:gd name="connsiteX935" fmla="*/ 3094669 w 7467600"/>
              <a:gd name="connsiteY935" fmla="*/ 30308 h 6858000"/>
              <a:gd name="connsiteX936" fmla="*/ 2901945 w 7467600"/>
              <a:gd name="connsiteY936" fmla="*/ 466538 h 6858000"/>
              <a:gd name="connsiteX937" fmla="*/ 2815209 w 7467600"/>
              <a:gd name="connsiteY937" fmla="*/ 497361 h 6858000"/>
              <a:gd name="connsiteX938" fmla="*/ 2844845 w 7467600"/>
              <a:gd name="connsiteY938" fmla="*/ 127638 h 6858000"/>
              <a:gd name="connsiteX939" fmla="*/ 2867960 w 7467600"/>
              <a:gd name="connsiteY939" fmla="*/ 0 h 6858000"/>
              <a:gd name="connsiteX940" fmla="*/ 1057230 w 7467600"/>
              <a:gd name="connsiteY940" fmla="*/ 0 h 6858000"/>
              <a:gd name="connsiteX941" fmla="*/ 1111003 w 7467600"/>
              <a:gd name="connsiteY941" fmla="*/ 0 h 6858000"/>
              <a:gd name="connsiteX942" fmla="*/ 1125553 w 7467600"/>
              <a:gd name="connsiteY942" fmla="*/ 52588 h 6858000"/>
              <a:gd name="connsiteX943" fmla="*/ 1304276 w 7467600"/>
              <a:gd name="connsiteY943" fmla="*/ 476275 h 6858000"/>
              <a:gd name="connsiteX944" fmla="*/ 1492066 w 7467600"/>
              <a:gd name="connsiteY944" fmla="*/ 886333 h 6858000"/>
              <a:gd name="connsiteX945" fmla="*/ 1423698 w 7467600"/>
              <a:gd name="connsiteY945" fmla="*/ 710817 h 6858000"/>
              <a:gd name="connsiteX946" fmla="*/ 1357609 w 7467600"/>
              <a:gd name="connsiteY946" fmla="*/ 532892 h 6858000"/>
              <a:gd name="connsiteX947" fmla="*/ 1309550 w 7467600"/>
              <a:gd name="connsiteY947" fmla="*/ 374031 h 6858000"/>
              <a:gd name="connsiteX948" fmla="*/ 1193673 w 7467600"/>
              <a:gd name="connsiteY948" fmla="*/ 49533 h 6858000"/>
              <a:gd name="connsiteX949" fmla="*/ 1164391 w 7467600"/>
              <a:gd name="connsiteY949" fmla="*/ 0 h 6858000"/>
              <a:gd name="connsiteX950" fmla="*/ 1200666 w 7467600"/>
              <a:gd name="connsiteY950" fmla="*/ 0 h 6858000"/>
              <a:gd name="connsiteX951" fmla="*/ 1223408 w 7467600"/>
              <a:gd name="connsiteY951" fmla="*/ 38996 h 6858000"/>
              <a:gd name="connsiteX952" fmla="*/ 1339635 w 7467600"/>
              <a:gd name="connsiteY952" fmla="*/ 365517 h 6858000"/>
              <a:gd name="connsiteX953" fmla="*/ 1387469 w 7467600"/>
              <a:gd name="connsiteY953" fmla="*/ 523079 h 6858000"/>
              <a:gd name="connsiteX954" fmla="*/ 1452685 w 7467600"/>
              <a:gd name="connsiteY954" fmla="*/ 699806 h 6858000"/>
              <a:gd name="connsiteX955" fmla="*/ 1492092 w 7467600"/>
              <a:gd name="connsiteY955" fmla="*/ 800424 h 6858000"/>
              <a:gd name="connsiteX956" fmla="*/ 1455302 w 7467600"/>
              <a:gd name="connsiteY956" fmla="*/ 632913 h 6858000"/>
              <a:gd name="connsiteX957" fmla="*/ 1222336 w 7467600"/>
              <a:gd name="connsiteY957" fmla="*/ 9480 h 6858000"/>
              <a:gd name="connsiteX958" fmla="*/ 1214634 w 7467600"/>
              <a:gd name="connsiteY958" fmla="*/ 0 h 6858000"/>
              <a:gd name="connsiteX959" fmla="*/ 1289827 w 7467600"/>
              <a:gd name="connsiteY959" fmla="*/ 0 h 6858000"/>
              <a:gd name="connsiteX960" fmla="*/ 1321076 w 7467600"/>
              <a:gd name="connsiteY960" fmla="*/ 59722 h 6858000"/>
              <a:gd name="connsiteX961" fmla="*/ 1512579 w 7467600"/>
              <a:gd name="connsiteY961" fmla="*/ 626441 h 6858000"/>
              <a:gd name="connsiteX962" fmla="*/ 1506076 w 7467600"/>
              <a:gd name="connsiteY962" fmla="*/ 1089289 h 6858000"/>
              <a:gd name="connsiteX963" fmla="*/ 1486346 w 7467600"/>
              <a:gd name="connsiteY963" fmla="*/ 1079919 h 6858000"/>
              <a:gd name="connsiteX964" fmla="*/ 1070511 w 7467600"/>
              <a:gd name="connsiteY964" fmla="*/ 48609 h 6858000"/>
              <a:gd name="connsiteX965" fmla="*/ 1057230 w 7467600"/>
              <a:gd name="connsiteY965" fmla="*/ 0 h 6858000"/>
              <a:gd name="connsiteX966" fmla="*/ 43151 w 7467600"/>
              <a:gd name="connsiteY966" fmla="*/ 0 h 6858000"/>
              <a:gd name="connsiteX967" fmla="*/ 95283 w 7467600"/>
              <a:gd name="connsiteY967" fmla="*/ 0 h 6858000"/>
              <a:gd name="connsiteX968" fmla="*/ 300708 w 7467600"/>
              <a:gd name="connsiteY968" fmla="*/ 154571 h 6858000"/>
              <a:gd name="connsiteX969" fmla="*/ 530414 w 7467600"/>
              <a:gd name="connsiteY969" fmla="*/ 354673 h 6858000"/>
              <a:gd name="connsiteX970" fmla="*/ 333785 w 7467600"/>
              <a:gd name="connsiteY970" fmla="*/ 161564 h 6858000"/>
              <a:gd name="connsiteX971" fmla="*/ 147005 w 7467600"/>
              <a:gd name="connsiteY971" fmla="*/ 0 h 6858000"/>
              <a:gd name="connsiteX972" fmla="*/ 272509 w 7467600"/>
              <a:gd name="connsiteY972" fmla="*/ 0 h 6858000"/>
              <a:gd name="connsiteX973" fmla="*/ 326276 w 7467600"/>
              <a:gd name="connsiteY973" fmla="*/ 45847 h 6858000"/>
              <a:gd name="connsiteX974" fmla="*/ 823759 w 7467600"/>
              <a:gd name="connsiteY974" fmla="*/ 574145 h 6858000"/>
              <a:gd name="connsiteX975" fmla="*/ 811254 w 7467600"/>
              <a:gd name="connsiteY975" fmla="*/ 665546 h 6858000"/>
              <a:gd name="connsiteX976" fmla="*/ 154042 w 7467600"/>
              <a:gd name="connsiteY976" fmla="*/ 261522 h 6858000"/>
              <a:gd name="connsiteX977" fmla="*/ 13550 w 7467600"/>
              <a:gd name="connsiteY977" fmla="*/ 158423 h 6858000"/>
              <a:gd name="connsiteX978" fmla="*/ 0 w 7467600"/>
              <a:gd name="connsiteY978" fmla="*/ 146618 h 6858000"/>
              <a:gd name="connsiteX979" fmla="*/ 0 w 7467600"/>
              <a:gd name="connsiteY979" fmla="*/ 59161 h 6858000"/>
              <a:gd name="connsiteX980" fmla="*/ 45427 w 7467600"/>
              <a:gd name="connsiteY980" fmla="*/ 101078 h 6858000"/>
              <a:gd name="connsiteX981" fmla="*/ 630103 w 7467600"/>
              <a:gd name="connsiteY981" fmla="*/ 485885 h 6858000"/>
              <a:gd name="connsiteX982" fmla="*/ 532040 w 7467600"/>
              <a:gd name="connsiteY982" fmla="*/ 399359 h 6858000"/>
              <a:gd name="connsiteX983" fmla="*/ 517618 w 7467600"/>
              <a:gd name="connsiteY983" fmla="*/ 385726 h 6858000"/>
              <a:gd name="connsiteX984" fmla="*/ 285074 w 7467600"/>
              <a:gd name="connsiteY984" fmla="*/ 182755 h 6858000"/>
              <a:gd name="connsiteX985" fmla="*/ 43151 w 7467600"/>
              <a:gd name="connsiteY98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1903353 w 7467600"/>
              <a:gd name="connsiteY127" fmla="*/ 5044827 h 6858000"/>
              <a:gd name="connsiteX128" fmla="*/ 1936931 w 7467600"/>
              <a:gd name="connsiteY128" fmla="*/ 5093954 h 6858000"/>
              <a:gd name="connsiteX129" fmla="*/ 2195868 w 7467600"/>
              <a:gd name="connsiteY129" fmla="*/ 5396574 h 6858000"/>
              <a:gd name="connsiteX130" fmla="*/ 2088852 w 7467600"/>
              <a:gd name="connsiteY130" fmla="*/ 5166123 h 6858000"/>
              <a:gd name="connsiteX131" fmla="*/ 1958241 w 7467600"/>
              <a:gd name="connsiteY131" fmla="*/ 5067955 h 6858000"/>
              <a:gd name="connsiteX132" fmla="*/ 1903353 w 7467600"/>
              <a:gd name="connsiteY132" fmla="*/ 5044827 h 6858000"/>
              <a:gd name="connsiteX133" fmla="*/ 1979378 w 7467600"/>
              <a:gd name="connsiteY133" fmla="*/ 4769504 h 6858000"/>
              <a:gd name="connsiteX134" fmla="*/ 2882120 w 7467600"/>
              <a:gd name="connsiteY134" fmla="*/ 5064547 h 6858000"/>
              <a:gd name="connsiteX135" fmla="*/ 2793103 w 7467600"/>
              <a:gd name="connsiteY135" fmla="*/ 5039699 h 6858000"/>
              <a:gd name="connsiteX136" fmla="*/ 2770041 w 7467600"/>
              <a:gd name="connsiteY136" fmla="*/ 5033634 h 6858000"/>
              <a:gd name="connsiteX137" fmla="*/ 1979378 w 7467600"/>
              <a:gd name="connsiteY137" fmla="*/ 4769504 h 6858000"/>
              <a:gd name="connsiteX138" fmla="*/ 1927410 w 7467600"/>
              <a:gd name="connsiteY138" fmla="*/ 4716164 h 6858000"/>
              <a:gd name="connsiteX139" fmla="*/ 1959587 w 7467600"/>
              <a:gd name="connsiteY139" fmla="*/ 4728849 h 6858000"/>
              <a:gd name="connsiteX140" fmla="*/ 2777707 w 7467600"/>
              <a:gd name="connsiteY140" fmla="*/ 5003991 h 6858000"/>
              <a:gd name="connsiteX141" fmla="*/ 2800768 w 7467600"/>
              <a:gd name="connsiteY141" fmla="*/ 5010056 h 6858000"/>
              <a:gd name="connsiteX142" fmla="*/ 2879408 w 7467600"/>
              <a:gd name="connsiteY142" fmla="*/ 5031590 h 6858000"/>
              <a:gd name="connsiteX143" fmla="*/ 2862295 w 7467600"/>
              <a:gd name="connsiteY143" fmla="*/ 5022958 h 6858000"/>
              <a:gd name="connsiteX144" fmla="*/ 2813343 w 7467600"/>
              <a:gd name="connsiteY144" fmla="*/ 4998369 h 6858000"/>
              <a:gd name="connsiteX145" fmla="*/ 2646245 w 7467600"/>
              <a:gd name="connsiteY145" fmla="*/ 4930999 h 6858000"/>
              <a:gd name="connsiteX146" fmla="*/ 1999243 w 7467600"/>
              <a:gd name="connsiteY146" fmla="*/ 4730524 h 6858000"/>
              <a:gd name="connsiteX147" fmla="*/ 1979527 w 7467600"/>
              <a:gd name="connsiteY147" fmla="*/ 4726651 h 6858000"/>
              <a:gd name="connsiteX148" fmla="*/ 1927410 w 7467600"/>
              <a:gd name="connsiteY148" fmla="*/ 4716164 h 6858000"/>
              <a:gd name="connsiteX149" fmla="*/ 1997014 w 7467600"/>
              <a:gd name="connsiteY149" fmla="*/ 4698007 h 6858000"/>
              <a:gd name="connsiteX150" fmla="*/ 2005458 w 7467600"/>
              <a:gd name="connsiteY150" fmla="*/ 4699540 h 6858000"/>
              <a:gd name="connsiteX151" fmla="*/ 2657186 w 7467600"/>
              <a:gd name="connsiteY151" fmla="*/ 4901687 h 6858000"/>
              <a:gd name="connsiteX152" fmla="*/ 2826662 w 7467600"/>
              <a:gd name="connsiteY152" fmla="*/ 4970362 h 6858000"/>
              <a:gd name="connsiteX153" fmla="*/ 2876100 w 7467600"/>
              <a:gd name="connsiteY153" fmla="*/ 4995397 h 6858000"/>
              <a:gd name="connsiteX154" fmla="*/ 3042600 w 7467600"/>
              <a:gd name="connsiteY154" fmla="*/ 5059532 h 6858000"/>
              <a:gd name="connsiteX155" fmla="*/ 1997014 w 7467600"/>
              <a:gd name="connsiteY155" fmla="*/ 4698007 h 6858000"/>
              <a:gd name="connsiteX156" fmla="*/ 2305292 w 7467600"/>
              <a:gd name="connsiteY156" fmla="*/ 4219492 h 6858000"/>
              <a:gd name="connsiteX157" fmla="*/ 3360922 w 7467600"/>
              <a:gd name="connsiteY157" fmla="*/ 4529373 h 6858000"/>
              <a:gd name="connsiteX158" fmla="*/ 3492420 w 7467600"/>
              <a:gd name="connsiteY158" fmla="*/ 4510145 h 6858000"/>
              <a:gd name="connsiteX159" fmla="*/ 3364086 w 7467600"/>
              <a:gd name="connsiteY159" fmla="*/ 4480340 h 6858000"/>
              <a:gd name="connsiteX160" fmla="*/ 3225818 w 7467600"/>
              <a:gd name="connsiteY160" fmla="*/ 4411822 h 6858000"/>
              <a:gd name="connsiteX161" fmla="*/ 3129696 w 7467600"/>
              <a:gd name="connsiteY161" fmla="*/ 4360704 h 6858000"/>
              <a:gd name="connsiteX162" fmla="*/ 2814545 w 7467600"/>
              <a:gd name="connsiteY162" fmla="*/ 4282955 h 6858000"/>
              <a:gd name="connsiteX163" fmla="*/ 2305292 w 7467600"/>
              <a:gd name="connsiteY163" fmla="*/ 4219492 h 6858000"/>
              <a:gd name="connsiteX164" fmla="*/ 2626982 w 7467600"/>
              <a:gd name="connsiteY164" fmla="*/ 4206450 h 6858000"/>
              <a:gd name="connsiteX165" fmla="*/ 2490617 w 7467600"/>
              <a:gd name="connsiteY165" fmla="*/ 4206951 h 6858000"/>
              <a:gd name="connsiteX166" fmla="*/ 2819869 w 7467600"/>
              <a:gd name="connsiteY166" fmla="*/ 4252936 h 6858000"/>
              <a:gd name="connsiteX167" fmla="*/ 3143018 w 7467600"/>
              <a:gd name="connsiteY167" fmla="*/ 4332698 h 6858000"/>
              <a:gd name="connsiteX168" fmla="*/ 3241520 w 7467600"/>
              <a:gd name="connsiteY168" fmla="*/ 4385112 h 6858000"/>
              <a:gd name="connsiteX169" fmla="*/ 3374575 w 7467600"/>
              <a:gd name="connsiteY169" fmla="*/ 4451517 h 6858000"/>
              <a:gd name="connsiteX170" fmla="*/ 3505221 w 7467600"/>
              <a:gd name="connsiteY170" fmla="*/ 4480757 h 6858000"/>
              <a:gd name="connsiteX171" fmla="*/ 2626982 w 7467600"/>
              <a:gd name="connsiteY171" fmla="*/ 4206450 h 6858000"/>
              <a:gd name="connsiteX172" fmla="*/ 1310106 w 7467600"/>
              <a:gd name="connsiteY172" fmla="*/ 3943217 h 6858000"/>
              <a:gd name="connsiteX173" fmla="*/ 854994 w 7467600"/>
              <a:gd name="connsiteY173" fmla="*/ 4399136 h 6858000"/>
              <a:gd name="connsiteX174" fmla="*/ 742462 w 7467600"/>
              <a:gd name="connsiteY174" fmla="*/ 4594648 h 6858000"/>
              <a:gd name="connsiteX175" fmla="*/ 820602 w 7467600"/>
              <a:gd name="connsiteY175" fmla="*/ 4485915 h 6858000"/>
              <a:gd name="connsiteX176" fmla="*/ 878295 w 7467600"/>
              <a:gd name="connsiteY176" fmla="*/ 4403594 h 6858000"/>
              <a:gd name="connsiteX177" fmla="*/ 1240607 w 7467600"/>
              <a:gd name="connsiteY177" fmla="*/ 4010401 h 6858000"/>
              <a:gd name="connsiteX178" fmla="*/ 1310106 w 7467600"/>
              <a:gd name="connsiteY178" fmla="*/ 3943217 h 6858000"/>
              <a:gd name="connsiteX179" fmla="*/ 1423113 w 7467600"/>
              <a:gd name="connsiteY179" fmla="*/ 3874565 h 6858000"/>
              <a:gd name="connsiteX180" fmla="*/ 1260565 w 7467600"/>
              <a:gd name="connsiteY180" fmla="*/ 4031982 h 6858000"/>
              <a:gd name="connsiteX181" fmla="*/ 901900 w 7467600"/>
              <a:gd name="connsiteY181" fmla="*/ 4421236 h 6858000"/>
              <a:gd name="connsiteX182" fmla="*/ 845044 w 7467600"/>
              <a:gd name="connsiteY182" fmla="*/ 4502436 h 6858000"/>
              <a:gd name="connsiteX183" fmla="*/ 685926 w 7467600"/>
              <a:gd name="connsiteY183" fmla="*/ 4703069 h 6858000"/>
              <a:gd name="connsiteX184" fmla="*/ 684248 w 7467600"/>
              <a:gd name="connsiteY184" fmla="*/ 4706721 h 6858000"/>
              <a:gd name="connsiteX185" fmla="*/ 1423113 w 7467600"/>
              <a:gd name="connsiteY185" fmla="*/ 3874565 h 6858000"/>
              <a:gd name="connsiteX186" fmla="*/ 3316479 w 7467600"/>
              <a:gd name="connsiteY186" fmla="*/ 3872136 h 6858000"/>
              <a:gd name="connsiteX187" fmla="*/ 3546806 w 7467600"/>
              <a:gd name="connsiteY187" fmla="*/ 4356139 h 6858000"/>
              <a:gd name="connsiteX188" fmla="*/ 3364433 w 7467600"/>
              <a:gd name="connsiteY188" fmla="*/ 3953121 h 6858000"/>
              <a:gd name="connsiteX189" fmla="*/ 3316479 w 7467600"/>
              <a:gd name="connsiteY189" fmla="*/ 3872136 h 6858000"/>
              <a:gd name="connsiteX190" fmla="*/ 3291335 w 7467600"/>
              <a:gd name="connsiteY190" fmla="*/ 3767420 h 6858000"/>
              <a:gd name="connsiteX191" fmla="*/ 3390805 w 7467600"/>
              <a:gd name="connsiteY191" fmla="*/ 3937163 h 6858000"/>
              <a:gd name="connsiteX192" fmla="*/ 3579062 w 7467600"/>
              <a:gd name="connsiteY192" fmla="*/ 4359040 h 6858000"/>
              <a:gd name="connsiteX193" fmla="*/ 3467355 w 7467600"/>
              <a:gd name="connsiteY193" fmla="*/ 3988130 h 6858000"/>
              <a:gd name="connsiteX194" fmla="*/ 3310753 w 7467600"/>
              <a:gd name="connsiteY194" fmla="*/ 3787140 h 6858000"/>
              <a:gd name="connsiteX195" fmla="*/ 3291335 w 7467600"/>
              <a:gd name="connsiteY195" fmla="*/ 3767420 h 6858000"/>
              <a:gd name="connsiteX196" fmla="*/ 1635889 w 7467600"/>
              <a:gd name="connsiteY196" fmla="*/ 3709494 h 6858000"/>
              <a:gd name="connsiteX197" fmla="*/ 1634800 w 7467600"/>
              <a:gd name="connsiteY197" fmla="*/ 3731111 h 6858000"/>
              <a:gd name="connsiteX198" fmla="*/ 1635889 w 7467600"/>
              <a:gd name="connsiteY198" fmla="*/ 3709494 h 6858000"/>
              <a:gd name="connsiteX199" fmla="*/ 1510397 w 7467600"/>
              <a:gd name="connsiteY199" fmla="*/ 3684705 h 6858000"/>
              <a:gd name="connsiteX200" fmla="*/ 1146550 w 7467600"/>
              <a:gd name="connsiteY200" fmla="*/ 3802012 h 6858000"/>
              <a:gd name="connsiteX201" fmla="*/ 698834 w 7467600"/>
              <a:gd name="connsiteY201" fmla="*/ 3952272 h 6858000"/>
              <a:gd name="connsiteX202" fmla="*/ 34256 w 7467600"/>
              <a:gd name="connsiteY202" fmla="*/ 4347603 h 6858000"/>
              <a:gd name="connsiteX203" fmla="*/ 527241 w 7467600"/>
              <a:gd name="connsiteY203" fmla="*/ 4065078 h 6858000"/>
              <a:gd name="connsiteX204" fmla="*/ 1510397 w 7467600"/>
              <a:gd name="connsiteY204" fmla="*/ 3684705 h 6858000"/>
              <a:gd name="connsiteX205" fmla="*/ 1313114 w 7467600"/>
              <a:gd name="connsiteY205" fmla="*/ 3655216 h 6858000"/>
              <a:gd name="connsiteX206" fmla="*/ 1109304 w 7467600"/>
              <a:gd name="connsiteY206" fmla="*/ 3669030 h 6858000"/>
              <a:gd name="connsiteX207" fmla="*/ 8129 w 7467600"/>
              <a:gd name="connsiteY207" fmla="*/ 4330519 h 6858000"/>
              <a:gd name="connsiteX208" fmla="*/ 687572 w 7467600"/>
              <a:gd name="connsiteY208" fmla="*/ 3925629 h 6858000"/>
              <a:gd name="connsiteX209" fmla="*/ 1138365 w 7467600"/>
              <a:gd name="connsiteY209" fmla="*/ 3774515 h 6858000"/>
              <a:gd name="connsiteX210" fmla="*/ 1505579 w 7467600"/>
              <a:gd name="connsiteY210" fmla="*/ 3655526 h 6858000"/>
              <a:gd name="connsiteX211" fmla="*/ 1313114 w 7467600"/>
              <a:gd name="connsiteY211" fmla="*/ 3655216 h 6858000"/>
              <a:gd name="connsiteX212" fmla="*/ 3655073 w 7467600"/>
              <a:gd name="connsiteY212" fmla="*/ 3650884 h 6858000"/>
              <a:gd name="connsiteX213" fmla="*/ 3989938 w 7467600"/>
              <a:gd name="connsiteY213" fmla="*/ 3991685 h 6858000"/>
              <a:gd name="connsiteX214" fmla="*/ 4393907 w 7467600"/>
              <a:gd name="connsiteY214" fmla="*/ 4261258 h 6858000"/>
              <a:gd name="connsiteX215" fmla="*/ 4648051 w 7467600"/>
              <a:gd name="connsiteY215" fmla="*/ 4374051 h 6858000"/>
              <a:gd name="connsiteX216" fmla="*/ 4383389 w 7467600"/>
              <a:gd name="connsiteY216" fmla="*/ 4184369 h 6858000"/>
              <a:gd name="connsiteX217" fmla="*/ 4165508 w 7467600"/>
              <a:gd name="connsiteY217" fmla="*/ 4035196 h 6858000"/>
              <a:gd name="connsiteX218" fmla="*/ 4068162 w 7467600"/>
              <a:gd name="connsiteY218" fmla="*/ 3953394 h 6858000"/>
              <a:gd name="connsiteX219" fmla="*/ 3981416 w 7467600"/>
              <a:gd name="connsiteY219" fmla="*/ 3880482 h 6858000"/>
              <a:gd name="connsiteX220" fmla="*/ 3800147 w 7467600"/>
              <a:gd name="connsiteY220" fmla="*/ 3749872 h 6858000"/>
              <a:gd name="connsiteX221" fmla="*/ 3655073 w 7467600"/>
              <a:gd name="connsiteY221" fmla="*/ 3650884 h 6858000"/>
              <a:gd name="connsiteX222" fmla="*/ 3670252 w 7467600"/>
              <a:gd name="connsiteY222" fmla="*/ 3622798 h 6858000"/>
              <a:gd name="connsiteX223" fmla="*/ 3817258 w 7467600"/>
              <a:gd name="connsiteY223" fmla="*/ 3723577 h 6858000"/>
              <a:gd name="connsiteX224" fmla="*/ 4000461 w 7467600"/>
              <a:gd name="connsiteY224" fmla="*/ 3855966 h 6858000"/>
              <a:gd name="connsiteX225" fmla="*/ 4088180 w 7467600"/>
              <a:gd name="connsiteY225" fmla="*/ 3929774 h 6858000"/>
              <a:gd name="connsiteX226" fmla="*/ 4184555 w 7467600"/>
              <a:gd name="connsiteY226" fmla="*/ 4010683 h 6858000"/>
              <a:gd name="connsiteX227" fmla="*/ 4399563 w 7467600"/>
              <a:gd name="connsiteY227" fmla="*/ 4158106 h 6858000"/>
              <a:gd name="connsiteX228" fmla="*/ 4684469 w 7467600"/>
              <a:gd name="connsiteY228" fmla="*/ 4364680 h 6858000"/>
              <a:gd name="connsiteX229" fmla="*/ 4690271 w 7467600"/>
              <a:gd name="connsiteY229" fmla="*/ 4370034 h 6858000"/>
              <a:gd name="connsiteX230" fmla="*/ 4136093 w 7467600"/>
              <a:gd name="connsiteY230" fmla="*/ 3858466 h 6858000"/>
              <a:gd name="connsiteX231" fmla="*/ 3670252 w 7467600"/>
              <a:gd name="connsiteY231" fmla="*/ 3622798 h 6858000"/>
              <a:gd name="connsiteX232" fmla="*/ 4440129 w 7467600"/>
              <a:gd name="connsiteY232" fmla="*/ 3448571 h 6858000"/>
              <a:gd name="connsiteX233" fmla="*/ 4856525 w 7467600"/>
              <a:gd name="connsiteY233" fmla="*/ 3915351 h 6858000"/>
              <a:gd name="connsiteX234" fmla="*/ 5059055 w 7467600"/>
              <a:gd name="connsiteY234" fmla="*/ 4108918 h 6858000"/>
              <a:gd name="connsiteX235" fmla="*/ 5290070 w 7467600"/>
              <a:gd name="connsiteY235" fmla="*/ 4263619 h 6858000"/>
              <a:gd name="connsiteX236" fmla="*/ 4834991 w 7467600"/>
              <a:gd name="connsiteY236" fmla="*/ 3830985 h 6858000"/>
              <a:gd name="connsiteX237" fmla="*/ 4440129 w 7467600"/>
              <a:gd name="connsiteY237" fmla="*/ 3448571 h 6858000"/>
              <a:gd name="connsiteX238" fmla="*/ 4441737 w 7467600"/>
              <a:gd name="connsiteY238" fmla="*/ 3399734 h 6858000"/>
              <a:gd name="connsiteX239" fmla="*/ 4431236 w 7467600"/>
              <a:gd name="connsiteY239" fmla="*/ 3400954 h 6858000"/>
              <a:gd name="connsiteX240" fmla="*/ 4557150 w 7467600"/>
              <a:gd name="connsiteY240" fmla="*/ 3510023 h 6858000"/>
              <a:gd name="connsiteX241" fmla="*/ 4856936 w 7467600"/>
              <a:gd name="connsiteY241" fmla="*/ 3809146 h 6858000"/>
              <a:gd name="connsiteX242" fmla="*/ 5111996 w 7467600"/>
              <a:gd name="connsiteY242" fmla="*/ 4065759 h 6858000"/>
              <a:gd name="connsiteX243" fmla="*/ 5388878 w 7467600"/>
              <a:gd name="connsiteY243" fmla="*/ 4300185 h 6858000"/>
              <a:gd name="connsiteX244" fmla="*/ 5425556 w 7467600"/>
              <a:gd name="connsiteY244" fmla="*/ 4308967 h 6858000"/>
              <a:gd name="connsiteX245" fmla="*/ 4943646 w 7467600"/>
              <a:gd name="connsiteY245" fmla="*/ 3822916 h 6858000"/>
              <a:gd name="connsiteX246" fmla="*/ 4594837 w 7467600"/>
              <a:gd name="connsiteY246" fmla="*/ 3532274 h 6858000"/>
              <a:gd name="connsiteX247" fmla="*/ 4441737 w 7467600"/>
              <a:gd name="connsiteY247" fmla="*/ 3399734 h 6858000"/>
              <a:gd name="connsiteX248" fmla="*/ 5425834 w 7467600"/>
              <a:gd name="connsiteY248" fmla="*/ 3162785 h 6858000"/>
              <a:gd name="connsiteX249" fmla="*/ 5401644 w 7467600"/>
              <a:gd name="connsiteY249" fmla="*/ 3617847 h 6858000"/>
              <a:gd name="connsiteX250" fmla="*/ 5467256 w 7467600"/>
              <a:gd name="connsiteY250" fmla="*/ 4175494 h 6858000"/>
              <a:gd name="connsiteX251" fmla="*/ 5448069 w 7467600"/>
              <a:gd name="connsiteY251" fmla="*/ 3567554 h 6858000"/>
              <a:gd name="connsiteX252" fmla="*/ 5425834 w 7467600"/>
              <a:gd name="connsiteY252" fmla="*/ 3162785 h 6858000"/>
              <a:gd name="connsiteX253" fmla="*/ 1318687 w 7467600"/>
              <a:gd name="connsiteY253" fmla="*/ 3113840 h 6858000"/>
              <a:gd name="connsiteX254" fmla="*/ 1066793 w 7467600"/>
              <a:gd name="connsiteY254" fmla="*/ 3212171 h 6858000"/>
              <a:gd name="connsiteX255" fmla="*/ 993319 w 7467600"/>
              <a:gd name="connsiteY255" fmla="*/ 3247648 h 6858000"/>
              <a:gd name="connsiteX256" fmla="*/ 853081 w 7467600"/>
              <a:gd name="connsiteY256" fmla="*/ 3312410 h 6858000"/>
              <a:gd name="connsiteX257" fmla="*/ 805957 w 7467600"/>
              <a:gd name="connsiteY257" fmla="*/ 3330443 h 6858000"/>
              <a:gd name="connsiteX258" fmla="*/ 1318687 w 7467600"/>
              <a:gd name="connsiteY258" fmla="*/ 3113840 h 6858000"/>
              <a:gd name="connsiteX259" fmla="*/ 5453702 w 7467600"/>
              <a:gd name="connsiteY259" fmla="*/ 3090882 h 6858000"/>
              <a:gd name="connsiteX260" fmla="*/ 5480135 w 7467600"/>
              <a:gd name="connsiteY260" fmla="*/ 3565802 h 6858000"/>
              <a:gd name="connsiteX261" fmla="*/ 5499023 w 7467600"/>
              <a:gd name="connsiteY261" fmla="*/ 4166310 h 6858000"/>
              <a:gd name="connsiteX262" fmla="*/ 5547022 w 7467600"/>
              <a:gd name="connsiteY262" fmla="*/ 3607838 h 6858000"/>
              <a:gd name="connsiteX263" fmla="*/ 5515964 w 7467600"/>
              <a:gd name="connsiteY263" fmla="*/ 3378541 h 6858000"/>
              <a:gd name="connsiteX264" fmla="*/ 5453702 w 7467600"/>
              <a:gd name="connsiteY264" fmla="*/ 3090882 h 6858000"/>
              <a:gd name="connsiteX265" fmla="*/ 1238695 w 7467600"/>
              <a:gd name="connsiteY265" fmla="*/ 3076820 h 6858000"/>
              <a:gd name="connsiteX266" fmla="*/ 716371 w 7467600"/>
              <a:gd name="connsiteY266" fmla="*/ 3293249 h 6858000"/>
              <a:gd name="connsiteX267" fmla="*/ 579522 w 7467600"/>
              <a:gd name="connsiteY267" fmla="*/ 3371759 h 6858000"/>
              <a:gd name="connsiteX268" fmla="*/ 600288 w 7467600"/>
              <a:gd name="connsiteY268" fmla="*/ 3365555 h 6858000"/>
              <a:gd name="connsiteX269" fmla="*/ 840692 w 7467600"/>
              <a:gd name="connsiteY269" fmla="*/ 3284921 h 6858000"/>
              <a:gd name="connsiteX270" fmla="*/ 979248 w 7467600"/>
              <a:gd name="connsiteY270" fmla="*/ 3221003 h 6858000"/>
              <a:gd name="connsiteX271" fmla="*/ 1053282 w 7467600"/>
              <a:gd name="connsiteY271" fmla="*/ 3185247 h 6858000"/>
              <a:gd name="connsiteX272" fmla="*/ 1320603 w 7467600"/>
              <a:gd name="connsiteY272" fmla="*/ 3081281 h 6858000"/>
              <a:gd name="connsiteX273" fmla="*/ 1238695 w 7467600"/>
              <a:gd name="connsiteY273" fmla="*/ 3076820 h 6858000"/>
              <a:gd name="connsiteX274" fmla="*/ 5425627 w 7467600"/>
              <a:gd name="connsiteY274" fmla="*/ 2954192 h 6858000"/>
              <a:gd name="connsiteX275" fmla="*/ 5470770 w 7467600"/>
              <a:gd name="connsiteY275" fmla="*/ 3005435 h 6858000"/>
              <a:gd name="connsiteX276" fmla="*/ 5519779 w 7467600"/>
              <a:gd name="connsiteY276" fmla="*/ 4359223 h 6858000"/>
              <a:gd name="connsiteX277" fmla="*/ 5520293 w 7467600"/>
              <a:gd name="connsiteY277" fmla="*/ 4360602 h 6858000"/>
              <a:gd name="connsiteX278" fmla="*/ 5767221 w 7467600"/>
              <a:gd name="connsiteY278" fmla="*/ 4665564 h 6858000"/>
              <a:gd name="connsiteX279" fmla="*/ 6937169 w 7467600"/>
              <a:gd name="connsiteY279" fmla="*/ 4815941 h 6858000"/>
              <a:gd name="connsiteX280" fmla="*/ 6953922 w 7467600"/>
              <a:gd name="connsiteY280" fmla="*/ 4890068 h 6858000"/>
              <a:gd name="connsiteX281" fmla="*/ 6071359 w 7467600"/>
              <a:gd name="connsiteY281" fmla="*/ 4770770 h 6858000"/>
              <a:gd name="connsiteX282" fmla="*/ 6038839 w 7467600"/>
              <a:gd name="connsiteY282" fmla="*/ 4764474 h 6858000"/>
              <a:gd name="connsiteX283" fmla="*/ 6038706 w 7467600"/>
              <a:gd name="connsiteY283" fmla="*/ 4763847 h 6858000"/>
              <a:gd name="connsiteX284" fmla="*/ 6037784 w 7467600"/>
              <a:gd name="connsiteY284" fmla="*/ 4764270 h 6858000"/>
              <a:gd name="connsiteX285" fmla="*/ 6038839 w 7467600"/>
              <a:gd name="connsiteY285" fmla="*/ 4764474 h 6858000"/>
              <a:gd name="connsiteX286" fmla="*/ 6040338 w 7467600"/>
              <a:gd name="connsiteY286" fmla="*/ 4771418 h 6858000"/>
              <a:gd name="connsiteX287" fmla="*/ 6024488 w 7467600"/>
              <a:gd name="connsiteY287" fmla="*/ 4809903 h 6858000"/>
              <a:gd name="connsiteX288" fmla="*/ 5599771 w 7467600"/>
              <a:gd name="connsiteY288" fmla="*/ 5509652 h 6858000"/>
              <a:gd name="connsiteX289" fmla="*/ 5548843 w 7467600"/>
              <a:gd name="connsiteY289" fmla="*/ 5563845 h 6858000"/>
              <a:gd name="connsiteX290" fmla="*/ 5940952 w 7467600"/>
              <a:gd name="connsiteY290" fmla="*/ 6250028 h 6858000"/>
              <a:gd name="connsiteX291" fmla="*/ 6043441 w 7467600"/>
              <a:gd name="connsiteY291" fmla="*/ 6665847 h 6858000"/>
              <a:gd name="connsiteX292" fmla="*/ 6093432 w 7467600"/>
              <a:gd name="connsiteY292" fmla="*/ 6858000 h 6858000"/>
              <a:gd name="connsiteX293" fmla="*/ 6034344 w 7467600"/>
              <a:gd name="connsiteY293" fmla="*/ 6858000 h 6858000"/>
              <a:gd name="connsiteX294" fmla="*/ 6026679 w 7467600"/>
              <a:gd name="connsiteY294" fmla="*/ 6836959 h 6858000"/>
              <a:gd name="connsiteX295" fmla="*/ 5800441 w 7467600"/>
              <a:gd name="connsiteY295" fmla="*/ 6335286 h 6858000"/>
              <a:gd name="connsiteX296" fmla="*/ 5526562 w 7467600"/>
              <a:gd name="connsiteY296" fmla="*/ 5705388 h 6858000"/>
              <a:gd name="connsiteX297" fmla="*/ 5519640 w 7467600"/>
              <a:gd name="connsiteY297" fmla="*/ 5683774 h 6858000"/>
              <a:gd name="connsiteX298" fmla="*/ 5844559 w 7467600"/>
              <a:gd name="connsiteY298" fmla="*/ 6553349 h 6858000"/>
              <a:gd name="connsiteX299" fmla="*/ 5975994 w 7467600"/>
              <a:gd name="connsiteY299" fmla="*/ 6858000 h 6858000"/>
              <a:gd name="connsiteX300" fmla="*/ 5898547 w 7467600"/>
              <a:gd name="connsiteY300" fmla="*/ 6858000 h 6858000"/>
              <a:gd name="connsiteX301" fmla="*/ 5682041 w 7467600"/>
              <a:gd name="connsiteY301" fmla="*/ 6355860 h 6858000"/>
              <a:gd name="connsiteX302" fmla="*/ 5461758 w 7467600"/>
              <a:gd name="connsiteY302" fmla="*/ 5820220 h 6858000"/>
              <a:gd name="connsiteX303" fmla="*/ 5237282 w 7467600"/>
              <a:gd name="connsiteY303" fmla="*/ 6579086 h 6858000"/>
              <a:gd name="connsiteX304" fmla="*/ 5115009 w 7467600"/>
              <a:gd name="connsiteY304" fmla="*/ 6858000 h 6858000"/>
              <a:gd name="connsiteX305" fmla="*/ 5028074 w 7467600"/>
              <a:gd name="connsiteY305" fmla="*/ 6858000 h 6858000"/>
              <a:gd name="connsiteX306" fmla="*/ 5079508 w 7467600"/>
              <a:gd name="connsiteY306" fmla="*/ 6749074 h 6858000"/>
              <a:gd name="connsiteX307" fmla="*/ 5371846 w 7467600"/>
              <a:gd name="connsiteY307" fmla="*/ 5924413 h 6858000"/>
              <a:gd name="connsiteX308" fmla="*/ 5270512 w 7467600"/>
              <a:gd name="connsiteY308" fmla="*/ 6138975 h 6858000"/>
              <a:gd name="connsiteX309" fmla="*/ 5062409 w 7467600"/>
              <a:gd name="connsiteY309" fmla="*/ 6653544 h 6858000"/>
              <a:gd name="connsiteX310" fmla="*/ 5036628 w 7467600"/>
              <a:gd name="connsiteY310" fmla="*/ 6754247 h 6858000"/>
              <a:gd name="connsiteX311" fmla="*/ 5009112 w 7467600"/>
              <a:gd name="connsiteY311" fmla="*/ 6858000 h 6858000"/>
              <a:gd name="connsiteX312" fmla="*/ 4976679 w 7467600"/>
              <a:gd name="connsiteY312" fmla="*/ 6858000 h 6858000"/>
              <a:gd name="connsiteX313" fmla="*/ 5006537 w 7467600"/>
              <a:gd name="connsiteY313" fmla="*/ 6747068 h 6858000"/>
              <a:gd name="connsiteX314" fmla="*/ 5032723 w 7467600"/>
              <a:gd name="connsiteY314" fmla="*/ 6644957 h 6858000"/>
              <a:gd name="connsiteX315" fmla="*/ 5242949 w 7467600"/>
              <a:gd name="connsiteY315" fmla="*/ 6125175 h 6858000"/>
              <a:gd name="connsiteX316" fmla="*/ 5286321 w 7467600"/>
              <a:gd name="connsiteY316" fmla="*/ 6033555 h 6858000"/>
              <a:gd name="connsiteX317" fmla="*/ 5008210 w 7467600"/>
              <a:gd name="connsiteY317" fmla="*/ 6649194 h 6858000"/>
              <a:gd name="connsiteX318" fmla="*/ 4986321 w 7467600"/>
              <a:gd name="connsiteY318" fmla="*/ 6765687 h 6858000"/>
              <a:gd name="connsiteX319" fmla="*/ 4973474 w 7467600"/>
              <a:gd name="connsiteY319" fmla="*/ 6858000 h 6858000"/>
              <a:gd name="connsiteX320" fmla="*/ 4907178 w 7467600"/>
              <a:gd name="connsiteY320" fmla="*/ 6858000 h 6858000"/>
              <a:gd name="connsiteX321" fmla="*/ 4910810 w 7467600"/>
              <a:gd name="connsiteY321" fmla="*/ 6829660 h 6858000"/>
              <a:gd name="connsiteX322" fmla="*/ 4987461 w 7467600"/>
              <a:gd name="connsiteY322" fmla="*/ 6432994 h 6858000"/>
              <a:gd name="connsiteX323" fmla="*/ 5179262 w 7467600"/>
              <a:gd name="connsiteY323" fmla="*/ 6035044 h 6858000"/>
              <a:gd name="connsiteX324" fmla="*/ 4689678 w 7467600"/>
              <a:gd name="connsiteY324" fmla="*/ 6440241 h 6858000"/>
              <a:gd name="connsiteX325" fmla="*/ 4477543 w 7467600"/>
              <a:gd name="connsiteY325" fmla="*/ 6674836 h 6858000"/>
              <a:gd name="connsiteX326" fmla="*/ 4329957 w 7467600"/>
              <a:gd name="connsiteY326" fmla="*/ 6858000 h 6858000"/>
              <a:gd name="connsiteX327" fmla="*/ 4218595 w 7467600"/>
              <a:gd name="connsiteY327" fmla="*/ 6858000 h 6858000"/>
              <a:gd name="connsiteX328" fmla="*/ 4368888 w 7467600"/>
              <a:gd name="connsiteY328" fmla="*/ 6668412 h 6858000"/>
              <a:gd name="connsiteX329" fmla="*/ 4563091 w 7467600"/>
              <a:gd name="connsiteY329" fmla="*/ 6442508 h 6858000"/>
              <a:gd name="connsiteX330" fmla="*/ 5387324 w 7467600"/>
              <a:gd name="connsiteY330" fmla="*/ 5705830 h 6858000"/>
              <a:gd name="connsiteX331" fmla="*/ 5073620 w 7467600"/>
              <a:gd name="connsiteY331" fmla="*/ 5955437 h 6858000"/>
              <a:gd name="connsiteX332" fmla="*/ 4689789 w 7467600"/>
              <a:gd name="connsiteY332" fmla="*/ 6268382 h 6858000"/>
              <a:gd name="connsiteX333" fmla="*/ 4418722 w 7467600"/>
              <a:gd name="connsiteY333" fmla="*/ 6570886 h 6858000"/>
              <a:gd name="connsiteX334" fmla="*/ 4214944 w 7467600"/>
              <a:gd name="connsiteY334" fmla="*/ 6858000 h 6858000"/>
              <a:gd name="connsiteX335" fmla="*/ 4177898 w 7467600"/>
              <a:gd name="connsiteY335" fmla="*/ 6858000 h 6858000"/>
              <a:gd name="connsiteX336" fmla="*/ 4391597 w 7467600"/>
              <a:gd name="connsiteY336" fmla="*/ 6556370 h 6858000"/>
              <a:gd name="connsiteX337" fmla="*/ 4668889 w 7467600"/>
              <a:gd name="connsiteY337" fmla="*/ 6246399 h 6858000"/>
              <a:gd name="connsiteX338" fmla="*/ 5055427 w 7467600"/>
              <a:gd name="connsiteY338" fmla="*/ 5931476 h 6858000"/>
              <a:gd name="connsiteX339" fmla="*/ 5371814 w 7467600"/>
              <a:gd name="connsiteY339" fmla="*/ 5678975 h 6858000"/>
              <a:gd name="connsiteX340" fmla="*/ 4987918 w 7467600"/>
              <a:gd name="connsiteY340" fmla="*/ 5838701 h 6858000"/>
              <a:gd name="connsiteX341" fmla="*/ 4317146 w 7467600"/>
              <a:gd name="connsiteY341" fmla="*/ 6587716 h 6858000"/>
              <a:gd name="connsiteX342" fmla="*/ 4171627 w 7467600"/>
              <a:gd name="connsiteY342" fmla="*/ 6858000 h 6858000"/>
              <a:gd name="connsiteX343" fmla="*/ 4081585 w 7467600"/>
              <a:gd name="connsiteY343" fmla="*/ 6858000 h 6858000"/>
              <a:gd name="connsiteX344" fmla="*/ 4238603 w 7467600"/>
              <a:gd name="connsiteY344" fmla="*/ 6559341 h 6858000"/>
              <a:gd name="connsiteX345" fmla="*/ 4778333 w 7467600"/>
              <a:gd name="connsiteY345" fmla="*/ 5873626 h 6858000"/>
              <a:gd name="connsiteX346" fmla="*/ 5414185 w 7467600"/>
              <a:gd name="connsiteY346" fmla="*/ 5573882 h 6858000"/>
              <a:gd name="connsiteX347" fmla="*/ 5959648 w 7467600"/>
              <a:gd name="connsiteY347" fmla="*/ 4760797 h 6858000"/>
              <a:gd name="connsiteX348" fmla="*/ 5355019 w 7467600"/>
              <a:gd name="connsiteY348" fmla="*/ 4734672 h 6858000"/>
              <a:gd name="connsiteX349" fmla="*/ 5083565 w 7467600"/>
              <a:gd name="connsiteY349" fmla="*/ 5179121 h 6858000"/>
              <a:gd name="connsiteX350" fmla="*/ 4713577 w 7467600"/>
              <a:gd name="connsiteY350" fmla="*/ 5616803 h 6858000"/>
              <a:gd name="connsiteX351" fmla="*/ 3989559 w 7467600"/>
              <a:gd name="connsiteY351" fmla="*/ 6145945 h 6858000"/>
              <a:gd name="connsiteX352" fmla="*/ 3939824 w 7467600"/>
              <a:gd name="connsiteY352" fmla="*/ 6066900 h 6858000"/>
              <a:gd name="connsiteX353" fmla="*/ 4584537 w 7467600"/>
              <a:gd name="connsiteY353" fmla="*/ 5324826 h 6858000"/>
              <a:gd name="connsiteX354" fmla="*/ 5037105 w 7467600"/>
              <a:gd name="connsiteY354" fmla="*/ 5088765 h 6858000"/>
              <a:gd name="connsiteX355" fmla="*/ 5039930 w 7467600"/>
              <a:gd name="connsiteY355" fmla="*/ 5089585 h 6858000"/>
              <a:gd name="connsiteX356" fmla="*/ 5263764 w 7467600"/>
              <a:gd name="connsiteY356" fmla="*/ 4735525 h 6858000"/>
              <a:gd name="connsiteX357" fmla="*/ 4086300 w 7467600"/>
              <a:gd name="connsiteY357" fmla="*/ 4884599 h 6858000"/>
              <a:gd name="connsiteX358" fmla="*/ 4085485 w 7467600"/>
              <a:gd name="connsiteY358" fmla="*/ 4899070 h 6858000"/>
              <a:gd name="connsiteX359" fmla="*/ 3871915 w 7467600"/>
              <a:gd name="connsiteY359" fmla="*/ 5253645 h 6858000"/>
              <a:gd name="connsiteX360" fmla="*/ 3799374 w 7467600"/>
              <a:gd name="connsiteY360" fmla="*/ 5466127 h 6858000"/>
              <a:gd name="connsiteX361" fmla="*/ 3498850 w 7467600"/>
              <a:gd name="connsiteY361" fmla="*/ 6661888 h 6858000"/>
              <a:gd name="connsiteX362" fmla="*/ 3399216 w 7467600"/>
              <a:gd name="connsiteY362" fmla="*/ 6858000 h 6858000"/>
              <a:gd name="connsiteX363" fmla="*/ 3303688 w 7467600"/>
              <a:gd name="connsiteY363" fmla="*/ 6858000 h 6858000"/>
              <a:gd name="connsiteX364" fmla="*/ 3391774 w 7467600"/>
              <a:gd name="connsiteY364" fmla="*/ 6697181 h 6858000"/>
              <a:gd name="connsiteX365" fmla="*/ 3735540 w 7467600"/>
              <a:gd name="connsiteY365" fmla="*/ 5546923 h 6858000"/>
              <a:gd name="connsiteX366" fmla="*/ 3729438 w 7467600"/>
              <a:gd name="connsiteY366" fmla="*/ 5569058 h 6858000"/>
              <a:gd name="connsiteX367" fmla="*/ 3707782 w 7467600"/>
              <a:gd name="connsiteY367" fmla="*/ 5644908 h 6858000"/>
              <a:gd name="connsiteX368" fmla="*/ 3583827 w 7467600"/>
              <a:gd name="connsiteY368" fmla="*/ 6039215 h 6858000"/>
              <a:gd name="connsiteX369" fmla="*/ 3547861 w 7467600"/>
              <a:gd name="connsiteY369" fmla="*/ 6129609 h 6858000"/>
              <a:gd name="connsiteX370" fmla="*/ 3490905 w 7467600"/>
              <a:gd name="connsiteY370" fmla="*/ 6277660 h 6858000"/>
              <a:gd name="connsiteX371" fmla="*/ 3455859 w 7467600"/>
              <a:gd name="connsiteY371" fmla="*/ 6391301 h 6858000"/>
              <a:gd name="connsiteX372" fmla="*/ 3429112 w 7467600"/>
              <a:gd name="connsiteY372" fmla="*/ 6479469 h 6858000"/>
              <a:gd name="connsiteX373" fmla="*/ 3304862 w 7467600"/>
              <a:gd name="connsiteY373" fmla="*/ 6796476 h 6858000"/>
              <a:gd name="connsiteX374" fmla="*/ 3276071 w 7467600"/>
              <a:gd name="connsiteY374" fmla="*/ 6858000 h 6858000"/>
              <a:gd name="connsiteX375" fmla="*/ 3240805 w 7467600"/>
              <a:gd name="connsiteY375" fmla="*/ 6858000 h 6858000"/>
              <a:gd name="connsiteX376" fmla="*/ 3275917 w 7467600"/>
              <a:gd name="connsiteY376" fmla="*/ 6783192 h 6858000"/>
              <a:gd name="connsiteX377" fmla="*/ 3399358 w 7467600"/>
              <a:gd name="connsiteY377" fmla="*/ 6469011 h 6858000"/>
              <a:gd name="connsiteX378" fmla="*/ 3425650 w 7467600"/>
              <a:gd name="connsiteY378" fmla="*/ 6381333 h 6858000"/>
              <a:gd name="connsiteX379" fmla="*/ 3460661 w 7467600"/>
              <a:gd name="connsiteY379" fmla="*/ 6266763 h 6858000"/>
              <a:gd name="connsiteX380" fmla="*/ 3518021 w 7467600"/>
              <a:gd name="connsiteY380" fmla="*/ 6117298 h 6858000"/>
              <a:gd name="connsiteX381" fmla="*/ 3554035 w 7467600"/>
              <a:gd name="connsiteY381" fmla="*/ 6027832 h 6858000"/>
              <a:gd name="connsiteX382" fmla="*/ 3677174 w 7467600"/>
              <a:gd name="connsiteY382" fmla="*/ 5636351 h 6858000"/>
              <a:gd name="connsiteX383" fmla="*/ 3698819 w 7467600"/>
              <a:gd name="connsiteY383" fmla="*/ 5560503 h 6858000"/>
              <a:gd name="connsiteX384" fmla="*/ 3702094 w 7467600"/>
              <a:gd name="connsiteY384" fmla="*/ 5549194 h 6858000"/>
              <a:gd name="connsiteX385" fmla="*/ 3398355 w 7467600"/>
              <a:gd name="connsiteY385" fmla="*/ 6094603 h 6858000"/>
              <a:gd name="connsiteX386" fmla="*/ 3193941 w 7467600"/>
              <a:gd name="connsiteY386" fmla="*/ 6798775 h 6858000"/>
              <a:gd name="connsiteX387" fmla="*/ 3184140 w 7467600"/>
              <a:gd name="connsiteY387" fmla="*/ 6858000 h 6858000"/>
              <a:gd name="connsiteX388" fmla="*/ 3099978 w 7467600"/>
              <a:gd name="connsiteY388" fmla="*/ 6858000 h 6858000"/>
              <a:gd name="connsiteX389" fmla="*/ 3101556 w 7467600"/>
              <a:gd name="connsiteY389" fmla="*/ 6843337 h 6858000"/>
              <a:gd name="connsiteX390" fmla="*/ 3370162 w 7467600"/>
              <a:gd name="connsiteY390" fmla="*/ 5785550 h 6858000"/>
              <a:gd name="connsiteX391" fmla="*/ 3746477 w 7467600"/>
              <a:gd name="connsiteY391" fmla="*/ 5377889 h 6858000"/>
              <a:gd name="connsiteX392" fmla="*/ 3863399 w 7467600"/>
              <a:gd name="connsiteY392" fmla="*/ 5087257 h 6858000"/>
              <a:gd name="connsiteX393" fmla="*/ 3968712 w 7467600"/>
              <a:gd name="connsiteY393" fmla="*/ 4913989 h 6858000"/>
              <a:gd name="connsiteX394" fmla="*/ 2792390 w 7467600"/>
              <a:gd name="connsiteY394" fmla="*/ 5382974 h 6858000"/>
              <a:gd name="connsiteX395" fmla="*/ 2714982 w 7467600"/>
              <a:gd name="connsiteY395" fmla="*/ 5427051 h 6858000"/>
              <a:gd name="connsiteX396" fmla="*/ 2813361 w 7467600"/>
              <a:gd name="connsiteY396" fmla="*/ 6023912 h 6858000"/>
              <a:gd name="connsiteX397" fmla="*/ 2688430 w 7467600"/>
              <a:gd name="connsiteY397" fmla="*/ 6801564 h 6858000"/>
              <a:gd name="connsiteX398" fmla="*/ 2629626 w 7467600"/>
              <a:gd name="connsiteY398" fmla="*/ 6763394 h 6858000"/>
              <a:gd name="connsiteX399" fmla="*/ 2565328 w 7467600"/>
              <a:gd name="connsiteY399" fmla="*/ 5516399 h 6858000"/>
              <a:gd name="connsiteX400" fmla="*/ 1922999 w 7467600"/>
              <a:gd name="connsiteY400" fmla="*/ 5980343 h 6858000"/>
              <a:gd name="connsiteX401" fmla="*/ 1950261 w 7467600"/>
              <a:gd name="connsiteY401" fmla="*/ 6405858 h 6858000"/>
              <a:gd name="connsiteX402" fmla="*/ 2365554 w 7467600"/>
              <a:gd name="connsiteY402" fmla="*/ 6759107 h 6858000"/>
              <a:gd name="connsiteX403" fmla="*/ 2424142 w 7467600"/>
              <a:gd name="connsiteY403" fmla="*/ 6858000 h 6858000"/>
              <a:gd name="connsiteX404" fmla="*/ 2395994 w 7467600"/>
              <a:gd name="connsiteY404" fmla="*/ 6858000 h 6858000"/>
              <a:gd name="connsiteX405" fmla="*/ 2392863 w 7467600"/>
              <a:gd name="connsiteY405" fmla="*/ 6852964 h 6858000"/>
              <a:gd name="connsiteX406" fmla="*/ 2017589 w 7467600"/>
              <a:gd name="connsiteY406" fmla="*/ 6493982 h 6858000"/>
              <a:gd name="connsiteX407" fmla="*/ 2147336 w 7467600"/>
              <a:gd name="connsiteY407" fmla="*/ 6594052 h 6858000"/>
              <a:gd name="connsiteX408" fmla="*/ 2207047 w 7467600"/>
              <a:gd name="connsiteY408" fmla="*/ 6654540 h 6858000"/>
              <a:gd name="connsiteX409" fmla="*/ 2299106 w 7467600"/>
              <a:gd name="connsiteY409" fmla="*/ 6778931 h 6858000"/>
              <a:gd name="connsiteX410" fmla="*/ 2314430 w 7467600"/>
              <a:gd name="connsiteY410" fmla="*/ 6801144 h 6858000"/>
              <a:gd name="connsiteX411" fmla="*/ 2352406 w 7467600"/>
              <a:gd name="connsiteY411" fmla="*/ 6858000 h 6858000"/>
              <a:gd name="connsiteX412" fmla="*/ 2314492 w 7467600"/>
              <a:gd name="connsiteY412" fmla="*/ 6858000 h 6858000"/>
              <a:gd name="connsiteX413" fmla="*/ 2288095 w 7467600"/>
              <a:gd name="connsiteY413" fmla="*/ 6818030 h 6858000"/>
              <a:gd name="connsiteX414" fmla="*/ 2272768 w 7467600"/>
              <a:gd name="connsiteY414" fmla="*/ 6795822 h 6858000"/>
              <a:gd name="connsiteX415" fmla="*/ 2182715 w 7467600"/>
              <a:gd name="connsiteY415" fmla="*/ 6675071 h 6858000"/>
              <a:gd name="connsiteX416" fmla="*/ 2032061 w 7467600"/>
              <a:gd name="connsiteY416" fmla="*/ 6541380 h 6858000"/>
              <a:gd name="connsiteX417" fmla="*/ 2257220 w 7467600"/>
              <a:gd name="connsiteY417" fmla="*/ 6826257 h 6858000"/>
              <a:gd name="connsiteX418" fmla="*/ 2281324 w 7467600"/>
              <a:gd name="connsiteY418" fmla="*/ 6858000 h 6858000"/>
              <a:gd name="connsiteX419" fmla="*/ 2242860 w 7467600"/>
              <a:gd name="connsiteY419" fmla="*/ 6858000 h 6858000"/>
              <a:gd name="connsiteX420" fmla="*/ 2232818 w 7467600"/>
              <a:gd name="connsiteY420" fmla="*/ 6844926 h 6858000"/>
              <a:gd name="connsiteX421" fmla="*/ 1990172 w 7467600"/>
              <a:gd name="connsiteY421" fmla="*/ 6542121 h 6858000"/>
              <a:gd name="connsiteX422" fmla="*/ 2124090 w 7467600"/>
              <a:gd name="connsiteY422" fmla="*/ 6761017 h 6858000"/>
              <a:gd name="connsiteX423" fmla="*/ 2200380 w 7467600"/>
              <a:gd name="connsiteY423" fmla="*/ 6858000 h 6858000"/>
              <a:gd name="connsiteX424" fmla="*/ 2147507 w 7467600"/>
              <a:gd name="connsiteY424" fmla="*/ 6858000 h 6858000"/>
              <a:gd name="connsiteX425" fmla="*/ 2070668 w 7467600"/>
              <a:gd name="connsiteY425" fmla="*/ 6761520 h 6858000"/>
              <a:gd name="connsiteX426" fmla="*/ 1975142 w 7467600"/>
              <a:gd name="connsiteY426" fmla="*/ 6585570 h 6858000"/>
              <a:gd name="connsiteX427" fmla="*/ 2050035 w 7467600"/>
              <a:gd name="connsiteY427" fmla="*/ 6813345 h 6858000"/>
              <a:gd name="connsiteX428" fmla="*/ 2063025 w 7467600"/>
              <a:gd name="connsiteY428" fmla="*/ 6858000 h 6858000"/>
              <a:gd name="connsiteX429" fmla="*/ 2021675 w 7467600"/>
              <a:gd name="connsiteY429" fmla="*/ 6858000 h 6858000"/>
              <a:gd name="connsiteX430" fmla="*/ 2019308 w 7467600"/>
              <a:gd name="connsiteY430" fmla="*/ 6847118 h 6858000"/>
              <a:gd name="connsiteX431" fmla="*/ 1938835 w 7467600"/>
              <a:gd name="connsiteY431" fmla="*/ 6551160 h 6858000"/>
              <a:gd name="connsiteX432" fmla="*/ 1953230 w 7467600"/>
              <a:gd name="connsiteY432" fmla="*/ 6759699 h 6858000"/>
              <a:gd name="connsiteX433" fmla="*/ 1956763 w 7467600"/>
              <a:gd name="connsiteY433" fmla="*/ 6778191 h 6858000"/>
              <a:gd name="connsiteX434" fmla="*/ 1967925 w 7467600"/>
              <a:gd name="connsiteY434" fmla="*/ 6858000 h 6858000"/>
              <a:gd name="connsiteX435" fmla="*/ 1936622 w 7467600"/>
              <a:gd name="connsiteY435" fmla="*/ 6858000 h 6858000"/>
              <a:gd name="connsiteX436" fmla="*/ 1926261 w 7467600"/>
              <a:gd name="connsiteY436" fmla="*/ 6784064 h 6858000"/>
              <a:gd name="connsiteX437" fmla="*/ 1922724 w 7467600"/>
              <a:gd name="connsiteY437" fmla="*/ 6765577 h 6858000"/>
              <a:gd name="connsiteX438" fmla="*/ 1904650 w 7467600"/>
              <a:gd name="connsiteY438" fmla="*/ 6639616 h 6858000"/>
              <a:gd name="connsiteX439" fmla="*/ 1885273 w 7467600"/>
              <a:gd name="connsiteY439" fmla="*/ 6858000 h 6858000"/>
              <a:gd name="connsiteX440" fmla="*/ 1854363 w 7467600"/>
              <a:gd name="connsiteY440" fmla="*/ 6858000 h 6858000"/>
              <a:gd name="connsiteX441" fmla="*/ 1880391 w 7467600"/>
              <a:gd name="connsiteY441" fmla="*/ 6603796 h 6858000"/>
              <a:gd name="connsiteX442" fmla="*/ 1818273 w 7467600"/>
              <a:gd name="connsiteY442" fmla="*/ 6715729 h 6858000"/>
              <a:gd name="connsiteX443" fmla="*/ 1794691 w 7467600"/>
              <a:gd name="connsiteY443" fmla="*/ 6843239 h 6858000"/>
              <a:gd name="connsiteX444" fmla="*/ 1794914 w 7467600"/>
              <a:gd name="connsiteY444" fmla="*/ 6858000 h 6858000"/>
              <a:gd name="connsiteX445" fmla="*/ 1746128 w 7467600"/>
              <a:gd name="connsiteY445" fmla="*/ 6858000 h 6858000"/>
              <a:gd name="connsiteX446" fmla="*/ 1753934 w 7467600"/>
              <a:gd name="connsiteY446" fmla="*/ 6724796 h 6858000"/>
              <a:gd name="connsiteX447" fmla="*/ 1792053 w 7467600"/>
              <a:gd name="connsiteY447" fmla="*/ 6572396 h 6858000"/>
              <a:gd name="connsiteX448" fmla="*/ 1862248 w 7467600"/>
              <a:gd name="connsiteY448" fmla="*/ 6266397 h 6858000"/>
              <a:gd name="connsiteX449" fmla="*/ 1862250 w 7467600"/>
              <a:gd name="connsiteY449" fmla="*/ 6033531 h 6858000"/>
              <a:gd name="connsiteX450" fmla="*/ 1211999 w 7467600"/>
              <a:gd name="connsiteY450" fmla="*/ 6683610 h 6858000"/>
              <a:gd name="connsiteX451" fmla="*/ 1213266 w 7467600"/>
              <a:gd name="connsiteY451" fmla="*/ 6691947 h 6858000"/>
              <a:gd name="connsiteX452" fmla="*/ 1203370 w 7467600"/>
              <a:gd name="connsiteY452" fmla="*/ 6850676 h 6858000"/>
              <a:gd name="connsiteX453" fmla="*/ 1203671 w 7467600"/>
              <a:gd name="connsiteY453" fmla="*/ 6858000 h 6858000"/>
              <a:gd name="connsiteX454" fmla="*/ 1143180 w 7467600"/>
              <a:gd name="connsiteY454" fmla="*/ 6858000 h 6858000"/>
              <a:gd name="connsiteX455" fmla="*/ 1142176 w 7467600"/>
              <a:gd name="connsiteY455" fmla="*/ 6766045 h 6858000"/>
              <a:gd name="connsiteX456" fmla="*/ 1067484 w 7467600"/>
              <a:gd name="connsiteY456" fmla="*/ 6858000 h 6858000"/>
              <a:gd name="connsiteX457" fmla="*/ 953928 w 7467600"/>
              <a:gd name="connsiteY457" fmla="*/ 6858000 h 6858000"/>
              <a:gd name="connsiteX458" fmla="*/ 959715 w 7467600"/>
              <a:gd name="connsiteY458" fmla="*/ 6850185 h 6858000"/>
              <a:gd name="connsiteX459" fmla="*/ 1483788 w 7467600"/>
              <a:gd name="connsiteY459" fmla="*/ 6259174 h 6858000"/>
              <a:gd name="connsiteX460" fmla="*/ 1100671 w 7467600"/>
              <a:gd name="connsiteY460" fmla="*/ 6252137 h 6858000"/>
              <a:gd name="connsiteX461" fmla="*/ 1090144 w 7467600"/>
              <a:gd name="connsiteY461" fmla="*/ 6256748 h 6858000"/>
              <a:gd name="connsiteX462" fmla="*/ 1095872 w 7467600"/>
              <a:gd name="connsiteY462" fmla="*/ 6271892 h 6858000"/>
              <a:gd name="connsiteX463" fmla="*/ 262785 w 7467600"/>
              <a:gd name="connsiteY463" fmla="*/ 6845450 h 6858000"/>
              <a:gd name="connsiteX464" fmla="*/ 209968 w 7467600"/>
              <a:gd name="connsiteY464" fmla="*/ 6770713 h 6858000"/>
              <a:gd name="connsiteX465" fmla="*/ 873460 w 7467600"/>
              <a:gd name="connsiteY465" fmla="*/ 6253768 h 6858000"/>
              <a:gd name="connsiteX466" fmla="*/ 192686 w 7467600"/>
              <a:gd name="connsiteY466" fmla="*/ 5849257 h 6858000"/>
              <a:gd name="connsiteX467" fmla="*/ 4696 w 7467600"/>
              <a:gd name="connsiteY467" fmla="*/ 5697668 h 6858000"/>
              <a:gd name="connsiteX468" fmla="*/ 0 w 7467600"/>
              <a:gd name="connsiteY468" fmla="*/ 5689984 h 6858000"/>
              <a:gd name="connsiteX469" fmla="*/ 0 w 7467600"/>
              <a:gd name="connsiteY469" fmla="*/ 5513472 h 6858000"/>
              <a:gd name="connsiteX470" fmla="*/ 174101 w 7467600"/>
              <a:gd name="connsiteY470" fmla="*/ 5620277 h 6858000"/>
              <a:gd name="connsiteX471" fmla="*/ 891800 w 7467600"/>
              <a:gd name="connsiteY471" fmla="*/ 6036935 h 6858000"/>
              <a:gd name="connsiteX472" fmla="*/ 1072219 w 7467600"/>
              <a:gd name="connsiteY472" fmla="*/ 6169443 h 6858000"/>
              <a:gd name="connsiteX473" fmla="*/ 1074117 w 7467600"/>
              <a:gd name="connsiteY473" fmla="*/ 6170301 h 6858000"/>
              <a:gd name="connsiteX474" fmla="*/ 1083114 w 7467600"/>
              <a:gd name="connsiteY474" fmla="*/ 6174131 h 6858000"/>
              <a:gd name="connsiteX475" fmla="*/ 1543010 w 7467600"/>
              <a:gd name="connsiteY475" fmla="*/ 6191140 h 6858000"/>
              <a:gd name="connsiteX476" fmla="*/ 1551080 w 7467600"/>
              <a:gd name="connsiteY476" fmla="*/ 6195006 h 6858000"/>
              <a:gd name="connsiteX477" fmla="*/ 2345443 w 7467600"/>
              <a:gd name="connsiteY477" fmla="*/ 5549882 h 6858000"/>
              <a:gd name="connsiteX478" fmla="*/ 1721499 w 7467600"/>
              <a:gd name="connsiteY478" fmla="*/ 5599969 h 6858000"/>
              <a:gd name="connsiteX479" fmla="*/ 767716 w 7467600"/>
              <a:gd name="connsiteY479" fmla="*/ 5472768 h 6858000"/>
              <a:gd name="connsiteX480" fmla="*/ 722147 w 7467600"/>
              <a:gd name="connsiteY480" fmla="*/ 5393091 h 6858000"/>
              <a:gd name="connsiteX481" fmla="*/ 1485552 w 7467600"/>
              <a:gd name="connsiteY481" fmla="*/ 5313202 h 6858000"/>
              <a:gd name="connsiteX482" fmla="*/ 2143004 w 7467600"/>
              <a:gd name="connsiteY482" fmla="*/ 5402420 h 6858000"/>
              <a:gd name="connsiteX483" fmla="*/ 1933391 w 7467600"/>
              <a:gd name="connsiteY483" fmla="*/ 5156971 h 6858000"/>
              <a:gd name="connsiteX484" fmla="*/ 1827118 w 7467600"/>
              <a:gd name="connsiteY484" fmla="*/ 4968410 h 6858000"/>
              <a:gd name="connsiteX485" fmla="*/ 1837349 w 7467600"/>
              <a:gd name="connsiteY485" fmla="*/ 4956357 h 6858000"/>
              <a:gd name="connsiteX486" fmla="*/ 2162835 w 7467600"/>
              <a:gd name="connsiteY486" fmla="*/ 5187853 h 6858000"/>
              <a:gd name="connsiteX487" fmla="*/ 2257167 w 7467600"/>
              <a:gd name="connsiteY487" fmla="*/ 5462123 h 6858000"/>
              <a:gd name="connsiteX488" fmla="*/ 2261598 w 7467600"/>
              <a:gd name="connsiteY488" fmla="*/ 5467998 h 6858000"/>
              <a:gd name="connsiteX489" fmla="*/ 2437177 w 7467600"/>
              <a:gd name="connsiteY489" fmla="*/ 5479608 h 6858000"/>
              <a:gd name="connsiteX490" fmla="*/ 2445247 w 7467600"/>
              <a:gd name="connsiteY490" fmla="*/ 5483476 h 6858000"/>
              <a:gd name="connsiteX491" fmla="*/ 2743626 w 7467600"/>
              <a:gd name="connsiteY491" fmla="*/ 5304819 h 6858000"/>
              <a:gd name="connsiteX492" fmla="*/ 3048102 w 7467600"/>
              <a:gd name="connsiteY492" fmla="*/ 5150595 h 6858000"/>
              <a:gd name="connsiteX493" fmla="*/ 1799414 w 7467600"/>
              <a:gd name="connsiteY493" fmla="*/ 4694732 h 6858000"/>
              <a:gd name="connsiteX494" fmla="*/ 1771735 w 7467600"/>
              <a:gd name="connsiteY494" fmla="*/ 4619929 h 6858000"/>
              <a:gd name="connsiteX495" fmla="*/ 3104273 w 7467600"/>
              <a:gd name="connsiteY495" fmla="*/ 5076159 h 6858000"/>
              <a:gd name="connsiteX496" fmla="*/ 3113245 w 7467600"/>
              <a:gd name="connsiteY496" fmla="*/ 5090705 h 6858000"/>
              <a:gd name="connsiteX497" fmla="*/ 3126294 w 7467600"/>
              <a:gd name="connsiteY497" fmla="*/ 5114400 h 6858000"/>
              <a:gd name="connsiteX498" fmla="*/ 3937433 w 7467600"/>
              <a:gd name="connsiteY498" fmla="*/ 4830473 h 6858000"/>
              <a:gd name="connsiteX499" fmla="*/ 3590475 w 7467600"/>
              <a:gd name="connsiteY499" fmla="*/ 4597974 h 6858000"/>
              <a:gd name="connsiteX500" fmla="*/ 3100264 w 7467600"/>
              <a:gd name="connsiteY500" fmla="*/ 4579845 h 6858000"/>
              <a:gd name="connsiteX501" fmla="*/ 2183576 w 7467600"/>
              <a:gd name="connsiteY501" fmla="*/ 4227150 h 6858000"/>
              <a:gd name="connsiteX502" fmla="*/ 2151029 w 7467600"/>
              <a:gd name="connsiteY502" fmla="*/ 4146947 h 6858000"/>
              <a:gd name="connsiteX503" fmla="*/ 3563434 w 7467600"/>
              <a:gd name="connsiteY503" fmla="*/ 4469115 h 6858000"/>
              <a:gd name="connsiteX504" fmla="*/ 3177952 w 7467600"/>
              <a:gd name="connsiteY504" fmla="*/ 3657386 h 6858000"/>
              <a:gd name="connsiteX505" fmla="*/ 3189263 w 7467600"/>
              <a:gd name="connsiteY505" fmla="*/ 3625726 h 6858000"/>
              <a:gd name="connsiteX506" fmla="*/ 3560912 w 7467600"/>
              <a:gd name="connsiteY506" fmla="*/ 4079863 h 6858000"/>
              <a:gd name="connsiteX507" fmla="*/ 3626636 w 7467600"/>
              <a:gd name="connsiteY507" fmla="*/ 4512230 h 6858000"/>
              <a:gd name="connsiteX508" fmla="*/ 3653088 w 7467600"/>
              <a:gd name="connsiteY508" fmla="*/ 4521417 h 6858000"/>
              <a:gd name="connsiteX509" fmla="*/ 3988128 w 7467600"/>
              <a:gd name="connsiteY509" fmla="*/ 4817267 h 6858000"/>
              <a:gd name="connsiteX510" fmla="*/ 4830582 w 7467600"/>
              <a:gd name="connsiteY510" fmla="*/ 4676000 h 6858000"/>
              <a:gd name="connsiteX511" fmla="*/ 4830100 w 7467600"/>
              <a:gd name="connsiteY511" fmla="*/ 4675554 h 6858000"/>
              <a:gd name="connsiteX512" fmla="*/ 4036318 w 7467600"/>
              <a:gd name="connsiteY512" fmla="*/ 4147013 h 6858000"/>
              <a:gd name="connsiteX513" fmla="*/ 3432098 w 7467600"/>
              <a:gd name="connsiteY513" fmla="*/ 3537312 h 6858000"/>
              <a:gd name="connsiteX514" fmla="*/ 3446761 w 7467600"/>
              <a:gd name="connsiteY514" fmla="*/ 3461278 h 6858000"/>
              <a:gd name="connsiteX515" fmla="*/ 4419733 w 7467600"/>
              <a:gd name="connsiteY515" fmla="*/ 3963555 h 6858000"/>
              <a:gd name="connsiteX516" fmla="*/ 4781371 w 7467600"/>
              <a:gd name="connsiteY516" fmla="*/ 4458604 h 6858000"/>
              <a:gd name="connsiteX517" fmla="*/ 4780440 w 7467600"/>
              <a:gd name="connsiteY517" fmla="*/ 4470290 h 6858000"/>
              <a:gd name="connsiteX518" fmla="*/ 4898954 w 7467600"/>
              <a:gd name="connsiteY518" fmla="*/ 4662092 h 6858000"/>
              <a:gd name="connsiteX519" fmla="*/ 4900699 w 7467600"/>
              <a:gd name="connsiteY519" fmla="*/ 4670867 h 6858000"/>
              <a:gd name="connsiteX520" fmla="*/ 5714511 w 7467600"/>
              <a:gd name="connsiteY520" fmla="*/ 4663483 h 6858000"/>
              <a:gd name="connsiteX521" fmla="*/ 5464793 w 7467600"/>
              <a:gd name="connsiteY521" fmla="*/ 4393556 h 6858000"/>
              <a:gd name="connsiteX522" fmla="*/ 5461897 w 7467600"/>
              <a:gd name="connsiteY522" fmla="*/ 4390879 h 6858000"/>
              <a:gd name="connsiteX523" fmla="*/ 4294126 w 7467600"/>
              <a:gd name="connsiteY523" fmla="*/ 3303048 h 6858000"/>
              <a:gd name="connsiteX524" fmla="*/ 4305321 w 7467600"/>
              <a:gd name="connsiteY524" fmla="*/ 3256953 h 6858000"/>
              <a:gd name="connsiteX525" fmla="*/ 4949299 w 7467600"/>
              <a:gd name="connsiteY525" fmla="*/ 3766336 h 6858000"/>
              <a:gd name="connsiteX526" fmla="*/ 5291452 w 7467600"/>
              <a:gd name="connsiteY526" fmla="*/ 4076801 h 6858000"/>
              <a:gd name="connsiteX527" fmla="*/ 5434998 w 7467600"/>
              <a:gd name="connsiteY527" fmla="*/ 4254100 h 6858000"/>
              <a:gd name="connsiteX528" fmla="*/ 5351015 w 7467600"/>
              <a:gd name="connsiteY528" fmla="*/ 3760989 h 6858000"/>
              <a:gd name="connsiteX529" fmla="*/ 5413780 w 7467600"/>
              <a:gd name="connsiteY529" fmla="*/ 2966265 h 6858000"/>
              <a:gd name="connsiteX530" fmla="*/ 5425627 w 7467600"/>
              <a:gd name="connsiteY530" fmla="*/ 2954192 h 6858000"/>
              <a:gd name="connsiteX531" fmla="*/ 6604735 w 7467600"/>
              <a:gd name="connsiteY531" fmla="*/ 2041381 h 6858000"/>
              <a:gd name="connsiteX532" fmla="*/ 7204487 w 7467600"/>
              <a:gd name="connsiteY532" fmla="*/ 2742112 h 6858000"/>
              <a:gd name="connsiteX533" fmla="*/ 7131592 w 7467600"/>
              <a:gd name="connsiteY533" fmla="*/ 2672096 h 6858000"/>
              <a:gd name="connsiteX534" fmla="*/ 6996344 w 7467600"/>
              <a:gd name="connsiteY534" fmla="*/ 2518310 h 6858000"/>
              <a:gd name="connsiteX535" fmla="*/ 6735495 w 7467600"/>
              <a:gd name="connsiteY535" fmla="*/ 2196890 h 6858000"/>
              <a:gd name="connsiteX536" fmla="*/ 6721901 w 7467600"/>
              <a:gd name="connsiteY536" fmla="*/ 2179274 h 6858000"/>
              <a:gd name="connsiteX537" fmla="*/ 6604735 w 7467600"/>
              <a:gd name="connsiteY537" fmla="*/ 2041381 h 6858000"/>
              <a:gd name="connsiteX538" fmla="*/ 6591670 w 7467600"/>
              <a:gd name="connsiteY538" fmla="*/ 1988277 h 6858000"/>
              <a:gd name="connsiteX539" fmla="*/ 6747349 w 7467600"/>
              <a:gd name="connsiteY539" fmla="*/ 2160069 h 6858000"/>
              <a:gd name="connsiteX540" fmla="*/ 6760943 w 7467600"/>
              <a:gd name="connsiteY540" fmla="*/ 2177686 h 6858000"/>
              <a:gd name="connsiteX541" fmla="*/ 7021065 w 7467600"/>
              <a:gd name="connsiteY541" fmla="*/ 2498102 h 6858000"/>
              <a:gd name="connsiteX542" fmla="*/ 7155223 w 7467600"/>
              <a:gd name="connsiteY542" fmla="*/ 2650386 h 6858000"/>
              <a:gd name="connsiteX543" fmla="*/ 7203167 w 7467600"/>
              <a:gd name="connsiteY543" fmla="*/ 2697288 h 6858000"/>
              <a:gd name="connsiteX544" fmla="*/ 6937703 w 7467600"/>
              <a:gd name="connsiteY544" fmla="*/ 2321981 h 6858000"/>
              <a:gd name="connsiteX545" fmla="*/ 6591670 w 7467600"/>
              <a:gd name="connsiteY545" fmla="*/ 1988277 h 6858000"/>
              <a:gd name="connsiteX546" fmla="*/ 5798671 w 7467600"/>
              <a:gd name="connsiteY546" fmla="*/ 1981601 h 6858000"/>
              <a:gd name="connsiteX547" fmla="*/ 5754709 w 7467600"/>
              <a:gd name="connsiteY547" fmla="*/ 2071454 h 6858000"/>
              <a:gd name="connsiteX548" fmla="*/ 5763044 w 7467600"/>
              <a:gd name="connsiteY548" fmla="*/ 2842206 h 6858000"/>
              <a:gd name="connsiteX549" fmla="*/ 5764974 w 7467600"/>
              <a:gd name="connsiteY549" fmla="*/ 2799609 h 6858000"/>
              <a:gd name="connsiteX550" fmla="*/ 5767665 w 7467600"/>
              <a:gd name="connsiteY550" fmla="*/ 2666409 h 6858000"/>
              <a:gd name="connsiteX551" fmla="*/ 5763055 w 7467600"/>
              <a:gd name="connsiteY551" fmla="*/ 2579705 h 6858000"/>
              <a:gd name="connsiteX552" fmla="*/ 5758079 w 7467600"/>
              <a:gd name="connsiteY552" fmla="*/ 2492508 h 6858000"/>
              <a:gd name="connsiteX553" fmla="*/ 5779325 w 7467600"/>
              <a:gd name="connsiteY553" fmla="*/ 2197069 h 6858000"/>
              <a:gd name="connsiteX554" fmla="*/ 5798671 w 7467600"/>
              <a:gd name="connsiteY554" fmla="*/ 1981601 h 6858000"/>
              <a:gd name="connsiteX555" fmla="*/ 5829202 w 7467600"/>
              <a:gd name="connsiteY555" fmla="*/ 1971679 h 6858000"/>
              <a:gd name="connsiteX556" fmla="*/ 5809558 w 7467600"/>
              <a:gd name="connsiteY556" fmla="*/ 2198043 h 6858000"/>
              <a:gd name="connsiteX557" fmla="*/ 5788653 w 7467600"/>
              <a:gd name="connsiteY557" fmla="*/ 2489430 h 6858000"/>
              <a:gd name="connsiteX558" fmla="*/ 5793439 w 7467600"/>
              <a:gd name="connsiteY558" fmla="*/ 2575235 h 6858000"/>
              <a:gd name="connsiteX559" fmla="*/ 5796837 w 7467600"/>
              <a:gd name="connsiteY559" fmla="*/ 2637633 h 6858000"/>
              <a:gd name="connsiteX560" fmla="*/ 5818614 w 7467600"/>
              <a:gd name="connsiteY560" fmla="*/ 2473055 h 6858000"/>
              <a:gd name="connsiteX561" fmla="*/ 5829202 w 7467600"/>
              <a:gd name="connsiteY561" fmla="*/ 1971679 h 6858000"/>
              <a:gd name="connsiteX562" fmla="*/ 5911389 w 7467600"/>
              <a:gd name="connsiteY562" fmla="*/ 1898371 h 6858000"/>
              <a:gd name="connsiteX563" fmla="*/ 6237627 w 7467600"/>
              <a:gd name="connsiteY563" fmla="*/ 2231921 h 6858000"/>
              <a:gd name="connsiteX564" fmla="*/ 5911389 w 7467600"/>
              <a:gd name="connsiteY564" fmla="*/ 1898371 h 6858000"/>
              <a:gd name="connsiteX565" fmla="*/ 6944437 w 7467600"/>
              <a:gd name="connsiteY565" fmla="*/ 1575402 h 6858000"/>
              <a:gd name="connsiteX566" fmla="*/ 6304730 w 7467600"/>
              <a:gd name="connsiteY566" fmla="*/ 1766654 h 6858000"/>
              <a:gd name="connsiteX567" fmla="*/ 6944437 w 7467600"/>
              <a:gd name="connsiteY567" fmla="*/ 1575402 h 6858000"/>
              <a:gd name="connsiteX568" fmla="*/ 7019523 w 7467600"/>
              <a:gd name="connsiteY568" fmla="*/ 1519450 h 6858000"/>
              <a:gd name="connsiteX569" fmla="*/ 6298091 w 7467600"/>
              <a:gd name="connsiteY569" fmla="*/ 1737122 h 6858000"/>
              <a:gd name="connsiteX570" fmla="*/ 7019523 w 7467600"/>
              <a:gd name="connsiteY570" fmla="*/ 1519450 h 6858000"/>
              <a:gd name="connsiteX571" fmla="*/ 2399523 w 7467600"/>
              <a:gd name="connsiteY571" fmla="*/ 1428234 h 6858000"/>
              <a:gd name="connsiteX572" fmla="*/ 2224982 w 7467600"/>
              <a:gd name="connsiteY572" fmla="*/ 1826201 h 6858000"/>
              <a:gd name="connsiteX573" fmla="*/ 2096099 w 7467600"/>
              <a:gd name="connsiteY573" fmla="*/ 2345900 h 6858000"/>
              <a:gd name="connsiteX574" fmla="*/ 2283317 w 7467600"/>
              <a:gd name="connsiteY574" fmla="*/ 1796925 h 6858000"/>
              <a:gd name="connsiteX575" fmla="*/ 2399523 w 7467600"/>
              <a:gd name="connsiteY575" fmla="*/ 1428234 h 6858000"/>
              <a:gd name="connsiteX576" fmla="*/ 2448558 w 7467600"/>
              <a:gd name="connsiteY576" fmla="*/ 1373435 h 6858000"/>
              <a:gd name="connsiteX577" fmla="*/ 2312521 w 7467600"/>
              <a:gd name="connsiteY577" fmla="*/ 1806140 h 6858000"/>
              <a:gd name="connsiteX578" fmla="*/ 2127533 w 7467600"/>
              <a:gd name="connsiteY578" fmla="*/ 2348380 h 6858000"/>
              <a:gd name="connsiteX579" fmla="*/ 2358080 w 7467600"/>
              <a:gd name="connsiteY579" fmla="*/ 1866134 h 6858000"/>
              <a:gd name="connsiteX580" fmla="*/ 2407436 w 7467600"/>
              <a:gd name="connsiteY580" fmla="*/ 1651070 h 6858000"/>
              <a:gd name="connsiteX581" fmla="*/ 2448558 w 7467600"/>
              <a:gd name="connsiteY581" fmla="*/ 1373435 h 6858000"/>
              <a:gd name="connsiteX582" fmla="*/ 278707 w 7467600"/>
              <a:gd name="connsiteY582" fmla="*/ 1352270 h 6858000"/>
              <a:gd name="connsiteX583" fmla="*/ 321570 w 7467600"/>
              <a:gd name="connsiteY583" fmla="*/ 1861610 h 6858000"/>
              <a:gd name="connsiteX584" fmla="*/ 294281 w 7467600"/>
              <a:gd name="connsiteY584" fmla="*/ 1440658 h 6858000"/>
              <a:gd name="connsiteX585" fmla="*/ 278707 w 7467600"/>
              <a:gd name="connsiteY585" fmla="*/ 1352270 h 6858000"/>
              <a:gd name="connsiteX586" fmla="*/ 1423821 w 7467600"/>
              <a:gd name="connsiteY586" fmla="*/ 1351958 h 6858000"/>
              <a:gd name="connsiteX587" fmla="*/ 1638521 w 7467600"/>
              <a:gd name="connsiteY587" fmla="*/ 1908470 h 6858000"/>
              <a:gd name="connsiteX588" fmla="*/ 1754199 w 7467600"/>
              <a:gd name="connsiteY588" fmla="*/ 2149284 h 6858000"/>
              <a:gd name="connsiteX589" fmla="*/ 1908359 w 7467600"/>
              <a:gd name="connsiteY589" fmla="*/ 2364988 h 6858000"/>
              <a:gd name="connsiteX590" fmla="*/ 1647661 w 7467600"/>
              <a:gd name="connsiteY590" fmla="*/ 1825945 h 6858000"/>
              <a:gd name="connsiteX591" fmla="*/ 1423821 w 7467600"/>
              <a:gd name="connsiteY591" fmla="*/ 1351958 h 6858000"/>
              <a:gd name="connsiteX592" fmla="*/ 1431890 w 7467600"/>
              <a:gd name="connsiteY592" fmla="*/ 1306475 h 6858000"/>
              <a:gd name="connsiteX593" fmla="*/ 1507597 w 7467600"/>
              <a:gd name="connsiteY593" fmla="*/ 1446132 h 6858000"/>
              <a:gd name="connsiteX594" fmla="*/ 1674586 w 7467600"/>
              <a:gd name="connsiteY594" fmla="*/ 1813832 h 6858000"/>
              <a:gd name="connsiteX595" fmla="*/ 1815950 w 7467600"/>
              <a:gd name="connsiteY595" fmla="*/ 2128564 h 6858000"/>
              <a:gd name="connsiteX596" fmla="*/ 1984242 w 7467600"/>
              <a:gd name="connsiteY596" fmla="*/ 2430829 h 6858000"/>
              <a:gd name="connsiteX597" fmla="*/ 2014023 w 7467600"/>
              <a:gd name="connsiteY597" fmla="*/ 2450995 h 6858000"/>
              <a:gd name="connsiteX598" fmla="*/ 1747337 w 7467600"/>
              <a:gd name="connsiteY598" fmla="*/ 1855264 h 6858000"/>
              <a:gd name="connsiteX599" fmla="*/ 1533749 w 7467600"/>
              <a:gd name="connsiteY599" fmla="*/ 1478656 h 6858000"/>
              <a:gd name="connsiteX600" fmla="*/ 1431890 w 7467600"/>
              <a:gd name="connsiteY600" fmla="*/ 1306475 h 6858000"/>
              <a:gd name="connsiteX601" fmla="*/ 5052692 w 7467600"/>
              <a:gd name="connsiteY601" fmla="*/ 1292994 h 6858000"/>
              <a:gd name="connsiteX602" fmla="*/ 5200661 w 7467600"/>
              <a:gd name="connsiteY602" fmla="*/ 1635186 h 6858000"/>
              <a:gd name="connsiteX603" fmla="*/ 5297138 w 7467600"/>
              <a:gd name="connsiteY603" fmla="*/ 1906351 h 6858000"/>
              <a:gd name="connsiteX604" fmla="*/ 5052692 w 7467600"/>
              <a:gd name="connsiteY604" fmla="*/ 1292994 h 6858000"/>
              <a:gd name="connsiteX605" fmla="*/ 5009948 w 7467600"/>
              <a:gd name="connsiteY605" fmla="*/ 1273619 h 6858000"/>
              <a:gd name="connsiteX606" fmla="*/ 5121777 w 7467600"/>
              <a:gd name="connsiteY606" fmla="*/ 1654213 h 6858000"/>
              <a:gd name="connsiteX607" fmla="*/ 5293545 w 7467600"/>
              <a:gd name="connsiteY607" fmla="*/ 2072247 h 6858000"/>
              <a:gd name="connsiteX608" fmla="*/ 5294042 w 7467600"/>
              <a:gd name="connsiteY608" fmla="*/ 2065019 h 6858000"/>
              <a:gd name="connsiteX609" fmla="*/ 5171936 w 7467600"/>
              <a:gd name="connsiteY609" fmla="*/ 1647613 h 6858000"/>
              <a:gd name="connsiteX610" fmla="*/ 5009948 w 7467600"/>
              <a:gd name="connsiteY610" fmla="*/ 1273619 h 6858000"/>
              <a:gd name="connsiteX611" fmla="*/ 655236 w 7467600"/>
              <a:gd name="connsiteY611" fmla="*/ 1268632 h 6858000"/>
              <a:gd name="connsiteX612" fmla="*/ 839521 w 7467600"/>
              <a:gd name="connsiteY612" fmla="*/ 1685315 h 6858000"/>
              <a:gd name="connsiteX613" fmla="*/ 1109416 w 7467600"/>
              <a:gd name="connsiteY613" fmla="*/ 2061663 h 6858000"/>
              <a:gd name="connsiteX614" fmla="*/ 1298300 w 7467600"/>
              <a:gd name="connsiteY614" fmla="*/ 2247742 h 6858000"/>
              <a:gd name="connsiteX615" fmla="*/ 1125871 w 7467600"/>
              <a:gd name="connsiteY615" fmla="*/ 1989513 h 6858000"/>
              <a:gd name="connsiteX616" fmla="*/ 981574 w 7467600"/>
              <a:gd name="connsiteY616" fmla="*/ 1783157 h 6858000"/>
              <a:gd name="connsiteX617" fmla="*/ 922198 w 7467600"/>
              <a:gd name="connsiteY617" fmla="*/ 1677437 h 6858000"/>
              <a:gd name="connsiteX618" fmla="*/ 869293 w 7467600"/>
              <a:gd name="connsiteY618" fmla="*/ 1583214 h 6858000"/>
              <a:gd name="connsiteX619" fmla="*/ 751431 w 7467600"/>
              <a:gd name="connsiteY619" fmla="*/ 1405731 h 6858000"/>
              <a:gd name="connsiteX620" fmla="*/ 655236 w 7467600"/>
              <a:gd name="connsiteY620" fmla="*/ 1268632 h 6858000"/>
              <a:gd name="connsiteX621" fmla="*/ 6516292 w 7467600"/>
              <a:gd name="connsiteY621" fmla="*/ 1263064 h 6858000"/>
              <a:gd name="connsiteX622" fmla="*/ 5736320 w 7467600"/>
              <a:gd name="connsiteY622" fmla="*/ 1501803 h 6858000"/>
              <a:gd name="connsiteX623" fmla="*/ 6516292 w 7467600"/>
              <a:gd name="connsiteY623" fmla="*/ 1263064 h 6858000"/>
              <a:gd name="connsiteX624" fmla="*/ 291466 w 7467600"/>
              <a:gd name="connsiteY624" fmla="*/ 1250369 h 6858000"/>
              <a:gd name="connsiteX625" fmla="*/ 323180 w 7467600"/>
              <a:gd name="connsiteY625" fmla="*/ 1435283 h 6858000"/>
              <a:gd name="connsiteX626" fmla="*/ 349381 w 7467600"/>
              <a:gd name="connsiteY626" fmla="*/ 1875041 h 6858000"/>
              <a:gd name="connsiteX627" fmla="*/ 374363 w 7467600"/>
              <a:gd name="connsiteY627" fmla="*/ 1506494 h 6858000"/>
              <a:gd name="connsiteX628" fmla="*/ 302168 w 7467600"/>
              <a:gd name="connsiteY628" fmla="*/ 1274495 h 6858000"/>
              <a:gd name="connsiteX629" fmla="*/ 291466 w 7467600"/>
              <a:gd name="connsiteY629" fmla="*/ 1250369 h 6858000"/>
              <a:gd name="connsiteX630" fmla="*/ 678222 w 7467600"/>
              <a:gd name="connsiteY630" fmla="*/ 1248670 h 6858000"/>
              <a:gd name="connsiteX631" fmla="*/ 775536 w 7467600"/>
              <a:gd name="connsiteY631" fmla="*/ 1388015 h 6858000"/>
              <a:gd name="connsiteX632" fmla="*/ 894529 w 7467600"/>
              <a:gd name="connsiteY632" fmla="*/ 1567739 h 6858000"/>
              <a:gd name="connsiteX633" fmla="*/ 948000 w 7467600"/>
              <a:gd name="connsiteY633" fmla="*/ 1663088 h 6858000"/>
              <a:gd name="connsiteX634" fmla="*/ 1006812 w 7467600"/>
              <a:gd name="connsiteY634" fmla="*/ 1767683 h 6858000"/>
              <a:gd name="connsiteX635" fmla="*/ 1149133 w 7467600"/>
              <a:gd name="connsiteY635" fmla="*/ 1971513 h 6858000"/>
              <a:gd name="connsiteX636" fmla="*/ 1333952 w 7467600"/>
              <a:gd name="connsiteY636" fmla="*/ 2251620 h 6858000"/>
              <a:gd name="connsiteX637" fmla="*/ 1337329 w 7467600"/>
              <a:gd name="connsiteY637" fmla="*/ 2258350 h 6858000"/>
              <a:gd name="connsiteX638" fmla="*/ 1014726 w 7467600"/>
              <a:gd name="connsiteY638" fmla="*/ 1615556 h 6858000"/>
              <a:gd name="connsiteX639" fmla="*/ 678222 w 7467600"/>
              <a:gd name="connsiteY639" fmla="*/ 1248670 h 6858000"/>
              <a:gd name="connsiteX640" fmla="*/ 6691602 w 7467600"/>
              <a:gd name="connsiteY640" fmla="*/ 1140573 h 6858000"/>
              <a:gd name="connsiteX641" fmla="*/ 6571100 w 7467600"/>
              <a:gd name="connsiteY641" fmla="*/ 1183662 h 6858000"/>
              <a:gd name="connsiteX642" fmla="*/ 6241687 w 7467600"/>
              <a:gd name="connsiteY642" fmla="*/ 1257600 h 6858000"/>
              <a:gd name="connsiteX643" fmla="*/ 5693009 w 7467600"/>
              <a:gd name="connsiteY643" fmla="*/ 1478256 h 6858000"/>
              <a:gd name="connsiteX644" fmla="*/ 6548420 w 7467600"/>
              <a:gd name="connsiteY644" fmla="*/ 1214599 h 6858000"/>
              <a:gd name="connsiteX645" fmla="*/ 6605473 w 7467600"/>
              <a:gd name="connsiteY645" fmla="*/ 1184686 h 6858000"/>
              <a:gd name="connsiteX646" fmla="*/ 6691602 w 7467600"/>
              <a:gd name="connsiteY646" fmla="*/ 1140573 h 6858000"/>
              <a:gd name="connsiteX647" fmla="*/ 4002475 w 7467600"/>
              <a:gd name="connsiteY647" fmla="*/ 1037802 h 6858000"/>
              <a:gd name="connsiteX648" fmla="*/ 4000324 w 7467600"/>
              <a:gd name="connsiteY648" fmla="*/ 1039362 h 6858000"/>
              <a:gd name="connsiteX649" fmla="*/ 4002862 w 7467600"/>
              <a:gd name="connsiteY649" fmla="*/ 1042866 h 6858000"/>
              <a:gd name="connsiteX650" fmla="*/ 4002475 w 7467600"/>
              <a:gd name="connsiteY650" fmla="*/ 1037802 h 6858000"/>
              <a:gd name="connsiteX651" fmla="*/ 506322 w 7467600"/>
              <a:gd name="connsiteY651" fmla="*/ 1020997 h 6858000"/>
              <a:gd name="connsiteX652" fmla="*/ 533068 w 7467600"/>
              <a:gd name="connsiteY652" fmla="*/ 1029409 h 6858000"/>
              <a:gd name="connsiteX653" fmla="*/ 1232525 w 7467600"/>
              <a:gd name="connsiteY653" fmla="*/ 1804675 h 6858000"/>
              <a:gd name="connsiteX654" fmla="*/ 1388858 w 7467600"/>
              <a:gd name="connsiteY654" fmla="*/ 2368011 h 6858000"/>
              <a:gd name="connsiteX655" fmla="*/ 1384098 w 7467600"/>
              <a:gd name="connsiteY655" fmla="*/ 2378125 h 6858000"/>
              <a:gd name="connsiteX656" fmla="*/ 1425393 w 7467600"/>
              <a:gd name="connsiteY656" fmla="*/ 2589124 h 6858000"/>
              <a:gd name="connsiteX657" fmla="*/ 1424001 w 7467600"/>
              <a:gd name="connsiteY657" fmla="*/ 2597541 h 6858000"/>
              <a:gd name="connsiteX658" fmla="*/ 2152729 w 7467600"/>
              <a:gd name="connsiteY658" fmla="*/ 2864487 h 6858000"/>
              <a:gd name="connsiteX659" fmla="*/ 2020609 w 7467600"/>
              <a:gd name="connsiteY659" fmla="*/ 2539671 h 6858000"/>
              <a:gd name="connsiteX660" fmla="*/ 2018920 w 7467600"/>
              <a:gd name="connsiteY660" fmla="*/ 2536309 h 6858000"/>
              <a:gd name="connsiteX661" fmla="*/ 1342441 w 7467600"/>
              <a:gd name="connsiteY661" fmla="*/ 1173017 h 6858000"/>
              <a:gd name="connsiteX662" fmla="*/ 1367925 w 7467600"/>
              <a:gd name="connsiteY662" fmla="*/ 1135648 h 6858000"/>
              <a:gd name="connsiteX663" fmla="*/ 1771401 w 7467600"/>
              <a:gd name="connsiteY663" fmla="*/ 1806673 h 6858000"/>
              <a:gd name="connsiteX664" fmla="*/ 1972385 w 7467600"/>
              <a:gd name="connsiteY664" fmla="*/ 2198735 h 6858000"/>
              <a:gd name="connsiteX665" fmla="*/ 2040892 w 7467600"/>
              <a:gd name="connsiteY665" fmla="*/ 2405205 h 6858000"/>
              <a:gd name="connsiteX666" fmla="*/ 2131689 w 7467600"/>
              <a:gd name="connsiteY666" fmla="*/ 1936926 h 6858000"/>
              <a:gd name="connsiteX667" fmla="*/ 2454820 w 7467600"/>
              <a:gd name="connsiteY667" fmla="*/ 1248808 h 6858000"/>
              <a:gd name="connsiteX668" fmla="*/ 2492512 w 7467600"/>
              <a:gd name="connsiteY668" fmla="*/ 1302920 h 6858000"/>
              <a:gd name="connsiteX669" fmla="*/ 2081216 w 7467600"/>
              <a:gd name="connsiteY669" fmla="*/ 2527513 h 6858000"/>
              <a:gd name="connsiteX670" fmla="*/ 2081211 w 7467600"/>
              <a:gd name="connsiteY670" fmla="*/ 2528916 h 6858000"/>
              <a:gd name="connsiteX671" fmla="*/ 2199067 w 7467600"/>
              <a:gd name="connsiteY671" fmla="*/ 2884061 h 6858000"/>
              <a:gd name="connsiteX672" fmla="*/ 3192586 w 7467600"/>
              <a:gd name="connsiteY672" fmla="*/ 3411496 h 6858000"/>
              <a:gd name="connsiteX673" fmla="*/ 3182620 w 7467600"/>
              <a:gd name="connsiteY673" fmla="*/ 3483279 h 6858000"/>
              <a:gd name="connsiteX674" fmla="*/ 2435119 w 7467600"/>
              <a:gd name="connsiteY674" fmla="*/ 3080173 h 6858000"/>
              <a:gd name="connsiteX675" fmla="*/ 2410152 w 7467600"/>
              <a:gd name="connsiteY675" fmla="*/ 3063751 h 6858000"/>
              <a:gd name="connsiteX676" fmla="*/ 2408099 w 7467600"/>
              <a:gd name="connsiteY676" fmla="*/ 3064403 h 6858000"/>
              <a:gd name="connsiteX677" fmla="*/ 2407218 w 7467600"/>
              <a:gd name="connsiteY677" fmla="*/ 3070324 h 6858000"/>
              <a:gd name="connsiteX678" fmla="*/ 2380138 w 7467600"/>
              <a:gd name="connsiteY678" fmla="*/ 3099341 h 6858000"/>
              <a:gd name="connsiteX679" fmla="*/ 1765923 w 7467600"/>
              <a:gd name="connsiteY679" fmla="*/ 3581043 h 6858000"/>
              <a:gd name="connsiteX680" fmla="*/ 1702258 w 7467600"/>
              <a:gd name="connsiteY680" fmla="*/ 3612286 h 6858000"/>
              <a:gd name="connsiteX681" fmla="*/ 1538370 w 7467600"/>
              <a:gd name="connsiteY681" fmla="*/ 3811804 h 6858000"/>
              <a:gd name="connsiteX682" fmla="*/ 542867 w 7467600"/>
              <a:gd name="connsiteY682" fmla="*/ 4944092 h 6858000"/>
              <a:gd name="connsiteX683" fmla="*/ 515800 w 7467600"/>
              <a:gd name="connsiteY683" fmla="*/ 4862180 h 6858000"/>
              <a:gd name="connsiteX684" fmla="*/ 909145 w 7467600"/>
              <a:gd name="connsiteY684" fmla="*/ 4199225 h 6858000"/>
              <a:gd name="connsiteX685" fmla="*/ 1214067 w 7467600"/>
              <a:gd name="connsiteY685" fmla="*/ 3908561 h 6858000"/>
              <a:gd name="connsiteX686" fmla="*/ 640967 w 7467600"/>
              <a:gd name="connsiteY686" fmla="*/ 4105601 h 6858000"/>
              <a:gd name="connsiteX687" fmla="*/ 112563 w 7467600"/>
              <a:gd name="connsiteY687" fmla="*/ 4396952 h 6858000"/>
              <a:gd name="connsiteX688" fmla="*/ 0 w 7467600"/>
              <a:gd name="connsiteY688" fmla="*/ 4466006 h 6858000"/>
              <a:gd name="connsiteX689" fmla="*/ 0 w 7467600"/>
              <a:gd name="connsiteY689" fmla="*/ 4233763 h 6858000"/>
              <a:gd name="connsiteX690" fmla="*/ 36881 w 7467600"/>
              <a:gd name="connsiteY690" fmla="*/ 4200118 h 6858000"/>
              <a:gd name="connsiteX691" fmla="*/ 910534 w 7467600"/>
              <a:gd name="connsiteY691" fmla="*/ 3629753 h 6858000"/>
              <a:gd name="connsiteX692" fmla="*/ 1578717 w 7467600"/>
              <a:gd name="connsiteY692" fmla="*/ 3575982 h 6858000"/>
              <a:gd name="connsiteX693" fmla="*/ 2338780 w 7467600"/>
              <a:gd name="connsiteY693" fmla="*/ 3033725 h 6858000"/>
              <a:gd name="connsiteX694" fmla="*/ 1807991 w 7467600"/>
              <a:gd name="connsiteY694" fmla="*/ 2807184 h 6858000"/>
              <a:gd name="connsiteX695" fmla="*/ 1416358 w 7467600"/>
              <a:gd name="connsiteY695" fmla="*/ 3112571 h 6858000"/>
              <a:gd name="connsiteX696" fmla="*/ 939066 w 7467600"/>
              <a:gd name="connsiteY696" fmla="*/ 3378798 h 6858000"/>
              <a:gd name="connsiteX697" fmla="*/ 115099 w 7467600"/>
              <a:gd name="connsiteY697" fmla="*/ 3607650 h 6858000"/>
              <a:gd name="connsiteX698" fmla="*/ 97284 w 7467600"/>
              <a:gd name="connsiteY698" fmla="*/ 3520393 h 6858000"/>
              <a:gd name="connsiteX699" fmla="*/ 922050 w 7467600"/>
              <a:gd name="connsiteY699" fmla="*/ 3074867 h 6858000"/>
              <a:gd name="connsiteX700" fmla="*/ 1405265 w 7467600"/>
              <a:gd name="connsiteY700" fmla="*/ 3016319 h 6858000"/>
              <a:gd name="connsiteX701" fmla="*/ 1407512 w 7467600"/>
              <a:gd name="connsiteY701" fmla="*/ 3018001 h 6858000"/>
              <a:gd name="connsiteX702" fmla="*/ 1726266 w 7467600"/>
              <a:gd name="connsiteY702" fmla="*/ 2777274 h 6858000"/>
              <a:gd name="connsiteX703" fmla="*/ 625390 w 7467600"/>
              <a:gd name="connsiteY703" fmla="*/ 2514541 h 6858000"/>
              <a:gd name="connsiteX704" fmla="*/ 619799 w 7467600"/>
              <a:gd name="connsiteY704" fmla="*/ 2527180 h 6858000"/>
              <a:gd name="connsiteX705" fmla="*/ 310030 w 7467600"/>
              <a:gd name="connsiteY705" fmla="*/ 2771818 h 6858000"/>
              <a:gd name="connsiteX706" fmla="*/ 173877 w 7467600"/>
              <a:gd name="connsiteY706" fmla="*/ 2937056 h 6858000"/>
              <a:gd name="connsiteX707" fmla="*/ 77889 w 7467600"/>
              <a:gd name="connsiteY707" fmla="*/ 3138440 h 6858000"/>
              <a:gd name="connsiteX708" fmla="*/ 0 w 7467600"/>
              <a:gd name="connsiteY708" fmla="*/ 3271395 h 6858000"/>
              <a:gd name="connsiteX709" fmla="*/ 0 w 7467600"/>
              <a:gd name="connsiteY709" fmla="*/ 3153002 h 6858000"/>
              <a:gd name="connsiteX710" fmla="*/ 2386 w 7467600"/>
              <a:gd name="connsiteY710" fmla="*/ 3149203 h 6858000"/>
              <a:gd name="connsiteX711" fmla="*/ 89753 w 7467600"/>
              <a:gd name="connsiteY711" fmla="*/ 2987702 h 6858000"/>
              <a:gd name="connsiteX712" fmla="*/ 76869 w 7467600"/>
              <a:gd name="connsiteY712" fmla="*/ 3005404 h 6858000"/>
              <a:gd name="connsiteX713" fmla="*/ 32049 w 7467600"/>
              <a:gd name="connsiteY713" fmla="*/ 3065814 h 6858000"/>
              <a:gd name="connsiteX714" fmla="*/ 0 w 7467600"/>
              <a:gd name="connsiteY714" fmla="*/ 3108744 h 6858000"/>
              <a:gd name="connsiteX715" fmla="*/ 0 w 7467600"/>
              <a:gd name="connsiteY715" fmla="*/ 3058059 h 6858000"/>
              <a:gd name="connsiteX716" fmla="*/ 7610 w 7467600"/>
              <a:gd name="connsiteY716" fmla="*/ 3047889 h 6858000"/>
              <a:gd name="connsiteX717" fmla="*/ 52419 w 7467600"/>
              <a:gd name="connsiteY717" fmla="*/ 2987479 h 6858000"/>
              <a:gd name="connsiteX718" fmla="*/ 59142 w 7467600"/>
              <a:gd name="connsiteY718" fmla="*/ 2978488 h 6858000"/>
              <a:gd name="connsiteX719" fmla="*/ 0 w 7467600"/>
              <a:gd name="connsiteY719" fmla="*/ 3015334 h 6858000"/>
              <a:gd name="connsiteX720" fmla="*/ 0 w 7467600"/>
              <a:gd name="connsiteY720" fmla="*/ 2914286 h 6858000"/>
              <a:gd name="connsiteX721" fmla="*/ 36383 w 7467600"/>
              <a:gd name="connsiteY721" fmla="*/ 2901128 h 6858000"/>
              <a:gd name="connsiteX722" fmla="*/ 156329 w 7467600"/>
              <a:gd name="connsiteY722" fmla="*/ 2840533 h 6858000"/>
              <a:gd name="connsiteX723" fmla="*/ 358355 w 7467600"/>
              <a:gd name="connsiteY723" fmla="*/ 2620471 h 6858000"/>
              <a:gd name="connsiteX724" fmla="*/ 510577 w 7467600"/>
              <a:gd name="connsiteY724" fmla="*/ 2501244 h 6858000"/>
              <a:gd name="connsiteX725" fmla="*/ 211967 w 7467600"/>
              <a:gd name="connsiteY725" fmla="*/ 2479171 h 6858000"/>
              <a:gd name="connsiteX726" fmla="*/ 0 w 7467600"/>
              <a:gd name="connsiteY726" fmla="*/ 2476398 h 6858000"/>
              <a:gd name="connsiteX727" fmla="*/ 0 w 7467600"/>
              <a:gd name="connsiteY727" fmla="*/ 2389189 h 6858000"/>
              <a:gd name="connsiteX728" fmla="*/ 103062 w 7467600"/>
              <a:gd name="connsiteY728" fmla="*/ 2389518 h 6858000"/>
              <a:gd name="connsiteX729" fmla="*/ 510734 w 7467600"/>
              <a:gd name="connsiteY729" fmla="*/ 2416201 h 6858000"/>
              <a:gd name="connsiteX730" fmla="*/ 279257 w 7467600"/>
              <a:gd name="connsiteY730" fmla="*/ 2092102 h 6858000"/>
              <a:gd name="connsiteX731" fmla="*/ 65265 w 7467600"/>
              <a:gd name="connsiteY731" fmla="*/ 2006049 h 6858000"/>
              <a:gd name="connsiteX732" fmla="*/ 0 w 7467600"/>
              <a:gd name="connsiteY732" fmla="*/ 1982532 h 6858000"/>
              <a:gd name="connsiteX733" fmla="*/ 0 w 7467600"/>
              <a:gd name="connsiteY733" fmla="*/ 1912789 h 6858000"/>
              <a:gd name="connsiteX734" fmla="*/ 97460 w 7467600"/>
              <a:gd name="connsiteY734" fmla="*/ 1953725 h 6858000"/>
              <a:gd name="connsiteX735" fmla="*/ 221272 w 7467600"/>
              <a:gd name="connsiteY735" fmla="*/ 1980766 h 6858000"/>
              <a:gd name="connsiteX736" fmla="*/ 116765 w 7467600"/>
              <a:gd name="connsiteY736" fmla="*/ 1911033 h 6858000"/>
              <a:gd name="connsiteX737" fmla="*/ 16405 w 7467600"/>
              <a:gd name="connsiteY737" fmla="*/ 1803412 h 6858000"/>
              <a:gd name="connsiteX738" fmla="*/ 0 w 7467600"/>
              <a:gd name="connsiteY738" fmla="*/ 1784777 h 6858000"/>
              <a:gd name="connsiteX739" fmla="*/ 0 w 7467600"/>
              <a:gd name="connsiteY739" fmla="*/ 1740082 h 6858000"/>
              <a:gd name="connsiteX740" fmla="*/ 39394 w 7467600"/>
              <a:gd name="connsiteY740" fmla="*/ 1784856 h 6858000"/>
              <a:gd name="connsiteX741" fmla="*/ 135813 w 7467600"/>
              <a:gd name="connsiteY741" fmla="*/ 1888838 h 6858000"/>
              <a:gd name="connsiteX742" fmla="*/ 242575 w 7467600"/>
              <a:gd name="connsiteY742" fmla="*/ 1958841 h 6858000"/>
              <a:gd name="connsiteX743" fmla="*/ 82197 w 7467600"/>
              <a:gd name="connsiteY743" fmla="*/ 1754826 h 6858000"/>
              <a:gd name="connsiteX744" fmla="*/ 0 w 7467600"/>
              <a:gd name="connsiteY744" fmla="*/ 1679650 h 6858000"/>
              <a:gd name="connsiteX745" fmla="*/ 0 w 7467600"/>
              <a:gd name="connsiteY745" fmla="*/ 1602463 h 6858000"/>
              <a:gd name="connsiteX746" fmla="*/ 84689 w 7467600"/>
              <a:gd name="connsiteY746" fmla="*/ 1677442 h 6858000"/>
              <a:gd name="connsiteX747" fmla="*/ 298437 w 7467600"/>
              <a:gd name="connsiteY747" fmla="*/ 1968019 h 6858000"/>
              <a:gd name="connsiteX748" fmla="*/ 227269 w 7467600"/>
              <a:gd name="connsiteY748" fmla="*/ 1114064 h 6858000"/>
              <a:gd name="connsiteX749" fmla="*/ 248003 w 7467600"/>
              <a:gd name="connsiteY749" fmla="*/ 1089613 h 6858000"/>
              <a:gd name="connsiteX750" fmla="*/ 427020 w 7467600"/>
              <a:gd name="connsiteY750" fmla="*/ 1619803 h 6858000"/>
              <a:gd name="connsiteX751" fmla="*/ 340345 w 7467600"/>
              <a:gd name="connsiteY751" fmla="*/ 2027739 h 6858000"/>
              <a:gd name="connsiteX752" fmla="*/ 360865 w 7467600"/>
              <a:gd name="connsiteY752" fmla="*/ 2044827 h 6858000"/>
              <a:gd name="connsiteX753" fmla="*/ 560414 w 7467600"/>
              <a:gd name="connsiteY753" fmla="*/ 2421457 h 6858000"/>
              <a:gd name="connsiteX754" fmla="*/ 1359703 w 7467600"/>
              <a:gd name="connsiteY754" fmla="*/ 2578554 h 6858000"/>
              <a:gd name="connsiteX755" fmla="*/ 1359422 w 7467600"/>
              <a:gd name="connsiteY755" fmla="*/ 2577994 h 6858000"/>
              <a:gd name="connsiteX756" fmla="*/ 828701 w 7467600"/>
              <a:gd name="connsiteY756" fmla="*/ 1839520 h 6858000"/>
              <a:gd name="connsiteX757" fmla="*/ 494427 w 7467600"/>
              <a:gd name="connsiteY757" fmla="*/ 1092333 h 6858000"/>
              <a:gd name="connsiteX758" fmla="*/ 506322 w 7467600"/>
              <a:gd name="connsiteY758" fmla="*/ 1020997 h 6858000"/>
              <a:gd name="connsiteX759" fmla="*/ 4570198 w 7467600"/>
              <a:gd name="connsiteY759" fmla="*/ 978081 h 6858000"/>
              <a:gd name="connsiteX760" fmla="*/ 4523691 w 7467600"/>
              <a:gd name="connsiteY760" fmla="*/ 1127776 h 6858000"/>
              <a:gd name="connsiteX761" fmla="*/ 4509875 w 7467600"/>
              <a:gd name="connsiteY761" fmla="*/ 1167552 h 6858000"/>
              <a:gd name="connsiteX762" fmla="*/ 4478168 w 7467600"/>
              <a:gd name="connsiteY762" fmla="*/ 1260735 h 6858000"/>
              <a:gd name="connsiteX763" fmla="*/ 4409309 w 7467600"/>
              <a:gd name="connsiteY763" fmla="*/ 1666996 h 6858000"/>
              <a:gd name="connsiteX764" fmla="*/ 4370031 w 7467600"/>
              <a:gd name="connsiteY764" fmla="*/ 1955666 h 6858000"/>
              <a:gd name="connsiteX765" fmla="*/ 4570198 w 7467600"/>
              <a:gd name="connsiteY765" fmla="*/ 978081 h 6858000"/>
              <a:gd name="connsiteX766" fmla="*/ 4557898 w 7467600"/>
              <a:gd name="connsiteY766" fmla="*/ 900011 h 6858000"/>
              <a:gd name="connsiteX767" fmla="*/ 4344840 w 7467600"/>
              <a:gd name="connsiteY767" fmla="*/ 1922038 h 6858000"/>
              <a:gd name="connsiteX768" fmla="*/ 4378710 w 7467600"/>
              <a:gd name="connsiteY768" fmla="*/ 1665516 h 6858000"/>
              <a:gd name="connsiteX769" fmla="*/ 4448798 w 7467600"/>
              <a:gd name="connsiteY769" fmla="*/ 1253024 h 6858000"/>
              <a:gd name="connsiteX770" fmla="*/ 4480315 w 7467600"/>
              <a:gd name="connsiteY770" fmla="*/ 1158454 h 6858000"/>
              <a:gd name="connsiteX771" fmla="*/ 4494133 w 7467600"/>
              <a:gd name="connsiteY771" fmla="*/ 1118676 h 6858000"/>
              <a:gd name="connsiteX772" fmla="*/ 4557898 w 7467600"/>
              <a:gd name="connsiteY772" fmla="*/ 900011 h 6858000"/>
              <a:gd name="connsiteX773" fmla="*/ 5870151 w 7467600"/>
              <a:gd name="connsiteY773" fmla="*/ 898890 h 6858000"/>
              <a:gd name="connsiteX774" fmla="*/ 5861335 w 7467600"/>
              <a:gd name="connsiteY774" fmla="*/ 899177 h 6858000"/>
              <a:gd name="connsiteX775" fmla="*/ 5843702 w 7467600"/>
              <a:gd name="connsiteY775" fmla="*/ 899748 h 6858000"/>
              <a:gd name="connsiteX776" fmla="*/ 5651107 w 7467600"/>
              <a:gd name="connsiteY776" fmla="*/ 920306 h 6858000"/>
              <a:gd name="connsiteX777" fmla="*/ 5459407 w 7467600"/>
              <a:gd name="connsiteY777" fmla="*/ 940975 h 6858000"/>
              <a:gd name="connsiteX778" fmla="*/ 5374846 w 7467600"/>
              <a:gd name="connsiteY778" fmla="*/ 941988 h 6858000"/>
              <a:gd name="connsiteX779" fmla="*/ 5256105 w 7467600"/>
              <a:gd name="connsiteY779" fmla="*/ 945632 h 6858000"/>
              <a:gd name="connsiteX780" fmla="*/ 5107071 w 7467600"/>
              <a:gd name="connsiteY780" fmla="*/ 969720 h 6858000"/>
              <a:gd name="connsiteX781" fmla="*/ 4998681 w 7467600"/>
              <a:gd name="connsiteY781" fmla="*/ 988771 h 6858000"/>
              <a:gd name="connsiteX782" fmla="*/ 5870151 w 7467600"/>
              <a:gd name="connsiteY782" fmla="*/ 898890 h 6858000"/>
              <a:gd name="connsiteX783" fmla="*/ 5504425 w 7467600"/>
              <a:gd name="connsiteY783" fmla="*/ 848067 h 6858000"/>
              <a:gd name="connsiteX784" fmla="*/ 4968849 w 7467600"/>
              <a:gd name="connsiteY784" fmla="*/ 962318 h 6858000"/>
              <a:gd name="connsiteX785" fmla="*/ 5104039 w 7467600"/>
              <a:gd name="connsiteY785" fmla="*/ 940634 h 6858000"/>
              <a:gd name="connsiteX786" fmla="*/ 5256311 w 7467600"/>
              <a:gd name="connsiteY786" fmla="*/ 916490 h 6858000"/>
              <a:gd name="connsiteX787" fmla="*/ 5377381 w 7467600"/>
              <a:gd name="connsiteY787" fmla="*/ 912671 h 6858000"/>
              <a:gd name="connsiteX788" fmla="*/ 5460148 w 7467600"/>
              <a:gd name="connsiteY788" fmla="*/ 911442 h 6858000"/>
              <a:gd name="connsiteX789" fmla="*/ 5648971 w 7467600"/>
              <a:gd name="connsiteY789" fmla="*/ 891331 h 6858000"/>
              <a:gd name="connsiteX790" fmla="*/ 5844807 w 7467600"/>
              <a:gd name="connsiteY790" fmla="*/ 870718 h 6858000"/>
              <a:gd name="connsiteX791" fmla="*/ 5862975 w 7467600"/>
              <a:gd name="connsiteY791" fmla="*/ 869756 h 6858000"/>
              <a:gd name="connsiteX792" fmla="*/ 5920887 w 7467600"/>
              <a:gd name="connsiteY792" fmla="*/ 865929 h 6858000"/>
              <a:gd name="connsiteX793" fmla="*/ 5504425 w 7467600"/>
              <a:gd name="connsiteY793" fmla="*/ 848067 h 6858000"/>
              <a:gd name="connsiteX794" fmla="*/ 3607114 w 7467600"/>
              <a:gd name="connsiteY794" fmla="*/ 467441 h 6858000"/>
              <a:gd name="connsiteX795" fmla="*/ 3296242 w 7467600"/>
              <a:gd name="connsiteY795" fmla="*/ 807991 h 6858000"/>
              <a:gd name="connsiteX796" fmla="*/ 3174674 w 7467600"/>
              <a:gd name="connsiteY796" fmla="*/ 919759 h 6858000"/>
              <a:gd name="connsiteX797" fmla="*/ 3042978 w 7467600"/>
              <a:gd name="connsiteY797" fmla="*/ 1054894 h 6858000"/>
              <a:gd name="connsiteX798" fmla="*/ 2968914 w 7467600"/>
              <a:gd name="connsiteY798" fmla="*/ 1133756 h 6858000"/>
              <a:gd name="connsiteX799" fmla="*/ 3103823 w 7467600"/>
              <a:gd name="connsiteY799" fmla="*/ 1026814 h 6858000"/>
              <a:gd name="connsiteX800" fmla="*/ 3607114 w 7467600"/>
              <a:gd name="connsiteY800" fmla="*/ 467441 h 6858000"/>
              <a:gd name="connsiteX801" fmla="*/ 3744487 w 7467600"/>
              <a:gd name="connsiteY801" fmla="*/ 383136 h 6858000"/>
              <a:gd name="connsiteX802" fmla="*/ 3970213 w 7467600"/>
              <a:gd name="connsiteY802" fmla="*/ 995559 h 6858000"/>
              <a:gd name="connsiteX803" fmla="*/ 3744487 w 7467600"/>
              <a:gd name="connsiteY803" fmla="*/ 383136 h 6858000"/>
              <a:gd name="connsiteX804" fmla="*/ 3624562 w 7467600"/>
              <a:gd name="connsiteY804" fmla="*/ 367041 h 6858000"/>
              <a:gd name="connsiteX805" fmla="*/ 3489712 w 7467600"/>
              <a:gd name="connsiteY805" fmla="*/ 485386 h 6858000"/>
              <a:gd name="connsiteX806" fmla="*/ 3182994 w 7467600"/>
              <a:gd name="connsiteY806" fmla="*/ 828265 h 6858000"/>
              <a:gd name="connsiteX807" fmla="*/ 2892114 w 7467600"/>
              <a:gd name="connsiteY807" fmla="*/ 1172635 h 6858000"/>
              <a:gd name="connsiteX808" fmla="*/ 3021459 w 7467600"/>
              <a:gd name="connsiteY808" fmla="*/ 1035385 h 6858000"/>
              <a:gd name="connsiteX809" fmla="*/ 3153873 w 7467600"/>
              <a:gd name="connsiteY809" fmla="*/ 898971 h 6858000"/>
              <a:gd name="connsiteX810" fmla="*/ 3276511 w 7467600"/>
              <a:gd name="connsiteY810" fmla="*/ 786423 h 6858000"/>
              <a:gd name="connsiteX811" fmla="*/ 3584154 w 7467600"/>
              <a:gd name="connsiteY811" fmla="*/ 448218 h 6858000"/>
              <a:gd name="connsiteX812" fmla="*/ 3624562 w 7467600"/>
              <a:gd name="connsiteY812" fmla="*/ 367041 h 6858000"/>
              <a:gd name="connsiteX813" fmla="*/ 3766672 w 7467600"/>
              <a:gd name="connsiteY813" fmla="*/ 359429 h 6858000"/>
              <a:gd name="connsiteX814" fmla="*/ 3996338 w 7467600"/>
              <a:gd name="connsiteY814" fmla="*/ 968237 h 6858000"/>
              <a:gd name="connsiteX815" fmla="*/ 3766672 w 7467600"/>
              <a:gd name="connsiteY815" fmla="*/ 359429 h 6858000"/>
              <a:gd name="connsiteX816" fmla="*/ 5805386 w 7467600"/>
              <a:gd name="connsiteY816" fmla="*/ 239240 h 6858000"/>
              <a:gd name="connsiteX817" fmla="*/ 5736947 w 7467600"/>
              <a:gd name="connsiteY817" fmla="*/ 261367 h 6858000"/>
              <a:gd name="connsiteX818" fmla="*/ 5427012 w 7467600"/>
              <a:gd name="connsiteY818" fmla="*/ 311272 h 6858000"/>
              <a:gd name="connsiteX819" fmla="*/ 5147818 w 7467600"/>
              <a:gd name="connsiteY819" fmla="*/ 322112 h 6858000"/>
              <a:gd name="connsiteX820" fmla="*/ 5060854 w 7467600"/>
              <a:gd name="connsiteY820" fmla="*/ 311882 h 6858000"/>
              <a:gd name="connsiteX821" fmla="*/ 4945989 w 7467600"/>
              <a:gd name="connsiteY821" fmla="*/ 300516 h 6858000"/>
              <a:gd name="connsiteX822" fmla="*/ 5410479 w 7467600"/>
              <a:gd name="connsiteY822" fmla="*/ 348434 h 6858000"/>
              <a:gd name="connsiteX823" fmla="*/ 5805386 w 7467600"/>
              <a:gd name="connsiteY823" fmla="*/ 239240 h 6858000"/>
              <a:gd name="connsiteX824" fmla="*/ 5905192 w 7467600"/>
              <a:gd name="connsiteY824" fmla="*/ 163079 h 6858000"/>
              <a:gd name="connsiteX825" fmla="*/ 5865655 w 7467600"/>
              <a:gd name="connsiteY825" fmla="*/ 171901 h 6858000"/>
              <a:gd name="connsiteX826" fmla="*/ 5259740 w 7467600"/>
              <a:gd name="connsiteY826" fmla="*/ 257013 h 6858000"/>
              <a:gd name="connsiteX827" fmla="*/ 5208466 w 7467600"/>
              <a:gd name="connsiteY827" fmla="*/ 257550 h 6858000"/>
              <a:gd name="connsiteX828" fmla="*/ 4980204 w 7467600"/>
              <a:gd name="connsiteY828" fmla="*/ 271903 h 6858000"/>
              <a:gd name="connsiteX829" fmla="*/ 5068068 w 7467600"/>
              <a:gd name="connsiteY829" fmla="*/ 282244 h 6858000"/>
              <a:gd name="connsiteX830" fmla="*/ 5153231 w 7467600"/>
              <a:gd name="connsiteY830" fmla="*/ 292240 h 6858000"/>
              <a:gd name="connsiteX831" fmla="*/ 5426491 w 7467600"/>
              <a:gd name="connsiteY831" fmla="*/ 281128 h 6858000"/>
              <a:gd name="connsiteX832" fmla="*/ 5731212 w 7467600"/>
              <a:gd name="connsiteY832" fmla="*/ 231951 h 6858000"/>
              <a:gd name="connsiteX833" fmla="*/ 5905192 w 7467600"/>
              <a:gd name="connsiteY833" fmla="*/ 163079 h 6858000"/>
              <a:gd name="connsiteX834" fmla="*/ 5944437 w 7467600"/>
              <a:gd name="connsiteY834" fmla="*/ 113829 h 6858000"/>
              <a:gd name="connsiteX835" fmla="*/ 5825032 w 7467600"/>
              <a:gd name="connsiteY835" fmla="*/ 146405 h 6858000"/>
              <a:gd name="connsiteX836" fmla="*/ 4955599 w 7467600"/>
              <a:gd name="connsiteY836" fmla="*/ 247008 h 6858000"/>
              <a:gd name="connsiteX837" fmla="*/ 5210104 w 7467600"/>
              <a:gd name="connsiteY837" fmla="*/ 228123 h 6858000"/>
              <a:gd name="connsiteX838" fmla="*/ 5261015 w 7467600"/>
              <a:gd name="connsiteY838" fmla="*/ 227087 h 6858000"/>
              <a:gd name="connsiteX839" fmla="*/ 5861181 w 7467600"/>
              <a:gd name="connsiteY839" fmla="*/ 143093 h 6858000"/>
              <a:gd name="connsiteX840" fmla="*/ 5961252 w 7467600"/>
              <a:gd name="connsiteY840" fmla="*/ 114820 h 6858000"/>
              <a:gd name="connsiteX841" fmla="*/ 5944437 w 7467600"/>
              <a:gd name="connsiteY841" fmla="*/ 113829 h 6858000"/>
              <a:gd name="connsiteX842" fmla="*/ 3882765 w 7467600"/>
              <a:gd name="connsiteY842" fmla="*/ 0 h 6858000"/>
              <a:gd name="connsiteX843" fmla="*/ 3995099 w 7467600"/>
              <a:gd name="connsiteY843" fmla="*/ 0 h 6858000"/>
              <a:gd name="connsiteX844" fmla="*/ 4163818 w 7467600"/>
              <a:gd name="connsiteY844" fmla="*/ 234104 h 6858000"/>
              <a:gd name="connsiteX845" fmla="*/ 4172099 w 7467600"/>
              <a:gd name="connsiteY845" fmla="*/ 234207 h 6858000"/>
              <a:gd name="connsiteX846" fmla="*/ 4784282 w 7467600"/>
              <a:gd name="connsiteY846" fmla="*/ 276561 h 6858000"/>
              <a:gd name="connsiteX847" fmla="*/ 4801687 w 7467600"/>
              <a:gd name="connsiteY847" fmla="*/ 267764 h 6858000"/>
              <a:gd name="connsiteX848" fmla="*/ 6082788 w 7467600"/>
              <a:gd name="connsiteY848" fmla="*/ 64119 h 6858000"/>
              <a:gd name="connsiteX849" fmla="*/ 6099442 w 7467600"/>
              <a:gd name="connsiteY849" fmla="*/ 82568 h 6858000"/>
              <a:gd name="connsiteX850" fmla="*/ 4804137 w 7467600"/>
              <a:gd name="connsiteY850" fmla="*/ 320931 h 6858000"/>
              <a:gd name="connsiteX851" fmla="*/ 4227047 w 7467600"/>
              <a:gd name="connsiteY851" fmla="*/ 313415 h 6858000"/>
              <a:gd name="connsiteX852" fmla="*/ 4346041 w 7467600"/>
              <a:gd name="connsiteY852" fmla="*/ 456086 h 6858000"/>
              <a:gd name="connsiteX853" fmla="*/ 4870967 w 7467600"/>
              <a:gd name="connsiteY853" fmla="*/ 963061 h 6858000"/>
              <a:gd name="connsiteX854" fmla="*/ 4889647 w 7467600"/>
              <a:gd name="connsiteY854" fmla="*/ 957147 h 6858000"/>
              <a:gd name="connsiteX855" fmla="*/ 5422504 w 7467600"/>
              <a:gd name="connsiteY855" fmla="*/ 805191 h 6858000"/>
              <a:gd name="connsiteX856" fmla="*/ 6087656 w 7467600"/>
              <a:gd name="connsiteY856" fmla="*/ 826703 h 6858000"/>
              <a:gd name="connsiteX857" fmla="*/ 6058717 w 7467600"/>
              <a:gd name="connsiteY857" fmla="*/ 865992 h 6858000"/>
              <a:gd name="connsiteX858" fmla="*/ 4974153 w 7467600"/>
              <a:gd name="connsiteY858" fmla="*/ 1045456 h 6858000"/>
              <a:gd name="connsiteX859" fmla="*/ 5627835 w 7467600"/>
              <a:gd name="connsiteY859" fmla="*/ 1472077 h 6858000"/>
              <a:gd name="connsiteX860" fmla="*/ 5629817 w 7467600"/>
              <a:gd name="connsiteY860" fmla="*/ 1471412 h 6858000"/>
              <a:gd name="connsiteX861" fmla="*/ 5634124 w 7467600"/>
              <a:gd name="connsiteY861" fmla="*/ 1470572 h 6858000"/>
              <a:gd name="connsiteX862" fmla="*/ 5755832 w 7467600"/>
              <a:gd name="connsiteY862" fmla="*/ 1383886 h 6858000"/>
              <a:gd name="connsiteX863" fmla="*/ 6014186 w 7467600"/>
              <a:gd name="connsiteY863" fmla="*/ 1279799 h 6858000"/>
              <a:gd name="connsiteX864" fmla="*/ 6901619 w 7467600"/>
              <a:gd name="connsiteY864" fmla="*/ 1047874 h 6858000"/>
              <a:gd name="connsiteX865" fmla="*/ 6931566 w 7467600"/>
              <a:gd name="connsiteY865" fmla="*/ 1062034 h 6858000"/>
              <a:gd name="connsiteX866" fmla="*/ 5790982 w 7467600"/>
              <a:gd name="connsiteY866" fmla="*/ 1561380 h 6858000"/>
              <a:gd name="connsiteX867" fmla="*/ 6188971 w 7467600"/>
              <a:gd name="connsiteY867" fmla="*/ 1755168 h 6858000"/>
              <a:gd name="connsiteX868" fmla="*/ 6202446 w 7467600"/>
              <a:gd name="connsiteY868" fmla="*/ 1752268 h 6858000"/>
              <a:gd name="connsiteX869" fmla="*/ 7179560 w 7467600"/>
              <a:gd name="connsiteY869" fmla="*/ 1467551 h 6858000"/>
              <a:gd name="connsiteX870" fmla="*/ 7158730 w 7467600"/>
              <a:gd name="connsiteY870" fmla="*/ 1507835 h 6858000"/>
              <a:gd name="connsiteX871" fmla="*/ 6326959 w 7467600"/>
              <a:gd name="connsiteY871" fmla="*/ 1817686 h 6858000"/>
              <a:gd name="connsiteX872" fmla="*/ 6537433 w 7467600"/>
              <a:gd name="connsiteY872" fmla="*/ 1907790 h 6858000"/>
              <a:gd name="connsiteX873" fmla="*/ 6550221 w 7467600"/>
              <a:gd name="connsiteY873" fmla="*/ 1910729 h 6858000"/>
              <a:gd name="connsiteX874" fmla="*/ 6964438 w 7467600"/>
              <a:gd name="connsiteY874" fmla="*/ 2209505 h 6858000"/>
              <a:gd name="connsiteX875" fmla="*/ 7367862 w 7467600"/>
              <a:gd name="connsiteY875" fmla="*/ 2806833 h 6858000"/>
              <a:gd name="connsiteX876" fmla="*/ 7364329 w 7467600"/>
              <a:gd name="connsiteY876" fmla="*/ 2826907 h 6858000"/>
              <a:gd name="connsiteX877" fmla="*/ 7290545 w 7467600"/>
              <a:gd name="connsiteY877" fmla="*/ 2850663 h 6858000"/>
              <a:gd name="connsiteX878" fmla="*/ 6472036 w 7467600"/>
              <a:gd name="connsiteY878" fmla="*/ 1959003 h 6858000"/>
              <a:gd name="connsiteX879" fmla="*/ 5792897 w 7467600"/>
              <a:gd name="connsiteY879" fmla="*/ 1647747 h 6858000"/>
              <a:gd name="connsiteX880" fmla="*/ 5842751 w 7467600"/>
              <a:gd name="connsiteY880" fmla="*/ 1816112 h 6858000"/>
              <a:gd name="connsiteX881" fmla="*/ 5847424 w 7467600"/>
              <a:gd name="connsiteY881" fmla="*/ 1815776 h 6858000"/>
              <a:gd name="connsiteX882" fmla="*/ 6399821 w 7467600"/>
              <a:gd name="connsiteY882" fmla="*/ 2344799 h 6858000"/>
              <a:gd name="connsiteX883" fmla="*/ 6323232 w 7467600"/>
              <a:gd name="connsiteY883" fmla="*/ 2389634 h 6858000"/>
              <a:gd name="connsiteX884" fmla="*/ 5942958 w 7467600"/>
              <a:gd name="connsiteY884" fmla="*/ 2077708 h 6858000"/>
              <a:gd name="connsiteX885" fmla="*/ 5921559 w 7467600"/>
              <a:gd name="connsiteY885" fmla="*/ 2378596 h 6858000"/>
              <a:gd name="connsiteX886" fmla="*/ 5817651 w 7467600"/>
              <a:gd name="connsiteY886" fmla="*/ 3023919 h 6858000"/>
              <a:gd name="connsiteX887" fmla="*/ 5729634 w 7467600"/>
              <a:gd name="connsiteY887" fmla="*/ 3051849 h 6858000"/>
              <a:gd name="connsiteX888" fmla="*/ 5611018 w 7467600"/>
              <a:gd name="connsiteY888" fmla="*/ 2316769 h 6858000"/>
              <a:gd name="connsiteX889" fmla="*/ 5687608 w 7467600"/>
              <a:gd name="connsiteY889" fmla="*/ 2039972 h 6858000"/>
              <a:gd name="connsiteX890" fmla="*/ 5657554 w 7467600"/>
              <a:gd name="connsiteY890" fmla="*/ 1576445 h 6858000"/>
              <a:gd name="connsiteX891" fmla="*/ 5150475 w 7467600"/>
              <a:gd name="connsiteY891" fmla="*/ 1274012 h 6858000"/>
              <a:gd name="connsiteX892" fmla="*/ 5349142 w 7467600"/>
              <a:gd name="connsiteY892" fmla="*/ 2204405 h 6858000"/>
              <a:gd name="connsiteX893" fmla="*/ 5262214 w 7467600"/>
              <a:gd name="connsiteY893" fmla="*/ 2233836 h 6858000"/>
              <a:gd name="connsiteX894" fmla="*/ 4981539 w 7467600"/>
              <a:gd name="connsiteY894" fmla="*/ 1542201 h 6858000"/>
              <a:gd name="connsiteX895" fmla="*/ 4958461 w 7467600"/>
              <a:gd name="connsiteY895" fmla="*/ 1136957 h 6858000"/>
              <a:gd name="connsiteX896" fmla="*/ 4655015 w 7467600"/>
              <a:gd name="connsiteY896" fmla="*/ 891426 h 6858000"/>
              <a:gd name="connsiteX897" fmla="*/ 4348002 w 7467600"/>
              <a:gd name="connsiteY897" fmla="*/ 2205895 h 6858000"/>
              <a:gd name="connsiteX898" fmla="*/ 4262250 w 7467600"/>
              <a:gd name="connsiteY898" fmla="*/ 2219972 h 6858000"/>
              <a:gd name="connsiteX899" fmla="*/ 4550611 w 7467600"/>
              <a:gd name="connsiteY899" fmla="*/ 817540 h 6858000"/>
              <a:gd name="connsiteX900" fmla="*/ 4564418 w 7467600"/>
              <a:gd name="connsiteY900" fmla="*/ 808293 h 6858000"/>
              <a:gd name="connsiteX901" fmla="*/ 4266388 w 7467600"/>
              <a:gd name="connsiteY901" fmla="*/ 500083 h 6858000"/>
              <a:gd name="connsiteX902" fmla="*/ 4032842 w 7467600"/>
              <a:gd name="connsiteY902" fmla="*/ 211809 h 6858000"/>
              <a:gd name="connsiteX903" fmla="*/ 3882765 w 7467600"/>
              <a:gd name="connsiteY903" fmla="*/ 0 h 6858000"/>
              <a:gd name="connsiteX904" fmla="*/ 3721337 w 7467600"/>
              <a:gd name="connsiteY904" fmla="*/ 0 h 6858000"/>
              <a:gd name="connsiteX905" fmla="*/ 3797544 w 7467600"/>
              <a:gd name="connsiteY905" fmla="*/ 0 h 6858000"/>
              <a:gd name="connsiteX906" fmla="*/ 3775734 w 7467600"/>
              <a:gd name="connsiteY906" fmla="*/ 95131 h 6858000"/>
              <a:gd name="connsiteX907" fmla="*/ 3724807 w 7467600"/>
              <a:gd name="connsiteY907" fmla="*/ 272257 h 6858000"/>
              <a:gd name="connsiteX908" fmla="*/ 3726844 w 7467600"/>
              <a:gd name="connsiteY908" fmla="*/ 282988 h 6858000"/>
              <a:gd name="connsiteX909" fmla="*/ 3742664 w 7467600"/>
              <a:gd name="connsiteY909" fmla="*/ 279918 h 6858000"/>
              <a:gd name="connsiteX910" fmla="*/ 4103910 w 7467600"/>
              <a:gd name="connsiteY910" fmla="*/ 1161917 h 6858000"/>
              <a:gd name="connsiteX911" fmla="*/ 4020269 w 7467600"/>
              <a:gd name="connsiteY911" fmla="*/ 1200406 h 6858000"/>
              <a:gd name="connsiteX912" fmla="*/ 3674882 w 7467600"/>
              <a:gd name="connsiteY912" fmla="*/ 488524 h 6858000"/>
              <a:gd name="connsiteX913" fmla="*/ 3132682 w 7467600"/>
              <a:gd name="connsiteY913" fmla="*/ 1072284 h 6858000"/>
              <a:gd name="connsiteX914" fmla="*/ 2716346 w 7467600"/>
              <a:gd name="connsiteY914" fmla="*/ 1276376 h 6858000"/>
              <a:gd name="connsiteX915" fmla="*/ 2716772 w 7467600"/>
              <a:gd name="connsiteY915" fmla="*/ 1255462 h 6858000"/>
              <a:gd name="connsiteX916" fmla="*/ 3471096 w 7467600"/>
              <a:gd name="connsiteY916" fmla="*/ 437072 h 6858000"/>
              <a:gd name="connsiteX917" fmla="*/ 3639057 w 7467600"/>
              <a:gd name="connsiteY917" fmla="*/ 286334 h 6858000"/>
              <a:gd name="connsiteX918" fmla="*/ 3640309 w 7467600"/>
              <a:gd name="connsiteY918" fmla="*/ 284664 h 6858000"/>
              <a:gd name="connsiteX919" fmla="*/ 3646022 w 7467600"/>
              <a:gd name="connsiteY919" fmla="*/ 276711 h 6858000"/>
              <a:gd name="connsiteX920" fmla="*/ 3707943 w 7467600"/>
              <a:gd name="connsiteY920" fmla="*/ 65958 h 6858000"/>
              <a:gd name="connsiteX921" fmla="*/ 3721337 w 7467600"/>
              <a:gd name="connsiteY921" fmla="*/ 0 h 6858000"/>
              <a:gd name="connsiteX922" fmla="*/ 2867960 w 7467600"/>
              <a:gd name="connsiteY922" fmla="*/ 0 h 6858000"/>
              <a:gd name="connsiteX923" fmla="*/ 2926351 w 7467600"/>
              <a:gd name="connsiteY923" fmla="*/ 0 h 6858000"/>
              <a:gd name="connsiteX924" fmla="*/ 2902823 w 7467600"/>
              <a:gd name="connsiteY924" fmla="*/ 262929 h 6858000"/>
              <a:gd name="connsiteX925" fmla="*/ 2940663 w 7467600"/>
              <a:gd name="connsiteY925" fmla="*/ 140884 h 6858000"/>
              <a:gd name="connsiteX926" fmla="*/ 2947039 w 7467600"/>
              <a:gd name="connsiteY926" fmla="*/ 122524 h 6858000"/>
              <a:gd name="connsiteX927" fmla="*/ 2984316 w 7467600"/>
              <a:gd name="connsiteY927" fmla="*/ 0 h 6858000"/>
              <a:gd name="connsiteX928" fmla="*/ 3016114 w 7467600"/>
              <a:gd name="connsiteY928" fmla="*/ 0 h 6858000"/>
              <a:gd name="connsiteX929" fmla="*/ 2979949 w 7467600"/>
              <a:gd name="connsiteY929" fmla="*/ 119274 h 6858000"/>
              <a:gd name="connsiteX930" fmla="*/ 3023879 w 7467600"/>
              <a:gd name="connsiteY930" fmla="*/ 0 h 6858000"/>
              <a:gd name="connsiteX931" fmla="*/ 3105400 w 7467600"/>
              <a:gd name="connsiteY931" fmla="*/ 0 h 6858000"/>
              <a:gd name="connsiteX932" fmla="*/ 3094669 w 7467600"/>
              <a:gd name="connsiteY932" fmla="*/ 30308 h 6858000"/>
              <a:gd name="connsiteX933" fmla="*/ 2901945 w 7467600"/>
              <a:gd name="connsiteY933" fmla="*/ 466538 h 6858000"/>
              <a:gd name="connsiteX934" fmla="*/ 2815209 w 7467600"/>
              <a:gd name="connsiteY934" fmla="*/ 497361 h 6858000"/>
              <a:gd name="connsiteX935" fmla="*/ 2844845 w 7467600"/>
              <a:gd name="connsiteY935" fmla="*/ 127638 h 6858000"/>
              <a:gd name="connsiteX936" fmla="*/ 2867960 w 7467600"/>
              <a:gd name="connsiteY936" fmla="*/ 0 h 6858000"/>
              <a:gd name="connsiteX937" fmla="*/ 1057230 w 7467600"/>
              <a:gd name="connsiteY937" fmla="*/ 0 h 6858000"/>
              <a:gd name="connsiteX938" fmla="*/ 1111003 w 7467600"/>
              <a:gd name="connsiteY938" fmla="*/ 0 h 6858000"/>
              <a:gd name="connsiteX939" fmla="*/ 1125553 w 7467600"/>
              <a:gd name="connsiteY939" fmla="*/ 52588 h 6858000"/>
              <a:gd name="connsiteX940" fmla="*/ 1304276 w 7467600"/>
              <a:gd name="connsiteY940" fmla="*/ 476275 h 6858000"/>
              <a:gd name="connsiteX941" fmla="*/ 1492066 w 7467600"/>
              <a:gd name="connsiteY941" fmla="*/ 886333 h 6858000"/>
              <a:gd name="connsiteX942" fmla="*/ 1423698 w 7467600"/>
              <a:gd name="connsiteY942" fmla="*/ 710817 h 6858000"/>
              <a:gd name="connsiteX943" fmla="*/ 1357609 w 7467600"/>
              <a:gd name="connsiteY943" fmla="*/ 532892 h 6858000"/>
              <a:gd name="connsiteX944" fmla="*/ 1309550 w 7467600"/>
              <a:gd name="connsiteY944" fmla="*/ 374031 h 6858000"/>
              <a:gd name="connsiteX945" fmla="*/ 1193673 w 7467600"/>
              <a:gd name="connsiteY945" fmla="*/ 49533 h 6858000"/>
              <a:gd name="connsiteX946" fmla="*/ 1164391 w 7467600"/>
              <a:gd name="connsiteY946" fmla="*/ 0 h 6858000"/>
              <a:gd name="connsiteX947" fmla="*/ 1200666 w 7467600"/>
              <a:gd name="connsiteY947" fmla="*/ 0 h 6858000"/>
              <a:gd name="connsiteX948" fmla="*/ 1223408 w 7467600"/>
              <a:gd name="connsiteY948" fmla="*/ 38996 h 6858000"/>
              <a:gd name="connsiteX949" fmla="*/ 1339635 w 7467600"/>
              <a:gd name="connsiteY949" fmla="*/ 365517 h 6858000"/>
              <a:gd name="connsiteX950" fmla="*/ 1387469 w 7467600"/>
              <a:gd name="connsiteY950" fmla="*/ 523079 h 6858000"/>
              <a:gd name="connsiteX951" fmla="*/ 1452685 w 7467600"/>
              <a:gd name="connsiteY951" fmla="*/ 699806 h 6858000"/>
              <a:gd name="connsiteX952" fmla="*/ 1492092 w 7467600"/>
              <a:gd name="connsiteY952" fmla="*/ 800424 h 6858000"/>
              <a:gd name="connsiteX953" fmla="*/ 1455302 w 7467600"/>
              <a:gd name="connsiteY953" fmla="*/ 632913 h 6858000"/>
              <a:gd name="connsiteX954" fmla="*/ 1222336 w 7467600"/>
              <a:gd name="connsiteY954" fmla="*/ 9480 h 6858000"/>
              <a:gd name="connsiteX955" fmla="*/ 1214634 w 7467600"/>
              <a:gd name="connsiteY955" fmla="*/ 0 h 6858000"/>
              <a:gd name="connsiteX956" fmla="*/ 1289827 w 7467600"/>
              <a:gd name="connsiteY956" fmla="*/ 0 h 6858000"/>
              <a:gd name="connsiteX957" fmla="*/ 1321076 w 7467600"/>
              <a:gd name="connsiteY957" fmla="*/ 59722 h 6858000"/>
              <a:gd name="connsiteX958" fmla="*/ 1512579 w 7467600"/>
              <a:gd name="connsiteY958" fmla="*/ 626441 h 6858000"/>
              <a:gd name="connsiteX959" fmla="*/ 1506076 w 7467600"/>
              <a:gd name="connsiteY959" fmla="*/ 1089289 h 6858000"/>
              <a:gd name="connsiteX960" fmla="*/ 1486346 w 7467600"/>
              <a:gd name="connsiteY960" fmla="*/ 1079919 h 6858000"/>
              <a:gd name="connsiteX961" fmla="*/ 1070511 w 7467600"/>
              <a:gd name="connsiteY961" fmla="*/ 48609 h 6858000"/>
              <a:gd name="connsiteX962" fmla="*/ 1057230 w 7467600"/>
              <a:gd name="connsiteY962" fmla="*/ 0 h 6858000"/>
              <a:gd name="connsiteX963" fmla="*/ 43151 w 7467600"/>
              <a:gd name="connsiteY963" fmla="*/ 0 h 6858000"/>
              <a:gd name="connsiteX964" fmla="*/ 95283 w 7467600"/>
              <a:gd name="connsiteY964" fmla="*/ 0 h 6858000"/>
              <a:gd name="connsiteX965" fmla="*/ 300708 w 7467600"/>
              <a:gd name="connsiteY965" fmla="*/ 154571 h 6858000"/>
              <a:gd name="connsiteX966" fmla="*/ 530414 w 7467600"/>
              <a:gd name="connsiteY966" fmla="*/ 354673 h 6858000"/>
              <a:gd name="connsiteX967" fmla="*/ 333785 w 7467600"/>
              <a:gd name="connsiteY967" fmla="*/ 161564 h 6858000"/>
              <a:gd name="connsiteX968" fmla="*/ 147005 w 7467600"/>
              <a:gd name="connsiteY968" fmla="*/ 0 h 6858000"/>
              <a:gd name="connsiteX969" fmla="*/ 272509 w 7467600"/>
              <a:gd name="connsiteY969" fmla="*/ 0 h 6858000"/>
              <a:gd name="connsiteX970" fmla="*/ 326276 w 7467600"/>
              <a:gd name="connsiteY970" fmla="*/ 45847 h 6858000"/>
              <a:gd name="connsiteX971" fmla="*/ 823759 w 7467600"/>
              <a:gd name="connsiteY971" fmla="*/ 574145 h 6858000"/>
              <a:gd name="connsiteX972" fmla="*/ 811254 w 7467600"/>
              <a:gd name="connsiteY972" fmla="*/ 665546 h 6858000"/>
              <a:gd name="connsiteX973" fmla="*/ 154042 w 7467600"/>
              <a:gd name="connsiteY973" fmla="*/ 261522 h 6858000"/>
              <a:gd name="connsiteX974" fmla="*/ 13550 w 7467600"/>
              <a:gd name="connsiteY974" fmla="*/ 158423 h 6858000"/>
              <a:gd name="connsiteX975" fmla="*/ 0 w 7467600"/>
              <a:gd name="connsiteY975" fmla="*/ 146618 h 6858000"/>
              <a:gd name="connsiteX976" fmla="*/ 0 w 7467600"/>
              <a:gd name="connsiteY976" fmla="*/ 59161 h 6858000"/>
              <a:gd name="connsiteX977" fmla="*/ 45427 w 7467600"/>
              <a:gd name="connsiteY977" fmla="*/ 101078 h 6858000"/>
              <a:gd name="connsiteX978" fmla="*/ 630103 w 7467600"/>
              <a:gd name="connsiteY978" fmla="*/ 485885 h 6858000"/>
              <a:gd name="connsiteX979" fmla="*/ 532040 w 7467600"/>
              <a:gd name="connsiteY979" fmla="*/ 399359 h 6858000"/>
              <a:gd name="connsiteX980" fmla="*/ 517618 w 7467600"/>
              <a:gd name="connsiteY980" fmla="*/ 385726 h 6858000"/>
              <a:gd name="connsiteX981" fmla="*/ 285074 w 7467600"/>
              <a:gd name="connsiteY981" fmla="*/ 182755 h 6858000"/>
              <a:gd name="connsiteX982" fmla="*/ 43151 w 7467600"/>
              <a:gd name="connsiteY98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44835 w 7467600"/>
              <a:gd name="connsiteY76" fmla="*/ 5424988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1456157 w 7467600"/>
              <a:gd name="connsiteY103" fmla="*/ 5371404 h 6858000"/>
              <a:gd name="connsiteX104" fmla="*/ 1244432 w 7467600"/>
              <a:gd name="connsiteY104" fmla="*/ 5385601 h 6858000"/>
              <a:gd name="connsiteX105" fmla="*/ 973990 w 7467600"/>
              <a:gd name="connsiteY105" fmla="*/ 5424940 h 6858000"/>
              <a:gd name="connsiteX106" fmla="*/ 1103809 w 7467600"/>
              <a:gd name="connsiteY106" fmla="*/ 5433720 h 6858000"/>
              <a:gd name="connsiteX107" fmla="*/ 1123454 w 7467600"/>
              <a:gd name="connsiteY107" fmla="*/ 5435727 h 6858000"/>
              <a:gd name="connsiteX108" fmla="*/ 1737017 w 7467600"/>
              <a:gd name="connsiteY108" fmla="*/ 5452183 h 6858000"/>
              <a:gd name="connsiteX109" fmla="*/ 1824397 w 7467600"/>
              <a:gd name="connsiteY109" fmla="*/ 5447757 h 6858000"/>
              <a:gd name="connsiteX110" fmla="*/ 2070059 w 7467600"/>
              <a:gd name="connsiteY110" fmla="*/ 5441660 h 6858000"/>
              <a:gd name="connsiteX111" fmla="*/ 1456157 w 7467600"/>
              <a:gd name="connsiteY111" fmla="*/ 5371404 h 6858000"/>
              <a:gd name="connsiteX112" fmla="*/ 4988186 w 7467600"/>
              <a:gd name="connsiteY112" fmla="*/ 5216467 h 6858000"/>
              <a:gd name="connsiteX113" fmla="*/ 4777334 w 7467600"/>
              <a:gd name="connsiteY113" fmla="*/ 5406072 h 6858000"/>
              <a:gd name="connsiteX114" fmla="*/ 4718341 w 7467600"/>
              <a:gd name="connsiteY114" fmla="*/ 5468043 h 6858000"/>
              <a:gd name="connsiteX115" fmla="*/ 4604655 w 7467600"/>
              <a:gd name="connsiteY115" fmla="*/ 5583434 h 6858000"/>
              <a:gd name="connsiteX116" fmla="*/ 4565074 w 7467600"/>
              <a:gd name="connsiteY116" fmla="*/ 5618550 h 6858000"/>
              <a:gd name="connsiteX117" fmla="*/ 4988186 w 7467600"/>
              <a:gd name="connsiteY117" fmla="*/ 5216467 h 6858000"/>
              <a:gd name="connsiteX118" fmla="*/ 4978032 w 7467600"/>
              <a:gd name="connsiteY118" fmla="*/ 5183809 h 6858000"/>
              <a:gd name="connsiteX119" fmla="*/ 4463413 w 7467600"/>
              <a:gd name="connsiteY119" fmla="*/ 5615162 h 6858000"/>
              <a:gd name="connsiteX120" fmla="*/ 4358134 w 7467600"/>
              <a:gd name="connsiteY120" fmla="*/ 5742791 h 6858000"/>
              <a:gd name="connsiteX121" fmla="*/ 4376219 w 7467600"/>
              <a:gd name="connsiteY121" fmla="*/ 5729027 h 6858000"/>
              <a:gd name="connsiteX122" fmla="*/ 4582340 w 7467600"/>
              <a:gd name="connsiteY122" fmla="*/ 5561037 h 6858000"/>
              <a:gd name="connsiteX123" fmla="*/ 4694684 w 7467600"/>
              <a:gd name="connsiteY123" fmla="*/ 5447098 h 6858000"/>
              <a:gd name="connsiteX124" fmla="*/ 4754123 w 7467600"/>
              <a:gd name="connsiteY124" fmla="*/ 5384643 h 6858000"/>
              <a:gd name="connsiteX125" fmla="*/ 4978032 w 7467600"/>
              <a:gd name="connsiteY125" fmla="*/ 5183809 h 6858000"/>
              <a:gd name="connsiteX126" fmla="*/ 1903353 w 7467600"/>
              <a:gd name="connsiteY126" fmla="*/ 5044827 h 6858000"/>
              <a:gd name="connsiteX127" fmla="*/ 1936931 w 7467600"/>
              <a:gd name="connsiteY127" fmla="*/ 5093954 h 6858000"/>
              <a:gd name="connsiteX128" fmla="*/ 2195868 w 7467600"/>
              <a:gd name="connsiteY128" fmla="*/ 5396574 h 6858000"/>
              <a:gd name="connsiteX129" fmla="*/ 2088852 w 7467600"/>
              <a:gd name="connsiteY129" fmla="*/ 5166123 h 6858000"/>
              <a:gd name="connsiteX130" fmla="*/ 1958241 w 7467600"/>
              <a:gd name="connsiteY130" fmla="*/ 5067955 h 6858000"/>
              <a:gd name="connsiteX131" fmla="*/ 1903353 w 7467600"/>
              <a:gd name="connsiteY131" fmla="*/ 5044827 h 6858000"/>
              <a:gd name="connsiteX132" fmla="*/ 1979378 w 7467600"/>
              <a:gd name="connsiteY132" fmla="*/ 4769504 h 6858000"/>
              <a:gd name="connsiteX133" fmla="*/ 2882120 w 7467600"/>
              <a:gd name="connsiteY133" fmla="*/ 5064547 h 6858000"/>
              <a:gd name="connsiteX134" fmla="*/ 2793103 w 7467600"/>
              <a:gd name="connsiteY134" fmla="*/ 5039699 h 6858000"/>
              <a:gd name="connsiteX135" fmla="*/ 2770041 w 7467600"/>
              <a:gd name="connsiteY135" fmla="*/ 5033634 h 6858000"/>
              <a:gd name="connsiteX136" fmla="*/ 1979378 w 7467600"/>
              <a:gd name="connsiteY136" fmla="*/ 4769504 h 6858000"/>
              <a:gd name="connsiteX137" fmla="*/ 1927410 w 7467600"/>
              <a:gd name="connsiteY137" fmla="*/ 4716164 h 6858000"/>
              <a:gd name="connsiteX138" fmla="*/ 1959587 w 7467600"/>
              <a:gd name="connsiteY138" fmla="*/ 4728849 h 6858000"/>
              <a:gd name="connsiteX139" fmla="*/ 2777707 w 7467600"/>
              <a:gd name="connsiteY139" fmla="*/ 5003991 h 6858000"/>
              <a:gd name="connsiteX140" fmla="*/ 2800768 w 7467600"/>
              <a:gd name="connsiteY140" fmla="*/ 5010056 h 6858000"/>
              <a:gd name="connsiteX141" fmla="*/ 2879408 w 7467600"/>
              <a:gd name="connsiteY141" fmla="*/ 5031590 h 6858000"/>
              <a:gd name="connsiteX142" fmla="*/ 2862295 w 7467600"/>
              <a:gd name="connsiteY142" fmla="*/ 5022958 h 6858000"/>
              <a:gd name="connsiteX143" fmla="*/ 2813343 w 7467600"/>
              <a:gd name="connsiteY143" fmla="*/ 4998369 h 6858000"/>
              <a:gd name="connsiteX144" fmla="*/ 2646245 w 7467600"/>
              <a:gd name="connsiteY144" fmla="*/ 4930999 h 6858000"/>
              <a:gd name="connsiteX145" fmla="*/ 1999243 w 7467600"/>
              <a:gd name="connsiteY145" fmla="*/ 4730524 h 6858000"/>
              <a:gd name="connsiteX146" fmla="*/ 1979527 w 7467600"/>
              <a:gd name="connsiteY146" fmla="*/ 4726651 h 6858000"/>
              <a:gd name="connsiteX147" fmla="*/ 1927410 w 7467600"/>
              <a:gd name="connsiteY147" fmla="*/ 4716164 h 6858000"/>
              <a:gd name="connsiteX148" fmla="*/ 1997014 w 7467600"/>
              <a:gd name="connsiteY148" fmla="*/ 4698007 h 6858000"/>
              <a:gd name="connsiteX149" fmla="*/ 2005458 w 7467600"/>
              <a:gd name="connsiteY149" fmla="*/ 4699540 h 6858000"/>
              <a:gd name="connsiteX150" fmla="*/ 2657186 w 7467600"/>
              <a:gd name="connsiteY150" fmla="*/ 4901687 h 6858000"/>
              <a:gd name="connsiteX151" fmla="*/ 2826662 w 7467600"/>
              <a:gd name="connsiteY151" fmla="*/ 4970362 h 6858000"/>
              <a:gd name="connsiteX152" fmla="*/ 2876100 w 7467600"/>
              <a:gd name="connsiteY152" fmla="*/ 4995397 h 6858000"/>
              <a:gd name="connsiteX153" fmla="*/ 3042600 w 7467600"/>
              <a:gd name="connsiteY153" fmla="*/ 5059532 h 6858000"/>
              <a:gd name="connsiteX154" fmla="*/ 1997014 w 7467600"/>
              <a:gd name="connsiteY154" fmla="*/ 4698007 h 6858000"/>
              <a:gd name="connsiteX155" fmla="*/ 2305292 w 7467600"/>
              <a:gd name="connsiteY155" fmla="*/ 4219492 h 6858000"/>
              <a:gd name="connsiteX156" fmla="*/ 3360922 w 7467600"/>
              <a:gd name="connsiteY156" fmla="*/ 4529373 h 6858000"/>
              <a:gd name="connsiteX157" fmla="*/ 3492420 w 7467600"/>
              <a:gd name="connsiteY157" fmla="*/ 4510145 h 6858000"/>
              <a:gd name="connsiteX158" fmla="*/ 3364086 w 7467600"/>
              <a:gd name="connsiteY158" fmla="*/ 4480340 h 6858000"/>
              <a:gd name="connsiteX159" fmla="*/ 3225818 w 7467600"/>
              <a:gd name="connsiteY159" fmla="*/ 4411822 h 6858000"/>
              <a:gd name="connsiteX160" fmla="*/ 3129696 w 7467600"/>
              <a:gd name="connsiteY160" fmla="*/ 4360704 h 6858000"/>
              <a:gd name="connsiteX161" fmla="*/ 2814545 w 7467600"/>
              <a:gd name="connsiteY161" fmla="*/ 4282955 h 6858000"/>
              <a:gd name="connsiteX162" fmla="*/ 2305292 w 7467600"/>
              <a:gd name="connsiteY162" fmla="*/ 4219492 h 6858000"/>
              <a:gd name="connsiteX163" fmla="*/ 2626982 w 7467600"/>
              <a:gd name="connsiteY163" fmla="*/ 4206450 h 6858000"/>
              <a:gd name="connsiteX164" fmla="*/ 2490617 w 7467600"/>
              <a:gd name="connsiteY164" fmla="*/ 4206951 h 6858000"/>
              <a:gd name="connsiteX165" fmla="*/ 2819869 w 7467600"/>
              <a:gd name="connsiteY165" fmla="*/ 4252936 h 6858000"/>
              <a:gd name="connsiteX166" fmla="*/ 3143018 w 7467600"/>
              <a:gd name="connsiteY166" fmla="*/ 4332698 h 6858000"/>
              <a:gd name="connsiteX167" fmla="*/ 3241520 w 7467600"/>
              <a:gd name="connsiteY167" fmla="*/ 4385112 h 6858000"/>
              <a:gd name="connsiteX168" fmla="*/ 3374575 w 7467600"/>
              <a:gd name="connsiteY168" fmla="*/ 4451517 h 6858000"/>
              <a:gd name="connsiteX169" fmla="*/ 3505221 w 7467600"/>
              <a:gd name="connsiteY169" fmla="*/ 4480757 h 6858000"/>
              <a:gd name="connsiteX170" fmla="*/ 2626982 w 7467600"/>
              <a:gd name="connsiteY170" fmla="*/ 4206450 h 6858000"/>
              <a:gd name="connsiteX171" fmla="*/ 1310106 w 7467600"/>
              <a:gd name="connsiteY171" fmla="*/ 3943217 h 6858000"/>
              <a:gd name="connsiteX172" fmla="*/ 854994 w 7467600"/>
              <a:gd name="connsiteY172" fmla="*/ 4399136 h 6858000"/>
              <a:gd name="connsiteX173" fmla="*/ 742462 w 7467600"/>
              <a:gd name="connsiteY173" fmla="*/ 4594648 h 6858000"/>
              <a:gd name="connsiteX174" fmla="*/ 820602 w 7467600"/>
              <a:gd name="connsiteY174" fmla="*/ 4485915 h 6858000"/>
              <a:gd name="connsiteX175" fmla="*/ 878295 w 7467600"/>
              <a:gd name="connsiteY175" fmla="*/ 4403594 h 6858000"/>
              <a:gd name="connsiteX176" fmla="*/ 1240607 w 7467600"/>
              <a:gd name="connsiteY176" fmla="*/ 4010401 h 6858000"/>
              <a:gd name="connsiteX177" fmla="*/ 1310106 w 7467600"/>
              <a:gd name="connsiteY177" fmla="*/ 3943217 h 6858000"/>
              <a:gd name="connsiteX178" fmla="*/ 1423113 w 7467600"/>
              <a:gd name="connsiteY178" fmla="*/ 3874565 h 6858000"/>
              <a:gd name="connsiteX179" fmla="*/ 1260565 w 7467600"/>
              <a:gd name="connsiteY179" fmla="*/ 4031982 h 6858000"/>
              <a:gd name="connsiteX180" fmla="*/ 901900 w 7467600"/>
              <a:gd name="connsiteY180" fmla="*/ 4421236 h 6858000"/>
              <a:gd name="connsiteX181" fmla="*/ 845044 w 7467600"/>
              <a:gd name="connsiteY181" fmla="*/ 4502436 h 6858000"/>
              <a:gd name="connsiteX182" fmla="*/ 685926 w 7467600"/>
              <a:gd name="connsiteY182" fmla="*/ 4703069 h 6858000"/>
              <a:gd name="connsiteX183" fmla="*/ 684248 w 7467600"/>
              <a:gd name="connsiteY183" fmla="*/ 4706721 h 6858000"/>
              <a:gd name="connsiteX184" fmla="*/ 1423113 w 7467600"/>
              <a:gd name="connsiteY184" fmla="*/ 3874565 h 6858000"/>
              <a:gd name="connsiteX185" fmla="*/ 3316479 w 7467600"/>
              <a:gd name="connsiteY185" fmla="*/ 3872136 h 6858000"/>
              <a:gd name="connsiteX186" fmla="*/ 3546806 w 7467600"/>
              <a:gd name="connsiteY186" fmla="*/ 4356139 h 6858000"/>
              <a:gd name="connsiteX187" fmla="*/ 3364433 w 7467600"/>
              <a:gd name="connsiteY187" fmla="*/ 3953121 h 6858000"/>
              <a:gd name="connsiteX188" fmla="*/ 3316479 w 7467600"/>
              <a:gd name="connsiteY188" fmla="*/ 3872136 h 6858000"/>
              <a:gd name="connsiteX189" fmla="*/ 3291335 w 7467600"/>
              <a:gd name="connsiteY189" fmla="*/ 3767420 h 6858000"/>
              <a:gd name="connsiteX190" fmla="*/ 3390805 w 7467600"/>
              <a:gd name="connsiteY190" fmla="*/ 3937163 h 6858000"/>
              <a:gd name="connsiteX191" fmla="*/ 3579062 w 7467600"/>
              <a:gd name="connsiteY191" fmla="*/ 4359040 h 6858000"/>
              <a:gd name="connsiteX192" fmla="*/ 3467355 w 7467600"/>
              <a:gd name="connsiteY192" fmla="*/ 3988130 h 6858000"/>
              <a:gd name="connsiteX193" fmla="*/ 3310753 w 7467600"/>
              <a:gd name="connsiteY193" fmla="*/ 3787140 h 6858000"/>
              <a:gd name="connsiteX194" fmla="*/ 3291335 w 7467600"/>
              <a:gd name="connsiteY194" fmla="*/ 3767420 h 6858000"/>
              <a:gd name="connsiteX195" fmla="*/ 1635889 w 7467600"/>
              <a:gd name="connsiteY195" fmla="*/ 3709494 h 6858000"/>
              <a:gd name="connsiteX196" fmla="*/ 1634800 w 7467600"/>
              <a:gd name="connsiteY196" fmla="*/ 3731111 h 6858000"/>
              <a:gd name="connsiteX197" fmla="*/ 1635889 w 7467600"/>
              <a:gd name="connsiteY197" fmla="*/ 3709494 h 6858000"/>
              <a:gd name="connsiteX198" fmla="*/ 1510397 w 7467600"/>
              <a:gd name="connsiteY198" fmla="*/ 3684705 h 6858000"/>
              <a:gd name="connsiteX199" fmla="*/ 1146550 w 7467600"/>
              <a:gd name="connsiteY199" fmla="*/ 3802012 h 6858000"/>
              <a:gd name="connsiteX200" fmla="*/ 698834 w 7467600"/>
              <a:gd name="connsiteY200" fmla="*/ 3952272 h 6858000"/>
              <a:gd name="connsiteX201" fmla="*/ 34256 w 7467600"/>
              <a:gd name="connsiteY201" fmla="*/ 4347603 h 6858000"/>
              <a:gd name="connsiteX202" fmla="*/ 527241 w 7467600"/>
              <a:gd name="connsiteY202" fmla="*/ 4065078 h 6858000"/>
              <a:gd name="connsiteX203" fmla="*/ 1510397 w 7467600"/>
              <a:gd name="connsiteY203" fmla="*/ 3684705 h 6858000"/>
              <a:gd name="connsiteX204" fmla="*/ 1313114 w 7467600"/>
              <a:gd name="connsiteY204" fmla="*/ 3655216 h 6858000"/>
              <a:gd name="connsiteX205" fmla="*/ 1109304 w 7467600"/>
              <a:gd name="connsiteY205" fmla="*/ 3669030 h 6858000"/>
              <a:gd name="connsiteX206" fmla="*/ 8129 w 7467600"/>
              <a:gd name="connsiteY206" fmla="*/ 4330519 h 6858000"/>
              <a:gd name="connsiteX207" fmla="*/ 687572 w 7467600"/>
              <a:gd name="connsiteY207" fmla="*/ 3925629 h 6858000"/>
              <a:gd name="connsiteX208" fmla="*/ 1138365 w 7467600"/>
              <a:gd name="connsiteY208" fmla="*/ 3774515 h 6858000"/>
              <a:gd name="connsiteX209" fmla="*/ 1505579 w 7467600"/>
              <a:gd name="connsiteY209" fmla="*/ 3655526 h 6858000"/>
              <a:gd name="connsiteX210" fmla="*/ 1313114 w 7467600"/>
              <a:gd name="connsiteY210" fmla="*/ 3655216 h 6858000"/>
              <a:gd name="connsiteX211" fmla="*/ 3655073 w 7467600"/>
              <a:gd name="connsiteY211" fmla="*/ 3650884 h 6858000"/>
              <a:gd name="connsiteX212" fmla="*/ 3989938 w 7467600"/>
              <a:gd name="connsiteY212" fmla="*/ 3991685 h 6858000"/>
              <a:gd name="connsiteX213" fmla="*/ 4393907 w 7467600"/>
              <a:gd name="connsiteY213" fmla="*/ 4261258 h 6858000"/>
              <a:gd name="connsiteX214" fmla="*/ 4648051 w 7467600"/>
              <a:gd name="connsiteY214" fmla="*/ 4374051 h 6858000"/>
              <a:gd name="connsiteX215" fmla="*/ 4383389 w 7467600"/>
              <a:gd name="connsiteY215" fmla="*/ 4184369 h 6858000"/>
              <a:gd name="connsiteX216" fmla="*/ 4165508 w 7467600"/>
              <a:gd name="connsiteY216" fmla="*/ 4035196 h 6858000"/>
              <a:gd name="connsiteX217" fmla="*/ 4068162 w 7467600"/>
              <a:gd name="connsiteY217" fmla="*/ 3953394 h 6858000"/>
              <a:gd name="connsiteX218" fmla="*/ 3981416 w 7467600"/>
              <a:gd name="connsiteY218" fmla="*/ 3880482 h 6858000"/>
              <a:gd name="connsiteX219" fmla="*/ 3800147 w 7467600"/>
              <a:gd name="connsiteY219" fmla="*/ 3749872 h 6858000"/>
              <a:gd name="connsiteX220" fmla="*/ 3655073 w 7467600"/>
              <a:gd name="connsiteY220" fmla="*/ 3650884 h 6858000"/>
              <a:gd name="connsiteX221" fmla="*/ 3670252 w 7467600"/>
              <a:gd name="connsiteY221" fmla="*/ 3622798 h 6858000"/>
              <a:gd name="connsiteX222" fmla="*/ 3817258 w 7467600"/>
              <a:gd name="connsiteY222" fmla="*/ 3723577 h 6858000"/>
              <a:gd name="connsiteX223" fmla="*/ 4000461 w 7467600"/>
              <a:gd name="connsiteY223" fmla="*/ 3855966 h 6858000"/>
              <a:gd name="connsiteX224" fmla="*/ 4088180 w 7467600"/>
              <a:gd name="connsiteY224" fmla="*/ 3929774 h 6858000"/>
              <a:gd name="connsiteX225" fmla="*/ 4184555 w 7467600"/>
              <a:gd name="connsiteY225" fmla="*/ 4010683 h 6858000"/>
              <a:gd name="connsiteX226" fmla="*/ 4399563 w 7467600"/>
              <a:gd name="connsiteY226" fmla="*/ 4158106 h 6858000"/>
              <a:gd name="connsiteX227" fmla="*/ 4684469 w 7467600"/>
              <a:gd name="connsiteY227" fmla="*/ 4364680 h 6858000"/>
              <a:gd name="connsiteX228" fmla="*/ 4690271 w 7467600"/>
              <a:gd name="connsiteY228" fmla="*/ 4370034 h 6858000"/>
              <a:gd name="connsiteX229" fmla="*/ 4136093 w 7467600"/>
              <a:gd name="connsiteY229" fmla="*/ 3858466 h 6858000"/>
              <a:gd name="connsiteX230" fmla="*/ 3670252 w 7467600"/>
              <a:gd name="connsiteY230" fmla="*/ 3622798 h 6858000"/>
              <a:gd name="connsiteX231" fmla="*/ 4440129 w 7467600"/>
              <a:gd name="connsiteY231" fmla="*/ 3448571 h 6858000"/>
              <a:gd name="connsiteX232" fmla="*/ 4856525 w 7467600"/>
              <a:gd name="connsiteY232" fmla="*/ 3915351 h 6858000"/>
              <a:gd name="connsiteX233" fmla="*/ 5059055 w 7467600"/>
              <a:gd name="connsiteY233" fmla="*/ 4108918 h 6858000"/>
              <a:gd name="connsiteX234" fmla="*/ 5290070 w 7467600"/>
              <a:gd name="connsiteY234" fmla="*/ 4263619 h 6858000"/>
              <a:gd name="connsiteX235" fmla="*/ 4834991 w 7467600"/>
              <a:gd name="connsiteY235" fmla="*/ 3830985 h 6858000"/>
              <a:gd name="connsiteX236" fmla="*/ 4440129 w 7467600"/>
              <a:gd name="connsiteY236" fmla="*/ 3448571 h 6858000"/>
              <a:gd name="connsiteX237" fmla="*/ 4441737 w 7467600"/>
              <a:gd name="connsiteY237" fmla="*/ 3399734 h 6858000"/>
              <a:gd name="connsiteX238" fmla="*/ 4431236 w 7467600"/>
              <a:gd name="connsiteY238" fmla="*/ 3400954 h 6858000"/>
              <a:gd name="connsiteX239" fmla="*/ 4557150 w 7467600"/>
              <a:gd name="connsiteY239" fmla="*/ 3510023 h 6858000"/>
              <a:gd name="connsiteX240" fmla="*/ 4856936 w 7467600"/>
              <a:gd name="connsiteY240" fmla="*/ 3809146 h 6858000"/>
              <a:gd name="connsiteX241" fmla="*/ 5111996 w 7467600"/>
              <a:gd name="connsiteY241" fmla="*/ 4065759 h 6858000"/>
              <a:gd name="connsiteX242" fmla="*/ 5388878 w 7467600"/>
              <a:gd name="connsiteY242" fmla="*/ 4300185 h 6858000"/>
              <a:gd name="connsiteX243" fmla="*/ 5425556 w 7467600"/>
              <a:gd name="connsiteY243" fmla="*/ 4308967 h 6858000"/>
              <a:gd name="connsiteX244" fmla="*/ 4943646 w 7467600"/>
              <a:gd name="connsiteY244" fmla="*/ 3822916 h 6858000"/>
              <a:gd name="connsiteX245" fmla="*/ 4594837 w 7467600"/>
              <a:gd name="connsiteY245" fmla="*/ 3532274 h 6858000"/>
              <a:gd name="connsiteX246" fmla="*/ 4441737 w 7467600"/>
              <a:gd name="connsiteY246" fmla="*/ 3399734 h 6858000"/>
              <a:gd name="connsiteX247" fmla="*/ 5425834 w 7467600"/>
              <a:gd name="connsiteY247" fmla="*/ 3162785 h 6858000"/>
              <a:gd name="connsiteX248" fmla="*/ 5401644 w 7467600"/>
              <a:gd name="connsiteY248" fmla="*/ 3617847 h 6858000"/>
              <a:gd name="connsiteX249" fmla="*/ 5467256 w 7467600"/>
              <a:gd name="connsiteY249" fmla="*/ 4175494 h 6858000"/>
              <a:gd name="connsiteX250" fmla="*/ 5448069 w 7467600"/>
              <a:gd name="connsiteY250" fmla="*/ 3567554 h 6858000"/>
              <a:gd name="connsiteX251" fmla="*/ 5425834 w 7467600"/>
              <a:gd name="connsiteY251" fmla="*/ 3162785 h 6858000"/>
              <a:gd name="connsiteX252" fmla="*/ 1318687 w 7467600"/>
              <a:gd name="connsiteY252" fmla="*/ 3113840 h 6858000"/>
              <a:gd name="connsiteX253" fmla="*/ 1066793 w 7467600"/>
              <a:gd name="connsiteY253" fmla="*/ 3212171 h 6858000"/>
              <a:gd name="connsiteX254" fmla="*/ 993319 w 7467600"/>
              <a:gd name="connsiteY254" fmla="*/ 3247648 h 6858000"/>
              <a:gd name="connsiteX255" fmla="*/ 853081 w 7467600"/>
              <a:gd name="connsiteY255" fmla="*/ 3312410 h 6858000"/>
              <a:gd name="connsiteX256" fmla="*/ 805957 w 7467600"/>
              <a:gd name="connsiteY256" fmla="*/ 3330443 h 6858000"/>
              <a:gd name="connsiteX257" fmla="*/ 1318687 w 7467600"/>
              <a:gd name="connsiteY257" fmla="*/ 3113840 h 6858000"/>
              <a:gd name="connsiteX258" fmla="*/ 5453702 w 7467600"/>
              <a:gd name="connsiteY258" fmla="*/ 3090882 h 6858000"/>
              <a:gd name="connsiteX259" fmla="*/ 5480135 w 7467600"/>
              <a:gd name="connsiteY259" fmla="*/ 3565802 h 6858000"/>
              <a:gd name="connsiteX260" fmla="*/ 5499023 w 7467600"/>
              <a:gd name="connsiteY260" fmla="*/ 4166310 h 6858000"/>
              <a:gd name="connsiteX261" fmla="*/ 5547022 w 7467600"/>
              <a:gd name="connsiteY261" fmla="*/ 3607838 h 6858000"/>
              <a:gd name="connsiteX262" fmla="*/ 5515964 w 7467600"/>
              <a:gd name="connsiteY262" fmla="*/ 3378541 h 6858000"/>
              <a:gd name="connsiteX263" fmla="*/ 5453702 w 7467600"/>
              <a:gd name="connsiteY263" fmla="*/ 3090882 h 6858000"/>
              <a:gd name="connsiteX264" fmla="*/ 1238695 w 7467600"/>
              <a:gd name="connsiteY264" fmla="*/ 3076820 h 6858000"/>
              <a:gd name="connsiteX265" fmla="*/ 716371 w 7467600"/>
              <a:gd name="connsiteY265" fmla="*/ 3293249 h 6858000"/>
              <a:gd name="connsiteX266" fmla="*/ 579522 w 7467600"/>
              <a:gd name="connsiteY266" fmla="*/ 3371759 h 6858000"/>
              <a:gd name="connsiteX267" fmla="*/ 600288 w 7467600"/>
              <a:gd name="connsiteY267" fmla="*/ 3365555 h 6858000"/>
              <a:gd name="connsiteX268" fmla="*/ 840692 w 7467600"/>
              <a:gd name="connsiteY268" fmla="*/ 3284921 h 6858000"/>
              <a:gd name="connsiteX269" fmla="*/ 979248 w 7467600"/>
              <a:gd name="connsiteY269" fmla="*/ 3221003 h 6858000"/>
              <a:gd name="connsiteX270" fmla="*/ 1053282 w 7467600"/>
              <a:gd name="connsiteY270" fmla="*/ 3185247 h 6858000"/>
              <a:gd name="connsiteX271" fmla="*/ 1320603 w 7467600"/>
              <a:gd name="connsiteY271" fmla="*/ 3081281 h 6858000"/>
              <a:gd name="connsiteX272" fmla="*/ 1238695 w 7467600"/>
              <a:gd name="connsiteY272" fmla="*/ 3076820 h 6858000"/>
              <a:gd name="connsiteX273" fmla="*/ 5425627 w 7467600"/>
              <a:gd name="connsiteY273" fmla="*/ 2954192 h 6858000"/>
              <a:gd name="connsiteX274" fmla="*/ 5470770 w 7467600"/>
              <a:gd name="connsiteY274" fmla="*/ 3005435 h 6858000"/>
              <a:gd name="connsiteX275" fmla="*/ 5519779 w 7467600"/>
              <a:gd name="connsiteY275" fmla="*/ 4359223 h 6858000"/>
              <a:gd name="connsiteX276" fmla="*/ 5520293 w 7467600"/>
              <a:gd name="connsiteY276" fmla="*/ 4360602 h 6858000"/>
              <a:gd name="connsiteX277" fmla="*/ 5767221 w 7467600"/>
              <a:gd name="connsiteY277" fmla="*/ 4665564 h 6858000"/>
              <a:gd name="connsiteX278" fmla="*/ 6937169 w 7467600"/>
              <a:gd name="connsiteY278" fmla="*/ 4815941 h 6858000"/>
              <a:gd name="connsiteX279" fmla="*/ 6953922 w 7467600"/>
              <a:gd name="connsiteY279" fmla="*/ 4890068 h 6858000"/>
              <a:gd name="connsiteX280" fmla="*/ 6071359 w 7467600"/>
              <a:gd name="connsiteY280" fmla="*/ 4770770 h 6858000"/>
              <a:gd name="connsiteX281" fmla="*/ 6038839 w 7467600"/>
              <a:gd name="connsiteY281" fmla="*/ 4764474 h 6858000"/>
              <a:gd name="connsiteX282" fmla="*/ 6038706 w 7467600"/>
              <a:gd name="connsiteY282" fmla="*/ 4763847 h 6858000"/>
              <a:gd name="connsiteX283" fmla="*/ 6037784 w 7467600"/>
              <a:gd name="connsiteY283" fmla="*/ 4764270 h 6858000"/>
              <a:gd name="connsiteX284" fmla="*/ 6038839 w 7467600"/>
              <a:gd name="connsiteY284" fmla="*/ 4764474 h 6858000"/>
              <a:gd name="connsiteX285" fmla="*/ 6040338 w 7467600"/>
              <a:gd name="connsiteY285" fmla="*/ 4771418 h 6858000"/>
              <a:gd name="connsiteX286" fmla="*/ 6024488 w 7467600"/>
              <a:gd name="connsiteY286" fmla="*/ 4809903 h 6858000"/>
              <a:gd name="connsiteX287" fmla="*/ 5599771 w 7467600"/>
              <a:gd name="connsiteY287" fmla="*/ 5509652 h 6858000"/>
              <a:gd name="connsiteX288" fmla="*/ 5548843 w 7467600"/>
              <a:gd name="connsiteY288" fmla="*/ 5563845 h 6858000"/>
              <a:gd name="connsiteX289" fmla="*/ 5940952 w 7467600"/>
              <a:gd name="connsiteY289" fmla="*/ 6250028 h 6858000"/>
              <a:gd name="connsiteX290" fmla="*/ 6043441 w 7467600"/>
              <a:gd name="connsiteY290" fmla="*/ 6665847 h 6858000"/>
              <a:gd name="connsiteX291" fmla="*/ 6093432 w 7467600"/>
              <a:gd name="connsiteY291" fmla="*/ 6858000 h 6858000"/>
              <a:gd name="connsiteX292" fmla="*/ 6034344 w 7467600"/>
              <a:gd name="connsiteY292" fmla="*/ 6858000 h 6858000"/>
              <a:gd name="connsiteX293" fmla="*/ 6026679 w 7467600"/>
              <a:gd name="connsiteY293" fmla="*/ 6836959 h 6858000"/>
              <a:gd name="connsiteX294" fmla="*/ 5800441 w 7467600"/>
              <a:gd name="connsiteY294" fmla="*/ 6335286 h 6858000"/>
              <a:gd name="connsiteX295" fmla="*/ 5526562 w 7467600"/>
              <a:gd name="connsiteY295" fmla="*/ 5705388 h 6858000"/>
              <a:gd name="connsiteX296" fmla="*/ 5519640 w 7467600"/>
              <a:gd name="connsiteY296" fmla="*/ 5683774 h 6858000"/>
              <a:gd name="connsiteX297" fmla="*/ 5844559 w 7467600"/>
              <a:gd name="connsiteY297" fmla="*/ 6553349 h 6858000"/>
              <a:gd name="connsiteX298" fmla="*/ 5975994 w 7467600"/>
              <a:gd name="connsiteY298" fmla="*/ 6858000 h 6858000"/>
              <a:gd name="connsiteX299" fmla="*/ 5898547 w 7467600"/>
              <a:gd name="connsiteY299" fmla="*/ 6858000 h 6858000"/>
              <a:gd name="connsiteX300" fmla="*/ 5682041 w 7467600"/>
              <a:gd name="connsiteY300" fmla="*/ 6355860 h 6858000"/>
              <a:gd name="connsiteX301" fmla="*/ 5461758 w 7467600"/>
              <a:gd name="connsiteY301" fmla="*/ 5820220 h 6858000"/>
              <a:gd name="connsiteX302" fmla="*/ 5237282 w 7467600"/>
              <a:gd name="connsiteY302" fmla="*/ 6579086 h 6858000"/>
              <a:gd name="connsiteX303" fmla="*/ 5115009 w 7467600"/>
              <a:gd name="connsiteY303" fmla="*/ 6858000 h 6858000"/>
              <a:gd name="connsiteX304" fmla="*/ 5028074 w 7467600"/>
              <a:gd name="connsiteY304" fmla="*/ 6858000 h 6858000"/>
              <a:gd name="connsiteX305" fmla="*/ 5079508 w 7467600"/>
              <a:gd name="connsiteY305" fmla="*/ 6749074 h 6858000"/>
              <a:gd name="connsiteX306" fmla="*/ 5371846 w 7467600"/>
              <a:gd name="connsiteY306" fmla="*/ 5924413 h 6858000"/>
              <a:gd name="connsiteX307" fmla="*/ 5270512 w 7467600"/>
              <a:gd name="connsiteY307" fmla="*/ 6138975 h 6858000"/>
              <a:gd name="connsiteX308" fmla="*/ 5062409 w 7467600"/>
              <a:gd name="connsiteY308" fmla="*/ 6653544 h 6858000"/>
              <a:gd name="connsiteX309" fmla="*/ 5036628 w 7467600"/>
              <a:gd name="connsiteY309" fmla="*/ 6754247 h 6858000"/>
              <a:gd name="connsiteX310" fmla="*/ 5009112 w 7467600"/>
              <a:gd name="connsiteY310" fmla="*/ 6858000 h 6858000"/>
              <a:gd name="connsiteX311" fmla="*/ 4976679 w 7467600"/>
              <a:gd name="connsiteY311" fmla="*/ 6858000 h 6858000"/>
              <a:gd name="connsiteX312" fmla="*/ 5006537 w 7467600"/>
              <a:gd name="connsiteY312" fmla="*/ 6747068 h 6858000"/>
              <a:gd name="connsiteX313" fmla="*/ 5032723 w 7467600"/>
              <a:gd name="connsiteY313" fmla="*/ 6644957 h 6858000"/>
              <a:gd name="connsiteX314" fmla="*/ 5242949 w 7467600"/>
              <a:gd name="connsiteY314" fmla="*/ 6125175 h 6858000"/>
              <a:gd name="connsiteX315" fmla="*/ 5286321 w 7467600"/>
              <a:gd name="connsiteY315" fmla="*/ 6033555 h 6858000"/>
              <a:gd name="connsiteX316" fmla="*/ 5008210 w 7467600"/>
              <a:gd name="connsiteY316" fmla="*/ 6649194 h 6858000"/>
              <a:gd name="connsiteX317" fmla="*/ 4986321 w 7467600"/>
              <a:gd name="connsiteY317" fmla="*/ 6765687 h 6858000"/>
              <a:gd name="connsiteX318" fmla="*/ 4973474 w 7467600"/>
              <a:gd name="connsiteY318" fmla="*/ 6858000 h 6858000"/>
              <a:gd name="connsiteX319" fmla="*/ 4907178 w 7467600"/>
              <a:gd name="connsiteY319" fmla="*/ 6858000 h 6858000"/>
              <a:gd name="connsiteX320" fmla="*/ 4910810 w 7467600"/>
              <a:gd name="connsiteY320" fmla="*/ 6829660 h 6858000"/>
              <a:gd name="connsiteX321" fmla="*/ 4987461 w 7467600"/>
              <a:gd name="connsiteY321" fmla="*/ 6432994 h 6858000"/>
              <a:gd name="connsiteX322" fmla="*/ 5179262 w 7467600"/>
              <a:gd name="connsiteY322" fmla="*/ 6035044 h 6858000"/>
              <a:gd name="connsiteX323" fmla="*/ 4689678 w 7467600"/>
              <a:gd name="connsiteY323" fmla="*/ 6440241 h 6858000"/>
              <a:gd name="connsiteX324" fmla="*/ 4477543 w 7467600"/>
              <a:gd name="connsiteY324" fmla="*/ 6674836 h 6858000"/>
              <a:gd name="connsiteX325" fmla="*/ 4329957 w 7467600"/>
              <a:gd name="connsiteY325" fmla="*/ 6858000 h 6858000"/>
              <a:gd name="connsiteX326" fmla="*/ 4218595 w 7467600"/>
              <a:gd name="connsiteY326" fmla="*/ 6858000 h 6858000"/>
              <a:gd name="connsiteX327" fmla="*/ 4368888 w 7467600"/>
              <a:gd name="connsiteY327" fmla="*/ 6668412 h 6858000"/>
              <a:gd name="connsiteX328" fmla="*/ 4563091 w 7467600"/>
              <a:gd name="connsiteY328" fmla="*/ 6442508 h 6858000"/>
              <a:gd name="connsiteX329" fmla="*/ 5387324 w 7467600"/>
              <a:gd name="connsiteY329" fmla="*/ 5705830 h 6858000"/>
              <a:gd name="connsiteX330" fmla="*/ 5073620 w 7467600"/>
              <a:gd name="connsiteY330" fmla="*/ 5955437 h 6858000"/>
              <a:gd name="connsiteX331" fmla="*/ 4689789 w 7467600"/>
              <a:gd name="connsiteY331" fmla="*/ 6268382 h 6858000"/>
              <a:gd name="connsiteX332" fmla="*/ 4418722 w 7467600"/>
              <a:gd name="connsiteY332" fmla="*/ 6570886 h 6858000"/>
              <a:gd name="connsiteX333" fmla="*/ 4214944 w 7467600"/>
              <a:gd name="connsiteY333" fmla="*/ 6858000 h 6858000"/>
              <a:gd name="connsiteX334" fmla="*/ 4177898 w 7467600"/>
              <a:gd name="connsiteY334" fmla="*/ 6858000 h 6858000"/>
              <a:gd name="connsiteX335" fmla="*/ 4391597 w 7467600"/>
              <a:gd name="connsiteY335" fmla="*/ 6556370 h 6858000"/>
              <a:gd name="connsiteX336" fmla="*/ 4668889 w 7467600"/>
              <a:gd name="connsiteY336" fmla="*/ 6246399 h 6858000"/>
              <a:gd name="connsiteX337" fmla="*/ 5055427 w 7467600"/>
              <a:gd name="connsiteY337" fmla="*/ 5931476 h 6858000"/>
              <a:gd name="connsiteX338" fmla="*/ 5371814 w 7467600"/>
              <a:gd name="connsiteY338" fmla="*/ 5678975 h 6858000"/>
              <a:gd name="connsiteX339" fmla="*/ 4987918 w 7467600"/>
              <a:gd name="connsiteY339" fmla="*/ 5838701 h 6858000"/>
              <a:gd name="connsiteX340" fmla="*/ 4317146 w 7467600"/>
              <a:gd name="connsiteY340" fmla="*/ 6587716 h 6858000"/>
              <a:gd name="connsiteX341" fmla="*/ 4171627 w 7467600"/>
              <a:gd name="connsiteY341" fmla="*/ 6858000 h 6858000"/>
              <a:gd name="connsiteX342" fmla="*/ 4081585 w 7467600"/>
              <a:gd name="connsiteY342" fmla="*/ 6858000 h 6858000"/>
              <a:gd name="connsiteX343" fmla="*/ 4238603 w 7467600"/>
              <a:gd name="connsiteY343" fmla="*/ 6559341 h 6858000"/>
              <a:gd name="connsiteX344" fmla="*/ 4778333 w 7467600"/>
              <a:gd name="connsiteY344" fmla="*/ 5873626 h 6858000"/>
              <a:gd name="connsiteX345" fmla="*/ 5414185 w 7467600"/>
              <a:gd name="connsiteY345" fmla="*/ 5573882 h 6858000"/>
              <a:gd name="connsiteX346" fmla="*/ 5959648 w 7467600"/>
              <a:gd name="connsiteY346" fmla="*/ 4760797 h 6858000"/>
              <a:gd name="connsiteX347" fmla="*/ 5355019 w 7467600"/>
              <a:gd name="connsiteY347" fmla="*/ 4734672 h 6858000"/>
              <a:gd name="connsiteX348" fmla="*/ 5083565 w 7467600"/>
              <a:gd name="connsiteY348" fmla="*/ 5179121 h 6858000"/>
              <a:gd name="connsiteX349" fmla="*/ 4713577 w 7467600"/>
              <a:gd name="connsiteY349" fmla="*/ 5616803 h 6858000"/>
              <a:gd name="connsiteX350" fmla="*/ 3989559 w 7467600"/>
              <a:gd name="connsiteY350" fmla="*/ 6145945 h 6858000"/>
              <a:gd name="connsiteX351" fmla="*/ 3939824 w 7467600"/>
              <a:gd name="connsiteY351" fmla="*/ 6066900 h 6858000"/>
              <a:gd name="connsiteX352" fmla="*/ 4584537 w 7467600"/>
              <a:gd name="connsiteY352" fmla="*/ 5324826 h 6858000"/>
              <a:gd name="connsiteX353" fmla="*/ 5037105 w 7467600"/>
              <a:gd name="connsiteY353" fmla="*/ 5088765 h 6858000"/>
              <a:gd name="connsiteX354" fmla="*/ 5039930 w 7467600"/>
              <a:gd name="connsiteY354" fmla="*/ 5089585 h 6858000"/>
              <a:gd name="connsiteX355" fmla="*/ 5263764 w 7467600"/>
              <a:gd name="connsiteY355" fmla="*/ 4735525 h 6858000"/>
              <a:gd name="connsiteX356" fmla="*/ 4086300 w 7467600"/>
              <a:gd name="connsiteY356" fmla="*/ 4884599 h 6858000"/>
              <a:gd name="connsiteX357" fmla="*/ 4085485 w 7467600"/>
              <a:gd name="connsiteY357" fmla="*/ 4899070 h 6858000"/>
              <a:gd name="connsiteX358" fmla="*/ 3871915 w 7467600"/>
              <a:gd name="connsiteY358" fmla="*/ 5253645 h 6858000"/>
              <a:gd name="connsiteX359" fmla="*/ 3799374 w 7467600"/>
              <a:gd name="connsiteY359" fmla="*/ 5466127 h 6858000"/>
              <a:gd name="connsiteX360" fmla="*/ 3498850 w 7467600"/>
              <a:gd name="connsiteY360" fmla="*/ 6661888 h 6858000"/>
              <a:gd name="connsiteX361" fmla="*/ 3399216 w 7467600"/>
              <a:gd name="connsiteY361" fmla="*/ 6858000 h 6858000"/>
              <a:gd name="connsiteX362" fmla="*/ 3303688 w 7467600"/>
              <a:gd name="connsiteY362" fmla="*/ 6858000 h 6858000"/>
              <a:gd name="connsiteX363" fmla="*/ 3391774 w 7467600"/>
              <a:gd name="connsiteY363" fmla="*/ 6697181 h 6858000"/>
              <a:gd name="connsiteX364" fmla="*/ 3735540 w 7467600"/>
              <a:gd name="connsiteY364" fmla="*/ 5546923 h 6858000"/>
              <a:gd name="connsiteX365" fmla="*/ 3729438 w 7467600"/>
              <a:gd name="connsiteY365" fmla="*/ 5569058 h 6858000"/>
              <a:gd name="connsiteX366" fmla="*/ 3707782 w 7467600"/>
              <a:gd name="connsiteY366" fmla="*/ 5644908 h 6858000"/>
              <a:gd name="connsiteX367" fmla="*/ 3583827 w 7467600"/>
              <a:gd name="connsiteY367" fmla="*/ 6039215 h 6858000"/>
              <a:gd name="connsiteX368" fmla="*/ 3547861 w 7467600"/>
              <a:gd name="connsiteY368" fmla="*/ 6129609 h 6858000"/>
              <a:gd name="connsiteX369" fmla="*/ 3490905 w 7467600"/>
              <a:gd name="connsiteY369" fmla="*/ 6277660 h 6858000"/>
              <a:gd name="connsiteX370" fmla="*/ 3455859 w 7467600"/>
              <a:gd name="connsiteY370" fmla="*/ 6391301 h 6858000"/>
              <a:gd name="connsiteX371" fmla="*/ 3429112 w 7467600"/>
              <a:gd name="connsiteY371" fmla="*/ 6479469 h 6858000"/>
              <a:gd name="connsiteX372" fmla="*/ 3304862 w 7467600"/>
              <a:gd name="connsiteY372" fmla="*/ 6796476 h 6858000"/>
              <a:gd name="connsiteX373" fmla="*/ 3276071 w 7467600"/>
              <a:gd name="connsiteY373" fmla="*/ 6858000 h 6858000"/>
              <a:gd name="connsiteX374" fmla="*/ 3240805 w 7467600"/>
              <a:gd name="connsiteY374" fmla="*/ 6858000 h 6858000"/>
              <a:gd name="connsiteX375" fmla="*/ 3275917 w 7467600"/>
              <a:gd name="connsiteY375" fmla="*/ 6783192 h 6858000"/>
              <a:gd name="connsiteX376" fmla="*/ 3399358 w 7467600"/>
              <a:gd name="connsiteY376" fmla="*/ 6469011 h 6858000"/>
              <a:gd name="connsiteX377" fmla="*/ 3425650 w 7467600"/>
              <a:gd name="connsiteY377" fmla="*/ 6381333 h 6858000"/>
              <a:gd name="connsiteX378" fmla="*/ 3460661 w 7467600"/>
              <a:gd name="connsiteY378" fmla="*/ 6266763 h 6858000"/>
              <a:gd name="connsiteX379" fmla="*/ 3518021 w 7467600"/>
              <a:gd name="connsiteY379" fmla="*/ 6117298 h 6858000"/>
              <a:gd name="connsiteX380" fmla="*/ 3554035 w 7467600"/>
              <a:gd name="connsiteY380" fmla="*/ 6027832 h 6858000"/>
              <a:gd name="connsiteX381" fmla="*/ 3677174 w 7467600"/>
              <a:gd name="connsiteY381" fmla="*/ 5636351 h 6858000"/>
              <a:gd name="connsiteX382" fmla="*/ 3698819 w 7467600"/>
              <a:gd name="connsiteY382" fmla="*/ 5560503 h 6858000"/>
              <a:gd name="connsiteX383" fmla="*/ 3702094 w 7467600"/>
              <a:gd name="connsiteY383" fmla="*/ 5549194 h 6858000"/>
              <a:gd name="connsiteX384" fmla="*/ 3398355 w 7467600"/>
              <a:gd name="connsiteY384" fmla="*/ 6094603 h 6858000"/>
              <a:gd name="connsiteX385" fmla="*/ 3193941 w 7467600"/>
              <a:gd name="connsiteY385" fmla="*/ 6798775 h 6858000"/>
              <a:gd name="connsiteX386" fmla="*/ 3184140 w 7467600"/>
              <a:gd name="connsiteY386" fmla="*/ 6858000 h 6858000"/>
              <a:gd name="connsiteX387" fmla="*/ 3099978 w 7467600"/>
              <a:gd name="connsiteY387" fmla="*/ 6858000 h 6858000"/>
              <a:gd name="connsiteX388" fmla="*/ 3101556 w 7467600"/>
              <a:gd name="connsiteY388" fmla="*/ 6843337 h 6858000"/>
              <a:gd name="connsiteX389" fmla="*/ 3370162 w 7467600"/>
              <a:gd name="connsiteY389" fmla="*/ 5785550 h 6858000"/>
              <a:gd name="connsiteX390" fmla="*/ 3746477 w 7467600"/>
              <a:gd name="connsiteY390" fmla="*/ 5377889 h 6858000"/>
              <a:gd name="connsiteX391" fmla="*/ 3863399 w 7467600"/>
              <a:gd name="connsiteY391" fmla="*/ 5087257 h 6858000"/>
              <a:gd name="connsiteX392" fmla="*/ 3968712 w 7467600"/>
              <a:gd name="connsiteY392" fmla="*/ 4913989 h 6858000"/>
              <a:gd name="connsiteX393" fmla="*/ 2792390 w 7467600"/>
              <a:gd name="connsiteY393" fmla="*/ 5382974 h 6858000"/>
              <a:gd name="connsiteX394" fmla="*/ 2714982 w 7467600"/>
              <a:gd name="connsiteY394" fmla="*/ 5427051 h 6858000"/>
              <a:gd name="connsiteX395" fmla="*/ 2813361 w 7467600"/>
              <a:gd name="connsiteY395" fmla="*/ 6023912 h 6858000"/>
              <a:gd name="connsiteX396" fmla="*/ 2688430 w 7467600"/>
              <a:gd name="connsiteY396" fmla="*/ 6801564 h 6858000"/>
              <a:gd name="connsiteX397" fmla="*/ 2629626 w 7467600"/>
              <a:gd name="connsiteY397" fmla="*/ 6763394 h 6858000"/>
              <a:gd name="connsiteX398" fmla="*/ 2565328 w 7467600"/>
              <a:gd name="connsiteY398" fmla="*/ 5516399 h 6858000"/>
              <a:gd name="connsiteX399" fmla="*/ 1922999 w 7467600"/>
              <a:gd name="connsiteY399" fmla="*/ 5980343 h 6858000"/>
              <a:gd name="connsiteX400" fmla="*/ 1950261 w 7467600"/>
              <a:gd name="connsiteY400" fmla="*/ 6405858 h 6858000"/>
              <a:gd name="connsiteX401" fmla="*/ 2365554 w 7467600"/>
              <a:gd name="connsiteY401" fmla="*/ 6759107 h 6858000"/>
              <a:gd name="connsiteX402" fmla="*/ 2424142 w 7467600"/>
              <a:gd name="connsiteY402" fmla="*/ 6858000 h 6858000"/>
              <a:gd name="connsiteX403" fmla="*/ 2395994 w 7467600"/>
              <a:gd name="connsiteY403" fmla="*/ 6858000 h 6858000"/>
              <a:gd name="connsiteX404" fmla="*/ 2392863 w 7467600"/>
              <a:gd name="connsiteY404" fmla="*/ 6852964 h 6858000"/>
              <a:gd name="connsiteX405" fmla="*/ 2017589 w 7467600"/>
              <a:gd name="connsiteY405" fmla="*/ 6493982 h 6858000"/>
              <a:gd name="connsiteX406" fmla="*/ 2147336 w 7467600"/>
              <a:gd name="connsiteY406" fmla="*/ 6594052 h 6858000"/>
              <a:gd name="connsiteX407" fmla="*/ 2207047 w 7467600"/>
              <a:gd name="connsiteY407" fmla="*/ 6654540 h 6858000"/>
              <a:gd name="connsiteX408" fmla="*/ 2299106 w 7467600"/>
              <a:gd name="connsiteY408" fmla="*/ 6778931 h 6858000"/>
              <a:gd name="connsiteX409" fmla="*/ 2314430 w 7467600"/>
              <a:gd name="connsiteY409" fmla="*/ 6801144 h 6858000"/>
              <a:gd name="connsiteX410" fmla="*/ 2352406 w 7467600"/>
              <a:gd name="connsiteY410" fmla="*/ 6858000 h 6858000"/>
              <a:gd name="connsiteX411" fmla="*/ 2314492 w 7467600"/>
              <a:gd name="connsiteY411" fmla="*/ 6858000 h 6858000"/>
              <a:gd name="connsiteX412" fmla="*/ 2288095 w 7467600"/>
              <a:gd name="connsiteY412" fmla="*/ 6818030 h 6858000"/>
              <a:gd name="connsiteX413" fmla="*/ 2272768 w 7467600"/>
              <a:gd name="connsiteY413" fmla="*/ 6795822 h 6858000"/>
              <a:gd name="connsiteX414" fmla="*/ 2182715 w 7467600"/>
              <a:gd name="connsiteY414" fmla="*/ 6675071 h 6858000"/>
              <a:gd name="connsiteX415" fmla="*/ 2032061 w 7467600"/>
              <a:gd name="connsiteY415" fmla="*/ 6541380 h 6858000"/>
              <a:gd name="connsiteX416" fmla="*/ 2257220 w 7467600"/>
              <a:gd name="connsiteY416" fmla="*/ 6826257 h 6858000"/>
              <a:gd name="connsiteX417" fmla="*/ 2281324 w 7467600"/>
              <a:gd name="connsiteY417" fmla="*/ 6858000 h 6858000"/>
              <a:gd name="connsiteX418" fmla="*/ 2242860 w 7467600"/>
              <a:gd name="connsiteY418" fmla="*/ 6858000 h 6858000"/>
              <a:gd name="connsiteX419" fmla="*/ 2232818 w 7467600"/>
              <a:gd name="connsiteY419" fmla="*/ 6844926 h 6858000"/>
              <a:gd name="connsiteX420" fmla="*/ 1990172 w 7467600"/>
              <a:gd name="connsiteY420" fmla="*/ 6542121 h 6858000"/>
              <a:gd name="connsiteX421" fmla="*/ 2124090 w 7467600"/>
              <a:gd name="connsiteY421" fmla="*/ 6761017 h 6858000"/>
              <a:gd name="connsiteX422" fmla="*/ 2200380 w 7467600"/>
              <a:gd name="connsiteY422" fmla="*/ 6858000 h 6858000"/>
              <a:gd name="connsiteX423" fmla="*/ 2147507 w 7467600"/>
              <a:gd name="connsiteY423" fmla="*/ 6858000 h 6858000"/>
              <a:gd name="connsiteX424" fmla="*/ 2070668 w 7467600"/>
              <a:gd name="connsiteY424" fmla="*/ 6761520 h 6858000"/>
              <a:gd name="connsiteX425" fmla="*/ 1975142 w 7467600"/>
              <a:gd name="connsiteY425" fmla="*/ 6585570 h 6858000"/>
              <a:gd name="connsiteX426" fmla="*/ 2050035 w 7467600"/>
              <a:gd name="connsiteY426" fmla="*/ 6813345 h 6858000"/>
              <a:gd name="connsiteX427" fmla="*/ 2063025 w 7467600"/>
              <a:gd name="connsiteY427" fmla="*/ 6858000 h 6858000"/>
              <a:gd name="connsiteX428" fmla="*/ 2021675 w 7467600"/>
              <a:gd name="connsiteY428" fmla="*/ 6858000 h 6858000"/>
              <a:gd name="connsiteX429" fmla="*/ 2019308 w 7467600"/>
              <a:gd name="connsiteY429" fmla="*/ 6847118 h 6858000"/>
              <a:gd name="connsiteX430" fmla="*/ 1938835 w 7467600"/>
              <a:gd name="connsiteY430" fmla="*/ 6551160 h 6858000"/>
              <a:gd name="connsiteX431" fmla="*/ 1953230 w 7467600"/>
              <a:gd name="connsiteY431" fmla="*/ 6759699 h 6858000"/>
              <a:gd name="connsiteX432" fmla="*/ 1956763 w 7467600"/>
              <a:gd name="connsiteY432" fmla="*/ 6778191 h 6858000"/>
              <a:gd name="connsiteX433" fmla="*/ 1967925 w 7467600"/>
              <a:gd name="connsiteY433" fmla="*/ 6858000 h 6858000"/>
              <a:gd name="connsiteX434" fmla="*/ 1936622 w 7467600"/>
              <a:gd name="connsiteY434" fmla="*/ 6858000 h 6858000"/>
              <a:gd name="connsiteX435" fmla="*/ 1926261 w 7467600"/>
              <a:gd name="connsiteY435" fmla="*/ 6784064 h 6858000"/>
              <a:gd name="connsiteX436" fmla="*/ 1922724 w 7467600"/>
              <a:gd name="connsiteY436" fmla="*/ 6765577 h 6858000"/>
              <a:gd name="connsiteX437" fmla="*/ 1904650 w 7467600"/>
              <a:gd name="connsiteY437" fmla="*/ 6639616 h 6858000"/>
              <a:gd name="connsiteX438" fmla="*/ 1885273 w 7467600"/>
              <a:gd name="connsiteY438" fmla="*/ 6858000 h 6858000"/>
              <a:gd name="connsiteX439" fmla="*/ 1854363 w 7467600"/>
              <a:gd name="connsiteY439" fmla="*/ 6858000 h 6858000"/>
              <a:gd name="connsiteX440" fmla="*/ 1880391 w 7467600"/>
              <a:gd name="connsiteY440" fmla="*/ 6603796 h 6858000"/>
              <a:gd name="connsiteX441" fmla="*/ 1818273 w 7467600"/>
              <a:gd name="connsiteY441" fmla="*/ 6715729 h 6858000"/>
              <a:gd name="connsiteX442" fmla="*/ 1794691 w 7467600"/>
              <a:gd name="connsiteY442" fmla="*/ 6843239 h 6858000"/>
              <a:gd name="connsiteX443" fmla="*/ 1794914 w 7467600"/>
              <a:gd name="connsiteY443" fmla="*/ 6858000 h 6858000"/>
              <a:gd name="connsiteX444" fmla="*/ 1746128 w 7467600"/>
              <a:gd name="connsiteY444" fmla="*/ 6858000 h 6858000"/>
              <a:gd name="connsiteX445" fmla="*/ 1753934 w 7467600"/>
              <a:gd name="connsiteY445" fmla="*/ 6724796 h 6858000"/>
              <a:gd name="connsiteX446" fmla="*/ 1792053 w 7467600"/>
              <a:gd name="connsiteY446" fmla="*/ 6572396 h 6858000"/>
              <a:gd name="connsiteX447" fmla="*/ 1862248 w 7467600"/>
              <a:gd name="connsiteY447" fmla="*/ 6266397 h 6858000"/>
              <a:gd name="connsiteX448" fmla="*/ 1862250 w 7467600"/>
              <a:gd name="connsiteY448" fmla="*/ 6033531 h 6858000"/>
              <a:gd name="connsiteX449" fmla="*/ 1211999 w 7467600"/>
              <a:gd name="connsiteY449" fmla="*/ 6683610 h 6858000"/>
              <a:gd name="connsiteX450" fmla="*/ 1213266 w 7467600"/>
              <a:gd name="connsiteY450" fmla="*/ 6691947 h 6858000"/>
              <a:gd name="connsiteX451" fmla="*/ 1203370 w 7467600"/>
              <a:gd name="connsiteY451" fmla="*/ 6850676 h 6858000"/>
              <a:gd name="connsiteX452" fmla="*/ 1203671 w 7467600"/>
              <a:gd name="connsiteY452" fmla="*/ 6858000 h 6858000"/>
              <a:gd name="connsiteX453" fmla="*/ 1143180 w 7467600"/>
              <a:gd name="connsiteY453" fmla="*/ 6858000 h 6858000"/>
              <a:gd name="connsiteX454" fmla="*/ 1142176 w 7467600"/>
              <a:gd name="connsiteY454" fmla="*/ 6766045 h 6858000"/>
              <a:gd name="connsiteX455" fmla="*/ 1067484 w 7467600"/>
              <a:gd name="connsiteY455" fmla="*/ 6858000 h 6858000"/>
              <a:gd name="connsiteX456" fmla="*/ 953928 w 7467600"/>
              <a:gd name="connsiteY456" fmla="*/ 6858000 h 6858000"/>
              <a:gd name="connsiteX457" fmla="*/ 959715 w 7467600"/>
              <a:gd name="connsiteY457" fmla="*/ 6850185 h 6858000"/>
              <a:gd name="connsiteX458" fmla="*/ 1483788 w 7467600"/>
              <a:gd name="connsiteY458" fmla="*/ 6259174 h 6858000"/>
              <a:gd name="connsiteX459" fmla="*/ 1100671 w 7467600"/>
              <a:gd name="connsiteY459" fmla="*/ 6252137 h 6858000"/>
              <a:gd name="connsiteX460" fmla="*/ 1090144 w 7467600"/>
              <a:gd name="connsiteY460" fmla="*/ 6256748 h 6858000"/>
              <a:gd name="connsiteX461" fmla="*/ 1095872 w 7467600"/>
              <a:gd name="connsiteY461" fmla="*/ 6271892 h 6858000"/>
              <a:gd name="connsiteX462" fmla="*/ 262785 w 7467600"/>
              <a:gd name="connsiteY462" fmla="*/ 6845450 h 6858000"/>
              <a:gd name="connsiteX463" fmla="*/ 209968 w 7467600"/>
              <a:gd name="connsiteY463" fmla="*/ 6770713 h 6858000"/>
              <a:gd name="connsiteX464" fmla="*/ 873460 w 7467600"/>
              <a:gd name="connsiteY464" fmla="*/ 6253768 h 6858000"/>
              <a:gd name="connsiteX465" fmla="*/ 192686 w 7467600"/>
              <a:gd name="connsiteY465" fmla="*/ 5849257 h 6858000"/>
              <a:gd name="connsiteX466" fmla="*/ 4696 w 7467600"/>
              <a:gd name="connsiteY466" fmla="*/ 5697668 h 6858000"/>
              <a:gd name="connsiteX467" fmla="*/ 0 w 7467600"/>
              <a:gd name="connsiteY467" fmla="*/ 5689984 h 6858000"/>
              <a:gd name="connsiteX468" fmla="*/ 0 w 7467600"/>
              <a:gd name="connsiteY468" fmla="*/ 5513472 h 6858000"/>
              <a:gd name="connsiteX469" fmla="*/ 174101 w 7467600"/>
              <a:gd name="connsiteY469" fmla="*/ 5620277 h 6858000"/>
              <a:gd name="connsiteX470" fmla="*/ 891800 w 7467600"/>
              <a:gd name="connsiteY470" fmla="*/ 6036935 h 6858000"/>
              <a:gd name="connsiteX471" fmla="*/ 1072219 w 7467600"/>
              <a:gd name="connsiteY471" fmla="*/ 6169443 h 6858000"/>
              <a:gd name="connsiteX472" fmla="*/ 1074117 w 7467600"/>
              <a:gd name="connsiteY472" fmla="*/ 6170301 h 6858000"/>
              <a:gd name="connsiteX473" fmla="*/ 1083114 w 7467600"/>
              <a:gd name="connsiteY473" fmla="*/ 6174131 h 6858000"/>
              <a:gd name="connsiteX474" fmla="*/ 1543010 w 7467600"/>
              <a:gd name="connsiteY474" fmla="*/ 6191140 h 6858000"/>
              <a:gd name="connsiteX475" fmla="*/ 1551080 w 7467600"/>
              <a:gd name="connsiteY475" fmla="*/ 6195006 h 6858000"/>
              <a:gd name="connsiteX476" fmla="*/ 2345443 w 7467600"/>
              <a:gd name="connsiteY476" fmla="*/ 5549882 h 6858000"/>
              <a:gd name="connsiteX477" fmla="*/ 1721499 w 7467600"/>
              <a:gd name="connsiteY477" fmla="*/ 5599969 h 6858000"/>
              <a:gd name="connsiteX478" fmla="*/ 767716 w 7467600"/>
              <a:gd name="connsiteY478" fmla="*/ 5472768 h 6858000"/>
              <a:gd name="connsiteX479" fmla="*/ 722147 w 7467600"/>
              <a:gd name="connsiteY479" fmla="*/ 5393091 h 6858000"/>
              <a:gd name="connsiteX480" fmla="*/ 1485552 w 7467600"/>
              <a:gd name="connsiteY480" fmla="*/ 5313202 h 6858000"/>
              <a:gd name="connsiteX481" fmla="*/ 2143004 w 7467600"/>
              <a:gd name="connsiteY481" fmla="*/ 5402420 h 6858000"/>
              <a:gd name="connsiteX482" fmla="*/ 1933391 w 7467600"/>
              <a:gd name="connsiteY482" fmla="*/ 5156971 h 6858000"/>
              <a:gd name="connsiteX483" fmla="*/ 1827118 w 7467600"/>
              <a:gd name="connsiteY483" fmla="*/ 4968410 h 6858000"/>
              <a:gd name="connsiteX484" fmla="*/ 1837349 w 7467600"/>
              <a:gd name="connsiteY484" fmla="*/ 4956357 h 6858000"/>
              <a:gd name="connsiteX485" fmla="*/ 2162835 w 7467600"/>
              <a:gd name="connsiteY485" fmla="*/ 5187853 h 6858000"/>
              <a:gd name="connsiteX486" fmla="*/ 2257167 w 7467600"/>
              <a:gd name="connsiteY486" fmla="*/ 5462123 h 6858000"/>
              <a:gd name="connsiteX487" fmla="*/ 2261598 w 7467600"/>
              <a:gd name="connsiteY487" fmla="*/ 5467998 h 6858000"/>
              <a:gd name="connsiteX488" fmla="*/ 2437177 w 7467600"/>
              <a:gd name="connsiteY488" fmla="*/ 5479608 h 6858000"/>
              <a:gd name="connsiteX489" fmla="*/ 2445247 w 7467600"/>
              <a:gd name="connsiteY489" fmla="*/ 5483476 h 6858000"/>
              <a:gd name="connsiteX490" fmla="*/ 2743626 w 7467600"/>
              <a:gd name="connsiteY490" fmla="*/ 5304819 h 6858000"/>
              <a:gd name="connsiteX491" fmla="*/ 3048102 w 7467600"/>
              <a:gd name="connsiteY491" fmla="*/ 5150595 h 6858000"/>
              <a:gd name="connsiteX492" fmla="*/ 1799414 w 7467600"/>
              <a:gd name="connsiteY492" fmla="*/ 4694732 h 6858000"/>
              <a:gd name="connsiteX493" fmla="*/ 1771735 w 7467600"/>
              <a:gd name="connsiteY493" fmla="*/ 4619929 h 6858000"/>
              <a:gd name="connsiteX494" fmla="*/ 3104273 w 7467600"/>
              <a:gd name="connsiteY494" fmla="*/ 5076159 h 6858000"/>
              <a:gd name="connsiteX495" fmla="*/ 3113245 w 7467600"/>
              <a:gd name="connsiteY495" fmla="*/ 5090705 h 6858000"/>
              <a:gd name="connsiteX496" fmla="*/ 3126294 w 7467600"/>
              <a:gd name="connsiteY496" fmla="*/ 5114400 h 6858000"/>
              <a:gd name="connsiteX497" fmla="*/ 3937433 w 7467600"/>
              <a:gd name="connsiteY497" fmla="*/ 4830473 h 6858000"/>
              <a:gd name="connsiteX498" fmla="*/ 3590475 w 7467600"/>
              <a:gd name="connsiteY498" fmla="*/ 4597974 h 6858000"/>
              <a:gd name="connsiteX499" fmla="*/ 3100264 w 7467600"/>
              <a:gd name="connsiteY499" fmla="*/ 4579845 h 6858000"/>
              <a:gd name="connsiteX500" fmla="*/ 2183576 w 7467600"/>
              <a:gd name="connsiteY500" fmla="*/ 4227150 h 6858000"/>
              <a:gd name="connsiteX501" fmla="*/ 2151029 w 7467600"/>
              <a:gd name="connsiteY501" fmla="*/ 4146947 h 6858000"/>
              <a:gd name="connsiteX502" fmla="*/ 3563434 w 7467600"/>
              <a:gd name="connsiteY502" fmla="*/ 4469115 h 6858000"/>
              <a:gd name="connsiteX503" fmla="*/ 3177952 w 7467600"/>
              <a:gd name="connsiteY503" fmla="*/ 3657386 h 6858000"/>
              <a:gd name="connsiteX504" fmla="*/ 3189263 w 7467600"/>
              <a:gd name="connsiteY504" fmla="*/ 3625726 h 6858000"/>
              <a:gd name="connsiteX505" fmla="*/ 3560912 w 7467600"/>
              <a:gd name="connsiteY505" fmla="*/ 4079863 h 6858000"/>
              <a:gd name="connsiteX506" fmla="*/ 3626636 w 7467600"/>
              <a:gd name="connsiteY506" fmla="*/ 4512230 h 6858000"/>
              <a:gd name="connsiteX507" fmla="*/ 3653088 w 7467600"/>
              <a:gd name="connsiteY507" fmla="*/ 4521417 h 6858000"/>
              <a:gd name="connsiteX508" fmla="*/ 3988128 w 7467600"/>
              <a:gd name="connsiteY508" fmla="*/ 4817267 h 6858000"/>
              <a:gd name="connsiteX509" fmla="*/ 4830582 w 7467600"/>
              <a:gd name="connsiteY509" fmla="*/ 4676000 h 6858000"/>
              <a:gd name="connsiteX510" fmla="*/ 4830100 w 7467600"/>
              <a:gd name="connsiteY510" fmla="*/ 4675554 h 6858000"/>
              <a:gd name="connsiteX511" fmla="*/ 4036318 w 7467600"/>
              <a:gd name="connsiteY511" fmla="*/ 4147013 h 6858000"/>
              <a:gd name="connsiteX512" fmla="*/ 3432098 w 7467600"/>
              <a:gd name="connsiteY512" fmla="*/ 3537312 h 6858000"/>
              <a:gd name="connsiteX513" fmla="*/ 3446761 w 7467600"/>
              <a:gd name="connsiteY513" fmla="*/ 3461278 h 6858000"/>
              <a:gd name="connsiteX514" fmla="*/ 4419733 w 7467600"/>
              <a:gd name="connsiteY514" fmla="*/ 3963555 h 6858000"/>
              <a:gd name="connsiteX515" fmla="*/ 4781371 w 7467600"/>
              <a:gd name="connsiteY515" fmla="*/ 4458604 h 6858000"/>
              <a:gd name="connsiteX516" fmla="*/ 4780440 w 7467600"/>
              <a:gd name="connsiteY516" fmla="*/ 4470290 h 6858000"/>
              <a:gd name="connsiteX517" fmla="*/ 4898954 w 7467600"/>
              <a:gd name="connsiteY517" fmla="*/ 4662092 h 6858000"/>
              <a:gd name="connsiteX518" fmla="*/ 4900699 w 7467600"/>
              <a:gd name="connsiteY518" fmla="*/ 4670867 h 6858000"/>
              <a:gd name="connsiteX519" fmla="*/ 5714511 w 7467600"/>
              <a:gd name="connsiteY519" fmla="*/ 4663483 h 6858000"/>
              <a:gd name="connsiteX520" fmla="*/ 5464793 w 7467600"/>
              <a:gd name="connsiteY520" fmla="*/ 4393556 h 6858000"/>
              <a:gd name="connsiteX521" fmla="*/ 5461897 w 7467600"/>
              <a:gd name="connsiteY521" fmla="*/ 4390879 h 6858000"/>
              <a:gd name="connsiteX522" fmla="*/ 4294126 w 7467600"/>
              <a:gd name="connsiteY522" fmla="*/ 3303048 h 6858000"/>
              <a:gd name="connsiteX523" fmla="*/ 4305321 w 7467600"/>
              <a:gd name="connsiteY523" fmla="*/ 3256953 h 6858000"/>
              <a:gd name="connsiteX524" fmla="*/ 4949299 w 7467600"/>
              <a:gd name="connsiteY524" fmla="*/ 3766336 h 6858000"/>
              <a:gd name="connsiteX525" fmla="*/ 5291452 w 7467600"/>
              <a:gd name="connsiteY525" fmla="*/ 4076801 h 6858000"/>
              <a:gd name="connsiteX526" fmla="*/ 5434998 w 7467600"/>
              <a:gd name="connsiteY526" fmla="*/ 4254100 h 6858000"/>
              <a:gd name="connsiteX527" fmla="*/ 5351015 w 7467600"/>
              <a:gd name="connsiteY527" fmla="*/ 3760989 h 6858000"/>
              <a:gd name="connsiteX528" fmla="*/ 5413780 w 7467600"/>
              <a:gd name="connsiteY528" fmla="*/ 2966265 h 6858000"/>
              <a:gd name="connsiteX529" fmla="*/ 5425627 w 7467600"/>
              <a:gd name="connsiteY529" fmla="*/ 2954192 h 6858000"/>
              <a:gd name="connsiteX530" fmla="*/ 6604735 w 7467600"/>
              <a:gd name="connsiteY530" fmla="*/ 2041381 h 6858000"/>
              <a:gd name="connsiteX531" fmla="*/ 7204487 w 7467600"/>
              <a:gd name="connsiteY531" fmla="*/ 2742112 h 6858000"/>
              <a:gd name="connsiteX532" fmla="*/ 7131592 w 7467600"/>
              <a:gd name="connsiteY532" fmla="*/ 2672096 h 6858000"/>
              <a:gd name="connsiteX533" fmla="*/ 6996344 w 7467600"/>
              <a:gd name="connsiteY533" fmla="*/ 2518310 h 6858000"/>
              <a:gd name="connsiteX534" fmla="*/ 6735495 w 7467600"/>
              <a:gd name="connsiteY534" fmla="*/ 2196890 h 6858000"/>
              <a:gd name="connsiteX535" fmla="*/ 6721901 w 7467600"/>
              <a:gd name="connsiteY535" fmla="*/ 2179274 h 6858000"/>
              <a:gd name="connsiteX536" fmla="*/ 6604735 w 7467600"/>
              <a:gd name="connsiteY536" fmla="*/ 2041381 h 6858000"/>
              <a:gd name="connsiteX537" fmla="*/ 6591670 w 7467600"/>
              <a:gd name="connsiteY537" fmla="*/ 1988277 h 6858000"/>
              <a:gd name="connsiteX538" fmla="*/ 6747349 w 7467600"/>
              <a:gd name="connsiteY538" fmla="*/ 2160069 h 6858000"/>
              <a:gd name="connsiteX539" fmla="*/ 6760943 w 7467600"/>
              <a:gd name="connsiteY539" fmla="*/ 2177686 h 6858000"/>
              <a:gd name="connsiteX540" fmla="*/ 7021065 w 7467600"/>
              <a:gd name="connsiteY540" fmla="*/ 2498102 h 6858000"/>
              <a:gd name="connsiteX541" fmla="*/ 7155223 w 7467600"/>
              <a:gd name="connsiteY541" fmla="*/ 2650386 h 6858000"/>
              <a:gd name="connsiteX542" fmla="*/ 7203167 w 7467600"/>
              <a:gd name="connsiteY542" fmla="*/ 2697288 h 6858000"/>
              <a:gd name="connsiteX543" fmla="*/ 6937703 w 7467600"/>
              <a:gd name="connsiteY543" fmla="*/ 2321981 h 6858000"/>
              <a:gd name="connsiteX544" fmla="*/ 6591670 w 7467600"/>
              <a:gd name="connsiteY544" fmla="*/ 1988277 h 6858000"/>
              <a:gd name="connsiteX545" fmla="*/ 5798671 w 7467600"/>
              <a:gd name="connsiteY545" fmla="*/ 1981601 h 6858000"/>
              <a:gd name="connsiteX546" fmla="*/ 5754709 w 7467600"/>
              <a:gd name="connsiteY546" fmla="*/ 2071454 h 6858000"/>
              <a:gd name="connsiteX547" fmla="*/ 5763044 w 7467600"/>
              <a:gd name="connsiteY547" fmla="*/ 2842206 h 6858000"/>
              <a:gd name="connsiteX548" fmla="*/ 5764974 w 7467600"/>
              <a:gd name="connsiteY548" fmla="*/ 2799609 h 6858000"/>
              <a:gd name="connsiteX549" fmla="*/ 5767665 w 7467600"/>
              <a:gd name="connsiteY549" fmla="*/ 2666409 h 6858000"/>
              <a:gd name="connsiteX550" fmla="*/ 5763055 w 7467600"/>
              <a:gd name="connsiteY550" fmla="*/ 2579705 h 6858000"/>
              <a:gd name="connsiteX551" fmla="*/ 5758079 w 7467600"/>
              <a:gd name="connsiteY551" fmla="*/ 2492508 h 6858000"/>
              <a:gd name="connsiteX552" fmla="*/ 5779325 w 7467600"/>
              <a:gd name="connsiteY552" fmla="*/ 2197069 h 6858000"/>
              <a:gd name="connsiteX553" fmla="*/ 5798671 w 7467600"/>
              <a:gd name="connsiteY553" fmla="*/ 1981601 h 6858000"/>
              <a:gd name="connsiteX554" fmla="*/ 5829202 w 7467600"/>
              <a:gd name="connsiteY554" fmla="*/ 1971679 h 6858000"/>
              <a:gd name="connsiteX555" fmla="*/ 5809558 w 7467600"/>
              <a:gd name="connsiteY555" fmla="*/ 2198043 h 6858000"/>
              <a:gd name="connsiteX556" fmla="*/ 5788653 w 7467600"/>
              <a:gd name="connsiteY556" fmla="*/ 2489430 h 6858000"/>
              <a:gd name="connsiteX557" fmla="*/ 5793439 w 7467600"/>
              <a:gd name="connsiteY557" fmla="*/ 2575235 h 6858000"/>
              <a:gd name="connsiteX558" fmla="*/ 5796837 w 7467600"/>
              <a:gd name="connsiteY558" fmla="*/ 2637633 h 6858000"/>
              <a:gd name="connsiteX559" fmla="*/ 5818614 w 7467600"/>
              <a:gd name="connsiteY559" fmla="*/ 2473055 h 6858000"/>
              <a:gd name="connsiteX560" fmla="*/ 5829202 w 7467600"/>
              <a:gd name="connsiteY560" fmla="*/ 1971679 h 6858000"/>
              <a:gd name="connsiteX561" fmla="*/ 5911389 w 7467600"/>
              <a:gd name="connsiteY561" fmla="*/ 1898371 h 6858000"/>
              <a:gd name="connsiteX562" fmla="*/ 6237627 w 7467600"/>
              <a:gd name="connsiteY562" fmla="*/ 2231921 h 6858000"/>
              <a:gd name="connsiteX563" fmla="*/ 5911389 w 7467600"/>
              <a:gd name="connsiteY563" fmla="*/ 1898371 h 6858000"/>
              <a:gd name="connsiteX564" fmla="*/ 6944437 w 7467600"/>
              <a:gd name="connsiteY564" fmla="*/ 1575402 h 6858000"/>
              <a:gd name="connsiteX565" fmla="*/ 6304730 w 7467600"/>
              <a:gd name="connsiteY565" fmla="*/ 1766654 h 6858000"/>
              <a:gd name="connsiteX566" fmla="*/ 6944437 w 7467600"/>
              <a:gd name="connsiteY566" fmla="*/ 1575402 h 6858000"/>
              <a:gd name="connsiteX567" fmla="*/ 7019523 w 7467600"/>
              <a:gd name="connsiteY567" fmla="*/ 1519450 h 6858000"/>
              <a:gd name="connsiteX568" fmla="*/ 6298091 w 7467600"/>
              <a:gd name="connsiteY568" fmla="*/ 1737122 h 6858000"/>
              <a:gd name="connsiteX569" fmla="*/ 7019523 w 7467600"/>
              <a:gd name="connsiteY569" fmla="*/ 1519450 h 6858000"/>
              <a:gd name="connsiteX570" fmla="*/ 2399523 w 7467600"/>
              <a:gd name="connsiteY570" fmla="*/ 1428234 h 6858000"/>
              <a:gd name="connsiteX571" fmla="*/ 2224982 w 7467600"/>
              <a:gd name="connsiteY571" fmla="*/ 1826201 h 6858000"/>
              <a:gd name="connsiteX572" fmla="*/ 2096099 w 7467600"/>
              <a:gd name="connsiteY572" fmla="*/ 2345900 h 6858000"/>
              <a:gd name="connsiteX573" fmla="*/ 2283317 w 7467600"/>
              <a:gd name="connsiteY573" fmla="*/ 1796925 h 6858000"/>
              <a:gd name="connsiteX574" fmla="*/ 2399523 w 7467600"/>
              <a:gd name="connsiteY574" fmla="*/ 1428234 h 6858000"/>
              <a:gd name="connsiteX575" fmla="*/ 2448558 w 7467600"/>
              <a:gd name="connsiteY575" fmla="*/ 1373435 h 6858000"/>
              <a:gd name="connsiteX576" fmla="*/ 2312521 w 7467600"/>
              <a:gd name="connsiteY576" fmla="*/ 1806140 h 6858000"/>
              <a:gd name="connsiteX577" fmla="*/ 2127533 w 7467600"/>
              <a:gd name="connsiteY577" fmla="*/ 2348380 h 6858000"/>
              <a:gd name="connsiteX578" fmla="*/ 2358080 w 7467600"/>
              <a:gd name="connsiteY578" fmla="*/ 1866134 h 6858000"/>
              <a:gd name="connsiteX579" fmla="*/ 2407436 w 7467600"/>
              <a:gd name="connsiteY579" fmla="*/ 1651070 h 6858000"/>
              <a:gd name="connsiteX580" fmla="*/ 2448558 w 7467600"/>
              <a:gd name="connsiteY580" fmla="*/ 1373435 h 6858000"/>
              <a:gd name="connsiteX581" fmla="*/ 278707 w 7467600"/>
              <a:gd name="connsiteY581" fmla="*/ 1352270 h 6858000"/>
              <a:gd name="connsiteX582" fmla="*/ 321570 w 7467600"/>
              <a:gd name="connsiteY582" fmla="*/ 1861610 h 6858000"/>
              <a:gd name="connsiteX583" fmla="*/ 294281 w 7467600"/>
              <a:gd name="connsiteY583" fmla="*/ 1440658 h 6858000"/>
              <a:gd name="connsiteX584" fmla="*/ 278707 w 7467600"/>
              <a:gd name="connsiteY584" fmla="*/ 1352270 h 6858000"/>
              <a:gd name="connsiteX585" fmla="*/ 1423821 w 7467600"/>
              <a:gd name="connsiteY585" fmla="*/ 1351958 h 6858000"/>
              <a:gd name="connsiteX586" fmla="*/ 1638521 w 7467600"/>
              <a:gd name="connsiteY586" fmla="*/ 1908470 h 6858000"/>
              <a:gd name="connsiteX587" fmla="*/ 1754199 w 7467600"/>
              <a:gd name="connsiteY587" fmla="*/ 2149284 h 6858000"/>
              <a:gd name="connsiteX588" fmla="*/ 1908359 w 7467600"/>
              <a:gd name="connsiteY588" fmla="*/ 2364988 h 6858000"/>
              <a:gd name="connsiteX589" fmla="*/ 1647661 w 7467600"/>
              <a:gd name="connsiteY589" fmla="*/ 1825945 h 6858000"/>
              <a:gd name="connsiteX590" fmla="*/ 1423821 w 7467600"/>
              <a:gd name="connsiteY590" fmla="*/ 1351958 h 6858000"/>
              <a:gd name="connsiteX591" fmla="*/ 1431890 w 7467600"/>
              <a:gd name="connsiteY591" fmla="*/ 1306475 h 6858000"/>
              <a:gd name="connsiteX592" fmla="*/ 1507597 w 7467600"/>
              <a:gd name="connsiteY592" fmla="*/ 1446132 h 6858000"/>
              <a:gd name="connsiteX593" fmla="*/ 1674586 w 7467600"/>
              <a:gd name="connsiteY593" fmla="*/ 1813832 h 6858000"/>
              <a:gd name="connsiteX594" fmla="*/ 1815950 w 7467600"/>
              <a:gd name="connsiteY594" fmla="*/ 2128564 h 6858000"/>
              <a:gd name="connsiteX595" fmla="*/ 1984242 w 7467600"/>
              <a:gd name="connsiteY595" fmla="*/ 2430829 h 6858000"/>
              <a:gd name="connsiteX596" fmla="*/ 2014023 w 7467600"/>
              <a:gd name="connsiteY596" fmla="*/ 2450995 h 6858000"/>
              <a:gd name="connsiteX597" fmla="*/ 1747337 w 7467600"/>
              <a:gd name="connsiteY597" fmla="*/ 1855264 h 6858000"/>
              <a:gd name="connsiteX598" fmla="*/ 1533749 w 7467600"/>
              <a:gd name="connsiteY598" fmla="*/ 1478656 h 6858000"/>
              <a:gd name="connsiteX599" fmla="*/ 1431890 w 7467600"/>
              <a:gd name="connsiteY599" fmla="*/ 1306475 h 6858000"/>
              <a:gd name="connsiteX600" fmla="*/ 5052692 w 7467600"/>
              <a:gd name="connsiteY600" fmla="*/ 1292994 h 6858000"/>
              <a:gd name="connsiteX601" fmla="*/ 5200661 w 7467600"/>
              <a:gd name="connsiteY601" fmla="*/ 1635186 h 6858000"/>
              <a:gd name="connsiteX602" fmla="*/ 5297138 w 7467600"/>
              <a:gd name="connsiteY602" fmla="*/ 1906351 h 6858000"/>
              <a:gd name="connsiteX603" fmla="*/ 5052692 w 7467600"/>
              <a:gd name="connsiteY603" fmla="*/ 1292994 h 6858000"/>
              <a:gd name="connsiteX604" fmla="*/ 5009948 w 7467600"/>
              <a:gd name="connsiteY604" fmla="*/ 1273619 h 6858000"/>
              <a:gd name="connsiteX605" fmla="*/ 5121777 w 7467600"/>
              <a:gd name="connsiteY605" fmla="*/ 1654213 h 6858000"/>
              <a:gd name="connsiteX606" fmla="*/ 5293545 w 7467600"/>
              <a:gd name="connsiteY606" fmla="*/ 2072247 h 6858000"/>
              <a:gd name="connsiteX607" fmla="*/ 5294042 w 7467600"/>
              <a:gd name="connsiteY607" fmla="*/ 2065019 h 6858000"/>
              <a:gd name="connsiteX608" fmla="*/ 5171936 w 7467600"/>
              <a:gd name="connsiteY608" fmla="*/ 1647613 h 6858000"/>
              <a:gd name="connsiteX609" fmla="*/ 5009948 w 7467600"/>
              <a:gd name="connsiteY609" fmla="*/ 1273619 h 6858000"/>
              <a:gd name="connsiteX610" fmla="*/ 655236 w 7467600"/>
              <a:gd name="connsiteY610" fmla="*/ 1268632 h 6858000"/>
              <a:gd name="connsiteX611" fmla="*/ 839521 w 7467600"/>
              <a:gd name="connsiteY611" fmla="*/ 1685315 h 6858000"/>
              <a:gd name="connsiteX612" fmla="*/ 1109416 w 7467600"/>
              <a:gd name="connsiteY612" fmla="*/ 2061663 h 6858000"/>
              <a:gd name="connsiteX613" fmla="*/ 1298300 w 7467600"/>
              <a:gd name="connsiteY613" fmla="*/ 2247742 h 6858000"/>
              <a:gd name="connsiteX614" fmla="*/ 1125871 w 7467600"/>
              <a:gd name="connsiteY614" fmla="*/ 1989513 h 6858000"/>
              <a:gd name="connsiteX615" fmla="*/ 981574 w 7467600"/>
              <a:gd name="connsiteY615" fmla="*/ 1783157 h 6858000"/>
              <a:gd name="connsiteX616" fmla="*/ 922198 w 7467600"/>
              <a:gd name="connsiteY616" fmla="*/ 1677437 h 6858000"/>
              <a:gd name="connsiteX617" fmla="*/ 869293 w 7467600"/>
              <a:gd name="connsiteY617" fmla="*/ 1583214 h 6858000"/>
              <a:gd name="connsiteX618" fmla="*/ 751431 w 7467600"/>
              <a:gd name="connsiteY618" fmla="*/ 1405731 h 6858000"/>
              <a:gd name="connsiteX619" fmla="*/ 655236 w 7467600"/>
              <a:gd name="connsiteY619" fmla="*/ 1268632 h 6858000"/>
              <a:gd name="connsiteX620" fmla="*/ 6516292 w 7467600"/>
              <a:gd name="connsiteY620" fmla="*/ 1263064 h 6858000"/>
              <a:gd name="connsiteX621" fmla="*/ 5736320 w 7467600"/>
              <a:gd name="connsiteY621" fmla="*/ 1501803 h 6858000"/>
              <a:gd name="connsiteX622" fmla="*/ 6516292 w 7467600"/>
              <a:gd name="connsiteY622" fmla="*/ 1263064 h 6858000"/>
              <a:gd name="connsiteX623" fmla="*/ 291466 w 7467600"/>
              <a:gd name="connsiteY623" fmla="*/ 1250369 h 6858000"/>
              <a:gd name="connsiteX624" fmla="*/ 323180 w 7467600"/>
              <a:gd name="connsiteY624" fmla="*/ 1435283 h 6858000"/>
              <a:gd name="connsiteX625" fmla="*/ 349381 w 7467600"/>
              <a:gd name="connsiteY625" fmla="*/ 1875041 h 6858000"/>
              <a:gd name="connsiteX626" fmla="*/ 374363 w 7467600"/>
              <a:gd name="connsiteY626" fmla="*/ 1506494 h 6858000"/>
              <a:gd name="connsiteX627" fmla="*/ 302168 w 7467600"/>
              <a:gd name="connsiteY627" fmla="*/ 1274495 h 6858000"/>
              <a:gd name="connsiteX628" fmla="*/ 291466 w 7467600"/>
              <a:gd name="connsiteY628" fmla="*/ 1250369 h 6858000"/>
              <a:gd name="connsiteX629" fmla="*/ 678222 w 7467600"/>
              <a:gd name="connsiteY629" fmla="*/ 1248670 h 6858000"/>
              <a:gd name="connsiteX630" fmla="*/ 775536 w 7467600"/>
              <a:gd name="connsiteY630" fmla="*/ 1388015 h 6858000"/>
              <a:gd name="connsiteX631" fmla="*/ 894529 w 7467600"/>
              <a:gd name="connsiteY631" fmla="*/ 1567739 h 6858000"/>
              <a:gd name="connsiteX632" fmla="*/ 948000 w 7467600"/>
              <a:gd name="connsiteY632" fmla="*/ 1663088 h 6858000"/>
              <a:gd name="connsiteX633" fmla="*/ 1006812 w 7467600"/>
              <a:gd name="connsiteY633" fmla="*/ 1767683 h 6858000"/>
              <a:gd name="connsiteX634" fmla="*/ 1149133 w 7467600"/>
              <a:gd name="connsiteY634" fmla="*/ 1971513 h 6858000"/>
              <a:gd name="connsiteX635" fmla="*/ 1333952 w 7467600"/>
              <a:gd name="connsiteY635" fmla="*/ 2251620 h 6858000"/>
              <a:gd name="connsiteX636" fmla="*/ 1337329 w 7467600"/>
              <a:gd name="connsiteY636" fmla="*/ 2258350 h 6858000"/>
              <a:gd name="connsiteX637" fmla="*/ 1014726 w 7467600"/>
              <a:gd name="connsiteY637" fmla="*/ 1615556 h 6858000"/>
              <a:gd name="connsiteX638" fmla="*/ 678222 w 7467600"/>
              <a:gd name="connsiteY638" fmla="*/ 1248670 h 6858000"/>
              <a:gd name="connsiteX639" fmla="*/ 6691602 w 7467600"/>
              <a:gd name="connsiteY639" fmla="*/ 1140573 h 6858000"/>
              <a:gd name="connsiteX640" fmla="*/ 6571100 w 7467600"/>
              <a:gd name="connsiteY640" fmla="*/ 1183662 h 6858000"/>
              <a:gd name="connsiteX641" fmla="*/ 6241687 w 7467600"/>
              <a:gd name="connsiteY641" fmla="*/ 1257600 h 6858000"/>
              <a:gd name="connsiteX642" fmla="*/ 5693009 w 7467600"/>
              <a:gd name="connsiteY642" fmla="*/ 1478256 h 6858000"/>
              <a:gd name="connsiteX643" fmla="*/ 6548420 w 7467600"/>
              <a:gd name="connsiteY643" fmla="*/ 1214599 h 6858000"/>
              <a:gd name="connsiteX644" fmla="*/ 6605473 w 7467600"/>
              <a:gd name="connsiteY644" fmla="*/ 1184686 h 6858000"/>
              <a:gd name="connsiteX645" fmla="*/ 6691602 w 7467600"/>
              <a:gd name="connsiteY645" fmla="*/ 1140573 h 6858000"/>
              <a:gd name="connsiteX646" fmla="*/ 4002475 w 7467600"/>
              <a:gd name="connsiteY646" fmla="*/ 1037802 h 6858000"/>
              <a:gd name="connsiteX647" fmla="*/ 4000324 w 7467600"/>
              <a:gd name="connsiteY647" fmla="*/ 1039362 h 6858000"/>
              <a:gd name="connsiteX648" fmla="*/ 4002862 w 7467600"/>
              <a:gd name="connsiteY648" fmla="*/ 1042866 h 6858000"/>
              <a:gd name="connsiteX649" fmla="*/ 4002475 w 7467600"/>
              <a:gd name="connsiteY649" fmla="*/ 1037802 h 6858000"/>
              <a:gd name="connsiteX650" fmla="*/ 506322 w 7467600"/>
              <a:gd name="connsiteY650" fmla="*/ 1020997 h 6858000"/>
              <a:gd name="connsiteX651" fmla="*/ 533068 w 7467600"/>
              <a:gd name="connsiteY651" fmla="*/ 1029409 h 6858000"/>
              <a:gd name="connsiteX652" fmla="*/ 1232525 w 7467600"/>
              <a:gd name="connsiteY652" fmla="*/ 1804675 h 6858000"/>
              <a:gd name="connsiteX653" fmla="*/ 1388858 w 7467600"/>
              <a:gd name="connsiteY653" fmla="*/ 2368011 h 6858000"/>
              <a:gd name="connsiteX654" fmla="*/ 1384098 w 7467600"/>
              <a:gd name="connsiteY654" fmla="*/ 2378125 h 6858000"/>
              <a:gd name="connsiteX655" fmla="*/ 1425393 w 7467600"/>
              <a:gd name="connsiteY655" fmla="*/ 2589124 h 6858000"/>
              <a:gd name="connsiteX656" fmla="*/ 1424001 w 7467600"/>
              <a:gd name="connsiteY656" fmla="*/ 2597541 h 6858000"/>
              <a:gd name="connsiteX657" fmla="*/ 2152729 w 7467600"/>
              <a:gd name="connsiteY657" fmla="*/ 2864487 h 6858000"/>
              <a:gd name="connsiteX658" fmla="*/ 2020609 w 7467600"/>
              <a:gd name="connsiteY658" fmla="*/ 2539671 h 6858000"/>
              <a:gd name="connsiteX659" fmla="*/ 2018920 w 7467600"/>
              <a:gd name="connsiteY659" fmla="*/ 2536309 h 6858000"/>
              <a:gd name="connsiteX660" fmla="*/ 1342441 w 7467600"/>
              <a:gd name="connsiteY660" fmla="*/ 1173017 h 6858000"/>
              <a:gd name="connsiteX661" fmla="*/ 1367925 w 7467600"/>
              <a:gd name="connsiteY661" fmla="*/ 1135648 h 6858000"/>
              <a:gd name="connsiteX662" fmla="*/ 1771401 w 7467600"/>
              <a:gd name="connsiteY662" fmla="*/ 1806673 h 6858000"/>
              <a:gd name="connsiteX663" fmla="*/ 1972385 w 7467600"/>
              <a:gd name="connsiteY663" fmla="*/ 2198735 h 6858000"/>
              <a:gd name="connsiteX664" fmla="*/ 2040892 w 7467600"/>
              <a:gd name="connsiteY664" fmla="*/ 2405205 h 6858000"/>
              <a:gd name="connsiteX665" fmla="*/ 2131689 w 7467600"/>
              <a:gd name="connsiteY665" fmla="*/ 1936926 h 6858000"/>
              <a:gd name="connsiteX666" fmla="*/ 2454820 w 7467600"/>
              <a:gd name="connsiteY666" fmla="*/ 1248808 h 6858000"/>
              <a:gd name="connsiteX667" fmla="*/ 2492512 w 7467600"/>
              <a:gd name="connsiteY667" fmla="*/ 1302920 h 6858000"/>
              <a:gd name="connsiteX668" fmla="*/ 2081216 w 7467600"/>
              <a:gd name="connsiteY668" fmla="*/ 2527513 h 6858000"/>
              <a:gd name="connsiteX669" fmla="*/ 2081211 w 7467600"/>
              <a:gd name="connsiteY669" fmla="*/ 2528916 h 6858000"/>
              <a:gd name="connsiteX670" fmla="*/ 2199067 w 7467600"/>
              <a:gd name="connsiteY670" fmla="*/ 2884061 h 6858000"/>
              <a:gd name="connsiteX671" fmla="*/ 3192586 w 7467600"/>
              <a:gd name="connsiteY671" fmla="*/ 3411496 h 6858000"/>
              <a:gd name="connsiteX672" fmla="*/ 3182620 w 7467600"/>
              <a:gd name="connsiteY672" fmla="*/ 3483279 h 6858000"/>
              <a:gd name="connsiteX673" fmla="*/ 2435119 w 7467600"/>
              <a:gd name="connsiteY673" fmla="*/ 3080173 h 6858000"/>
              <a:gd name="connsiteX674" fmla="*/ 2410152 w 7467600"/>
              <a:gd name="connsiteY674" fmla="*/ 3063751 h 6858000"/>
              <a:gd name="connsiteX675" fmla="*/ 2408099 w 7467600"/>
              <a:gd name="connsiteY675" fmla="*/ 3064403 h 6858000"/>
              <a:gd name="connsiteX676" fmla="*/ 2407218 w 7467600"/>
              <a:gd name="connsiteY676" fmla="*/ 3070324 h 6858000"/>
              <a:gd name="connsiteX677" fmla="*/ 2380138 w 7467600"/>
              <a:gd name="connsiteY677" fmla="*/ 3099341 h 6858000"/>
              <a:gd name="connsiteX678" fmla="*/ 1765923 w 7467600"/>
              <a:gd name="connsiteY678" fmla="*/ 3581043 h 6858000"/>
              <a:gd name="connsiteX679" fmla="*/ 1702258 w 7467600"/>
              <a:gd name="connsiteY679" fmla="*/ 3612286 h 6858000"/>
              <a:gd name="connsiteX680" fmla="*/ 1538370 w 7467600"/>
              <a:gd name="connsiteY680" fmla="*/ 3811804 h 6858000"/>
              <a:gd name="connsiteX681" fmla="*/ 542867 w 7467600"/>
              <a:gd name="connsiteY681" fmla="*/ 4944092 h 6858000"/>
              <a:gd name="connsiteX682" fmla="*/ 515800 w 7467600"/>
              <a:gd name="connsiteY682" fmla="*/ 4862180 h 6858000"/>
              <a:gd name="connsiteX683" fmla="*/ 909145 w 7467600"/>
              <a:gd name="connsiteY683" fmla="*/ 4199225 h 6858000"/>
              <a:gd name="connsiteX684" fmla="*/ 1214067 w 7467600"/>
              <a:gd name="connsiteY684" fmla="*/ 3908561 h 6858000"/>
              <a:gd name="connsiteX685" fmla="*/ 640967 w 7467600"/>
              <a:gd name="connsiteY685" fmla="*/ 4105601 h 6858000"/>
              <a:gd name="connsiteX686" fmla="*/ 112563 w 7467600"/>
              <a:gd name="connsiteY686" fmla="*/ 4396952 h 6858000"/>
              <a:gd name="connsiteX687" fmla="*/ 0 w 7467600"/>
              <a:gd name="connsiteY687" fmla="*/ 4466006 h 6858000"/>
              <a:gd name="connsiteX688" fmla="*/ 0 w 7467600"/>
              <a:gd name="connsiteY688" fmla="*/ 4233763 h 6858000"/>
              <a:gd name="connsiteX689" fmla="*/ 36881 w 7467600"/>
              <a:gd name="connsiteY689" fmla="*/ 4200118 h 6858000"/>
              <a:gd name="connsiteX690" fmla="*/ 910534 w 7467600"/>
              <a:gd name="connsiteY690" fmla="*/ 3629753 h 6858000"/>
              <a:gd name="connsiteX691" fmla="*/ 1578717 w 7467600"/>
              <a:gd name="connsiteY691" fmla="*/ 3575982 h 6858000"/>
              <a:gd name="connsiteX692" fmla="*/ 2338780 w 7467600"/>
              <a:gd name="connsiteY692" fmla="*/ 3033725 h 6858000"/>
              <a:gd name="connsiteX693" fmla="*/ 1807991 w 7467600"/>
              <a:gd name="connsiteY693" fmla="*/ 2807184 h 6858000"/>
              <a:gd name="connsiteX694" fmla="*/ 1416358 w 7467600"/>
              <a:gd name="connsiteY694" fmla="*/ 3112571 h 6858000"/>
              <a:gd name="connsiteX695" fmla="*/ 939066 w 7467600"/>
              <a:gd name="connsiteY695" fmla="*/ 3378798 h 6858000"/>
              <a:gd name="connsiteX696" fmla="*/ 115099 w 7467600"/>
              <a:gd name="connsiteY696" fmla="*/ 3607650 h 6858000"/>
              <a:gd name="connsiteX697" fmla="*/ 97284 w 7467600"/>
              <a:gd name="connsiteY697" fmla="*/ 3520393 h 6858000"/>
              <a:gd name="connsiteX698" fmla="*/ 922050 w 7467600"/>
              <a:gd name="connsiteY698" fmla="*/ 3074867 h 6858000"/>
              <a:gd name="connsiteX699" fmla="*/ 1405265 w 7467600"/>
              <a:gd name="connsiteY699" fmla="*/ 3016319 h 6858000"/>
              <a:gd name="connsiteX700" fmla="*/ 1407512 w 7467600"/>
              <a:gd name="connsiteY700" fmla="*/ 3018001 h 6858000"/>
              <a:gd name="connsiteX701" fmla="*/ 1726266 w 7467600"/>
              <a:gd name="connsiteY701" fmla="*/ 2777274 h 6858000"/>
              <a:gd name="connsiteX702" fmla="*/ 625390 w 7467600"/>
              <a:gd name="connsiteY702" fmla="*/ 2514541 h 6858000"/>
              <a:gd name="connsiteX703" fmla="*/ 619799 w 7467600"/>
              <a:gd name="connsiteY703" fmla="*/ 2527180 h 6858000"/>
              <a:gd name="connsiteX704" fmla="*/ 310030 w 7467600"/>
              <a:gd name="connsiteY704" fmla="*/ 2771818 h 6858000"/>
              <a:gd name="connsiteX705" fmla="*/ 173877 w 7467600"/>
              <a:gd name="connsiteY705" fmla="*/ 2937056 h 6858000"/>
              <a:gd name="connsiteX706" fmla="*/ 77889 w 7467600"/>
              <a:gd name="connsiteY706" fmla="*/ 3138440 h 6858000"/>
              <a:gd name="connsiteX707" fmla="*/ 0 w 7467600"/>
              <a:gd name="connsiteY707" fmla="*/ 3271395 h 6858000"/>
              <a:gd name="connsiteX708" fmla="*/ 0 w 7467600"/>
              <a:gd name="connsiteY708" fmla="*/ 3153002 h 6858000"/>
              <a:gd name="connsiteX709" fmla="*/ 2386 w 7467600"/>
              <a:gd name="connsiteY709" fmla="*/ 3149203 h 6858000"/>
              <a:gd name="connsiteX710" fmla="*/ 89753 w 7467600"/>
              <a:gd name="connsiteY710" fmla="*/ 2987702 h 6858000"/>
              <a:gd name="connsiteX711" fmla="*/ 76869 w 7467600"/>
              <a:gd name="connsiteY711" fmla="*/ 3005404 h 6858000"/>
              <a:gd name="connsiteX712" fmla="*/ 32049 w 7467600"/>
              <a:gd name="connsiteY712" fmla="*/ 3065814 h 6858000"/>
              <a:gd name="connsiteX713" fmla="*/ 0 w 7467600"/>
              <a:gd name="connsiteY713" fmla="*/ 3108744 h 6858000"/>
              <a:gd name="connsiteX714" fmla="*/ 0 w 7467600"/>
              <a:gd name="connsiteY714" fmla="*/ 3058059 h 6858000"/>
              <a:gd name="connsiteX715" fmla="*/ 7610 w 7467600"/>
              <a:gd name="connsiteY715" fmla="*/ 3047889 h 6858000"/>
              <a:gd name="connsiteX716" fmla="*/ 52419 w 7467600"/>
              <a:gd name="connsiteY716" fmla="*/ 2987479 h 6858000"/>
              <a:gd name="connsiteX717" fmla="*/ 59142 w 7467600"/>
              <a:gd name="connsiteY717" fmla="*/ 2978488 h 6858000"/>
              <a:gd name="connsiteX718" fmla="*/ 0 w 7467600"/>
              <a:gd name="connsiteY718" fmla="*/ 3015334 h 6858000"/>
              <a:gd name="connsiteX719" fmla="*/ 0 w 7467600"/>
              <a:gd name="connsiteY719" fmla="*/ 2914286 h 6858000"/>
              <a:gd name="connsiteX720" fmla="*/ 36383 w 7467600"/>
              <a:gd name="connsiteY720" fmla="*/ 2901128 h 6858000"/>
              <a:gd name="connsiteX721" fmla="*/ 156329 w 7467600"/>
              <a:gd name="connsiteY721" fmla="*/ 2840533 h 6858000"/>
              <a:gd name="connsiteX722" fmla="*/ 358355 w 7467600"/>
              <a:gd name="connsiteY722" fmla="*/ 2620471 h 6858000"/>
              <a:gd name="connsiteX723" fmla="*/ 510577 w 7467600"/>
              <a:gd name="connsiteY723" fmla="*/ 2501244 h 6858000"/>
              <a:gd name="connsiteX724" fmla="*/ 211967 w 7467600"/>
              <a:gd name="connsiteY724" fmla="*/ 2479171 h 6858000"/>
              <a:gd name="connsiteX725" fmla="*/ 0 w 7467600"/>
              <a:gd name="connsiteY725" fmla="*/ 2476398 h 6858000"/>
              <a:gd name="connsiteX726" fmla="*/ 0 w 7467600"/>
              <a:gd name="connsiteY726" fmla="*/ 2389189 h 6858000"/>
              <a:gd name="connsiteX727" fmla="*/ 103062 w 7467600"/>
              <a:gd name="connsiteY727" fmla="*/ 2389518 h 6858000"/>
              <a:gd name="connsiteX728" fmla="*/ 510734 w 7467600"/>
              <a:gd name="connsiteY728" fmla="*/ 2416201 h 6858000"/>
              <a:gd name="connsiteX729" fmla="*/ 279257 w 7467600"/>
              <a:gd name="connsiteY729" fmla="*/ 2092102 h 6858000"/>
              <a:gd name="connsiteX730" fmla="*/ 65265 w 7467600"/>
              <a:gd name="connsiteY730" fmla="*/ 2006049 h 6858000"/>
              <a:gd name="connsiteX731" fmla="*/ 0 w 7467600"/>
              <a:gd name="connsiteY731" fmla="*/ 1982532 h 6858000"/>
              <a:gd name="connsiteX732" fmla="*/ 0 w 7467600"/>
              <a:gd name="connsiteY732" fmla="*/ 1912789 h 6858000"/>
              <a:gd name="connsiteX733" fmla="*/ 97460 w 7467600"/>
              <a:gd name="connsiteY733" fmla="*/ 1953725 h 6858000"/>
              <a:gd name="connsiteX734" fmla="*/ 221272 w 7467600"/>
              <a:gd name="connsiteY734" fmla="*/ 1980766 h 6858000"/>
              <a:gd name="connsiteX735" fmla="*/ 116765 w 7467600"/>
              <a:gd name="connsiteY735" fmla="*/ 1911033 h 6858000"/>
              <a:gd name="connsiteX736" fmla="*/ 16405 w 7467600"/>
              <a:gd name="connsiteY736" fmla="*/ 1803412 h 6858000"/>
              <a:gd name="connsiteX737" fmla="*/ 0 w 7467600"/>
              <a:gd name="connsiteY737" fmla="*/ 1784777 h 6858000"/>
              <a:gd name="connsiteX738" fmla="*/ 0 w 7467600"/>
              <a:gd name="connsiteY738" fmla="*/ 1740082 h 6858000"/>
              <a:gd name="connsiteX739" fmla="*/ 39394 w 7467600"/>
              <a:gd name="connsiteY739" fmla="*/ 1784856 h 6858000"/>
              <a:gd name="connsiteX740" fmla="*/ 135813 w 7467600"/>
              <a:gd name="connsiteY740" fmla="*/ 1888838 h 6858000"/>
              <a:gd name="connsiteX741" fmla="*/ 242575 w 7467600"/>
              <a:gd name="connsiteY741" fmla="*/ 1958841 h 6858000"/>
              <a:gd name="connsiteX742" fmla="*/ 82197 w 7467600"/>
              <a:gd name="connsiteY742" fmla="*/ 1754826 h 6858000"/>
              <a:gd name="connsiteX743" fmla="*/ 0 w 7467600"/>
              <a:gd name="connsiteY743" fmla="*/ 1679650 h 6858000"/>
              <a:gd name="connsiteX744" fmla="*/ 0 w 7467600"/>
              <a:gd name="connsiteY744" fmla="*/ 1602463 h 6858000"/>
              <a:gd name="connsiteX745" fmla="*/ 84689 w 7467600"/>
              <a:gd name="connsiteY745" fmla="*/ 1677442 h 6858000"/>
              <a:gd name="connsiteX746" fmla="*/ 298437 w 7467600"/>
              <a:gd name="connsiteY746" fmla="*/ 1968019 h 6858000"/>
              <a:gd name="connsiteX747" fmla="*/ 227269 w 7467600"/>
              <a:gd name="connsiteY747" fmla="*/ 1114064 h 6858000"/>
              <a:gd name="connsiteX748" fmla="*/ 248003 w 7467600"/>
              <a:gd name="connsiteY748" fmla="*/ 1089613 h 6858000"/>
              <a:gd name="connsiteX749" fmla="*/ 427020 w 7467600"/>
              <a:gd name="connsiteY749" fmla="*/ 1619803 h 6858000"/>
              <a:gd name="connsiteX750" fmla="*/ 340345 w 7467600"/>
              <a:gd name="connsiteY750" fmla="*/ 2027739 h 6858000"/>
              <a:gd name="connsiteX751" fmla="*/ 360865 w 7467600"/>
              <a:gd name="connsiteY751" fmla="*/ 2044827 h 6858000"/>
              <a:gd name="connsiteX752" fmla="*/ 560414 w 7467600"/>
              <a:gd name="connsiteY752" fmla="*/ 2421457 h 6858000"/>
              <a:gd name="connsiteX753" fmla="*/ 1359703 w 7467600"/>
              <a:gd name="connsiteY753" fmla="*/ 2578554 h 6858000"/>
              <a:gd name="connsiteX754" fmla="*/ 1359422 w 7467600"/>
              <a:gd name="connsiteY754" fmla="*/ 2577994 h 6858000"/>
              <a:gd name="connsiteX755" fmla="*/ 828701 w 7467600"/>
              <a:gd name="connsiteY755" fmla="*/ 1839520 h 6858000"/>
              <a:gd name="connsiteX756" fmla="*/ 494427 w 7467600"/>
              <a:gd name="connsiteY756" fmla="*/ 1092333 h 6858000"/>
              <a:gd name="connsiteX757" fmla="*/ 506322 w 7467600"/>
              <a:gd name="connsiteY757" fmla="*/ 1020997 h 6858000"/>
              <a:gd name="connsiteX758" fmla="*/ 4570198 w 7467600"/>
              <a:gd name="connsiteY758" fmla="*/ 978081 h 6858000"/>
              <a:gd name="connsiteX759" fmla="*/ 4523691 w 7467600"/>
              <a:gd name="connsiteY759" fmla="*/ 1127776 h 6858000"/>
              <a:gd name="connsiteX760" fmla="*/ 4509875 w 7467600"/>
              <a:gd name="connsiteY760" fmla="*/ 1167552 h 6858000"/>
              <a:gd name="connsiteX761" fmla="*/ 4478168 w 7467600"/>
              <a:gd name="connsiteY761" fmla="*/ 1260735 h 6858000"/>
              <a:gd name="connsiteX762" fmla="*/ 4409309 w 7467600"/>
              <a:gd name="connsiteY762" fmla="*/ 1666996 h 6858000"/>
              <a:gd name="connsiteX763" fmla="*/ 4370031 w 7467600"/>
              <a:gd name="connsiteY763" fmla="*/ 1955666 h 6858000"/>
              <a:gd name="connsiteX764" fmla="*/ 4570198 w 7467600"/>
              <a:gd name="connsiteY764" fmla="*/ 978081 h 6858000"/>
              <a:gd name="connsiteX765" fmla="*/ 4557898 w 7467600"/>
              <a:gd name="connsiteY765" fmla="*/ 900011 h 6858000"/>
              <a:gd name="connsiteX766" fmla="*/ 4344840 w 7467600"/>
              <a:gd name="connsiteY766" fmla="*/ 1922038 h 6858000"/>
              <a:gd name="connsiteX767" fmla="*/ 4378710 w 7467600"/>
              <a:gd name="connsiteY767" fmla="*/ 1665516 h 6858000"/>
              <a:gd name="connsiteX768" fmla="*/ 4448798 w 7467600"/>
              <a:gd name="connsiteY768" fmla="*/ 1253024 h 6858000"/>
              <a:gd name="connsiteX769" fmla="*/ 4480315 w 7467600"/>
              <a:gd name="connsiteY769" fmla="*/ 1158454 h 6858000"/>
              <a:gd name="connsiteX770" fmla="*/ 4494133 w 7467600"/>
              <a:gd name="connsiteY770" fmla="*/ 1118676 h 6858000"/>
              <a:gd name="connsiteX771" fmla="*/ 4557898 w 7467600"/>
              <a:gd name="connsiteY771" fmla="*/ 900011 h 6858000"/>
              <a:gd name="connsiteX772" fmla="*/ 5870151 w 7467600"/>
              <a:gd name="connsiteY772" fmla="*/ 898890 h 6858000"/>
              <a:gd name="connsiteX773" fmla="*/ 5861335 w 7467600"/>
              <a:gd name="connsiteY773" fmla="*/ 899177 h 6858000"/>
              <a:gd name="connsiteX774" fmla="*/ 5843702 w 7467600"/>
              <a:gd name="connsiteY774" fmla="*/ 899748 h 6858000"/>
              <a:gd name="connsiteX775" fmla="*/ 5651107 w 7467600"/>
              <a:gd name="connsiteY775" fmla="*/ 920306 h 6858000"/>
              <a:gd name="connsiteX776" fmla="*/ 5459407 w 7467600"/>
              <a:gd name="connsiteY776" fmla="*/ 940975 h 6858000"/>
              <a:gd name="connsiteX777" fmla="*/ 5374846 w 7467600"/>
              <a:gd name="connsiteY777" fmla="*/ 941988 h 6858000"/>
              <a:gd name="connsiteX778" fmla="*/ 5256105 w 7467600"/>
              <a:gd name="connsiteY778" fmla="*/ 945632 h 6858000"/>
              <a:gd name="connsiteX779" fmla="*/ 5107071 w 7467600"/>
              <a:gd name="connsiteY779" fmla="*/ 969720 h 6858000"/>
              <a:gd name="connsiteX780" fmla="*/ 4998681 w 7467600"/>
              <a:gd name="connsiteY780" fmla="*/ 988771 h 6858000"/>
              <a:gd name="connsiteX781" fmla="*/ 5870151 w 7467600"/>
              <a:gd name="connsiteY781" fmla="*/ 898890 h 6858000"/>
              <a:gd name="connsiteX782" fmla="*/ 5504425 w 7467600"/>
              <a:gd name="connsiteY782" fmla="*/ 848067 h 6858000"/>
              <a:gd name="connsiteX783" fmla="*/ 4968849 w 7467600"/>
              <a:gd name="connsiteY783" fmla="*/ 962318 h 6858000"/>
              <a:gd name="connsiteX784" fmla="*/ 5104039 w 7467600"/>
              <a:gd name="connsiteY784" fmla="*/ 940634 h 6858000"/>
              <a:gd name="connsiteX785" fmla="*/ 5256311 w 7467600"/>
              <a:gd name="connsiteY785" fmla="*/ 916490 h 6858000"/>
              <a:gd name="connsiteX786" fmla="*/ 5377381 w 7467600"/>
              <a:gd name="connsiteY786" fmla="*/ 912671 h 6858000"/>
              <a:gd name="connsiteX787" fmla="*/ 5460148 w 7467600"/>
              <a:gd name="connsiteY787" fmla="*/ 911442 h 6858000"/>
              <a:gd name="connsiteX788" fmla="*/ 5648971 w 7467600"/>
              <a:gd name="connsiteY788" fmla="*/ 891331 h 6858000"/>
              <a:gd name="connsiteX789" fmla="*/ 5844807 w 7467600"/>
              <a:gd name="connsiteY789" fmla="*/ 870718 h 6858000"/>
              <a:gd name="connsiteX790" fmla="*/ 5862975 w 7467600"/>
              <a:gd name="connsiteY790" fmla="*/ 869756 h 6858000"/>
              <a:gd name="connsiteX791" fmla="*/ 5920887 w 7467600"/>
              <a:gd name="connsiteY791" fmla="*/ 865929 h 6858000"/>
              <a:gd name="connsiteX792" fmla="*/ 5504425 w 7467600"/>
              <a:gd name="connsiteY792" fmla="*/ 848067 h 6858000"/>
              <a:gd name="connsiteX793" fmla="*/ 3607114 w 7467600"/>
              <a:gd name="connsiteY793" fmla="*/ 467441 h 6858000"/>
              <a:gd name="connsiteX794" fmla="*/ 3296242 w 7467600"/>
              <a:gd name="connsiteY794" fmla="*/ 807991 h 6858000"/>
              <a:gd name="connsiteX795" fmla="*/ 3174674 w 7467600"/>
              <a:gd name="connsiteY795" fmla="*/ 919759 h 6858000"/>
              <a:gd name="connsiteX796" fmla="*/ 3042978 w 7467600"/>
              <a:gd name="connsiteY796" fmla="*/ 1054894 h 6858000"/>
              <a:gd name="connsiteX797" fmla="*/ 2968914 w 7467600"/>
              <a:gd name="connsiteY797" fmla="*/ 1133756 h 6858000"/>
              <a:gd name="connsiteX798" fmla="*/ 3103823 w 7467600"/>
              <a:gd name="connsiteY798" fmla="*/ 1026814 h 6858000"/>
              <a:gd name="connsiteX799" fmla="*/ 3607114 w 7467600"/>
              <a:gd name="connsiteY799" fmla="*/ 467441 h 6858000"/>
              <a:gd name="connsiteX800" fmla="*/ 3744487 w 7467600"/>
              <a:gd name="connsiteY800" fmla="*/ 383136 h 6858000"/>
              <a:gd name="connsiteX801" fmla="*/ 3970213 w 7467600"/>
              <a:gd name="connsiteY801" fmla="*/ 995559 h 6858000"/>
              <a:gd name="connsiteX802" fmla="*/ 3744487 w 7467600"/>
              <a:gd name="connsiteY802" fmla="*/ 383136 h 6858000"/>
              <a:gd name="connsiteX803" fmla="*/ 3624562 w 7467600"/>
              <a:gd name="connsiteY803" fmla="*/ 367041 h 6858000"/>
              <a:gd name="connsiteX804" fmla="*/ 3489712 w 7467600"/>
              <a:gd name="connsiteY804" fmla="*/ 485386 h 6858000"/>
              <a:gd name="connsiteX805" fmla="*/ 3182994 w 7467600"/>
              <a:gd name="connsiteY805" fmla="*/ 828265 h 6858000"/>
              <a:gd name="connsiteX806" fmla="*/ 2892114 w 7467600"/>
              <a:gd name="connsiteY806" fmla="*/ 1172635 h 6858000"/>
              <a:gd name="connsiteX807" fmla="*/ 3021459 w 7467600"/>
              <a:gd name="connsiteY807" fmla="*/ 1035385 h 6858000"/>
              <a:gd name="connsiteX808" fmla="*/ 3153873 w 7467600"/>
              <a:gd name="connsiteY808" fmla="*/ 898971 h 6858000"/>
              <a:gd name="connsiteX809" fmla="*/ 3276511 w 7467600"/>
              <a:gd name="connsiteY809" fmla="*/ 786423 h 6858000"/>
              <a:gd name="connsiteX810" fmla="*/ 3584154 w 7467600"/>
              <a:gd name="connsiteY810" fmla="*/ 448218 h 6858000"/>
              <a:gd name="connsiteX811" fmla="*/ 3624562 w 7467600"/>
              <a:gd name="connsiteY811" fmla="*/ 367041 h 6858000"/>
              <a:gd name="connsiteX812" fmla="*/ 3766672 w 7467600"/>
              <a:gd name="connsiteY812" fmla="*/ 359429 h 6858000"/>
              <a:gd name="connsiteX813" fmla="*/ 3996338 w 7467600"/>
              <a:gd name="connsiteY813" fmla="*/ 968237 h 6858000"/>
              <a:gd name="connsiteX814" fmla="*/ 3766672 w 7467600"/>
              <a:gd name="connsiteY814" fmla="*/ 359429 h 6858000"/>
              <a:gd name="connsiteX815" fmla="*/ 5805386 w 7467600"/>
              <a:gd name="connsiteY815" fmla="*/ 239240 h 6858000"/>
              <a:gd name="connsiteX816" fmla="*/ 5736947 w 7467600"/>
              <a:gd name="connsiteY816" fmla="*/ 261367 h 6858000"/>
              <a:gd name="connsiteX817" fmla="*/ 5427012 w 7467600"/>
              <a:gd name="connsiteY817" fmla="*/ 311272 h 6858000"/>
              <a:gd name="connsiteX818" fmla="*/ 5147818 w 7467600"/>
              <a:gd name="connsiteY818" fmla="*/ 322112 h 6858000"/>
              <a:gd name="connsiteX819" fmla="*/ 5060854 w 7467600"/>
              <a:gd name="connsiteY819" fmla="*/ 311882 h 6858000"/>
              <a:gd name="connsiteX820" fmla="*/ 4945989 w 7467600"/>
              <a:gd name="connsiteY820" fmla="*/ 300516 h 6858000"/>
              <a:gd name="connsiteX821" fmla="*/ 5410479 w 7467600"/>
              <a:gd name="connsiteY821" fmla="*/ 348434 h 6858000"/>
              <a:gd name="connsiteX822" fmla="*/ 5805386 w 7467600"/>
              <a:gd name="connsiteY822" fmla="*/ 239240 h 6858000"/>
              <a:gd name="connsiteX823" fmla="*/ 5905192 w 7467600"/>
              <a:gd name="connsiteY823" fmla="*/ 163079 h 6858000"/>
              <a:gd name="connsiteX824" fmla="*/ 5865655 w 7467600"/>
              <a:gd name="connsiteY824" fmla="*/ 171901 h 6858000"/>
              <a:gd name="connsiteX825" fmla="*/ 5259740 w 7467600"/>
              <a:gd name="connsiteY825" fmla="*/ 257013 h 6858000"/>
              <a:gd name="connsiteX826" fmla="*/ 5208466 w 7467600"/>
              <a:gd name="connsiteY826" fmla="*/ 257550 h 6858000"/>
              <a:gd name="connsiteX827" fmla="*/ 4980204 w 7467600"/>
              <a:gd name="connsiteY827" fmla="*/ 271903 h 6858000"/>
              <a:gd name="connsiteX828" fmla="*/ 5068068 w 7467600"/>
              <a:gd name="connsiteY828" fmla="*/ 282244 h 6858000"/>
              <a:gd name="connsiteX829" fmla="*/ 5153231 w 7467600"/>
              <a:gd name="connsiteY829" fmla="*/ 292240 h 6858000"/>
              <a:gd name="connsiteX830" fmla="*/ 5426491 w 7467600"/>
              <a:gd name="connsiteY830" fmla="*/ 281128 h 6858000"/>
              <a:gd name="connsiteX831" fmla="*/ 5731212 w 7467600"/>
              <a:gd name="connsiteY831" fmla="*/ 231951 h 6858000"/>
              <a:gd name="connsiteX832" fmla="*/ 5905192 w 7467600"/>
              <a:gd name="connsiteY832" fmla="*/ 163079 h 6858000"/>
              <a:gd name="connsiteX833" fmla="*/ 5944437 w 7467600"/>
              <a:gd name="connsiteY833" fmla="*/ 113829 h 6858000"/>
              <a:gd name="connsiteX834" fmla="*/ 5825032 w 7467600"/>
              <a:gd name="connsiteY834" fmla="*/ 146405 h 6858000"/>
              <a:gd name="connsiteX835" fmla="*/ 4955599 w 7467600"/>
              <a:gd name="connsiteY835" fmla="*/ 247008 h 6858000"/>
              <a:gd name="connsiteX836" fmla="*/ 5210104 w 7467600"/>
              <a:gd name="connsiteY836" fmla="*/ 228123 h 6858000"/>
              <a:gd name="connsiteX837" fmla="*/ 5261015 w 7467600"/>
              <a:gd name="connsiteY837" fmla="*/ 227087 h 6858000"/>
              <a:gd name="connsiteX838" fmla="*/ 5861181 w 7467600"/>
              <a:gd name="connsiteY838" fmla="*/ 143093 h 6858000"/>
              <a:gd name="connsiteX839" fmla="*/ 5961252 w 7467600"/>
              <a:gd name="connsiteY839" fmla="*/ 114820 h 6858000"/>
              <a:gd name="connsiteX840" fmla="*/ 5944437 w 7467600"/>
              <a:gd name="connsiteY840" fmla="*/ 113829 h 6858000"/>
              <a:gd name="connsiteX841" fmla="*/ 3882765 w 7467600"/>
              <a:gd name="connsiteY841" fmla="*/ 0 h 6858000"/>
              <a:gd name="connsiteX842" fmla="*/ 3995099 w 7467600"/>
              <a:gd name="connsiteY842" fmla="*/ 0 h 6858000"/>
              <a:gd name="connsiteX843" fmla="*/ 4163818 w 7467600"/>
              <a:gd name="connsiteY843" fmla="*/ 234104 h 6858000"/>
              <a:gd name="connsiteX844" fmla="*/ 4172099 w 7467600"/>
              <a:gd name="connsiteY844" fmla="*/ 234207 h 6858000"/>
              <a:gd name="connsiteX845" fmla="*/ 4784282 w 7467600"/>
              <a:gd name="connsiteY845" fmla="*/ 276561 h 6858000"/>
              <a:gd name="connsiteX846" fmla="*/ 4801687 w 7467600"/>
              <a:gd name="connsiteY846" fmla="*/ 267764 h 6858000"/>
              <a:gd name="connsiteX847" fmla="*/ 6082788 w 7467600"/>
              <a:gd name="connsiteY847" fmla="*/ 64119 h 6858000"/>
              <a:gd name="connsiteX848" fmla="*/ 6099442 w 7467600"/>
              <a:gd name="connsiteY848" fmla="*/ 82568 h 6858000"/>
              <a:gd name="connsiteX849" fmla="*/ 4804137 w 7467600"/>
              <a:gd name="connsiteY849" fmla="*/ 320931 h 6858000"/>
              <a:gd name="connsiteX850" fmla="*/ 4227047 w 7467600"/>
              <a:gd name="connsiteY850" fmla="*/ 313415 h 6858000"/>
              <a:gd name="connsiteX851" fmla="*/ 4346041 w 7467600"/>
              <a:gd name="connsiteY851" fmla="*/ 456086 h 6858000"/>
              <a:gd name="connsiteX852" fmla="*/ 4870967 w 7467600"/>
              <a:gd name="connsiteY852" fmla="*/ 963061 h 6858000"/>
              <a:gd name="connsiteX853" fmla="*/ 4889647 w 7467600"/>
              <a:gd name="connsiteY853" fmla="*/ 957147 h 6858000"/>
              <a:gd name="connsiteX854" fmla="*/ 5422504 w 7467600"/>
              <a:gd name="connsiteY854" fmla="*/ 805191 h 6858000"/>
              <a:gd name="connsiteX855" fmla="*/ 6087656 w 7467600"/>
              <a:gd name="connsiteY855" fmla="*/ 826703 h 6858000"/>
              <a:gd name="connsiteX856" fmla="*/ 6058717 w 7467600"/>
              <a:gd name="connsiteY856" fmla="*/ 865992 h 6858000"/>
              <a:gd name="connsiteX857" fmla="*/ 4974153 w 7467600"/>
              <a:gd name="connsiteY857" fmla="*/ 1045456 h 6858000"/>
              <a:gd name="connsiteX858" fmla="*/ 5627835 w 7467600"/>
              <a:gd name="connsiteY858" fmla="*/ 1472077 h 6858000"/>
              <a:gd name="connsiteX859" fmla="*/ 5629817 w 7467600"/>
              <a:gd name="connsiteY859" fmla="*/ 1471412 h 6858000"/>
              <a:gd name="connsiteX860" fmla="*/ 5634124 w 7467600"/>
              <a:gd name="connsiteY860" fmla="*/ 1470572 h 6858000"/>
              <a:gd name="connsiteX861" fmla="*/ 5755832 w 7467600"/>
              <a:gd name="connsiteY861" fmla="*/ 1383886 h 6858000"/>
              <a:gd name="connsiteX862" fmla="*/ 6014186 w 7467600"/>
              <a:gd name="connsiteY862" fmla="*/ 1279799 h 6858000"/>
              <a:gd name="connsiteX863" fmla="*/ 6901619 w 7467600"/>
              <a:gd name="connsiteY863" fmla="*/ 1047874 h 6858000"/>
              <a:gd name="connsiteX864" fmla="*/ 6931566 w 7467600"/>
              <a:gd name="connsiteY864" fmla="*/ 1062034 h 6858000"/>
              <a:gd name="connsiteX865" fmla="*/ 5790982 w 7467600"/>
              <a:gd name="connsiteY865" fmla="*/ 1561380 h 6858000"/>
              <a:gd name="connsiteX866" fmla="*/ 6188971 w 7467600"/>
              <a:gd name="connsiteY866" fmla="*/ 1755168 h 6858000"/>
              <a:gd name="connsiteX867" fmla="*/ 6202446 w 7467600"/>
              <a:gd name="connsiteY867" fmla="*/ 1752268 h 6858000"/>
              <a:gd name="connsiteX868" fmla="*/ 7179560 w 7467600"/>
              <a:gd name="connsiteY868" fmla="*/ 1467551 h 6858000"/>
              <a:gd name="connsiteX869" fmla="*/ 7158730 w 7467600"/>
              <a:gd name="connsiteY869" fmla="*/ 1507835 h 6858000"/>
              <a:gd name="connsiteX870" fmla="*/ 6326959 w 7467600"/>
              <a:gd name="connsiteY870" fmla="*/ 1817686 h 6858000"/>
              <a:gd name="connsiteX871" fmla="*/ 6537433 w 7467600"/>
              <a:gd name="connsiteY871" fmla="*/ 1907790 h 6858000"/>
              <a:gd name="connsiteX872" fmla="*/ 6550221 w 7467600"/>
              <a:gd name="connsiteY872" fmla="*/ 1910729 h 6858000"/>
              <a:gd name="connsiteX873" fmla="*/ 6964438 w 7467600"/>
              <a:gd name="connsiteY873" fmla="*/ 2209505 h 6858000"/>
              <a:gd name="connsiteX874" fmla="*/ 7367862 w 7467600"/>
              <a:gd name="connsiteY874" fmla="*/ 2806833 h 6858000"/>
              <a:gd name="connsiteX875" fmla="*/ 7364329 w 7467600"/>
              <a:gd name="connsiteY875" fmla="*/ 2826907 h 6858000"/>
              <a:gd name="connsiteX876" fmla="*/ 7290545 w 7467600"/>
              <a:gd name="connsiteY876" fmla="*/ 2850663 h 6858000"/>
              <a:gd name="connsiteX877" fmla="*/ 6472036 w 7467600"/>
              <a:gd name="connsiteY877" fmla="*/ 1959003 h 6858000"/>
              <a:gd name="connsiteX878" fmla="*/ 5792897 w 7467600"/>
              <a:gd name="connsiteY878" fmla="*/ 1647747 h 6858000"/>
              <a:gd name="connsiteX879" fmla="*/ 5842751 w 7467600"/>
              <a:gd name="connsiteY879" fmla="*/ 1816112 h 6858000"/>
              <a:gd name="connsiteX880" fmla="*/ 5847424 w 7467600"/>
              <a:gd name="connsiteY880" fmla="*/ 1815776 h 6858000"/>
              <a:gd name="connsiteX881" fmla="*/ 6399821 w 7467600"/>
              <a:gd name="connsiteY881" fmla="*/ 2344799 h 6858000"/>
              <a:gd name="connsiteX882" fmla="*/ 6323232 w 7467600"/>
              <a:gd name="connsiteY882" fmla="*/ 2389634 h 6858000"/>
              <a:gd name="connsiteX883" fmla="*/ 5942958 w 7467600"/>
              <a:gd name="connsiteY883" fmla="*/ 2077708 h 6858000"/>
              <a:gd name="connsiteX884" fmla="*/ 5921559 w 7467600"/>
              <a:gd name="connsiteY884" fmla="*/ 2378596 h 6858000"/>
              <a:gd name="connsiteX885" fmla="*/ 5817651 w 7467600"/>
              <a:gd name="connsiteY885" fmla="*/ 3023919 h 6858000"/>
              <a:gd name="connsiteX886" fmla="*/ 5729634 w 7467600"/>
              <a:gd name="connsiteY886" fmla="*/ 3051849 h 6858000"/>
              <a:gd name="connsiteX887" fmla="*/ 5611018 w 7467600"/>
              <a:gd name="connsiteY887" fmla="*/ 2316769 h 6858000"/>
              <a:gd name="connsiteX888" fmla="*/ 5687608 w 7467600"/>
              <a:gd name="connsiteY888" fmla="*/ 2039972 h 6858000"/>
              <a:gd name="connsiteX889" fmla="*/ 5657554 w 7467600"/>
              <a:gd name="connsiteY889" fmla="*/ 1576445 h 6858000"/>
              <a:gd name="connsiteX890" fmla="*/ 5150475 w 7467600"/>
              <a:gd name="connsiteY890" fmla="*/ 1274012 h 6858000"/>
              <a:gd name="connsiteX891" fmla="*/ 5349142 w 7467600"/>
              <a:gd name="connsiteY891" fmla="*/ 2204405 h 6858000"/>
              <a:gd name="connsiteX892" fmla="*/ 5262214 w 7467600"/>
              <a:gd name="connsiteY892" fmla="*/ 2233836 h 6858000"/>
              <a:gd name="connsiteX893" fmla="*/ 4981539 w 7467600"/>
              <a:gd name="connsiteY893" fmla="*/ 1542201 h 6858000"/>
              <a:gd name="connsiteX894" fmla="*/ 4958461 w 7467600"/>
              <a:gd name="connsiteY894" fmla="*/ 1136957 h 6858000"/>
              <a:gd name="connsiteX895" fmla="*/ 4655015 w 7467600"/>
              <a:gd name="connsiteY895" fmla="*/ 891426 h 6858000"/>
              <a:gd name="connsiteX896" fmla="*/ 4348002 w 7467600"/>
              <a:gd name="connsiteY896" fmla="*/ 2205895 h 6858000"/>
              <a:gd name="connsiteX897" fmla="*/ 4262250 w 7467600"/>
              <a:gd name="connsiteY897" fmla="*/ 2219972 h 6858000"/>
              <a:gd name="connsiteX898" fmla="*/ 4550611 w 7467600"/>
              <a:gd name="connsiteY898" fmla="*/ 817540 h 6858000"/>
              <a:gd name="connsiteX899" fmla="*/ 4564418 w 7467600"/>
              <a:gd name="connsiteY899" fmla="*/ 808293 h 6858000"/>
              <a:gd name="connsiteX900" fmla="*/ 4266388 w 7467600"/>
              <a:gd name="connsiteY900" fmla="*/ 500083 h 6858000"/>
              <a:gd name="connsiteX901" fmla="*/ 4032842 w 7467600"/>
              <a:gd name="connsiteY901" fmla="*/ 211809 h 6858000"/>
              <a:gd name="connsiteX902" fmla="*/ 3882765 w 7467600"/>
              <a:gd name="connsiteY902" fmla="*/ 0 h 6858000"/>
              <a:gd name="connsiteX903" fmla="*/ 3721337 w 7467600"/>
              <a:gd name="connsiteY903" fmla="*/ 0 h 6858000"/>
              <a:gd name="connsiteX904" fmla="*/ 3797544 w 7467600"/>
              <a:gd name="connsiteY904" fmla="*/ 0 h 6858000"/>
              <a:gd name="connsiteX905" fmla="*/ 3775734 w 7467600"/>
              <a:gd name="connsiteY905" fmla="*/ 95131 h 6858000"/>
              <a:gd name="connsiteX906" fmla="*/ 3724807 w 7467600"/>
              <a:gd name="connsiteY906" fmla="*/ 272257 h 6858000"/>
              <a:gd name="connsiteX907" fmla="*/ 3726844 w 7467600"/>
              <a:gd name="connsiteY907" fmla="*/ 282988 h 6858000"/>
              <a:gd name="connsiteX908" fmla="*/ 3742664 w 7467600"/>
              <a:gd name="connsiteY908" fmla="*/ 279918 h 6858000"/>
              <a:gd name="connsiteX909" fmla="*/ 4103910 w 7467600"/>
              <a:gd name="connsiteY909" fmla="*/ 1161917 h 6858000"/>
              <a:gd name="connsiteX910" fmla="*/ 4020269 w 7467600"/>
              <a:gd name="connsiteY910" fmla="*/ 1200406 h 6858000"/>
              <a:gd name="connsiteX911" fmla="*/ 3674882 w 7467600"/>
              <a:gd name="connsiteY911" fmla="*/ 488524 h 6858000"/>
              <a:gd name="connsiteX912" fmla="*/ 3132682 w 7467600"/>
              <a:gd name="connsiteY912" fmla="*/ 1072284 h 6858000"/>
              <a:gd name="connsiteX913" fmla="*/ 2716346 w 7467600"/>
              <a:gd name="connsiteY913" fmla="*/ 1276376 h 6858000"/>
              <a:gd name="connsiteX914" fmla="*/ 2716772 w 7467600"/>
              <a:gd name="connsiteY914" fmla="*/ 1255462 h 6858000"/>
              <a:gd name="connsiteX915" fmla="*/ 3471096 w 7467600"/>
              <a:gd name="connsiteY915" fmla="*/ 437072 h 6858000"/>
              <a:gd name="connsiteX916" fmla="*/ 3639057 w 7467600"/>
              <a:gd name="connsiteY916" fmla="*/ 286334 h 6858000"/>
              <a:gd name="connsiteX917" fmla="*/ 3640309 w 7467600"/>
              <a:gd name="connsiteY917" fmla="*/ 284664 h 6858000"/>
              <a:gd name="connsiteX918" fmla="*/ 3646022 w 7467600"/>
              <a:gd name="connsiteY918" fmla="*/ 276711 h 6858000"/>
              <a:gd name="connsiteX919" fmla="*/ 3707943 w 7467600"/>
              <a:gd name="connsiteY919" fmla="*/ 65958 h 6858000"/>
              <a:gd name="connsiteX920" fmla="*/ 3721337 w 7467600"/>
              <a:gd name="connsiteY920" fmla="*/ 0 h 6858000"/>
              <a:gd name="connsiteX921" fmla="*/ 2867960 w 7467600"/>
              <a:gd name="connsiteY921" fmla="*/ 0 h 6858000"/>
              <a:gd name="connsiteX922" fmla="*/ 2926351 w 7467600"/>
              <a:gd name="connsiteY922" fmla="*/ 0 h 6858000"/>
              <a:gd name="connsiteX923" fmla="*/ 2902823 w 7467600"/>
              <a:gd name="connsiteY923" fmla="*/ 262929 h 6858000"/>
              <a:gd name="connsiteX924" fmla="*/ 2940663 w 7467600"/>
              <a:gd name="connsiteY924" fmla="*/ 140884 h 6858000"/>
              <a:gd name="connsiteX925" fmla="*/ 2947039 w 7467600"/>
              <a:gd name="connsiteY925" fmla="*/ 122524 h 6858000"/>
              <a:gd name="connsiteX926" fmla="*/ 2984316 w 7467600"/>
              <a:gd name="connsiteY926" fmla="*/ 0 h 6858000"/>
              <a:gd name="connsiteX927" fmla="*/ 3016114 w 7467600"/>
              <a:gd name="connsiteY927" fmla="*/ 0 h 6858000"/>
              <a:gd name="connsiteX928" fmla="*/ 2979949 w 7467600"/>
              <a:gd name="connsiteY928" fmla="*/ 119274 h 6858000"/>
              <a:gd name="connsiteX929" fmla="*/ 3023879 w 7467600"/>
              <a:gd name="connsiteY929" fmla="*/ 0 h 6858000"/>
              <a:gd name="connsiteX930" fmla="*/ 3105400 w 7467600"/>
              <a:gd name="connsiteY930" fmla="*/ 0 h 6858000"/>
              <a:gd name="connsiteX931" fmla="*/ 3094669 w 7467600"/>
              <a:gd name="connsiteY931" fmla="*/ 30308 h 6858000"/>
              <a:gd name="connsiteX932" fmla="*/ 2901945 w 7467600"/>
              <a:gd name="connsiteY932" fmla="*/ 466538 h 6858000"/>
              <a:gd name="connsiteX933" fmla="*/ 2815209 w 7467600"/>
              <a:gd name="connsiteY933" fmla="*/ 497361 h 6858000"/>
              <a:gd name="connsiteX934" fmla="*/ 2844845 w 7467600"/>
              <a:gd name="connsiteY934" fmla="*/ 127638 h 6858000"/>
              <a:gd name="connsiteX935" fmla="*/ 2867960 w 7467600"/>
              <a:gd name="connsiteY935" fmla="*/ 0 h 6858000"/>
              <a:gd name="connsiteX936" fmla="*/ 1057230 w 7467600"/>
              <a:gd name="connsiteY936" fmla="*/ 0 h 6858000"/>
              <a:gd name="connsiteX937" fmla="*/ 1111003 w 7467600"/>
              <a:gd name="connsiteY937" fmla="*/ 0 h 6858000"/>
              <a:gd name="connsiteX938" fmla="*/ 1125553 w 7467600"/>
              <a:gd name="connsiteY938" fmla="*/ 52588 h 6858000"/>
              <a:gd name="connsiteX939" fmla="*/ 1304276 w 7467600"/>
              <a:gd name="connsiteY939" fmla="*/ 476275 h 6858000"/>
              <a:gd name="connsiteX940" fmla="*/ 1492066 w 7467600"/>
              <a:gd name="connsiteY940" fmla="*/ 886333 h 6858000"/>
              <a:gd name="connsiteX941" fmla="*/ 1423698 w 7467600"/>
              <a:gd name="connsiteY941" fmla="*/ 710817 h 6858000"/>
              <a:gd name="connsiteX942" fmla="*/ 1357609 w 7467600"/>
              <a:gd name="connsiteY942" fmla="*/ 532892 h 6858000"/>
              <a:gd name="connsiteX943" fmla="*/ 1309550 w 7467600"/>
              <a:gd name="connsiteY943" fmla="*/ 374031 h 6858000"/>
              <a:gd name="connsiteX944" fmla="*/ 1193673 w 7467600"/>
              <a:gd name="connsiteY944" fmla="*/ 49533 h 6858000"/>
              <a:gd name="connsiteX945" fmla="*/ 1164391 w 7467600"/>
              <a:gd name="connsiteY945" fmla="*/ 0 h 6858000"/>
              <a:gd name="connsiteX946" fmla="*/ 1200666 w 7467600"/>
              <a:gd name="connsiteY946" fmla="*/ 0 h 6858000"/>
              <a:gd name="connsiteX947" fmla="*/ 1223408 w 7467600"/>
              <a:gd name="connsiteY947" fmla="*/ 38996 h 6858000"/>
              <a:gd name="connsiteX948" fmla="*/ 1339635 w 7467600"/>
              <a:gd name="connsiteY948" fmla="*/ 365517 h 6858000"/>
              <a:gd name="connsiteX949" fmla="*/ 1387469 w 7467600"/>
              <a:gd name="connsiteY949" fmla="*/ 523079 h 6858000"/>
              <a:gd name="connsiteX950" fmla="*/ 1452685 w 7467600"/>
              <a:gd name="connsiteY950" fmla="*/ 699806 h 6858000"/>
              <a:gd name="connsiteX951" fmla="*/ 1492092 w 7467600"/>
              <a:gd name="connsiteY951" fmla="*/ 800424 h 6858000"/>
              <a:gd name="connsiteX952" fmla="*/ 1455302 w 7467600"/>
              <a:gd name="connsiteY952" fmla="*/ 632913 h 6858000"/>
              <a:gd name="connsiteX953" fmla="*/ 1222336 w 7467600"/>
              <a:gd name="connsiteY953" fmla="*/ 9480 h 6858000"/>
              <a:gd name="connsiteX954" fmla="*/ 1214634 w 7467600"/>
              <a:gd name="connsiteY954" fmla="*/ 0 h 6858000"/>
              <a:gd name="connsiteX955" fmla="*/ 1289827 w 7467600"/>
              <a:gd name="connsiteY955" fmla="*/ 0 h 6858000"/>
              <a:gd name="connsiteX956" fmla="*/ 1321076 w 7467600"/>
              <a:gd name="connsiteY956" fmla="*/ 59722 h 6858000"/>
              <a:gd name="connsiteX957" fmla="*/ 1512579 w 7467600"/>
              <a:gd name="connsiteY957" fmla="*/ 626441 h 6858000"/>
              <a:gd name="connsiteX958" fmla="*/ 1506076 w 7467600"/>
              <a:gd name="connsiteY958" fmla="*/ 1089289 h 6858000"/>
              <a:gd name="connsiteX959" fmla="*/ 1486346 w 7467600"/>
              <a:gd name="connsiteY959" fmla="*/ 1079919 h 6858000"/>
              <a:gd name="connsiteX960" fmla="*/ 1070511 w 7467600"/>
              <a:gd name="connsiteY960" fmla="*/ 48609 h 6858000"/>
              <a:gd name="connsiteX961" fmla="*/ 1057230 w 7467600"/>
              <a:gd name="connsiteY961" fmla="*/ 0 h 6858000"/>
              <a:gd name="connsiteX962" fmla="*/ 43151 w 7467600"/>
              <a:gd name="connsiteY962" fmla="*/ 0 h 6858000"/>
              <a:gd name="connsiteX963" fmla="*/ 95283 w 7467600"/>
              <a:gd name="connsiteY963" fmla="*/ 0 h 6858000"/>
              <a:gd name="connsiteX964" fmla="*/ 300708 w 7467600"/>
              <a:gd name="connsiteY964" fmla="*/ 154571 h 6858000"/>
              <a:gd name="connsiteX965" fmla="*/ 530414 w 7467600"/>
              <a:gd name="connsiteY965" fmla="*/ 354673 h 6858000"/>
              <a:gd name="connsiteX966" fmla="*/ 333785 w 7467600"/>
              <a:gd name="connsiteY966" fmla="*/ 161564 h 6858000"/>
              <a:gd name="connsiteX967" fmla="*/ 147005 w 7467600"/>
              <a:gd name="connsiteY967" fmla="*/ 0 h 6858000"/>
              <a:gd name="connsiteX968" fmla="*/ 272509 w 7467600"/>
              <a:gd name="connsiteY968" fmla="*/ 0 h 6858000"/>
              <a:gd name="connsiteX969" fmla="*/ 326276 w 7467600"/>
              <a:gd name="connsiteY969" fmla="*/ 45847 h 6858000"/>
              <a:gd name="connsiteX970" fmla="*/ 823759 w 7467600"/>
              <a:gd name="connsiteY970" fmla="*/ 574145 h 6858000"/>
              <a:gd name="connsiteX971" fmla="*/ 811254 w 7467600"/>
              <a:gd name="connsiteY971" fmla="*/ 665546 h 6858000"/>
              <a:gd name="connsiteX972" fmla="*/ 154042 w 7467600"/>
              <a:gd name="connsiteY972" fmla="*/ 261522 h 6858000"/>
              <a:gd name="connsiteX973" fmla="*/ 13550 w 7467600"/>
              <a:gd name="connsiteY973" fmla="*/ 158423 h 6858000"/>
              <a:gd name="connsiteX974" fmla="*/ 0 w 7467600"/>
              <a:gd name="connsiteY974" fmla="*/ 146618 h 6858000"/>
              <a:gd name="connsiteX975" fmla="*/ 0 w 7467600"/>
              <a:gd name="connsiteY975" fmla="*/ 59161 h 6858000"/>
              <a:gd name="connsiteX976" fmla="*/ 45427 w 7467600"/>
              <a:gd name="connsiteY976" fmla="*/ 101078 h 6858000"/>
              <a:gd name="connsiteX977" fmla="*/ 630103 w 7467600"/>
              <a:gd name="connsiteY977" fmla="*/ 485885 h 6858000"/>
              <a:gd name="connsiteX978" fmla="*/ 532040 w 7467600"/>
              <a:gd name="connsiteY978" fmla="*/ 399359 h 6858000"/>
              <a:gd name="connsiteX979" fmla="*/ 517618 w 7467600"/>
              <a:gd name="connsiteY979" fmla="*/ 385726 h 6858000"/>
              <a:gd name="connsiteX980" fmla="*/ 285074 w 7467600"/>
              <a:gd name="connsiteY980" fmla="*/ 182755 h 6858000"/>
              <a:gd name="connsiteX981" fmla="*/ 43151 w 7467600"/>
              <a:gd name="connsiteY98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44835 w 7467600"/>
              <a:gd name="connsiteY76" fmla="*/ 5424988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356878 w 7467600"/>
              <a:gd name="connsiteY90" fmla="*/ 5981332 h 6858000"/>
              <a:gd name="connsiteX91" fmla="*/ 7467600 w 7467600"/>
              <a:gd name="connsiteY91" fmla="*/ 6117703 h 6858000"/>
              <a:gd name="connsiteX92" fmla="*/ 7467600 w 7467600"/>
              <a:gd name="connsiteY92" fmla="*/ 6163634 h 6858000"/>
              <a:gd name="connsiteX93" fmla="*/ 7403637 w 7467600"/>
              <a:gd name="connsiteY93" fmla="*/ 6083957 h 6858000"/>
              <a:gd name="connsiteX94" fmla="*/ 7254615 w 7467600"/>
              <a:gd name="connsiteY94" fmla="*/ 5911918 h 6858000"/>
              <a:gd name="connsiteX95" fmla="*/ 7312589 w 7467600"/>
              <a:gd name="connsiteY95" fmla="*/ 5982309 h 6858000"/>
              <a:gd name="connsiteX96" fmla="*/ 7448321 w 7467600"/>
              <a:gd name="connsiteY96" fmla="*/ 6190991 h 6858000"/>
              <a:gd name="connsiteX97" fmla="*/ 7467600 w 7467600"/>
              <a:gd name="connsiteY97" fmla="*/ 6221686 h 6858000"/>
              <a:gd name="connsiteX98" fmla="*/ 7467600 w 7467600"/>
              <a:gd name="connsiteY98" fmla="*/ 6334256 h 6858000"/>
              <a:gd name="connsiteX99" fmla="*/ 7454976 w 7467600"/>
              <a:gd name="connsiteY99" fmla="*/ 6318297 h 6858000"/>
              <a:gd name="connsiteX100" fmla="*/ 7042773 w 7467600"/>
              <a:gd name="connsiteY100" fmla="*/ 5734011 h 6858000"/>
              <a:gd name="connsiteX101" fmla="*/ 6844835 w 7467600"/>
              <a:gd name="connsiteY101" fmla="*/ 5424988 h 6858000"/>
              <a:gd name="connsiteX102" fmla="*/ 1456157 w 7467600"/>
              <a:gd name="connsiteY102" fmla="*/ 5371404 h 6858000"/>
              <a:gd name="connsiteX103" fmla="*/ 1244432 w 7467600"/>
              <a:gd name="connsiteY103" fmla="*/ 5385601 h 6858000"/>
              <a:gd name="connsiteX104" fmla="*/ 973990 w 7467600"/>
              <a:gd name="connsiteY104" fmla="*/ 5424940 h 6858000"/>
              <a:gd name="connsiteX105" fmla="*/ 1103809 w 7467600"/>
              <a:gd name="connsiteY105" fmla="*/ 5433720 h 6858000"/>
              <a:gd name="connsiteX106" fmla="*/ 1123454 w 7467600"/>
              <a:gd name="connsiteY106" fmla="*/ 5435727 h 6858000"/>
              <a:gd name="connsiteX107" fmla="*/ 1737017 w 7467600"/>
              <a:gd name="connsiteY107" fmla="*/ 5452183 h 6858000"/>
              <a:gd name="connsiteX108" fmla="*/ 1824397 w 7467600"/>
              <a:gd name="connsiteY108" fmla="*/ 5447757 h 6858000"/>
              <a:gd name="connsiteX109" fmla="*/ 2070059 w 7467600"/>
              <a:gd name="connsiteY109" fmla="*/ 5441660 h 6858000"/>
              <a:gd name="connsiteX110" fmla="*/ 1456157 w 7467600"/>
              <a:gd name="connsiteY110" fmla="*/ 5371404 h 6858000"/>
              <a:gd name="connsiteX111" fmla="*/ 4988186 w 7467600"/>
              <a:gd name="connsiteY111" fmla="*/ 5216467 h 6858000"/>
              <a:gd name="connsiteX112" fmla="*/ 4777334 w 7467600"/>
              <a:gd name="connsiteY112" fmla="*/ 5406072 h 6858000"/>
              <a:gd name="connsiteX113" fmla="*/ 4718341 w 7467600"/>
              <a:gd name="connsiteY113" fmla="*/ 5468043 h 6858000"/>
              <a:gd name="connsiteX114" fmla="*/ 4604655 w 7467600"/>
              <a:gd name="connsiteY114" fmla="*/ 5583434 h 6858000"/>
              <a:gd name="connsiteX115" fmla="*/ 4565074 w 7467600"/>
              <a:gd name="connsiteY115" fmla="*/ 5618550 h 6858000"/>
              <a:gd name="connsiteX116" fmla="*/ 4988186 w 7467600"/>
              <a:gd name="connsiteY116" fmla="*/ 5216467 h 6858000"/>
              <a:gd name="connsiteX117" fmla="*/ 4978032 w 7467600"/>
              <a:gd name="connsiteY117" fmla="*/ 5183809 h 6858000"/>
              <a:gd name="connsiteX118" fmla="*/ 4463413 w 7467600"/>
              <a:gd name="connsiteY118" fmla="*/ 5615162 h 6858000"/>
              <a:gd name="connsiteX119" fmla="*/ 4358134 w 7467600"/>
              <a:gd name="connsiteY119" fmla="*/ 5742791 h 6858000"/>
              <a:gd name="connsiteX120" fmla="*/ 4376219 w 7467600"/>
              <a:gd name="connsiteY120" fmla="*/ 5729027 h 6858000"/>
              <a:gd name="connsiteX121" fmla="*/ 4582340 w 7467600"/>
              <a:gd name="connsiteY121" fmla="*/ 5561037 h 6858000"/>
              <a:gd name="connsiteX122" fmla="*/ 4694684 w 7467600"/>
              <a:gd name="connsiteY122" fmla="*/ 5447098 h 6858000"/>
              <a:gd name="connsiteX123" fmla="*/ 4754123 w 7467600"/>
              <a:gd name="connsiteY123" fmla="*/ 5384643 h 6858000"/>
              <a:gd name="connsiteX124" fmla="*/ 4978032 w 7467600"/>
              <a:gd name="connsiteY124" fmla="*/ 5183809 h 6858000"/>
              <a:gd name="connsiteX125" fmla="*/ 1903353 w 7467600"/>
              <a:gd name="connsiteY125" fmla="*/ 5044827 h 6858000"/>
              <a:gd name="connsiteX126" fmla="*/ 1936931 w 7467600"/>
              <a:gd name="connsiteY126" fmla="*/ 5093954 h 6858000"/>
              <a:gd name="connsiteX127" fmla="*/ 2195868 w 7467600"/>
              <a:gd name="connsiteY127" fmla="*/ 5396574 h 6858000"/>
              <a:gd name="connsiteX128" fmla="*/ 2088852 w 7467600"/>
              <a:gd name="connsiteY128" fmla="*/ 5166123 h 6858000"/>
              <a:gd name="connsiteX129" fmla="*/ 1958241 w 7467600"/>
              <a:gd name="connsiteY129" fmla="*/ 5067955 h 6858000"/>
              <a:gd name="connsiteX130" fmla="*/ 1903353 w 7467600"/>
              <a:gd name="connsiteY130" fmla="*/ 5044827 h 6858000"/>
              <a:gd name="connsiteX131" fmla="*/ 1979378 w 7467600"/>
              <a:gd name="connsiteY131" fmla="*/ 4769504 h 6858000"/>
              <a:gd name="connsiteX132" fmla="*/ 2882120 w 7467600"/>
              <a:gd name="connsiteY132" fmla="*/ 5064547 h 6858000"/>
              <a:gd name="connsiteX133" fmla="*/ 2793103 w 7467600"/>
              <a:gd name="connsiteY133" fmla="*/ 5039699 h 6858000"/>
              <a:gd name="connsiteX134" fmla="*/ 2770041 w 7467600"/>
              <a:gd name="connsiteY134" fmla="*/ 5033634 h 6858000"/>
              <a:gd name="connsiteX135" fmla="*/ 1979378 w 7467600"/>
              <a:gd name="connsiteY135" fmla="*/ 4769504 h 6858000"/>
              <a:gd name="connsiteX136" fmla="*/ 1927410 w 7467600"/>
              <a:gd name="connsiteY136" fmla="*/ 4716164 h 6858000"/>
              <a:gd name="connsiteX137" fmla="*/ 1959587 w 7467600"/>
              <a:gd name="connsiteY137" fmla="*/ 4728849 h 6858000"/>
              <a:gd name="connsiteX138" fmla="*/ 2777707 w 7467600"/>
              <a:gd name="connsiteY138" fmla="*/ 5003991 h 6858000"/>
              <a:gd name="connsiteX139" fmla="*/ 2800768 w 7467600"/>
              <a:gd name="connsiteY139" fmla="*/ 5010056 h 6858000"/>
              <a:gd name="connsiteX140" fmla="*/ 2879408 w 7467600"/>
              <a:gd name="connsiteY140" fmla="*/ 5031590 h 6858000"/>
              <a:gd name="connsiteX141" fmla="*/ 2862295 w 7467600"/>
              <a:gd name="connsiteY141" fmla="*/ 5022958 h 6858000"/>
              <a:gd name="connsiteX142" fmla="*/ 2813343 w 7467600"/>
              <a:gd name="connsiteY142" fmla="*/ 4998369 h 6858000"/>
              <a:gd name="connsiteX143" fmla="*/ 2646245 w 7467600"/>
              <a:gd name="connsiteY143" fmla="*/ 4930999 h 6858000"/>
              <a:gd name="connsiteX144" fmla="*/ 1999243 w 7467600"/>
              <a:gd name="connsiteY144" fmla="*/ 4730524 h 6858000"/>
              <a:gd name="connsiteX145" fmla="*/ 1979527 w 7467600"/>
              <a:gd name="connsiteY145" fmla="*/ 4726651 h 6858000"/>
              <a:gd name="connsiteX146" fmla="*/ 1927410 w 7467600"/>
              <a:gd name="connsiteY146" fmla="*/ 4716164 h 6858000"/>
              <a:gd name="connsiteX147" fmla="*/ 1997014 w 7467600"/>
              <a:gd name="connsiteY147" fmla="*/ 4698007 h 6858000"/>
              <a:gd name="connsiteX148" fmla="*/ 2005458 w 7467600"/>
              <a:gd name="connsiteY148" fmla="*/ 4699540 h 6858000"/>
              <a:gd name="connsiteX149" fmla="*/ 2657186 w 7467600"/>
              <a:gd name="connsiteY149" fmla="*/ 4901687 h 6858000"/>
              <a:gd name="connsiteX150" fmla="*/ 2826662 w 7467600"/>
              <a:gd name="connsiteY150" fmla="*/ 4970362 h 6858000"/>
              <a:gd name="connsiteX151" fmla="*/ 2876100 w 7467600"/>
              <a:gd name="connsiteY151" fmla="*/ 4995397 h 6858000"/>
              <a:gd name="connsiteX152" fmla="*/ 3042600 w 7467600"/>
              <a:gd name="connsiteY152" fmla="*/ 5059532 h 6858000"/>
              <a:gd name="connsiteX153" fmla="*/ 1997014 w 7467600"/>
              <a:gd name="connsiteY153" fmla="*/ 4698007 h 6858000"/>
              <a:gd name="connsiteX154" fmla="*/ 2305292 w 7467600"/>
              <a:gd name="connsiteY154" fmla="*/ 4219492 h 6858000"/>
              <a:gd name="connsiteX155" fmla="*/ 3360922 w 7467600"/>
              <a:gd name="connsiteY155" fmla="*/ 4529373 h 6858000"/>
              <a:gd name="connsiteX156" fmla="*/ 3492420 w 7467600"/>
              <a:gd name="connsiteY156" fmla="*/ 4510145 h 6858000"/>
              <a:gd name="connsiteX157" fmla="*/ 3364086 w 7467600"/>
              <a:gd name="connsiteY157" fmla="*/ 4480340 h 6858000"/>
              <a:gd name="connsiteX158" fmla="*/ 3225818 w 7467600"/>
              <a:gd name="connsiteY158" fmla="*/ 4411822 h 6858000"/>
              <a:gd name="connsiteX159" fmla="*/ 3129696 w 7467600"/>
              <a:gd name="connsiteY159" fmla="*/ 4360704 h 6858000"/>
              <a:gd name="connsiteX160" fmla="*/ 2814545 w 7467600"/>
              <a:gd name="connsiteY160" fmla="*/ 4282955 h 6858000"/>
              <a:gd name="connsiteX161" fmla="*/ 2305292 w 7467600"/>
              <a:gd name="connsiteY161" fmla="*/ 4219492 h 6858000"/>
              <a:gd name="connsiteX162" fmla="*/ 2626982 w 7467600"/>
              <a:gd name="connsiteY162" fmla="*/ 4206450 h 6858000"/>
              <a:gd name="connsiteX163" fmla="*/ 2490617 w 7467600"/>
              <a:gd name="connsiteY163" fmla="*/ 4206951 h 6858000"/>
              <a:gd name="connsiteX164" fmla="*/ 2819869 w 7467600"/>
              <a:gd name="connsiteY164" fmla="*/ 4252936 h 6858000"/>
              <a:gd name="connsiteX165" fmla="*/ 3143018 w 7467600"/>
              <a:gd name="connsiteY165" fmla="*/ 4332698 h 6858000"/>
              <a:gd name="connsiteX166" fmla="*/ 3241520 w 7467600"/>
              <a:gd name="connsiteY166" fmla="*/ 4385112 h 6858000"/>
              <a:gd name="connsiteX167" fmla="*/ 3374575 w 7467600"/>
              <a:gd name="connsiteY167" fmla="*/ 4451517 h 6858000"/>
              <a:gd name="connsiteX168" fmla="*/ 3505221 w 7467600"/>
              <a:gd name="connsiteY168" fmla="*/ 4480757 h 6858000"/>
              <a:gd name="connsiteX169" fmla="*/ 2626982 w 7467600"/>
              <a:gd name="connsiteY169" fmla="*/ 4206450 h 6858000"/>
              <a:gd name="connsiteX170" fmla="*/ 1310106 w 7467600"/>
              <a:gd name="connsiteY170" fmla="*/ 3943217 h 6858000"/>
              <a:gd name="connsiteX171" fmla="*/ 854994 w 7467600"/>
              <a:gd name="connsiteY171" fmla="*/ 4399136 h 6858000"/>
              <a:gd name="connsiteX172" fmla="*/ 742462 w 7467600"/>
              <a:gd name="connsiteY172" fmla="*/ 4594648 h 6858000"/>
              <a:gd name="connsiteX173" fmla="*/ 820602 w 7467600"/>
              <a:gd name="connsiteY173" fmla="*/ 4485915 h 6858000"/>
              <a:gd name="connsiteX174" fmla="*/ 878295 w 7467600"/>
              <a:gd name="connsiteY174" fmla="*/ 4403594 h 6858000"/>
              <a:gd name="connsiteX175" fmla="*/ 1240607 w 7467600"/>
              <a:gd name="connsiteY175" fmla="*/ 4010401 h 6858000"/>
              <a:gd name="connsiteX176" fmla="*/ 1310106 w 7467600"/>
              <a:gd name="connsiteY176" fmla="*/ 3943217 h 6858000"/>
              <a:gd name="connsiteX177" fmla="*/ 1423113 w 7467600"/>
              <a:gd name="connsiteY177" fmla="*/ 3874565 h 6858000"/>
              <a:gd name="connsiteX178" fmla="*/ 1260565 w 7467600"/>
              <a:gd name="connsiteY178" fmla="*/ 4031982 h 6858000"/>
              <a:gd name="connsiteX179" fmla="*/ 901900 w 7467600"/>
              <a:gd name="connsiteY179" fmla="*/ 4421236 h 6858000"/>
              <a:gd name="connsiteX180" fmla="*/ 845044 w 7467600"/>
              <a:gd name="connsiteY180" fmla="*/ 4502436 h 6858000"/>
              <a:gd name="connsiteX181" fmla="*/ 685926 w 7467600"/>
              <a:gd name="connsiteY181" fmla="*/ 4703069 h 6858000"/>
              <a:gd name="connsiteX182" fmla="*/ 684248 w 7467600"/>
              <a:gd name="connsiteY182" fmla="*/ 4706721 h 6858000"/>
              <a:gd name="connsiteX183" fmla="*/ 1423113 w 7467600"/>
              <a:gd name="connsiteY183" fmla="*/ 3874565 h 6858000"/>
              <a:gd name="connsiteX184" fmla="*/ 3316479 w 7467600"/>
              <a:gd name="connsiteY184" fmla="*/ 3872136 h 6858000"/>
              <a:gd name="connsiteX185" fmla="*/ 3546806 w 7467600"/>
              <a:gd name="connsiteY185" fmla="*/ 4356139 h 6858000"/>
              <a:gd name="connsiteX186" fmla="*/ 3364433 w 7467600"/>
              <a:gd name="connsiteY186" fmla="*/ 3953121 h 6858000"/>
              <a:gd name="connsiteX187" fmla="*/ 3316479 w 7467600"/>
              <a:gd name="connsiteY187" fmla="*/ 3872136 h 6858000"/>
              <a:gd name="connsiteX188" fmla="*/ 3291335 w 7467600"/>
              <a:gd name="connsiteY188" fmla="*/ 3767420 h 6858000"/>
              <a:gd name="connsiteX189" fmla="*/ 3390805 w 7467600"/>
              <a:gd name="connsiteY189" fmla="*/ 3937163 h 6858000"/>
              <a:gd name="connsiteX190" fmla="*/ 3579062 w 7467600"/>
              <a:gd name="connsiteY190" fmla="*/ 4359040 h 6858000"/>
              <a:gd name="connsiteX191" fmla="*/ 3467355 w 7467600"/>
              <a:gd name="connsiteY191" fmla="*/ 3988130 h 6858000"/>
              <a:gd name="connsiteX192" fmla="*/ 3310753 w 7467600"/>
              <a:gd name="connsiteY192" fmla="*/ 3787140 h 6858000"/>
              <a:gd name="connsiteX193" fmla="*/ 3291335 w 7467600"/>
              <a:gd name="connsiteY193" fmla="*/ 3767420 h 6858000"/>
              <a:gd name="connsiteX194" fmla="*/ 1635889 w 7467600"/>
              <a:gd name="connsiteY194" fmla="*/ 3709494 h 6858000"/>
              <a:gd name="connsiteX195" fmla="*/ 1634800 w 7467600"/>
              <a:gd name="connsiteY195" fmla="*/ 3731111 h 6858000"/>
              <a:gd name="connsiteX196" fmla="*/ 1635889 w 7467600"/>
              <a:gd name="connsiteY196" fmla="*/ 3709494 h 6858000"/>
              <a:gd name="connsiteX197" fmla="*/ 1510397 w 7467600"/>
              <a:gd name="connsiteY197" fmla="*/ 3684705 h 6858000"/>
              <a:gd name="connsiteX198" fmla="*/ 1146550 w 7467600"/>
              <a:gd name="connsiteY198" fmla="*/ 3802012 h 6858000"/>
              <a:gd name="connsiteX199" fmla="*/ 698834 w 7467600"/>
              <a:gd name="connsiteY199" fmla="*/ 3952272 h 6858000"/>
              <a:gd name="connsiteX200" fmla="*/ 34256 w 7467600"/>
              <a:gd name="connsiteY200" fmla="*/ 4347603 h 6858000"/>
              <a:gd name="connsiteX201" fmla="*/ 527241 w 7467600"/>
              <a:gd name="connsiteY201" fmla="*/ 4065078 h 6858000"/>
              <a:gd name="connsiteX202" fmla="*/ 1510397 w 7467600"/>
              <a:gd name="connsiteY202" fmla="*/ 3684705 h 6858000"/>
              <a:gd name="connsiteX203" fmla="*/ 1313114 w 7467600"/>
              <a:gd name="connsiteY203" fmla="*/ 3655216 h 6858000"/>
              <a:gd name="connsiteX204" fmla="*/ 1109304 w 7467600"/>
              <a:gd name="connsiteY204" fmla="*/ 3669030 h 6858000"/>
              <a:gd name="connsiteX205" fmla="*/ 8129 w 7467600"/>
              <a:gd name="connsiteY205" fmla="*/ 4330519 h 6858000"/>
              <a:gd name="connsiteX206" fmla="*/ 687572 w 7467600"/>
              <a:gd name="connsiteY206" fmla="*/ 3925629 h 6858000"/>
              <a:gd name="connsiteX207" fmla="*/ 1138365 w 7467600"/>
              <a:gd name="connsiteY207" fmla="*/ 3774515 h 6858000"/>
              <a:gd name="connsiteX208" fmla="*/ 1505579 w 7467600"/>
              <a:gd name="connsiteY208" fmla="*/ 3655526 h 6858000"/>
              <a:gd name="connsiteX209" fmla="*/ 1313114 w 7467600"/>
              <a:gd name="connsiteY209" fmla="*/ 3655216 h 6858000"/>
              <a:gd name="connsiteX210" fmla="*/ 3655073 w 7467600"/>
              <a:gd name="connsiteY210" fmla="*/ 3650884 h 6858000"/>
              <a:gd name="connsiteX211" fmla="*/ 3989938 w 7467600"/>
              <a:gd name="connsiteY211" fmla="*/ 3991685 h 6858000"/>
              <a:gd name="connsiteX212" fmla="*/ 4393907 w 7467600"/>
              <a:gd name="connsiteY212" fmla="*/ 4261258 h 6858000"/>
              <a:gd name="connsiteX213" fmla="*/ 4648051 w 7467600"/>
              <a:gd name="connsiteY213" fmla="*/ 4374051 h 6858000"/>
              <a:gd name="connsiteX214" fmla="*/ 4383389 w 7467600"/>
              <a:gd name="connsiteY214" fmla="*/ 4184369 h 6858000"/>
              <a:gd name="connsiteX215" fmla="*/ 4165508 w 7467600"/>
              <a:gd name="connsiteY215" fmla="*/ 4035196 h 6858000"/>
              <a:gd name="connsiteX216" fmla="*/ 4068162 w 7467600"/>
              <a:gd name="connsiteY216" fmla="*/ 3953394 h 6858000"/>
              <a:gd name="connsiteX217" fmla="*/ 3981416 w 7467600"/>
              <a:gd name="connsiteY217" fmla="*/ 3880482 h 6858000"/>
              <a:gd name="connsiteX218" fmla="*/ 3800147 w 7467600"/>
              <a:gd name="connsiteY218" fmla="*/ 3749872 h 6858000"/>
              <a:gd name="connsiteX219" fmla="*/ 3655073 w 7467600"/>
              <a:gd name="connsiteY219" fmla="*/ 3650884 h 6858000"/>
              <a:gd name="connsiteX220" fmla="*/ 3670252 w 7467600"/>
              <a:gd name="connsiteY220" fmla="*/ 3622798 h 6858000"/>
              <a:gd name="connsiteX221" fmla="*/ 3817258 w 7467600"/>
              <a:gd name="connsiteY221" fmla="*/ 3723577 h 6858000"/>
              <a:gd name="connsiteX222" fmla="*/ 4000461 w 7467600"/>
              <a:gd name="connsiteY222" fmla="*/ 3855966 h 6858000"/>
              <a:gd name="connsiteX223" fmla="*/ 4088180 w 7467600"/>
              <a:gd name="connsiteY223" fmla="*/ 3929774 h 6858000"/>
              <a:gd name="connsiteX224" fmla="*/ 4184555 w 7467600"/>
              <a:gd name="connsiteY224" fmla="*/ 4010683 h 6858000"/>
              <a:gd name="connsiteX225" fmla="*/ 4399563 w 7467600"/>
              <a:gd name="connsiteY225" fmla="*/ 4158106 h 6858000"/>
              <a:gd name="connsiteX226" fmla="*/ 4684469 w 7467600"/>
              <a:gd name="connsiteY226" fmla="*/ 4364680 h 6858000"/>
              <a:gd name="connsiteX227" fmla="*/ 4690271 w 7467600"/>
              <a:gd name="connsiteY227" fmla="*/ 4370034 h 6858000"/>
              <a:gd name="connsiteX228" fmla="*/ 4136093 w 7467600"/>
              <a:gd name="connsiteY228" fmla="*/ 3858466 h 6858000"/>
              <a:gd name="connsiteX229" fmla="*/ 3670252 w 7467600"/>
              <a:gd name="connsiteY229" fmla="*/ 3622798 h 6858000"/>
              <a:gd name="connsiteX230" fmla="*/ 4440129 w 7467600"/>
              <a:gd name="connsiteY230" fmla="*/ 3448571 h 6858000"/>
              <a:gd name="connsiteX231" fmla="*/ 4856525 w 7467600"/>
              <a:gd name="connsiteY231" fmla="*/ 3915351 h 6858000"/>
              <a:gd name="connsiteX232" fmla="*/ 5059055 w 7467600"/>
              <a:gd name="connsiteY232" fmla="*/ 4108918 h 6858000"/>
              <a:gd name="connsiteX233" fmla="*/ 5290070 w 7467600"/>
              <a:gd name="connsiteY233" fmla="*/ 4263619 h 6858000"/>
              <a:gd name="connsiteX234" fmla="*/ 4834991 w 7467600"/>
              <a:gd name="connsiteY234" fmla="*/ 3830985 h 6858000"/>
              <a:gd name="connsiteX235" fmla="*/ 4440129 w 7467600"/>
              <a:gd name="connsiteY235" fmla="*/ 3448571 h 6858000"/>
              <a:gd name="connsiteX236" fmla="*/ 4441737 w 7467600"/>
              <a:gd name="connsiteY236" fmla="*/ 3399734 h 6858000"/>
              <a:gd name="connsiteX237" fmla="*/ 4431236 w 7467600"/>
              <a:gd name="connsiteY237" fmla="*/ 3400954 h 6858000"/>
              <a:gd name="connsiteX238" fmla="*/ 4557150 w 7467600"/>
              <a:gd name="connsiteY238" fmla="*/ 3510023 h 6858000"/>
              <a:gd name="connsiteX239" fmla="*/ 4856936 w 7467600"/>
              <a:gd name="connsiteY239" fmla="*/ 3809146 h 6858000"/>
              <a:gd name="connsiteX240" fmla="*/ 5111996 w 7467600"/>
              <a:gd name="connsiteY240" fmla="*/ 4065759 h 6858000"/>
              <a:gd name="connsiteX241" fmla="*/ 5388878 w 7467600"/>
              <a:gd name="connsiteY241" fmla="*/ 4300185 h 6858000"/>
              <a:gd name="connsiteX242" fmla="*/ 5425556 w 7467600"/>
              <a:gd name="connsiteY242" fmla="*/ 4308967 h 6858000"/>
              <a:gd name="connsiteX243" fmla="*/ 4943646 w 7467600"/>
              <a:gd name="connsiteY243" fmla="*/ 3822916 h 6858000"/>
              <a:gd name="connsiteX244" fmla="*/ 4594837 w 7467600"/>
              <a:gd name="connsiteY244" fmla="*/ 3532274 h 6858000"/>
              <a:gd name="connsiteX245" fmla="*/ 4441737 w 7467600"/>
              <a:gd name="connsiteY245" fmla="*/ 3399734 h 6858000"/>
              <a:gd name="connsiteX246" fmla="*/ 5425834 w 7467600"/>
              <a:gd name="connsiteY246" fmla="*/ 3162785 h 6858000"/>
              <a:gd name="connsiteX247" fmla="*/ 5401644 w 7467600"/>
              <a:gd name="connsiteY247" fmla="*/ 3617847 h 6858000"/>
              <a:gd name="connsiteX248" fmla="*/ 5467256 w 7467600"/>
              <a:gd name="connsiteY248" fmla="*/ 4175494 h 6858000"/>
              <a:gd name="connsiteX249" fmla="*/ 5448069 w 7467600"/>
              <a:gd name="connsiteY249" fmla="*/ 3567554 h 6858000"/>
              <a:gd name="connsiteX250" fmla="*/ 5425834 w 7467600"/>
              <a:gd name="connsiteY250" fmla="*/ 3162785 h 6858000"/>
              <a:gd name="connsiteX251" fmla="*/ 1318687 w 7467600"/>
              <a:gd name="connsiteY251" fmla="*/ 3113840 h 6858000"/>
              <a:gd name="connsiteX252" fmla="*/ 1066793 w 7467600"/>
              <a:gd name="connsiteY252" fmla="*/ 3212171 h 6858000"/>
              <a:gd name="connsiteX253" fmla="*/ 993319 w 7467600"/>
              <a:gd name="connsiteY253" fmla="*/ 3247648 h 6858000"/>
              <a:gd name="connsiteX254" fmla="*/ 853081 w 7467600"/>
              <a:gd name="connsiteY254" fmla="*/ 3312410 h 6858000"/>
              <a:gd name="connsiteX255" fmla="*/ 805957 w 7467600"/>
              <a:gd name="connsiteY255" fmla="*/ 3330443 h 6858000"/>
              <a:gd name="connsiteX256" fmla="*/ 1318687 w 7467600"/>
              <a:gd name="connsiteY256" fmla="*/ 3113840 h 6858000"/>
              <a:gd name="connsiteX257" fmla="*/ 5453702 w 7467600"/>
              <a:gd name="connsiteY257" fmla="*/ 3090882 h 6858000"/>
              <a:gd name="connsiteX258" fmla="*/ 5480135 w 7467600"/>
              <a:gd name="connsiteY258" fmla="*/ 3565802 h 6858000"/>
              <a:gd name="connsiteX259" fmla="*/ 5499023 w 7467600"/>
              <a:gd name="connsiteY259" fmla="*/ 4166310 h 6858000"/>
              <a:gd name="connsiteX260" fmla="*/ 5547022 w 7467600"/>
              <a:gd name="connsiteY260" fmla="*/ 3607838 h 6858000"/>
              <a:gd name="connsiteX261" fmla="*/ 5515964 w 7467600"/>
              <a:gd name="connsiteY261" fmla="*/ 3378541 h 6858000"/>
              <a:gd name="connsiteX262" fmla="*/ 5453702 w 7467600"/>
              <a:gd name="connsiteY262" fmla="*/ 3090882 h 6858000"/>
              <a:gd name="connsiteX263" fmla="*/ 1238695 w 7467600"/>
              <a:gd name="connsiteY263" fmla="*/ 3076820 h 6858000"/>
              <a:gd name="connsiteX264" fmla="*/ 716371 w 7467600"/>
              <a:gd name="connsiteY264" fmla="*/ 3293249 h 6858000"/>
              <a:gd name="connsiteX265" fmla="*/ 579522 w 7467600"/>
              <a:gd name="connsiteY265" fmla="*/ 3371759 h 6858000"/>
              <a:gd name="connsiteX266" fmla="*/ 600288 w 7467600"/>
              <a:gd name="connsiteY266" fmla="*/ 3365555 h 6858000"/>
              <a:gd name="connsiteX267" fmla="*/ 840692 w 7467600"/>
              <a:gd name="connsiteY267" fmla="*/ 3284921 h 6858000"/>
              <a:gd name="connsiteX268" fmla="*/ 979248 w 7467600"/>
              <a:gd name="connsiteY268" fmla="*/ 3221003 h 6858000"/>
              <a:gd name="connsiteX269" fmla="*/ 1053282 w 7467600"/>
              <a:gd name="connsiteY269" fmla="*/ 3185247 h 6858000"/>
              <a:gd name="connsiteX270" fmla="*/ 1320603 w 7467600"/>
              <a:gd name="connsiteY270" fmla="*/ 3081281 h 6858000"/>
              <a:gd name="connsiteX271" fmla="*/ 1238695 w 7467600"/>
              <a:gd name="connsiteY271" fmla="*/ 3076820 h 6858000"/>
              <a:gd name="connsiteX272" fmla="*/ 5425627 w 7467600"/>
              <a:gd name="connsiteY272" fmla="*/ 2954192 h 6858000"/>
              <a:gd name="connsiteX273" fmla="*/ 5470770 w 7467600"/>
              <a:gd name="connsiteY273" fmla="*/ 3005435 h 6858000"/>
              <a:gd name="connsiteX274" fmla="*/ 5519779 w 7467600"/>
              <a:gd name="connsiteY274" fmla="*/ 4359223 h 6858000"/>
              <a:gd name="connsiteX275" fmla="*/ 5520293 w 7467600"/>
              <a:gd name="connsiteY275" fmla="*/ 4360602 h 6858000"/>
              <a:gd name="connsiteX276" fmla="*/ 5767221 w 7467600"/>
              <a:gd name="connsiteY276" fmla="*/ 4665564 h 6858000"/>
              <a:gd name="connsiteX277" fmla="*/ 6937169 w 7467600"/>
              <a:gd name="connsiteY277" fmla="*/ 4815941 h 6858000"/>
              <a:gd name="connsiteX278" fmla="*/ 6953922 w 7467600"/>
              <a:gd name="connsiteY278" fmla="*/ 4890068 h 6858000"/>
              <a:gd name="connsiteX279" fmla="*/ 6071359 w 7467600"/>
              <a:gd name="connsiteY279" fmla="*/ 4770770 h 6858000"/>
              <a:gd name="connsiteX280" fmla="*/ 6038839 w 7467600"/>
              <a:gd name="connsiteY280" fmla="*/ 4764474 h 6858000"/>
              <a:gd name="connsiteX281" fmla="*/ 6038706 w 7467600"/>
              <a:gd name="connsiteY281" fmla="*/ 4763847 h 6858000"/>
              <a:gd name="connsiteX282" fmla="*/ 6037784 w 7467600"/>
              <a:gd name="connsiteY282" fmla="*/ 4764270 h 6858000"/>
              <a:gd name="connsiteX283" fmla="*/ 6038839 w 7467600"/>
              <a:gd name="connsiteY283" fmla="*/ 4764474 h 6858000"/>
              <a:gd name="connsiteX284" fmla="*/ 6040338 w 7467600"/>
              <a:gd name="connsiteY284" fmla="*/ 4771418 h 6858000"/>
              <a:gd name="connsiteX285" fmla="*/ 6024488 w 7467600"/>
              <a:gd name="connsiteY285" fmla="*/ 4809903 h 6858000"/>
              <a:gd name="connsiteX286" fmla="*/ 5599771 w 7467600"/>
              <a:gd name="connsiteY286" fmla="*/ 5509652 h 6858000"/>
              <a:gd name="connsiteX287" fmla="*/ 5548843 w 7467600"/>
              <a:gd name="connsiteY287" fmla="*/ 5563845 h 6858000"/>
              <a:gd name="connsiteX288" fmla="*/ 5940952 w 7467600"/>
              <a:gd name="connsiteY288" fmla="*/ 6250028 h 6858000"/>
              <a:gd name="connsiteX289" fmla="*/ 6043441 w 7467600"/>
              <a:gd name="connsiteY289" fmla="*/ 6665847 h 6858000"/>
              <a:gd name="connsiteX290" fmla="*/ 6093432 w 7467600"/>
              <a:gd name="connsiteY290" fmla="*/ 6858000 h 6858000"/>
              <a:gd name="connsiteX291" fmla="*/ 6034344 w 7467600"/>
              <a:gd name="connsiteY291" fmla="*/ 6858000 h 6858000"/>
              <a:gd name="connsiteX292" fmla="*/ 6026679 w 7467600"/>
              <a:gd name="connsiteY292" fmla="*/ 6836959 h 6858000"/>
              <a:gd name="connsiteX293" fmla="*/ 5800441 w 7467600"/>
              <a:gd name="connsiteY293" fmla="*/ 6335286 h 6858000"/>
              <a:gd name="connsiteX294" fmla="*/ 5526562 w 7467600"/>
              <a:gd name="connsiteY294" fmla="*/ 5705388 h 6858000"/>
              <a:gd name="connsiteX295" fmla="*/ 5519640 w 7467600"/>
              <a:gd name="connsiteY295" fmla="*/ 5683774 h 6858000"/>
              <a:gd name="connsiteX296" fmla="*/ 5844559 w 7467600"/>
              <a:gd name="connsiteY296" fmla="*/ 6553349 h 6858000"/>
              <a:gd name="connsiteX297" fmla="*/ 5975994 w 7467600"/>
              <a:gd name="connsiteY297" fmla="*/ 6858000 h 6858000"/>
              <a:gd name="connsiteX298" fmla="*/ 5898547 w 7467600"/>
              <a:gd name="connsiteY298" fmla="*/ 6858000 h 6858000"/>
              <a:gd name="connsiteX299" fmla="*/ 5682041 w 7467600"/>
              <a:gd name="connsiteY299" fmla="*/ 6355860 h 6858000"/>
              <a:gd name="connsiteX300" fmla="*/ 5461758 w 7467600"/>
              <a:gd name="connsiteY300" fmla="*/ 5820220 h 6858000"/>
              <a:gd name="connsiteX301" fmla="*/ 5237282 w 7467600"/>
              <a:gd name="connsiteY301" fmla="*/ 6579086 h 6858000"/>
              <a:gd name="connsiteX302" fmla="*/ 5115009 w 7467600"/>
              <a:gd name="connsiteY302" fmla="*/ 6858000 h 6858000"/>
              <a:gd name="connsiteX303" fmla="*/ 5028074 w 7467600"/>
              <a:gd name="connsiteY303" fmla="*/ 6858000 h 6858000"/>
              <a:gd name="connsiteX304" fmla="*/ 5079508 w 7467600"/>
              <a:gd name="connsiteY304" fmla="*/ 6749074 h 6858000"/>
              <a:gd name="connsiteX305" fmla="*/ 5371846 w 7467600"/>
              <a:gd name="connsiteY305" fmla="*/ 5924413 h 6858000"/>
              <a:gd name="connsiteX306" fmla="*/ 5270512 w 7467600"/>
              <a:gd name="connsiteY306" fmla="*/ 6138975 h 6858000"/>
              <a:gd name="connsiteX307" fmla="*/ 5062409 w 7467600"/>
              <a:gd name="connsiteY307" fmla="*/ 6653544 h 6858000"/>
              <a:gd name="connsiteX308" fmla="*/ 5036628 w 7467600"/>
              <a:gd name="connsiteY308" fmla="*/ 6754247 h 6858000"/>
              <a:gd name="connsiteX309" fmla="*/ 5009112 w 7467600"/>
              <a:gd name="connsiteY309" fmla="*/ 6858000 h 6858000"/>
              <a:gd name="connsiteX310" fmla="*/ 4976679 w 7467600"/>
              <a:gd name="connsiteY310" fmla="*/ 6858000 h 6858000"/>
              <a:gd name="connsiteX311" fmla="*/ 5006537 w 7467600"/>
              <a:gd name="connsiteY311" fmla="*/ 6747068 h 6858000"/>
              <a:gd name="connsiteX312" fmla="*/ 5032723 w 7467600"/>
              <a:gd name="connsiteY312" fmla="*/ 6644957 h 6858000"/>
              <a:gd name="connsiteX313" fmla="*/ 5242949 w 7467600"/>
              <a:gd name="connsiteY313" fmla="*/ 6125175 h 6858000"/>
              <a:gd name="connsiteX314" fmla="*/ 5286321 w 7467600"/>
              <a:gd name="connsiteY314" fmla="*/ 6033555 h 6858000"/>
              <a:gd name="connsiteX315" fmla="*/ 5008210 w 7467600"/>
              <a:gd name="connsiteY315" fmla="*/ 6649194 h 6858000"/>
              <a:gd name="connsiteX316" fmla="*/ 4986321 w 7467600"/>
              <a:gd name="connsiteY316" fmla="*/ 6765687 h 6858000"/>
              <a:gd name="connsiteX317" fmla="*/ 4973474 w 7467600"/>
              <a:gd name="connsiteY317" fmla="*/ 6858000 h 6858000"/>
              <a:gd name="connsiteX318" fmla="*/ 4907178 w 7467600"/>
              <a:gd name="connsiteY318" fmla="*/ 6858000 h 6858000"/>
              <a:gd name="connsiteX319" fmla="*/ 4910810 w 7467600"/>
              <a:gd name="connsiteY319" fmla="*/ 6829660 h 6858000"/>
              <a:gd name="connsiteX320" fmla="*/ 4987461 w 7467600"/>
              <a:gd name="connsiteY320" fmla="*/ 6432994 h 6858000"/>
              <a:gd name="connsiteX321" fmla="*/ 5179262 w 7467600"/>
              <a:gd name="connsiteY321" fmla="*/ 6035044 h 6858000"/>
              <a:gd name="connsiteX322" fmla="*/ 4689678 w 7467600"/>
              <a:gd name="connsiteY322" fmla="*/ 6440241 h 6858000"/>
              <a:gd name="connsiteX323" fmla="*/ 4477543 w 7467600"/>
              <a:gd name="connsiteY323" fmla="*/ 6674836 h 6858000"/>
              <a:gd name="connsiteX324" fmla="*/ 4329957 w 7467600"/>
              <a:gd name="connsiteY324" fmla="*/ 6858000 h 6858000"/>
              <a:gd name="connsiteX325" fmla="*/ 4218595 w 7467600"/>
              <a:gd name="connsiteY325" fmla="*/ 6858000 h 6858000"/>
              <a:gd name="connsiteX326" fmla="*/ 4368888 w 7467600"/>
              <a:gd name="connsiteY326" fmla="*/ 6668412 h 6858000"/>
              <a:gd name="connsiteX327" fmla="*/ 4563091 w 7467600"/>
              <a:gd name="connsiteY327" fmla="*/ 6442508 h 6858000"/>
              <a:gd name="connsiteX328" fmla="*/ 5387324 w 7467600"/>
              <a:gd name="connsiteY328" fmla="*/ 5705830 h 6858000"/>
              <a:gd name="connsiteX329" fmla="*/ 5073620 w 7467600"/>
              <a:gd name="connsiteY329" fmla="*/ 5955437 h 6858000"/>
              <a:gd name="connsiteX330" fmla="*/ 4689789 w 7467600"/>
              <a:gd name="connsiteY330" fmla="*/ 6268382 h 6858000"/>
              <a:gd name="connsiteX331" fmla="*/ 4418722 w 7467600"/>
              <a:gd name="connsiteY331" fmla="*/ 6570886 h 6858000"/>
              <a:gd name="connsiteX332" fmla="*/ 4214944 w 7467600"/>
              <a:gd name="connsiteY332" fmla="*/ 6858000 h 6858000"/>
              <a:gd name="connsiteX333" fmla="*/ 4177898 w 7467600"/>
              <a:gd name="connsiteY333" fmla="*/ 6858000 h 6858000"/>
              <a:gd name="connsiteX334" fmla="*/ 4391597 w 7467600"/>
              <a:gd name="connsiteY334" fmla="*/ 6556370 h 6858000"/>
              <a:gd name="connsiteX335" fmla="*/ 4668889 w 7467600"/>
              <a:gd name="connsiteY335" fmla="*/ 6246399 h 6858000"/>
              <a:gd name="connsiteX336" fmla="*/ 5055427 w 7467600"/>
              <a:gd name="connsiteY336" fmla="*/ 5931476 h 6858000"/>
              <a:gd name="connsiteX337" fmla="*/ 5371814 w 7467600"/>
              <a:gd name="connsiteY337" fmla="*/ 5678975 h 6858000"/>
              <a:gd name="connsiteX338" fmla="*/ 4987918 w 7467600"/>
              <a:gd name="connsiteY338" fmla="*/ 5838701 h 6858000"/>
              <a:gd name="connsiteX339" fmla="*/ 4317146 w 7467600"/>
              <a:gd name="connsiteY339" fmla="*/ 6587716 h 6858000"/>
              <a:gd name="connsiteX340" fmla="*/ 4171627 w 7467600"/>
              <a:gd name="connsiteY340" fmla="*/ 6858000 h 6858000"/>
              <a:gd name="connsiteX341" fmla="*/ 4081585 w 7467600"/>
              <a:gd name="connsiteY341" fmla="*/ 6858000 h 6858000"/>
              <a:gd name="connsiteX342" fmla="*/ 4238603 w 7467600"/>
              <a:gd name="connsiteY342" fmla="*/ 6559341 h 6858000"/>
              <a:gd name="connsiteX343" fmla="*/ 4778333 w 7467600"/>
              <a:gd name="connsiteY343" fmla="*/ 5873626 h 6858000"/>
              <a:gd name="connsiteX344" fmla="*/ 5414185 w 7467600"/>
              <a:gd name="connsiteY344" fmla="*/ 5573882 h 6858000"/>
              <a:gd name="connsiteX345" fmla="*/ 5959648 w 7467600"/>
              <a:gd name="connsiteY345" fmla="*/ 4760797 h 6858000"/>
              <a:gd name="connsiteX346" fmla="*/ 5355019 w 7467600"/>
              <a:gd name="connsiteY346" fmla="*/ 4734672 h 6858000"/>
              <a:gd name="connsiteX347" fmla="*/ 5083565 w 7467600"/>
              <a:gd name="connsiteY347" fmla="*/ 5179121 h 6858000"/>
              <a:gd name="connsiteX348" fmla="*/ 4713577 w 7467600"/>
              <a:gd name="connsiteY348" fmla="*/ 5616803 h 6858000"/>
              <a:gd name="connsiteX349" fmla="*/ 3989559 w 7467600"/>
              <a:gd name="connsiteY349" fmla="*/ 6145945 h 6858000"/>
              <a:gd name="connsiteX350" fmla="*/ 3939824 w 7467600"/>
              <a:gd name="connsiteY350" fmla="*/ 6066900 h 6858000"/>
              <a:gd name="connsiteX351" fmla="*/ 4584537 w 7467600"/>
              <a:gd name="connsiteY351" fmla="*/ 5324826 h 6858000"/>
              <a:gd name="connsiteX352" fmla="*/ 5037105 w 7467600"/>
              <a:gd name="connsiteY352" fmla="*/ 5088765 h 6858000"/>
              <a:gd name="connsiteX353" fmla="*/ 5039930 w 7467600"/>
              <a:gd name="connsiteY353" fmla="*/ 5089585 h 6858000"/>
              <a:gd name="connsiteX354" fmla="*/ 5263764 w 7467600"/>
              <a:gd name="connsiteY354" fmla="*/ 4735525 h 6858000"/>
              <a:gd name="connsiteX355" fmla="*/ 4086300 w 7467600"/>
              <a:gd name="connsiteY355" fmla="*/ 4884599 h 6858000"/>
              <a:gd name="connsiteX356" fmla="*/ 4085485 w 7467600"/>
              <a:gd name="connsiteY356" fmla="*/ 4899070 h 6858000"/>
              <a:gd name="connsiteX357" fmla="*/ 3871915 w 7467600"/>
              <a:gd name="connsiteY357" fmla="*/ 5253645 h 6858000"/>
              <a:gd name="connsiteX358" fmla="*/ 3799374 w 7467600"/>
              <a:gd name="connsiteY358" fmla="*/ 5466127 h 6858000"/>
              <a:gd name="connsiteX359" fmla="*/ 3498850 w 7467600"/>
              <a:gd name="connsiteY359" fmla="*/ 6661888 h 6858000"/>
              <a:gd name="connsiteX360" fmla="*/ 3399216 w 7467600"/>
              <a:gd name="connsiteY360" fmla="*/ 6858000 h 6858000"/>
              <a:gd name="connsiteX361" fmla="*/ 3303688 w 7467600"/>
              <a:gd name="connsiteY361" fmla="*/ 6858000 h 6858000"/>
              <a:gd name="connsiteX362" fmla="*/ 3391774 w 7467600"/>
              <a:gd name="connsiteY362" fmla="*/ 6697181 h 6858000"/>
              <a:gd name="connsiteX363" fmla="*/ 3735540 w 7467600"/>
              <a:gd name="connsiteY363" fmla="*/ 5546923 h 6858000"/>
              <a:gd name="connsiteX364" fmla="*/ 3729438 w 7467600"/>
              <a:gd name="connsiteY364" fmla="*/ 5569058 h 6858000"/>
              <a:gd name="connsiteX365" fmla="*/ 3707782 w 7467600"/>
              <a:gd name="connsiteY365" fmla="*/ 5644908 h 6858000"/>
              <a:gd name="connsiteX366" fmla="*/ 3583827 w 7467600"/>
              <a:gd name="connsiteY366" fmla="*/ 6039215 h 6858000"/>
              <a:gd name="connsiteX367" fmla="*/ 3547861 w 7467600"/>
              <a:gd name="connsiteY367" fmla="*/ 6129609 h 6858000"/>
              <a:gd name="connsiteX368" fmla="*/ 3490905 w 7467600"/>
              <a:gd name="connsiteY368" fmla="*/ 6277660 h 6858000"/>
              <a:gd name="connsiteX369" fmla="*/ 3455859 w 7467600"/>
              <a:gd name="connsiteY369" fmla="*/ 6391301 h 6858000"/>
              <a:gd name="connsiteX370" fmla="*/ 3429112 w 7467600"/>
              <a:gd name="connsiteY370" fmla="*/ 6479469 h 6858000"/>
              <a:gd name="connsiteX371" fmla="*/ 3304862 w 7467600"/>
              <a:gd name="connsiteY371" fmla="*/ 6796476 h 6858000"/>
              <a:gd name="connsiteX372" fmla="*/ 3276071 w 7467600"/>
              <a:gd name="connsiteY372" fmla="*/ 6858000 h 6858000"/>
              <a:gd name="connsiteX373" fmla="*/ 3240805 w 7467600"/>
              <a:gd name="connsiteY373" fmla="*/ 6858000 h 6858000"/>
              <a:gd name="connsiteX374" fmla="*/ 3275917 w 7467600"/>
              <a:gd name="connsiteY374" fmla="*/ 6783192 h 6858000"/>
              <a:gd name="connsiteX375" fmla="*/ 3399358 w 7467600"/>
              <a:gd name="connsiteY375" fmla="*/ 6469011 h 6858000"/>
              <a:gd name="connsiteX376" fmla="*/ 3425650 w 7467600"/>
              <a:gd name="connsiteY376" fmla="*/ 6381333 h 6858000"/>
              <a:gd name="connsiteX377" fmla="*/ 3460661 w 7467600"/>
              <a:gd name="connsiteY377" fmla="*/ 6266763 h 6858000"/>
              <a:gd name="connsiteX378" fmla="*/ 3518021 w 7467600"/>
              <a:gd name="connsiteY378" fmla="*/ 6117298 h 6858000"/>
              <a:gd name="connsiteX379" fmla="*/ 3554035 w 7467600"/>
              <a:gd name="connsiteY379" fmla="*/ 6027832 h 6858000"/>
              <a:gd name="connsiteX380" fmla="*/ 3677174 w 7467600"/>
              <a:gd name="connsiteY380" fmla="*/ 5636351 h 6858000"/>
              <a:gd name="connsiteX381" fmla="*/ 3698819 w 7467600"/>
              <a:gd name="connsiteY381" fmla="*/ 5560503 h 6858000"/>
              <a:gd name="connsiteX382" fmla="*/ 3702094 w 7467600"/>
              <a:gd name="connsiteY382" fmla="*/ 5549194 h 6858000"/>
              <a:gd name="connsiteX383" fmla="*/ 3398355 w 7467600"/>
              <a:gd name="connsiteY383" fmla="*/ 6094603 h 6858000"/>
              <a:gd name="connsiteX384" fmla="*/ 3193941 w 7467600"/>
              <a:gd name="connsiteY384" fmla="*/ 6798775 h 6858000"/>
              <a:gd name="connsiteX385" fmla="*/ 3184140 w 7467600"/>
              <a:gd name="connsiteY385" fmla="*/ 6858000 h 6858000"/>
              <a:gd name="connsiteX386" fmla="*/ 3099978 w 7467600"/>
              <a:gd name="connsiteY386" fmla="*/ 6858000 h 6858000"/>
              <a:gd name="connsiteX387" fmla="*/ 3101556 w 7467600"/>
              <a:gd name="connsiteY387" fmla="*/ 6843337 h 6858000"/>
              <a:gd name="connsiteX388" fmla="*/ 3370162 w 7467600"/>
              <a:gd name="connsiteY388" fmla="*/ 5785550 h 6858000"/>
              <a:gd name="connsiteX389" fmla="*/ 3746477 w 7467600"/>
              <a:gd name="connsiteY389" fmla="*/ 5377889 h 6858000"/>
              <a:gd name="connsiteX390" fmla="*/ 3863399 w 7467600"/>
              <a:gd name="connsiteY390" fmla="*/ 5087257 h 6858000"/>
              <a:gd name="connsiteX391" fmla="*/ 3968712 w 7467600"/>
              <a:gd name="connsiteY391" fmla="*/ 4913989 h 6858000"/>
              <a:gd name="connsiteX392" fmla="*/ 2792390 w 7467600"/>
              <a:gd name="connsiteY392" fmla="*/ 5382974 h 6858000"/>
              <a:gd name="connsiteX393" fmla="*/ 2714982 w 7467600"/>
              <a:gd name="connsiteY393" fmla="*/ 5427051 h 6858000"/>
              <a:gd name="connsiteX394" fmla="*/ 2813361 w 7467600"/>
              <a:gd name="connsiteY394" fmla="*/ 6023912 h 6858000"/>
              <a:gd name="connsiteX395" fmla="*/ 2688430 w 7467600"/>
              <a:gd name="connsiteY395" fmla="*/ 6801564 h 6858000"/>
              <a:gd name="connsiteX396" fmla="*/ 2629626 w 7467600"/>
              <a:gd name="connsiteY396" fmla="*/ 6763394 h 6858000"/>
              <a:gd name="connsiteX397" fmla="*/ 2565328 w 7467600"/>
              <a:gd name="connsiteY397" fmla="*/ 5516399 h 6858000"/>
              <a:gd name="connsiteX398" fmla="*/ 1922999 w 7467600"/>
              <a:gd name="connsiteY398" fmla="*/ 5980343 h 6858000"/>
              <a:gd name="connsiteX399" fmla="*/ 1950261 w 7467600"/>
              <a:gd name="connsiteY399" fmla="*/ 6405858 h 6858000"/>
              <a:gd name="connsiteX400" fmla="*/ 2365554 w 7467600"/>
              <a:gd name="connsiteY400" fmla="*/ 6759107 h 6858000"/>
              <a:gd name="connsiteX401" fmla="*/ 2424142 w 7467600"/>
              <a:gd name="connsiteY401" fmla="*/ 6858000 h 6858000"/>
              <a:gd name="connsiteX402" fmla="*/ 2395994 w 7467600"/>
              <a:gd name="connsiteY402" fmla="*/ 6858000 h 6858000"/>
              <a:gd name="connsiteX403" fmla="*/ 2392863 w 7467600"/>
              <a:gd name="connsiteY403" fmla="*/ 6852964 h 6858000"/>
              <a:gd name="connsiteX404" fmla="*/ 2017589 w 7467600"/>
              <a:gd name="connsiteY404" fmla="*/ 6493982 h 6858000"/>
              <a:gd name="connsiteX405" fmla="*/ 2147336 w 7467600"/>
              <a:gd name="connsiteY405" fmla="*/ 6594052 h 6858000"/>
              <a:gd name="connsiteX406" fmla="*/ 2207047 w 7467600"/>
              <a:gd name="connsiteY406" fmla="*/ 6654540 h 6858000"/>
              <a:gd name="connsiteX407" fmla="*/ 2299106 w 7467600"/>
              <a:gd name="connsiteY407" fmla="*/ 6778931 h 6858000"/>
              <a:gd name="connsiteX408" fmla="*/ 2314430 w 7467600"/>
              <a:gd name="connsiteY408" fmla="*/ 6801144 h 6858000"/>
              <a:gd name="connsiteX409" fmla="*/ 2352406 w 7467600"/>
              <a:gd name="connsiteY409" fmla="*/ 6858000 h 6858000"/>
              <a:gd name="connsiteX410" fmla="*/ 2314492 w 7467600"/>
              <a:gd name="connsiteY410" fmla="*/ 6858000 h 6858000"/>
              <a:gd name="connsiteX411" fmla="*/ 2288095 w 7467600"/>
              <a:gd name="connsiteY411" fmla="*/ 6818030 h 6858000"/>
              <a:gd name="connsiteX412" fmla="*/ 2272768 w 7467600"/>
              <a:gd name="connsiteY412" fmla="*/ 6795822 h 6858000"/>
              <a:gd name="connsiteX413" fmla="*/ 2182715 w 7467600"/>
              <a:gd name="connsiteY413" fmla="*/ 6675071 h 6858000"/>
              <a:gd name="connsiteX414" fmla="*/ 2032061 w 7467600"/>
              <a:gd name="connsiteY414" fmla="*/ 6541380 h 6858000"/>
              <a:gd name="connsiteX415" fmla="*/ 2257220 w 7467600"/>
              <a:gd name="connsiteY415" fmla="*/ 6826257 h 6858000"/>
              <a:gd name="connsiteX416" fmla="*/ 2281324 w 7467600"/>
              <a:gd name="connsiteY416" fmla="*/ 6858000 h 6858000"/>
              <a:gd name="connsiteX417" fmla="*/ 2242860 w 7467600"/>
              <a:gd name="connsiteY417" fmla="*/ 6858000 h 6858000"/>
              <a:gd name="connsiteX418" fmla="*/ 2232818 w 7467600"/>
              <a:gd name="connsiteY418" fmla="*/ 6844926 h 6858000"/>
              <a:gd name="connsiteX419" fmla="*/ 1990172 w 7467600"/>
              <a:gd name="connsiteY419" fmla="*/ 6542121 h 6858000"/>
              <a:gd name="connsiteX420" fmla="*/ 2124090 w 7467600"/>
              <a:gd name="connsiteY420" fmla="*/ 6761017 h 6858000"/>
              <a:gd name="connsiteX421" fmla="*/ 2200380 w 7467600"/>
              <a:gd name="connsiteY421" fmla="*/ 6858000 h 6858000"/>
              <a:gd name="connsiteX422" fmla="*/ 2147507 w 7467600"/>
              <a:gd name="connsiteY422" fmla="*/ 6858000 h 6858000"/>
              <a:gd name="connsiteX423" fmla="*/ 2070668 w 7467600"/>
              <a:gd name="connsiteY423" fmla="*/ 6761520 h 6858000"/>
              <a:gd name="connsiteX424" fmla="*/ 1975142 w 7467600"/>
              <a:gd name="connsiteY424" fmla="*/ 6585570 h 6858000"/>
              <a:gd name="connsiteX425" fmla="*/ 2050035 w 7467600"/>
              <a:gd name="connsiteY425" fmla="*/ 6813345 h 6858000"/>
              <a:gd name="connsiteX426" fmla="*/ 2063025 w 7467600"/>
              <a:gd name="connsiteY426" fmla="*/ 6858000 h 6858000"/>
              <a:gd name="connsiteX427" fmla="*/ 2021675 w 7467600"/>
              <a:gd name="connsiteY427" fmla="*/ 6858000 h 6858000"/>
              <a:gd name="connsiteX428" fmla="*/ 2019308 w 7467600"/>
              <a:gd name="connsiteY428" fmla="*/ 6847118 h 6858000"/>
              <a:gd name="connsiteX429" fmla="*/ 1938835 w 7467600"/>
              <a:gd name="connsiteY429" fmla="*/ 6551160 h 6858000"/>
              <a:gd name="connsiteX430" fmla="*/ 1953230 w 7467600"/>
              <a:gd name="connsiteY430" fmla="*/ 6759699 h 6858000"/>
              <a:gd name="connsiteX431" fmla="*/ 1956763 w 7467600"/>
              <a:gd name="connsiteY431" fmla="*/ 6778191 h 6858000"/>
              <a:gd name="connsiteX432" fmla="*/ 1967925 w 7467600"/>
              <a:gd name="connsiteY432" fmla="*/ 6858000 h 6858000"/>
              <a:gd name="connsiteX433" fmla="*/ 1936622 w 7467600"/>
              <a:gd name="connsiteY433" fmla="*/ 6858000 h 6858000"/>
              <a:gd name="connsiteX434" fmla="*/ 1926261 w 7467600"/>
              <a:gd name="connsiteY434" fmla="*/ 6784064 h 6858000"/>
              <a:gd name="connsiteX435" fmla="*/ 1922724 w 7467600"/>
              <a:gd name="connsiteY435" fmla="*/ 6765577 h 6858000"/>
              <a:gd name="connsiteX436" fmla="*/ 1904650 w 7467600"/>
              <a:gd name="connsiteY436" fmla="*/ 6639616 h 6858000"/>
              <a:gd name="connsiteX437" fmla="*/ 1885273 w 7467600"/>
              <a:gd name="connsiteY437" fmla="*/ 6858000 h 6858000"/>
              <a:gd name="connsiteX438" fmla="*/ 1854363 w 7467600"/>
              <a:gd name="connsiteY438" fmla="*/ 6858000 h 6858000"/>
              <a:gd name="connsiteX439" fmla="*/ 1880391 w 7467600"/>
              <a:gd name="connsiteY439" fmla="*/ 6603796 h 6858000"/>
              <a:gd name="connsiteX440" fmla="*/ 1818273 w 7467600"/>
              <a:gd name="connsiteY440" fmla="*/ 6715729 h 6858000"/>
              <a:gd name="connsiteX441" fmla="*/ 1794691 w 7467600"/>
              <a:gd name="connsiteY441" fmla="*/ 6843239 h 6858000"/>
              <a:gd name="connsiteX442" fmla="*/ 1794914 w 7467600"/>
              <a:gd name="connsiteY442" fmla="*/ 6858000 h 6858000"/>
              <a:gd name="connsiteX443" fmla="*/ 1746128 w 7467600"/>
              <a:gd name="connsiteY443" fmla="*/ 6858000 h 6858000"/>
              <a:gd name="connsiteX444" fmla="*/ 1753934 w 7467600"/>
              <a:gd name="connsiteY444" fmla="*/ 6724796 h 6858000"/>
              <a:gd name="connsiteX445" fmla="*/ 1792053 w 7467600"/>
              <a:gd name="connsiteY445" fmla="*/ 6572396 h 6858000"/>
              <a:gd name="connsiteX446" fmla="*/ 1862248 w 7467600"/>
              <a:gd name="connsiteY446" fmla="*/ 6266397 h 6858000"/>
              <a:gd name="connsiteX447" fmla="*/ 1862250 w 7467600"/>
              <a:gd name="connsiteY447" fmla="*/ 6033531 h 6858000"/>
              <a:gd name="connsiteX448" fmla="*/ 1211999 w 7467600"/>
              <a:gd name="connsiteY448" fmla="*/ 6683610 h 6858000"/>
              <a:gd name="connsiteX449" fmla="*/ 1213266 w 7467600"/>
              <a:gd name="connsiteY449" fmla="*/ 6691947 h 6858000"/>
              <a:gd name="connsiteX450" fmla="*/ 1203370 w 7467600"/>
              <a:gd name="connsiteY450" fmla="*/ 6850676 h 6858000"/>
              <a:gd name="connsiteX451" fmla="*/ 1203671 w 7467600"/>
              <a:gd name="connsiteY451" fmla="*/ 6858000 h 6858000"/>
              <a:gd name="connsiteX452" fmla="*/ 1143180 w 7467600"/>
              <a:gd name="connsiteY452" fmla="*/ 6858000 h 6858000"/>
              <a:gd name="connsiteX453" fmla="*/ 1142176 w 7467600"/>
              <a:gd name="connsiteY453" fmla="*/ 6766045 h 6858000"/>
              <a:gd name="connsiteX454" fmla="*/ 1067484 w 7467600"/>
              <a:gd name="connsiteY454" fmla="*/ 6858000 h 6858000"/>
              <a:gd name="connsiteX455" fmla="*/ 953928 w 7467600"/>
              <a:gd name="connsiteY455" fmla="*/ 6858000 h 6858000"/>
              <a:gd name="connsiteX456" fmla="*/ 959715 w 7467600"/>
              <a:gd name="connsiteY456" fmla="*/ 6850185 h 6858000"/>
              <a:gd name="connsiteX457" fmla="*/ 1483788 w 7467600"/>
              <a:gd name="connsiteY457" fmla="*/ 6259174 h 6858000"/>
              <a:gd name="connsiteX458" fmla="*/ 1100671 w 7467600"/>
              <a:gd name="connsiteY458" fmla="*/ 6252137 h 6858000"/>
              <a:gd name="connsiteX459" fmla="*/ 1090144 w 7467600"/>
              <a:gd name="connsiteY459" fmla="*/ 6256748 h 6858000"/>
              <a:gd name="connsiteX460" fmla="*/ 1095872 w 7467600"/>
              <a:gd name="connsiteY460" fmla="*/ 6271892 h 6858000"/>
              <a:gd name="connsiteX461" fmla="*/ 262785 w 7467600"/>
              <a:gd name="connsiteY461" fmla="*/ 6845450 h 6858000"/>
              <a:gd name="connsiteX462" fmla="*/ 209968 w 7467600"/>
              <a:gd name="connsiteY462" fmla="*/ 6770713 h 6858000"/>
              <a:gd name="connsiteX463" fmla="*/ 873460 w 7467600"/>
              <a:gd name="connsiteY463" fmla="*/ 6253768 h 6858000"/>
              <a:gd name="connsiteX464" fmla="*/ 192686 w 7467600"/>
              <a:gd name="connsiteY464" fmla="*/ 5849257 h 6858000"/>
              <a:gd name="connsiteX465" fmla="*/ 4696 w 7467600"/>
              <a:gd name="connsiteY465" fmla="*/ 5697668 h 6858000"/>
              <a:gd name="connsiteX466" fmla="*/ 0 w 7467600"/>
              <a:gd name="connsiteY466" fmla="*/ 5689984 h 6858000"/>
              <a:gd name="connsiteX467" fmla="*/ 0 w 7467600"/>
              <a:gd name="connsiteY467" fmla="*/ 5513472 h 6858000"/>
              <a:gd name="connsiteX468" fmla="*/ 174101 w 7467600"/>
              <a:gd name="connsiteY468" fmla="*/ 5620277 h 6858000"/>
              <a:gd name="connsiteX469" fmla="*/ 891800 w 7467600"/>
              <a:gd name="connsiteY469" fmla="*/ 6036935 h 6858000"/>
              <a:gd name="connsiteX470" fmla="*/ 1072219 w 7467600"/>
              <a:gd name="connsiteY470" fmla="*/ 6169443 h 6858000"/>
              <a:gd name="connsiteX471" fmla="*/ 1074117 w 7467600"/>
              <a:gd name="connsiteY471" fmla="*/ 6170301 h 6858000"/>
              <a:gd name="connsiteX472" fmla="*/ 1083114 w 7467600"/>
              <a:gd name="connsiteY472" fmla="*/ 6174131 h 6858000"/>
              <a:gd name="connsiteX473" fmla="*/ 1543010 w 7467600"/>
              <a:gd name="connsiteY473" fmla="*/ 6191140 h 6858000"/>
              <a:gd name="connsiteX474" fmla="*/ 1551080 w 7467600"/>
              <a:gd name="connsiteY474" fmla="*/ 6195006 h 6858000"/>
              <a:gd name="connsiteX475" fmla="*/ 2345443 w 7467600"/>
              <a:gd name="connsiteY475" fmla="*/ 5549882 h 6858000"/>
              <a:gd name="connsiteX476" fmla="*/ 1721499 w 7467600"/>
              <a:gd name="connsiteY476" fmla="*/ 5599969 h 6858000"/>
              <a:gd name="connsiteX477" fmla="*/ 767716 w 7467600"/>
              <a:gd name="connsiteY477" fmla="*/ 5472768 h 6858000"/>
              <a:gd name="connsiteX478" fmla="*/ 722147 w 7467600"/>
              <a:gd name="connsiteY478" fmla="*/ 5393091 h 6858000"/>
              <a:gd name="connsiteX479" fmla="*/ 1485552 w 7467600"/>
              <a:gd name="connsiteY479" fmla="*/ 5313202 h 6858000"/>
              <a:gd name="connsiteX480" fmla="*/ 2143004 w 7467600"/>
              <a:gd name="connsiteY480" fmla="*/ 5402420 h 6858000"/>
              <a:gd name="connsiteX481" fmla="*/ 1933391 w 7467600"/>
              <a:gd name="connsiteY481" fmla="*/ 5156971 h 6858000"/>
              <a:gd name="connsiteX482" fmla="*/ 1827118 w 7467600"/>
              <a:gd name="connsiteY482" fmla="*/ 4968410 h 6858000"/>
              <a:gd name="connsiteX483" fmla="*/ 1837349 w 7467600"/>
              <a:gd name="connsiteY483" fmla="*/ 4956357 h 6858000"/>
              <a:gd name="connsiteX484" fmla="*/ 2162835 w 7467600"/>
              <a:gd name="connsiteY484" fmla="*/ 5187853 h 6858000"/>
              <a:gd name="connsiteX485" fmla="*/ 2257167 w 7467600"/>
              <a:gd name="connsiteY485" fmla="*/ 5462123 h 6858000"/>
              <a:gd name="connsiteX486" fmla="*/ 2261598 w 7467600"/>
              <a:gd name="connsiteY486" fmla="*/ 5467998 h 6858000"/>
              <a:gd name="connsiteX487" fmla="*/ 2437177 w 7467600"/>
              <a:gd name="connsiteY487" fmla="*/ 5479608 h 6858000"/>
              <a:gd name="connsiteX488" fmla="*/ 2445247 w 7467600"/>
              <a:gd name="connsiteY488" fmla="*/ 5483476 h 6858000"/>
              <a:gd name="connsiteX489" fmla="*/ 2743626 w 7467600"/>
              <a:gd name="connsiteY489" fmla="*/ 5304819 h 6858000"/>
              <a:gd name="connsiteX490" fmla="*/ 3048102 w 7467600"/>
              <a:gd name="connsiteY490" fmla="*/ 5150595 h 6858000"/>
              <a:gd name="connsiteX491" fmla="*/ 1799414 w 7467600"/>
              <a:gd name="connsiteY491" fmla="*/ 4694732 h 6858000"/>
              <a:gd name="connsiteX492" fmla="*/ 1771735 w 7467600"/>
              <a:gd name="connsiteY492" fmla="*/ 4619929 h 6858000"/>
              <a:gd name="connsiteX493" fmla="*/ 3104273 w 7467600"/>
              <a:gd name="connsiteY493" fmla="*/ 5076159 h 6858000"/>
              <a:gd name="connsiteX494" fmla="*/ 3113245 w 7467600"/>
              <a:gd name="connsiteY494" fmla="*/ 5090705 h 6858000"/>
              <a:gd name="connsiteX495" fmla="*/ 3126294 w 7467600"/>
              <a:gd name="connsiteY495" fmla="*/ 5114400 h 6858000"/>
              <a:gd name="connsiteX496" fmla="*/ 3937433 w 7467600"/>
              <a:gd name="connsiteY496" fmla="*/ 4830473 h 6858000"/>
              <a:gd name="connsiteX497" fmla="*/ 3590475 w 7467600"/>
              <a:gd name="connsiteY497" fmla="*/ 4597974 h 6858000"/>
              <a:gd name="connsiteX498" fmla="*/ 3100264 w 7467600"/>
              <a:gd name="connsiteY498" fmla="*/ 4579845 h 6858000"/>
              <a:gd name="connsiteX499" fmla="*/ 2183576 w 7467600"/>
              <a:gd name="connsiteY499" fmla="*/ 4227150 h 6858000"/>
              <a:gd name="connsiteX500" fmla="*/ 2151029 w 7467600"/>
              <a:gd name="connsiteY500" fmla="*/ 4146947 h 6858000"/>
              <a:gd name="connsiteX501" fmla="*/ 3563434 w 7467600"/>
              <a:gd name="connsiteY501" fmla="*/ 4469115 h 6858000"/>
              <a:gd name="connsiteX502" fmla="*/ 3177952 w 7467600"/>
              <a:gd name="connsiteY502" fmla="*/ 3657386 h 6858000"/>
              <a:gd name="connsiteX503" fmla="*/ 3189263 w 7467600"/>
              <a:gd name="connsiteY503" fmla="*/ 3625726 h 6858000"/>
              <a:gd name="connsiteX504" fmla="*/ 3560912 w 7467600"/>
              <a:gd name="connsiteY504" fmla="*/ 4079863 h 6858000"/>
              <a:gd name="connsiteX505" fmla="*/ 3626636 w 7467600"/>
              <a:gd name="connsiteY505" fmla="*/ 4512230 h 6858000"/>
              <a:gd name="connsiteX506" fmla="*/ 3653088 w 7467600"/>
              <a:gd name="connsiteY506" fmla="*/ 4521417 h 6858000"/>
              <a:gd name="connsiteX507" fmla="*/ 3988128 w 7467600"/>
              <a:gd name="connsiteY507" fmla="*/ 4817267 h 6858000"/>
              <a:gd name="connsiteX508" fmla="*/ 4830582 w 7467600"/>
              <a:gd name="connsiteY508" fmla="*/ 4676000 h 6858000"/>
              <a:gd name="connsiteX509" fmla="*/ 4830100 w 7467600"/>
              <a:gd name="connsiteY509" fmla="*/ 4675554 h 6858000"/>
              <a:gd name="connsiteX510" fmla="*/ 4036318 w 7467600"/>
              <a:gd name="connsiteY510" fmla="*/ 4147013 h 6858000"/>
              <a:gd name="connsiteX511" fmla="*/ 3432098 w 7467600"/>
              <a:gd name="connsiteY511" fmla="*/ 3537312 h 6858000"/>
              <a:gd name="connsiteX512" fmla="*/ 3446761 w 7467600"/>
              <a:gd name="connsiteY512" fmla="*/ 3461278 h 6858000"/>
              <a:gd name="connsiteX513" fmla="*/ 4419733 w 7467600"/>
              <a:gd name="connsiteY513" fmla="*/ 3963555 h 6858000"/>
              <a:gd name="connsiteX514" fmla="*/ 4781371 w 7467600"/>
              <a:gd name="connsiteY514" fmla="*/ 4458604 h 6858000"/>
              <a:gd name="connsiteX515" fmla="*/ 4780440 w 7467600"/>
              <a:gd name="connsiteY515" fmla="*/ 4470290 h 6858000"/>
              <a:gd name="connsiteX516" fmla="*/ 4898954 w 7467600"/>
              <a:gd name="connsiteY516" fmla="*/ 4662092 h 6858000"/>
              <a:gd name="connsiteX517" fmla="*/ 4900699 w 7467600"/>
              <a:gd name="connsiteY517" fmla="*/ 4670867 h 6858000"/>
              <a:gd name="connsiteX518" fmla="*/ 5714511 w 7467600"/>
              <a:gd name="connsiteY518" fmla="*/ 4663483 h 6858000"/>
              <a:gd name="connsiteX519" fmla="*/ 5464793 w 7467600"/>
              <a:gd name="connsiteY519" fmla="*/ 4393556 h 6858000"/>
              <a:gd name="connsiteX520" fmla="*/ 5461897 w 7467600"/>
              <a:gd name="connsiteY520" fmla="*/ 4390879 h 6858000"/>
              <a:gd name="connsiteX521" fmla="*/ 4294126 w 7467600"/>
              <a:gd name="connsiteY521" fmla="*/ 3303048 h 6858000"/>
              <a:gd name="connsiteX522" fmla="*/ 4305321 w 7467600"/>
              <a:gd name="connsiteY522" fmla="*/ 3256953 h 6858000"/>
              <a:gd name="connsiteX523" fmla="*/ 4949299 w 7467600"/>
              <a:gd name="connsiteY523" fmla="*/ 3766336 h 6858000"/>
              <a:gd name="connsiteX524" fmla="*/ 5291452 w 7467600"/>
              <a:gd name="connsiteY524" fmla="*/ 4076801 h 6858000"/>
              <a:gd name="connsiteX525" fmla="*/ 5434998 w 7467600"/>
              <a:gd name="connsiteY525" fmla="*/ 4254100 h 6858000"/>
              <a:gd name="connsiteX526" fmla="*/ 5351015 w 7467600"/>
              <a:gd name="connsiteY526" fmla="*/ 3760989 h 6858000"/>
              <a:gd name="connsiteX527" fmla="*/ 5413780 w 7467600"/>
              <a:gd name="connsiteY527" fmla="*/ 2966265 h 6858000"/>
              <a:gd name="connsiteX528" fmla="*/ 5425627 w 7467600"/>
              <a:gd name="connsiteY528" fmla="*/ 2954192 h 6858000"/>
              <a:gd name="connsiteX529" fmla="*/ 6604735 w 7467600"/>
              <a:gd name="connsiteY529" fmla="*/ 2041381 h 6858000"/>
              <a:gd name="connsiteX530" fmla="*/ 7204487 w 7467600"/>
              <a:gd name="connsiteY530" fmla="*/ 2742112 h 6858000"/>
              <a:gd name="connsiteX531" fmla="*/ 7131592 w 7467600"/>
              <a:gd name="connsiteY531" fmla="*/ 2672096 h 6858000"/>
              <a:gd name="connsiteX532" fmla="*/ 6996344 w 7467600"/>
              <a:gd name="connsiteY532" fmla="*/ 2518310 h 6858000"/>
              <a:gd name="connsiteX533" fmla="*/ 6735495 w 7467600"/>
              <a:gd name="connsiteY533" fmla="*/ 2196890 h 6858000"/>
              <a:gd name="connsiteX534" fmla="*/ 6721901 w 7467600"/>
              <a:gd name="connsiteY534" fmla="*/ 2179274 h 6858000"/>
              <a:gd name="connsiteX535" fmla="*/ 6604735 w 7467600"/>
              <a:gd name="connsiteY535" fmla="*/ 2041381 h 6858000"/>
              <a:gd name="connsiteX536" fmla="*/ 6591670 w 7467600"/>
              <a:gd name="connsiteY536" fmla="*/ 1988277 h 6858000"/>
              <a:gd name="connsiteX537" fmla="*/ 6747349 w 7467600"/>
              <a:gd name="connsiteY537" fmla="*/ 2160069 h 6858000"/>
              <a:gd name="connsiteX538" fmla="*/ 6760943 w 7467600"/>
              <a:gd name="connsiteY538" fmla="*/ 2177686 h 6858000"/>
              <a:gd name="connsiteX539" fmla="*/ 7021065 w 7467600"/>
              <a:gd name="connsiteY539" fmla="*/ 2498102 h 6858000"/>
              <a:gd name="connsiteX540" fmla="*/ 7155223 w 7467600"/>
              <a:gd name="connsiteY540" fmla="*/ 2650386 h 6858000"/>
              <a:gd name="connsiteX541" fmla="*/ 7203167 w 7467600"/>
              <a:gd name="connsiteY541" fmla="*/ 2697288 h 6858000"/>
              <a:gd name="connsiteX542" fmla="*/ 6937703 w 7467600"/>
              <a:gd name="connsiteY542" fmla="*/ 2321981 h 6858000"/>
              <a:gd name="connsiteX543" fmla="*/ 6591670 w 7467600"/>
              <a:gd name="connsiteY543" fmla="*/ 1988277 h 6858000"/>
              <a:gd name="connsiteX544" fmla="*/ 5798671 w 7467600"/>
              <a:gd name="connsiteY544" fmla="*/ 1981601 h 6858000"/>
              <a:gd name="connsiteX545" fmla="*/ 5754709 w 7467600"/>
              <a:gd name="connsiteY545" fmla="*/ 2071454 h 6858000"/>
              <a:gd name="connsiteX546" fmla="*/ 5763044 w 7467600"/>
              <a:gd name="connsiteY546" fmla="*/ 2842206 h 6858000"/>
              <a:gd name="connsiteX547" fmla="*/ 5764974 w 7467600"/>
              <a:gd name="connsiteY547" fmla="*/ 2799609 h 6858000"/>
              <a:gd name="connsiteX548" fmla="*/ 5767665 w 7467600"/>
              <a:gd name="connsiteY548" fmla="*/ 2666409 h 6858000"/>
              <a:gd name="connsiteX549" fmla="*/ 5763055 w 7467600"/>
              <a:gd name="connsiteY549" fmla="*/ 2579705 h 6858000"/>
              <a:gd name="connsiteX550" fmla="*/ 5758079 w 7467600"/>
              <a:gd name="connsiteY550" fmla="*/ 2492508 h 6858000"/>
              <a:gd name="connsiteX551" fmla="*/ 5779325 w 7467600"/>
              <a:gd name="connsiteY551" fmla="*/ 2197069 h 6858000"/>
              <a:gd name="connsiteX552" fmla="*/ 5798671 w 7467600"/>
              <a:gd name="connsiteY552" fmla="*/ 1981601 h 6858000"/>
              <a:gd name="connsiteX553" fmla="*/ 5829202 w 7467600"/>
              <a:gd name="connsiteY553" fmla="*/ 1971679 h 6858000"/>
              <a:gd name="connsiteX554" fmla="*/ 5809558 w 7467600"/>
              <a:gd name="connsiteY554" fmla="*/ 2198043 h 6858000"/>
              <a:gd name="connsiteX555" fmla="*/ 5788653 w 7467600"/>
              <a:gd name="connsiteY555" fmla="*/ 2489430 h 6858000"/>
              <a:gd name="connsiteX556" fmla="*/ 5793439 w 7467600"/>
              <a:gd name="connsiteY556" fmla="*/ 2575235 h 6858000"/>
              <a:gd name="connsiteX557" fmla="*/ 5796837 w 7467600"/>
              <a:gd name="connsiteY557" fmla="*/ 2637633 h 6858000"/>
              <a:gd name="connsiteX558" fmla="*/ 5818614 w 7467600"/>
              <a:gd name="connsiteY558" fmla="*/ 2473055 h 6858000"/>
              <a:gd name="connsiteX559" fmla="*/ 5829202 w 7467600"/>
              <a:gd name="connsiteY559" fmla="*/ 1971679 h 6858000"/>
              <a:gd name="connsiteX560" fmla="*/ 5911389 w 7467600"/>
              <a:gd name="connsiteY560" fmla="*/ 1898371 h 6858000"/>
              <a:gd name="connsiteX561" fmla="*/ 6237627 w 7467600"/>
              <a:gd name="connsiteY561" fmla="*/ 2231921 h 6858000"/>
              <a:gd name="connsiteX562" fmla="*/ 5911389 w 7467600"/>
              <a:gd name="connsiteY562" fmla="*/ 1898371 h 6858000"/>
              <a:gd name="connsiteX563" fmla="*/ 6944437 w 7467600"/>
              <a:gd name="connsiteY563" fmla="*/ 1575402 h 6858000"/>
              <a:gd name="connsiteX564" fmla="*/ 6304730 w 7467600"/>
              <a:gd name="connsiteY564" fmla="*/ 1766654 h 6858000"/>
              <a:gd name="connsiteX565" fmla="*/ 6944437 w 7467600"/>
              <a:gd name="connsiteY565" fmla="*/ 1575402 h 6858000"/>
              <a:gd name="connsiteX566" fmla="*/ 7019523 w 7467600"/>
              <a:gd name="connsiteY566" fmla="*/ 1519450 h 6858000"/>
              <a:gd name="connsiteX567" fmla="*/ 6298091 w 7467600"/>
              <a:gd name="connsiteY567" fmla="*/ 1737122 h 6858000"/>
              <a:gd name="connsiteX568" fmla="*/ 7019523 w 7467600"/>
              <a:gd name="connsiteY568" fmla="*/ 1519450 h 6858000"/>
              <a:gd name="connsiteX569" fmla="*/ 2399523 w 7467600"/>
              <a:gd name="connsiteY569" fmla="*/ 1428234 h 6858000"/>
              <a:gd name="connsiteX570" fmla="*/ 2224982 w 7467600"/>
              <a:gd name="connsiteY570" fmla="*/ 1826201 h 6858000"/>
              <a:gd name="connsiteX571" fmla="*/ 2096099 w 7467600"/>
              <a:gd name="connsiteY571" fmla="*/ 2345900 h 6858000"/>
              <a:gd name="connsiteX572" fmla="*/ 2283317 w 7467600"/>
              <a:gd name="connsiteY572" fmla="*/ 1796925 h 6858000"/>
              <a:gd name="connsiteX573" fmla="*/ 2399523 w 7467600"/>
              <a:gd name="connsiteY573" fmla="*/ 1428234 h 6858000"/>
              <a:gd name="connsiteX574" fmla="*/ 2448558 w 7467600"/>
              <a:gd name="connsiteY574" fmla="*/ 1373435 h 6858000"/>
              <a:gd name="connsiteX575" fmla="*/ 2312521 w 7467600"/>
              <a:gd name="connsiteY575" fmla="*/ 1806140 h 6858000"/>
              <a:gd name="connsiteX576" fmla="*/ 2127533 w 7467600"/>
              <a:gd name="connsiteY576" fmla="*/ 2348380 h 6858000"/>
              <a:gd name="connsiteX577" fmla="*/ 2358080 w 7467600"/>
              <a:gd name="connsiteY577" fmla="*/ 1866134 h 6858000"/>
              <a:gd name="connsiteX578" fmla="*/ 2407436 w 7467600"/>
              <a:gd name="connsiteY578" fmla="*/ 1651070 h 6858000"/>
              <a:gd name="connsiteX579" fmla="*/ 2448558 w 7467600"/>
              <a:gd name="connsiteY579" fmla="*/ 1373435 h 6858000"/>
              <a:gd name="connsiteX580" fmla="*/ 278707 w 7467600"/>
              <a:gd name="connsiteY580" fmla="*/ 1352270 h 6858000"/>
              <a:gd name="connsiteX581" fmla="*/ 321570 w 7467600"/>
              <a:gd name="connsiteY581" fmla="*/ 1861610 h 6858000"/>
              <a:gd name="connsiteX582" fmla="*/ 294281 w 7467600"/>
              <a:gd name="connsiteY582" fmla="*/ 1440658 h 6858000"/>
              <a:gd name="connsiteX583" fmla="*/ 278707 w 7467600"/>
              <a:gd name="connsiteY583" fmla="*/ 1352270 h 6858000"/>
              <a:gd name="connsiteX584" fmla="*/ 1423821 w 7467600"/>
              <a:gd name="connsiteY584" fmla="*/ 1351958 h 6858000"/>
              <a:gd name="connsiteX585" fmla="*/ 1638521 w 7467600"/>
              <a:gd name="connsiteY585" fmla="*/ 1908470 h 6858000"/>
              <a:gd name="connsiteX586" fmla="*/ 1754199 w 7467600"/>
              <a:gd name="connsiteY586" fmla="*/ 2149284 h 6858000"/>
              <a:gd name="connsiteX587" fmla="*/ 1908359 w 7467600"/>
              <a:gd name="connsiteY587" fmla="*/ 2364988 h 6858000"/>
              <a:gd name="connsiteX588" fmla="*/ 1647661 w 7467600"/>
              <a:gd name="connsiteY588" fmla="*/ 1825945 h 6858000"/>
              <a:gd name="connsiteX589" fmla="*/ 1423821 w 7467600"/>
              <a:gd name="connsiteY589" fmla="*/ 1351958 h 6858000"/>
              <a:gd name="connsiteX590" fmla="*/ 1431890 w 7467600"/>
              <a:gd name="connsiteY590" fmla="*/ 1306475 h 6858000"/>
              <a:gd name="connsiteX591" fmla="*/ 1507597 w 7467600"/>
              <a:gd name="connsiteY591" fmla="*/ 1446132 h 6858000"/>
              <a:gd name="connsiteX592" fmla="*/ 1674586 w 7467600"/>
              <a:gd name="connsiteY592" fmla="*/ 1813832 h 6858000"/>
              <a:gd name="connsiteX593" fmla="*/ 1815950 w 7467600"/>
              <a:gd name="connsiteY593" fmla="*/ 2128564 h 6858000"/>
              <a:gd name="connsiteX594" fmla="*/ 1984242 w 7467600"/>
              <a:gd name="connsiteY594" fmla="*/ 2430829 h 6858000"/>
              <a:gd name="connsiteX595" fmla="*/ 2014023 w 7467600"/>
              <a:gd name="connsiteY595" fmla="*/ 2450995 h 6858000"/>
              <a:gd name="connsiteX596" fmla="*/ 1747337 w 7467600"/>
              <a:gd name="connsiteY596" fmla="*/ 1855264 h 6858000"/>
              <a:gd name="connsiteX597" fmla="*/ 1533749 w 7467600"/>
              <a:gd name="connsiteY597" fmla="*/ 1478656 h 6858000"/>
              <a:gd name="connsiteX598" fmla="*/ 1431890 w 7467600"/>
              <a:gd name="connsiteY598" fmla="*/ 1306475 h 6858000"/>
              <a:gd name="connsiteX599" fmla="*/ 5052692 w 7467600"/>
              <a:gd name="connsiteY599" fmla="*/ 1292994 h 6858000"/>
              <a:gd name="connsiteX600" fmla="*/ 5200661 w 7467600"/>
              <a:gd name="connsiteY600" fmla="*/ 1635186 h 6858000"/>
              <a:gd name="connsiteX601" fmla="*/ 5297138 w 7467600"/>
              <a:gd name="connsiteY601" fmla="*/ 1906351 h 6858000"/>
              <a:gd name="connsiteX602" fmla="*/ 5052692 w 7467600"/>
              <a:gd name="connsiteY602" fmla="*/ 1292994 h 6858000"/>
              <a:gd name="connsiteX603" fmla="*/ 5009948 w 7467600"/>
              <a:gd name="connsiteY603" fmla="*/ 1273619 h 6858000"/>
              <a:gd name="connsiteX604" fmla="*/ 5121777 w 7467600"/>
              <a:gd name="connsiteY604" fmla="*/ 1654213 h 6858000"/>
              <a:gd name="connsiteX605" fmla="*/ 5293545 w 7467600"/>
              <a:gd name="connsiteY605" fmla="*/ 2072247 h 6858000"/>
              <a:gd name="connsiteX606" fmla="*/ 5294042 w 7467600"/>
              <a:gd name="connsiteY606" fmla="*/ 2065019 h 6858000"/>
              <a:gd name="connsiteX607" fmla="*/ 5171936 w 7467600"/>
              <a:gd name="connsiteY607" fmla="*/ 1647613 h 6858000"/>
              <a:gd name="connsiteX608" fmla="*/ 5009948 w 7467600"/>
              <a:gd name="connsiteY608" fmla="*/ 1273619 h 6858000"/>
              <a:gd name="connsiteX609" fmla="*/ 655236 w 7467600"/>
              <a:gd name="connsiteY609" fmla="*/ 1268632 h 6858000"/>
              <a:gd name="connsiteX610" fmla="*/ 839521 w 7467600"/>
              <a:gd name="connsiteY610" fmla="*/ 1685315 h 6858000"/>
              <a:gd name="connsiteX611" fmla="*/ 1109416 w 7467600"/>
              <a:gd name="connsiteY611" fmla="*/ 2061663 h 6858000"/>
              <a:gd name="connsiteX612" fmla="*/ 1298300 w 7467600"/>
              <a:gd name="connsiteY612" fmla="*/ 2247742 h 6858000"/>
              <a:gd name="connsiteX613" fmla="*/ 1125871 w 7467600"/>
              <a:gd name="connsiteY613" fmla="*/ 1989513 h 6858000"/>
              <a:gd name="connsiteX614" fmla="*/ 981574 w 7467600"/>
              <a:gd name="connsiteY614" fmla="*/ 1783157 h 6858000"/>
              <a:gd name="connsiteX615" fmla="*/ 922198 w 7467600"/>
              <a:gd name="connsiteY615" fmla="*/ 1677437 h 6858000"/>
              <a:gd name="connsiteX616" fmla="*/ 869293 w 7467600"/>
              <a:gd name="connsiteY616" fmla="*/ 1583214 h 6858000"/>
              <a:gd name="connsiteX617" fmla="*/ 751431 w 7467600"/>
              <a:gd name="connsiteY617" fmla="*/ 1405731 h 6858000"/>
              <a:gd name="connsiteX618" fmla="*/ 655236 w 7467600"/>
              <a:gd name="connsiteY618" fmla="*/ 1268632 h 6858000"/>
              <a:gd name="connsiteX619" fmla="*/ 6516292 w 7467600"/>
              <a:gd name="connsiteY619" fmla="*/ 1263064 h 6858000"/>
              <a:gd name="connsiteX620" fmla="*/ 5736320 w 7467600"/>
              <a:gd name="connsiteY620" fmla="*/ 1501803 h 6858000"/>
              <a:gd name="connsiteX621" fmla="*/ 6516292 w 7467600"/>
              <a:gd name="connsiteY621" fmla="*/ 1263064 h 6858000"/>
              <a:gd name="connsiteX622" fmla="*/ 291466 w 7467600"/>
              <a:gd name="connsiteY622" fmla="*/ 1250369 h 6858000"/>
              <a:gd name="connsiteX623" fmla="*/ 323180 w 7467600"/>
              <a:gd name="connsiteY623" fmla="*/ 1435283 h 6858000"/>
              <a:gd name="connsiteX624" fmla="*/ 349381 w 7467600"/>
              <a:gd name="connsiteY624" fmla="*/ 1875041 h 6858000"/>
              <a:gd name="connsiteX625" fmla="*/ 374363 w 7467600"/>
              <a:gd name="connsiteY625" fmla="*/ 1506494 h 6858000"/>
              <a:gd name="connsiteX626" fmla="*/ 302168 w 7467600"/>
              <a:gd name="connsiteY626" fmla="*/ 1274495 h 6858000"/>
              <a:gd name="connsiteX627" fmla="*/ 291466 w 7467600"/>
              <a:gd name="connsiteY627" fmla="*/ 1250369 h 6858000"/>
              <a:gd name="connsiteX628" fmla="*/ 678222 w 7467600"/>
              <a:gd name="connsiteY628" fmla="*/ 1248670 h 6858000"/>
              <a:gd name="connsiteX629" fmla="*/ 775536 w 7467600"/>
              <a:gd name="connsiteY629" fmla="*/ 1388015 h 6858000"/>
              <a:gd name="connsiteX630" fmla="*/ 894529 w 7467600"/>
              <a:gd name="connsiteY630" fmla="*/ 1567739 h 6858000"/>
              <a:gd name="connsiteX631" fmla="*/ 948000 w 7467600"/>
              <a:gd name="connsiteY631" fmla="*/ 1663088 h 6858000"/>
              <a:gd name="connsiteX632" fmla="*/ 1006812 w 7467600"/>
              <a:gd name="connsiteY632" fmla="*/ 1767683 h 6858000"/>
              <a:gd name="connsiteX633" fmla="*/ 1149133 w 7467600"/>
              <a:gd name="connsiteY633" fmla="*/ 1971513 h 6858000"/>
              <a:gd name="connsiteX634" fmla="*/ 1333952 w 7467600"/>
              <a:gd name="connsiteY634" fmla="*/ 2251620 h 6858000"/>
              <a:gd name="connsiteX635" fmla="*/ 1337329 w 7467600"/>
              <a:gd name="connsiteY635" fmla="*/ 2258350 h 6858000"/>
              <a:gd name="connsiteX636" fmla="*/ 1014726 w 7467600"/>
              <a:gd name="connsiteY636" fmla="*/ 1615556 h 6858000"/>
              <a:gd name="connsiteX637" fmla="*/ 678222 w 7467600"/>
              <a:gd name="connsiteY637" fmla="*/ 1248670 h 6858000"/>
              <a:gd name="connsiteX638" fmla="*/ 6691602 w 7467600"/>
              <a:gd name="connsiteY638" fmla="*/ 1140573 h 6858000"/>
              <a:gd name="connsiteX639" fmla="*/ 6571100 w 7467600"/>
              <a:gd name="connsiteY639" fmla="*/ 1183662 h 6858000"/>
              <a:gd name="connsiteX640" fmla="*/ 6241687 w 7467600"/>
              <a:gd name="connsiteY640" fmla="*/ 1257600 h 6858000"/>
              <a:gd name="connsiteX641" fmla="*/ 5693009 w 7467600"/>
              <a:gd name="connsiteY641" fmla="*/ 1478256 h 6858000"/>
              <a:gd name="connsiteX642" fmla="*/ 6548420 w 7467600"/>
              <a:gd name="connsiteY642" fmla="*/ 1214599 h 6858000"/>
              <a:gd name="connsiteX643" fmla="*/ 6605473 w 7467600"/>
              <a:gd name="connsiteY643" fmla="*/ 1184686 h 6858000"/>
              <a:gd name="connsiteX644" fmla="*/ 6691602 w 7467600"/>
              <a:gd name="connsiteY644" fmla="*/ 1140573 h 6858000"/>
              <a:gd name="connsiteX645" fmla="*/ 4002475 w 7467600"/>
              <a:gd name="connsiteY645" fmla="*/ 1037802 h 6858000"/>
              <a:gd name="connsiteX646" fmla="*/ 4000324 w 7467600"/>
              <a:gd name="connsiteY646" fmla="*/ 1039362 h 6858000"/>
              <a:gd name="connsiteX647" fmla="*/ 4002862 w 7467600"/>
              <a:gd name="connsiteY647" fmla="*/ 1042866 h 6858000"/>
              <a:gd name="connsiteX648" fmla="*/ 4002475 w 7467600"/>
              <a:gd name="connsiteY648" fmla="*/ 1037802 h 6858000"/>
              <a:gd name="connsiteX649" fmla="*/ 506322 w 7467600"/>
              <a:gd name="connsiteY649" fmla="*/ 1020997 h 6858000"/>
              <a:gd name="connsiteX650" fmla="*/ 533068 w 7467600"/>
              <a:gd name="connsiteY650" fmla="*/ 1029409 h 6858000"/>
              <a:gd name="connsiteX651" fmla="*/ 1232525 w 7467600"/>
              <a:gd name="connsiteY651" fmla="*/ 1804675 h 6858000"/>
              <a:gd name="connsiteX652" fmla="*/ 1388858 w 7467600"/>
              <a:gd name="connsiteY652" fmla="*/ 2368011 h 6858000"/>
              <a:gd name="connsiteX653" fmla="*/ 1384098 w 7467600"/>
              <a:gd name="connsiteY653" fmla="*/ 2378125 h 6858000"/>
              <a:gd name="connsiteX654" fmla="*/ 1425393 w 7467600"/>
              <a:gd name="connsiteY654" fmla="*/ 2589124 h 6858000"/>
              <a:gd name="connsiteX655" fmla="*/ 1424001 w 7467600"/>
              <a:gd name="connsiteY655" fmla="*/ 2597541 h 6858000"/>
              <a:gd name="connsiteX656" fmla="*/ 2152729 w 7467600"/>
              <a:gd name="connsiteY656" fmla="*/ 2864487 h 6858000"/>
              <a:gd name="connsiteX657" fmla="*/ 2020609 w 7467600"/>
              <a:gd name="connsiteY657" fmla="*/ 2539671 h 6858000"/>
              <a:gd name="connsiteX658" fmla="*/ 2018920 w 7467600"/>
              <a:gd name="connsiteY658" fmla="*/ 2536309 h 6858000"/>
              <a:gd name="connsiteX659" fmla="*/ 1342441 w 7467600"/>
              <a:gd name="connsiteY659" fmla="*/ 1173017 h 6858000"/>
              <a:gd name="connsiteX660" fmla="*/ 1367925 w 7467600"/>
              <a:gd name="connsiteY660" fmla="*/ 1135648 h 6858000"/>
              <a:gd name="connsiteX661" fmla="*/ 1771401 w 7467600"/>
              <a:gd name="connsiteY661" fmla="*/ 1806673 h 6858000"/>
              <a:gd name="connsiteX662" fmla="*/ 1972385 w 7467600"/>
              <a:gd name="connsiteY662" fmla="*/ 2198735 h 6858000"/>
              <a:gd name="connsiteX663" fmla="*/ 2040892 w 7467600"/>
              <a:gd name="connsiteY663" fmla="*/ 2405205 h 6858000"/>
              <a:gd name="connsiteX664" fmla="*/ 2131689 w 7467600"/>
              <a:gd name="connsiteY664" fmla="*/ 1936926 h 6858000"/>
              <a:gd name="connsiteX665" fmla="*/ 2454820 w 7467600"/>
              <a:gd name="connsiteY665" fmla="*/ 1248808 h 6858000"/>
              <a:gd name="connsiteX666" fmla="*/ 2492512 w 7467600"/>
              <a:gd name="connsiteY666" fmla="*/ 1302920 h 6858000"/>
              <a:gd name="connsiteX667" fmla="*/ 2081216 w 7467600"/>
              <a:gd name="connsiteY667" fmla="*/ 2527513 h 6858000"/>
              <a:gd name="connsiteX668" fmla="*/ 2081211 w 7467600"/>
              <a:gd name="connsiteY668" fmla="*/ 2528916 h 6858000"/>
              <a:gd name="connsiteX669" fmla="*/ 2199067 w 7467600"/>
              <a:gd name="connsiteY669" fmla="*/ 2884061 h 6858000"/>
              <a:gd name="connsiteX670" fmla="*/ 3192586 w 7467600"/>
              <a:gd name="connsiteY670" fmla="*/ 3411496 h 6858000"/>
              <a:gd name="connsiteX671" fmla="*/ 3182620 w 7467600"/>
              <a:gd name="connsiteY671" fmla="*/ 3483279 h 6858000"/>
              <a:gd name="connsiteX672" fmla="*/ 2435119 w 7467600"/>
              <a:gd name="connsiteY672" fmla="*/ 3080173 h 6858000"/>
              <a:gd name="connsiteX673" fmla="*/ 2410152 w 7467600"/>
              <a:gd name="connsiteY673" fmla="*/ 3063751 h 6858000"/>
              <a:gd name="connsiteX674" fmla="*/ 2408099 w 7467600"/>
              <a:gd name="connsiteY674" fmla="*/ 3064403 h 6858000"/>
              <a:gd name="connsiteX675" fmla="*/ 2407218 w 7467600"/>
              <a:gd name="connsiteY675" fmla="*/ 3070324 h 6858000"/>
              <a:gd name="connsiteX676" fmla="*/ 2380138 w 7467600"/>
              <a:gd name="connsiteY676" fmla="*/ 3099341 h 6858000"/>
              <a:gd name="connsiteX677" fmla="*/ 1765923 w 7467600"/>
              <a:gd name="connsiteY677" fmla="*/ 3581043 h 6858000"/>
              <a:gd name="connsiteX678" fmla="*/ 1702258 w 7467600"/>
              <a:gd name="connsiteY678" fmla="*/ 3612286 h 6858000"/>
              <a:gd name="connsiteX679" fmla="*/ 1538370 w 7467600"/>
              <a:gd name="connsiteY679" fmla="*/ 3811804 h 6858000"/>
              <a:gd name="connsiteX680" fmla="*/ 542867 w 7467600"/>
              <a:gd name="connsiteY680" fmla="*/ 4944092 h 6858000"/>
              <a:gd name="connsiteX681" fmla="*/ 515800 w 7467600"/>
              <a:gd name="connsiteY681" fmla="*/ 4862180 h 6858000"/>
              <a:gd name="connsiteX682" fmla="*/ 909145 w 7467600"/>
              <a:gd name="connsiteY682" fmla="*/ 4199225 h 6858000"/>
              <a:gd name="connsiteX683" fmla="*/ 1214067 w 7467600"/>
              <a:gd name="connsiteY683" fmla="*/ 3908561 h 6858000"/>
              <a:gd name="connsiteX684" fmla="*/ 640967 w 7467600"/>
              <a:gd name="connsiteY684" fmla="*/ 4105601 h 6858000"/>
              <a:gd name="connsiteX685" fmla="*/ 112563 w 7467600"/>
              <a:gd name="connsiteY685" fmla="*/ 4396952 h 6858000"/>
              <a:gd name="connsiteX686" fmla="*/ 0 w 7467600"/>
              <a:gd name="connsiteY686" fmla="*/ 4466006 h 6858000"/>
              <a:gd name="connsiteX687" fmla="*/ 0 w 7467600"/>
              <a:gd name="connsiteY687" fmla="*/ 4233763 h 6858000"/>
              <a:gd name="connsiteX688" fmla="*/ 36881 w 7467600"/>
              <a:gd name="connsiteY688" fmla="*/ 4200118 h 6858000"/>
              <a:gd name="connsiteX689" fmla="*/ 910534 w 7467600"/>
              <a:gd name="connsiteY689" fmla="*/ 3629753 h 6858000"/>
              <a:gd name="connsiteX690" fmla="*/ 1578717 w 7467600"/>
              <a:gd name="connsiteY690" fmla="*/ 3575982 h 6858000"/>
              <a:gd name="connsiteX691" fmla="*/ 2338780 w 7467600"/>
              <a:gd name="connsiteY691" fmla="*/ 3033725 h 6858000"/>
              <a:gd name="connsiteX692" fmla="*/ 1807991 w 7467600"/>
              <a:gd name="connsiteY692" fmla="*/ 2807184 h 6858000"/>
              <a:gd name="connsiteX693" fmla="*/ 1416358 w 7467600"/>
              <a:gd name="connsiteY693" fmla="*/ 3112571 h 6858000"/>
              <a:gd name="connsiteX694" fmla="*/ 939066 w 7467600"/>
              <a:gd name="connsiteY694" fmla="*/ 3378798 h 6858000"/>
              <a:gd name="connsiteX695" fmla="*/ 115099 w 7467600"/>
              <a:gd name="connsiteY695" fmla="*/ 3607650 h 6858000"/>
              <a:gd name="connsiteX696" fmla="*/ 97284 w 7467600"/>
              <a:gd name="connsiteY696" fmla="*/ 3520393 h 6858000"/>
              <a:gd name="connsiteX697" fmla="*/ 922050 w 7467600"/>
              <a:gd name="connsiteY697" fmla="*/ 3074867 h 6858000"/>
              <a:gd name="connsiteX698" fmla="*/ 1405265 w 7467600"/>
              <a:gd name="connsiteY698" fmla="*/ 3016319 h 6858000"/>
              <a:gd name="connsiteX699" fmla="*/ 1407512 w 7467600"/>
              <a:gd name="connsiteY699" fmla="*/ 3018001 h 6858000"/>
              <a:gd name="connsiteX700" fmla="*/ 1726266 w 7467600"/>
              <a:gd name="connsiteY700" fmla="*/ 2777274 h 6858000"/>
              <a:gd name="connsiteX701" fmla="*/ 625390 w 7467600"/>
              <a:gd name="connsiteY701" fmla="*/ 2514541 h 6858000"/>
              <a:gd name="connsiteX702" fmla="*/ 619799 w 7467600"/>
              <a:gd name="connsiteY702" fmla="*/ 2527180 h 6858000"/>
              <a:gd name="connsiteX703" fmla="*/ 310030 w 7467600"/>
              <a:gd name="connsiteY703" fmla="*/ 2771818 h 6858000"/>
              <a:gd name="connsiteX704" fmla="*/ 173877 w 7467600"/>
              <a:gd name="connsiteY704" fmla="*/ 2937056 h 6858000"/>
              <a:gd name="connsiteX705" fmla="*/ 77889 w 7467600"/>
              <a:gd name="connsiteY705" fmla="*/ 3138440 h 6858000"/>
              <a:gd name="connsiteX706" fmla="*/ 0 w 7467600"/>
              <a:gd name="connsiteY706" fmla="*/ 3271395 h 6858000"/>
              <a:gd name="connsiteX707" fmla="*/ 0 w 7467600"/>
              <a:gd name="connsiteY707" fmla="*/ 3153002 h 6858000"/>
              <a:gd name="connsiteX708" fmla="*/ 2386 w 7467600"/>
              <a:gd name="connsiteY708" fmla="*/ 3149203 h 6858000"/>
              <a:gd name="connsiteX709" fmla="*/ 89753 w 7467600"/>
              <a:gd name="connsiteY709" fmla="*/ 2987702 h 6858000"/>
              <a:gd name="connsiteX710" fmla="*/ 76869 w 7467600"/>
              <a:gd name="connsiteY710" fmla="*/ 3005404 h 6858000"/>
              <a:gd name="connsiteX711" fmla="*/ 32049 w 7467600"/>
              <a:gd name="connsiteY711" fmla="*/ 3065814 h 6858000"/>
              <a:gd name="connsiteX712" fmla="*/ 0 w 7467600"/>
              <a:gd name="connsiteY712" fmla="*/ 3108744 h 6858000"/>
              <a:gd name="connsiteX713" fmla="*/ 0 w 7467600"/>
              <a:gd name="connsiteY713" fmla="*/ 3058059 h 6858000"/>
              <a:gd name="connsiteX714" fmla="*/ 7610 w 7467600"/>
              <a:gd name="connsiteY714" fmla="*/ 3047889 h 6858000"/>
              <a:gd name="connsiteX715" fmla="*/ 52419 w 7467600"/>
              <a:gd name="connsiteY715" fmla="*/ 2987479 h 6858000"/>
              <a:gd name="connsiteX716" fmla="*/ 59142 w 7467600"/>
              <a:gd name="connsiteY716" fmla="*/ 2978488 h 6858000"/>
              <a:gd name="connsiteX717" fmla="*/ 0 w 7467600"/>
              <a:gd name="connsiteY717" fmla="*/ 3015334 h 6858000"/>
              <a:gd name="connsiteX718" fmla="*/ 0 w 7467600"/>
              <a:gd name="connsiteY718" fmla="*/ 2914286 h 6858000"/>
              <a:gd name="connsiteX719" fmla="*/ 36383 w 7467600"/>
              <a:gd name="connsiteY719" fmla="*/ 2901128 h 6858000"/>
              <a:gd name="connsiteX720" fmla="*/ 156329 w 7467600"/>
              <a:gd name="connsiteY720" fmla="*/ 2840533 h 6858000"/>
              <a:gd name="connsiteX721" fmla="*/ 358355 w 7467600"/>
              <a:gd name="connsiteY721" fmla="*/ 2620471 h 6858000"/>
              <a:gd name="connsiteX722" fmla="*/ 510577 w 7467600"/>
              <a:gd name="connsiteY722" fmla="*/ 2501244 h 6858000"/>
              <a:gd name="connsiteX723" fmla="*/ 211967 w 7467600"/>
              <a:gd name="connsiteY723" fmla="*/ 2479171 h 6858000"/>
              <a:gd name="connsiteX724" fmla="*/ 0 w 7467600"/>
              <a:gd name="connsiteY724" fmla="*/ 2476398 h 6858000"/>
              <a:gd name="connsiteX725" fmla="*/ 0 w 7467600"/>
              <a:gd name="connsiteY725" fmla="*/ 2389189 h 6858000"/>
              <a:gd name="connsiteX726" fmla="*/ 103062 w 7467600"/>
              <a:gd name="connsiteY726" fmla="*/ 2389518 h 6858000"/>
              <a:gd name="connsiteX727" fmla="*/ 510734 w 7467600"/>
              <a:gd name="connsiteY727" fmla="*/ 2416201 h 6858000"/>
              <a:gd name="connsiteX728" fmla="*/ 279257 w 7467600"/>
              <a:gd name="connsiteY728" fmla="*/ 2092102 h 6858000"/>
              <a:gd name="connsiteX729" fmla="*/ 65265 w 7467600"/>
              <a:gd name="connsiteY729" fmla="*/ 2006049 h 6858000"/>
              <a:gd name="connsiteX730" fmla="*/ 0 w 7467600"/>
              <a:gd name="connsiteY730" fmla="*/ 1982532 h 6858000"/>
              <a:gd name="connsiteX731" fmla="*/ 0 w 7467600"/>
              <a:gd name="connsiteY731" fmla="*/ 1912789 h 6858000"/>
              <a:gd name="connsiteX732" fmla="*/ 97460 w 7467600"/>
              <a:gd name="connsiteY732" fmla="*/ 1953725 h 6858000"/>
              <a:gd name="connsiteX733" fmla="*/ 221272 w 7467600"/>
              <a:gd name="connsiteY733" fmla="*/ 1980766 h 6858000"/>
              <a:gd name="connsiteX734" fmla="*/ 116765 w 7467600"/>
              <a:gd name="connsiteY734" fmla="*/ 1911033 h 6858000"/>
              <a:gd name="connsiteX735" fmla="*/ 16405 w 7467600"/>
              <a:gd name="connsiteY735" fmla="*/ 1803412 h 6858000"/>
              <a:gd name="connsiteX736" fmla="*/ 0 w 7467600"/>
              <a:gd name="connsiteY736" fmla="*/ 1784777 h 6858000"/>
              <a:gd name="connsiteX737" fmla="*/ 0 w 7467600"/>
              <a:gd name="connsiteY737" fmla="*/ 1740082 h 6858000"/>
              <a:gd name="connsiteX738" fmla="*/ 39394 w 7467600"/>
              <a:gd name="connsiteY738" fmla="*/ 1784856 h 6858000"/>
              <a:gd name="connsiteX739" fmla="*/ 135813 w 7467600"/>
              <a:gd name="connsiteY739" fmla="*/ 1888838 h 6858000"/>
              <a:gd name="connsiteX740" fmla="*/ 242575 w 7467600"/>
              <a:gd name="connsiteY740" fmla="*/ 1958841 h 6858000"/>
              <a:gd name="connsiteX741" fmla="*/ 82197 w 7467600"/>
              <a:gd name="connsiteY741" fmla="*/ 1754826 h 6858000"/>
              <a:gd name="connsiteX742" fmla="*/ 0 w 7467600"/>
              <a:gd name="connsiteY742" fmla="*/ 1679650 h 6858000"/>
              <a:gd name="connsiteX743" fmla="*/ 0 w 7467600"/>
              <a:gd name="connsiteY743" fmla="*/ 1602463 h 6858000"/>
              <a:gd name="connsiteX744" fmla="*/ 84689 w 7467600"/>
              <a:gd name="connsiteY744" fmla="*/ 1677442 h 6858000"/>
              <a:gd name="connsiteX745" fmla="*/ 298437 w 7467600"/>
              <a:gd name="connsiteY745" fmla="*/ 1968019 h 6858000"/>
              <a:gd name="connsiteX746" fmla="*/ 227269 w 7467600"/>
              <a:gd name="connsiteY746" fmla="*/ 1114064 h 6858000"/>
              <a:gd name="connsiteX747" fmla="*/ 248003 w 7467600"/>
              <a:gd name="connsiteY747" fmla="*/ 1089613 h 6858000"/>
              <a:gd name="connsiteX748" fmla="*/ 427020 w 7467600"/>
              <a:gd name="connsiteY748" fmla="*/ 1619803 h 6858000"/>
              <a:gd name="connsiteX749" fmla="*/ 340345 w 7467600"/>
              <a:gd name="connsiteY749" fmla="*/ 2027739 h 6858000"/>
              <a:gd name="connsiteX750" fmla="*/ 360865 w 7467600"/>
              <a:gd name="connsiteY750" fmla="*/ 2044827 h 6858000"/>
              <a:gd name="connsiteX751" fmla="*/ 560414 w 7467600"/>
              <a:gd name="connsiteY751" fmla="*/ 2421457 h 6858000"/>
              <a:gd name="connsiteX752" fmla="*/ 1359703 w 7467600"/>
              <a:gd name="connsiteY752" fmla="*/ 2578554 h 6858000"/>
              <a:gd name="connsiteX753" fmla="*/ 1359422 w 7467600"/>
              <a:gd name="connsiteY753" fmla="*/ 2577994 h 6858000"/>
              <a:gd name="connsiteX754" fmla="*/ 828701 w 7467600"/>
              <a:gd name="connsiteY754" fmla="*/ 1839520 h 6858000"/>
              <a:gd name="connsiteX755" fmla="*/ 494427 w 7467600"/>
              <a:gd name="connsiteY755" fmla="*/ 1092333 h 6858000"/>
              <a:gd name="connsiteX756" fmla="*/ 506322 w 7467600"/>
              <a:gd name="connsiteY756" fmla="*/ 1020997 h 6858000"/>
              <a:gd name="connsiteX757" fmla="*/ 4570198 w 7467600"/>
              <a:gd name="connsiteY757" fmla="*/ 978081 h 6858000"/>
              <a:gd name="connsiteX758" fmla="*/ 4523691 w 7467600"/>
              <a:gd name="connsiteY758" fmla="*/ 1127776 h 6858000"/>
              <a:gd name="connsiteX759" fmla="*/ 4509875 w 7467600"/>
              <a:gd name="connsiteY759" fmla="*/ 1167552 h 6858000"/>
              <a:gd name="connsiteX760" fmla="*/ 4478168 w 7467600"/>
              <a:gd name="connsiteY760" fmla="*/ 1260735 h 6858000"/>
              <a:gd name="connsiteX761" fmla="*/ 4409309 w 7467600"/>
              <a:gd name="connsiteY761" fmla="*/ 1666996 h 6858000"/>
              <a:gd name="connsiteX762" fmla="*/ 4370031 w 7467600"/>
              <a:gd name="connsiteY762" fmla="*/ 1955666 h 6858000"/>
              <a:gd name="connsiteX763" fmla="*/ 4570198 w 7467600"/>
              <a:gd name="connsiteY763" fmla="*/ 978081 h 6858000"/>
              <a:gd name="connsiteX764" fmla="*/ 4557898 w 7467600"/>
              <a:gd name="connsiteY764" fmla="*/ 900011 h 6858000"/>
              <a:gd name="connsiteX765" fmla="*/ 4344840 w 7467600"/>
              <a:gd name="connsiteY765" fmla="*/ 1922038 h 6858000"/>
              <a:gd name="connsiteX766" fmla="*/ 4378710 w 7467600"/>
              <a:gd name="connsiteY766" fmla="*/ 1665516 h 6858000"/>
              <a:gd name="connsiteX767" fmla="*/ 4448798 w 7467600"/>
              <a:gd name="connsiteY767" fmla="*/ 1253024 h 6858000"/>
              <a:gd name="connsiteX768" fmla="*/ 4480315 w 7467600"/>
              <a:gd name="connsiteY768" fmla="*/ 1158454 h 6858000"/>
              <a:gd name="connsiteX769" fmla="*/ 4494133 w 7467600"/>
              <a:gd name="connsiteY769" fmla="*/ 1118676 h 6858000"/>
              <a:gd name="connsiteX770" fmla="*/ 4557898 w 7467600"/>
              <a:gd name="connsiteY770" fmla="*/ 900011 h 6858000"/>
              <a:gd name="connsiteX771" fmla="*/ 5870151 w 7467600"/>
              <a:gd name="connsiteY771" fmla="*/ 898890 h 6858000"/>
              <a:gd name="connsiteX772" fmla="*/ 5861335 w 7467600"/>
              <a:gd name="connsiteY772" fmla="*/ 899177 h 6858000"/>
              <a:gd name="connsiteX773" fmla="*/ 5843702 w 7467600"/>
              <a:gd name="connsiteY773" fmla="*/ 899748 h 6858000"/>
              <a:gd name="connsiteX774" fmla="*/ 5651107 w 7467600"/>
              <a:gd name="connsiteY774" fmla="*/ 920306 h 6858000"/>
              <a:gd name="connsiteX775" fmla="*/ 5459407 w 7467600"/>
              <a:gd name="connsiteY775" fmla="*/ 940975 h 6858000"/>
              <a:gd name="connsiteX776" fmla="*/ 5374846 w 7467600"/>
              <a:gd name="connsiteY776" fmla="*/ 941988 h 6858000"/>
              <a:gd name="connsiteX777" fmla="*/ 5256105 w 7467600"/>
              <a:gd name="connsiteY777" fmla="*/ 945632 h 6858000"/>
              <a:gd name="connsiteX778" fmla="*/ 5107071 w 7467600"/>
              <a:gd name="connsiteY778" fmla="*/ 969720 h 6858000"/>
              <a:gd name="connsiteX779" fmla="*/ 4998681 w 7467600"/>
              <a:gd name="connsiteY779" fmla="*/ 988771 h 6858000"/>
              <a:gd name="connsiteX780" fmla="*/ 5870151 w 7467600"/>
              <a:gd name="connsiteY780" fmla="*/ 898890 h 6858000"/>
              <a:gd name="connsiteX781" fmla="*/ 5504425 w 7467600"/>
              <a:gd name="connsiteY781" fmla="*/ 848067 h 6858000"/>
              <a:gd name="connsiteX782" fmla="*/ 4968849 w 7467600"/>
              <a:gd name="connsiteY782" fmla="*/ 962318 h 6858000"/>
              <a:gd name="connsiteX783" fmla="*/ 5104039 w 7467600"/>
              <a:gd name="connsiteY783" fmla="*/ 940634 h 6858000"/>
              <a:gd name="connsiteX784" fmla="*/ 5256311 w 7467600"/>
              <a:gd name="connsiteY784" fmla="*/ 916490 h 6858000"/>
              <a:gd name="connsiteX785" fmla="*/ 5377381 w 7467600"/>
              <a:gd name="connsiteY785" fmla="*/ 912671 h 6858000"/>
              <a:gd name="connsiteX786" fmla="*/ 5460148 w 7467600"/>
              <a:gd name="connsiteY786" fmla="*/ 911442 h 6858000"/>
              <a:gd name="connsiteX787" fmla="*/ 5648971 w 7467600"/>
              <a:gd name="connsiteY787" fmla="*/ 891331 h 6858000"/>
              <a:gd name="connsiteX788" fmla="*/ 5844807 w 7467600"/>
              <a:gd name="connsiteY788" fmla="*/ 870718 h 6858000"/>
              <a:gd name="connsiteX789" fmla="*/ 5862975 w 7467600"/>
              <a:gd name="connsiteY789" fmla="*/ 869756 h 6858000"/>
              <a:gd name="connsiteX790" fmla="*/ 5920887 w 7467600"/>
              <a:gd name="connsiteY790" fmla="*/ 865929 h 6858000"/>
              <a:gd name="connsiteX791" fmla="*/ 5504425 w 7467600"/>
              <a:gd name="connsiteY791" fmla="*/ 848067 h 6858000"/>
              <a:gd name="connsiteX792" fmla="*/ 3607114 w 7467600"/>
              <a:gd name="connsiteY792" fmla="*/ 467441 h 6858000"/>
              <a:gd name="connsiteX793" fmla="*/ 3296242 w 7467600"/>
              <a:gd name="connsiteY793" fmla="*/ 807991 h 6858000"/>
              <a:gd name="connsiteX794" fmla="*/ 3174674 w 7467600"/>
              <a:gd name="connsiteY794" fmla="*/ 919759 h 6858000"/>
              <a:gd name="connsiteX795" fmla="*/ 3042978 w 7467600"/>
              <a:gd name="connsiteY795" fmla="*/ 1054894 h 6858000"/>
              <a:gd name="connsiteX796" fmla="*/ 2968914 w 7467600"/>
              <a:gd name="connsiteY796" fmla="*/ 1133756 h 6858000"/>
              <a:gd name="connsiteX797" fmla="*/ 3103823 w 7467600"/>
              <a:gd name="connsiteY797" fmla="*/ 1026814 h 6858000"/>
              <a:gd name="connsiteX798" fmla="*/ 3607114 w 7467600"/>
              <a:gd name="connsiteY798" fmla="*/ 467441 h 6858000"/>
              <a:gd name="connsiteX799" fmla="*/ 3744487 w 7467600"/>
              <a:gd name="connsiteY799" fmla="*/ 383136 h 6858000"/>
              <a:gd name="connsiteX800" fmla="*/ 3970213 w 7467600"/>
              <a:gd name="connsiteY800" fmla="*/ 995559 h 6858000"/>
              <a:gd name="connsiteX801" fmla="*/ 3744487 w 7467600"/>
              <a:gd name="connsiteY801" fmla="*/ 383136 h 6858000"/>
              <a:gd name="connsiteX802" fmla="*/ 3624562 w 7467600"/>
              <a:gd name="connsiteY802" fmla="*/ 367041 h 6858000"/>
              <a:gd name="connsiteX803" fmla="*/ 3489712 w 7467600"/>
              <a:gd name="connsiteY803" fmla="*/ 485386 h 6858000"/>
              <a:gd name="connsiteX804" fmla="*/ 3182994 w 7467600"/>
              <a:gd name="connsiteY804" fmla="*/ 828265 h 6858000"/>
              <a:gd name="connsiteX805" fmla="*/ 2892114 w 7467600"/>
              <a:gd name="connsiteY805" fmla="*/ 1172635 h 6858000"/>
              <a:gd name="connsiteX806" fmla="*/ 3021459 w 7467600"/>
              <a:gd name="connsiteY806" fmla="*/ 1035385 h 6858000"/>
              <a:gd name="connsiteX807" fmla="*/ 3153873 w 7467600"/>
              <a:gd name="connsiteY807" fmla="*/ 898971 h 6858000"/>
              <a:gd name="connsiteX808" fmla="*/ 3276511 w 7467600"/>
              <a:gd name="connsiteY808" fmla="*/ 786423 h 6858000"/>
              <a:gd name="connsiteX809" fmla="*/ 3584154 w 7467600"/>
              <a:gd name="connsiteY809" fmla="*/ 448218 h 6858000"/>
              <a:gd name="connsiteX810" fmla="*/ 3624562 w 7467600"/>
              <a:gd name="connsiteY810" fmla="*/ 367041 h 6858000"/>
              <a:gd name="connsiteX811" fmla="*/ 3766672 w 7467600"/>
              <a:gd name="connsiteY811" fmla="*/ 359429 h 6858000"/>
              <a:gd name="connsiteX812" fmla="*/ 3996338 w 7467600"/>
              <a:gd name="connsiteY812" fmla="*/ 968237 h 6858000"/>
              <a:gd name="connsiteX813" fmla="*/ 3766672 w 7467600"/>
              <a:gd name="connsiteY813" fmla="*/ 359429 h 6858000"/>
              <a:gd name="connsiteX814" fmla="*/ 5805386 w 7467600"/>
              <a:gd name="connsiteY814" fmla="*/ 239240 h 6858000"/>
              <a:gd name="connsiteX815" fmla="*/ 5736947 w 7467600"/>
              <a:gd name="connsiteY815" fmla="*/ 261367 h 6858000"/>
              <a:gd name="connsiteX816" fmla="*/ 5427012 w 7467600"/>
              <a:gd name="connsiteY816" fmla="*/ 311272 h 6858000"/>
              <a:gd name="connsiteX817" fmla="*/ 5147818 w 7467600"/>
              <a:gd name="connsiteY817" fmla="*/ 322112 h 6858000"/>
              <a:gd name="connsiteX818" fmla="*/ 5060854 w 7467600"/>
              <a:gd name="connsiteY818" fmla="*/ 311882 h 6858000"/>
              <a:gd name="connsiteX819" fmla="*/ 4945989 w 7467600"/>
              <a:gd name="connsiteY819" fmla="*/ 300516 h 6858000"/>
              <a:gd name="connsiteX820" fmla="*/ 5410479 w 7467600"/>
              <a:gd name="connsiteY820" fmla="*/ 348434 h 6858000"/>
              <a:gd name="connsiteX821" fmla="*/ 5805386 w 7467600"/>
              <a:gd name="connsiteY821" fmla="*/ 239240 h 6858000"/>
              <a:gd name="connsiteX822" fmla="*/ 5905192 w 7467600"/>
              <a:gd name="connsiteY822" fmla="*/ 163079 h 6858000"/>
              <a:gd name="connsiteX823" fmla="*/ 5865655 w 7467600"/>
              <a:gd name="connsiteY823" fmla="*/ 171901 h 6858000"/>
              <a:gd name="connsiteX824" fmla="*/ 5259740 w 7467600"/>
              <a:gd name="connsiteY824" fmla="*/ 257013 h 6858000"/>
              <a:gd name="connsiteX825" fmla="*/ 5208466 w 7467600"/>
              <a:gd name="connsiteY825" fmla="*/ 257550 h 6858000"/>
              <a:gd name="connsiteX826" fmla="*/ 4980204 w 7467600"/>
              <a:gd name="connsiteY826" fmla="*/ 271903 h 6858000"/>
              <a:gd name="connsiteX827" fmla="*/ 5068068 w 7467600"/>
              <a:gd name="connsiteY827" fmla="*/ 282244 h 6858000"/>
              <a:gd name="connsiteX828" fmla="*/ 5153231 w 7467600"/>
              <a:gd name="connsiteY828" fmla="*/ 292240 h 6858000"/>
              <a:gd name="connsiteX829" fmla="*/ 5426491 w 7467600"/>
              <a:gd name="connsiteY829" fmla="*/ 281128 h 6858000"/>
              <a:gd name="connsiteX830" fmla="*/ 5731212 w 7467600"/>
              <a:gd name="connsiteY830" fmla="*/ 231951 h 6858000"/>
              <a:gd name="connsiteX831" fmla="*/ 5905192 w 7467600"/>
              <a:gd name="connsiteY831" fmla="*/ 163079 h 6858000"/>
              <a:gd name="connsiteX832" fmla="*/ 5944437 w 7467600"/>
              <a:gd name="connsiteY832" fmla="*/ 113829 h 6858000"/>
              <a:gd name="connsiteX833" fmla="*/ 5825032 w 7467600"/>
              <a:gd name="connsiteY833" fmla="*/ 146405 h 6858000"/>
              <a:gd name="connsiteX834" fmla="*/ 4955599 w 7467600"/>
              <a:gd name="connsiteY834" fmla="*/ 247008 h 6858000"/>
              <a:gd name="connsiteX835" fmla="*/ 5210104 w 7467600"/>
              <a:gd name="connsiteY835" fmla="*/ 228123 h 6858000"/>
              <a:gd name="connsiteX836" fmla="*/ 5261015 w 7467600"/>
              <a:gd name="connsiteY836" fmla="*/ 227087 h 6858000"/>
              <a:gd name="connsiteX837" fmla="*/ 5861181 w 7467600"/>
              <a:gd name="connsiteY837" fmla="*/ 143093 h 6858000"/>
              <a:gd name="connsiteX838" fmla="*/ 5961252 w 7467600"/>
              <a:gd name="connsiteY838" fmla="*/ 114820 h 6858000"/>
              <a:gd name="connsiteX839" fmla="*/ 5944437 w 7467600"/>
              <a:gd name="connsiteY839" fmla="*/ 113829 h 6858000"/>
              <a:gd name="connsiteX840" fmla="*/ 3882765 w 7467600"/>
              <a:gd name="connsiteY840" fmla="*/ 0 h 6858000"/>
              <a:gd name="connsiteX841" fmla="*/ 3995099 w 7467600"/>
              <a:gd name="connsiteY841" fmla="*/ 0 h 6858000"/>
              <a:gd name="connsiteX842" fmla="*/ 4163818 w 7467600"/>
              <a:gd name="connsiteY842" fmla="*/ 234104 h 6858000"/>
              <a:gd name="connsiteX843" fmla="*/ 4172099 w 7467600"/>
              <a:gd name="connsiteY843" fmla="*/ 234207 h 6858000"/>
              <a:gd name="connsiteX844" fmla="*/ 4784282 w 7467600"/>
              <a:gd name="connsiteY844" fmla="*/ 276561 h 6858000"/>
              <a:gd name="connsiteX845" fmla="*/ 4801687 w 7467600"/>
              <a:gd name="connsiteY845" fmla="*/ 267764 h 6858000"/>
              <a:gd name="connsiteX846" fmla="*/ 6082788 w 7467600"/>
              <a:gd name="connsiteY846" fmla="*/ 64119 h 6858000"/>
              <a:gd name="connsiteX847" fmla="*/ 6099442 w 7467600"/>
              <a:gd name="connsiteY847" fmla="*/ 82568 h 6858000"/>
              <a:gd name="connsiteX848" fmla="*/ 4804137 w 7467600"/>
              <a:gd name="connsiteY848" fmla="*/ 320931 h 6858000"/>
              <a:gd name="connsiteX849" fmla="*/ 4227047 w 7467600"/>
              <a:gd name="connsiteY849" fmla="*/ 313415 h 6858000"/>
              <a:gd name="connsiteX850" fmla="*/ 4346041 w 7467600"/>
              <a:gd name="connsiteY850" fmla="*/ 456086 h 6858000"/>
              <a:gd name="connsiteX851" fmla="*/ 4870967 w 7467600"/>
              <a:gd name="connsiteY851" fmla="*/ 963061 h 6858000"/>
              <a:gd name="connsiteX852" fmla="*/ 4889647 w 7467600"/>
              <a:gd name="connsiteY852" fmla="*/ 957147 h 6858000"/>
              <a:gd name="connsiteX853" fmla="*/ 5422504 w 7467600"/>
              <a:gd name="connsiteY853" fmla="*/ 805191 h 6858000"/>
              <a:gd name="connsiteX854" fmla="*/ 6087656 w 7467600"/>
              <a:gd name="connsiteY854" fmla="*/ 826703 h 6858000"/>
              <a:gd name="connsiteX855" fmla="*/ 6058717 w 7467600"/>
              <a:gd name="connsiteY855" fmla="*/ 865992 h 6858000"/>
              <a:gd name="connsiteX856" fmla="*/ 4974153 w 7467600"/>
              <a:gd name="connsiteY856" fmla="*/ 1045456 h 6858000"/>
              <a:gd name="connsiteX857" fmla="*/ 5627835 w 7467600"/>
              <a:gd name="connsiteY857" fmla="*/ 1472077 h 6858000"/>
              <a:gd name="connsiteX858" fmla="*/ 5629817 w 7467600"/>
              <a:gd name="connsiteY858" fmla="*/ 1471412 h 6858000"/>
              <a:gd name="connsiteX859" fmla="*/ 5634124 w 7467600"/>
              <a:gd name="connsiteY859" fmla="*/ 1470572 h 6858000"/>
              <a:gd name="connsiteX860" fmla="*/ 5755832 w 7467600"/>
              <a:gd name="connsiteY860" fmla="*/ 1383886 h 6858000"/>
              <a:gd name="connsiteX861" fmla="*/ 6014186 w 7467600"/>
              <a:gd name="connsiteY861" fmla="*/ 1279799 h 6858000"/>
              <a:gd name="connsiteX862" fmla="*/ 6901619 w 7467600"/>
              <a:gd name="connsiteY862" fmla="*/ 1047874 h 6858000"/>
              <a:gd name="connsiteX863" fmla="*/ 6931566 w 7467600"/>
              <a:gd name="connsiteY863" fmla="*/ 1062034 h 6858000"/>
              <a:gd name="connsiteX864" fmla="*/ 5790982 w 7467600"/>
              <a:gd name="connsiteY864" fmla="*/ 1561380 h 6858000"/>
              <a:gd name="connsiteX865" fmla="*/ 6188971 w 7467600"/>
              <a:gd name="connsiteY865" fmla="*/ 1755168 h 6858000"/>
              <a:gd name="connsiteX866" fmla="*/ 6202446 w 7467600"/>
              <a:gd name="connsiteY866" fmla="*/ 1752268 h 6858000"/>
              <a:gd name="connsiteX867" fmla="*/ 7179560 w 7467600"/>
              <a:gd name="connsiteY867" fmla="*/ 1467551 h 6858000"/>
              <a:gd name="connsiteX868" fmla="*/ 7158730 w 7467600"/>
              <a:gd name="connsiteY868" fmla="*/ 1507835 h 6858000"/>
              <a:gd name="connsiteX869" fmla="*/ 6326959 w 7467600"/>
              <a:gd name="connsiteY869" fmla="*/ 1817686 h 6858000"/>
              <a:gd name="connsiteX870" fmla="*/ 6537433 w 7467600"/>
              <a:gd name="connsiteY870" fmla="*/ 1907790 h 6858000"/>
              <a:gd name="connsiteX871" fmla="*/ 6550221 w 7467600"/>
              <a:gd name="connsiteY871" fmla="*/ 1910729 h 6858000"/>
              <a:gd name="connsiteX872" fmla="*/ 6964438 w 7467600"/>
              <a:gd name="connsiteY872" fmla="*/ 2209505 h 6858000"/>
              <a:gd name="connsiteX873" fmla="*/ 7367862 w 7467600"/>
              <a:gd name="connsiteY873" fmla="*/ 2806833 h 6858000"/>
              <a:gd name="connsiteX874" fmla="*/ 7364329 w 7467600"/>
              <a:gd name="connsiteY874" fmla="*/ 2826907 h 6858000"/>
              <a:gd name="connsiteX875" fmla="*/ 7290545 w 7467600"/>
              <a:gd name="connsiteY875" fmla="*/ 2850663 h 6858000"/>
              <a:gd name="connsiteX876" fmla="*/ 6472036 w 7467600"/>
              <a:gd name="connsiteY876" fmla="*/ 1959003 h 6858000"/>
              <a:gd name="connsiteX877" fmla="*/ 5792897 w 7467600"/>
              <a:gd name="connsiteY877" fmla="*/ 1647747 h 6858000"/>
              <a:gd name="connsiteX878" fmla="*/ 5842751 w 7467600"/>
              <a:gd name="connsiteY878" fmla="*/ 1816112 h 6858000"/>
              <a:gd name="connsiteX879" fmla="*/ 5847424 w 7467600"/>
              <a:gd name="connsiteY879" fmla="*/ 1815776 h 6858000"/>
              <a:gd name="connsiteX880" fmla="*/ 6399821 w 7467600"/>
              <a:gd name="connsiteY880" fmla="*/ 2344799 h 6858000"/>
              <a:gd name="connsiteX881" fmla="*/ 6323232 w 7467600"/>
              <a:gd name="connsiteY881" fmla="*/ 2389634 h 6858000"/>
              <a:gd name="connsiteX882" fmla="*/ 5942958 w 7467600"/>
              <a:gd name="connsiteY882" fmla="*/ 2077708 h 6858000"/>
              <a:gd name="connsiteX883" fmla="*/ 5921559 w 7467600"/>
              <a:gd name="connsiteY883" fmla="*/ 2378596 h 6858000"/>
              <a:gd name="connsiteX884" fmla="*/ 5817651 w 7467600"/>
              <a:gd name="connsiteY884" fmla="*/ 3023919 h 6858000"/>
              <a:gd name="connsiteX885" fmla="*/ 5729634 w 7467600"/>
              <a:gd name="connsiteY885" fmla="*/ 3051849 h 6858000"/>
              <a:gd name="connsiteX886" fmla="*/ 5611018 w 7467600"/>
              <a:gd name="connsiteY886" fmla="*/ 2316769 h 6858000"/>
              <a:gd name="connsiteX887" fmla="*/ 5687608 w 7467600"/>
              <a:gd name="connsiteY887" fmla="*/ 2039972 h 6858000"/>
              <a:gd name="connsiteX888" fmla="*/ 5657554 w 7467600"/>
              <a:gd name="connsiteY888" fmla="*/ 1576445 h 6858000"/>
              <a:gd name="connsiteX889" fmla="*/ 5150475 w 7467600"/>
              <a:gd name="connsiteY889" fmla="*/ 1274012 h 6858000"/>
              <a:gd name="connsiteX890" fmla="*/ 5349142 w 7467600"/>
              <a:gd name="connsiteY890" fmla="*/ 2204405 h 6858000"/>
              <a:gd name="connsiteX891" fmla="*/ 5262214 w 7467600"/>
              <a:gd name="connsiteY891" fmla="*/ 2233836 h 6858000"/>
              <a:gd name="connsiteX892" fmla="*/ 4981539 w 7467600"/>
              <a:gd name="connsiteY892" fmla="*/ 1542201 h 6858000"/>
              <a:gd name="connsiteX893" fmla="*/ 4958461 w 7467600"/>
              <a:gd name="connsiteY893" fmla="*/ 1136957 h 6858000"/>
              <a:gd name="connsiteX894" fmla="*/ 4655015 w 7467600"/>
              <a:gd name="connsiteY894" fmla="*/ 891426 h 6858000"/>
              <a:gd name="connsiteX895" fmla="*/ 4348002 w 7467600"/>
              <a:gd name="connsiteY895" fmla="*/ 2205895 h 6858000"/>
              <a:gd name="connsiteX896" fmla="*/ 4262250 w 7467600"/>
              <a:gd name="connsiteY896" fmla="*/ 2219972 h 6858000"/>
              <a:gd name="connsiteX897" fmla="*/ 4550611 w 7467600"/>
              <a:gd name="connsiteY897" fmla="*/ 817540 h 6858000"/>
              <a:gd name="connsiteX898" fmla="*/ 4564418 w 7467600"/>
              <a:gd name="connsiteY898" fmla="*/ 808293 h 6858000"/>
              <a:gd name="connsiteX899" fmla="*/ 4266388 w 7467600"/>
              <a:gd name="connsiteY899" fmla="*/ 500083 h 6858000"/>
              <a:gd name="connsiteX900" fmla="*/ 4032842 w 7467600"/>
              <a:gd name="connsiteY900" fmla="*/ 211809 h 6858000"/>
              <a:gd name="connsiteX901" fmla="*/ 3882765 w 7467600"/>
              <a:gd name="connsiteY901" fmla="*/ 0 h 6858000"/>
              <a:gd name="connsiteX902" fmla="*/ 3721337 w 7467600"/>
              <a:gd name="connsiteY902" fmla="*/ 0 h 6858000"/>
              <a:gd name="connsiteX903" fmla="*/ 3797544 w 7467600"/>
              <a:gd name="connsiteY903" fmla="*/ 0 h 6858000"/>
              <a:gd name="connsiteX904" fmla="*/ 3775734 w 7467600"/>
              <a:gd name="connsiteY904" fmla="*/ 95131 h 6858000"/>
              <a:gd name="connsiteX905" fmla="*/ 3724807 w 7467600"/>
              <a:gd name="connsiteY905" fmla="*/ 272257 h 6858000"/>
              <a:gd name="connsiteX906" fmla="*/ 3726844 w 7467600"/>
              <a:gd name="connsiteY906" fmla="*/ 282988 h 6858000"/>
              <a:gd name="connsiteX907" fmla="*/ 3742664 w 7467600"/>
              <a:gd name="connsiteY907" fmla="*/ 279918 h 6858000"/>
              <a:gd name="connsiteX908" fmla="*/ 4103910 w 7467600"/>
              <a:gd name="connsiteY908" fmla="*/ 1161917 h 6858000"/>
              <a:gd name="connsiteX909" fmla="*/ 4020269 w 7467600"/>
              <a:gd name="connsiteY909" fmla="*/ 1200406 h 6858000"/>
              <a:gd name="connsiteX910" fmla="*/ 3674882 w 7467600"/>
              <a:gd name="connsiteY910" fmla="*/ 488524 h 6858000"/>
              <a:gd name="connsiteX911" fmla="*/ 3132682 w 7467600"/>
              <a:gd name="connsiteY911" fmla="*/ 1072284 h 6858000"/>
              <a:gd name="connsiteX912" fmla="*/ 2716346 w 7467600"/>
              <a:gd name="connsiteY912" fmla="*/ 1276376 h 6858000"/>
              <a:gd name="connsiteX913" fmla="*/ 2716772 w 7467600"/>
              <a:gd name="connsiteY913" fmla="*/ 1255462 h 6858000"/>
              <a:gd name="connsiteX914" fmla="*/ 3471096 w 7467600"/>
              <a:gd name="connsiteY914" fmla="*/ 437072 h 6858000"/>
              <a:gd name="connsiteX915" fmla="*/ 3639057 w 7467600"/>
              <a:gd name="connsiteY915" fmla="*/ 286334 h 6858000"/>
              <a:gd name="connsiteX916" fmla="*/ 3640309 w 7467600"/>
              <a:gd name="connsiteY916" fmla="*/ 284664 h 6858000"/>
              <a:gd name="connsiteX917" fmla="*/ 3646022 w 7467600"/>
              <a:gd name="connsiteY917" fmla="*/ 276711 h 6858000"/>
              <a:gd name="connsiteX918" fmla="*/ 3707943 w 7467600"/>
              <a:gd name="connsiteY918" fmla="*/ 65958 h 6858000"/>
              <a:gd name="connsiteX919" fmla="*/ 3721337 w 7467600"/>
              <a:gd name="connsiteY919" fmla="*/ 0 h 6858000"/>
              <a:gd name="connsiteX920" fmla="*/ 2867960 w 7467600"/>
              <a:gd name="connsiteY920" fmla="*/ 0 h 6858000"/>
              <a:gd name="connsiteX921" fmla="*/ 2926351 w 7467600"/>
              <a:gd name="connsiteY921" fmla="*/ 0 h 6858000"/>
              <a:gd name="connsiteX922" fmla="*/ 2902823 w 7467600"/>
              <a:gd name="connsiteY922" fmla="*/ 262929 h 6858000"/>
              <a:gd name="connsiteX923" fmla="*/ 2940663 w 7467600"/>
              <a:gd name="connsiteY923" fmla="*/ 140884 h 6858000"/>
              <a:gd name="connsiteX924" fmla="*/ 2947039 w 7467600"/>
              <a:gd name="connsiteY924" fmla="*/ 122524 h 6858000"/>
              <a:gd name="connsiteX925" fmla="*/ 2984316 w 7467600"/>
              <a:gd name="connsiteY925" fmla="*/ 0 h 6858000"/>
              <a:gd name="connsiteX926" fmla="*/ 3016114 w 7467600"/>
              <a:gd name="connsiteY926" fmla="*/ 0 h 6858000"/>
              <a:gd name="connsiteX927" fmla="*/ 2979949 w 7467600"/>
              <a:gd name="connsiteY927" fmla="*/ 119274 h 6858000"/>
              <a:gd name="connsiteX928" fmla="*/ 3023879 w 7467600"/>
              <a:gd name="connsiteY928" fmla="*/ 0 h 6858000"/>
              <a:gd name="connsiteX929" fmla="*/ 3105400 w 7467600"/>
              <a:gd name="connsiteY929" fmla="*/ 0 h 6858000"/>
              <a:gd name="connsiteX930" fmla="*/ 3094669 w 7467600"/>
              <a:gd name="connsiteY930" fmla="*/ 30308 h 6858000"/>
              <a:gd name="connsiteX931" fmla="*/ 2901945 w 7467600"/>
              <a:gd name="connsiteY931" fmla="*/ 466538 h 6858000"/>
              <a:gd name="connsiteX932" fmla="*/ 2815209 w 7467600"/>
              <a:gd name="connsiteY932" fmla="*/ 497361 h 6858000"/>
              <a:gd name="connsiteX933" fmla="*/ 2844845 w 7467600"/>
              <a:gd name="connsiteY933" fmla="*/ 127638 h 6858000"/>
              <a:gd name="connsiteX934" fmla="*/ 2867960 w 7467600"/>
              <a:gd name="connsiteY934" fmla="*/ 0 h 6858000"/>
              <a:gd name="connsiteX935" fmla="*/ 1057230 w 7467600"/>
              <a:gd name="connsiteY935" fmla="*/ 0 h 6858000"/>
              <a:gd name="connsiteX936" fmla="*/ 1111003 w 7467600"/>
              <a:gd name="connsiteY936" fmla="*/ 0 h 6858000"/>
              <a:gd name="connsiteX937" fmla="*/ 1125553 w 7467600"/>
              <a:gd name="connsiteY937" fmla="*/ 52588 h 6858000"/>
              <a:gd name="connsiteX938" fmla="*/ 1304276 w 7467600"/>
              <a:gd name="connsiteY938" fmla="*/ 476275 h 6858000"/>
              <a:gd name="connsiteX939" fmla="*/ 1492066 w 7467600"/>
              <a:gd name="connsiteY939" fmla="*/ 886333 h 6858000"/>
              <a:gd name="connsiteX940" fmla="*/ 1423698 w 7467600"/>
              <a:gd name="connsiteY940" fmla="*/ 710817 h 6858000"/>
              <a:gd name="connsiteX941" fmla="*/ 1357609 w 7467600"/>
              <a:gd name="connsiteY941" fmla="*/ 532892 h 6858000"/>
              <a:gd name="connsiteX942" fmla="*/ 1309550 w 7467600"/>
              <a:gd name="connsiteY942" fmla="*/ 374031 h 6858000"/>
              <a:gd name="connsiteX943" fmla="*/ 1193673 w 7467600"/>
              <a:gd name="connsiteY943" fmla="*/ 49533 h 6858000"/>
              <a:gd name="connsiteX944" fmla="*/ 1164391 w 7467600"/>
              <a:gd name="connsiteY944" fmla="*/ 0 h 6858000"/>
              <a:gd name="connsiteX945" fmla="*/ 1200666 w 7467600"/>
              <a:gd name="connsiteY945" fmla="*/ 0 h 6858000"/>
              <a:gd name="connsiteX946" fmla="*/ 1223408 w 7467600"/>
              <a:gd name="connsiteY946" fmla="*/ 38996 h 6858000"/>
              <a:gd name="connsiteX947" fmla="*/ 1339635 w 7467600"/>
              <a:gd name="connsiteY947" fmla="*/ 365517 h 6858000"/>
              <a:gd name="connsiteX948" fmla="*/ 1387469 w 7467600"/>
              <a:gd name="connsiteY948" fmla="*/ 523079 h 6858000"/>
              <a:gd name="connsiteX949" fmla="*/ 1452685 w 7467600"/>
              <a:gd name="connsiteY949" fmla="*/ 699806 h 6858000"/>
              <a:gd name="connsiteX950" fmla="*/ 1492092 w 7467600"/>
              <a:gd name="connsiteY950" fmla="*/ 800424 h 6858000"/>
              <a:gd name="connsiteX951" fmla="*/ 1455302 w 7467600"/>
              <a:gd name="connsiteY951" fmla="*/ 632913 h 6858000"/>
              <a:gd name="connsiteX952" fmla="*/ 1222336 w 7467600"/>
              <a:gd name="connsiteY952" fmla="*/ 9480 h 6858000"/>
              <a:gd name="connsiteX953" fmla="*/ 1214634 w 7467600"/>
              <a:gd name="connsiteY953" fmla="*/ 0 h 6858000"/>
              <a:gd name="connsiteX954" fmla="*/ 1289827 w 7467600"/>
              <a:gd name="connsiteY954" fmla="*/ 0 h 6858000"/>
              <a:gd name="connsiteX955" fmla="*/ 1321076 w 7467600"/>
              <a:gd name="connsiteY955" fmla="*/ 59722 h 6858000"/>
              <a:gd name="connsiteX956" fmla="*/ 1512579 w 7467600"/>
              <a:gd name="connsiteY956" fmla="*/ 626441 h 6858000"/>
              <a:gd name="connsiteX957" fmla="*/ 1506076 w 7467600"/>
              <a:gd name="connsiteY957" fmla="*/ 1089289 h 6858000"/>
              <a:gd name="connsiteX958" fmla="*/ 1486346 w 7467600"/>
              <a:gd name="connsiteY958" fmla="*/ 1079919 h 6858000"/>
              <a:gd name="connsiteX959" fmla="*/ 1070511 w 7467600"/>
              <a:gd name="connsiteY959" fmla="*/ 48609 h 6858000"/>
              <a:gd name="connsiteX960" fmla="*/ 1057230 w 7467600"/>
              <a:gd name="connsiteY960" fmla="*/ 0 h 6858000"/>
              <a:gd name="connsiteX961" fmla="*/ 43151 w 7467600"/>
              <a:gd name="connsiteY961" fmla="*/ 0 h 6858000"/>
              <a:gd name="connsiteX962" fmla="*/ 95283 w 7467600"/>
              <a:gd name="connsiteY962" fmla="*/ 0 h 6858000"/>
              <a:gd name="connsiteX963" fmla="*/ 300708 w 7467600"/>
              <a:gd name="connsiteY963" fmla="*/ 154571 h 6858000"/>
              <a:gd name="connsiteX964" fmla="*/ 530414 w 7467600"/>
              <a:gd name="connsiteY964" fmla="*/ 354673 h 6858000"/>
              <a:gd name="connsiteX965" fmla="*/ 333785 w 7467600"/>
              <a:gd name="connsiteY965" fmla="*/ 161564 h 6858000"/>
              <a:gd name="connsiteX966" fmla="*/ 147005 w 7467600"/>
              <a:gd name="connsiteY966" fmla="*/ 0 h 6858000"/>
              <a:gd name="connsiteX967" fmla="*/ 272509 w 7467600"/>
              <a:gd name="connsiteY967" fmla="*/ 0 h 6858000"/>
              <a:gd name="connsiteX968" fmla="*/ 326276 w 7467600"/>
              <a:gd name="connsiteY968" fmla="*/ 45847 h 6858000"/>
              <a:gd name="connsiteX969" fmla="*/ 823759 w 7467600"/>
              <a:gd name="connsiteY969" fmla="*/ 574145 h 6858000"/>
              <a:gd name="connsiteX970" fmla="*/ 811254 w 7467600"/>
              <a:gd name="connsiteY970" fmla="*/ 665546 h 6858000"/>
              <a:gd name="connsiteX971" fmla="*/ 154042 w 7467600"/>
              <a:gd name="connsiteY971" fmla="*/ 261522 h 6858000"/>
              <a:gd name="connsiteX972" fmla="*/ 13550 w 7467600"/>
              <a:gd name="connsiteY972" fmla="*/ 158423 h 6858000"/>
              <a:gd name="connsiteX973" fmla="*/ 0 w 7467600"/>
              <a:gd name="connsiteY973" fmla="*/ 146618 h 6858000"/>
              <a:gd name="connsiteX974" fmla="*/ 0 w 7467600"/>
              <a:gd name="connsiteY974" fmla="*/ 59161 h 6858000"/>
              <a:gd name="connsiteX975" fmla="*/ 45427 w 7467600"/>
              <a:gd name="connsiteY975" fmla="*/ 101078 h 6858000"/>
              <a:gd name="connsiteX976" fmla="*/ 630103 w 7467600"/>
              <a:gd name="connsiteY976" fmla="*/ 485885 h 6858000"/>
              <a:gd name="connsiteX977" fmla="*/ 532040 w 7467600"/>
              <a:gd name="connsiteY977" fmla="*/ 399359 h 6858000"/>
              <a:gd name="connsiteX978" fmla="*/ 517618 w 7467600"/>
              <a:gd name="connsiteY978" fmla="*/ 385726 h 6858000"/>
              <a:gd name="connsiteX979" fmla="*/ 285074 w 7467600"/>
              <a:gd name="connsiteY979" fmla="*/ 182755 h 6858000"/>
              <a:gd name="connsiteX980" fmla="*/ 43151 w 7467600"/>
              <a:gd name="connsiteY98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1019354 w 7467600"/>
              <a:gd name="connsiteY22" fmla="*/ 6315006 h 6858000"/>
              <a:gd name="connsiteX23" fmla="*/ 441046 w 7467600"/>
              <a:gd name="connsiteY23" fmla="*/ 6691153 h 6858000"/>
              <a:gd name="connsiteX24" fmla="*/ 1019354 w 7467600"/>
              <a:gd name="connsiteY24" fmla="*/ 6315006 h 6858000"/>
              <a:gd name="connsiteX25" fmla="*/ 991680 w 7467600"/>
              <a:gd name="connsiteY25" fmla="*/ 6298413 h 6858000"/>
              <a:gd name="connsiteX26" fmla="*/ 409060 w 7467600"/>
              <a:gd name="connsiteY26" fmla="*/ 6671470 h 6858000"/>
              <a:gd name="connsiteX27" fmla="*/ 991680 w 7467600"/>
              <a:gd name="connsiteY27" fmla="*/ 6298413 h 6858000"/>
              <a:gd name="connsiteX28" fmla="*/ 103333 w 7467600"/>
              <a:gd name="connsiteY28" fmla="*/ 5699602 h 6858000"/>
              <a:gd name="connsiteX29" fmla="*/ 233938 w 7467600"/>
              <a:gd name="connsiteY29" fmla="*/ 5809416 h 6858000"/>
              <a:gd name="connsiteX30" fmla="*/ 883580 w 7467600"/>
              <a:gd name="connsiteY30" fmla="*/ 6180710 h 6858000"/>
              <a:gd name="connsiteX31" fmla="*/ 487337 w 7467600"/>
              <a:gd name="connsiteY31" fmla="*/ 5950182 h 6858000"/>
              <a:gd name="connsiteX32" fmla="*/ 354051 w 7467600"/>
              <a:gd name="connsiteY32" fmla="*/ 5854912 h 6858000"/>
              <a:gd name="connsiteX33" fmla="*/ 195436 w 7467600"/>
              <a:gd name="connsiteY33" fmla="*/ 5755068 h 6858000"/>
              <a:gd name="connsiteX34" fmla="*/ 103333 w 7467600"/>
              <a:gd name="connsiteY34" fmla="*/ 5699602 h 6858000"/>
              <a:gd name="connsiteX35" fmla="*/ 5539432 w 7467600"/>
              <a:gd name="connsiteY35" fmla="*/ 5642928 h 6858000"/>
              <a:gd name="connsiteX36" fmla="*/ 5555462 w 7467600"/>
              <a:gd name="connsiteY36" fmla="*/ 5694454 h 6858000"/>
              <a:gd name="connsiteX37" fmla="*/ 5828270 w 7467600"/>
              <a:gd name="connsiteY37" fmla="*/ 6320663 h 6858000"/>
              <a:gd name="connsiteX38" fmla="*/ 5947416 w 7467600"/>
              <a:gd name="connsiteY38" fmla="*/ 6574846 h 6858000"/>
              <a:gd name="connsiteX39" fmla="*/ 5539432 w 7467600"/>
              <a:gd name="connsiteY39" fmla="*/ 5642928 h 6858000"/>
              <a:gd name="connsiteX40" fmla="*/ 51253 w 7467600"/>
              <a:gd name="connsiteY40" fmla="*/ 5631825 h 6858000"/>
              <a:gd name="connsiteX41" fmla="*/ 211622 w 7467600"/>
              <a:gd name="connsiteY41" fmla="*/ 5728803 h 6858000"/>
              <a:gd name="connsiteX42" fmla="*/ 371652 w 7467600"/>
              <a:gd name="connsiteY42" fmla="*/ 5829062 h 6858000"/>
              <a:gd name="connsiteX43" fmla="*/ 505903 w 7467600"/>
              <a:gd name="connsiteY43" fmla="*/ 5925221 h 6858000"/>
              <a:gd name="connsiteX44" fmla="*/ 899240 w 7467600"/>
              <a:gd name="connsiteY44" fmla="*/ 6153068 h 6858000"/>
              <a:gd name="connsiteX45" fmla="*/ 988114 w 7467600"/>
              <a:gd name="connsiteY45" fmla="*/ 6174204 h 6858000"/>
              <a:gd name="connsiteX46" fmla="*/ 845971 w 7467600"/>
              <a:gd name="connsiteY46" fmla="*/ 6067177 h 6858000"/>
              <a:gd name="connsiteX47" fmla="*/ 448057 w 7467600"/>
              <a:gd name="connsiteY47" fmla="*/ 5841376 h 6858000"/>
              <a:gd name="connsiteX48" fmla="*/ 51253 w 7467600"/>
              <a:gd name="connsiteY48" fmla="*/ 5631825 h 6858000"/>
              <a:gd name="connsiteX49" fmla="*/ 2606687 w 7467600"/>
              <a:gd name="connsiteY49" fmla="*/ 5630718 h 6858000"/>
              <a:gd name="connsiteX50" fmla="*/ 2645658 w 7467600"/>
              <a:gd name="connsiteY50" fmla="*/ 6640259 h 6858000"/>
              <a:gd name="connsiteX51" fmla="*/ 2606687 w 7467600"/>
              <a:gd name="connsiteY51" fmla="*/ 5630718 h 6858000"/>
              <a:gd name="connsiteX52" fmla="*/ 3642057 w 7467600"/>
              <a:gd name="connsiteY52" fmla="*/ 5573487 h 6858000"/>
              <a:gd name="connsiteX53" fmla="*/ 3632981 w 7467600"/>
              <a:gd name="connsiteY53" fmla="*/ 5579437 h 6858000"/>
              <a:gd name="connsiteX54" fmla="*/ 3382436 w 7467600"/>
              <a:gd name="connsiteY54" fmla="*/ 5952726 h 6858000"/>
              <a:gd name="connsiteX55" fmla="*/ 3191929 w 7467600"/>
              <a:gd name="connsiteY55" fmla="*/ 6662669 h 6858000"/>
              <a:gd name="connsiteX56" fmla="*/ 3369898 w 7467600"/>
              <a:gd name="connsiteY56" fmla="*/ 6081771 h 6858000"/>
              <a:gd name="connsiteX57" fmla="*/ 3642057 w 7467600"/>
              <a:gd name="connsiteY57" fmla="*/ 5573487 h 6858000"/>
              <a:gd name="connsiteX58" fmla="*/ 2650666 w 7467600"/>
              <a:gd name="connsiteY58" fmla="*/ 5530686 h 6858000"/>
              <a:gd name="connsiteX59" fmla="*/ 2650249 w 7467600"/>
              <a:gd name="connsiteY59" fmla="*/ 5532101 h 6858000"/>
              <a:gd name="connsiteX60" fmla="*/ 2663808 w 7467600"/>
              <a:gd name="connsiteY60" fmla="*/ 6535215 h 6858000"/>
              <a:gd name="connsiteX61" fmla="*/ 2665418 w 7467600"/>
              <a:gd name="connsiteY61" fmla="*/ 6132756 h 6858000"/>
              <a:gd name="connsiteX62" fmla="*/ 2650666 w 7467600"/>
              <a:gd name="connsiteY62" fmla="*/ 5530686 h 6858000"/>
              <a:gd name="connsiteX63" fmla="*/ 2680277 w 7467600"/>
              <a:gd name="connsiteY63" fmla="*/ 5479204 h 6858000"/>
              <a:gd name="connsiteX64" fmla="*/ 2678972 w 7467600"/>
              <a:gd name="connsiteY64" fmla="*/ 5481582 h 6858000"/>
              <a:gd name="connsiteX65" fmla="*/ 2696666 w 7467600"/>
              <a:gd name="connsiteY65" fmla="*/ 6133836 h 6858000"/>
              <a:gd name="connsiteX66" fmla="*/ 2695769 w 7467600"/>
              <a:gd name="connsiteY66" fmla="*/ 6390955 h 6858000"/>
              <a:gd name="connsiteX67" fmla="*/ 2739893 w 7467600"/>
              <a:gd name="connsiteY67" fmla="*/ 6108357 h 6858000"/>
              <a:gd name="connsiteX68" fmla="*/ 2680277 w 7467600"/>
              <a:gd name="connsiteY68" fmla="*/ 5479204 h 6858000"/>
              <a:gd name="connsiteX69" fmla="*/ 1132195 w 7467600"/>
              <a:gd name="connsiteY69" fmla="*/ 5467980 h 6858000"/>
              <a:gd name="connsiteX70" fmla="*/ 1679056 w 7467600"/>
              <a:gd name="connsiteY70" fmla="*/ 5516907 h 6858000"/>
              <a:gd name="connsiteX71" fmla="*/ 2128648 w 7467600"/>
              <a:gd name="connsiteY71" fmla="*/ 5474249 h 6858000"/>
              <a:gd name="connsiteX72" fmla="*/ 1825619 w 7467600"/>
              <a:gd name="connsiteY72" fmla="*/ 5478447 h 6858000"/>
              <a:gd name="connsiteX73" fmla="*/ 1737798 w 7467600"/>
              <a:gd name="connsiteY73" fmla="*/ 5483353 h 6858000"/>
              <a:gd name="connsiteX74" fmla="*/ 1132195 w 7467600"/>
              <a:gd name="connsiteY74" fmla="*/ 5467980 h 6858000"/>
              <a:gd name="connsiteX75" fmla="*/ 6844835 w 7467600"/>
              <a:gd name="connsiteY75" fmla="*/ 5424988 h 6858000"/>
              <a:gd name="connsiteX76" fmla="*/ 6879594 w 7467600"/>
              <a:gd name="connsiteY76" fmla="*/ 5424547 h 6858000"/>
              <a:gd name="connsiteX77" fmla="*/ 7379510 w 7467600"/>
              <a:gd name="connsiteY77" fmla="*/ 5755454 h 6858000"/>
              <a:gd name="connsiteX78" fmla="*/ 7467600 w 7467600"/>
              <a:gd name="connsiteY78" fmla="*/ 5845526 h 6858000"/>
              <a:gd name="connsiteX79" fmla="*/ 7467600 w 7467600"/>
              <a:gd name="connsiteY79" fmla="*/ 5925131 h 6858000"/>
              <a:gd name="connsiteX80" fmla="*/ 7271900 w 7467600"/>
              <a:gd name="connsiteY80" fmla="*/ 5734551 h 6858000"/>
              <a:gd name="connsiteX81" fmla="*/ 7015907 w 7467600"/>
              <a:gd name="connsiteY81" fmla="*/ 5541548 h 6858000"/>
              <a:gd name="connsiteX82" fmla="*/ 7259646 w 7467600"/>
              <a:gd name="connsiteY82" fmla="*/ 5765985 h 6858000"/>
              <a:gd name="connsiteX83" fmla="*/ 7467600 w 7467600"/>
              <a:gd name="connsiteY83" fmla="*/ 5971257 h 6858000"/>
              <a:gd name="connsiteX84" fmla="*/ 7467600 w 7467600"/>
              <a:gd name="connsiteY84" fmla="*/ 6012219 h 6858000"/>
              <a:gd name="connsiteX85" fmla="*/ 7240170 w 7467600"/>
              <a:gd name="connsiteY85" fmla="*/ 5787985 h 6858000"/>
              <a:gd name="connsiteX86" fmla="*/ 6946849 w 7467600"/>
              <a:gd name="connsiteY86" fmla="*/ 5523271 h 6858000"/>
              <a:gd name="connsiteX87" fmla="*/ 6946972 w 7467600"/>
              <a:gd name="connsiteY87" fmla="*/ 5526491 h 6858000"/>
              <a:gd name="connsiteX88" fmla="*/ 7105827 w 7467600"/>
              <a:gd name="connsiteY88" fmla="*/ 5718700 h 6858000"/>
              <a:gd name="connsiteX89" fmla="*/ 7356878 w 7467600"/>
              <a:gd name="connsiteY89" fmla="*/ 5981332 h 6858000"/>
              <a:gd name="connsiteX90" fmla="*/ 7467600 w 7467600"/>
              <a:gd name="connsiteY90" fmla="*/ 6117703 h 6858000"/>
              <a:gd name="connsiteX91" fmla="*/ 7467600 w 7467600"/>
              <a:gd name="connsiteY91" fmla="*/ 6163634 h 6858000"/>
              <a:gd name="connsiteX92" fmla="*/ 7403637 w 7467600"/>
              <a:gd name="connsiteY92" fmla="*/ 6083957 h 6858000"/>
              <a:gd name="connsiteX93" fmla="*/ 7254615 w 7467600"/>
              <a:gd name="connsiteY93" fmla="*/ 5911918 h 6858000"/>
              <a:gd name="connsiteX94" fmla="*/ 7312589 w 7467600"/>
              <a:gd name="connsiteY94" fmla="*/ 5982309 h 6858000"/>
              <a:gd name="connsiteX95" fmla="*/ 7448321 w 7467600"/>
              <a:gd name="connsiteY95" fmla="*/ 6190991 h 6858000"/>
              <a:gd name="connsiteX96" fmla="*/ 7467600 w 7467600"/>
              <a:gd name="connsiteY96" fmla="*/ 6221686 h 6858000"/>
              <a:gd name="connsiteX97" fmla="*/ 7467600 w 7467600"/>
              <a:gd name="connsiteY97" fmla="*/ 6334256 h 6858000"/>
              <a:gd name="connsiteX98" fmla="*/ 7454976 w 7467600"/>
              <a:gd name="connsiteY98" fmla="*/ 6318297 h 6858000"/>
              <a:gd name="connsiteX99" fmla="*/ 7042773 w 7467600"/>
              <a:gd name="connsiteY99" fmla="*/ 5734011 h 6858000"/>
              <a:gd name="connsiteX100" fmla="*/ 6844835 w 7467600"/>
              <a:gd name="connsiteY100" fmla="*/ 5424988 h 6858000"/>
              <a:gd name="connsiteX101" fmla="*/ 1456157 w 7467600"/>
              <a:gd name="connsiteY101" fmla="*/ 5371404 h 6858000"/>
              <a:gd name="connsiteX102" fmla="*/ 1244432 w 7467600"/>
              <a:gd name="connsiteY102" fmla="*/ 5385601 h 6858000"/>
              <a:gd name="connsiteX103" fmla="*/ 973990 w 7467600"/>
              <a:gd name="connsiteY103" fmla="*/ 5424940 h 6858000"/>
              <a:gd name="connsiteX104" fmla="*/ 1103809 w 7467600"/>
              <a:gd name="connsiteY104" fmla="*/ 5433720 h 6858000"/>
              <a:gd name="connsiteX105" fmla="*/ 1123454 w 7467600"/>
              <a:gd name="connsiteY105" fmla="*/ 5435727 h 6858000"/>
              <a:gd name="connsiteX106" fmla="*/ 1737017 w 7467600"/>
              <a:gd name="connsiteY106" fmla="*/ 5452183 h 6858000"/>
              <a:gd name="connsiteX107" fmla="*/ 1824397 w 7467600"/>
              <a:gd name="connsiteY107" fmla="*/ 5447757 h 6858000"/>
              <a:gd name="connsiteX108" fmla="*/ 2070059 w 7467600"/>
              <a:gd name="connsiteY108" fmla="*/ 5441660 h 6858000"/>
              <a:gd name="connsiteX109" fmla="*/ 1456157 w 7467600"/>
              <a:gd name="connsiteY109" fmla="*/ 5371404 h 6858000"/>
              <a:gd name="connsiteX110" fmla="*/ 4988186 w 7467600"/>
              <a:gd name="connsiteY110" fmla="*/ 5216467 h 6858000"/>
              <a:gd name="connsiteX111" fmla="*/ 4777334 w 7467600"/>
              <a:gd name="connsiteY111" fmla="*/ 5406072 h 6858000"/>
              <a:gd name="connsiteX112" fmla="*/ 4718341 w 7467600"/>
              <a:gd name="connsiteY112" fmla="*/ 5468043 h 6858000"/>
              <a:gd name="connsiteX113" fmla="*/ 4604655 w 7467600"/>
              <a:gd name="connsiteY113" fmla="*/ 5583434 h 6858000"/>
              <a:gd name="connsiteX114" fmla="*/ 4565074 w 7467600"/>
              <a:gd name="connsiteY114" fmla="*/ 5618550 h 6858000"/>
              <a:gd name="connsiteX115" fmla="*/ 4988186 w 7467600"/>
              <a:gd name="connsiteY115" fmla="*/ 5216467 h 6858000"/>
              <a:gd name="connsiteX116" fmla="*/ 4978032 w 7467600"/>
              <a:gd name="connsiteY116" fmla="*/ 5183809 h 6858000"/>
              <a:gd name="connsiteX117" fmla="*/ 4463413 w 7467600"/>
              <a:gd name="connsiteY117" fmla="*/ 5615162 h 6858000"/>
              <a:gd name="connsiteX118" fmla="*/ 4358134 w 7467600"/>
              <a:gd name="connsiteY118" fmla="*/ 5742791 h 6858000"/>
              <a:gd name="connsiteX119" fmla="*/ 4376219 w 7467600"/>
              <a:gd name="connsiteY119" fmla="*/ 5729027 h 6858000"/>
              <a:gd name="connsiteX120" fmla="*/ 4582340 w 7467600"/>
              <a:gd name="connsiteY120" fmla="*/ 5561037 h 6858000"/>
              <a:gd name="connsiteX121" fmla="*/ 4694684 w 7467600"/>
              <a:gd name="connsiteY121" fmla="*/ 5447098 h 6858000"/>
              <a:gd name="connsiteX122" fmla="*/ 4754123 w 7467600"/>
              <a:gd name="connsiteY122" fmla="*/ 5384643 h 6858000"/>
              <a:gd name="connsiteX123" fmla="*/ 4978032 w 7467600"/>
              <a:gd name="connsiteY123" fmla="*/ 5183809 h 6858000"/>
              <a:gd name="connsiteX124" fmla="*/ 1903353 w 7467600"/>
              <a:gd name="connsiteY124" fmla="*/ 5044827 h 6858000"/>
              <a:gd name="connsiteX125" fmla="*/ 1936931 w 7467600"/>
              <a:gd name="connsiteY125" fmla="*/ 5093954 h 6858000"/>
              <a:gd name="connsiteX126" fmla="*/ 2195868 w 7467600"/>
              <a:gd name="connsiteY126" fmla="*/ 5396574 h 6858000"/>
              <a:gd name="connsiteX127" fmla="*/ 2088852 w 7467600"/>
              <a:gd name="connsiteY127" fmla="*/ 5166123 h 6858000"/>
              <a:gd name="connsiteX128" fmla="*/ 1958241 w 7467600"/>
              <a:gd name="connsiteY128" fmla="*/ 5067955 h 6858000"/>
              <a:gd name="connsiteX129" fmla="*/ 1903353 w 7467600"/>
              <a:gd name="connsiteY129" fmla="*/ 5044827 h 6858000"/>
              <a:gd name="connsiteX130" fmla="*/ 1979378 w 7467600"/>
              <a:gd name="connsiteY130" fmla="*/ 4769504 h 6858000"/>
              <a:gd name="connsiteX131" fmla="*/ 2882120 w 7467600"/>
              <a:gd name="connsiteY131" fmla="*/ 5064547 h 6858000"/>
              <a:gd name="connsiteX132" fmla="*/ 2793103 w 7467600"/>
              <a:gd name="connsiteY132" fmla="*/ 5039699 h 6858000"/>
              <a:gd name="connsiteX133" fmla="*/ 2770041 w 7467600"/>
              <a:gd name="connsiteY133" fmla="*/ 5033634 h 6858000"/>
              <a:gd name="connsiteX134" fmla="*/ 1979378 w 7467600"/>
              <a:gd name="connsiteY134" fmla="*/ 4769504 h 6858000"/>
              <a:gd name="connsiteX135" fmla="*/ 1927410 w 7467600"/>
              <a:gd name="connsiteY135" fmla="*/ 4716164 h 6858000"/>
              <a:gd name="connsiteX136" fmla="*/ 1959587 w 7467600"/>
              <a:gd name="connsiteY136" fmla="*/ 4728849 h 6858000"/>
              <a:gd name="connsiteX137" fmla="*/ 2777707 w 7467600"/>
              <a:gd name="connsiteY137" fmla="*/ 5003991 h 6858000"/>
              <a:gd name="connsiteX138" fmla="*/ 2800768 w 7467600"/>
              <a:gd name="connsiteY138" fmla="*/ 5010056 h 6858000"/>
              <a:gd name="connsiteX139" fmla="*/ 2879408 w 7467600"/>
              <a:gd name="connsiteY139" fmla="*/ 5031590 h 6858000"/>
              <a:gd name="connsiteX140" fmla="*/ 2862295 w 7467600"/>
              <a:gd name="connsiteY140" fmla="*/ 5022958 h 6858000"/>
              <a:gd name="connsiteX141" fmla="*/ 2813343 w 7467600"/>
              <a:gd name="connsiteY141" fmla="*/ 4998369 h 6858000"/>
              <a:gd name="connsiteX142" fmla="*/ 2646245 w 7467600"/>
              <a:gd name="connsiteY142" fmla="*/ 4930999 h 6858000"/>
              <a:gd name="connsiteX143" fmla="*/ 1999243 w 7467600"/>
              <a:gd name="connsiteY143" fmla="*/ 4730524 h 6858000"/>
              <a:gd name="connsiteX144" fmla="*/ 1979527 w 7467600"/>
              <a:gd name="connsiteY144" fmla="*/ 4726651 h 6858000"/>
              <a:gd name="connsiteX145" fmla="*/ 1927410 w 7467600"/>
              <a:gd name="connsiteY145" fmla="*/ 4716164 h 6858000"/>
              <a:gd name="connsiteX146" fmla="*/ 1997014 w 7467600"/>
              <a:gd name="connsiteY146" fmla="*/ 4698007 h 6858000"/>
              <a:gd name="connsiteX147" fmla="*/ 2005458 w 7467600"/>
              <a:gd name="connsiteY147" fmla="*/ 4699540 h 6858000"/>
              <a:gd name="connsiteX148" fmla="*/ 2657186 w 7467600"/>
              <a:gd name="connsiteY148" fmla="*/ 4901687 h 6858000"/>
              <a:gd name="connsiteX149" fmla="*/ 2826662 w 7467600"/>
              <a:gd name="connsiteY149" fmla="*/ 4970362 h 6858000"/>
              <a:gd name="connsiteX150" fmla="*/ 2876100 w 7467600"/>
              <a:gd name="connsiteY150" fmla="*/ 4995397 h 6858000"/>
              <a:gd name="connsiteX151" fmla="*/ 3042600 w 7467600"/>
              <a:gd name="connsiteY151" fmla="*/ 5059532 h 6858000"/>
              <a:gd name="connsiteX152" fmla="*/ 1997014 w 7467600"/>
              <a:gd name="connsiteY152" fmla="*/ 4698007 h 6858000"/>
              <a:gd name="connsiteX153" fmla="*/ 2305292 w 7467600"/>
              <a:gd name="connsiteY153" fmla="*/ 4219492 h 6858000"/>
              <a:gd name="connsiteX154" fmla="*/ 3360922 w 7467600"/>
              <a:gd name="connsiteY154" fmla="*/ 4529373 h 6858000"/>
              <a:gd name="connsiteX155" fmla="*/ 3492420 w 7467600"/>
              <a:gd name="connsiteY155" fmla="*/ 4510145 h 6858000"/>
              <a:gd name="connsiteX156" fmla="*/ 3364086 w 7467600"/>
              <a:gd name="connsiteY156" fmla="*/ 4480340 h 6858000"/>
              <a:gd name="connsiteX157" fmla="*/ 3225818 w 7467600"/>
              <a:gd name="connsiteY157" fmla="*/ 4411822 h 6858000"/>
              <a:gd name="connsiteX158" fmla="*/ 3129696 w 7467600"/>
              <a:gd name="connsiteY158" fmla="*/ 4360704 h 6858000"/>
              <a:gd name="connsiteX159" fmla="*/ 2814545 w 7467600"/>
              <a:gd name="connsiteY159" fmla="*/ 4282955 h 6858000"/>
              <a:gd name="connsiteX160" fmla="*/ 2305292 w 7467600"/>
              <a:gd name="connsiteY160" fmla="*/ 4219492 h 6858000"/>
              <a:gd name="connsiteX161" fmla="*/ 2626982 w 7467600"/>
              <a:gd name="connsiteY161" fmla="*/ 4206450 h 6858000"/>
              <a:gd name="connsiteX162" fmla="*/ 2490617 w 7467600"/>
              <a:gd name="connsiteY162" fmla="*/ 4206951 h 6858000"/>
              <a:gd name="connsiteX163" fmla="*/ 2819869 w 7467600"/>
              <a:gd name="connsiteY163" fmla="*/ 4252936 h 6858000"/>
              <a:gd name="connsiteX164" fmla="*/ 3143018 w 7467600"/>
              <a:gd name="connsiteY164" fmla="*/ 4332698 h 6858000"/>
              <a:gd name="connsiteX165" fmla="*/ 3241520 w 7467600"/>
              <a:gd name="connsiteY165" fmla="*/ 4385112 h 6858000"/>
              <a:gd name="connsiteX166" fmla="*/ 3374575 w 7467600"/>
              <a:gd name="connsiteY166" fmla="*/ 4451517 h 6858000"/>
              <a:gd name="connsiteX167" fmla="*/ 3505221 w 7467600"/>
              <a:gd name="connsiteY167" fmla="*/ 4480757 h 6858000"/>
              <a:gd name="connsiteX168" fmla="*/ 2626982 w 7467600"/>
              <a:gd name="connsiteY168" fmla="*/ 4206450 h 6858000"/>
              <a:gd name="connsiteX169" fmla="*/ 1310106 w 7467600"/>
              <a:gd name="connsiteY169" fmla="*/ 3943217 h 6858000"/>
              <a:gd name="connsiteX170" fmla="*/ 854994 w 7467600"/>
              <a:gd name="connsiteY170" fmla="*/ 4399136 h 6858000"/>
              <a:gd name="connsiteX171" fmla="*/ 742462 w 7467600"/>
              <a:gd name="connsiteY171" fmla="*/ 4594648 h 6858000"/>
              <a:gd name="connsiteX172" fmla="*/ 820602 w 7467600"/>
              <a:gd name="connsiteY172" fmla="*/ 4485915 h 6858000"/>
              <a:gd name="connsiteX173" fmla="*/ 878295 w 7467600"/>
              <a:gd name="connsiteY173" fmla="*/ 4403594 h 6858000"/>
              <a:gd name="connsiteX174" fmla="*/ 1240607 w 7467600"/>
              <a:gd name="connsiteY174" fmla="*/ 4010401 h 6858000"/>
              <a:gd name="connsiteX175" fmla="*/ 1310106 w 7467600"/>
              <a:gd name="connsiteY175" fmla="*/ 3943217 h 6858000"/>
              <a:gd name="connsiteX176" fmla="*/ 1423113 w 7467600"/>
              <a:gd name="connsiteY176" fmla="*/ 3874565 h 6858000"/>
              <a:gd name="connsiteX177" fmla="*/ 1260565 w 7467600"/>
              <a:gd name="connsiteY177" fmla="*/ 4031982 h 6858000"/>
              <a:gd name="connsiteX178" fmla="*/ 901900 w 7467600"/>
              <a:gd name="connsiteY178" fmla="*/ 4421236 h 6858000"/>
              <a:gd name="connsiteX179" fmla="*/ 845044 w 7467600"/>
              <a:gd name="connsiteY179" fmla="*/ 4502436 h 6858000"/>
              <a:gd name="connsiteX180" fmla="*/ 685926 w 7467600"/>
              <a:gd name="connsiteY180" fmla="*/ 4703069 h 6858000"/>
              <a:gd name="connsiteX181" fmla="*/ 684248 w 7467600"/>
              <a:gd name="connsiteY181" fmla="*/ 4706721 h 6858000"/>
              <a:gd name="connsiteX182" fmla="*/ 1423113 w 7467600"/>
              <a:gd name="connsiteY182" fmla="*/ 3874565 h 6858000"/>
              <a:gd name="connsiteX183" fmla="*/ 3316479 w 7467600"/>
              <a:gd name="connsiteY183" fmla="*/ 3872136 h 6858000"/>
              <a:gd name="connsiteX184" fmla="*/ 3546806 w 7467600"/>
              <a:gd name="connsiteY184" fmla="*/ 4356139 h 6858000"/>
              <a:gd name="connsiteX185" fmla="*/ 3364433 w 7467600"/>
              <a:gd name="connsiteY185" fmla="*/ 3953121 h 6858000"/>
              <a:gd name="connsiteX186" fmla="*/ 3316479 w 7467600"/>
              <a:gd name="connsiteY186" fmla="*/ 3872136 h 6858000"/>
              <a:gd name="connsiteX187" fmla="*/ 3291335 w 7467600"/>
              <a:gd name="connsiteY187" fmla="*/ 3767420 h 6858000"/>
              <a:gd name="connsiteX188" fmla="*/ 3390805 w 7467600"/>
              <a:gd name="connsiteY188" fmla="*/ 3937163 h 6858000"/>
              <a:gd name="connsiteX189" fmla="*/ 3579062 w 7467600"/>
              <a:gd name="connsiteY189" fmla="*/ 4359040 h 6858000"/>
              <a:gd name="connsiteX190" fmla="*/ 3467355 w 7467600"/>
              <a:gd name="connsiteY190" fmla="*/ 3988130 h 6858000"/>
              <a:gd name="connsiteX191" fmla="*/ 3310753 w 7467600"/>
              <a:gd name="connsiteY191" fmla="*/ 3787140 h 6858000"/>
              <a:gd name="connsiteX192" fmla="*/ 3291335 w 7467600"/>
              <a:gd name="connsiteY192" fmla="*/ 3767420 h 6858000"/>
              <a:gd name="connsiteX193" fmla="*/ 1635889 w 7467600"/>
              <a:gd name="connsiteY193" fmla="*/ 3709494 h 6858000"/>
              <a:gd name="connsiteX194" fmla="*/ 1634800 w 7467600"/>
              <a:gd name="connsiteY194" fmla="*/ 3731111 h 6858000"/>
              <a:gd name="connsiteX195" fmla="*/ 1635889 w 7467600"/>
              <a:gd name="connsiteY195" fmla="*/ 3709494 h 6858000"/>
              <a:gd name="connsiteX196" fmla="*/ 1510397 w 7467600"/>
              <a:gd name="connsiteY196" fmla="*/ 3684705 h 6858000"/>
              <a:gd name="connsiteX197" fmla="*/ 1146550 w 7467600"/>
              <a:gd name="connsiteY197" fmla="*/ 3802012 h 6858000"/>
              <a:gd name="connsiteX198" fmla="*/ 698834 w 7467600"/>
              <a:gd name="connsiteY198" fmla="*/ 3952272 h 6858000"/>
              <a:gd name="connsiteX199" fmla="*/ 34256 w 7467600"/>
              <a:gd name="connsiteY199" fmla="*/ 4347603 h 6858000"/>
              <a:gd name="connsiteX200" fmla="*/ 527241 w 7467600"/>
              <a:gd name="connsiteY200" fmla="*/ 4065078 h 6858000"/>
              <a:gd name="connsiteX201" fmla="*/ 1510397 w 7467600"/>
              <a:gd name="connsiteY201" fmla="*/ 3684705 h 6858000"/>
              <a:gd name="connsiteX202" fmla="*/ 1313114 w 7467600"/>
              <a:gd name="connsiteY202" fmla="*/ 3655216 h 6858000"/>
              <a:gd name="connsiteX203" fmla="*/ 1109304 w 7467600"/>
              <a:gd name="connsiteY203" fmla="*/ 3669030 h 6858000"/>
              <a:gd name="connsiteX204" fmla="*/ 8129 w 7467600"/>
              <a:gd name="connsiteY204" fmla="*/ 4330519 h 6858000"/>
              <a:gd name="connsiteX205" fmla="*/ 687572 w 7467600"/>
              <a:gd name="connsiteY205" fmla="*/ 3925629 h 6858000"/>
              <a:gd name="connsiteX206" fmla="*/ 1138365 w 7467600"/>
              <a:gd name="connsiteY206" fmla="*/ 3774515 h 6858000"/>
              <a:gd name="connsiteX207" fmla="*/ 1505579 w 7467600"/>
              <a:gd name="connsiteY207" fmla="*/ 3655526 h 6858000"/>
              <a:gd name="connsiteX208" fmla="*/ 1313114 w 7467600"/>
              <a:gd name="connsiteY208" fmla="*/ 3655216 h 6858000"/>
              <a:gd name="connsiteX209" fmla="*/ 3655073 w 7467600"/>
              <a:gd name="connsiteY209" fmla="*/ 3650884 h 6858000"/>
              <a:gd name="connsiteX210" fmla="*/ 3989938 w 7467600"/>
              <a:gd name="connsiteY210" fmla="*/ 3991685 h 6858000"/>
              <a:gd name="connsiteX211" fmla="*/ 4393907 w 7467600"/>
              <a:gd name="connsiteY211" fmla="*/ 4261258 h 6858000"/>
              <a:gd name="connsiteX212" fmla="*/ 4648051 w 7467600"/>
              <a:gd name="connsiteY212" fmla="*/ 4374051 h 6858000"/>
              <a:gd name="connsiteX213" fmla="*/ 4383389 w 7467600"/>
              <a:gd name="connsiteY213" fmla="*/ 4184369 h 6858000"/>
              <a:gd name="connsiteX214" fmla="*/ 4165508 w 7467600"/>
              <a:gd name="connsiteY214" fmla="*/ 4035196 h 6858000"/>
              <a:gd name="connsiteX215" fmla="*/ 4068162 w 7467600"/>
              <a:gd name="connsiteY215" fmla="*/ 3953394 h 6858000"/>
              <a:gd name="connsiteX216" fmla="*/ 3981416 w 7467600"/>
              <a:gd name="connsiteY216" fmla="*/ 3880482 h 6858000"/>
              <a:gd name="connsiteX217" fmla="*/ 3800147 w 7467600"/>
              <a:gd name="connsiteY217" fmla="*/ 3749872 h 6858000"/>
              <a:gd name="connsiteX218" fmla="*/ 3655073 w 7467600"/>
              <a:gd name="connsiteY218" fmla="*/ 3650884 h 6858000"/>
              <a:gd name="connsiteX219" fmla="*/ 3670252 w 7467600"/>
              <a:gd name="connsiteY219" fmla="*/ 3622798 h 6858000"/>
              <a:gd name="connsiteX220" fmla="*/ 3817258 w 7467600"/>
              <a:gd name="connsiteY220" fmla="*/ 3723577 h 6858000"/>
              <a:gd name="connsiteX221" fmla="*/ 4000461 w 7467600"/>
              <a:gd name="connsiteY221" fmla="*/ 3855966 h 6858000"/>
              <a:gd name="connsiteX222" fmla="*/ 4088180 w 7467600"/>
              <a:gd name="connsiteY222" fmla="*/ 3929774 h 6858000"/>
              <a:gd name="connsiteX223" fmla="*/ 4184555 w 7467600"/>
              <a:gd name="connsiteY223" fmla="*/ 4010683 h 6858000"/>
              <a:gd name="connsiteX224" fmla="*/ 4399563 w 7467600"/>
              <a:gd name="connsiteY224" fmla="*/ 4158106 h 6858000"/>
              <a:gd name="connsiteX225" fmla="*/ 4684469 w 7467600"/>
              <a:gd name="connsiteY225" fmla="*/ 4364680 h 6858000"/>
              <a:gd name="connsiteX226" fmla="*/ 4690271 w 7467600"/>
              <a:gd name="connsiteY226" fmla="*/ 4370034 h 6858000"/>
              <a:gd name="connsiteX227" fmla="*/ 4136093 w 7467600"/>
              <a:gd name="connsiteY227" fmla="*/ 3858466 h 6858000"/>
              <a:gd name="connsiteX228" fmla="*/ 3670252 w 7467600"/>
              <a:gd name="connsiteY228" fmla="*/ 3622798 h 6858000"/>
              <a:gd name="connsiteX229" fmla="*/ 4440129 w 7467600"/>
              <a:gd name="connsiteY229" fmla="*/ 3448571 h 6858000"/>
              <a:gd name="connsiteX230" fmla="*/ 4856525 w 7467600"/>
              <a:gd name="connsiteY230" fmla="*/ 3915351 h 6858000"/>
              <a:gd name="connsiteX231" fmla="*/ 5059055 w 7467600"/>
              <a:gd name="connsiteY231" fmla="*/ 4108918 h 6858000"/>
              <a:gd name="connsiteX232" fmla="*/ 5290070 w 7467600"/>
              <a:gd name="connsiteY232" fmla="*/ 4263619 h 6858000"/>
              <a:gd name="connsiteX233" fmla="*/ 4834991 w 7467600"/>
              <a:gd name="connsiteY233" fmla="*/ 3830985 h 6858000"/>
              <a:gd name="connsiteX234" fmla="*/ 4440129 w 7467600"/>
              <a:gd name="connsiteY234" fmla="*/ 3448571 h 6858000"/>
              <a:gd name="connsiteX235" fmla="*/ 4441737 w 7467600"/>
              <a:gd name="connsiteY235" fmla="*/ 3399734 h 6858000"/>
              <a:gd name="connsiteX236" fmla="*/ 4431236 w 7467600"/>
              <a:gd name="connsiteY236" fmla="*/ 3400954 h 6858000"/>
              <a:gd name="connsiteX237" fmla="*/ 4557150 w 7467600"/>
              <a:gd name="connsiteY237" fmla="*/ 3510023 h 6858000"/>
              <a:gd name="connsiteX238" fmla="*/ 4856936 w 7467600"/>
              <a:gd name="connsiteY238" fmla="*/ 3809146 h 6858000"/>
              <a:gd name="connsiteX239" fmla="*/ 5111996 w 7467600"/>
              <a:gd name="connsiteY239" fmla="*/ 4065759 h 6858000"/>
              <a:gd name="connsiteX240" fmla="*/ 5388878 w 7467600"/>
              <a:gd name="connsiteY240" fmla="*/ 4300185 h 6858000"/>
              <a:gd name="connsiteX241" fmla="*/ 5425556 w 7467600"/>
              <a:gd name="connsiteY241" fmla="*/ 4308967 h 6858000"/>
              <a:gd name="connsiteX242" fmla="*/ 4943646 w 7467600"/>
              <a:gd name="connsiteY242" fmla="*/ 3822916 h 6858000"/>
              <a:gd name="connsiteX243" fmla="*/ 4594837 w 7467600"/>
              <a:gd name="connsiteY243" fmla="*/ 3532274 h 6858000"/>
              <a:gd name="connsiteX244" fmla="*/ 4441737 w 7467600"/>
              <a:gd name="connsiteY244" fmla="*/ 3399734 h 6858000"/>
              <a:gd name="connsiteX245" fmla="*/ 5425834 w 7467600"/>
              <a:gd name="connsiteY245" fmla="*/ 3162785 h 6858000"/>
              <a:gd name="connsiteX246" fmla="*/ 5401644 w 7467600"/>
              <a:gd name="connsiteY246" fmla="*/ 3617847 h 6858000"/>
              <a:gd name="connsiteX247" fmla="*/ 5467256 w 7467600"/>
              <a:gd name="connsiteY247" fmla="*/ 4175494 h 6858000"/>
              <a:gd name="connsiteX248" fmla="*/ 5448069 w 7467600"/>
              <a:gd name="connsiteY248" fmla="*/ 3567554 h 6858000"/>
              <a:gd name="connsiteX249" fmla="*/ 5425834 w 7467600"/>
              <a:gd name="connsiteY249" fmla="*/ 3162785 h 6858000"/>
              <a:gd name="connsiteX250" fmla="*/ 1318687 w 7467600"/>
              <a:gd name="connsiteY250" fmla="*/ 3113840 h 6858000"/>
              <a:gd name="connsiteX251" fmla="*/ 1066793 w 7467600"/>
              <a:gd name="connsiteY251" fmla="*/ 3212171 h 6858000"/>
              <a:gd name="connsiteX252" fmla="*/ 993319 w 7467600"/>
              <a:gd name="connsiteY252" fmla="*/ 3247648 h 6858000"/>
              <a:gd name="connsiteX253" fmla="*/ 853081 w 7467600"/>
              <a:gd name="connsiteY253" fmla="*/ 3312410 h 6858000"/>
              <a:gd name="connsiteX254" fmla="*/ 805957 w 7467600"/>
              <a:gd name="connsiteY254" fmla="*/ 3330443 h 6858000"/>
              <a:gd name="connsiteX255" fmla="*/ 1318687 w 7467600"/>
              <a:gd name="connsiteY255" fmla="*/ 3113840 h 6858000"/>
              <a:gd name="connsiteX256" fmla="*/ 5453702 w 7467600"/>
              <a:gd name="connsiteY256" fmla="*/ 3090882 h 6858000"/>
              <a:gd name="connsiteX257" fmla="*/ 5480135 w 7467600"/>
              <a:gd name="connsiteY257" fmla="*/ 3565802 h 6858000"/>
              <a:gd name="connsiteX258" fmla="*/ 5499023 w 7467600"/>
              <a:gd name="connsiteY258" fmla="*/ 4166310 h 6858000"/>
              <a:gd name="connsiteX259" fmla="*/ 5547022 w 7467600"/>
              <a:gd name="connsiteY259" fmla="*/ 3607838 h 6858000"/>
              <a:gd name="connsiteX260" fmla="*/ 5515964 w 7467600"/>
              <a:gd name="connsiteY260" fmla="*/ 3378541 h 6858000"/>
              <a:gd name="connsiteX261" fmla="*/ 5453702 w 7467600"/>
              <a:gd name="connsiteY261" fmla="*/ 3090882 h 6858000"/>
              <a:gd name="connsiteX262" fmla="*/ 1238695 w 7467600"/>
              <a:gd name="connsiteY262" fmla="*/ 3076820 h 6858000"/>
              <a:gd name="connsiteX263" fmla="*/ 716371 w 7467600"/>
              <a:gd name="connsiteY263" fmla="*/ 3293249 h 6858000"/>
              <a:gd name="connsiteX264" fmla="*/ 579522 w 7467600"/>
              <a:gd name="connsiteY264" fmla="*/ 3371759 h 6858000"/>
              <a:gd name="connsiteX265" fmla="*/ 600288 w 7467600"/>
              <a:gd name="connsiteY265" fmla="*/ 3365555 h 6858000"/>
              <a:gd name="connsiteX266" fmla="*/ 840692 w 7467600"/>
              <a:gd name="connsiteY266" fmla="*/ 3284921 h 6858000"/>
              <a:gd name="connsiteX267" fmla="*/ 979248 w 7467600"/>
              <a:gd name="connsiteY267" fmla="*/ 3221003 h 6858000"/>
              <a:gd name="connsiteX268" fmla="*/ 1053282 w 7467600"/>
              <a:gd name="connsiteY268" fmla="*/ 3185247 h 6858000"/>
              <a:gd name="connsiteX269" fmla="*/ 1320603 w 7467600"/>
              <a:gd name="connsiteY269" fmla="*/ 3081281 h 6858000"/>
              <a:gd name="connsiteX270" fmla="*/ 1238695 w 7467600"/>
              <a:gd name="connsiteY270" fmla="*/ 3076820 h 6858000"/>
              <a:gd name="connsiteX271" fmla="*/ 5425627 w 7467600"/>
              <a:gd name="connsiteY271" fmla="*/ 2954192 h 6858000"/>
              <a:gd name="connsiteX272" fmla="*/ 5470770 w 7467600"/>
              <a:gd name="connsiteY272" fmla="*/ 3005435 h 6858000"/>
              <a:gd name="connsiteX273" fmla="*/ 5519779 w 7467600"/>
              <a:gd name="connsiteY273" fmla="*/ 4359223 h 6858000"/>
              <a:gd name="connsiteX274" fmla="*/ 5520293 w 7467600"/>
              <a:gd name="connsiteY274" fmla="*/ 4360602 h 6858000"/>
              <a:gd name="connsiteX275" fmla="*/ 5767221 w 7467600"/>
              <a:gd name="connsiteY275" fmla="*/ 4665564 h 6858000"/>
              <a:gd name="connsiteX276" fmla="*/ 6937169 w 7467600"/>
              <a:gd name="connsiteY276" fmla="*/ 4815941 h 6858000"/>
              <a:gd name="connsiteX277" fmla="*/ 6953922 w 7467600"/>
              <a:gd name="connsiteY277" fmla="*/ 4890068 h 6858000"/>
              <a:gd name="connsiteX278" fmla="*/ 6071359 w 7467600"/>
              <a:gd name="connsiteY278" fmla="*/ 4770770 h 6858000"/>
              <a:gd name="connsiteX279" fmla="*/ 6038839 w 7467600"/>
              <a:gd name="connsiteY279" fmla="*/ 4764474 h 6858000"/>
              <a:gd name="connsiteX280" fmla="*/ 6038706 w 7467600"/>
              <a:gd name="connsiteY280" fmla="*/ 4763847 h 6858000"/>
              <a:gd name="connsiteX281" fmla="*/ 6037784 w 7467600"/>
              <a:gd name="connsiteY281" fmla="*/ 4764270 h 6858000"/>
              <a:gd name="connsiteX282" fmla="*/ 6038839 w 7467600"/>
              <a:gd name="connsiteY282" fmla="*/ 4764474 h 6858000"/>
              <a:gd name="connsiteX283" fmla="*/ 6040338 w 7467600"/>
              <a:gd name="connsiteY283" fmla="*/ 4771418 h 6858000"/>
              <a:gd name="connsiteX284" fmla="*/ 6024488 w 7467600"/>
              <a:gd name="connsiteY284" fmla="*/ 4809903 h 6858000"/>
              <a:gd name="connsiteX285" fmla="*/ 5599771 w 7467600"/>
              <a:gd name="connsiteY285" fmla="*/ 5509652 h 6858000"/>
              <a:gd name="connsiteX286" fmla="*/ 5548843 w 7467600"/>
              <a:gd name="connsiteY286" fmla="*/ 5563845 h 6858000"/>
              <a:gd name="connsiteX287" fmla="*/ 5940952 w 7467600"/>
              <a:gd name="connsiteY287" fmla="*/ 6250028 h 6858000"/>
              <a:gd name="connsiteX288" fmla="*/ 6043441 w 7467600"/>
              <a:gd name="connsiteY288" fmla="*/ 6665847 h 6858000"/>
              <a:gd name="connsiteX289" fmla="*/ 6093432 w 7467600"/>
              <a:gd name="connsiteY289" fmla="*/ 6858000 h 6858000"/>
              <a:gd name="connsiteX290" fmla="*/ 6034344 w 7467600"/>
              <a:gd name="connsiteY290" fmla="*/ 6858000 h 6858000"/>
              <a:gd name="connsiteX291" fmla="*/ 6026679 w 7467600"/>
              <a:gd name="connsiteY291" fmla="*/ 6836959 h 6858000"/>
              <a:gd name="connsiteX292" fmla="*/ 5800441 w 7467600"/>
              <a:gd name="connsiteY292" fmla="*/ 6335286 h 6858000"/>
              <a:gd name="connsiteX293" fmla="*/ 5526562 w 7467600"/>
              <a:gd name="connsiteY293" fmla="*/ 5705388 h 6858000"/>
              <a:gd name="connsiteX294" fmla="*/ 5519640 w 7467600"/>
              <a:gd name="connsiteY294" fmla="*/ 5683774 h 6858000"/>
              <a:gd name="connsiteX295" fmla="*/ 5844559 w 7467600"/>
              <a:gd name="connsiteY295" fmla="*/ 6553349 h 6858000"/>
              <a:gd name="connsiteX296" fmla="*/ 5975994 w 7467600"/>
              <a:gd name="connsiteY296" fmla="*/ 6858000 h 6858000"/>
              <a:gd name="connsiteX297" fmla="*/ 5898547 w 7467600"/>
              <a:gd name="connsiteY297" fmla="*/ 6858000 h 6858000"/>
              <a:gd name="connsiteX298" fmla="*/ 5682041 w 7467600"/>
              <a:gd name="connsiteY298" fmla="*/ 6355860 h 6858000"/>
              <a:gd name="connsiteX299" fmla="*/ 5461758 w 7467600"/>
              <a:gd name="connsiteY299" fmla="*/ 5820220 h 6858000"/>
              <a:gd name="connsiteX300" fmla="*/ 5237282 w 7467600"/>
              <a:gd name="connsiteY300" fmla="*/ 6579086 h 6858000"/>
              <a:gd name="connsiteX301" fmla="*/ 5115009 w 7467600"/>
              <a:gd name="connsiteY301" fmla="*/ 6858000 h 6858000"/>
              <a:gd name="connsiteX302" fmla="*/ 5028074 w 7467600"/>
              <a:gd name="connsiteY302" fmla="*/ 6858000 h 6858000"/>
              <a:gd name="connsiteX303" fmla="*/ 5079508 w 7467600"/>
              <a:gd name="connsiteY303" fmla="*/ 6749074 h 6858000"/>
              <a:gd name="connsiteX304" fmla="*/ 5371846 w 7467600"/>
              <a:gd name="connsiteY304" fmla="*/ 5924413 h 6858000"/>
              <a:gd name="connsiteX305" fmla="*/ 5270512 w 7467600"/>
              <a:gd name="connsiteY305" fmla="*/ 6138975 h 6858000"/>
              <a:gd name="connsiteX306" fmla="*/ 5062409 w 7467600"/>
              <a:gd name="connsiteY306" fmla="*/ 6653544 h 6858000"/>
              <a:gd name="connsiteX307" fmla="*/ 5036628 w 7467600"/>
              <a:gd name="connsiteY307" fmla="*/ 6754247 h 6858000"/>
              <a:gd name="connsiteX308" fmla="*/ 5009112 w 7467600"/>
              <a:gd name="connsiteY308" fmla="*/ 6858000 h 6858000"/>
              <a:gd name="connsiteX309" fmla="*/ 4976679 w 7467600"/>
              <a:gd name="connsiteY309" fmla="*/ 6858000 h 6858000"/>
              <a:gd name="connsiteX310" fmla="*/ 5006537 w 7467600"/>
              <a:gd name="connsiteY310" fmla="*/ 6747068 h 6858000"/>
              <a:gd name="connsiteX311" fmla="*/ 5032723 w 7467600"/>
              <a:gd name="connsiteY311" fmla="*/ 6644957 h 6858000"/>
              <a:gd name="connsiteX312" fmla="*/ 5242949 w 7467600"/>
              <a:gd name="connsiteY312" fmla="*/ 6125175 h 6858000"/>
              <a:gd name="connsiteX313" fmla="*/ 5286321 w 7467600"/>
              <a:gd name="connsiteY313" fmla="*/ 6033555 h 6858000"/>
              <a:gd name="connsiteX314" fmla="*/ 5008210 w 7467600"/>
              <a:gd name="connsiteY314" fmla="*/ 6649194 h 6858000"/>
              <a:gd name="connsiteX315" fmla="*/ 4986321 w 7467600"/>
              <a:gd name="connsiteY315" fmla="*/ 6765687 h 6858000"/>
              <a:gd name="connsiteX316" fmla="*/ 4973474 w 7467600"/>
              <a:gd name="connsiteY316" fmla="*/ 6858000 h 6858000"/>
              <a:gd name="connsiteX317" fmla="*/ 4907178 w 7467600"/>
              <a:gd name="connsiteY317" fmla="*/ 6858000 h 6858000"/>
              <a:gd name="connsiteX318" fmla="*/ 4910810 w 7467600"/>
              <a:gd name="connsiteY318" fmla="*/ 6829660 h 6858000"/>
              <a:gd name="connsiteX319" fmla="*/ 4987461 w 7467600"/>
              <a:gd name="connsiteY319" fmla="*/ 6432994 h 6858000"/>
              <a:gd name="connsiteX320" fmla="*/ 5179262 w 7467600"/>
              <a:gd name="connsiteY320" fmla="*/ 6035044 h 6858000"/>
              <a:gd name="connsiteX321" fmla="*/ 4689678 w 7467600"/>
              <a:gd name="connsiteY321" fmla="*/ 6440241 h 6858000"/>
              <a:gd name="connsiteX322" fmla="*/ 4477543 w 7467600"/>
              <a:gd name="connsiteY322" fmla="*/ 6674836 h 6858000"/>
              <a:gd name="connsiteX323" fmla="*/ 4329957 w 7467600"/>
              <a:gd name="connsiteY323" fmla="*/ 6858000 h 6858000"/>
              <a:gd name="connsiteX324" fmla="*/ 4218595 w 7467600"/>
              <a:gd name="connsiteY324" fmla="*/ 6858000 h 6858000"/>
              <a:gd name="connsiteX325" fmla="*/ 4368888 w 7467600"/>
              <a:gd name="connsiteY325" fmla="*/ 6668412 h 6858000"/>
              <a:gd name="connsiteX326" fmla="*/ 4563091 w 7467600"/>
              <a:gd name="connsiteY326" fmla="*/ 6442508 h 6858000"/>
              <a:gd name="connsiteX327" fmla="*/ 5387324 w 7467600"/>
              <a:gd name="connsiteY327" fmla="*/ 5705830 h 6858000"/>
              <a:gd name="connsiteX328" fmla="*/ 5073620 w 7467600"/>
              <a:gd name="connsiteY328" fmla="*/ 5955437 h 6858000"/>
              <a:gd name="connsiteX329" fmla="*/ 4689789 w 7467600"/>
              <a:gd name="connsiteY329" fmla="*/ 6268382 h 6858000"/>
              <a:gd name="connsiteX330" fmla="*/ 4418722 w 7467600"/>
              <a:gd name="connsiteY330" fmla="*/ 6570886 h 6858000"/>
              <a:gd name="connsiteX331" fmla="*/ 4214944 w 7467600"/>
              <a:gd name="connsiteY331" fmla="*/ 6858000 h 6858000"/>
              <a:gd name="connsiteX332" fmla="*/ 4177898 w 7467600"/>
              <a:gd name="connsiteY332" fmla="*/ 6858000 h 6858000"/>
              <a:gd name="connsiteX333" fmla="*/ 4391597 w 7467600"/>
              <a:gd name="connsiteY333" fmla="*/ 6556370 h 6858000"/>
              <a:gd name="connsiteX334" fmla="*/ 4668889 w 7467600"/>
              <a:gd name="connsiteY334" fmla="*/ 6246399 h 6858000"/>
              <a:gd name="connsiteX335" fmla="*/ 5055427 w 7467600"/>
              <a:gd name="connsiteY335" fmla="*/ 5931476 h 6858000"/>
              <a:gd name="connsiteX336" fmla="*/ 5371814 w 7467600"/>
              <a:gd name="connsiteY336" fmla="*/ 5678975 h 6858000"/>
              <a:gd name="connsiteX337" fmla="*/ 4987918 w 7467600"/>
              <a:gd name="connsiteY337" fmla="*/ 5838701 h 6858000"/>
              <a:gd name="connsiteX338" fmla="*/ 4317146 w 7467600"/>
              <a:gd name="connsiteY338" fmla="*/ 6587716 h 6858000"/>
              <a:gd name="connsiteX339" fmla="*/ 4171627 w 7467600"/>
              <a:gd name="connsiteY339" fmla="*/ 6858000 h 6858000"/>
              <a:gd name="connsiteX340" fmla="*/ 4081585 w 7467600"/>
              <a:gd name="connsiteY340" fmla="*/ 6858000 h 6858000"/>
              <a:gd name="connsiteX341" fmla="*/ 4238603 w 7467600"/>
              <a:gd name="connsiteY341" fmla="*/ 6559341 h 6858000"/>
              <a:gd name="connsiteX342" fmla="*/ 4778333 w 7467600"/>
              <a:gd name="connsiteY342" fmla="*/ 5873626 h 6858000"/>
              <a:gd name="connsiteX343" fmla="*/ 5414185 w 7467600"/>
              <a:gd name="connsiteY343" fmla="*/ 5573882 h 6858000"/>
              <a:gd name="connsiteX344" fmla="*/ 5959648 w 7467600"/>
              <a:gd name="connsiteY344" fmla="*/ 4760797 h 6858000"/>
              <a:gd name="connsiteX345" fmla="*/ 5355019 w 7467600"/>
              <a:gd name="connsiteY345" fmla="*/ 4734672 h 6858000"/>
              <a:gd name="connsiteX346" fmla="*/ 5083565 w 7467600"/>
              <a:gd name="connsiteY346" fmla="*/ 5179121 h 6858000"/>
              <a:gd name="connsiteX347" fmla="*/ 4713577 w 7467600"/>
              <a:gd name="connsiteY347" fmla="*/ 5616803 h 6858000"/>
              <a:gd name="connsiteX348" fmla="*/ 3989559 w 7467600"/>
              <a:gd name="connsiteY348" fmla="*/ 6145945 h 6858000"/>
              <a:gd name="connsiteX349" fmla="*/ 3939824 w 7467600"/>
              <a:gd name="connsiteY349" fmla="*/ 6066900 h 6858000"/>
              <a:gd name="connsiteX350" fmla="*/ 4584537 w 7467600"/>
              <a:gd name="connsiteY350" fmla="*/ 5324826 h 6858000"/>
              <a:gd name="connsiteX351" fmla="*/ 5037105 w 7467600"/>
              <a:gd name="connsiteY351" fmla="*/ 5088765 h 6858000"/>
              <a:gd name="connsiteX352" fmla="*/ 5039930 w 7467600"/>
              <a:gd name="connsiteY352" fmla="*/ 5089585 h 6858000"/>
              <a:gd name="connsiteX353" fmla="*/ 5263764 w 7467600"/>
              <a:gd name="connsiteY353" fmla="*/ 4735525 h 6858000"/>
              <a:gd name="connsiteX354" fmla="*/ 4086300 w 7467600"/>
              <a:gd name="connsiteY354" fmla="*/ 4884599 h 6858000"/>
              <a:gd name="connsiteX355" fmla="*/ 4085485 w 7467600"/>
              <a:gd name="connsiteY355" fmla="*/ 4899070 h 6858000"/>
              <a:gd name="connsiteX356" fmla="*/ 3871915 w 7467600"/>
              <a:gd name="connsiteY356" fmla="*/ 5253645 h 6858000"/>
              <a:gd name="connsiteX357" fmla="*/ 3799374 w 7467600"/>
              <a:gd name="connsiteY357" fmla="*/ 5466127 h 6858000"/>
              <a:gd name="connsiteX358" fmla="*/ 3498850 w 7467600"/>
              <a:gd name="connsiteY358" fmla="*/ 6661888 h 6858000"/>
              <a:gd name="connsiteX359" fmla="*/ 3399216 w 7467600"/>
              <a:gd name="connsiteY359" fmla="*/ 6858000 h 6858000"/>
              <a:gd name="connsiteX360" fmla="*/ 3303688 w 7467600"/>
              <a:gd name="connsiteY360" fmla="*/ 6858000 h 6858000"/>
              <a:gd name="connsiteX361" fmla="*/ 3391774 w 7467600"/>
              <a:gd name="connsiteY361" fmla="*/ 6697181 h 6858000"/>
              <a:gd name="connsiteX362" fmla="*/ 3735540 w 7467600"/>
              <a:gd name="connsiteY362" fmla="*/ 5546923 h 6858000"/>
              <a:gd name="connsiteX363" fmla="*/ 3729438 w 7467600"/>
              <a:gd name="connsiteY363" fmla="*/ 5569058 h 6858000"/>
              <a:gd name="connsiteX364" fmla="*/ 3707782 w 7467600"/>
              <a:gd name="connsiteY364" fmla="*/ 5644908 h 6858000"/>
              <a:gd name="connsiteX365" fmla="*/ 3583827 w 7467600"/>
              <a:gd name="connsiteY365" fmla="*/ 6039215 h 6858000"/>
              <a:gd name="connsiteX366" fmla="*/ 3547861 w 7467600"/>
              <a:gd name="connsiteY366" fmla="*/ 6129609 h 6858000"/>
              <a:gd name="connsiteX367" fmla="*/ 3490905 w 7467600"/>
              <a:gd name="connsiteY367" fmla="*/ 6277660 h 6858000"/>
              <a:gd name="connsiteX368" fmla="*/ 3455859 w 7467600"/>
              <a:gd name="connsiteY368" fmla="*/ 6391301 h 6858000"/>
              <a:gd name="connsiteX369" fmla="*/ 3429112 w 7467600"/>
              <a:gd name="connsiteY369" fmla="*/ 6479469 h 6858000"/>
              <a:gd name="connsiteX370" fmla="*/ 3304862 w 7467600"/>
              <a:gd name="connsiteY370" fmla="*/ 6796476 h 6858000"/>
              <a:gd name="connsiteX371" fmla="*/ 3276071 w 7467600"/>
              <a:gd name="connsiteY371" fmla="*/ 6858000 h 6858000"/>
              <a:gd name="connsiteX372" fmla="*/ 3240805 w 7467600"/>
              <a:gd name="connsiteY372" fmla="*/ 6858000 h 6858000"/>
              <a:gd name="connsiteX373" fmla="*/ 3275917 w 7467600"/>
              <a:gd name="connsiteY373" fmla="*/ 6783192 h 6858000"/>
              <a:gd name="connsiteX374" fmla="*/ 3399358 w 7467600"/>
              <a:gd name="connsiteY374" fmla="*/ 6469011 h 6858000"/>
              <a:gd name="connsiteX375" fmla="*/ 3425650 w 7467600"/>
              <a:gd name="connsiteY375" fmla="*/ 6381333 h 6858000"/>
              <a:gd name="connsiteX376" fmla="*/ 3460661 w 7467600"/>
              <a:gd name="connsiteY376" fmla="*/ 6266763 h 6858000"/>
              <a:gd name="connsiteX377" fmla="*/ 3518021 w 7467600"/>
              <a:gd name="connsiteY377" fmla="*/ 6117298 h 6858000"/>
              <a:gd name="connsiteX378" fmla="*/ 3554035 w 7467600"/>
              <a:gd name="connsiteY378" fmla="*/ 6027832 h 6858000"/>
              <a:gd name="connsiteX379" fmla="*/ 3677174 w 7467600"/>
              <a:gd name="connsiteY379" fmla="*/ 5636351 h 6858000"/>
              <a:gd name="connsiteX380" fmla="*/ 3698819 w 7467600"/>
              <a:gd name="connsiteY380" fmla="*/ 5560503 h 6858000"/>
              <a:gd name="connsiteX381" fmla="*/ 3702094 w 7467600"/>
              <a:gd name="connsiteY381" fmla="*/ 5549194 h 6858000"/>
              <a:gd name="connsiteX382" fmla="*/ 3398355 w 7467600"/>
              <a:gd name="connsiteY382" fmla="*/ 6094603 h 6858000"/>
              <a:gd name="connsiteX383" fmla="*/ 3193941 w 7467600"/>
              <a:gd name="connsiteY383" fmla="*/ 6798775 h 6858000"/>
              <a:gd name="connsiteX384" fmla="*/ 3184140 w 7467600"/>
              <a:gd name="connsiteY384" fmla="*/ 6858000 h 6858000"/>
              <a:gd name="connsiteX385" fmla="*/ 3099978 w 7467600"/>
              <a:gd name="connsiteY385" fmla="*/ 6858000 h 6858000"/>
              <a:gd name="connsiteX386" fmla="*/ 3101556 w 7467600"/>
              <a:gd name="connsiteY386" fmla="*/ 6843337 h 6858000"/>
              <a:gd name="connsiteX387" fmla="*/ 3370162 w 7467600"/>
              <a:gd name="connsiteY387" fmla="*/ 5785550 h 6858000"/>
              <a:gd name="connsiteX388" fmla="*/ 3746477 w 7467600"/>
              <a:gd name="connsiteY388" fmla="*/ 5377889 h 6858000"/>
              <a:gd name="connsiteX389" fmla="*/ 3863399 w 7467600"/>
              <a:gd name="connsiteY389" fmla="*/ 5087257 h 6858000"/>
              <a:gd name="connsiteX390" fmla="*/ 3968712 w 7467600"/>
              <a:gd name="connsiteY390" fmla="*/ 4913989 h 6858000"/>
              <a:gd name="connsiteX391" fmla="*/ 2792390 w 7467600"/>
              <a:gd name="connsiteY391" fmla="*/ 5382974 h 6858000"/>
              <a:gd name="connsiteX392" fmla="*/ 2714982 w 7467600"/>
              <a:gd name="connsiteY392" fmla="*/ 5427051 h 6858000"/>
              <a:gd name="connsiteX393" fmla="*/ 2813361 w 7467600"/>
              <a:gd name="connsiteY393" fmla="*/ 6023912 h 6858000"/>
              <a:gd name="connsiteX394" fmla="*/ 2688430 w 7467600"/>
              <a:gd name="connsiteY394" fmla="*/ 6801564 h 6858000"/>
              <a:gd name="connsiteX395" fmla="*/ 2629626 w 7467600"/>
              <a:gd name="connsiteY395" fmla="*/ 6763394 h 6858000"/>
              <a:gd name="connsiteX396" fmla="*/ 2565328 w 7467600"/>
              <a:gd name="connsiteY396" fmla="*/ 5516399 h 6858000"/>
              <a:gd name="connsiteX397" fmla="*/ 1922999 w 7467600"/>
              <a:gd name="connsiteY397" fmla="*/ 5980343 h 6858000"/>
              <a:gd name="connsiteX398" fmla="*/ 1950261 w 7467600"/>
              <a:gd name="connsiteY398" fmla="*/ 6405858 h 6858000"/>
              <a:gd name="connsiteX399" fmla="*/ 2365554 w 7467600"/>
              <a:gd name="connsiteY399" fmla="*/ 6759107 h 6858000"/>
              <a:gd name="connsiteX400" fmla="*/ 2424142 w 7467600"/>
              <a:gd name="connsiteY400" fmla="*/ 6858000 h 6858000"/>
              <a:gd name="connsiteX401" fmla="*/ 2395994 w 7467600"/>
              <a:gd name="connsiteY401" fmla="*/ 6858000 h 6858000"/>
              <a:gd name="connsiteX402" fmla="*/ 2392863 w 7467600"/>
              <a:gd name="connsiteY402" fmla="*/ 6852964 h 6858000"/>
              <a:gd name="connsiteX403" fmla="*/ 2017589 w 7467600"/>
              <a:gd name="connsiteY403" fmla="*/ 6493982 h 6858000"/>
              <a:gd name="connsiteX404" fmla="*/ 2147336 w 7467600"/>
              <a:gd name="connsiteY404" fmla="*/ 6594052 h 6858000"/>
              <a:gd name="connsiteX405" fmla="*/ 2207047 w 7467600"/>
              <a:gd name="connsiteY405" fmla="*/ 6654540 h 6858000"/>
              <a:gd name="connsiteX406" fmla="*/ 2299106 w 7467600"/>
              <a:gd name="connsiteY406" fmla="*/ 6778931 h 6858000"/>
              <a:gd name="connsiteX407" fmla="*/ 2314430 w 7467600"/>
              <a:gd name="connsiteY407" fmla="*/ 6801144 h 6858000"/>
              <a:gd name="connsiteX408" fmla="*/ 2352406 w 7467600"/>
              <a:gd name="connsiteY408" fmla="*/ 6858000 h 6858000"/>
              <a:gd name="connsiteX409" fmla="*/ 2314492 w 7467600"/>
              <a:gd name="connsiteY409" fmla="*/ 6858000 h 6858000"/>
              <a:gd name="connsiteX410" fmla="*/ 2288095 w 7467600"/>
              <a:gd name="connsiteY410" fmla="*/ 6818030 h 6858000"/>
              <a:gd name="connsiteX411" fmla="*/ 2272768 w 7467600"/>
              <a:gd name="connsiteY411" fmla="*/ 6795822 h 6858000"/>
              <a:gd name="connsiteX412" fmla="*/ 2182715 w 7467600"/>
              <a:gd name="connsiteY412" fmla="*/ 6675071 h 6858000"/>
              <a:gd name="connsiteX413" fmla="*/ 2032061 w 7467600"/>
              <a:gd name="connsiteY413" fmla="*/ 6541380 h 6858000"/>
              <a:gd name="connsiteX414" fmla="*/ 2257220 w 7467600"/>
              <a:gd name="connsiteY414" fmla="*/ 6826257 h 6858000"/>
              <a:gd name="connsiteX415" fmla="*/ 2281324 w 7467600"/>
              <a:gd name="connsiteY415" fmla="*/ 6858000 h 6858000"/>
              <a:gd name="connsiteX416" fmla="*/ 2242860 w 7467600"/>
              <a:gd name="connsiteY416" fmla="*/ 6858000 h 6858000"/>
              <a:gd name="connsiteX417" fmla="*/ 2232818 w 7467600"/>
              <a:gd name="connsiteY417" fmla="*/ 6844926 h 6858000"/>
              <a:gd name="connsiteX418" fmla="*/ 1990172 w 7467600"/>
              <a:gd name="connsiteY418" fmla="*/ 6542121 h 6858000"/>
              <a:gd name="connsiteX419" fmla="*/ 2124090 w 7467600"/>
              <a:gd name="connsiteY419" fmla="*/ 6761017 h 6858000"/>
              <a:gd name="connsiteX420" fmla="*/ 2200380 w 7467600"/>
              <a:gd name="connsiteY420" fmla="*/ 6858000 h 6858000"/>
              <a:gd name="connsiteX421" fmla="*/ 2147507 w 7467600"/>
              <a:gd name="connsiteY421" fmla="*/ 6858000 h 6858000"/>
              <a:gd name="connsiteX422" fmla="*/ 2070668 w 7467600"/>
              <a:gd name="connsiteY422" fmla="*/ 6761520 h 6858000"/>
              <a:gd name="connsiteX423" fmla="*/ 1975142 w 7467600"/>
              <a:gd name="connsiteY423" fmla="*/ 6585570 h 6858000"/>
              <a:gd name="connsiteX424" fmla="*/ 2050035 w 7467600"/>
              <a:gd name="connsiteY424" fmla="*/ 6813345 h 6858000"/>
              <a:gd name="connsiteX425" fmla="*/ 2063025 w 7467600"/>
              <a:gd name="connsiteY425" fmla="*/ 6858000 h 6858000"/>
              <a:gd name="connsiteX426" fmla="*/ 2021675 w 7467600"/>
              <a:gd name="connsiteY426" fmla="*/ 6858000 h 6858000"/>
              <a:gd name="connsiteX427" fmla="*/ 2019308 w 7467600"/>
              <a:gd name="connsiteY427" fmla="*/ 6847118 h 6858000"/>
              <a:gd name="connsiteX428" fmla="*/ 1938835 w 7467600"/>
              <a:gd name="connsiteY428" fmla="*/ 6551160 h 6858000"/>
              <a:gd name="connsiteX429" fmla="*/ 1953230 w 7467600"/>
              <a:gd name="connsiteY429" fmla="*/ 6759699 h 6858000"/>
              <a:gd name="connsiteX430" fmla="*/ 1956763 w 7467600"/>
              <a:gd name="connsiteY430" fmla="*/ 6778191 h 6858000"/>
              <a:gd name="connsiteX431" fmla="*/ 1967925 w 7467600"/>
              <a:gd name="connsiteY431" fmla="*/ 6858000 h 6858000"/>
              <a:gd name="connsiteX432" fmla="*/ 1936622 w 7467600"/>
              <a:gd name="connsiteY432" fmla="*/ 6858000 h 6858000"/>
              <a:gd name="connsiteX433" fmla="*/ 1926261 w 7467600"/>
              <a:gd name="connsiteY433" fmla="*/ 6784064 h 6858000"/>
              <a:gd name="connsiteX434" fmla="*/ 1922724 w 7467600"/>
              <a:gd name="connsiteY434" fmla="*/ 6765577 h 6858000"/>
              <a:gd name="connsiteX435" fmla="*/ 1904650 w 7467600"/>
              <a:gd name="connsiteY435" fmla="*/ 6639616 h 6858000"/>
              <a:gd name="connsiteX436" fmla="*/ 1885273 w 7467600"/>
              <a:gd name="connsiteY436" fmla="*/ 6858000 h 6858000"/>
              <a:gd name="connsiteX437" fmla="*/ 1854363 w 7467600"/>
              <a:gd name="connsiteY437" fmla="*/ 6858000 h 6858000"/>
              <a:gd name="connsiteX438" fmla="*/ 1880391 w 7467600"/>
              <a:gd name="connsiteY438" fmla="*/ 6603796 h 6858000"/>
              <a:gd name="connsiteX439" fmla="*/ 1818273 w 7467600"/>
              <a:gd name="connsiteY439" fmla="*/ 6715729 h 6858000"/>
              <a:gd name="connsiteX440" fmla="*/ 1794691 w 7467600"/>
              <a:gd name="connsiteY440" fmla="*/ 6843239 h 6858000"/>
              <a:gd name="connsiteX441" fmla="*/ 1794914 w 7467600"/>
              <a:gd name="connsiteY441" fmla="*/ 6858000 h 6858000"/>
              <a:gd name="connsiteX442" fmla="*/ 1746128 w 7467600"/>
              <a:gd name="connsiteY442" fmla="*/ 6858000 h 6858000"/>
              <a:gd name="connsiteX443" fmla="*/ 1753934 w 7467600"/>
              <a:gd name="connsiteY443" fmla="*/ 6724796 h 6858000"/>
              <a:gd name="connsiteX444" fmla="*/ 1792053 w 7467600"/>
              <a:gd name="connsiteY444" fmla="*/ 6572396 h 6858000"/>
              <a:gd name="connsiteX445" fmla="*/ 1862248 w 7467600"/>
              <a:gd name="connsiteY445" fmla="*/ 6266397 h 6858000"/>
              <a:gd name="connsiteX446" fmla="*/ 1862250 w 7467600"/>
              <a:gd name="connsiteY446" fmla="*/ 6033531 h 6858000"/>
              <a:gd name="connsiteX447" fmla="*/ 1211999 w 7467600"/>
              <a:gd name="connsiteY447" fmla="*/ 6683610 h 6858000"/>
              <a:gd name="connsiteX448" fmla="*/ 1213266 w 7467600"/>
              <a:gd name="connsiteY448" fmla="*/ 6691947 h 6858000"/>
              <a:gd name="connsiteX449" fmla="*/ 1203370 w 7467600"/>
              <a:gd name="connsiteY449" fmla="*/ 6850676 h 6858000"/>
              <a:gd name="connsiteX450" fmla="*/ 1203671 w 7467600"/>
              <a:gd name="connsiteY450" fmla="*/ 6858000 h 6858000"/>
              <a:gd name="connsiteX451" fmla="*/ 1143180 w 7467600"/>
              <a:gd name="connsiteY451" fmla="*/ 6858000 h 6858000"/>
              <a:gd name="connsiteX452" fmla="*/ 1142176 w 7467600"/>
              <a:gd name="connsiteY452" fmla="*/ 6766045 h 6858000"/>
              <a:gd name="connsiteX453" fmla="*/ 1067484 w 7467600"/>
              <a:gd name="connsiteY453" fmla="*/ 6858000 h 6858000"/>
              <a:gd name="connsiteX454" fmla="*/ 953928 w 7467600"/>
              <a:gd name="connsiteY454" fmla="*/ 6858000 h 6858000"/>
              <a:gd name="connsiteX455" fmla="*/ 959715 w 7467600"/>
              <a:gd name="connsiteY455" fmla="*/ 6850185 h 6858000"/>
              <a:gd name="connsiteX456" fmla="*/ 1483788 w 7467600"/>
              <a:gd name="connsiteY456" fmla="*/ 6259174 h 6858000"/>
              <a:gd name="connsiteX457" fmla="*/ 1100671 w 7467600"/>
              <a:gd name="connsiteY457" fmla="*/ 6252137 h 6858000"/>
              <a:gd name="connsiteX458" fmla="*/ 1090144 w 7467600"/>
              <a:gd name="connsiteY458" fmla="*/ 6256748 h 6858000"/>
              <a:gd name="connsiteX459" fmla="*/ 1095872 w 7467600"/>
              <a:gd name="connsiteY459" fmla="*/ 6271892 h 6858000"/>
              <a:gd name="connsiteX460" fmla="*/ 262785 w 7467600"/>
              <a:gd name="connsiteY460" fmla="*/ 6845450 h 6858000"/>
              <a:gd name="connsiteX461" fmla="*/ 209968 w 7467600"/>
              <a:gd name="connsiteY461" fmla="*/ 6770713 h 6858000"/>
              <a:gd name="connsiteX462" fmla="*/ 873460 w 7467600"/>
              <a:gd name="connsiteY462" fmla="*/ 6253768 h 6858000"/>
              <a:gd name="connsiteX463" fmla="*/ 192686 w 7467600"/>
              <a:gd name="connsiteY463" fmla="*/ 5849257 h 6858000"/>
              <a:gd name="connsiteX464" fmla="*/ 4696 w 7467600"/>
              <a:gd name="connsiteY464" fmla="*/ 5697668 h 6858000"/>
              <a:gd name="connsiteX465" fmla="*/ 0 w 7467600"/>
              <a:gd name="connsiteY465" fmla="*/ 5689984 h 6858000"/>
              <a:gd name="connsiteX466" fmla="*/ 0 w 7467600"/>
              <a:gd name="connsiteY466" fmla="*/ 5513472 h 6858000"/>
              <a:gd name="connsiteX467" fmla="*/ 174101 w 7467600"/>
              <a:gd name="connsiteY467" fmla="*/ 5620277 h 6858000"/>
              <a:gd name="connsiteX468" fmla="*/ 891800 w 7467600"/>
              <a:gd name="connsiteY468" fmla="*/ 6036935 h 6858000"/>
              <a:gd name="connsiteX469" fmla="*/ 1072219 w 7467600"/>
              <a:gd name="connsiteY469" fmla="*/ 6169443 h 6858000"/>
              <a:gd name="connsiteX470" fmla="*/ 1074117 w 7467600"/>
              <a:gd name="connsiteY470" fmla="*/ 6170301 h 6858000"/>
              <a:gd name="connsiteX471" fmla="*/ 1083114 w 7467600"/>
              <a:gd name="connsiteY471" fmla="*/ 6174131 h 6858000"/>
              <a:gd name="connsiteX472" fmla="*/ 1543010 w 7467600"/>
              <a:gd name="connsiteY472" fmla="*/ 6191140 h 6858000"/>
              <a:gd name="connsiteX473" fmla="*/ 1551080 w 7467600"/>
              <a:gd name="connsiteY473" fmla="*/ 6195006 h 6858000"/>
              <a:gd name="connsiteX474" fmla="*/ 2345443 w 7467600"/>
              <a:gd name="connsiteY474" fmla="*/ 5549882 h 6858000"/>
              <a:gd name="connsiteX475" fmla="*/ 1721499 w 7467600"/>
              <a:gd name="connsiteY475" fmla="*/ 5599969 h 6858000"/>
              <a:gd name="connsiteX476" fmla="*/ 767716 w 7467600"/>
              <a:gd name="connsiteY476" fmla="*/ 5472768 h 6858000"/>
              <a:gd name="connsiteX477" fmla="*/ 722147 w 7467600"/>
              <a:gd name="connsiteY477" fmla="*/ 5393091 h 6858000"/>
              <a:gd name="connsiteX478" fmla="*/ 1485552 w 7467600"/>
              <a:gd name="connsiteY478" fmla="*/ 5313202 h 6858000"/>
              <a:gd name="connsiteX479" fmla="*/ 2143004 w 7467600"/>
              <a:gd name="connsiteY479" fmla="*/ 5402420 h 6858000"/>
              <a:gd name="connsiteX480" fmla="*/ 1933391 w 7467600"/>
              <a:gd name="connsiteY480" fmla="*/ 5156971 h 6858000"/>
              <a:gd name="connsiteX481" fmla="*/ 1827118 w 7467600"/>
              <a:gd name="connsiteY481" fmla="*/ 4968410 h 6858000"/>
              <a:gd name="connsiteX482" fmla="*/ 1837349 w 7467600"/>
              <a:gd name="connsiteY482" fmla="*/ 4956357 h 6858000"/>
              <a:gd name="connsiteX483" fmla="*/ 2162835 w 7467600"/>
              <a:gd name="connsiteY483" fmla="*/ 5187853 h 6858000"/>
              <a:gd name="connsiteX484" fmla="*/ 2257167 w 7467600"/>
              <a:gd name="connsiteY484" fmla="*/ 5462123 h 6858000"/>
              <a:gd name="connsiteX485" fmla="*/ 2261598 w 7467600"/>
              <a:gd name="connsiteY485" fmla="*/ 5467998 h 6858000"/>
              <a:gd name="connsiteX486" fmla="*/ 2437177 w 7467600"/>
              <a:gd name="connsiteY486" fmla="*/ 5479608 h 6858000"/>
              <a:gd name="connsiteX487" fmla="*/ 2445247 w 7467600"/>
              <a:gd name="connsiteY487" fmla="*/ 5483476 h 6858000"/>
              <a:gd name="connsiteX488" fmla="*/ 2743626 w 7467600"/>
              <a:gd name="connsiteY488" fmla="*/ 5304819 h 6858000"/>
              <a:gd name="connsiteX489" fmla="*/ 3048102 w 7467600"/>
              <a:gd name="connsiteY489" fmla="*/ 5150595 h 6858000"/>
              <a:gd name="connsiteX490" fmla="*/ 1799414 w 7467600"/>
              <a:gd name="connsiteY490" fmla="*/ 4694732 h 6858000"/>
              <a:gd name="connsiteX491" fmla="*/ 1771735 w 7467600"/>
              <a:gd name="connsiteY491" fmla="*/ 4619929 h 6858000"/>
              <a:gd name="connsiteX492" fmla="*/ 3104273 w 7467600"/>
              <a:gd name="connsiteY492" fmla="*/ 5076159 h 6858000"/>
              <a:gd name="connsiteX493" fmla="*/ 3113245 w 7467600"/>
              <a:gd name="connsiteY493" fmla="*/ 5090705 h 6858000"/>
              <a:gd name="connsiteX494" fmla="*/ 3126294 w 7467600"/>
              <a:gd name="connsiteY494" fmla="*/ 5114400 h 6858000"/>
              <a:gd name="connsiteX495" fmla="*/ 3937433 w 7467600"/>
              <a:gd name="connsiteY495" fmla="*/ 4830473 h 6858000"/>
              <a:gd name="connsiteX496" fmla="*/ 3590475 w 7467600"/>
              <a:gd name="connsiteY496" fmla="*/ 4597974 h 6858000"/>
              <a:gd name="connsiteX497" fmla="*/ 3100264 w 7467600"/>
              <a:gd name="connsiteY497" fmla="*/ 4579845 h 6858000"/>
              <a:gd name="connsiteX498" fmla="*/ 2183576 w 7467600"/>
              <a:gd name="connsiteY498" fmla="*/ 4227150 h 6858000"/>
              <a:gd name="connsiteX499" fmla="*/ 2151029 w 7467600"/>
              <a:gd name="connsiteY499" fmla="*/ 4146947 h 6858000"/>
              <a:gd name="connsiteX500" fmla="*/ 3563434 w 7467600"/>
              <a:gd name="connsiteY500" fmla="*/ 4469115 h 6858000"/>
              <a:gd name="connsiteX501" fmla="*/ 3177952 w 7467600"/>
              <a:gd name="connsiteY501" fmla="*/ 3657386 h 6858000"/>
              <a:gd name="connsiteX502" fmla="*/ 3189263 w 7467600"/>
              <a:gd name="connsiteY502" fmla="*/ 3625726 h 6858000"/>
              <a:gd name="connsiteX503" fmla="*/ 3560912 w 7467600"/>
              <a:gd name="connsiteY503" fmla="*/ 4079863 h 6858000"/>
              <a:gd name="connsiteX504" fmla="*/ 3626636 w 7467600"/>
              <a:gd name="connsiteY504" fmla="*/ 4512230 h 6858000"/>
              <a:gd name="connsiteX505" fmla="*/ 3653088 w 7467600"/>
              <a:gd name="connsiteY505" fmla="*/ 4521417 h 6858000"/>
              <a:gd name="connsiteX506" fmla="*/ 3988128 w 7467600"/>
              <a:gd name="connsiteY506" fmla="*/ 4817267 h 6858000"/>
              <a:gd name="connsiteX507" fmla="*/ 4830582 w 7467600"/>
              <a:gd name="connsiteY507" fmla="*/ 4676000 h 6858000"/>
              <a:gd name="connsiteX508" fmla="*/ 4830100 w 7467600"/>
              <a:gd name="connsiteY508" fmla="*/ 4675554 h 6858000"/>
              <a:gd name="connsiteX509" fmla="*/ 4036318 w 7467600"/>
              <a:gd name="connsiteY509" fmla="*/ 4147013 h 6858000"/>
              <a:gd name="connsiteX510" fmla="*/ 3432098 w 7467600"/>
              <a:gd name="connsiteY510" fmla="*/ 3537312 h 6858000"/>
              <a:gd name="connsiteX511" fmla="*/ 3446761 w 7467600"/>
              <a:gd name="connsiteY511" fmla="*/ 3461278 h 6858000"/>
              <a:gd name="connsiteX512" fmla="*/ 4419733 w 7467600"/>
              <a:gd name="connsiteY512" fmla="*/ 3963555 h 6858000"/>
              <a:gd name="connsiteX513" fmla="*/ 4781371 w 7467600"/>
              <a:gd name="connsiteY513" fmla="*/ 4458604 h 6858000"/>
              <a:gd name="connsiteX514" fmla="*/ 4780440 w 7467600"/>
              <a:gd name="connsiteY514" fmla="*/ 4470290 h 6858000"/>
              <a:gd name="connsiteX515" fmla="*/ 4898954 w 7467600"/>
              <a:gd name="connsiteY515" fmla="*/ 4662092 h 6858000"/>
              <a:gd name="connsiteX516" fmla="*/ 4900699 w 7467600"/>
              <a:gd name="connsiteY516" fmla="*/ 4670867 h 6858000"/>
              <a:gd name="connsiteX517" fmla="*/ 5714511 w 7467600"/>
              <a:gd name="connsiteY517" fmla="*/ 4663483 h 6858000"/>
              <a:gd name="connsiteX518" fmla="*/ 5464793 w 7467600"/>
              <a:gd name="connsiteY518" fmla="*/ 4393556 h 6858000"/>
              <a:gd name="connsiteX519" fmla="*/ 5461897 w 7467600"/>
              <a:gd name="connsiteY519" fmla="*/ 4390879 h 6858000"/>
              <a:gd name="connsiteX520" fmla="*/ 4294126 w 7467600"/>
              <a:gd name="connsiteY520" fmla="*/ 3303048 h 6858000"/>
              <a:gd name="connsiteX521" fmla="*/ 4305321 w 7467600"/>
              <a:gd name="connsiteY521" fmla="*/ 3256953 h 6858000"/>
              <a:gd name="connsiteX522" fmla="*/ 4949299 w 7467600"/>
              <a:gd name="connsiteY522" fmla="*/ 3766336 h 6858000"/>
              <a:gd name="connsiteX523" fmla="*/ 5291452 w 7467600"/>
              <a:gd name="connsiteY523" fmla="*/ 4076801 h 6858000"/>
              <a:gd name="connsiteX524" fmla="*/ 5434998 w 7467600"/>
              <a:gd name="connsiteY524" fmla="*/ 4254100 h 6858000"/>
              <a:gd name="connsiteX525" fmla="*/ 5351015 w 7467600"/>
              <a:gd name="connsiteY525" fmla="*/ 3760989 h 6858000"/>
              <a:gd name="connsiteX526" fmla="*/ 5413780 w 7467600"/>
              <a:gd name="connsiteY526" fmla="*/ 2966265 h 6858000"/>
              <a:gd name="connsiteX527" fmla="*/ 5425627 w 7467600"/>
              <a:gd name="connsiteY527" fmla="*/ 2954192 h 6858000"/>
              <a:gd name="connsiteX528" fmla="*/ 6604735 w 7467600"/>
              <a:gd name="connsiteY528" fmla="*/ 2041381 h 6858000"/>
              <a:gd name="connsiteX529" fmla="*/ 7204487 w 7467600"/>
              <a:gd name="connsiteY529" fmla="*/ 2742112 h 6858000"/>
              <a:gd name="connsiteX530" fmla="*/ 7131592 w 7467600"/>
              <a:gd name="connsiteY530" fmla="*/ 2672096 h 6858000"/>
              <a:gd name="connsiteX531" fmla="*/ 6996344 w 7467600"/>
              <a:gd name="connsiteY531" fmla="*/ 2518310 h 6858000"/>
              <a:gd name="connsiteX532" fmla="*/ 6735495 w 7467600"/>
              <a:gd name="connsiteY532" fmla="*/ 2196890 h 6858000"/>
              <a:gd name="connsiteX533" fmla="*/ 6721901 w 7467600"/>
              <a:gd name="connsiteY533" fmla="*/ 2179274 h 6858000"/>
              <a:gd name="connsiteX534" fmla="*/ 6604735 w 7467600"/>
              <a:gd name="connsiteY534" fmla="*/ 2041381 h 6858000"/>
              <a:gd name="connsiteX535" fmla="*/ 6591670 w 7467600"/>
              <a:gd name="connsiteY535" fmla="*/ 1988277 h 6858000"/>
              <a:gd name="connsiteX536" fmla="*/ 6747349 w 7467600"/>
              <a:gd name="connsiteY536" fmla="*/ 2160069 h 6858000"/>
              <a:gd name="connsiteX537" fmla="*/ 6760943 w 7467600"/>
              <a:gd name="connsiteY537" fmla="*/ 2177686 h 6858000"/>
              <a:gd name="connsiteX538" fmla="*/ 7021065 w 7467600"/>
              <a:gd name="connsiteY538" fmla="*/ 2498102 h 6858000"/>
              <a:gd name="connsiteX539" fmla="*/ 7155223 w 7467600"/>
              <a:gd name="connsiteY539" fmla="*/ 2650386 h 6858000"/>
              <a:gd name="connsiteX540" fmla="*/ 7203167 w 7467600"/>
              <a:gd name="connsiteY540" fmla="*/ 2697288 h 6858000"/>
              <a:gd name="connsiteX541" fmla="*/ 6937703 w 7467600"/>
              <a:gd name="connsiteY541" fmla="*/ 2321981 h 6858000"/>
              <a:gd name="connsiteX542" fmla="*/ 6591670 w 7467600"/>
              <a:gd name="connsiteY542" fmla="*/ 1988277 h 6858000"/>
              <a:gd name="connsiteX543" fmla="*/ 5798671 w 7467600"/>
              <a:gd name="connsiteY543" fmla="*/ 1981601 h 6858000"/>
              <a:gd name="connsiteX544" fmla="*/ 5754709 w 7467600"/>
              <a:gd name="connsiteY544" fmla="*/ 2071454 h 6858000"/>
              <a:gd name="connsiteX545" fmla="*/ 5763044 w 7467600"/>
              <a:gd name="connsiteY545" fmla="*/ 2842206 h 6858000"/>
              <a:gd name="connsiteX546" fmla="*/ 5764974 w 7467600"/>
              <a:gd name="connsiteY546" fmla="*/ 2799609 h 6858000"/>
              <a:gd name="connsiteX547" fmla="*/ 5767665 w 7467600"/>
              <a:gd name="connsiteY547" fmla="*/ 2666409 h 6858000"/>
              <a:gd name="connsiteX548" fmla="*/ 5763055 w 7467600"/>
              <a:gd name="connsiteY548" fmla="*/ 2579705 h 6858000"/>
              <a:gd name="connsiteX549" fmla="*/ 5758079 w 7467600"/>
              <a:gd name="connsiteY549" fmla="*/ 2492508 h 6858000"/>
              <a:gd name="connsiteX550" fmla="*/ 5779325 w 7467600"/>
              <a:gd name="connsiteY550" fmla="*/ 2197069 h 6858000"/>
              <a:gd name="connsiteX551" fmla="*/ 5798671 w 7467600"/>
              <a:gd name="connsiteY551" fmla="*/ 1981601 h 6858000"/>
              <a:gd name="connsiteX552" fmla="*/ 5829202 w 7467600"/>
              <a:gd name="connsiteY552" fmla="*/ 1971679 h 6858000"/>
              <a:gd name="connsiteX553" fmla="*/ 5809558 w 7467600"/>
              <a:gd name="connsiteY553" fmla="*/ 2198043 h 6858000"/>
              <a:gd name="connsiteX554" fmla="*/ 5788653 w 7467600"/>
              <a:gd name="connsiteY554" fmla="*/ 2489430 h 6858000"/>
              <a:gd name="connsiteX555" fmla="*/ 5793439 w 7467600"/>
              <a:gd name="connsiteY555" fmla="*/ 2575235 h 6858000"/>
              <a:gd name="connsiteX556" fmla="*/ 5796837 w 7467600"/>
              <a:gd name="connsiteY556" fmla="*/ 2637633 h 6858000"/>
              <a:gd name="connsiteX557" fmla="*/ 5818614 w 7467600"/>
              <a:gd name="connsiteY557" fmla="*/ 2473055 h 6858000"/>
              <a:gd name="connsiteX558" fmla="*/ 5829202 w 7467600"/>
              <a:gd name="connsiteY558" fmla="*/ 1971679 h 6858000"/>
              <a:gd name="connsiteX559" fmla="*/ 5911389 w 7467600"/>
              <a:gd name="connsiteY559" fmla="*/ 1898371 h 6858000"/>
              <a:gd name="connsiteX560" fmla="*/ 6237627 w 7467600"/>
              <a:gd name="connsiteY560" fmla="*/ 2231921 h 6858000"/>
              <a:gd name="connsiteX561" fmla="*/ 5911389 w 7467600"/>
              <a:gd name="connsiteY561" fmla="*/ 1898371 h 6858000"/>
              <a:gd name="connsiteX562" fmla="*/ 6944437 w 7467600"/>
              <a:gd name="connsiteY562" fmla="*/ 1575402 h 6858000"/>
              <a:gd name="connsiteX563" fmla="*/ 6304730 w 7467600"/>
              <a:gd name="connsiteY563" fmla="*/ 1766654 h 6858000"/>
              <a:gd name="connsiteX564" fmla="*/ 6944437 w 7467600"/>
              <a:gd name="connsiteY564" fmla="*/ 1575402 h 6858000"/>
              <a:gd name="connsiteX565" fmla="*/ 7019523 w 7467600"/>
              <a:gd name="connsiteY565" fmla="*/ 1519450 h 6858000"/>
              <a:gd name="connsiteX566" fmla="*/ 6298091 w 7467600"/>
              <a:gd name="connsiteY566" fmla="*/ 1737122 h 6858000"/>
              <a:gd name="connsiteX567" fmla="*/ 7019523 w 7467600"/>
              <a:gd name="connsiteY567" fmla="*/ 1519450 h 6858000"/>
              <a:gd name="connsiteX568" fmla="*/ 2399523 w 7467600"/>
              <a:gd name="connsiteY568" fmla="*/ 1428234 h 6858000"/>
              <a:gd name="connsiteX569" fmla="*/ 2224982 w 7467600"/>
              <a:gd name="connsiteY569" fmla="*/ 1826201 h 6858000"/>
              <a:gd name="connsiteX570" fmla="*/ 2096099 w 7467600"/>
              <a:gd name="connsiteY570" fmla="*/ 2345900 h 6858000"/>
              <a:gd name="connsiteX571" fmla="*/ 2283317 w 7467600"/>
              <a:gd name="connsiteY571" fmla="*/ 1796925 h 6858000"/>
              <a:gd name="connsiteX572" fmla="*/ 2399523 w 7467600"/>
              <a:gd name="connsiteY572" fmla="*/ 1428234 h 6858000"/>
              <a:gd name="connsiteX573" fmla="*/ 2448558 w 7467600"/>
              <a:gd name="connsiteY573" fmla="*/ 1373435 h 6858000"/>
              <a:gd name="connsiteX574" fmla="*/ 2312521 w 7467600"/>
              <a:gd name="connsiteY574" fmla="*/ 1806140 h 6858000"/>
              <a:gd name="connsiteX575" fmla="*/ 2127533 w 7467600"/>
              <a:gd name="connsiteY575" fmla="*/ 2348380 h 6858000"/>
              <a:gd name="connsiteX576" fmla="*/ 2358080 w 7467600"/>
              <a:gd name="connsiteY576" fmla="*/ 1866134 h 6858000"/>
              <a:gd name="connsiteX577" fmla="*/ 2407436 w 7467600"/>
              <a:gd name="connsiteY577" fmla="*/ 1651070 h 6858000"/>
              <a:gd name="connsiteX578" fmla="*/ 2448558 w 7467600"/>
              <a:gd name="connsiteY578" fmla="*/ 1373435 h 6858000"/>
              <a:gd name="connsiteX579" fmla="*/ 278707 w 7467600"/>
              <a:gd name="connsiteY579" fmla="*/ 1352270 h 6858000"/>
              <a:gd name="connsiteX580" fmla="*/ 321570 w 7467600"/>
              <a:gd name="connsiteY580" fmla="*/ 1861610 h 6858000"/>
              <a:gd name="connsiteX581" fmla="*/ 294281 w 7467600"/>
              <a:gd name="connsiteY581" fmla="*/ 1440658 h 6858000"/>
              <a:gd name="connsiteX582" fmla="*/ 278707 w 7467600"/>
              <a:gd name="connsiteY582" fmla="*/ 1352270 h 6858000"/>
              <a:gd name="connsiteX583" fmla="*/ 1423821 w 7467600"/>
              <a:gd name="connsiteY583" fmla="*/ 1351958 h 6858000"/>
              <a:gd name="connsiteX584" fmla="*/ 1638521 w 7467600"/>
              <a:gd name="connsiteY584" fmla="*/ 1908470 h 6858000"/>
              <a:gd name="connsiteX585" fmla="*/ 1754199 w 7467600"/>
              <a:gd name="connsiteY585" fmla="*/ 2149284 h 6858000"/>
              <a:gd name="connsiteX586" fmla="*/ 1908359 w 7467600"/>
              <a:gd name="connsiteY586" fmla="*/ 2364988 h 6858000"/>
              <a:gd name="connsiteX587" fmla="*/ 1647661 w 7467600"/>
              <a:gd name="connsiteY587" fmla="*/ 1825945 h 6858000"/>
              <a:gd name="connsiteX588" fmla="*/ 1423821 w 7467600"/>
              <a:gd name="connsiteY588" fmla="*/ 1351958 h 6858000"/>
              <a:gd name="connsiteX589" fmla="*/ 1431890 w 7467600"/>
              <a:gd name="connsiteY589" fmla="*/ 1306475 h 6858000"/>
              <a:gd name="connsiteX590" fmla="*/ 1507597 w 7467600"/>
              <a:gd name="connsiteY590" fmla="*/ 1446132 h 6858000"/>
              <a:gd name="connsiteX591" fmla="*/ 1674586 w 7467600"/>
              <a:gd name="connsiteY591" fmla="*/ 1813832 h 6858000"/>
              <a:gd name="connsiteX592" fmla="*/ 1815950 w 7467600"/>
              <a:gd name="connsiteY592" fmla="*/ 2128564 h 6858000"/>
              <a:gd name="connsiteX593" fmla="*/ 1984242 w 7467600"/>
              <a:gd name="connsiteY593" fmla="*/ 2430829 h 6858000"/>
              <a:gd name="connsiteX594" fmla="*/ 2014023 w 7467600"/>
              <a:gd name="connsiteY594" fmla="*/ 2450995 h 6858000"/>
              <a:gd name="connsiteX595" fmla="*/ 1747337 w 7467600"/>
              <a:gd name="connsiteY595" fmla="*/ 1855264 h 6858000"/>
              <a:gd name="connsiteX596" fmla="*/ 1533749 w 7467600"/>
              <a:gd name="connsiteY596" fmla="*/ 1478656 h 6858000"/>
              <a:gd name="connsiteX597" fmla="*/ 1431890 w 7467600"/>
              <a:gd name="connsiteY597" fmla="*/ 1306475 h 6858000"/>
              <a:gd name="connsiteX598" fmla="*/ 5052692 w 7467600"/>
              <a:gd name="connsiteY598" fmla="*/ 1292994 h 6858000"/>
              <a:gd name="connsiteX599" fmla="*/ 5200661 w 7467600"/>
              <a:gd name="connsiteY599" fmla="*/ 1635186 h 6858000"/>
              <a:gd name="connsiteX600" fmla="*/ 5297138 w 7467600"/>
              <a:gd name="connsiteY600" fmla="*/ 1906351 h 6858000"/>
              <a:gd name="connsiteX601" fmla="*/ 5052692 w 7467600"/>
              <a:gd name="connsiteY601" fmla="*/ 1292994 h 6858000"/>
              <a:gd name="connsiteX602" fmla="*/ 5009948 w 7467600"/>
              <a:gd name="connsiteY602" fmla="*/ 1273619 h 6858000"/>
              <a:gd name="connsiteX603" fmla="*/ 5121777 w 7467600"/>
              <a:gd name="connsiteY603" fmla="*/ 1654213 h 6858000"/>
              <a:gd name="connsiteX604" fmla="*/ 5293545 w 7467600"/>
              <a:gd name="connsiteY604" fmla="*/ 2072247 h 6858000"/>
              <a:gd name="connsiteX605" fmla="*/ 5294042 w 7467600"/>
              <a:gd name="connsiteY605" fmla="*/ 2065019 h 6858000"/>
              <a:gd name="connsiteX606" fmla="*/ 5171936 w 7467600"/>
              <a:gd name="connsiteY606" fmla="*/ 1647613 h 6858000"/>
              <a:gd name="connsiteX607" fmla="*/ 5009948 w 7467600"/>
              <a:gd name="connsiteY607" fmla="*/ 1273619 h 6858000"/>
              <a:gd name="connsiteX608" fmla="*/ 655236 w 7467600"/>
              <a:gd name="connsiteY608" fmla="*/ 1268632 h 6858000"/>
              <a:gd name="connsiteX609" fmla="*/ 839521 w 7467600"/>
              <a:gd name="connsiteY609" fmla="*/ 1685315 h 6858000"/>
              <a:gd name="connsiteX610" fmla="*/ 1109416 w 7467600"/>
              <a:gd name="connsiteY610" fmla="*/ 2061663 h 6858000"/>
              <a:gd name="connsiteX611" fmla="*/ 1298300 w 7467600"/>
              <a:gd name="connsiteY611" fmla="*/ 2247742 h 6858000"/>
              <a:gd name="connsiteX612" fmla="*/ 1125871 w 7467600"/>
              <a:gd name="connsiteY612" fmla="*/ 1989513 h 6858000"/>
              <a:gd name="connsiteX613" fmla="*/ 981574 w 7467600"/>
              <a:gd name="connsiteY613" fmla="*/ 1783157 h 6858000"/>
              <a:gd name="connsiteX614" fmla="*/ 922198 w 7467600"/>
              <a:gd name="connsiteY614" fmla="*/ 1677437 h 6858000"/>
              <a:gd name="connsiteX615" fmla="*/ 869293 w 7467600"/>
              <a:gd name="connsiteY615" fmla="*/ 1583214 h 6858000"/>
              <a:gd name="connsiteX616" fmla="*/ 751431 w 7467600"/>
              <a:gd name="connsiteY616" fmla="*/ 1405731 h 6858000"/>
              <a:gd name="connsiteX617" fmla="*/ 655236 w 7467600"/>
              <a:gd name="connsiteY617" fmla="*/ 1268632 h 6858000"/>
              <a:gd name="connsiteX618" fmla="*/ 6516292 w 7467600"/>
              <a:gd name="connsiteY618" fmla="*/ 1263064 h 6858000"/>
              <a:gd name="connsiteX619" fmla="*/ 5736320 w 7467600"/>
              <a:gd name="connsiteY619" fmla="*/ 1501803 h 6858000"/>
              <a:gd name="connsiteX620" fmla="*/ 6516292 w 7467600"/>
              <a:gd name="connsiteY620" fmla="*/ 1263064 h 6858000"/>
              <a:gd name="connsiteX621" fmla="*/ 291466 w 7467600"/>
              <a:gd name="connsiteY621" fmla="*/ 1250369 h 6858000"/>
              <a:gd name="connsiteX622" fmla="*/ 323180 w 7467600"/>
              <a:gd name="connsiteY622" fmla="*/ 1435283 h 6858000"/>
              <a:gd name="connsiteX623" fmla="*/ 349381 w 7467600"/>
              <a:gd name="connsiteY623" fmla="*/ 1875041 h 6858000"/>
              <a:gd name="connsiteX624" fmla="*/ 374363 w 7467600"/>
              <a:gd name="connsiteY624" fmla="*/ 1506494 h 6858000"/>
              <a:gd name="connsiteX625" fmla="*/ 302168 w 7467600"/>
              <a:gd name="connsiteY625" fmla="*/ 1274495 h 6858000"/>
              <a:gd name="connsiteX626" fmla="*/ 291466 w 7467600"/>
              <a:gd name="connsiteY626" fmla="*/ 1250369 h 6858000"/>
              <a:gd name="connsiteX627" fmla="*/ 678222 w 7467600"/>
              <a:gd name="connsiteY627" fmla="*/ 1248670 h 6858000"/>
              <a:gd name="connsiteX628" fmla="*/ 775536 w 7467600"/>
              <a:gd name="connsiteY628" fmla="*/ 1388015 h 6858000"/>
              <a:gd name="connsiteX629" fmla="*/ 894529 w 7467600"/>
              <a:gd name="connsiteY629" fmla="*/ 1567739 h 6858000"/>
              <a:gd name="connsiteX630" fmla="*/ 948000 w 7467600"/>
              <a:gd name="connsiteY630" fmla="*/ 1663088 h 6858000"/>
              <a:gd name="connsiteX631" fmla="*/ 1006812 w 7467600"/>
              <a:gd name="connsiteY631" fmla="*/ 1767683 h 6858000"/>
              <a:gd name="connsiteX632" fmla="*/ 1149133 w 7467600"/>
              <a:gd name="connsiteY632" fmla="*/ 1971513 h 6858000"/>
              <a:gd name="connsiteX633" fmla="*/ 1333952 w 7467600"/>
              <a:gd name="connsiteY633" fmla="*/ 2251620 h 6858000"/>
              <a:gd name="connsiteX634" fmla="*/ 1337329 w 7467600"/>
              <a:gd name="connsiteY634" fmla="*/ 2258350 h 6858000"/>
              <a:gd name="connsiteX635" fmla="*/ 1014726 w 7467600"/>
              <a:gd name="connsiteY635" fmla="*/ 1615556 h 6858000"/>
              <a:gd name="connsiteX636" fmla="*/ 678222 w 7467600"/>
              <a:gd name="connsiteY636" fmla="*/ 1248670 h 6858000"/>
              <a:gd name="connsiteX637" fmla="*/ 6691602 w 7467600"/>
              <a:gd name="connsiteY637" fmla="*/ 1140573 h 6858000"/>
              <a:gd name="connsiteX638" fmla="*/ 6571100 w 7467600"/>
              <a:gd name="connsiteY638" fmla="*/ 1183662 h 6858000"/>
              <a:gd name="connsiteX639" fmla="*/ 6241687 w 7467600"/>
              <a:gd name="connsiteY639" fmla="*/ 1257600 h 6858000"/>
              <a:gd name="connsiteX640" fmla="*/ 5693009 w 7467600"/>
              <a:gd name="connsiteY640" fmla="*/ 1478256 h 6858000"/>
              <a:gd name="connsiteX641" fmla="*/ 6548420 w 7467600"/>
              <a:gd name="connsiteY641" fmla="*/ 1214599 h 6858000"/>
              <a:gd name="connsiteX642" fmla="*/ 6605473 w 7467600"/>
              <a:gd name="connsiteY642" fmla="*/ 1184686 h 6858000"/>
              <a:gd name="connsiteX643" fmla="*/ 6691602 w 7467600"/>
              <a:gd name="connsiteY643" fmla="*/ 1140573 h 6858000"/>
              <a:gd name="connsiteX644" fmla="*/ 4002475 w 7467600"/>
              <a:gd name="connsiteY644" fmla="*/ 1037802 h 6858000"/>
              <a:gd name="connsiteX645" fmla="*/ 4000324 w 7467600"/>
              <a:gd name="connsiteY645" fmla="*/ 1039362 h 6858000"/>
              <a:gd name="connsiteX646" fmla="*/ 4002862 w 7467600"/>
              <a:gd name="connsiteY646" fmla="*/ 1042866 h 6858000"/>
              <a:gd name="connsiteX647" fmla="*/ 4002475 w 7467600"/>
              <a:gd name="connsiteY647" fmla="*/ 1037802 h 6858000"/>
              <a:gd name="connsiteX648" fmla="*/ 506322 w 7467600"/>
              <a:gd name="connsiteY648" fmla="*/ 1020997 h 6858000"/>
              <a:gd name="connsiteX649" fmla="*/ 533068 w 7467600"/>
              <a:gd name="connsiteY649" fmla="*/ 1029409 h 6858000"/>
              <a:gd name="connsiteX650" fmla="*/ 1232525 w 7467600"/>
              <a:gd name="connsiteY650" fmla="*/ 1804675 h 6858000"/>
              <a:gd name="connsiteX651" fmla="*/ 1388858 w 7467600"/>
              <a:gd name="connsiteY651" fmla="*/ 2368011 h 6858000"/>
              <a:gd name="connsiteX652" fmla="*/ 1384098 w 7467600"/>
              <a:gd name="connsiteY652" fmla="*/ 2378125 h 6858000"/>
              <a:gd name="connsiteX653" fmla="*/ 1425393 w 7467600"/>
              <a:gd name="connsiteY653" fmla="*/ 2589124 h 6858000"/>
              <a:gd name="connsiteX654" fmla="*/ 1424001 w 7467600"/>
              <a:gd name="connsiteY654" fmla="*/ 2597541 h 6858000"/>
              <a:gd name="connsiteX655" fmla="*/ 2152729 w 7467600"/>
              <a:gd name="connsiteY655" fmla="*/ 2864487 h 6858000"/>
              <a:gd name="connsiteX656" fmla="*/ 2020609 w 7467600"/>
              <a:gd name="connsiteY656" fmla="*/ 2539671 h 6858000"/>
              <a:gd name="connsiteX657" fmla="*/ 2018920 w 7467600"/>
              <a:gd name="connsiteY657" fmla="*/ 2536309 h 6858000"/>
              <a:gd name="connsiteX658" fmla="*/ 1342441 w 7467600"/>
              <a:gd name="connsiteY658" fmla="*/ 1173017 h 6858000"/>
              <a:gd name="connsiteX659" fmla="*/ 1367925 w 7467600"/>
              <a:gd name="connsiteY659" fmla="*/ 1135648 h 6858000"/>
              <a:gd name="connsiteX660" fmla="*/ 1771401 w 7467600"/>
              <a:gd name="connsiteY660" fmla="*/ 1806673 h 6858000"/>
              <a:gd name="connsiteX661" fmla="*/ 1972385 w 7467600"/>
              <a:gd name="connsiteY661" fmla="*/ 2198735 h 6858000"/>
              <a:gd name="connsiteX662" fmla="*/ 2040892 w 7467600"/>
              <a:gd name="connsiteY662" fmla="*/ 2405205 h 6858000"/>
              <a:gd name="connsiteX663" fmla="*/ 2131689 w 7467600"/>
              <a:gd name="connsiteY663" fmla="*/ 1936926 h 6858000"/>
              <a:gd name="connsiteX664" fmla="*/ 2454820 w 7467600"/>
              <a:gd name="connsiteY664" fmla="*/ 1248808 h 6858000"/>
              <a:gd name="connsiteX665" fmla="*/ 2492512 w 7467600"/>
              <a:gd name="connsiteY665" fmla="*/ 1302920 h 6858000"/>
              <a:gd name="connsiteX666" fmla="*/ 2081216 w 7467600"/>
              <a:gd name="connsiteY666" fmla="*/ 2527513 h 6858000"/>
              <a:gd name="connsiteX667" fmla="*/ 2081211 w 7467600"/>
              <a:gd name="connsiteY667" fmla="*/ 2528916 h 6858000"/>
              <a:gd name="connsiteX668" fmla="*/ 2199067 w 7467600"/>
              <a:gd name="connsiteY668" fmla="*/ 2884061 h 6858000"/>
              <a:gd name="connsiteX669" fmla="*/ 3192586 w 7467600"/>
              <a:gd name="connsiteY669" fmla="*/ 3411496 h 6858000"/>
              <a:gd name="connsiteX670" fmla="*/ 3182620 w 7467600"/>
              <a:gd name="connsiteY670" fmla="*/ 3483279 h 6858000"/>
              <a:gd name="connsiteX671" fmla="*/ 2435119 w 7467600"/>
              <a:gd name="connsiteY671" fmla="*/ 3080173 h 6858000"/>
              <a:gd name="connsiteX672" fmla="*/ 2410152 w 7467600"/>
              <a:gd name="connsiteY672" fmla="*/ 3063751 h 6858000"/>
              <a:gd name="connsiteX673" fmla="*/ 2408099 w 7467600"/>
              <a:gd name="connsiteY673" fmla="*/ 3064403 h 6858000"/>
              <a:gd name="connsiteX674" fmla="*/ 2407218 w 7467600"/>
              <a:gd name="connsiteY674" fmla="*/ 3070324 h 6858000"/>
              <a:gd name="connsiteX675" fmla="*/ 2380138 w 7467600"/>
              <a:gd name="connsiteY675" fmla="*/ 3099341 h 6858000"/>
              <a:gd name="connsiteX676" fmla="*/ 1765923 w 7467600"/>
              <a:gd name="connsiteY676" fmla="*/ 3581043 h 6858000"/>
              <a:gd name="connsiteX677" fmla="*/ 1702258 w 7467600"/>
              <a:gd name="connsiteY677" fmla="*/ 3612286 h 6858000"/>
              <a:gd name="connsiteX678" fmla="*/ 1538370 w 7467600"/>
              <a:gd name="connsiteY678" fmla="*/ 3811804 h 6858000"/>
              <a:gd name="connsiteX679" fmla="*/ 542867 w 7467600"/>
              <a:gd name="connsiteY679" fmla="*/ 4944092 h 6858000"/>
              <a:gd name="connsiteX680" fmla="*/ 515800 w 7467600"/>
              <a:gd name="connsiteY680" fmla="*/ 4862180 h 6858000"/>
              <a:gd name="connsiteX681" fmla="*/ 909145 w 7467600"/>
              <a:gd name="connsiteY681" fmla="*/ 4199225 h 6858000"/>
              <a:gd name="connsiteX682" fmla="*/ 1214067 w 7467600"/>
              <a:gd name="connsiteY682" fmla="*/ 3908561 h 6858000"/>
              <a:gd name="connsiteX683" fmla="*/ 640967 w 7467600"/>
              <a:gd name="connsiteY683" fmla="*/ 4105601 h 6858000"/>
              <a:gd name="connsiteX684" fmla="*/ 112563 w 7467600"/>
              <a:gd name="connsiteY684" fmla="*/ 4396952 h 6858000"/>
              <a:gd name="connsiteX685" fmla="*/ 0 w 7467600"/>
              <a:gd name="connsiteY685" fmla="*/ 4466006 h 6858000"/>
              <a:gd name="connsiteX686" fmla="*/ 0 w 7467600"/>
              <a:gd name="connsiteY686" fmla="*/ 4233763 h 6858000"/>
              <a:gd name="connsiteX687" fmla="*/ 36881 w 7467600"/>
              <a:gd name="connsiteY687" fmla="*/ 4200118 h 6858000"/>
              <a:gd name="connsiteX688" fmla="*/ 910534 w 7467600"/>
              <a:gd name="connsiteY688" fmla="*/ 3629753 h 6858000"/>
              <a:gd name="connsiteX689" fmla="*/ 1578717 w 7467600"/>
              <a:gd name="connsiteY689" fmla="*/ 3575982 h 6858000"/>
              <a:gd name="connsiteX690" fmla="*/ 2338780 w 7467600"/>
              <a:gd name="connsiteY690" fmla="*/ 3033725 h 6858000"/>
              <a:gd name="connsiteX691" fmla="*/ 1807991 w 7467600"/>
              <a:gd name="connsiteY691" fmla="*/ 2807184 h 6858000"/>
              <a:gd name="connsiteX692" fmla="*/ 1416358 w 7467600"/>
              <a:gd name="connsiteY692" fmla="*/ 3112571 h 6858000"/>
              <a:gd name="connsiteX693" fmla="*/ 939066 w 7467600"/>
              <a:gd name="connsiteY693" fmla="*/ 3378798 h 6858000"/>
              <a:gd name="connsiteX694" fmla="*/ 115099 w 7467600"/>
              <a:gd name="connsiteY694" fmla="*/ 3607650 h 6858000"/>
              <a:gd name="connsiteX695" fmla="*/ 97284 w 7467600"/>
              <a:gd name="connsiteY695" fmla="*/ 3520393 h 6858000"/>
              <a:gd name="connsiteX696" fmla="*/ 922050 w 7467600"/>
              <a:gd name="connsiteY696" fmla="*/ 3074867 h 6858000"/>
              <a:gd name="connsiteX697" fmla="*/ 1405265 w 7467600"/>
              <a:gd name="connsiteY697" fmla="*/ 3016319 h 6858000"/>
              <a:gd name="connsiteX698" fmla="*/ 1407512 w 7467600"/>
              <a:gd name="connsiteY698" fmla="*/ 3018001 h 6858000"/>
              <a:gd name="connsiteX699" fmla="*/ 1726266 w 7467600"/>
              <a:gd name="connsiteY699" fmla="*/ 2777274 h 6858000"/>
              <a:gd name="connsiteX700" fmla="*/ 625390 w 7467600"/>
              <a:gd name="connsiteY700" fmla="*/ 2514541 h 6858000"/>
              <a:gd name="connsiteX701" fmla="*/ 619799 w 7467600"/>
              <a:gd name="connsiteY701" fmla="*/ 2527180 h 6858000"/>
              <a:gd name="connsiteX702" fmla="*/ 310030 w 7467600"/>
              <a:gd name="connsiteY702" fmla="*/ 2771818 h 6858000"/>
              <a:gd name="connsiteX703" fmla="*/ 173877 w 7467600"/>
              <a:gd name="connsiteY703" fmla="*/ 2937056 h 6858000"/>
              <a:gd name="connsiteX704" fmla="*/ 77889 w 7467600"/>
              <a:gd name="connsiteY704" fmla="*/ 3138440 h 6858000"/>
              <a:gd name="connsiteX705" fmla="*/ 0 w 7467600"/>
              <a:gd name="connsiteY705" fmla="*/ 3271395 h 6858000"/>
              <a:gd name="connsiteX706" fmla="*/ 0 w 7467600"/>
              <a:gd name="connsiteY706" fmla="*/ 3153002 h 6858000"/>
              <a:gd name="connsiteX707" fmla="*/ 2386 w 7467600"/>
              <a:gd name="connsiteY707" fmla="*/ 3149203 h 6858000"/>
              <a:gd name="connsiteX708" fmla="*/ 89753 w 7467600"/>
              <a:gd name="connsiteY708" fmla="*/ 2987702 h 6858000"/>
              <a:gd name="connsiteX709" fmla="*/ 76869 w 7467600"/>
              <a:gd name="connsiteY709" fmla="*/ 3005404 h 6858000"/>
              <a:gd name="connsiteX710" fmla="*/ 32049 w 7467600"/>
              <a:gd name="connsiteY710" fmla="*/ 3065814 h 6858000"/>
              <a:gd name="connsiteX711" fmla="*/ 0 w 7467600"/>
              <a:gd name="connsiteY711" fmla="*/ 3108744 h 6858000"/>
              <a:gd name="connsiteX712" fmla="*/ 0 w 7467600"/>
              <a:gd name="connsiteY712" fmla="*/ 3058059 h 6858000"/>
              <a:gd name="connsiteX713" fmla="*/ 7610 w 7467600"/>
              <a:gd name="connsiteY713" fmla="*/ 3047889 h 6858000"/>
              <a:gd name="connsiteX714" fmla="*/ 52419 w 7467600"/>
              <a:gd name="connsiteY714" fmla="*/ 2987479 h 6858000"/>
              <a:gd name="connsiteX715" fmla="*/ 59142 w 7467600"/>
              <a:gd name="connsiteY715" fmla="*/ 2978488 h 6858000"/>
              <a:gd name="connsiteX716" fmla="*/ 0 w 7467600"/>
              <a:gd name="connsiteY716" fmla="*/ 3015334 h 6858000"/>
              <a:gd name="connsiteX717" fmla="*/ 0 w 7467600"/>
              <a:gd name="connsiteY717" fmla="*/ 2914286 h 6858000"/>
              <a:gd name="connsiteX718" fmla="*/ 36383 w 7467600"/>
              <a:gd name="connsiteY718" fmla="*/ 2901128 h 6858000"/>
              <a:gd name="connsiteX719" fmla="*/ 156329 w 7467600"/>
              <a:gd name="connsiteY719" fmla="*/ 2840533 h 6858000"/>
              <a:gd name="connsiteX720" fmla="*/ 358355 w 7467600"/>
              <a:gd name="connsiteY720" fmla="*/ 2620471 h 6858000"/>
              <a:gd name="connsiteX721" fmla="*/ 510577 w 7467600"/>
              <a:gd name="connsiteY721" fmla="*/ 2501244 h 6858000"/>
              <a:gd name="connsiteX722" fmla="*/ 211967 w 7467600"/>
              <a:gd name="connsiteY722" fmla="*/ 2479171 h 6858000"/>
              <a:gd name="connsiteX723" fmla="*/ 0 w 7467600"/>
              <a:gd name="connsiteY723" fmla="*/ 2476398 h 6858000"/>
              <a:gd name="connsiteX724" fmla="*/ 0 w 7467600"/>
              <a:gd name="connsiteY724" fmla="*/ 2389189 h 6858000"/>
              <a:gd name="connsiteX725" fmla="*/ 103062 w 7467600"/>
              <a:gd name="connsiteY725" fmla="*/ 2389518 h 6858000"/>
              <a:gd name="connsiteX726" fmla="*/ 510734 w 7467600"/>
              <a:gd name="connsiteY726" fmla="*/ 2416201 h 6858000"/>
              <a:gd name="connsiteX727" fmla="*/ 279257 w 7467600"/>
              <a:gd name="connsiteY727" fmla="*/ 2092102 h 6858000"/>
              <a:gd name="connsiteX728" fmla="*/ 65265 w 7467600"/>
              <a:gd name="connsiteY728" fmla="*/ 2006049 h 6858000"/>
              <a:gd name="connsiteX729" fmla="*/ 0 w 7467600"/>
              <a:gd name="connsiteY729" fmla="*/ 1982532 h 6858000"/>
              <a:gd name="connsiteX730" fmla="*/ 0 w 7467600"/>
              <a:gd name="connsiteY730" fmla="*/ 1912789 h 6858000"/>
              <a:gd name="connsiteX731" fmla="*/ 97460 w 7467600"/>
              <a:gd name="connsiteY731" fmla="*/ 1953725 h 6858000"/>
              <a:gd name="connsiteX732" fmla="*/ 221272 w 7467600"/>
              <a:gd name="connsiteY732" fmla="*/ 1980766 h 6858000"/>
              <a:gd name="connsiteX733" fmla="*/ 116765 w 7467600"/>
              <a:gd name="connsiteY733" fmla="*/ 1911033 h 6858000"/>
              <a:gd name="connsiteX734" fmla="*/ 16405 w 7467600"/>
              <a:gd name="connsiteY734" fmla="*/ 1803412 h 6858000"/>
              <a:gd name="connsiteX735" fmla="*/ 0 w 7467600"/>
              <a:gd name="connsiteY735" fmla="*/ 1784777 h 6858000"/>
              <a:gd name="connsiteX736" fmla="*/ 0 w 7467600"/>
              <a:gd name="connsiteY736" fmla="*/ 1740082 h 6858000"/>
              <a:gd name="connsiteX737" fmla="*/ 39394 w 7467600"/>
              <a:gd name="connsiteY737" fmla="*/ 1784856 h 6858000"/>
              <a:gd name="connsiteX738" fmla="*/ 135813 w 7467600"/>
              <a:gd name="connsiteY738" fmla="*/ 1888838 h 6858000"/>
              <a:gd name="connsiteX739" fmla="*/ 242575 w 7467600"/>
              <a:gd name="connsiteY739" fmla="*/ 1958841 h 6858000"/>
              <a:gd name="connsiteX740" fmla="*/ 82197 w 7467600"/>
              <a:gd name="connsiteY740" fmla="*/ 1754826 h 6858000"/>
              <a:gd name="connsiteX741" fmla="*/ 0 w 7467600"/>
              <a:gd name="connsiteY741" fmla="*/ 1679650 h 6858000"/>
              <a:gd name="connsiteX742" fmla="*/ 0 w 7467600"/>
              <a:gd name="connsiteY742" fmla="*/ 1602463 h 6858000"/>
              <a:gd name="connsiteX743" fmla="*/ 84689 w 7467600"/>
              <a:gd name="connsiteY743" fmla="*/ 1677442 h 6858000"/>
              <a:gd name="connsiteX744" fmla="*/ 298437 w 7467600"/>
              <a:gd name="connsiteY744" fmla="*/ 1968019 h 6858000"/>
              <a:gd name="connsiteX745" fmla="*/ 227269 w 7467600"/>
              <a:gd name="connsiteY745" fmla="*/ 1114064 h 6858000"/>
              <a:gd name="connsiteX746" fmla="*/ 248003 w 7467600"/>
              <a:gd name="connsiteY746" fmla="*/ 1089613 h 6858000"/>
              <a:gd name="connsiteX747" fmla="*/ 427020 w 7467600"/>
              <a:gd name="connsiteY747" fmla="*/ 1619803 h 6858000"/>
              <a:gd name="connsiteX748" fmla="*/ 340345 w 7467600"/>
              <a:gd name="connsiteY748" fmla="*/ 2027739 h 6858000"/>
              <a:gd name="connsiteX749" fmla="*/ 360865 w 7467600"/>
              <a:gd name="connsiteY749" fmla="*/ 2044827 h 6858000"/>
              <a:gd name="connsiteX750" fmla="*/ 560414 w 7467600"/>
              <a:gd name="connsiteY750" fmla="*/ 2421457 h 6858000"/>
              <a:gd name="connsiteX751" fmla="*/ 1359703 w 7467600"/>
              <a:gd name="connsiteY751" fmla="*/ 2578554 h 6858000"/>
              <a:gd name="connsiteX752" fmla="*/ 1359422 w 7467600"/>
              <a:gd name="connsiteY752" fmla="*/ 2577994 h 6858000"/>
              <a:gd name="connsiteX753" fmla="*/ 828701 w 7467600"/>
              <a:gd name="connsiteY753" fmla="*/ 1839520 h 6858000"/>
              <a:gd name="connsiteX754" fmla="*/ 494427 w 7467600"/>
              <a:gd name="connsiteY754" fmla="*/ 1092333 h 6858000"/>
              <a:gd name="connsiteX755" fmla="*/ 506322 w 7467600"/>
              <a:gd name="connsiteY755" fmla="*/ 1020997 h 6858000"/>
              <a:gd name="connsiteX756" fmla="*/ 4570198 w 7467600"/>
              <a:gd name="connsiteY756" fmla="*/ 978081 h 6858000"/>
              <a:gd name="connsiteX757" fmla="*/ 4523691 w 7467600"/>
              <a:gd name="connsiteY757" fmla="*/ 1127776 h 6858000"/>
              <a:gd name="connsiteX758" fmla="*/ 4509875 w 7467600"/>
              <a:gd name="connsiteY758" fmla="*/ 1167552 h 6858000"/>
              <a:gd name="connsiteX759" fmla="*/ 4478168 w 7467600"/>
              <a:gd name="connsiteY759" fmla="*/ 1260735 h 6858000"/>
              <a:gd name="connsiteX760" fmla="*/ 4409309 w 7467600"/>
              <a:gd name="connsiteY760" fmla="*/ 1666996 h 6858000"/>
              <a:gd name="connsiteX761" fmla="*/ 4370031 w 7467600"/>
              <a:gd name="connsiteY761" fmla="*/ 1955666 h 6858000"/>
              <a:gd name="connsiteX762" fmla="*/ 4570198 w 7467600"/>
              <a:gd name="connsiteY762" fmla="*/ 978081 h 6858000"/>
              <a:gd name="connsiteX763" fmla="*/ 4557898 w 7467600"/>
              <a:gd name="connsiteY763" fmla="*/ 900011 h 6858000"/>
              <a:gd name="connsiteX764" fmla="*/ 4344840 w 7467600"/>
              <a:gd name="connsiteY764" fmla="*/ 1922038 h 6858000"/>
              <a:gd name="connsiteX765" fmla="*/ 4378710 w 7467600"/>
              <a:gd name="connsiteY765" fmla="*/ 1665516 h 6858000"/>
              <a:gd name="connsiteX766" fmla="*/ 4448798 w 7467600"/>
              <a:gd name="connsiteY766" fmla="*/ 1253024 h 6858000"/>
              <a:gd name="connsiteX767" fmla="*/ 4480315 w 7467600"/>
              <a:gd name="connsiteY767" fmla="*/ 1158454 h 6858000"/>
              <a:gd name="connsiteX768" fmla="*/ 4494133 w 7467600"/>
              <a:gd name="connsiteY768" fmla="*/ 1118676 h 6858000"/>
              <a:gd name="connsiteX769" fmla="*/ 4557898 w 7467600"/>
              <a:gd name="connsiteY769" fmla="*/ 900011 h 6858000"/>
              <a:gd name="connsiteX770" fmla="*/ 5870151 w 7467600"/>
              <a:gd name="connsiteY770" fmla="*/ 898890 h 6858000"/>
              <a:gd name="connsiteX771" fmla="*/ 5861335 w 7467600"/>
              <a:gd name="connsiteY771" fmla="*/ 899177 h 6858000"/>
              <a:gd name="connsiteX772" fmla="*/ 5843702 w 7467600"/>
              <a:gd name="connsiteY772" fmla="*/ 899748 h 6858000"/>
              <a:gd name="connsiteX773" fmla="*/ 5651107 w 7467600"/>
              <a:gd name="connsiteY773" fmla="*/ 920306 h 6858000"/>
              <a:gd name="connsiteX774" fmla="*/ 5459407 w 7467600"/>
              <a:gd name="connsiteY774" fmla="*/ 940975 h 6858000"/>
              <a:gd name="connsiteX775" fmla="*/ 5374846 w 7467600"/>
              <a:gd name="connsiteY775" fmla="*/ 941988 h 6858000"/>
              <a:gd name="connsiteX776" fmla="*/ 5256105 w 7467600"/>
              <a:gd name="connsiteY776" fmla="*/ 945632 h 6858000"/>
              <a:gd name="connsiteX777" fmla="*/ 5107071 w 7467600"/>
              <a:gd name="connsiteY777" fmla="*/ 969720 h 6858000"/>
              <a:gd name="connsiteX778" fmla="*/ 4998681 w 7467600"/>
              <a:gd name="connsiteY778" fmla="*/ 988771 h 6858000"/>
              <a:gd name="connsiteX779" fmla="*/ 5870151 w 7467600"/>
              <a:gd name="connsiteY779" fmla="*/ 898890 h 6858000"/>
              <a:gd name="connsiteX780" fmla="*/ 5504425 w 7467600"/>
              <a:gd name="connsiteY780" fmla="*/ 848067 h 6858000"/>
              <a:gd name="connsiteX781" fmla="*/ 4968849 w 7467600"/>
              <a:gd name="connsiteY781" fmla="*/ 962318 h 6858000"/>
              <a:gd name="connsiteX782" fmla="*/ 5104039 w 7467600"/>
              <a:gd name="connsiteY782" fmla="*/ 940634 h 6858000"/>
              <a:gd name="connsiteX783" fmla="*/ 5256311 w 7467600"/>
              <a:gd name="connsiteY783" fmla="*/ 916490 h 6858000"/>
              <a:gd name="connsiteX784" fmla="*/ 5377381 w 7467600"/>
              <a:gd name="connsiteY784" fmla="*/ 912671 h 6858000"/>
              <a:gd name="connsiteX785" fmla="*/ 5460148 w 7467600"/>
              <a:gd name="connsiteY785" fmla="*/ 911442 h 6858000"/>
              <a:gd name="connsiteX786" fmla="*/ 5648971 w 7467600"/>
              <a:gd name="connsiteY786" fmla="*/ 891331 h 6858000"/>
              <a:gd name="connsiteX787" fmla="*/ 5844807 w 7467600"/>
              <a:gd name="connsiteY787" fmla="*/ 870718 h 6858000"/>
              <a:gd name="connsiteX788" fmla="*/ 5862975 w 7467600"/>
              <a:gd name="connsiteY788" fmla="*/ 869756 h 6858000"/>
              <a:gd name="connsiteX789" fmla="*/ 5920887 w 7467600"/>
              <a:gd name="connsiteY789" fmla="*/ 865929 h 6858000"/>
              <a:gd name="connsiteX790" fmla="*/ 5504425 w 7467600"/>
              <a:gd name="connsiteY790" fmla="*/ 848067 h 6858000"/>
              <a:gd name="connsiteX791" fmla="*/ 3607114 w 7467600"/>
              <a:gd name="connsiteY791" fmla="*/ 467441 h 6858000"/>
              <a:gd name="connsiteX792" fmla="*/ 3296242 w 7467600"/>
              <a:gd name="connsiteY792" fmla="*/ 807991 h 6858000"/>
              <a:gd name="connsiteX793" fmla="*/ 3174674 w 7467600"/>
              <a:gd name="connsiteY793" fmla="*/ 919759 h 6858000"/>
              <a:gd name="connsiteX794" fmla="*/ 3042978 w 7467600"/>
              <a:gd name="connsiteY794" fmla="*/ 1054894 h 6858000"/>
              <a:gd name="connsiteX795" fmla="*/ 2968914 w 7467600"/>
              <a:gd name="connsiteY795" fmla="*/ 1133756 h 6858000"/>
              <a:gd name="connsiteX796" fmla="*/ 3103823 w 7467600"/>
              <a:gd name="connsiteY796" fmla="*/ 1026814 h 6858000"/>
              <a:gd name="connsiteX797" fmla="*/ 3607114 w 7467600"/>
              <a:gd name="connsiteY797" fmla="*/ 467441 h 6858000"/>
              <a:gd name="connsiteX798" fmla="*/ 3744487 w 7467600"/>
              <a:gd name="connsiteY798" fmla="*/ 383136 h 6858000"/>
              <a:gd name="connsiteX799" fmla="*/ 3970213 w 7467600"/>
              <a:gd name="connsiteY799" fmla="*/ 995559 h 6858000"/>
              <a:gd name="connsiteX800" fmla="*/ 3744487 w 7467600"/>
              <a:gd name="connsiteY800" fmla="*/ 383136 h 6858000"/>
              <a:gd name="connsiteX801" fmla="*/ 3624562 w 7467600"/>
              <a:gd name="connsiteY801" fmla="*/ 367041 h 6858000"/>
              <a:gd name="connsiteX802" fmla="*/ 3489712 w 7467600"/>
              <a:gd name="connsiteY802" fmla="*/ 485386 h 6858000"/>
              <a:gd name="connsiteX803" fmla="*/ 3182994 w 7467600"/>
              <a:gd name="connsiteY803" fmla="*/ 828265 h 6858000"/>
              <a:gd name="connsiteX804" fmla="*/ 2892114 w 7467600"/>
              <a:gd name="connsiteY804" fmla="*/ 1172635 h 6858000"/>
              <a:gd name="connsiteX805" fmla="*/ 3021459 w 7467600"/>
              <a:gd name="connsiteY805" fmla="*/ 1035385 h 6858000"/>
              <a:gd name="connsiteX806" fmla="*/ 3153873 w 7467600"/>
              <a:gd name="connsiteY806" fmla="*/ 898971 h 6858000"/>
              <a:gd name="connsiteX807" fmla="*/ 3276511 w 7467600"/>
              <a:gd name="connsiteY807" fmla="*/ 786423 h 6858000"/>
              <a:gd name="connsiteX808" fmla="*/ 3584154 w 7467600"/>
              <a:gd name="connsiteY808" fmla="*/ 448218 h 6858000"/>
              <a:gd name="connsiteX809" fmla="*/ 3624562 w 7467600"/>
              <a:gd name="connsiteY809" fmla="*/ 367041 h 6858000"/>
              <a:gd name="connsiteX810" fmla="*/ 3766672 w 7467600"/>
              <a:gd name="connsiteY810" fmla="*/ 359429 h 6858000"/>
              <a:gd name="connsiteX811" fmla="*/ 3996338 w 7467600"/>
              <a:gd name="connsiteY811" fmla="*/ 968237 h 6858000"/>
              <a:gd name="connsiteX812" fmla="*/ 3766672 w 7467600"/>
              <a:gd name="connsiteY812" fmla="*/ 359429 h 6858000"/>
              <a:gd name="connsiteX813" fmla="*/ 5805386 w 7467600"/>
              <a:gd name="connsiteY813" fmla="*/ 239240 h 6858000"/>
              <a:gd name="connsiteX814" fmla="*/ 5736947 w 7467600"/>
              <a:gd name="connsiteY814" fmla="*/ 261367 h 6858000"/>
              <a:gd name="connsiteX815" fmla="*/ 5427012 w 7467600"/>
              <a:gd name="connsiteY815" fmla="*/ 311272 h 6858000"/>
              <a:gd name="connsiteX816" fmla="*/ 5147818 w 7467600"/>
              <a:gd name="connsiteY816" fmla="*/ 322112 h 6858000"/>
              <a:gd name="connsiteX817" fmla="*/ 5060854 w 7467600"/>
              <a:gd name="connsiteY817" fmla="*/ 311882 h 6858000"/>
              <a:gd name="connsiteX818" fmla="*/ 4945989 w 7467600"/>
              <a:gd name="connsiteY818" fmla="*/ 300516 h 6858000"/>
              <a:gd name="connsiteX819" fmla="*/ 5410479 w 7467600"/>
              <a:gd name="connsiteY819" fmla="*/ 348434 h 6858000"/>
              <a:gd name="connsiteX820" fmla="*/ 5805386 w 7467600"/>
              <a:gd name="connsiteY820" fmla="*/ 239240 h 6858000"/>
              <a:gd name="connsiteX821" fmla="*/ 5905192 w 7467600"/>
              <a:gd name="connsiteY821" fmla="*/ 163079 h 6858000"/>
              <a:gd name="connsiteX822" fmla="*/ 5865655 w 7467600"/>
              <a:gd name="connsiteY822" fmla="*/ 171901 h 6858000"/>
              <a:gd name="connsiteX823" fmla="*/ 5259740 w 7467600"/>
              <a:gd name="connsiteY823" fmla="*/ 257013 h 6858000"/>
              <a:gd name="connsiteX824" fmla="*/ 5208466 w 7467600"/>
              <a:gd name="connsiteY824" fmla="*/ 257550 h 6858000"/>
              <a:gd name="connsiteX825" fmla="*/ 4980204 w 7467600"/>
              <a:gd name="connsiteY825" fmla="*/ 271903 h 6858000"/>
              <a:gd name="connsiteX826" fmla="*/ 5068068 w 7467600"/>
              <a:gd name="connsiteY826" fmla="*/ 282244 h 6858000"/>
              <a:gd name="connsiteX827" fmla="*/ 5153231 w 7467600"/>
              <a:gd name="connsiteY827" fmla="*/ 292240 h 6858000"/>
              <a:gd name="connsiteX828" fmla="*/ 5426491 w 7467600"/>
              <a:gd name="connsiteY828" fmla="*/ 281128 h 6858000"/>
              <a:gd name="connsiteX829" fmla="*/ 5731212 w 7467600"/>
              <a:gd name="connsiteY829" fmla="*/ 231951 h 6858000"/>
              <a:gd name="connsiteX830" fmla="*/ 5905192 w 7467600"/>
              <a:gd name="connsiteY830" fmla="*/ 163079 h 6858000"/>
              <a:gd name="connsiteX831" fmla="*/ 5944437 w 7467600"/>
              <a:gd name="connsiteY831" fmla="*/ 113829 h 6858000"/>
              <a:gd name="connsiteX832" fmla="*/ 5825032 w 7467600"/>
              <a:gd name="connsiteY832" fmla="*/ 146405 h 6858000"/>
              <a:gd name="connsiteX833" fmla="*/ 4955599 w 7467600"/>
              <a:gd name="connsiteY833" fmla="*/ 247008 h 6858000"/>
              <a:gd name="connsiteX834" fmla="*/ 5210104 w 7467600"/>
              <a:gd name="connsiteY834" fmla="*/ 228123 h 6858000"/>
              <a:gd name="connsiteX835" fmla="*/ 5261015 w 7467600"/>
              <a:gd name="connsiteY835" fmla="*/ 227087 h 6858000"/>
              <a:gd name="connsiteX836" fmla="*/ 5861181 w 7467600"/>
              <a:gd name="connsiteY836" fmla="*/ 143093 h 6858000"/>
              <a:gd name="connsiteX837" fmla="*/ 5961252 w 7467600"/>
              <a:gd name="connsiteY837" fmla="*/ 114820 h 6858000"/>
              <a:gd name="connsiteX838" fmla="*/ 5944437 w 7467600"/>
              <a:gd name="connsiteY838" fmla="*/ 113829 h 6858000"/>
              <a:gd name="connsiteX839" fmla="*/ 3882765 w 7467600"/>
              <a:gd name="connsiteY839" fmla="*/ 0 h 6858000"/>
              <a:gd name="connsiteX840" fmla="*/ 3995099 w 7467600"/>
              <a:gd name="connsiteY840" fmla="*/ 0 h 6858000"/>
              <a:gd name="connsiteX841" fmla="*/ 4163818 w 7467600"/>
              <a:gd name="connsiteY841" fmla="*/ 234104 h 6858000"/>
              <a:gd name="connsiteX842" fmla="*/ 4172099 w 7467600"/>
              <a:gd name="connsiteY842" fmla="*/ 234207 h 6858000"/>
              <a:gd name="connsiteX843" fmla="*/ 4784282 w 7467600"/>
              <a:gd name="connsiteY843" fmla="*/ 276561 h 6858000"/>
              <a:gd name="connsiteX844" fmla="*/ 4801687 w 7467600"/>
              <a:gd name="connsiteY844" fmla="*/ 267764 h 6858000"/>
              <a:gd name="connsiteX845" fmla="*/ 6082788 w 7467600"/>
              <a:gd name="connsiteY845" fmla="*/ 64119 h 6858000"/>
              <a:gd name="connsiteX846" fmla="*/ 6099442 w 7467600"/>
              <a:gd name="connsiteY846" fmla="*/ 82568 h 6858000"/>
              <a:gd name="connsiteX847" fmla="*/ 4804137 w 7467600"/>
              <a:gd name="connsiteY847" fmla="*/ 320931 h 6858000"/>
              <a:gd name="connsiteX848" fmla="*/ 4227047 w 7467600"/>
              <a:gd name="connsiteY848" fmla="*/ 313415 h 6858000"/>
              <a:gd name="connsiteX849" fmla="*/ 4346041 w 7467600"/>
              <a:gd name="connsiteY849" fmla="*/ 456086 h 6858000"/>
              <a:gd name="connsiteX850" fmla="*/ 4870967 w 7467600"/>
              <a:gd name="connsiteY850" fmla="*/ 963061 h 6858000"/>
              <a:gd name="connsiteX851" fmla="*/ 4889647 w 7467600"/>
              <a:gd name="connsiteY851" fmla="*/ 957147 h 6858000"/>
              <a:gd name="connsiteX852" fmla="*/ 5422504 w 7467600"/>
              <a:gd name="connsiteY852" fmla="*/ 805191 h 6858000"/>
              <a:gd name="connsiteX853" fmla="*/ 6087656 w 7467600"/>
              <a:gd name="connsiteY853" fmla="*/ 826703 h 6858000"/>
              <a:gd name="connsiteX854" fmla="*/ 6058717 w 7467600"/>
              <a:gd name="connsiteY854" fmla="*/ 865992 h 6858000"/>
              <a:gd name="connsiteX855" fmla="*/ 4974153 w 7467600"/>
              <a:gd name="connsiteY855" fmla="*/ 1045456 h 6858000"/>
              <a:gd name="connsiteX856" fmla="*/ 5627835 w 7467600"/>
              <a:gd name="connsiteY856" fmla="*/ 1472077 h 6858000"/>
              <a:gd name="connsiteX857" fmla="*/ 5629817 w 7467600"/>
              <a:gd name="connsiteY857" fmla="*/ 1471412 h 6858000"/>
              <a:gd name="connsiteX858" fmla="*/ 5634124 w 7467600"/>
              <a:gd name="connsiteY858" fmla="*/ 1470572 h 6858000"/>
              <a:gd name="connsiteX859" fmla="*/ 5755832 w 7467600"/>
              <a:gd name="connsiteY859" fmla="*/ 1383886 h 6858000"/>
              <a:gd name="connsiteX860" fmla="*/ 6014186 w 7467600"/>
              <a:gd name="connsiteY860" fmla="*/ 1279799 h 6858000"/>
              <a:gd name="connsiteX861" fmla="*/ 6901619 w 7467600"/>
              <a:gd name="connsiteY861" fmla="*/ 1047874 h 6858000"/>
              <a:gd name="connsiteX862" fmla="*/ 6931566 w 7467600"/>
              <a:gd name="connsiteY862" fmla="*/ 1062034 h 6858000"/>
              <a:gd name="connsiteX863" fmla="*/ 5790982 w 7467600"/>
              <a:gd name="connsiteY863" fmla="*/ 1561380 h 6858000"/>
              <a:gd name="connsiteX864" fmla="*/ 6188971 w 7467600"/>
              <a:gd name="connsiteY864" fmla="*/ 1755168 h 6858000"/>
              <a:gd name="connsiteX865" fmla="*/ 6202446 w 7467600"/>
              <a:gd name="connsiteY865" fmla="*/ 1752268 h 6858000"/>
              <a:gd name="connsiteX866" fmla="*/ 7179560 w 7467600"/>
              <a:gd name="connsiteY866" fmla="*/ 1467551 h 6858000"/>
              <a:gd name="connsiteX867" fmla="*/ 7158730 w 7467600"/>
              <a:gd name="connsiteY867" fmla="*/ 1507835 h 6858000"/>
              <a:gd name="connsiteX868" fmla="*/ 6326959 w 7467600"/>
              <a:gd name="connsiteY868" fmla="*/ 1817686 h 6858000"/>
              <a:gd name="connsiteX869" fmla="*/ 6537433 w 7467600"/>
              <a:gd name="connsiteY869" fmla="*/ 1907790 h 6858000"/>
              <a:gd name="connsiteX870" fmla="*/ 6550221 w 7467600"/>
              <a:gd name="connsiteY870" fmla="*/ 1910729 h 6858000"/>
              <a:gd name="connsiteX871" fmla="*/ 6964438 w 7467600"/>
              <a:gd name="connsiteY871" fmla="*/ 2209505 h 6858000"/>
              <a:gd name="connsiteX872" fmla="*/ 7367862 w 7467600"/>
              <a:gd name="connsiteY872" fmla="*/ 2806833 h 6858000"/>
              <a:gd name="connsiteX873" fmla="*/ 7364329 w 7467600"/>
              <a:gd name="connsiteY873" fmla="*/ 2826907 h 6858000"/>
              <a:gd name="connsiteX874" fmla="*/ 7290545 w 7467600"/>
              <a:gd name="connsiteY874" fmla="*/ 2850663 h 6858000"/>
              <a:gd name="connsiteX875" fmla="*/ 6472036 w 7467600"/>
              <a:gd name="connsiteY875" fmla="*/ 1959003 h 6858000"/>
              <a:gd name="connsiteX876" fmla="*/ 5792897 w 7467600"/>
              <a:gd name="connsiteY876" fmla="*/ 1647747 h 6858000"/>
              <a:gd name="connsiteX877" fmla="*/ 5842751 w 7467600"/>
              <a:gd name="connsiteY877" fmla="*/ 1816112 h 6858000"/>
              <a:gd name="connsiteX878" fmla="*/ 5847424 w 7467600"/>
              <a:gd name="connsiteY878" fmla="*/ 1815776 h 6858000"/>
              <a:gd name="connsiteX879" fmla="*/ 6399821 w 7467600"/>
              <a:gd name="connsiteY879" fmla="*/ 2344799 h 6858000"/>
              <a:gd name="connsiteX880" fmla="*/ 6323232 w 7467600"/>
              <a:gd name="connsiteY880" fmla="*/ 2389634 h 6858000"/>
              <a:gd name="connsiteX881" fmla="*/ 5942958 w 7467600"/>
              <a:gd name="connsiteY881" fmla="*/ 2077708 h 6858000"/>
              <a:gd name="connsiteX882" fmla="*/ 5921559 w 7467600"/>
              <a:gd name="connsiteY882" fmla="*/ 2378596 h 6858000"/>
              <a:gd name="connsiteX883" fmla="*/ 5817651 w 7467600"/>
              <a:gd name="connsiteY883" fmla="*/ 3023919 h 6858000"/>
              <a:gd name="connsiteX884" fmla="*/ 5729634 w 7467600"/>
              <a:gd name="connsiteY884" fmla="*/ 3051849 h 6858000"/>
              <a:gd name="connsiteX885" fmla="*/ 5611018 w 7467600"/>
              <a:gd name="connsiteY885" fmla="*/ 2316769 h 6858000"/>
              <a:gd name="connsiteX886" fmla="*/ 5687608 w 7467600"/>
              <a:gd name="connsiteY886" fmla="*/ 2039972 h 6858000"/>
              <a:gd name="connsiteX887" fmla="*/ 5657554 w 7467600"/>
              <a:gd name="connsiteY887" fmla="*/ 1576445 h 6858000"/>
              <a:gd name="connsiteX888" fmla="*/ 5150475 w 7467600"/>
              <a:gd name="connsiteY888" fmla="*/ 1274012 h 6858000"/>
              <a:gd name="connsiteX889" fmla="*/ 5349142 w 7467600"/>
              <a:gd name="connsiteY889" fmla="*/ 2204405 h 6858000"/>
              <a:gd name="connsiteX890" fmla="*/ 5262214 w 7467600"/>
              <a:gd name="connsiteY890" fmla="*/ 2233836 h 6858000"/>
              <a:gd name="connsiteX891" fmla="*/ 4981539 w 7467600"/>
              <a:gd name="connsiteY891" fmla="*/ 1542201 h 6858000"/>
              <a:gd name="connsiteX892" fmla="*/ 4958461 w 7467600"/>
              <a:gd name="connsiteY892" fmla="*/ 1136957 h 6858000"/>
              <a:gd name="connsiteX893" fmla="*/ 4655015 w 7467600"/>
              <a:gd name="connsiteY893" fmla="*/ 891426 h 6858000"/>
              <a:gd name="connsiteX894" fmla="*/ 4348002 w 7467600"/>
              <a:gd name="connsiteY894" fmla="*/ 2205895 h 6858000"/>
              <a:gd name="connsiteX895" fmla="*/ 4262250 w 7467600"/>
              <a:gd name="connsiteY895" fmla="*/ 2219972 h 6858000"/>
              <a:gd name="connsiteX896" fmla="*/ 4550611 w 7467600"/>
              <a:gd name="connsiteY896" fmla="*/ 817540 h 6858000"/>
              <a:gd name="connsiteX897" fmla="*/ 4564418 w 7467600"/>
              <a:gd name="connsiteY897" fmla="*/ 808293 h 6858000"/>
              <a:gd name="connsiteX898" fmla="*/ 4266388 w 7467600"/>
              <a:gd name="connsiteY898" fmla="*/ 500083 h 6858000"/>
              <a:gd name="connsiteX899" fmla="*/ 4032842 w 7467600"/>
              <a:gd name="connsiteY899" fmla="*/ 211809 h 6858000"/>
              <a:gd name="connsiteX900" fmla="*/ 3882765 w 7467600"/>
              <a:gd name="connsiteY900" fmla="*/ 0 h 6858000"/>
              <a:gd name="connsiteX901" fmla="*/ 3721337 w 7467600"/>
              <a:gd name="connsiteY901" fmla="*/ 0 h 6858000"/>
              <a:gd name="connsiteX902" fmla="*/ 3797544 w 7467600"/>
              <a:gd name="connsiteY902" fmla="*/ 0 h 6858000"/>
              <a:gd name="connsiteX903" fmla="*/ 3775734 w 7467600"/>
              <a:gd name="connsiteY903" fmla="*/ 95131 h 6858000"/>
              <a:gd name="connsiteX904" fmla="*/ 3724807 w 7467600"/>
              <a:gd name="connsiteY904" fmla="*/ 272257 h 6858000"/>
              <a:gd name="connsiteX905" fmla="*/ 3726844 w 7467600"/>
              <a:gd name="connsiteY905" fmla="*/ 282988 h 6858000"/>
              <a:gd name="connsiteX906" fmla="*/ 3742664 w 7467600"/>
              <a:gd name="connsiteY906" fmla="*/ 279918 h 6858000"/>
              <a:gd name="connsiteX907" fmla="*/ 4103910 w 7467600"/>
              <a:gd name="connsiteY907" fmla="*/ 1161917 h 6858000"/>
              <a:gd name="connsiteX908" fmla="*/ 4020269 w 7467600"/>
              <a:gd name="connsiteY908" fmla="*/ 1200406 h 6858000"/>
              <a:gd name="connsiteX909" fmla="*/ 3674882 w 7467600"/>
              <a:gd name="connsiteY909" fmla="*/ 488524 h 6858000"/>
              <a:gd name="connsiteX910" fmla="*/ 3132682 w 7467600"/>
              <a:gd name="connsiteY910" fmla="*/ 1072284 h 6858000"/>
              <a:gd name="connsiteX911" fmla="*/ 2716346 w 7467600"/>
              <a:gd name="connsiteY911" fmla="*/ 1276376 h 6858000"/>
              <a:gd name="connsiteX912" fmla="*/ 2716772 w 7467600"/>
              <a:gd name="connsiteY912" fmla="*/ 1255462 h 6858000"/>
              <a:gd name="connsiteX913" fmla="*/ 3471096 w 7467600"/>
              <a:gd name="connsiteY913" fmla="*/ 437072 h 6858000"/>
              <a:gd name="connsiteX914" fmla="*/ 3639057 w 7467600"/>
              <a:gd name="connsiteY914" fmla="*/ 286334 h 6858000"/>
              <a:gd name="connsiteX915" fmla="*/ 3640309 w 7467600"/>
              <a:gd name="connsiteY915" fmla="*/ 284664 h 6858000"/>
              <a:gd name="connsiteX916" fmla="*/ 3646022 w 7467600"/>
              <a:gd name="connsiteY916" fmla="*/ 276711 h 6858000"/>
              <a:gd name="connsiteX917" fmla="*/ 3707943 w 7467600"/>
              <a:gd name="connsiteY917" fmla="*/ 65958 h 6858000"/>
              <a:gd name="connsiteX918" fmla="*/ 3721337 w 7467600"/>
              <a:gd name="connsiteY918" fmla="*/ 0 h 6858000"/>
              <a:gd name="connsiteX919" fmla="*/ 2867960 w 7467600"/>
              <a:gd name="connsiteY919" fmla="*/ 0 h 6858000"/>
              <a:gd name="connsiteX920" fmla="*/ 2926351 w 7467600"/>
              <a:gd name="connsiteY920" fmla="*/ 0 h 6858000"/>
              <a:gd name="connsiteX921" fmla="*/ 2902823 w 7467600"/>
              <a:gd name="connsiteY921" fmla="*/ 262929 h 6858000"/>
              <a:gd name="connsiteX922" fmla="*/ 2940663 w 7467600"/>
              <a:gd name="connsiteY922" fmla="*/ 140884 h 6858000"/>
              <a:gd name="connsiteX923" fmla="*/ 2947039 w 7467600"/>
              <a:gd name="connsiteY923" fmla="*/ 122524 h 6858000"/>
              <a:gd name="connsiteX924" fmla="*/ 2984316 w 7467600"/>
              <a:gd name="connsiteY924" fmla="*/ 0 h 6858000"/>
              <a:gd name="connsiteX925" fmla="*/ 3016114 w 7467600"/>
              <a:gd name="connsiteY925" fmla="*/ 0 h 6858000"/>
              <a:gd name="connsiteX926" fmla="*/ 2979949 w 7467600"/>
              <a:gd name="connsiteY926" fmla="*/ 119274 h 6858000"/>
              <a:gd name="connsiteX927" fmla="*/ 3023879 w 7467600"/>
              <a:gd name="connsiteY927" fmla="*/ 0 h 6858000"/>
              <a:gd name="connsiteX928" fmla="*/ 3105400 w 7467600"/>
              <a:gd name="connsiteY928" fmla="*/ 0 h 6858000"/>
              <a:gd name="connsiteX929" fmla="*/ 3094669 w 7467600"/>
              <a:gd name="connsiteY929" fmla="*/ 30308 h 6858000"/>
              <a:gd name="connsiteX930" fmla="*/ 2901945 w 7467600"/>
              <a:gd name="connsiteY930" fmla="*/ 466538 h 6858000"/>
              <a:gd name="connsiteX931" fmla="*/ 2815209 w 7467600"/>
              <a:gd name="connsiteY931" fmla="*/ 497361 h 6858000"/>
              <a:gd name="connsiteX932" fmla="*/ 2844845 w 7467600"/>
              <a:gd name="connsiteY932" fmla="*/ 127638 h 6858000"/>
              <a:gd name="connsiteX933" fmla="*/ 2867960 w 7467600"/>
              <a:gd name="connsiteY933" fmla="*/ 0 h 6858000"/>
              <a:gd name="connsiteX934" fmla="*/ 1057230 w 7467600"/>
              <a:gd name="connsiteY934" fmla="*/ 0 h 6858000"/>
              <a:gd name="connsiteX935" fmla="*/ 1111003 w 7467600"/>
              <a:gd name="connsiteY935" fmla="*/ 0 h 6858000"/>
              <a:gd name="connsiteX936" fmla="*/ 1125553 w 7467600"/>
              <a:gd name="connsiteY936" fmla="*/ 52588 h 6858000"/>
              <a:gd name="connsiteX937" fmla="*/ 1304276 w 7467600"/>
              <a:gd name="connsiteY937" fmla="*/ 476275 h 6858000"/>
              <a:gd name="connsiteX938" fmla="*/ 1492066 w 7467600"/>
              <a:gd name="connsiteY938" fmla="*/ 886333 h 6858000"/>
              <a:gd name="connsiteX939" fmla="*/ 1423698 w 7467600"/>
              <a:gd name="connsiteY939" fmla="*/ 710817 h 6858000"/>
              <a:gd name="connsiteX940" fmla="*/ 1357609 w 7467600"/>
              <a:gd name="connsiteY940" fmla="*/ 532892 h 6858000"/>
              <a:gd name="connsiteX941" fmla="*/ 1309550 w 7467600"/>
              <a:gd name="connsiteY941" fmla="*/ 374031 h 6858000"/>
              <a:gd name="connsiteX942" fmla="*/ 1193673 w 7467600"/>
              <a:gd name="connsiteY942" fmla="*/ 49533 h 6858000"/>
              <a:gd name="connsiteX943" fmla="*/ 1164391 w 7467600"/>
              <a:gd name="connsiteY943" fmla="*/ 0 h 6858000"/>
              <a:gd name="connsiteX944" fmla="*/ 1200666 w 7467600"/>
              <a:gd name="connsiteY944" fmla="*/ 0 h 6858000"/>
              <a:gd name="connsiteX945" fmla="*/ 1223408 w 7467600"/>
              <a:gd name="connsiteY945" fmla="*/ 38996 h 6858000"/>
              <a:gd name="connsiteX946" fmla="*/ 1339635 w 7467600"/>
              <a:gd name="connsiteY946" fmla="*/ 365517 h 6858000"/>
              <a:gd name="connsiteX947" fmla="*/ 1387469 w 7467600"/>
              <a:gd name="connsiteY947" fmla="*/ 523079 h 6858000"/>
              <a:gd name="connsiteX948" fmla="*/ 1452685 w 7467600"/>
              <a:gd name="connsiteY948" fmla="*/ 699806 h 6858000"/>
              <a:gd name="connsiteX949" fmla="*/ 1492092 w 7467600"/>
              <a:gd name="connsiteY949" fmla="*/ 800424 h 6858000"/>
              <a:gd name="connsiteX950" fmla="*/ 1455302 w 7467600"/>
              <a:gd name="connsiteY950" fmla="*/ 632913 h 6858000"/>
              <a:gd name="connsiteX951" fmla="*/ 1222336 w 7467600"/>
              <a:gd name="connsiteY951" fmla="*/ 9480 h 6858000"/>
              <a:gd name="connsiteX952" fmla="*/ 1214634 w 7467600"/>
              <a:gd name="connsiteY952" fmla="*/ 0 h 6858000"/>
              <a:gd name="connsiteX953" fmla="*/ 1289827 w 7467600"/>
              <a:gd name="connsiteY953" fmla="*/ 0 h 6858000"/>
              <a:gd name="connsiteX954" fmla="*/ 1321076 w 7467600"/>
              <a:gd name="connsiteY954" fmla="*/ 59722 h 6858000"/>
              <a:gd name="connsiteX955" fmla="*/ 1512579 w 7467600"/>
              <a:gd name="connsiteY955" fmla="*/ 626441 h 6858000"/>
              <a:gd name="connsiteX956" fmla="*/ 1506076 w 7467600"/>
              <a:gd name="connsiteY956" fmla="*/ 1089289 h 6858000"/>
              <a:gd name="connsiteX957" fmla="*/ 1486346 w 7467600"/>
              <a:gd name="connsiteY957" fmla="*/ 1079919 h 6858000"/>
              <a:gd name="connsiteX958" fmla="*/ 1070511 w 7467600"/>
              <a:gd name="connsiteY958" fmla="*/ 48609 h 6858000"/>
              <a:gd name="connsiteX959" fmla="*/ 1057230 w 7467600"/>
              <a:gd name="connsiteY959" fmla="*/ 0 h 6858000"/>
              <a:gd name="connsiteX960" fmla="*/ 43151 w 7467600"/>
              <a:gd name="connsiteY960" fmla="*/ 0 h 6858000"/>
              <a:gd name="connsiteX961" fmla="*/ 95283 w 7467600"/>
              <a:gd name="connsiteY961" fmla="*/ 0 h 6858000"/>
              <a:gd name="connsiteX962" fmla="*/ 300708 w 7467600"/>
              <a:gd name="connsiteY962" fmla="*/ 154571 h 6858000"/>
              <a:gd name="connsiteX963" fmla="*/ 530414 w 7467600"/>
              <a:gd name="connsiteY963" fmla="*/ 354673 h 6858000"/>
              <a:gd name="connsiteX964" fmla="*/ 333785 w 7467600"/>
              <a:gd name="connsiteY964" fmla="*/ 161564 h 6858000"/>
              <a:gd name="connsiteX965" fmla="*/ 147005 w 7467600"/>
              <a:gd name="connsiteY965" fmla="*/ 0 h 6858000"/>
              <a:gd name="connsiteX966" fmla="*/ 272509 w 7467600"/>
              <a:gd name="connsiteY966" fmla="*/ 0 h 6858000"/>
              <a:gd name="connsiteX967" fmla="*/ 326276 w 7467600"/>
              <a:gd name="connsiteY967" fmla="*/ 45847 h 6858000"/>
              <a:gd name="connsiteX968" fmla="*/ 823759 w 7467600"/>
              <a:gd name="connsiteY968" fmla="*/ 574145 h 6858000"/>
              <a:gd name="connsiteX969" fmla="*/ 811254 w 7467600"/>
              <a:gd name="connsiteY969" fmla="*/ 665546 h 6858000"/>
              <a:gd name="connsiteX970" fmla="*/ 154042 w 7467600"/>
              <a:gd name="connsiteY970" fmla="*/ 261522 h 6858000"/>
              <a:gd name="connsiteX971" fmla="*/ 13550 w 7467600"/>
              <a:gd name="connsiteY971" fmla="*/ 158423 h 6858000"/>
              <a:gd name="connsiteX972" fmla="*/ 0 w 7467600"/>
              <a:gd name="connsiteY972" fmla="*/ 146618 h 6858000"/>
              <a:gd name="connsiteX973" fmla="*/ 0 w 7467600"/>
              <a:gd name="connsiteY973" fmla="*/ 59161 h 6858000"/>
              <a:gd name="connsiteX974" fmla="*/ 45427 w 7467600"/>
              <a:gd name="connsiteY974" fmla="*/ 101078 h 6858000"/>
              <a:gd name="connsiteX975" fmla="*/ 630103 w 7467600"/>
              <a:gd name="connsiteY975" fmla="*/ 485885 h 6858000"/>
              <a:gd name="connsiteX976" fmla="*/ 532040 w 7467600"/>
              <a:gd name="connsiteY976" fmla="*/ 399359 h 6858000"/>
              <a:gd name="connsiteX977" fmla="*/ 517618 w 7467600"/>
              <a:gd name="connsiteY977" fmla="*/ 385726 h 6858000"/>
              <a:gd name="connsiteX978" fmla="*/ 285074 w 7467600"/>
              <a:gd name="connsiteY978" fmla="*/ 182755 h 6858000"/>
              <a:gd name="connsiteX979" fmla="*/ 43151 w 7467600"/>
              <a:gd name="connsiteY97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5971257 h 6858000"/>
              <a:gd name="connsiteX83" fmla="*/ 7467600 w 7467600"/>
              <a:gd name="connsiteY83" fmla="*/ 6012219 h 6858000"/>
              <a:gd name="connsiteX84" fmla="*/ 7240170 w 7467600"/>
              <a:gd name="connsiteY84" fmla="*/ 5787985 h 6858000"/>
              <a:gd name="connsiteX85" fmla="*/ 6946849 w 7467600"/>
              <a:gd name="connsiteY85" fmla="*/ 5523271 h 6858000"/>
              <a:gd name="connsiteX86" fmla="*/ 6946972 w 7467600"/>
              <a:gd name="connsiteY86" fmla="*/ 5526491 h 6858000"/>
              <a:gd name="connsiteX87" fmla="*/ 7105827 w 7467600"/>
              <a:gd name="connsiteY87" fmla="*/ 5718700 h 6858000"/>
              <a:gd name="connsiteX88" fmla="*/ 7356878 w 7467600"/>
              <a:gd name="connsiteY88" fmla="*/ 5981332 h 6858000"/>
              <a:gd name="connsiteX89" fmla="*/ 7467600 w 7467600"/>
              <a:gd name="connsiteY89" fmla="*/ 6117703 h 6858000"/>
              <a:gd name="connsiteX90" fmla="*/ 7467600 w 7467600"/>
              <a:gd name="connsiteY90" fmla="*/ 6163634 h 6858000"/>
              <a:gd name="connsiteX91" fmla="*/ 7403637 w 7467600"/>
              <a:gd name="connsiteY91" fmla="*/ 6083957 h 6858000"/>
              <a:gd name="connsiteX92" fmla="*/ 7254615 w 7467600"/>
              <a:gd name="connsiteY92" fmla="*/ 5911918 h 6858000"/>
              <a:gd name="connsiteX93" fmla="*/ 7312589 w 7467600"/>
              <a:gd name="connsiteY93" fmla="*/ 5982309 h 6858000"/>
              <a:gd name="connsiteX94" fmla="*/ 7448321 w 7467600"/>
              <a:gd name="connsiteY94" fmla="*/ 6190991 h 6858000"/>
              <a:gd name="connsiteX95" fmla="*/ 7467600 w 7467600"/>
              <a:gd name="connsiteY95" fmla="*/ 6221686 h 6858000"/>
              <a:gd name="connsiteX96" fmla="*/ 7467600 w 7467600"/>
              <a:gd name="connsiteY96" fmla="*/ 6334256 h 6858000"/>
              <a:gd name="connsiteX97" fmla="*/ 7454976 w 7467600"/>
              <a:gd name="connsiteY97" fmla="*/ 6318297 h 6858000"/>
              <a:gd name="connsiteX98" fmla="*/ 7042773 w 7467600"/>
              <a:gd name="connsiteY98" fmla="*/ 5734011 h 6858000"/>
              <a:gd name="connsiteX99" fmla="*/ 6844835 w 7467600"/>
              <a:gd name="connsiteY99" fmla="*/ 5424988 h 6858000"/>
              <a:gd name="connsiteX100" fmla="*/ 1456157 w 7467600"/>
              <a:gd name="connsiteY100" fmla="*/ 5371404 h 6858000"/>
              <a:gd name="connsiteX101" fmla="*/ 1244432 w 7467600"/>
              <a:gd name="connsiteY101" fmla="*/ 5385601 h 6858000"/>
              <a:gd name="connsiteX102" fmla="*/ 973990 w 7467600"/>
              <a:gd name="connsiteY102" fmla="*/ 5424940 h 6858000"/>
              <a:gd name="connsiteX103" fmla="*/ 1103809 w 7467600"/>
              <a:gd name="connsiteY103" fmla="*/ 5433720 h 6858000"/>
              <a:gd name="connsiteX104" fmla="*/ 1123454 w 7467600"/>
              <a:gd name="connsiteY104" fmla="*/ 5435727 h 6858000"/>
              <a:gd name="connsiteX105" fmla="*/ 1737017 w 7467600"/>
              <a:gd name="connsiteY105" fmla="*/ 5452183 h 6858000"/>
              <a:gd name="connsiteX106" fmla="*/ 1824397 w 7467600"/>
              <a:gd name="connsiteY106" fmla="*/ 5447757 h 6858000"/>
              <a:gd name="connsiteX107" fmla="*/ 2070059 w 7467600"/>
              <a:gd name="connsiteY107" fmla="*/ 5441660 h 6858000"/>
              <a:gd name="connsiteX108" fmla="*/ 1456157 w 7467600"/>
              <a:gd name="connsiteY108" fmla="*/ 5371404 h 6858000"/>
              <a:gd name="connsiteX109" fmla="*/ 4988186 w 7467600"/>
              <a:gd name="connsiteY109" fmla="*/ 5216467 h 6858000"/>
              <a:gd name="connsiteX110" fmla="*/ 4777334 w 7467600"/>
              <a:gd name="connsiteY110" fmla="*/ 5406072 h 6858000"/>
              <a:gd name="connsiteX111" fmla="*/ 4718341 w 7467600"/>
              <a:gd name="connsiteY111" fmla="*/ 5468043 h 6858000"/>
              <a:gd name="connsiteX112" fmla="*/ 4604655 w 7467600"/>
              <a:gd name="connsiteY112" fmla="*/ 5583434 h 6858000"/>
              <a:gd name="connsiteX113" fmla="*/ 4565074 w 7467600"/>
              <a:gd name="connsiteY113" fmla="*/ 5618550 h 6858000"/>
              <a:gd name="connsiteX114" fmla="*/ 4988186 w 7467600"/>
              <a:gd name="connsiteY114" fmla="*/ 5216467 h 6858000"/>
              <a:gd name="connsiteX115" fmla="*/ 4978032 w 7467600"/>
              <a:gd name="connsiteY115" fmla="*/ 5183809 h 6858000"/>
              <a:gd name="connsiteX116" fmla="*/ 4463413 w 7467600"/>
              <a:gd name="connsiteY116" fmla="*/ 5615162 h 6858000"/>
              <a:gd name="connsiteX117" fmla="*/ 4358134 w 7467600"/>
              <a:gd name="connsiteY117" fmla="*/ 5742791 h 6858000"/>
              <a:gd name="connsiteX118" fmla="*/ 4376219 w 7467600"/>
              <a:gd name="connsiteY118" fmla="*/ 5729027 h 6858000"/>
              <a:gd name="connsiteX119" fmla="*/ 4582340 w 7467600"/>
              <a:gd name="connsiteY119" fmla="*/ 5561037 h 6858000"/>
              <a:gd name="connsiteX120" fmla="*/ 4694684 w 7467600"/>
              <a:gd name="connsiteY120" fmla="*/ 5447098 h 6858000"/>
              <a:gd name="connsiteX121" fmla="*/ 4754123 w 7467600"/>
              <a:gd name="connsiteY121" fmla="*/ 5384643 h 6858000"/>
              <a:gd name="connsiteX122" fmla="*/ 4978032 w 7467600"/>
              <a:gd name="connsiteY122" fmla="*/ 5183809 h 6858000"/>
              <a:gd name="connsiteX123" fmla="*/ 1903353 w 7467600"/>
              <a:gd name="connsiteY123" fmla="*/ 5044827 h 6858000"/>
              <a:gd name="connsiteX124" fmla="*/ 1936931 w 7467600"/>
              <a:gd name="connsiteY124" fmla="*/ 5093954 h 6858000"/>
              <a:gd name="connsiteX125" fmla="*/ 2195868 w 7467600"/>
              <a:gd name="connsiteY125" fmla="*/ 5396574 h 6858000"/>
              <a:gd name="connsiteX126" fmla="*/ 2088852 w 7467600"/>
              <a:gd name="connsiteY126" fmla="*/ 5166123 h 6858000"/>
              <a:gd name="connsiteX127" fmla="*/ 1958241 w 7467600"/>
              <a:gd name="connsiteY127" fmla="*/ 5067955 h 6858000"/>
              <a:gd name="connsiteX128" fmla="*/ 1903353 w 7467600"/>
              <a:gd name="connsiteY128" fmla="*/ 5044827 h 6858000"/>
              <a:gd name="connsiteX129" fmla="*/ 1979378 w 7467600"/>
              <a:gd name="connsiteY129" fmla="*/ 4769504 h 6858000"/>
              <a:gd name="connsiteX130" fmla="*/ 2882120 w 7467600"/>
              <a:gd name="connsiteY130" fmla="*/ 5064547 h 6858000"/>
              <a:gd name="connsiteX131" fmla="*/ 2793103 w 7467600"/>
              <a:gd name="connsiteY131" fmla="*/ 5039699 h 6858000"/>
              <a:gd name="connsiteX132" fmla="*/ 2770041 w 7467600"/>
              <a:gd name="connsiteY132" fmla="*/ 5033634 h 6858000"/>
              <a:gd name="connsiteX133" fmla="*/ 1979378 w 7467600"/>
              <a:gd name="connsiteY133" fmla="*/ 4769504 h 6858000"/>
              <a:gd name="connsiteX134" fmla="*/ 1927410 w 7467600"/>
              <a:gd name="connsiteY134" fmla="*/ 4716164 h 6858000"/>
              <a:gd name="connsiteX135" fmla="*/ 1959587 w 7467600"/>
              <a:gd name="connsiteY135" fmla="*/ 4728849 h 6858000"/>
              <a:gd name="connsiteX136" fmla="*/ 2777707 w 7467600"/>
              <a:gd name="connsiteY136" fmla="*/ 5003991 h 6858000"/>
              <a:gd name="connsiteX137" fmla="*/ 2800768 w 7467600"/>
              <a:gd name="connsiteY137" fmla="*/ 5010056 h 6858000"/>
              <a:gd name="connsiteX138" fmla="*/ 2879408 w 7467600"/>
              <a:gd name="connsiteY138" fmla="*/ 5031590 h 6858000"/>
              <a:gd name="connsiteX139" fmla="*/ 2862295 w 7467600"/>
              <a:gd name="connsiteY139" fmla="*/ 5022958 h 6858000"/>
              <a:gd name="connsiteX140" fmla="*/ 2813343 w 7467600"/>
              <a:gd name="connsiteY140" fmla="*/ 4998369 h 6858000"/>
              <a:gd name="connsiteX141" fmla="*/ 2646245 w 7467600"/>
              <a:gd name="connsiteY141" fmla="*/ 4930999 h 6858000"/>
              <a:gd name="connsiteX142" fmla="*/ 1999243 w 7467600"/>
              <a:gd name="connsiteY142" fmla="*/ 4730524 h 6858000"/>
              <a:gd name="connsiteX143" fmla="*/ 1979527 w 7467600"/>
              <a:gd name="connsiteY143" fmla="*/ 4726651 h 6858000"/>
              <a:gd name="connsiteX144" fmla="*/ 1927410 w 7467600"/>
              <a:gd name="connsiteY144" fmla="*/ 4716164 h 6858000"/>
              <a:gd name="connsiteX145" fmla="*/ 1997014 w 7467600"/>
              <a:gd name="connsiteY145" fmla="*/ 4698007 h 6858000"/>
              <a:gd name="connsiteX146" fmla="*/ 2005458 w 7467600"/>
              <a:gd name="connsiteY146" fmla="*/ 4699540 h 6858000"/>
              <a:gd name="connsiteX147" fmla="*/ 2657186 w 7467600"/>
              <a:gd name="connsiteY147" fmla="*/ 4901687 h 6858000"/>
              <a:gd name="connsiteX148" fmla="*/ 2826662 w 7467600"/>
              <a:gd name="connsiteY148" fmla="*/ 4970362 h 6858000"/>
              <a:gd name="connsiteX149" fmla="*/ 2876100 w 7467600"/>
              <a:gd name="connsiteY149" fmla="*/ 4995397 h 6858000"/>
              <a:gd name="connsiteX150" fmla="*/ 3042600 w 7467600"/>
              <a:gd name="connsiteY150" fmla="*/ 5059532 h 6858000"/>
              <a:gd name="connsiteX151" fmla="*/ 1997014 w 7467600"/>
              <a:gd name="connsiteY151" fmla="*/ 4698007 h 6858000"/>
              <a:gd name="connsiteX152" fmla="*/ 2305292 w 7467600"/>
              <a:gd name="connsiteY152" fmla="*/ 4219492 h 6858000"/>
              <a:gd name="connsiteX153" fmla="*/ 3360922 w 7467600"/>
              <a:gd name="connsiteY153" fmla="*/ 4529373 h 6858000"/>
              <a:gd name="connsiteX154" fmla="*/ 3492420 w 7467600"/>
              <a:gd name="connsiteY154" fmla="*/ 4510145 h 6858000"/>
              <a:gd name="connsiteX155" fmla="*/ 3364086 w 7467600"/>
              <a:gd name="connsiteY155" fmla="*/ 4480340 h 6858000"/>
              <a:gd name="connsiteX156" fmla="*/ 3225818 w 7467600"/>
              <a:gd name="connsiteY156" fmla="*/ 4411822 h 6858000"/>
              <a:gd name="connsiteX157" fmla="*/ 3129696 w 7467600"/>
              <a:gd name="connsiteY157" fmla="*/ 4360704 h 6858000"/>
              <a:gd name="connsiteX158" fmla="*/ 2814545 w 7467600"/>
              <a:gd name="connsiteY158" fmla="*/ 4282955 h 6858000"/>
              <a:gd name="connsiteX159" fmla="*/ 2305292 w 7467600"/>
              <a:gd name="connsiteY159" fmla="*/ 4219492 h 6858000"/>
              <a:gd name="connsiteX160" fmla="*/ 2626982 w 7467600"/>
              <a:gd name="connsiteY160" fmla="*/ 4206450 h 6858000"/>
              <a:gd name="connsiteX161" fmla="*/ 2490617 w 7467600"/>
              <a:gd name="connsiteY161" fmla="*/ 4206951 h 6858000"/>
              <a:gd name="connsiteX162" fmla="*/ 2819869 w 7467600"/>
              <a:gd name="connsiteY162" fmla="*/ 4252936 h 6858000"/>
              <a:gd name="connsiteX163" fmla="*/ 3143018 w 7467600"/>
              <a:gd name="connsiteY163" fmla="*/ 4332698 h 6858000"/>
              <a:gd name="connsiteX164" fmla="*/ 3241520 w 7467600"/>
              <a:gd name="connsiteY164" fmla="*/ 4385112 h 6858000"/>
              <a:gd name="connsiteX165" fmla="*/ 3374575 w 7467600"/>
              <a:gd name="connsiteY165" fmla="*/ 4451517 h 6858000"/>
              <a:gd name="connsiteX166" fmla="*/ 3505221 w 7467600"/>
              <a:gd name="connsiteY166" fmla="*/ 4480757 h 6858000"/>
              <a:gd name="connsiteX167" fmla="*/ 2626982 w 7467600"/>
              <a:gd name="connsiteY167" fmla="*/ 4206450 h 6858000"/>
              <a:gd name="connsiteX168" fmla="*/ 1310106 w 7467600"/>
              <a:gd name="connsiteY168" fmla="*/ 3943217 h 6858000"/>
              <a:gd name="connsiteX169" fmla="*/ 854994 w 7467600"/>
              <a:gd name="connsiteY169" fmla="*/ 4399136 h 6858000"/>
              <a:gd name="connsiteX170" fmla="*/ 742462 w 7467600"/>
              <a:gd name="connsiteY170" fmla="*/ 4594648 h 6858000"/>
              <a:gd name="connsiteX171" fmla="*/ 820602 w 7467600"/>
              <a:gd name="connsiteY171" fmla="*/ 4485915 h 6858000"/>
              <a:gd name="connsiteX172" fmla="*/ 878295 w 7467600"/>
              <a:gd name="connsiteY172" fmla="*/ 4403594 h 6858000"/>
              <a:gd name="connsiteX173" fmla="*/ 1240607 w 7467600"/>
              <a:gd name="connsiteY173" fmla="*/ 4010401 h 6858000"/>
              <a:gd name="connsiteX174" fmla="*/ 1310106 w 7467600"/>
              <a:gd name="connsiteY174" fmla="*/ 3943217 h 6858000"/>
              <a:gd name="connsiteX175" fmla="*/ 1423113 w 7467600"/>
              <a:gd name="connsiteY175" fmla="*/ 3874565 h 6858000"/>
              <a:gd name="connsiteX176" fmla="*/ 1260565 w 7467600"/>
              <a:gd name="connsiteY176" fmla="*/ 4031982 h 6858000"/>
              <a:gd name="connsiteX177" fmla="*/ 901900 w 7467600"/>
              <a:gd name="connsiteY177" fmla="*/ 4421236 h 6858000"/>
              <a:gd name="connsiteX178" fmla="*/ 845044 w 7467600"/>
              <a:gd name="connsiteY178" fmla="*/ 4502436 h 6858000"/>
              <a:gd name="connsiteX179" fmla="*/ 685926 w 7467600"/>
              <a:gd name="connsiteY179" fmla="*/ 4703069 h 6858000"/>
              <a:gd name="connsiteX180" fmla="*/ 684248 w 7467600"/>
              <a:gd name="connsiteY180" fmla="*/ 4706721 h 6858000"/>
              <a:gd name="connsiteX181" fmla="*/ 1423113 w 7467600"/>
              <a:gd name="connsiteY181" fmla="*/ 3874565 h 6858000"/>
              <a:gd name="connsiteX182" fmla="*/ 3316479 w 7467600"/>
              <a:gd name="connsiteY182" fmla="*/ 3872136 h 6858000"/>
              <a:gd name="connsiteX183" fmla="*/ 3546806 w 7467600"/>
              <a:gd name="connsiteY183" fmla="*/ 4356139 h 6858000"/>
              <a:gd name="connsiteX184" fmla="*/ 3364433 w 7467600"/>
              <a:gd name="connsiteY184" fmla="*/ 3953121 h 6858000"/>
              <a:gd name="connsiteX185" fmla="*/ 3316479 w 7467600"/>
              <a:gd name="connsiteY185" fmla="*/ 3872136 h 6858000"/>
              <a:gd name="connsiteX186" fmla="*/ 3291335 w 7467600"/>
              <a:gd name="connsiteY186" fmla="*/ 3767420 h 6858000"/>
              <a:gd name="connsiteX187" fmla="*/ 3390805 w 7467600"/>
              <a:gd name="connsiteY187" fmla="*/ 3937163 h 6858000"/>
              <a:gd name="connsiteX188" fmla="*/ 3579062 w 7467600"/>
              <a:gd name="connsiteY188" fmla="*/ 4359040 h 6858000"/>
              <a:gd name="connsiteX189" fmla="*/ 3467355 w 7467600"/>
              <a:gd name="connsiteY189" fmla="*/ 3988130 h 6858000"/>
              <a:gd name="connsiteX190" fmla="*/ 3310753 w 7467600"/>
              <a:gd name="connsiteY190" fmla="*/ 3787140 h 6858000"/>
              <a:gd name="connsiteX191" fmla="*/ 3291335 w 7467600"/>
              <a:gd name="connsiteY191" fmla="*/ 3767420 h 6858000"/>
              <a:gd name="connsiteX192" fmla="*/ 1635889 w 7467600"/>
              <a:gd name="connsiteY192" fmla="*/ 3709494 h 6858000"/>
              <a:gd name="connsiteX193" fmla="*/ 1634800 w 7467600"/>
              <a:gd name="connsiteY193" fmla="*/ 3731111 h 6858000"/>
              <a:gd name="connsiteX194" fmla="*/ 1635889 w 7467600"/>
              <a:gd name="connsiteY194" fmla="*/ 3709494 h 6858000"/>
              <a:gd name="connsiteX195" fmla="*/ 1510397 w 7467600"/>
              <a:gd name="connsiteY195" fmla="*/ 3684705 h 6858000"/>
              <a:gd name="connsiteX196" fmla="*/ 1146550 w 7467600"/>
              <a:gd name="connsiteY196" fmla="*/ 3802012 h 6858000"/>
              <a:gd name="connsiteX197" fmla="*/ 698834 w 7467600"/>
              <a:gd name="connsiteY197" fmla="*/ 3952272 h 6858000"/>
              <a:gd name="connsiteX198" fmla="*/ 34256 w 7467600"/>
              <a:gd name="connsiteY198" fmla="*/ 4347603 h 6858000"/>
              <a:gd name="connsiteX199" fmla="*/ 527241 w 7467600"/>
              <a:gd name="connsiteY199" fmla="*/ 4065078 h 6858000"/>
              <a:gd name="connsiteX200" fmla="*/ 1510397 w 7467600"/>
              <a:gd name="connsiteY200" fmla="*/ 3684705 h 6858000"/>
              <a:gd name="connsiteX201" fmla="*/ 1313114 w 7467600"/>
              <a:gd name="connsiteY201" fmla="*/ 3655216 h 6858000"/>
              <a:gd name="connsiteX202" fmla="*/ 1109304 w 7467600"/>
              <a:gd name="connsiteY202" fmla="*/ 3669030 h 6858000"/>
              <a:gd name="connsiteX203" fmla="*/ 8129 w 7467600"/>
              <a:gd name="connsiteY203" fmla="*/ 4330519 h 6858000"/>
              <a:gd name="connsiteX204" fmla="*/ 687572 w 7467600"/>
              <a:gd name="connsiteY204" fmla="*/ 3925629 h 6858000"/>
              <a:gd name="connsiteX205" fmla="*/ 1138365 w 7467600"/>
              <a:gd name="connsiteY205" fmla="*/ 3774515 h 6858000"/>
              <a:gd name="connsiteX206" fmla="*/ 1505579 w 7467600"/>
              <a:gd name="connsiteY206" fmla="*/ 3655526 h 6858000"/>
              <a:gd name="connsiteX207" fmla="*/ 1313114 w 7467600"/>
              <a:gd name="connsiteY207" fmla="*/ 3655216 h 6858000"/>
              <a:gd name="connsiteX208" fmla="*/ 3655073 w 7467600"/>
              <a:gd name="connsiteY208" fmla="*/ 3650884 h 6858000"/>
              <a:gd name="connsiteX209" fmla="*/ 3989938 w 7467600"/>
              <a:gd name="connsiteY209" fmla="*/ 3991685 h 6858000"/>
              <a:gd name="connsiteX210" fmla="*/ 4393907 w 7467600"/>
              <a:gd name="connsiteY210" fmla="*/ 4261258 h 6858000"/>
              <a:gd name="connsiteX211" fmla="*/ 4648051 w 7467600"/>
              <a:gd name="connsiteY211" fmla="*/ 4374051 h 6858000"/>
              <a:gd name="connsiteX212" fmla="*/ 4383389 w 7467600"/>
              <a:gd name="connsiteY212" fmla="*/ 4184369 h 6858000"/>
              <a:gd name="connsiteX213" fmla="*/ 4165508 w 7467600"/>
              <a:gd name="connsiteY213" fmla="*/ 4035196 h 6858000"/>
              <a:gd name="connsiteX214" fmla="*/ 4068162 w 7467600"/>
              <a:gd name="connsiteY214" fmla="*/ 3953394 h 6858000"/>
              <a:gd name="connsiteX215" fmla="*/ 3981416 w 7467600"/>
              <a:gd name="connsiteY215" fmla="*/ 3880482 h 6858000"/>
              <a:gd name="connsiteX216" fmla="*/ 3800147 w 7467600"/>
              <a:gd name="connsiteY216" fmla="*/ 3749872 h 6858000"/>
              <a:gd name="connsiteX217" fmla="*/ 3655073 w 7467600"/>
              <a:gd name="connsiteY217" fmla="*/ 3650884 h 6858000"/>
              <a:gd name="connsiteX218" fmla="*/ 3670252 w 7467600"/>
              <a:gd name="connsiteY218" fmla="*/ 3622798 h 6858000"/>
              <a:gd name="connsiteX219" fmla="*/ 3817258 w 7467600"/>
              <a:gd name="connsiteY219" fmla="*/ 3723577 h 6858000"/>
              <a:gd name="connsiteX220" fmla="*/ 4000461 w 7467600"/>
              <a:gd name="connsiteY220" fmla="*/ 3855966 h 6858000"/>
              <a:gd name="connsiteX221" fmla="*/ 4088180 w 7467600"/>
              <a:gd name="connsiteY221" fmla="*/ 3929774 h 6858000"/>
              <a:gd name="connsiteX222" fmla="*/ 4184555 w 7467600"/>
              <a:gd name="connsiteY222" fmla="*/ 4010683 h 6858000"/>
              <a:gd name="connsiteX223" fmla="*/ 4399563 w 7467600"/>
              <a:gd name="connsiteY223" fmla="*/ 4158106 h 6858000"/>
              <a:gd name="connsiteX224" fmla="*/ 4684469 w 7467600"/>
              <a:gd name="connsiteY224" fmla="*/ 4364680 h 6858000"/>
              <a:gd name="connsiteX225" fmla="*/ 4690271 w 7467600"/>
              <a:gd name="connsiteY225" fmla="*/ 4370034 h 6858000"/>
              <a:gd name="connsiteX226" fmla="*/ 4136093 w 7467600"/>
              <a:gd name="connsiteY226" fmla="*/ 3858466 h 6858000"/>
              <a:gd name="connsiteX227" fmla="*/ 3670252 w 7467600"/>
              <a:gd name="connsiteY227" fmla="*/ 3622798 h 6858000"/>
              <a:gd name="connsiteX228" fmla="*/ 4440129 w 7467600"/>
              <a:gd name="connsiteY228" fmla="*/ 3448571 h 6858000"/>
              <a:gd name="connsiteX229" fmla="*/ 4856525 w 7467600"/>
              <a:gd name="connsiteY229" fmla="*/ 3915351 h 6858000"/>
              <a:gd name="connsiteX230" fmla="*/ 5059055 w 7467600"/>
              <a:gd name="connsiteY230" fmla="*/ 4108918 h 6858000"/>
              <a:gd name="connsiteX231" fmla="*/ 5290070 w 7467600"/>
              <a:gd name="connsiteY231" fmla="*/ 4263619 h 6858000"/>
              <a:gd name="connsiteX232" fmla="*/ 4834991 w 7467600"/>
              <a:gd name="connsiteY232" fmla="*/ 3830985 h 6858000"/>
              <a:gd name="connsiteX233" fmla="*/ 4440129 w 7467600"/>
              <a:gd name="connsiteY233" fmla="*/ 3448571 h 6858000"/>
              <a:gd name="connsiteX234" fmla="*/ 4441737 w 7467600"/>
              <a:gd name="connsiteY234" fmla="*/ 3399734 h 6858000"/>
              <a:gd name="connsiteX235" fmla="*/ 4431236 w 7467600"/>
              <a:gd name="connsiteY235" fmla="*/ 3400954 h 6858000"/>
              <a:gd name="connsiteX236" fmla="*/ 4557150 w 7467600"/>
              <a:gd name="connsiteY236" fmla="*/ 3510023 h 6858000"/>
              <a:gd name="connsiteX237" fmla="*/ 4856936 w 7467600"/>
              <a:gd name="connsiteY237" fmla="*/ 3809146 h 6858000"/>
              <a:gd name="connsiteX238" fmla="*/ 5111996 w 7467600"/>
              <a:gd name="connsiteY238" fmla="*/ 4065759 h 6858000"/>
              <a:gd name="connsiteX239" fmla="*/ 5388878 w 7467600"/>
              <a:gd name="connsiteY239" fmla="*/ 4300185 h 6858000"/>
              <a:gd name="connsiteX240" fmla="*/ 5425556 w 7467600"/>
              <a:gd name="connsiteY240" fmla="*/ 4308967 h 6858000"/>
              <a:gd name="connsiteX241" fmla="*/ 4943646 w 7467600"/>
              <a:gd name="connsiteY241" fmla="*/ 3822916 h 6858000"/>
              <a:gd name="connsiteX242" fmla="*/ 4594837 w 7467600"/>
              <a:gd name="connsiteY242" fmla="*/ 3532274 h 6858000"/>
              <a:gd name="connsiteX243" fmla="*/ 4441737 w 7467600"/>
              <a:gd name="connsiteY243" fmla="*/ 3399734 h 6858000"/>
              <a:gd name="connsiteX244" fmla="*/ 5425834 w 7467600"/>
              <a:gd name="connsiteY244" fmla="*/ 3162785 h 6858000"/>
              <a:gd name="connsiteX245" fmla="*/ 5401644 w 7467600"/>
              <a:gd name="connsiteY245" fmla="*/ 3617847 h 6858000"/>
              <a:gd name="connsiteX246" fmla="*/ 5467256 w 7467600"/>
              <a:gd name="connsiteY246" fmla="*/ 4175494 h 6858000"/>
              <a:gd name="connsiteX247" fmla="*/ 5448069 w 7467600"/>
              <a:gd name="connsiteY247" fmla="*/ 3567554 h 6858000"/>
              <a:gd name="connsiteX248" fmla="*/ 5425834 w 7467600"/>
              <a:gd name="connsiteY248" fmla="*/ 3162785 h 6858000"/>
              <a:gd name="connsiteX249" fmla="*/ 1318687 w 7467600"/>
              <a:gd name="connsiteY249" fmla="*/ 3113840 h 6858000"/>
              <a:gd name="connsiteX250" fmla="*/ 1066793 w 7467600"/>
              <a:gd name="connsiteY250" fmla="*/ 3212171 h 6858000"/>
              <a:gd name="connsiteX251" fmla="*/ 993319 w 7467600"/>
              <a:gd name="connsiteY251" fmla="*/ 3247648 h 6858000"/>
              <a:gd name="connsiteX252" fmla="*/ 853081 w 7467600"/>
              <a:gd name="connsiteY252" fmla="*/ 3312410 h 6858000"/>
              <a:gd name="connsiteX253" fmla="*/ 805957 w 7467600"/>
              <a:gd name="connsiteY253" fmla="*/ 3330443 h 6858000"/>
              <a:gd name="connsiteX254" fmla="*/ 1318687 w 7467600"/>
              <a:gd name="connsiteY254" fmla="*/ 3113840 h 6858000"/>
              <a:gd name="connsiteX255" fmla="*/ 5453702 w 7467600"/>
              <a:gd name="connsiteY255" fmla="*/ 3090882 h 6858000"/>
              <a:gd name="connsiteX256" fmla="*/ 5480135 w 7467600"/>
              <a:gd name="connsiteY256" fmla="*/ 3565802 h 6858000"/>
              <a:gd name="connsiteX257" fmla="*/ 5499023 w 7467600"/>
              <a:gd name="connsiteY257" fmla="*/ 4166310 h 6858000"/>
              <a:gd name="connsiteX258" fmla="*/ 5547022 w 7467600"/>
              <a:gd name="connsiteY258" fmla="*/ 3607838 h 6858000"/>
              <a:gd name="connsiteX259" fmla="*/ 5515964 w 7467600"/>
              <a:gd name="connsiteY259" fmla="*/ 3378541 h 6858000"/>
              <a:gd name="connsiteX260" fmla="*/ 5453702 w 7467600"/>
              <a:gd name="connsiteY260" fmla="*/ 3090882 h 6858000"/>
              <a:gd name="connsiteX261" fmla="*/ 1238695 w 7467600"/>
              <a:gd name="connsiteY261" fmla="*/ 3076820 h 6858000"/>
              <a:gd name="connsiteX262" fmla="*/ 716371 w 7467600"/>
              <a:gd name="connsiteY262" fmla="*/ 3293249 h 6858000"/>
              <a:gd name="connsiteX263" fmla="*/ 579522 w 7467600"/>
              <a:gd name="connsiteY263" fmla="*/ 3371759 h 6858000"/>
              <a:gd name="connsiteX264" fmla="*/ 600288 w 7467600"/>
              <a:gd name="connsiteY264" fmla="*/ 3365555 h 6858000"/>
              <a:gd name="connsiteX265" fmla="*/ 840692 w 7467600"/>
              <a:gd name="connsiteY265" fmla="*/ 3284921 h 6858000"/>
              <a:gd name="connsiteX266" fmla="*/ 979248 w 7467600"/>
              <a:gd name="connsiteY266" fmla="*/ 3221003 h 6858000"/>
              <a:gd name="connsiteX267" fmla="*/ 1053282 w 7467600"/>
              <a:gd name="connsiteY267" fmla="*/ 3185247 h 6858000"/>
              <a:gd name="connsiteX268" fmla="*/ 1320603 w 7467600"/>
              <a:gd name="connsiteY268" fmla="*/ 3081281 h 6858000"/>
              <a:gd name="connsiteX269" fmla="*/ 1238695 w 7467600"/>
              <a:gd name="connsiteY269" fmla="*/ 3076820 h 6858000"/>
              <a:gd name="connsiteX270" fmla="*/ 5425627 w 7467600"/>
              <a:gd name="connsiteY270" fmla="*/ 2954192 h 6858000"/>
              <a:gd name="connsiteX271" fmla="*/ 5470770 w 7467600"/>
              <a:gd name="connsiteY271" fmla="*/ 3005435 h 6858000"/>
              <a:gd name="connsiteX272" fmla="*/ 5519779 w 7467600"/>
              <a:gd name="connsiteY272" fmla="*/ 4359223 h 6858000"/>
              <a:gd name="connsiteX273" fmla="*/ 5520293 w 7467600"/>
              <a:gd name="connsiteY273" fmla="*/ 4360602 h 6858000"/>
              <a:gd name="connsiteX274" fmla="*/ 5767221 w 7467600"/>
              <a:gd name="connsiteY274" fmla="*/ 4665564 h 6858000"/>
              <a:gd name="connsiteX275" fmla="*/ 6937169 w 7467600"/>
              <a:gd name="connsiteY275" fmla="*/ 4815941 h 6858000"/>
              <a:gd name="connsiteX276" fmla="*/ 6953922 w 7467600"/>
              <a:gd name="connsiteY276" fmla="*/ 4890068 h 6858000"/>
              <a:gd name="connsiteX277" fmla="*/ 6071359 w 7467600"/>
              <a:gd name="connsiteY277" fmla="*/ 4770770 h 6858000"/>
              <a:gd name="connsiteX278" fmla="*/ 6038839 w 7467600"/>
              <a:gd name="connsiteY278" fmla="*/ 4764474 h 6858000"/>
              <a:gd name="connsiteX279" fmla="*/ 6038706 w 7467600"/>
              <a:gd name="connsiteY279" fmla="*/ 4763847 h 6858000"/>
              <a:gd name="connsiteX280" fmla="*/ 6037784 w 7467600"/>
              <a:gd name="connsiteY280" fmla="*/ 4764270 h 6858000"/>
              <a:gd name="connsiteX281" fmla="*/ 6038839 w 7467600"/>
              <a:gd name="connsiteY281" fmla="*/ 4764474 h 6858000"/>
              <a:gd name="connsiteX282" fmla="*/ 6040338 w 7467600"/>
              <a:gd name="connsiteY282" fmla="*/ 4771418 h 6858000"/>
              <a:gd name="connsiteX283" fmla="*/ 6024488 w 7467600"/>
              <a:gd name="connsiteY283" fmla="*/ 4809903 h 6858000"/>
              <a:gd name="connsiteX284" fmla="*/ 5599771 w 7467600"/>
              <a:gd name="connsiteY284" fmla="*/ 5509652 h 6858000"/>
              <a:gd name="connsiteX285" fmla="*/ 5548843 w 7467600"/>
              <a:gd name="connsiteY285" fmla="*/ 5563845 h 6858000"/>
              <a:gd name="connsiteX286" fmla="*/ 5940952 w 7467600"/>
              <a:gd name="connsiteY286" fmla="*/ 6250028 h 6858000"/>
              <a:gd name="connsiteX287" fmla="*/ 6043441 w 7467600"/>
              <a:gd name="connsiteY287" fmla="*/ 6665847 h 6858000"/>
              <a:gd name="connsiteX288" fmla="*/ 6093432 w 7467600"/>
              <a:gd name="connsiteY288" fmla="*/ 6858000 h 6858000"/>
              <a:gd name="connsiteX289" fmla="*/ 6034344 w 7467600"/>
              <a:gd name="connsiteY289" fmla="*/ 6858000 h 6858000"/>
              <a:gd name="connsiteX290" fmla="*/ 6026679 w 7467600"/>
              <a:gd name="connsiteY290" fmla="*/ 6836959 h 6858000"/>
              <a:gd name="connsiteX291" fmla="*/ 5800441 w 7467600"/>
              <a:gd name="connsiteY291" fmla="*/ 6335286 h 6858000"/>
              <a:gd name="connsiteX292" fmla="*/ 5526562 w 7467600"/>
              <a:gd name="connsiteY292" fmla="*/ 5705388 h 6858000"/>
              <a:gd name="connsiteX293" fmla="*/ 5519640 w 7467600"/>
              <a:gd name="connsiteY293" fmla="*/ 5683774 h 6858000"/>
              <a:gd name="connsiteX294" fmla="*/ 5844559 w 7467600"/>
              <a:gd name="connsiteY294" fmla="*/ 6553349 h 6858000"/>
              <a:gd name="connsiteX295" fmla="*/ 5975994 w 7467600"/>
              <a:gd name="connsiteY295" fmla="*/ 6858000 h 6858000"/>
              <a:gd name="connsiteX296" fmla="*/ 5898547 w 7467600"/>
              <a:gd name="connsiteY296" fmla="*/ 6858000 h 6858000"/>
              <a:gd name="connsiteX297" fmla="*/ 5682041 w 7467600"/>
              <a:gd name="connsiteY297" fmla="*/ 6355860 h 6858000"/>
              <a:gd name="connsiteX298" fmla="*/ 5461758 w 7467600"/>
              <a:gd name="connsiteY298" fmla="*/ 5820220 h 6858000"/>
              <a:gd name="connsiteX299" fmla="*/ 5237282 w 7467600"/>
              <a:gd name="connsiteY299" fmla="*/ 6579086 h 6858000"/>
              <a:gd name="connsiteX300" fmla="*/ 5115009 w 7467600"/>
              <a:gd name="connsiteY300" fmla="*/ 6858000 h 6858000"/>
              <a:gd name="connsiteX301" fmla="*/ 5028074 w 7467600"/>
              <a:gd name="connsiteY301" fmla="*/ 6858000 h 6858000"/>
              <a:gd name="connsiteX302" fmla="*/ 5079508 w 7467600"/>
              <a:gd name="connsiteY302" fmla="*/ 6749074 h 6858000"/>
              <a:gd name="connsiteX303" fmla="*/ 5371846 w 7467600"/>
              <a:gd name="connsiteY303" fmla="*/ 5924413 h 6858000"/>
              <a:gd name="connsiteX304" fmla="*/ 5270512 w 7467600"/>
              <a:gd name="connsiteY304" fmla="*/ 6138975 h 6858000"/>
              <a:gd name="connsiteX305" fmla="*/ 5062409 w 7467600"/>
              <a:gd name="connsiteY305" fmla="*/ 6653544 h 6858000"/>
              <a:gd name="connsiteX306" fmla="*/ 5036628 w 7467600"/>
              <a:gd name="connsiteY306" fmla="*/ 6754247 h 6858000"/>
              <a:gd name="connsiteX307" fmla="*/ 5009112 w 7467600"/>
              <a:gd name="connsiteY307" fmla="*/ 6858000 h 6858000"/>
              <a:gd name="connsiteX308" fmla="*/ 4976679 w 7467600"/>
              <a:gd name="connsiteY308" fmla="*/ 6858000 h 6858000"/>
              <a:gd name="connsiteX309" fmla="*/ 5006537 w 7467600"/>
              <a:gd name="connsiteY309" fmla="*/ 6747068 h 6858000"/>
              <a:gd name="connsiteX310" fmla="*/ 5032723 w 7467600"/>
              <a:gd name="connsiteY310" fmla="*/ 6644957 h 6858000"/>
              <a:gd name="connsiteX311" fmla="*/ 5242949 w 7467600"/>
              <a:gd name="connsiteY311" fmla="*/ 6125175 h 6858000"/>
              <a:gd name="connsiteX312" fmla="*/ 5286321 w 7467600"/>
              <a:gd name="connsiteY312" fmla="*/ 6033555 h 6858000"/>
              <a:gd name="connsiteX313" fmla="*/ 5008210 w 7467600"/>
              <a:gd name="connsiteY313" fmla="*/ 6649194 h 6858000"/>
              <a:gd name="connsiteX314" fmla="*/ 4986321 w 7467600"/>
              <a:gd name="connsiteY314" fmla="*/ 6765687 h 6858000"/>
              <a:gd name="connsiteX315" fmla="*/ 4973474 w 7467600"/>
              <a:gd name="connsiteY315" fmla="*/ 6858000 h 6858000"/>
              <a:gd name="connsiteX316" fmla="*/ 4907178 w 7467600"/>
              <a:gd name="connsiteY316" fmla="*/ 6858000 h 6858000"/>
              <a:gd name="connsiteX317" fmla="*/ 4910810 w 7467600"/>
              <a:gd name="connsiteY317" fmla="*/ 6829660 h 6858000"/>
              <a:gd name="connsiteX318" fmla="*/ 4987461 w 7467600"/>
              <a:gd name="connsiteY318" fmla="*/ 6432994 h 6858000"/>
              <a:gd name="connsiteX319" fmla="*/ 5179262 w 7467600"/>
              <a:gd name="connsiteY319" fmla="*/ 6035044 h 6858000"/>
              <a:gd name="connsiteX320" fmla="*/ 4689678 w 7467600"/>
              <a:gd name="connsiteY320" fmla="*/ 6440241 h 6858000"/>
              <a:gd name="connsiteX321" fmla="*/ 4477543 w 7467600"/>
              <a:gd name="connsiteY321" fmla="*/ 6674836 h 6858000"/>
              <a:gd name="connsiteX322" fmla="*/ 4329957 w 7467600"/>
              <a:gd name="connsiteY322" fmla="*/ 6858000 h 6858000"/>
              <a:gd name="connsiteX323" fmla="*/ 4218595 w 7467600"/>
              <a:gd name="connsiteY323" fmla="*/ 6858000 h 6858000"/>
              <a:gd name="connsiteX324" fmla="*/ 4368888 w 7467600"/>
              <a:gd name="connsiteY324" fmla="*/ 6668412 h 6858000"/>
              <a:gd name="connsiteX325" fmla="*/ 4563091 w 7467600"/>
              <a:gd name="connsiteY325" fmla="*/ 6442508 h 6858000"/>
              <a:gd name="connsiteX326" fmla="*/ 5387324 w 7467600"/>
              <a:gd name="connsiteY326" fmla="*/ 5705830 h 6858000"/>
              <a:gd name="connsiteX327" fmla="*/ 5073620 w 7467600"/>
              <a:gd name="connsiteY327" fmla="*/ 5955437 h 6858000"/>
              <a:gd name="connsiteX328" fmla="*/ 4689789 w 7467600"/>
              <a:gd name="connsiteY328" fmla="*/ 6268382 h 6858000"/>
              <a:gd name="connsiteX329" fmla="*/ 4418722 w 7467600"/>
              <a:gd name="connsiteY329" fmla="*/ 6570886 h 6858000"/>
              <a:gd name="connsiteX330" fmla="*/ 4214944 w 7467600"/>
              <a:gd name="connsiteY330" fmla="*/ 6858000 h 6858000"/>
              <a:gd name="connsiteX331" fmla="*/ 4177898 w 7467600"/>
              <a:gd name="connsiteY331" fmla="*/ 6858000 h 6858000"/>
              <a:gd name="connsiteX332" fmla="*/ 4391597 w 7467600"/>
              <a:gd name="connsiteY332" fmla="*/ 6556370 h 6858000"/>
              <a:gd name="connsiteX333" fmla="*/ 4668889 w 7467600"/>
              <a:gd name="connsiteY333" fmla="*/ 6246399 h 6858000"/>
              <a:gd name="connsiteX334" fmla="*/ 5055427 w 7467600"/>
              <a:gd name="connsiteY334" fmla="*/ 5931476 h 6858000"/>
              <a:gd name="connsiteX335" fmla="*/ 5371814 w 7467600"/>
              <a:gd name="connsiteY335" fmla="*/ 5678975 h 6858000"/>
              <a:gd name="connsiteX336" fmla="*/ 4987918 w 7467600"/>
              <a:gd name="connsiteY336" fmla="*/ 5838701 h 6858000"/>
              <a:gd name="connsiteX337" fmla="*/ 4317146 w 7467600"/>
              <a:gd name="connsiteY337" fmla="*/ 6587716 h 6858000"/>
              <a:gd name="connsiteX338" fmla="*/ 4171627 w 7467600"/>
              <a:gd name="connsiteY338" fmla="*/ 6858000 h 6858000"/>
              <a:gd name="connsiteX339" fmla="*/ 4081585 w 7467600"/>
              <a:gd name="connsiteY339" fmla="*/ 6858000 h 6858000"/>
              <a:gd name="connsiteX340" fmla="*/ 4238603 w 7467600"/>
              <a:gd name="connsiteY340" fmla="*/ 6559341 h 6858000"/>
              <a:gd name="connsiteX341" fmla="*/ 4778333 w 7467600"/>
              <a:gd name="connsiteY341" fmla="*/ 5873626 h 6858000"/>
              <a:gd name="connsiteX342" fmla="*/ 5414185 w 7467600"/>
              <a:gd name="connsiteY342" fmla="*/ 5573882 h 6858000"/>
              <a:gd name="connsiteX343" fmla="*/ 5959648 w 7467600"/>
              <a:gd name="connsiteY343" fmla="*/ 4760797 h 6858000"/>
              <a:gd name="connsiteX344" fmla="*/ 5355019 w 7467600"/>
              <a:gd name="connsiteY344" fmla="*/ 4734672 h 6858000"/>
              <a:gd name="connsiteX345" fmla="*/ 5083565 w 7467600"/>
              <a:gd name="connsiteY345" fmla="*/ 5179121 h 6858000"/>
              <a:gd name="connsiteX346" fmla="*/ 4713577 w 7467600"/>
              <a:gd name="connsiteY346" fmla="*/ 5616803 h 6858000"/>
              <a:gd name="connsiteX347" fmla="*/ 3989559 w 7467600"/>
              <a:gd name="connsiteY347" fmla="*/ 6145945 h 6858000"/>
              <a:gd name="connsiteX348" fmla="*/ 3939824 w 7467600"/>
              <a:gd name="connsiteY348" fmla="*/ 6066900 h 6858000"/>
              <a:gd name="connsiteX349" fmla="*/ 4584537 w 7467600"/>
              <a:gd name="connsiteY349" fmla="*/ 5324826 h 6858000"/>
              <a:gd name="connsiteX350" fmla="*/ 5037105 w 7467600"/>
              <a:gd name="connsiteY350" fmla="*/ 5088765 h 6858000"/>
              <a:gd name="connsiteX351" fmla="*/ 5039930 w 7467600"/>
              <a:gd name="connsiteY351" fmla="*/ 5089585 h 6858000"/>
              <a:gd name="connsiteX352" fmla="*/ 5263764 w 7467600"/>
              <a:gd name="connsiteY352" fmla="*/ 4735525 h 6858000"/>
              <a:gd name="connsiteX353" fmla="*/ 4086300 w 7467600"/>
              <a:gd name="connsiteY353" fmla="*/ 4884599 h 6858000"/>
              <a:gd name="connsiteX354" fmla="*/ 4085485 w 7467600"/>
              <a:gd name="connsiteY354" fmla="*/ 4899070 h 6858000"/>
              <a:gd name="connsiteX355" fmla="*/ 3871915 w 7467600"/>
              <a:gd name="connsiteY355" fmla="*/ 5253645 h 6858000"/>
              <a:gd name="connsiteX356" fmla="*/ 3799374 w 7467600"/>
              <a:gd name="connsiteY356" fmla="*/ 5466127 h 6858000"/>
              <a:gd name="connsiteX357" fmla="*/ 3498850 w 7467600"/>
              <a:gd name="connsiteY357" fmla="*/ 6661888 h 6858000"/>
              <a:gd name="connsiteX358" fmla="*/ 3399216 w 7467600"/>
              <a:gd name="connsiteY358" fmla="*/ 6858000 h 6858000"/>
              <a:gd name="connsiteX359" fmla="*/ 3303688 w 7467600"/>
              <a:gd name="connsiteY359" fmla="*/ 6858000 h 6858000"/>
              <a:gd name="connsiteX360" fmla="*/ 3391774 w 7467600"/>
              <a:gd name="connsiteY360" fmla="*/ 6697181 h 6858000"/>
              <a:gd name="connsiteX361" fmla="*/ 3735540 w 7467600"/>
              <a:gd name="connsiteY361" fmla="*/ 5546923 h 6858000"/>
              <a:gd name="connsiteX362" fmla="*/ 3729438 w 7467600"/>
              <a:gd name="connsiteY362" fmla="*/ 5569058 h 6858000"/>
              <a:gd name="connsiteX363" fmla="*/ 3707782 w 7467600"/>
              <a:gd name="connsiteY363" fmla="*/ 5644908 h 6858000"/>
              <a:gd name="connsiteX364" fmla="*/ 3583827 w 7467600"/>
              <a:gd name="connsiteY364" fmla="*/ 6039215 h 6858000"/>
              <a:gd name="connsiteX365" fmla="*/ 3547861 w 7467600"/>
              <a:gd name="connsiteY365" fmla="*/ 6129609 h 6858000"/>
              <a:gd name="connsiteX366" fmla="*/ 3490905 w 7467600"/>
              <a:gd name="connsiteY366" fmla="*/ 6277660 h 6858000"/>
              <a:gd name="connsiteX367" fmla="*/ 3455859 w 7467600"/>
              <a:gd name="connsiteY367" fmla="*/ 6391301 h 6858000"/>
              <a:gd name="connsiteX368" fmla="*/ 3429112 w 7467600"/>
              <a:gd name="connsiteY368" fmla="*/ 6479469 h 6858000"/>
              <a:gd name="connsiteX369" fmla="*/ 3304862 w 7467600"/>
              <a:gd name="connsiteY369" fmla="*/ 6796476 h 6858000"/>
              <a:gd name="connsiteX370" fmla="*/ 3276071 w 7467600"/>
              <a:gd name="connsiteY370" fmla="*/ 6858000 h 6858000"/>
              <a:gd name="connsiteX371" fmla="*/ 3240805 w 7467600"/>
              <a:gd name="connsiteY371" fmla="*/ 6858000 h 6858000"/>
              <a:gd name="connsiteX372" fmla="*/ 3275917 w 7467600"/>
              <a:gd name="connsiteY372" fmla="*/ 6783192 h 6858000"/>
              <a:gd name="connsiteX373" fmla="*/ 3399358 w 7467600"/>
              <a:gd name="connsiteY373" fmla="*/ 6469011 h 6858000"/>
              <a:gd name="connsiteX374" fmla="*/ 3425650 w 7467600"/>
              <a:gd name="connsiteY374" fmla="*/ 6381333 h 6858000"/>
              <a:gd name="connsiteX375" fmla="*/ 3460661 w 7467600"/>
              <a:gd name="connsiteY375" fmla="*/ 6266763 h 6858000"/>
              <a:gd name="connsiteX376" fmla="*/ 3518021 w 7467600"/>
              <a:gd name="connsiteY376" fmla="*/ 6117298 h 6858000"/>
              <a:gd name="connsiteX377" fmla="*/ 3554035 w 7467600"/>
              <a:gd name="connsiteY377" fmla="*/ 6027832 h 6858000"/>
              <a:gd name="connsiteX378" fmla="*/ 3677174 w 7467600"/>
              <a:gd name="connsiteY378" fmla="*/ 5636351 h 6858000"/>
              <a:gd name="connsiteX379" fmla="*/ 3698819 w 7467600"/>
              <a:gd name="connsiteY379" fmla="*/ 5560503 h 6858000"/>
              <a:gd name="connsiteX380" fmla="*/ 3702094 w 7467600"/>
              <a:gd name="connsiteY380" fmla="*/ 5549194 h 6858000"/>
              <a:gd name="connsiteX381" fmla="*/ 3398355 w 7467600"/>
              <a:gd name="connsiteY381" fmla="*/ 6094603 h 6858000"/>
              <a:gd name="connsiteX382" fmla="*/ 3193941 w 7467600"/>
              <a:gd name="connsiteY382" fmla="*/ 6798775 h 6858000"/>
              <a:gd name="connsiteX383" fmla="*/ 3184140 w 7467600"/>
              <a:gd name="connsiteY383" fmla="*/ 6858000 h 6858000"/>
              <a:gd name="connsiteX384" fmla="*/ 3099978 w 7467600"/>
              <a:gd name="connsiteY384" fmla="*/ 6858000 h 6858000"/>
              <a:gd name="connsiteX385" fmla="*/ 3101556 w 7467600"/>
              <a:gd name="connsiteY385" fmla="*/ 6843337 h 6858000"/>
              <a:gd name="connsiteX386" fmla="*/ 3370162 w 7467600"/>
              <a:gd name="connsiteY386" fmla="*/ 5785550 h 6858000"/>
              <a:gd name="connsiteX387" fmla="*/ 3746477 w 7467600"/>
              <a:gd name="connsiteY387" fmla="*/ 5377889 h 6858000"/>
              <a:gd name="connsiteX388" fmla="*/ 3863399 w 7467600"/>
              <a:gd name="connsiteY388" fmla="*/ 5087257 h 6858000"/>
              <a:gd name="connsiteX389" fmla="*/ 3968712 w 7467600"/>
              <a:gd name="connsiteY389" fmla="*/ 4913989 h 6858000"/>
              <a:gd name="connsiteX390" fmla="*/ 2792390 w 7467600"/>
              <a:gd name="connsiteY390" fmla="*/ 5382974 h 6858000"/>
              <a:gd name="connsiteX391" fmla="*/ 2714982 w 7467600"/>
              <a:gd name="connsiteY391" fmla="*/ 5427051 h 6858000"/>
              <a:gd name="connsiteX392" fmla="*/ 2813361 w 7467600"/>
              <a:gd name="connsiteY392" fmla="*/ 6023912 h 6858000"/>
              <a:gd name="connsiteX393" fmla="*/ 2688430 w 7467600"/>
              <a:gd name="connsiteY393" fmla="*/ 6801564 h 6858000"/>
              <a:gd name="connsiteX394" fmla="*/ 2629626 w 7467600"/>
              <a:gd name="connsiteY394" fmla="*/ 6763394 h 6858000"/>
              <a:gd name="connsiteX395" fmla="*/ 2565328 w 7467600"/>
              <a:gd name="connsiteY395" fmla="*/ 5516399 h 6858000"/>
              <a:gd name="connsiteX396" fmla="*/ 1922999 w 7467600"/>
              <a:gd name="connsiteY396" fmla="*/ 5980343 h 6858000"/>
              <a:gd name="connsiteX397" fmla="*/ 1950261 w 7467600"/>
              <a:gd name="connsiteY397" fmla="*/ 6405858 h 6858000"/>
              <a:gd name="connsiteX398" fmla="*/ 2365554 w 7467600"/>
              <a:gd name="connsiteY398" fmla="*/ 6759107 h 6858000"/>
              <a:gd name="connsiteX399" fmla="*/ 2424142 w 7467600"/>
              <a:gd name="connsiteY399" fmla="*/ 6858000 h 6858000"/>
              <a:gd name="connsiteX400" fmla="*/ 2395994 w 7467600"/>
              <a:gd name="connsiteY400" fmla="*/ 6858000 h 6858000"/>
              <a:gd name="connsiteX401" fmla="*/ 2392863 w 7467600"/>
              <a:gd name="connsiteY401" fmla="*/ 6852964 h 6858000"/>
              <a:gd name="connsiteX402" fmla="*/ 2017589 w 7467600"/>
              <a:gd name="connsiteY402" fmla="*/ 6493982 h 6858000"/>
              <a:gd name="connsiteX403" fmla="*/ 2147336 w 7467600"/>
              <a:gd name="connsiteY403" fmla="*/ 6594052 h 6858000"/>
              <a:gd name="connsiteX404" fmla="*/ 2207047 w 7467600"/>
              <a:gd name="connsiteY404" fmla="*/ 6654540 h 6858000"/>
              <a:gd name="connsiteX405" fmla="*/ 2299106 w 7467600"/>
              <a:gd name="connsiteY405" fmla="*/ 6778931 h 6858000"/>
              <a:gd name="connsiteX406" fmla="*/ 2314430 w 7467600"/>
              <a:gd name="connsiteY406" fmla="*/ 6801144 h 6858000"/>
              <a:gd name="connsiteX407" fmla="*/ 2352406 w 7467600"/>
              <a:gd name="connsiteY407" fmla="*/ 6858000 h 6858000"/>
              <a:gd name="connsiteX408" fmla="*/ 2314492 w 7467600"/>
              <a:gd name="connsiteY408" fmla="*/ 6858000 h 6858000"/>
              <a:gd name="connsiteX409" fmla="*/ 2288095 w 7467600"/>
              <a:gd name="connsiteY409" fmla="*/ 6818030 h 6858000"/>
              <a:gd name="connsiteX410" fmla="*/ 2272768 w 7467600"/>
              <a:gd name="connsiteY410" fmla="*/ 6795822 h 6858000"/>
              <a:gd name="connsiteX411" fmla="*/ 2182715 w 7467600"/>
              <a:gd name="connsiteY411" fmla="*/ 6675071 h 6858000"/>
              <a:gd name="connsiteX412" fmla="*/ 2032061 w 7467600"/>
              <a:gd name="connsiteY412" fmla="*/ 6541380 h 6858000"/>
              <a:gd name="connsiteX413" fmla="*/ 2257220 w 7467600"/>
              <a:gd name="connsiteY413" fmla="*/ 6826257 h 6858000"/>
              <a:gd name="connsiteX414" fmla="*/ 2281324 w 7467600"/>
              <a:gd name="connsiteY414" fmla="*/ 6858000 h 6858000"/>
              <a:gd name="connsiteX415" fmla="*/ 2242860 w 7467600"/>
              <a:gd name="connsiteY415" fmla="*/ 6858000 h 6858000"/>
              <a:gd name="connsiteX416" fmla="*/ 2232818 w 7467600"/>
              <a:gd name="connsiteY416" fmla="*/ 6844926 h 6858000"/>
              <a:gd name="connsiteX417" fmla="*/ 1990172 w 7467600"/>
              <a:gd name="connsiteY417" fmla="*/ 6542121 h 6858000"/>
              <a:gd name="connsiteX418" fmla="*/ 2124090 w 7467600"/>
              <a:gd name="connsiteY418" fmla="*/ 6761017 h 6858000"/>
              <a:gd name="connsiteX419" fmla="*/ 2200380 w 7467600"/>
              <a:gd name="connsiteY419" fmla="*/ 6858000 h 6858000"/>
              <a:gd name="connsiteX420" fmla="*/ 2147507 w 7467600"/>
              <a:gd name="connsiteY420" fmla="*/ 6858000 h 6858000"/>
              <a:gd name="connsiteX421" fmla="*/ 2070668 w 7467600"/>
              <a:gd name="connsiteY421" fmla="*/ 6761520 h 6858000"/>
              <a:gd name="connsiteX422" fmla="*/ 1975142 w 7467600"/>
              <a:gd name="connsiteY422" fmla="*/ 6585570 h 6858000"/>
              <a:gd name="connsiteX423" fmla="*/ 2050035 w 7467600"/>
              <a:gd name="connsiteY423" fmla="*/ 6813345 h 6858000"/>
              <a:gd name="connsiteX424" fmla="*/ 2063025 w 7467600"/>
              <a:gd name="connsiteY424" fmla="*/ 6858000 h 6858000"/>
              <a:gd name="connsiteX425" fmla="*/ 2021675 w 7467600"/>
              <a:gd name="connsiteY425" fmla="*/ 6858000 h 6858000"/>
              <a:gd name="connsiteX426" fmla="*/ 2019308 w 7467600"/>
              <a:gd name="connsiteY426" fmla="*/ 6847118 h 6858000"/>
              <a:gd name="connsiteX427" fmla="*/ 1938835 w 7467600"/>
              <a:gd name="connsiteY427" fmla="*/ 6551160 h 6858000"/>
              <a:gd name="connsiteX428" fmla="*/ 1953230 w 7467600"/>
              <a:gd name="connsiteY428" fmla="*/ 6759699 h 6858000"/>
              <a:gd name="connsiteX429" fmla="*/ 1956763 w 7467600"/>
              <a:gd name="connsiteY429" fmla="*/ 6778191 h 6858000"/>
              <a:gd name="connsiteX430" fmla="*/ 1967925 w 7467600"/>
              <a:gd name="connsiteY430" fmla="*/ 6858000 h 6858000"/>
              <a:gd name="connsiteX431" fmla="*/ 1936622 w 7467600"/>
              <a:gd name="connsiteY431" fmla="*/ 6858000 h 6858000"/>
              <a:gd name="connsiteX432" fmla="*/ 1926261 w 7467600"/>
              <a:gd name="connsiteY432" fmla="*/ 6784064 h 6858000"/>
              <a:gd name="connsiteX433" fmla="*/ 1922724 w 7467600"/>
              <a:gd name="connsiteY433" fmla="*/ 6765577 h 6858000"/>
              <a:gd name="connsiteX434" fmla="*/ 1904650 w 7467600"/>
              <a:gd name="connsiteY434" fmla="*/ 6639616 h 6858000"/>
              <a:gd name="connsiteX435" fmla="*/ 1885273 w 7467600"/>
              <a:gd name="connsiteY435" fmla="*/ 6858000 h 6858000"/>
              <a:gd name="connsiteX436" fmla="*/ 1854363 w 7467600"/>
              <a:gd name="connsiteY436" fmla="*/ 6858000 h 6858000"/>
              <a:gd name="connsiteX437" fmla="*/ 1880391 w 7467600"/>
              <a:gd name="connsiteY437" fmla="*/ 6603796 h 6858000"/>
              <a:gd name="connsiteX438" fmla="*/ 1818273 w 7467600"/>
              <a:gd name="connsiteY438" fmla="*/ 6715729 h 6858000"/>
              <a:gd name="connsiteX439" fmla="*/ 1794691 w 7467600"/>
              <a:gd name="connsiteY439" fmla="*/ 6843239 h 6858000"/>
              <a:gd name="connsiteX440" fmla="*/ 1794914 w 7467600"/>
              <a:gd name="connsiteY440" fmla="*/ 6858000 h 6858000"/>
              <a:gd name="connsiteX441" fmla="*/ 1746128 w 7467600"/>
              <a:gd name="connsiteY441" fmla="*/ 6858000 h 6858000"/>
              <a:gd name="connsiteX442" fmla="*/ 1753934 w 7467600"/>
              <a:gd name="connsiteY442" fmla="*/ 6724796 h 6858000"/>
              <a:gd name="connsiteX443" fmla="*/ 1792053 w 7467600"/>
              <a:gd name="connsiteY443" fmla="*/ 6572396 h 6858000"/>
              <a:gd name="connsiteX444" fmla="*/ 1862248 w 7467600"/>
              <a:gd name="connsiteY444" fmla="*/ 6266397 h 6858000"/>
              <a:gd name="connsiteX445" fmla="*/ 1862250 w 7467600"/>
              <a:gd name="connsiteY445" fmla="*/ 6033531 h 6858000"/>
              <a:gd name="connsiteX446" fmla="*/ 1211999 w 7467600"/>
              <a:gd name="connsiteY446" fmla="*/ 6683610 h 6858000"/>
              <a:gd name="connsiteX447" fmla="*/ 1213266 w 7467600"/>
              <a:gd name="connsiteY447" fmla="*/ 6691947 h 6858000"/>
              <a:gd name="connsiteX448" fmla="*/ 1203370 w 7467600"/>
              <a:gd name="connsiteY448" fmla="*/ 6850676 h 6858000"/>
              <a:gd name="connsiteX449" fmla="*/ 1203671 w 7467600"/>
              <a:gd name="connsiteY449" fmla="*/ 6858000 h 6858000"/>
              <a:gd name="connsiteX450" fmla="*/ 1143180 w 7467600"/>
              <a:gd name="connsiteY450" fmla="*/ 6858000 h 6858000"/>
              <a:gd name="connsiteX451" fmla="*/ 1142176 w 7467600"/>
              <a:gd name="connsiteY451" fmla="*/ 6766045 h 6858000"/>
              <a:gd name="connsiteX452" fmla="*/ 1067484 w 7467600"/>
              <a:gd name="connsiteY452" fmla="*/ 6858000 h 6858000"/>
              <a:gd name="connsiteX453" fmla="*/ 953928 w 7467600"/>
              <a:gd name="connsiteY453" fmla="*/ 6858000 h 6858000"/>
              <a:gd name="connsiteX454" fmla="*/ 959715 w 7467600"/>
              <a:gd name="connsiteY454" fmla="*/ 6850185 h 6858000"/>
              <a:gd name="connsiteX455" fmla="*/ 1483788 w 7467600"/>
              <a:gd name="connsiteY455" fmla="*/ 6259174 h 6858000"/>
              <a:gd name="connsiteX456" fmla="*/ 1100671 w 7467600"/>
              <a:gd name="connsiteY456" fmla="*/ 6252137 h 6858000"/>
              <a:gd name="connsiteX457" fmla="*/ 1090144 w 7467600"/>
              <a:gd name="connsiteY457" fmla="*/ 6256748 h 6858000"/>
              <a:gd name="connsiteX458" fmla="*/ 1095872 w 7467600"/>
              <a:gd name="connsiteY458" fmla="*/ 6271892 h 6858000"/>
              <a:gd name="connsiteX459" fmla="*/ 262785 w 7467600"/>
              <a:gd name="connsiteY459" fmla="*/ 6845450 h 6858000"/>
              <a:gd name="connsiteX460" fmla="*/ 209968 w 7467600"/>
              <a:gd name="connsiteY460" fmla="*/ 6770713 h 6858000"/>
              <a:gd name="connsiteX461" fmla="*/ 873460 w 7467600"/>
              <a:gd name="connsiteY461" fmla="*/ 6253768 h 6858000"/>
              <a:gd name="connsiteX462" fmla="*/ 192686 w 7467600"/>
              <a:gd name="connsiteY462" fmla="*/ 5849257 h 6858000"/>
              <a:gd name="connsiteX463" fmla="*/ 4696 w 7467600"/>
              <a:gd name="connsiteY463" fmla="*/ 5697668 h 6858000"/>
              <a:gd name="connsiteX464" fmla="*/ 0 w 7467600"/>
              <a:gd name="connsiteY464" fmla="*/ 5689984 h 6858000"/>
              <a:gd name="connsiteX465" fmla="*/ 0 w 7467600"/>
              <a:gd name="connsiteY465" fmla="*/ 5513472 h 6858000"/>
              <a:gd name="connsiteX466" fmla="*/ 174101 w 7467600"/>
              <a:gd name="connsiteY466" fmla="*/ 5620277 h 6858000"/>
              <a:gd name="connsiteX467" fmla="*/ 891800 w 7467600"/>
              <a:gd name="connsiteY467" fmla="*/ 6036935 h 6858000"/>
              <a:gd name="connsiteX468" fmla="*/ 1072219 w 7467600"/>
              <a:gd name="connsiteY468" fmla="*/ 6169443 h 6858000"/>
              <a:gd name="connsiteX469" fmla="*/ 1074117 w 7467600"/>
              <a:gd name="connsiteY469" fmla="*/ 6170301 h 6858000"/>
              <a:gd name="connsiteX470" fmla="*/ 1083114 w 7467600"/>
              <a:gd name="connsiteY470" fmla="*/ 6174131 h 6858000"/>
              <a:gd name="connsiteX471" fmla="*/ 1543010 w 7467600"/>
              <a:gd name="connsiteY471" fmla="*/ 6191140 h 6858000"/>
              <a:gd name="connsiteX472" fmla="*/ 1551080 w 7467600"/>
              <a:gd name="connsiteY472" fmla="*/ 6195006 h 6858000"/>
              <a:gd name="connsiteX473" fmla="*/ 2345443 w 7467600"/>
              <a:gd name="connsiteY473" fmla="*/ 5549882 h 6858000"/>
              <a:gd name="connsiteX474" fmla="*/ 1721499 w 7467600"/>
              <a:gd name="connsiteY474" fmla="*/ 5599969 h 6858000"/>
              <a:gd name="connsiteX475" fmla="*/ 767716 w 7467600"/>
              <a:gd name="connsiteY475" fmla="*/ 5472768 h 6858000"/>
              <a:gd name="connsiteX476" fmla="*/ 722147 w 7467600"/>
              <a:gd name="connsiteY476" fmla="*/ 5393091 h 6858000"/>
              <a:gd name="connsiteX477" fmla="*/ 1485552 w 7467600"/>
              <a:gd name="connsiteY477" fmla="*/ 5313202 h 6858000"/>
              <a:gd name="connsiteX478" fmla="*/ 2143004 w 7467600"/>
              <a:gd name="connsiteY478" fmla="*/ 5402420 h 6858000"/>
              <a:gd name="connsiteX479" fmla="*/ 1933391 w 7467600"/>
              <a:gd name="connsiteY479" fmla="*/ 5156971 h 6858000"/>
              <a:gd name="connsiteX480" fmla="*/ 1827118 w 7467600"/>
              <a:gd name="connsiteY480" fmla="*/ 4968410 h 6858000"/>
              <a:gd name="connsiteX481" fmla="*/ 1837349 w 7467600"/>
              <a:gd name="connsiteY481" fmla="*/ 4956357 h 6858000"/>
              <a:gd name="connsiteX482" fmla="*/ 2162835 w 7467600"/>
              <a:gd name="connsiteY482" fmla="*/ 5187853 h 6858000"/>
              <a:gd name="connsiteX483" fmla="*/ 2257167 w 7467600"/>
              <a:gd name="connsiteY483" fmla="*/ 5462123 h 6858000"/>
              <a:gd name="connsiteX484" fmla="*/ 2261598 w 7467600"/>
              <a:gd name="connsiteY484" fmla="*/ 5467998 h 6858000"/>
              <a:gd name="connsiteX485" fmla="*/ 2437177 w 7467600"/>
              <a:gd name="connsiteY485" fmla="*/ 5479608 h 6858000"/>
              <a:gd name="connsiteX486" fmla="*/ 2445247 w 7467600"/>
              <a:gd name="connsiteY486" fmla="*/ 5483476 h 6858000"/>
              <a:gd name="connsiteX487" fmla="*/ 2743626 w 7467600"/>
              <a:gd name="connsiteY487" fmla="*/ 5304819 h 6858000"/>
              <a:gd name="connsiteX488" fmla="*/ 3048102 w 7467600"/>
              <a:gd name="connsiteY488" fmla="*/ 5150595 h 6858000"/>
              <a:gd name="connsiteX489" fmla="*/ 1799414 w 7467600"/>
              <a:gd name="connsiteY489" fmla="*/ 4694732 h 6858000"/>
              <a:gd name="connsiteX490" fmla="*/ 1771735 w 7467600"/>
              <a:gd name="connsiteY490" fmla="*/ 4619929 h 6858000"/>
              <a:gd name="connsiteX491" fmla="*/ 3104273 w 7467600"/>
              <a:gd name="connsiteY491" fmla="*/ 5076159 h 6858000"/>
              <a:gd name="connsiteX492" fmla="*/ 3113245 w 7467600"/>
              <a:gd name="connsiteY492" fmla="*/ 5090705 h 6858000"/>
              <a:gd name="connsiteX493" fmla="*/ 3126294 w 7467600"/>
              <a:gd name="connsiteY493" fmla="*/ 5114400 h 6858000"/>
              <a:gd name="connsiteX494" fmla="*/ 3937433 w 7467600"/>
              <a:gd name="connsiteY494" fmla="*/ 4830473 h 6858000"/>
              <a:gd name="connsiteX495" fmla="*/ 3590475 w 7467600"/>
              <a:gd name="connsiteY495" fmla="*/ 4597974 h 6858000"/>
              <a:gd name="connsiteX496" fmla="*/ 3100264 w 7467600"/>
              <a:gd name="connsiteY496" fmla="*/ 4579845 h 6858000"/>
              <a:gd name="connsiteX497" fmla="*/ 2183576 w 7467600"/>
              <a:gd name="connsiteY497" fmla="*/ 4227150 h 6858000"/>
              <a:gd name="connsiteX498" fmla="*/ 2151029 w 7467600"/>
              <a:gd name="connsiteY498" fmla="*/ 4146947 h 6858000"/>
              <a:gd name="connsiteX499" fmla="*/ 3563434 w 7467600"/>
              <a:gd name="connsiteY499" fmla="*/ 4469115 h 6858000"/>
              <a:gd name="connsiteX500" fmla="*/ 3177952 w 7467600"/>
              <a:gd name="connsiteY500" fmla="*/ 3657386 h 6858000"/>
              <a:gd name="connsiteX501" fmla="*/ 3189263 w 7467600"/>
              <a:gd name="connsiteY501" fmla="*/ 3625726 h 6858000"/>
              <a:gd name="connsiteX502" fmla="*/ 3560912 w 7467600"/>
              <a:gd name="connsiteY502" fmla="*/ 4079863 h 6858000"/>
              <a:gd name="connsiteX503" fmla="*/ 3626636 w 7467600"/>
              <a:gd name="connsiteY503" fmla="*/ 4512230 h 6858000"/>
              <a:gd name="connsiteX504" fmla="*/ 3653088 w 7467600"/>
              <a:gd name="connsiteY504" fmla="*/ 4521417 h 6858000"/>
              <a:gd name="connsiteX505" fmla="*/ 3988128 w 7467600"/>
              <a:gd name="connsiteY505" fmla="*/ 4817267 h 6858000"/>
              <a:gd name="connsiteX506" fmla="*/ 4830582 w 7467600"/>
              <a:gd name="connsiteY506" fmla="*/ 4676000 h 6858000"/>
              <a:gd name="connsiteX507" fmla="*/ 4830100 w 7467600"/>
              <a:gd name="connsiteY507" fmla="*/ 4675554 h 6858000"/>
              <a:gd name="connsiteX508" fmla="*/ 4036318 w 7467600"/>
              <a:gd name="connsiteY508" fmla="*/ 4147013 h 6858000"/>
              <a:gd name="connsiteX509" fmla="*/ 3432098 w 7467600"/>
              <a:gd name="connsiteY509" fmla="*/ 3537312 h 6858000"/>
              <a:gd name="connsiteX510" fmla="*/ 3446761 w 7467600"/>
              <a:gd name="connsiteY510" fmla="*/ 3461278 h 6858000"/>
              <a:gd name="connsiteX511" fmla="*/ 4419733 w 7467600"/>
              <a:gd name="connsiteY511" fmla="*/ 3963555 h 6858000"/>
              <a:gd name="connsiteX512" fmla="*/ 4781371 w 7467600"/>
              <a:gd name="connsiteY512" fmla="*/ 4458604 h 6858000"/>
              <a:gd name="connsiteX513" fmla="*/ 4780440 w 7467600"/>
              <a:gd name="connsiteY513" fmla="*/ 4470290 h 6858000"/>
              <a:gd name="connsiteX514" fmla="*/ 4898954 w 7467600"/>
              <a:gd name="connsiteY514" fmla="*/ 4662092 h 6858000"/>
              <a:gd name="connsiteX515" fmla="*/ 4900699 w 7467600"/>
              <a:gd name="connsiteY515" fmla="*/ 4670867 h 6858000"/>
              <a:gd name="connsiteX516" fmla="*/ 5714511 w 7467600"/>
              <a:gd name="connsiteY516" fmla="*/ 4663483 h 6858000"/>
              <a:gd name="connsiteX517" fmla="*/ 5464793 w 7467600"/>
              <a:gd name="connsiteY517" fmla="*/ 4393556 h 6858000"/>
              <a:gd name="connsiteX518" fmla="*/ 5461897 w 7467600"/>
              <a:gd name="connsiteY518" fmla="*/ 4390879 h 6858000"/>
              <a:gd name="connsiteX519" fmla="*/ 4294126 w 7467600"/>
              <a:gd name="connsiteY519" fmla="*/ 3303048 h 6858000"/>
              <a:gd name="connsiteX520" fmla="*/ 4305321 w 7467600"/>
              <a:gd name="connsiteY520" fmla="*/ 3256953 h 6858000"/>
              <a:gd name="connsiteX521" fmla="*/ 4949299 w 7467600"/>
              <a:gd name="connsiteY521" fmla="*/ 3766336 h 6858000"/>
              <a:gd name="connsiteX522" fmla="*/ 5291452 w 7467600"/>
              <a:gd name="connsiteY522" fmla="*/ 4076801 h 6858000"/>
              <a:gd name="connsiteX523" fmla="*/ 5434998 w 7467600"/>
              <a:gd name="connsiteY523" fmla="*/ 4254100 h 6858000"/>
              <a:gd name="connsiteX524" fmla="*/ 5351015 w 7467600"/>
              <a:gd name="connsiteY524" fmla="*/ 3760989 h 6858000"/>
              <a:gd name="connsiteX525" fmla="*/ 5413780 w 7467600"/>
              <a:gd name="connsiteY525" fmla="*/ 2966265 h 6858000"/>
              <a:gd name="connsiteX526" fmla="*/ 5425627 w 7467600"/>
              <a:gd name="connsiteY526" fmla="*/ 2954192 h 6858000"/>
              <a:gd name="connsiteX527" fmla="*/ 6604735 w 7467600"/>
              <a:gd name="connsiteY527" fmla="*/ 2041381 h 6858000"/>
              <a:gd name="connsiteX528" fmla="*/ 7204487 w 7467600"/>
              <a:gd name="connsiteY528" fmla="*/ 2742112 h 6858000"/>
              <a:gd name="connsiteX529" fmla="*/ 7131592 w 7467600"/>
              <a:gd name="connsiteY529" fmla="*/ 2672096 h 6858000"/>
              <a:gd name="connsiteX530" fmla="*/ 6996344 w 7467600"/>
              <a:gd name="connsiteY530" fmla="*/ 2518310 h 6858000"/>
              <a:gd name="connsiteX531" fmla="*/ 6735495 w 7467600"/>
              <a:gd name="connsiteY531" fmla="*/ 2196890 h 6858000"/>
              <a:gd name="connsiteX532" fmla="*/ 6721901 w 7467600"/>
              <a:gd name="connsiteY532" fmla="*/ 2179274 h 6858000"/>
              <a:gd name="connsiteX533" fmla="*/ 6604735 w 7467600"/>
              <a:gd name="connsiteY533" fmla="*/ 2041381 h 6858000"/>
              <a:gd name="connsiteX534" fmla="*/ 6591670 w 7467600"/>
              <a:gd name="connsiteY534" fmla="*/ 1988277 h 6858000"/>
              <a:gd name="connsiteX535" fmla="*/ 6747349 w 7467600"/>
              <a:gd name="connsiteY535" fmla="*/ 2160069 h 6858000"/>
              <a:gd name="connsiteX536" fmla="*/ 6760943 w 7467600"/>
              <a:gd name="connsiteY536" fmla="*/ 2177686 h 6858000"/>
              <a:gd name="connsiteX537" fmla="*/ 7021065 w 7467600"/>
              <a:gd name="connsiteY537" fmla="*/ 2498102 h 6858000"/>
              <a:gd name="connsiteX538" fmla="*/ 7155223 w 7467600"/>
              <a:gd name="connsiteY538" fmla="*/ 2650386 h 6858000"/>
              <a:gd name="connsiteX539" fmla="*/ 7203167 w 7467600"/>
              <a:gd name="connsiteY539" fmla="*/ 2697288 h 6858000"/>
              <a:gd name="connsiteX540" fmla="*/ 6937703 w 7467600"/>
              <a:gd name="connsiteY540" fmla="*/ 2321981 h 6858000"/>
              <a:gd name="connsiteX541" fmla="*/ 6591670 w 7467600"/>
              <a:gd name="connsiteY541" fmla="*/ 1988277 h 6858000"/>
              <a:gd name="connsiteX542" fmla="*/ 5798671 w 7467600"/>
              <a:gd name="connsiteY542" fmla="*/ 1981601 h 6858000"/>
              <a:gd name="connsiteX543" fmla="*/ 5754709 w 7467600"/>
              <a:gd name="connsiteY543" fmla="*/ 2071454 h 6858000"/>
              <a:gd name="connsiteX544" fmla="*/ 5763044 w 7467600"/>
              <a:gd name="connsiteY544" fmla="*/ 2842206 h 6858000"/>
              <a:gd name="connsiteX545" fmla="*/ 5764974 w 7467600"/>
              <a:gd name="connsiteY545" fmla="*/ 2799609 h 6858000"/>
              <a:gd name="connsiteX546" fmla="*/ 5767665 w 7467600"/>
              <a:gd name="connsiteY546" fmla="*/ 2666409 h 6858000"/>
              <a:gd name="connsiteX547" fmla="*/ 5763055 w 7467600"/>
              <a:gd name="connsiteY547" fmla="*/ 2579705 h 6858000"/>
              <a:gd name="connsiteX548" fmla="*/ 5758079 w 7467600"/>
              <a:gd name="connsiteY548" fmla="*/ 2492508 h 6858000"/>
              <a:gd name="connsiteX549" fmla="*/ 5779325 w 7467600"/>
              <a:gd name="connsiteY549" fmla="*/ 2197069 h 6858000"/>
              <a:gd name="connsiteX550" fmla="*/ 5798671 w 7467600"/>
              <a:gd name="connsiteY550" fmla="*/ 1981601 h 6858000"/>
              <a:gd name="connsiteX551" fmla="*/ 5829202 w 7467600"/>
              <a:gd name="connsiteY551" fmla="*/ 1971679 h 6858000"/>
              <a:gd name="connsiteX552" fmla="*/ 5809558 w 7467600"/>
              <a:gd name="connsiteY552" fmla="*/ 2198043 h 6858000"/>
              <a:gd name="connsiteX553" fmla="*/ 5788653 w 7467600"/>
              <a:gd name="connsiteY553" fmla="*/ 2489430 h 6858000"/>
              <a:gd name="connsiteX554" fmla="*/ 5793439 w 7467600"/>
              <a:gd name="connsiteY554" fmla="*/ 2575235 h 6858000"/>
              <a:gd name="connsiteX555" fmla="*/ 5796837 w 7467600"/>
              <a:gd name="connsiteY555" fmla="*/ 2637633 h 6858000"/>
              <a:gd name="connsiteX556" fmla="*/ 5818614 w 7467600"/>
              <a:gd name="connsiteY556" fmla="*/ 2473055 h 6858000"/>
              <a:gd name="connsiteX557" fmla="*/ 5829202 w 7467600"/>
              <a:gd name="connsiteY557" fmla="*/ 1971679 h 6858000"/>
              <a:gd name="connsiteX558" fmla="*/ 5911389 w 7467600"/>
              <a:gd name="connsiteY558" fmla="*/ 1898371 h 6858000"/>
              <a:gd name="connsiteX559" fmla="*/ 6237627 w 7467600"/>
              <a:gd name="connsiteY559" fmla="*/ 2231921 h 6858000"/>
              <a:gd name="connsiteX560" fmla="*/ 5911389 w 7467600"/>
              <a:gd name="connsiteY560" fmla="*/ 1898371 h 6858000"/>
              <a:gd name="connsiteX561" fmla="*/ 6944437 w 7467600"/>
              <a:gd name="connsiteY561" fmla="*/ 1575402 h 6858000"/>
              <a:gd name="connsiteX562" fmla="*/ 6304730 w 7467600"/>
              <a:gd name="connsiteY562" fmla="*/ 1766654 h 6858000"/>
              <a:gd name="connsiteX563" fmla="*/ 6944437 w 7467600"/>
              <a:gd name="connsiteY563" fmla="*/ 1575402 h 6858000"/>
              <a:gd name="connsiteX564" fmla="*/ 7019523 w 7467600"/>
              <a:gd name="connsiteY564" fmla="*/ 1519450 h 6858000"/>
              <a:gd name="connsiteX565" fmla="*/ 6298091 w 7467600"/>
              <a:gd name="connsiteY565" fmla="*/ 1737122 h 6858000"/>
              <a:gd name="connsiteX566" fmla="*/ 7019523 w 7467600"/>
              <a:gd name="connsiteY566" fmla="*/ 1519450 h 6858000"/>
              <a:gd name="connsiteX567" fmla="*/ 2399523 w 7467600"/>
              <a:gd name="connsiteY567" fmla="*/ 1428234 h 6858000"/>
              <a:gd name="connsiteX568" fmla="*/ 2224982 w 7467600"/>
              <a:gd name="connsiteY568" fmla="*/ 1826201 h 6858000"/>
              <a:gd name="connsiteX569" fmla="*/ 2096099 w 7467600"/>
              <a:gd name="connsiteY569" fmla="*/ 2345900 h 6858000"/>
              <a:gd name="connsiteX570" fmla="*/ 2283317 w 7467600"/>
              <a:gd name="connsiteY570" fmla="*/ 1796925 h 6858000"/>
              <a:gd name="connsiteX571" fmla="*/ 2399523 w 7467600"/>
              <a:gd name="connsiteY571" fmla="*/ 1428234 h 6858000"/>
              <a:gd name="connsiteX572" fmla="*/ 2448558 w 7467600"/>
              <a:gd name="connsiteY572" fmla="*/ 1373435 h 6858000"/>
              <a:gd name="connsiteX573" fmla="*/ 2312521 w 7467600"/>
              <a:gd name="connsiteY573" fmla="*/ 1806140 h 6858000"/>
              <a:gd name="connsiteX574" fmla="*/ 2127533 w 7467600"/>
              <a:gd name="connsiteY574" fmla="*/ 2348380 h 6858000"/>
              <a:gd name="connsiteX575" fmla="*/ 2358080 w 7467600"/>
              <a:gd name="connsiteY575" fmla="*/ 1866134 h 6858000"/>
              <a:gd name="connsiteX576" fmla="*/ 2407436 w 7467600"/>
              <a:gd name="connsiteY576" fmla="*/ 1651070 h 6858000"/>
              <a:gd name="connsiteX577" fmla="*/ 2448558 w 7467600"/>
              <a:gd name="connsiteY577" fmla="*/ 1373435 h 6858000"/>
              <a:gd name="connsiteX578" fmla="*/ 278707 w 7467600"/>
              <a:gd name="connsiteY578" fmla="*/ 1352270 h 6858000"/>
              <a:gd name="connsiteX579" fmla="*/ 321570 w 7467600"/>
              <a:gd name="connsiteY579" fmla="*/ 1861610 h 6858000"/>
              <a:gd name="connsiteX580" fmla="*/ 294281 w 7467600"/>
              <a:gd name="connsiteY580" fmla="*/ 1440658 h 6858000"/>
              <a:gd name="connsiteX581" fmla="*/ 278707 w 7467600"/>
              <a:gd name="connsiteY581" fmla="*/ 1352270 h 6858000"/>
              <a:gd name="connsiteX582" fmla="*/ 1423821 w 7467600"/>
              <a:gd name="connsiteY582" fmla="*/ 1351958 h 6858000"/>
              <a:gd name="connsiteX583" fmla="*/ 1638521 w 7467600"/>
              <a:gd name="connsiteY583" fmla="*/ 1908470 h 6858000"/>
              <a:gd name="connsiteX584" fmla="*/ 1754199 w 7467600"/>
              <a:gd name="connsiteY584" fmla="*/ 2149284 h 6858000"/>
              <a:gd name="connsiteX585" fmla="*/ 1908359 w 7467600"/>
              <a:gd name="connsiteY585" fmla="*/ 2364988 h 6858000"/>
              <a:gd name="connsiteX586" fmla="*/ 1647661 w 7467600"/>
              <a:gd name="connsiteY586" fmla="*/ 1825945 h 6858000"/>
              <a:gd name="connsiteX587" fmla="*/ 1423821 w 7467600"/>
              <a:gd name="connsiteY587" fmla="*/ 1351958 h 6858000"/>
              <a:gd name="connsiteX588" fmla="*/ 1431890 w 7467600"/>
              <a:gd name="connsiteY588" fmla="*/ 1306475 h 6858000"/>
              <a:gd name="connsiteX589" fmla="*/ 1507597 w 7467600"/>
              <a:gd name="connsiteY589" fmla="*/ 1446132 h 6858000"/>
              <a:gd name="connsiteX590" fmla="*/ 1674586 w 7467600"/>
              <a:gd name="connsiteY590" fmla="*/ 1813832 h 6858000"/>
              <a:gd name="connsiteX591" fmla="*/ 1815950 w 7467600"/>
              <a:gd name="connsiteY591" fmla="*/ 2128564 h 6858000"/>
              <a:gd name="connsiteX592" fmla="*/ 1984242 w 7467600"/>
              <a:gd name="connsiteY592" fmla="*/ 2430829 h 6858000"/>
              <a:gd name="connsiteX593" fmla="*/ 2014023 w 7467600"/>
              <a:gd name="connsiteY593" fmla="*/ 2450995 h 6858000"/>
              <a:gd name="connsiteX594" fmla="*/ 1747337 w 7467600"/>
              <a:gd name="connsiteY594" fmla="*/ 1855264 h 6858000"/>
              <a:gd name="connsiteX595" fmla="*/ 1533749 w 7467600"/>
              <a:gd name="connsiteY595" fmla="*/ 1478656 h 6858000"/>
              <a:gd name="connsiteX596" fmla="*/ 1431890 w 7467600"/>
              <a:gd name="connsiteY596" fmla="*/ 1306475 h 6858000"/>
              <a:gd name="connsiteX597" fmla="*/ 5052692 w 7467600"/>
              <a:gd name="connsiteY597" fmla="*/ 1292994 h 6858000"/>
              <a:gd name="connsiteX598" fmla="*/ 5200661 w 7467600"/>
              <a:gd name="connsiteY598" fmla="*/ 1635186 h 6858000"/>
              <a:gd name="connsiteX599" fmla="*/ 5297138 w 7467600"/>
              <a:gd name="connsiteY599" fmla="*/ 1906351 h 6858000"/>
              <a:gd name="connsiteX600" fmla="*/ 5052692 w 7467600"/>
              <a:gd name="connsiteY600" fmla="*/ 1292994 h 6858000"/>
              <a:gd name="connsiteX601" fmla="*/ 5009948 w 7467600"/>
              <a:gd name="connsiteY601" fmla="*/ 1273619 h 6858000"/>
              <a:gd name="connsiteX602" fmla="*/ 5121777 w 7467600"/>
              <a:gd name="connsiteY602" fmla="*/ 1654213 h 6858000"/>
              <a:gd name="connsiteX603" fmla="*/ 5293545 w 7467600"/>
              <a:gd name="connsiteY603" fmla="*/ 2072247 h 6858000"/>
              <a:gd name="connsiteX604" fmla="*/ 5294042 w 7467600"/>
              <a:gd name="connsiteY604" fmla="*/ 2065019 h 6858000"/>
              <a:gd name="connsiteX605" fmla="*/ 5171936 w 7467600"/>
              <a:gd name="connsiteY605" fmla="*/ 1647613 h 6858000"/>
              <a:gd name="connsiteX606" fmla="*/ 5009948 w 7467600"/>
              <a:gd name="connsiteY606" fmla="*/ 1273619 h 6858000"/>
              <a:gd name="connsiteX607" fmla="*/ 655236 w 7467600"/>
              <a:gd name="connsiteY607" fmla="*/ 1268632 h 6858000"/>
              <a:gd name="connsiteX608" fmla="*/ 839521 w 7467600"/>
              <a:gd name="connsiteY608" fmla="*/ 1685315 h 6858000"/>
              <a:gd name="connsiteX609" fmla="*/ 1109416 w 7467600"/>
              <a:gd name="connsiteY609" fmla="*/ 2061663 h 6858000"/>
              <a:gd name="connsiteX610" fmla="*/ 1298300 w 7467600"/>
              <a:gd name="connsiteY610" fmla="*/ 2247742 h 6858000"/>
              <a:gd name="connsiteX611" fmla="*/ 1125871 w 7467600"/>
              <a:gd name="connsiteY611" fmla="*/ 1989513 h 6858000"/>
              <a:gd name="connsiteX612" fmla="*/ 981574 w 7467600"/>
              <a:gd name="connsiteY612" fmla="*/ 1783157 h 6858000"/>
              <a:gd name="connsiteX613" fmla="*/ 922198 w 7467600"/>
              <a:gd name="connsiteY613" fmla="*/ 1677437 h 6858000"/>
              <a:gd name="connsiteX614" fmla="*/ 869293 w 7467600"/>
              <a:gd name="connsiteY614" fmla="*/ 1583214 h 6858000"/>
              <a:gd name="connsiteX615" fmla="*/ 751431 w 7467600"/>
              <a:gd name="connsiteY615" fmla="*/ 1405731 h 6858000"/>
              <a:gd name="connsiteX616" fmla="*/ 655236 w 7467600"/>
              <a:gd name="connsiteY616" fmla="*/ 1268632 h 6858000"/>
              <a:gd name="connsiteX617" fmla="*/ 6516292 w 7467600"/>
              <a:gd name="connsiteY617" fmla="*/ 1263064 h 6858000"/>
              <a:gd name="connsiteX618" fmla="*/ 5736320 w 7467600"/>
              <a:gd name="connsiteY618" fmla="*/ 1501803 h 6858000"/>
              <a:gd name="connsiteX619" fmla="*/ 6516292 w 7467600"/>
              <a:gd name="connsiteY619" fmla="*/ 1263064 h 6858000"/>
              <a:gd name="connsiteX620" fmla="*/ 291466 w 7467600"/>
              <a:gd name="connsiteY620" fmla="*/ 1250369 h 6858000"/>
              <a:gd name="connsiteX621" fmla="*/ 323180 w 7467600"/>
              <a:gd name="connsiteY621" fmla="*/ 1435283 h 6858000"/>
              <a:gd name="connsiteX622" fmla="*/ 349381 w 7467600"/>
              <a:gd name="connsiteY622" fmla="*/ 1875041 h 6858000"/>
              <a:gd name="connsiteX623" fmla="*/ 374363 w 7467600"/>
              <a:gd name="connsiteY623" fmla="*/ 1506494 h 6858000"/>
              <a:gd name="connsiteX624" fmla="*/ 302168 w 7467600"/>
              <a:gd name="connsiteY624" fmla="*/ 1274495 h 6858000"/>
              <a:gd name="connsiteX625" fmla="*/ 291466 w 7467600"/>
              <a:gd name="connsiteY625" fmla="*/ 1250369 h 6858000"/>
              <a:gd name="connsiteX626" fmla="*/ 678222 w 7467600"/>
              <a:gd name="connsiteY626" fmla="*/ 1248670 h 6858000"/>
              <a:gd name="connsiteX627" fmla="*/ 775536 w 7467600"/>
              <a:gd name="connsiteY627" fmla="*/ 1388015 h 6858000"/>
              <a:gd name="connsiteX628" fmla="*/ 894529 w 7467600"/>
              <a:gd name="connsiteY628" fmla="*/ 1567739 h 6858000"/>
              <a:gd name="connsiteX629" fmla="*/ 948000 w 7467600"/>
              <a:gd name="connsiteY629" fmla="*/ 1663088 h 6858000"/>
              <a:gd name="connsiteX630" fmla="*/ 1006812 w 7467600"/>
              <a:gd name="connsiteY630" fmla="*/ 1767683 h 6858000"/>
              <a:gd name="connsiteX631" fmla="*/ 1149133 w 7467600"/>
              <a:gd name="connsiteY631" fmla="*/ 1971513 h 6858000"/>
              <a:gd name="connsiteX632" fmla="*/ 1333952 w 7467600"/>
              <a:gd name="connsiteY632" fmla="*/ 2251620 h 6858000"/>
              <a:gd name="connsiteX633" fmla="*/ 1337329 w 7467600"/>
              <a:gd name="connsiteY633" fmla="*/ 2258350 h 6858000"/>
              <a:gd name="connsiteX634" fmla="*/ 1014726 w 7467600"/>
              <a:gd name="connsiteY634" fmla="*/ 1615556 h 6858000"/>
              <a:gd name="connsiteX635" fmla="*/ 678222 w 7467600"/>
              <a:gd name="connsiteY635" fmla="*/ 1248670 h 6858000"/>
              <a:gd name="connsiteX636" fmla="*/ 6691602 w 7467600"/>
              <a:gd name="connsiteY636" fmla="*/ 1140573 h 6858000"/>
              <a:gd name="connsiteX637" fmla="*/ 6571100 w 7467600"/>
              <a:gd name="connsiteY637" fmla="*/ 1183662 h 6858000"/>
              <a:gd name="connsiteX638" fmla="*/ 6241687 w 7467600"/>
              <a:gd name="connsiteY638" fmla="*/ 1257600 h 6858000"/>
              <a:gd name="connsiteX639" fmla="*/ 5693009 w 7467600"/>
              <a:gd name="connsiteY639" fmla="*/ 1478256 h 6858000"/>
              <a:gd name="connsiteX640" fmla="*/ 6548420 w 7467600"/>
              <a:gd name="connsiteY640" fmla="*/ 1214599 h 6858000"/>
              <a:gd name="connsiteX641" fmla="*/ 6605473 w 7467600"/>
              <a:gd name="connsiteY641" fmla="*/ 1184686 h 6858000"/>
              <a:gd name="connsiteX642" fmla="*/ 6691602 w 7467600"/>
              <a:gd name="connsiteY642" fmla="*/ 1140573 h 6858000"/>
              <a:gd name="connsiteX643" fmla="*/ 4002475 w 7467600"/>
              <a:gd name="connsiteY643" fmla="*/ 1037802 h 6858000"/>
              <a:gd name="connsiteX644" fmla="*/ 4000324 w 7467600"/>
              <a:gd name="connsiteY644" fmla="*/ 1039362 h 6858000"/>
              <a:gd name="connsiteX645" fmla="*/ 4002862 w 7467600"/>
              <a:gd name="connsiteY645" fmla="*/ 1042866 h 6858000"/>
              <a:gd name="connsiteX646" fmla="*/ 4002475 w 7467600"/>
              <a:gd name="connsiteY646" fmla="*/ 1037802 h 6858000"/>
              <a:gd name="connsiteX647" fmla="*/ 506322 w 7467600"/>
              <a:gd name="connsiteY647" fmla="*/ 1020997 h 6858000"/>
              <a:gd name="connsiteX648" fmla="*/ 533068 w 7467600"/>
              <a:gd name="connsiteY648" fmla="*/ 1029409 h 6858000"/>
              <a:gd name="connsiteX649" fmla="*/ 1232525 w 7467600"/>
              <a:gd name="connsiteY649" fmla="*/ 1804675 h 6858000"/>
              <a:gd name="connsiteX650" fmla="*/ 1388858 w 7467600"/>
              <a:gd name="connsiteY650" fmla="*/ 2368011 h 6858000"/>
              <a:gd name="connsiteX651" fmla="*/ 1384098 w 7467600"/>
              <a:gd name="connsiteY651" fmla="*/ 2378125 h 6858000"/>
              <a:gd name="connsiteX652" fmla="*/ 1425393 w 7467600"/>
              <a:gd name="connsiteY652" fmla="*/ 2589124 h 6858000"/>
              <a:gd name="connsiteX653" fmla="*/ 1424001 w 7467600"/>
              <a:gd name="connsiteY653" fmla="*/ 2597541 h 6858000"/>
              <a:gd name="connsiteX654" fmla="*/ 2152729 w 7467600"/>
              <a:gd name="connsiteY654" fmla="*/ 2864487 h 6858000"/>
              <a:gd name="connsiteX655" fmla="*/ 2020609 w 7467600"/>
              <a:gd name="connsiteY655" fmla="*/ 2539671 h 6858000"/>
              <a:gd name="connsiteX656" fmla="*/ 2018920 w 7467600"/>
              <a:gd name="connsiteY656" fmla="*/ 2536309 h 6858000"/>
              <a:gd name="connsiteX657" fmla="*/ 1342441 w 7467600"/>
              <a:gd name="connsiteY657" fmla="*/ 1173017 h 6858000"/>
              <a:gd name="connsiteX658" fmla="*/ 1367925 w 7467600"/>
              <a:gd name="connsiteY658" fmla="*/ 1135648 h 6858000"/>
              <a:gd name="connsiteX659" fmla="*/ 1771401 w 7467600"/>
              <a:gd name="connsiteY659" fmla="*/ 1806673 h 6858000"/>
              <a:gd name="connsiteX660" fmla="*/ 1972385 w 7467600"/>
              <a:gd name="connsiteY660" fmla="*/ 2198735 h 6858000"/>
              <a:gd name="connsiteX661" fmla="*/ 2040892 w 7467600"/>
              <a:gd name="connsiteY661" fmla="*/ 2405205 h 6858000"/>
              <a:gd name="connsiteX662" fmla="*/ 2131689 w 7467600"/>
              <a:gd name="connsiteY662" fmla="*/ 1936926 h 6858000"/>
              <a:gd name="connsiteX663" fmla="*/ 2454820 w 7467600"/>
              <a:gd name="connsiteY663" fmla="*/ 1248808 h 6858000"/>
              <a:gd name="connsiteX664" fmla="*/ 2492512 w 7467600"/>
              <a:gd name="connsiteY664" fmla="*/ 1302920 h 6858000"/>
              <a:gd name="connsiteX665" fmla="*/ 2081216 w 7467600"/>
              <a:gd name="connsiteY665" fmla="*/ 2527513 h 6858000"/>
              <a:gd name="connsiteX666" fmla="*/ 2081211 w 7467600"/>
              <a:gd name="connsiteY666" fmla="*/ 2528916 h 6858000"/>
              <a:gd name="connsiteX667" fmla="*/ 2199067 w 7467600"/>
              <a:gd name="connsiteY667" fmla="*/ 2884061 h 6858000"/>
              <a:gd name="connsiteX668" fmla="*/ 3192586 w 7467600"/>
              <a:gd name="connsiteY668" fmla="*/ 3411496 h 6858000"/>
              <a:gd name="connsiteX669" fmla="*/ 3182620 w 7467600"/>
              <a:gd name="connsiteY669" fmla="*/ 3483279 h 6858000"/>
              <a:gd name="connsiteX670" fmla="*/ 2435119 w 7467600"/>
              <a:gd name="connsiteY670" fmla="*/ 3080173 h 6858000"/>
              <a:gd name="connsiteX671" fmla="*/ 2410152 w 7467600"/>
              <a:gd name="connsiteY671" fmla="*/ 3063751 h 6858000"/>
              <a:gd name="connsiteX672" fmla="*/ 2408099 w 7467600"/>
              <a:gd name="connsiteY672" fmla="*/ 3064403 h 6858000"/>
              <a:gd name="connsiteX673" fmla="*/ 2407218 w 7467600"/>
              <a:gd name="connsiteY673" fmla="*/ 3070324 h 6858000"/>
              <a:gd name="connsiteX674" fmla="*/ 2380138 w 7467600"/>
              <a:gd name="connsiteY674" fmla="*/ 3099341 h 6858000"/>
              <a:gd name="connsiteX675" fmla="*/ 1765923 w 7467600"/>
              <a:gd name="connsiteY675" fmla="*/ 3581043 h 6858000"/>
              <a:gd name="connsiteX676" fmla="*/ 1702258 w 7467600"/>
              <a:gd name="connsiteY676" fmla="*/ 3612286 h 6858000"/>
              <a:gd name="connsiteX677" fmla="*/ 1538370 w 7467600"/>
              <a:gd name="connsiteY677" fmla="*/ 3811804 h 6858000"/>
              <a:gd name="connsiteX678" fmla="*/ 542867 w 7467600"/>
              <a:gd name="connsiteY678" fmla="*/ 4944092 h 6858000"/>
              <a:gd name="connsiteX679" fmla="*/ 515800 w 7467600"/>
              <a:gd name="connsiteY679" fmla="*/ 4862180 h 6858000"/>
              <a:gd name="connsiteX680" fmla="*/ 909145 w 7467600"/>
              <a:gd name="connsiteY680" fmla="*/ 4199225 h 6858000"/>
              <a:gd name="connsiteX681" fmla="*/ 1214067 w 7467600"/>
              <a:gd name="connsiteY681" fmla="*/ 3908561 h 6858000"/>
              <a:gd name="connsiteX682" fmla="*/ 640967 w 7467600"/>
              <a:gd name="connsiteY682" fmla="*/ 4105601 h 6858000"/>
              <a:gd name="connsiteX683" fmla="*/ 112563 w 7467600"/>
              <a:gd name="connsiteY683" fmla="*/ 4396952 h 6858000"/>
              <a:gd name="connsiteX684" fmla="*/ 0 w 7467600"/>
              <a:gd name="connsiteY684" fmla="*/ 4466006 h 6858000"/>
              <a:gd name="connsiteX685" fmla="*/ 0 w 7467600"/>
              <a:gd name="connsiteY685" fmla="*/ 4233763 h 6858000"/>
              <a:gd name="connsiteX686" fmla="*/ 36881 w 7467600"/>
              <a:gd name="connsiteY686" fmla="*/ 4200118 h 6858000"/>
              <a:gd name="connsiteX687" fmla="*/ 910534 w 7467600"/>
              <a:gd name="connsiteY687" fmla="*/ 3629753 h 6858000"/>
              <a:gd name="connsiteX688" fmla="*/ 1578717 w 7467600"/>
              <a:gd name="connsiteY688" fmla="*/ 3575982 h 6858000"/>
              <a:gd name="connsiteX689" fmla="*/ 2338780 w 7467600"/>
              <a:gd name="connsiteY689" fmla="*/ 3033725 h 6858000"/>
              <a:gd name="connsiteX690" fmla="*/ 1807991 w 7467600"/>
              <a:gd name="connsiteY690" fmla="*/ 2807184 h 6858000"/>
              <a:gd name="connsiteX691" fmla="*/ 1416358 w 7467600"/>
              <a:gd name="connsiteY691" fmla="*/ 3112571 h 6858000"/>
              <a:gd name="connsiteX692" fmla="*/ 939066 w 7467600"/>
              <a:gd name="connsiteY692" fmla="*/ 3378798 h 6858000"/>
              <a:gd name="connsiteX693" fmla="*/ 115099 w 7467600"/>
              <a:gd name="connsiteY693" fmla="*/ 3607650 h 6858000"/>
              <a:gd name="connsiteX694" fmla="*/ 97284 w 7467600"/>
              <a:gd name="connsiteY694" fmla="*/ 3520393 h 6858000"/>
              <a:gd name="connsiteX695" fmla="*/ 922050 w 7467600"/>
              <a:gd name="connsiteY695" fmla="*/ 3074867 h 6858000"/>
              <a:gd name="connsiteX696" fmla="*/ 1405265 w 7467600"/>
              <a:gd name="connsiteY696" fmla="*/ 3016319 h 6858000"/>
              <a:gd name="connsiteX697" fmla="*/ 1407512 w 7467600"/>
              <a:gd name="connsiteY697" fmla="*/ 3018001 h 6858000"/>
              <a:gd name="connsiteX698" fmla="*/ 1726266 w 7467600"/>
              <a:gd name="connsiteY698" fmla="*/ 2777274 h 6858000"/>
              <a:gd name="connsiteX699" fmla="*/ 625390 w 7467600"/>
              <a:gd name="connsiteY699" fmla="*/ 2514541 h 6858000"/>
              <a:gd name="connsiteX700" fmla="*/ 619799 w 7467600"/>
              <a:gd name="connsiteY700" fmla="*/ 2527180 h 6858000"/>
              <a:gd name="connsiteX701" fmla="*/ 310030 w 7467600"/>
              <a:gd name="connsiteY701" fmla="*/ 2771818 h 6858000"/>
              <a:gd name="connsiteX702" fmla="*/ 173877 w 7467600"/>
              <a:gd name="connsiteY702" fmla="*/ 2937056 h 6858000"/>
              <a:gd name="connsiteX703" fmla="*/ 77889 w 7467600"/>
              <a:gd name="connsiteY703" fmla="*/ 3138440 h 6858000"/>
              <a:gd name="connsiteX704" fmla="*/ 0 w 7467600"/>
              <a:gd name="connsiteY704" fmla="*/ 3271395 h 6858000"/>
              <a:gd name="connsiteX705" fmla="*/ 0 w 7467600"/>
              <a:gd name="connsiteY705" fmla="*/ 3153002 h 6858000"/>
              <a:gd name="connsiteX706" fmla="*/ 2386 w 7467600"/>
              <a:gd name="connsiteY706" fmla="*/ 3149203 h 6858000"/>
              <a:gd name="connsiteX707" fmla="*/ 89753 w 7467600"/>
              <a:gd name="connsiteY707" fmla="*/ 2987702 h 6858000"/>
              <a:gd name="connsiteX708" fmla="*/ 76869 w 7467600"/>
              <a:gd name="connsiteY708" fmla="*/ 3005404 h 6858000"/>
              <a:gd name="connsiteX709" fmla="*/ 32049 w 7467600"/>
              <a:gd name="connsiteY709" fmla="*/ 3065814 h 6858000"/>
              <a:gd name="connsiteX710" fmla="*/ 0 w 7467600"/>
              <a:gd name="connsiteY710" fmla="*/ 3108744 h 6858000"/>
              <a:gd name="connsiteX711" fmla="*/ 0 w 7467600"/>
              <a:gd name="connsiteY711" fmla="*/ 3058059 h 6858000"/>
              <a:gd name="connsiteX712" fmla="*/ 7610 w 7467600"/>
              <a:gd name="connsiteY712" fmla="*/ 3047889 h 6858000"/>
              <a:gd name="connsiteX713" fmla="*/ 52419 w 7467600"/>
              <a:gd name="connsiteY713" fmla="*/ 2987479 h 6858000"/>
              <a:gd name="connsiteX714" fmla="*/ 59142 w 7467600"/>
              <a:gd name="connsiteY714" fmla="*/ 2978488 h 6858000"/>
              <a:gd name="connsiteX715" fmla="*/ 0 w 7467600"/>
              <a:gd name="connsiteY715" fmla="*/ 3015334 h 6858000"/>
              <a:gd name="connsiteX716" fmla="*/ 0 w 7467600"/>
              <a:gd name="connsiteY716" fmla="*/ 2914286 h 6858000"/>
              <a:gd name="connsiteX717" fmla="*/ 36383 w 7467600"/>
              <a:gd name="connsiteY717" fmla="*/ 2901128 h 6858000"/>
              <a:gd name="connsiteX718" fmla="*/ 156329 w 7467600"/>
              <a:gd name="connsiteY718" fmla="*/ 2840533 h 6858000"/>
              <a:gd name="connsiteX719" fmla="*/ 358355 w 7467600"/>
              <a:gd name="connsiteY719" fmla="*/ 2620471 h 6858000"/>
              <a:gd name="connsiteX720" fmla="*/ 510577 w 7467600"/>
              <a:gd name="connsiteY720" fmla="*/ 2501244 h 6858000"/>
              <a:gd name="connsiteX721" fmla="*/ 211967 w 7467600"/>
              <a:gd name="connsiteY721" fmla="*/ 2479171 h 6858000"/>
              <a:gd name="connsiteX722" fmla="*/ 0 w 7467600"/>
              <a:gd name="connsiteY722" fmla="*/ 2476398 h 6858000"/>
              <a:gd name="connsiteX723" fmla="*/ 0 w 7467600"/>
              <a:gd name="connsiteY723" fmla="*/ 2389189 h 6858000"/>
              <a:gd name="connsiteX724" fmla="*/ 103062 w 7467600"/>
              <a:gd name="connsiteY724" fmla="*/ 2389518 h 6858000"/>
              <a:gd name="connsiteX725" fmla="*/ 510734 w 7467600"/>
              <a:gd name="connsiteY725" fmla="*/ 2416201 h 6858000"/>
              <a:gd name="connsiteX726" fmla="*/ 279257 w 7467600"/>
              <a:gd name="connsiteY726" fmla="*/ 2092102 h 6858000"/>
              <a:gd name="connsiteX727" fmla="*/ 65265 w 7467600"/>
              <a:gd name="connsiteY727" fmla="*/ 2006049 h 6858000"/>
              <a:gd name="connsiteX728" fmla="*/ 0 w 7467600"/>
              <a:gd name="connsiteY728" fmla="*/ 1982532 h 6858000"/>
              <a:gd name="connsiteX729" fmla="*/ 0 w 7467600"/>
              <a:gd name="connsiteY729" fmla="*/ 1912789 h 6858000"/>
              <a:gd name="connsiteX730" fmla="*/ 97460 w 7467600"/>
              <a:gd name="connsiteY730" fmla="*/ 1953725 h 6858000"/>
              <a:gd name="connsiteX731" fmla="*/ 221272 w 7467600"/>
              <a:gd name="connsiteY731" fmla="*/ 1980766 h 6858000"/>
              <a:gd name="connsiteX732" fmla="*/ 116765 w 7467600"/>
              <a:gd name="connsiteY732" fmla="*/ 1911033 h 6858000"/>
              <a:gd name="connsiteX733" fmla="*/ 16405 w 7467600"/>
              <a:gd name="connsiteY733" fmla="*/ 1803412 h 6858000"/>
              <a:gd name="connsiteX734" fmla="*/ 0 w 7467600"/>
              <a:gd name="connsiteY734" fmla="*/ 1784777 h 6858000"/>
              <a:gd name="connsiteX735" fmla="*/ 0 w 7467600"/>
              <a:gd name="connsiteY735" fmla="*/ 1740082 h 6858000"/>
              <a:gd name="connsiteX736" fmla="*/ 39394 w 7467600"/>
              <a:gd name="connsiteY736" fmla="*/ 1784856 h 6858000"/>
              <a:gd name="connsiteX737" fmla="*/ 135813 w 7467600"/>
              <a:gd name="connsiteY737" fmla="*/ 1888838 h 6858000"/>
              <a:gd name="connsiteX738" fmla="*/ 242575 w 7467600"/>
              <a:gd name="connsiteY738" fmla="*/ 1958841 h 6858000"/>
              <a:gd name="connsiteX739" fmla="*/ 82197 w 7467600"/>
              <a:gd name="connsiteY739" fmla="*/ 1754826 h 6858000"/>
              <a:gd name="connsiteX740" fmla="*/ 0 w 7467600"/>
              <a:gd name="connsiteY740" fmla="*/ 1679650 h 6858000"/>
              <a:gd name="connsiteX741" fmla="*/ 0 w 7467600"/>
              <a:gd name="connsiteY741" fmla="*/ 1602463 h 6858000"/>
              <a:gd name="connsiteX742" fmla="*/ 84689 w 7467600"/>
              <a:gd name="connsiteY742" fmla="*/ 1677442 h 6858000"/>
              <a:gd name="connsiteX743" fmla="*/ 298437 w 7467600"/>
              <a:gd name="connsiteY743" fmla="*/ 1968019 h 6858000"/>
              <a:gd name="connsiteX744" fmla="*/ 227269 w 7467600"/>
              <a:gd name="connsiteY744" fmla="*/ 1114064 h 6858000"/>
              <a:gd name="connsiteX745" fmla="*/ 248003 w 7467600"/>
              <a:gd name="connsiteY745" fmla="*/ 1089613 h 6858000"/>
              <a:gd name="connsiteX746" fmla="*/ 427020 w 7467600"/>
              <a:gd name="connsiteY746" fmla="*/ 1619803 h 6858000"/>
              <a:gd name="connsiteX747" fmla="*/ 340345 w 7467600"/>
              <a:gd name="connsiteY747" fmla="*/ 2027739 h 6858000"/>
              <a:gd name="connsiteX748" fmla="*/ 360865 w 7467600"/>
              <a:gd name="connsiteY748" fmla="*/ 2044827 h 6858000"/>
              <a:gd name="connsiteX749" fmla="*/ 560414 w 7467600"/>
              <a:gd name="connsiteY749" fmla="*/ 2421457 h 6858000"/>
              <a:gd name="connsiteX750" fmla="*/ 1359703 w 7467600"/>
              <a:gd name="connsiteY750" fmla="*/ 2578554 h 6858000"/>
              <a:gd name="connsiteX751" fmla="*/ 1359422 w 7467600"/>
              <a:gd name="connsiteY751" fmla="*/ 2577994 h 6858000"/>
              <a:gd name="connsiteX752" fmla="*/ 828701 w 7467600"/>
              <a:gd name="connsiteY752" fmla="*/ 1839520 h 6858000"/>
              <a:gd name="connsiteX753" fmla="*/ 494427 w 7467600"/>
              <a:gd name="connsiteY753" fmla="*/ 1092333 h 6858000"/>
              <a:gd name="connsiteX754" fmla="*/ 506322 w 7467600"/>
              <a:gd name="connsiteY754" fmla="*/ 1020997 h 6858000"/>
              <a:gd name="connsiteX755" fmla="*/ 4570198 w 7467600"/>
              <a:gd name="connsiteY755" fmla="*/ 978081 h 6858000"/>
              <a:gd name="connsiteX756" fmla="*/ 4523691 w 7467600"/>
              <a:gd name="connsiteY756" fmla="*/ 1127776 h 6858000"/>
              <a:gd name="connsiteX757" fmla="*/ 4509875 w 7467600"/>
              <a:gd name="connsiteY757" fmla="*/ 1167552 h 6858000"/>
              <a:gd name="connsiteX758" fmla="*/ 4478168 w 7467600"/>
              <a:gd name="connsiteY758" fmla="*/ 1260735 h 6858000"/>
              <a:gd name="connsiteX759" fmla="*/ 4409309 w 7467600"/>
              <a:gd name="connsiteY759" fmla="*/ 1666996 h 6858000"/>
              <a:gd name="connsiteX760" fmla="*/ 4370031 w 7467600"/>
              <a:gd name="connsiteY760" fmla="*/ 1955666 h 6858000"/>
              <a:gd name="connsiteX761" fmla="*/ 4570198 w 7467600"/>
              <a:gd name="connsiteY761" fmla="*/ 978081 h 6858000"/>
              <a:gd name="connsiteX762" fmla="*/ 4557898 w 7467600"/>
              <a:gd name="connsiteY762" fmla="*/ 900011 h 6858000"/>
              <a:gd name="connsiteX763" fmla="*/ 4344840 w 7467600"/>
              <a:gd name="connsiteY763" fmla="*/ 1922038 h 6858000"/>
              <a:gd name="connsiteX764" fmla="*/ 4378710 w 7467600"/>
              <a:gd name="connsiteY764" fmla="*/ 1665516 h 6858000"/>
              <a:gd name="connsiteX765" fmla="*/ 4448798 w 7467600"/>
              <a:gd name="connsiteY765" fmla="*/ 1253024 h 6858000"/>
              <a:gd name="connsiteX766" fmla="*/ 4480315 w 7467600"/>
              <a:gd name="connsiteY766" fmla="*/ 1158454 h 6858000"/>
              <a:gd name="connsiteX767" fmla="*/ 4494133 w 7467600"/>
              <a:gd name="connsiteY767" fmla="*/ 1118676 h 6858000"/>
              <a:gd name="connsiteX768" fmla="*/ 4557898 w 7467600"/>
              <a:gd name="connsiteY768" fmla="*/ 900011 h 6858000"/>
              <a:gd name="connsiteX769" fmla="*/ 5870151 w 7467600"/>
              <a:gd name="connsiteY769" fmla="*/ 898890 h 6858000"/>
              <a:gd name="connsiteX770" fmla="*/ 5861335 w 7467600"/>
              <a:gd name="connsiteY770" fmla="*/ 899177 h 6858000"/>
              <a:gd name="connsiteX771" fmla="*/ 5843702 w 7467600"/>
              <a:gd name="connsiteY771" fmla="*/ 899748 h 6858000"/>
              <a:gd name="connsiteX772" fmla="*/ 5651107 w 7467600"/>
              <a:gd name="connsiteY772" fmla="*/ 920306 h 6858000"/>
              <a:gd name="connsiteX773" fmla="*/ 5459407 w 7467600"/>
              <a:gd name="connsiteY773" fmla="*/ 940975 h 6858000"/>
              <a:gd name="connsiteX774" fmla="*/ 5374846 w 7467600"/>
              <a:gd name="connsiteY774" fmla="*/ 941988 h 6858000"/>
              <a:gd name="connsiteX775" fmla="*/ 5256105 w 7467600"/>
              <a:gd name="connsiteY775" fmla="*/ 945632 h 6858000"/>
              <a:gd name="connsiteX776" fmla="*/ 5107071 w 7467600"/>
              <a:gd name="connsiteY776" fmla="*/ 969720 h 6858000"/>
              <a:gd name="connsiteX777" fmla="*/ 4998681 w 7467600"/>
              <a:gd name="connsiteY777" fmla="*/ 988771 h 6858000"/>
              <a:gd name="connsiteX778" fmla="*/ 5870151 w 7467600"/>
              <a:gd name="connsiteY778" fmla="*/ 898890 h 6858000"/>
              <a:gd name="connsiteX779" fmla="*/ 5504425 w 7467600"/>
              <a:gd name="connsiteY779" fmla="*/ 848067 h 6858000"/>
              <a:gd name="connsiteX780" fmla="*/ 4968849 w 7467600"/>
              <a:gd name="connsiteY780" fmla="*/ 962318 h 6858000"/>
              <a:gd name="connsiteX781" fmla="*/ 5104039 w 7467600"/>
              <a:gd name="connsiteY781" fmla="*/ 940634 h 6858000"/>
              <a:gd name="connsiteX782" fmla="*/ 5256311 w 7467600"/>
              <a:gd name="connsiteY782" fmla="*/ 916490 h 6858000"/>
              <a:gd name="connsiteX783" fmla="*/ 5377381 w 7467600"/>
              <a:gd name="connsiteY783" fmla="*/ 912671 h 6858000"/>
              <a:gd name="connsiteX784" fmla="*/ 5460148 w 7467600"/>
              <a:gd name="connsiteY784" fmla="*/ 911442 h 6858000"/>
              <a:gd name="connsiteX785" fmla="*/ 5648971 w 7467600"/>
              <a:gd name="connsiteY785" fmla="*/ 891331 h 6858000"/>
              <a:gd name="connsiteX786" fmla="*/ 5844807 w 7467600"/>
              <a:gd name="connsiteY786" fmla="*/ 870718 h 6858000"/>
              <a:gd name="connsiteX787" fmla="*/ 5862975 w 7467600"/>
              <a:gd name="connsiteY787" fmla="*/ 869756 h 6858000"/>
              <a:gd name="connsiteX788" fmla="*/ 5920887 w 7467600"/>
              <a:gd name="connsiteY788" fmla="*/ 865929 h 6858000"/>
              <a:gd name="connsiteX789" fmla="*/ 5504425 w 7467600"/>
              <a:gd name="connsiteY789" fmla="*/ 848067 h 6858000"/>
              <a:gd name="connsiteX790" fmla="*/ 3607114 w 7467600"/>
              <a:gd name="connsiteY790" fmla="*/ 467441 h 6858000"/>
              <a:gd name="connsiteX791" fmla="*/ 3296242 w 7467600"/>
              <a:gd name="connsiteY791" fmla="*/ 807991 h 6858000"/>
              <a:gd name="connsiteX792" fmla="*/ 3174674 w 7467600"/>
              <a:gd name="connsiteY792" fmla="*/ 919759 h 6858000"/>
              <a:gd name="connsiteX793" fmla="*/ 3042978 w 7467600"/>
              <a:gd name="connsiteY793" fmla="*/ 1054894 h 6858000"/>
              <a:gd name="connsiteX794" fmla="*/ 2968914 w 7467600"/>
              <a:gd name="connsiteY794" fmla="*/ 1133756 h 6858000"/>
              <a:gd name="connsiteX795" fmla="*/ 3103823 w 7467600"/>
              <a:gd name="connsiteY795" fmla="*/ 1026814 h 6858000"/>
              <a:gd name="connsiteX796" fmla="*/ 3607114 w 7467600"/>
              <a:gd name="connsiteY796" fmla="*/ 467441 h 6858000"/>
              <a:gd name="connsiteX797" fmla="*/ 3744487 w 7467600"/>
              <a:gd name="connsiteY797" fmla="*/ 383136 h 6858000"/>
              <a:gd name="connsiteX798" fmla="*/ 3970213 w 7467600"/>
              <a:gd name="connsiteY798" fmla="*/ 995559 h 6858000"/>
              <a:gd name="connsiteX799" fmla="*/ 3744487 w 7467600"/>
              <a:gd name="connsiteY799" fmla="*/ 383136 h 6858000"/>
              <a:gd name="connsiteX800" fmla="*/ 3624562 w 7467600"/>
              <a:gd name="connsiteY800" fmla="*/ 367041 h 6858000"/>
              <a:gd name="connsiteX801" fmla="*/ 3489712 w 7467600"/>
              <a:gd name="connsiteY801" fmla="*/ 485386 h 6858000"/>
              <a:gd name="connsiteX802" fmla="*/ 3182994 w 7467600"/>
              <a:gd name="connsiteY802" fmla="*/ 828265 h 6858000"/>
              <a:gd name="connsiteX803" fmla="*/ 2892114 w 7467600"/>
              <a:gd name="connsiteY803" fmla="*/ 1172635 h 6858000"/>
              <a:gd name="connsiteX804" fmla="*/ 3021459 w 7467600"/>
              <a:gd name="connsiteY804" fmla="*/ 1035385 h 6858000"/>
              <a:gd name="connsiteX805" fmla="*/ 3153873 w 7467600"/>
              <a:gd name="connsiteY805" fmla="*/ 898971 h 6858000"/>
              <a:gd name="connsiteX806" fmla="*/ 3276511 w 7467600"/>
              <a:gd name="connsiteY806" fmla="*/ 786423 h 6858000"/>
              <a:gd name="connsiteX807" fmla="*/ 3584154 w 7467600"/>
              <a:gd name="connsiteY807" fmla="*/ 448218 h 6858000"/>
              <a:gd name="connsiteX808" fmla="*/ 3624562 w 7467600"/>
              <a:gd name="connsiteY808" fmla="*/ 367041 h 6858000"/>
              <a:gd name="connsiteX809" fmla="*/ 3766672 w 7467600"/>
              <a:gd name="connsiteY809" fmla="*/ 359429 h 6858000"/>
              <a:gd name="connsiteX810" fmla="*/ 3996338 w 7467600"/>
              <a:gd name="connsiteY810" fmla="*/ 968237 h 6858000"/>
              <a:gd name="connsiteX811" fmla="*/ 3766672 w 7467600"/>
              <a:gd name="connsiteY811" fmla="*/ 359429 h 6858000"/>
              <a:gd name="connsiteX812" fmla="*/ 5805386 w 7467600"/>
              <a:gd name="connsiteY812" fmla="*/ 239240 h 6858000"/>
              <a:gd name="connsiteX813" fmla="*/ 5736947 w 7467600"/>
              <a:gd name="connsiteY813" fmla="*/ 261367 h 6858000"/>
              <a:gd name="connsiteX814" fmla="*/ 5427012 w 7467600"/>
              <a:gd name="connsiteY814" fmla="*/ 311272 h 6858000"/>
              <a:gd name="connsiteX815" fmla="*/ 5147818 w 7467600"/>
              <a:gd name="connsiteY815" fmla="*/ 322112 h 6858000"/>
              <a:gd name="connsiteX816" fmla="*/ 5060854 w 7467600"/>
              <a:gd name="connsiteY816" fmla="*/ 311882 h 6858000"/>
              <a:gd name="connsiteX817" fmla="*/ 4945989 w 7467600"/>
              <a:gd name="connsiteY817" fmla="*/ 300516 h 6858000"/>
              <a:gd name="connsiteX818" fmla="*/ 5410479 w 7467600"/>
              <a:gd name="connsiteY818" fmla="*/ 348434 h 6858000"/>
              <a:gd name="connsiteX819" fmla="*/ 5805386 w 7467600"/>
              <a:gd name="connsiteY819" fmla="*/ 239240 h 6858000"/>
              <a:gd name="connsiteX820" fmla="*/ 5905192 w 7467600"/>
              <a:gd name="connsiteY820" fmla="*/ 163079 h 6858000"/>
              <a:gd name="connsiteX821" fmla="*/ 5865655 w 7467600"/>
              <a:gd name="connsiteY821" fmla="*/ 171901 h 6858000"/>
              <a:gd name="connsiteX822" fmla="*/ 5259740 w 7467600"/>
              <a:gd name="connsiteY822" fmla="*/ 257013 h 6858000"/>
              <a:gd name="connsiteX823" fmla="*/ 5208466 w 7467600"/>
              <a:gd name="connsiteY823" fmla="*/ 257550 h 6858000"/>
              <a:gd name="connsiteX824" fmla="*/ 4980204 w 7467600"/>
              <a:gd name="connsiteY824" fmla="*/ 271903 h 6858000"/>
              <a:gd name="connsiteX825" fmla="*/ 5068068 w 7467600"/>
              <a:gd name="connsiteY825" fmla="*/ 282244 h 6858000"/>
              <a:gd name="connsiteX826" fmla="*/ 5153231 w 7467600"/>
              <a:gd name="connsiteY826" fmla="*/ 292240 h 6858000"/>
              <a:gd name="connsiteX827" fmla="*/ 5426491 w 7467600"/>
              <a:gd name="connsiteY827" fmla="*/ 281128 h 6858000"/>
              <a:gd name="connsiteX828" fmla="*/ 5731212 w 7467600"/>
              <a:gd name="connsiteY828" fmla="*/ 231951 h 6858000"/>
              <a:gd name="connsiteX829" fmla="*/ 5905192 w 7467600"/>
              <a:gd name="connsiteY829" fmla="*/ 163079 h 6858000"/>
              <a:gd name="connsiteX830" fmla="*/ 5944437 w 7467600"/>
              <a:gd name="connsiteY830" fmla="*/ 113829 h 6858000"/>
              <a:gd name="connsiteX831" fmla="*/ 5825032 w 7467600"/>
              <a:gd name="connsiteY831" fmla="*/ 146405 h 6858000"/>
              <a:gd name="connsiteX832" fmla="*/ 4955599 w 7467600"/>
              <a:gd name="connsiteY832" fmla="*/ 247008 h 6858000"/>
              <a:gd name="connsiteX833" fmla="*/ 5210104 w 7467600"/>
              <a:gd name="connsiteY833" fmla="*/ 228123 h 6858000"/>
              <a:gd name="connsiteX834" fmla="*/ 5261015 w 7467600"/>
              <a:gd name="connsiteY834" fmla="*/ 227087 h 6858000"/>
              <a:gd name="connsiteX835" fmla="*/ 5861181 w 7467600"/>
              <a:gd name="connsiteY835" fmla="*/ 143093 h 6858000"/>
              <a:gd name="connsiteX836" fmla="*/ 5961252 w 7467600"/>
              <a:gd name="connsiteY836" fmla="*/ 114820 h 6858000"/>
              <a:gd name="connsiteX837" fmla="*/ 5944437 w 7467600"/>
              <a:gd name="connsiteY837" fmla="*/ 113829 h 6858000"/>
              <a:gd name="connsiteX838" fmla="*/ 3882765 w 7467600"/>
              <a:gd name="connsiteY838" fmla="*/ 0 h 6858000"/>
              <a:gd name="connsiteX839" fmla="*/ 3995099 w 7467600"/>
              <a:gd name="connsiteY839" fmla="*/ 0 h 6858000"/>
              <a:gd name="connsiteX840" fmla="*/ 4163818 w 7467600"/>
              <a:gd name="connsiteY840" fmla="*/ 234104 h 6858000"/>
              <a:gd name="connsiteX841" fmla="*/ 4172099 w 7467600"/>
              <a:gd name="connsiteY841" fmla="*/ 234207 h 6858000"/>
              <a:gd name="connsiteX842" fmla="*/ 4784282 w 7467600"/>
              <a:gd name="connsiteY842" fmla="*/ 276561 h 6858000"/>
              <a:gd name="connsiteX843" fmla="*/ 4801687 w 7467600"/>
              <a:gd name="connsiteY843" fmla="*/ 267764 h 6858000"/>
              <a:gd name="connsiteX844" fmla="*/ 6082788 w 7467600"/>
              <a:gd name="connsiteY844" fmla="*/ 64119 h 6858000"/>
              <a:gd name="connsiteX845" fmla="*/ 6099442 w 7467600"/>
              <a:gd name="connsiteY845" fmla="*/ 82568 h 6858000"/>
              <a:gd name="connsiteX846" fmla="*/ 4804137 w 7467600"/>
              <a:gd name="connsiteY846" fmla="*/ 320931 h 6858000"/>
              <a:gd name="connsiteX847" fmla="*/ 4227047 w 7467600"/>
              <a:gd name="connsiteY847" fmla="*/ 313415 h 6858000"/>
              <a:gd name="connsiteX848" fmla="*/ 4346041 w 7467600"/>
              <a:gd name="connsiteY848" fmla="*/ 456086 h 6858000"/>
              <a:gd name="connsiteX849" fmla="*/ 4870967 w 7467600"/>
              <a:gd name="connsiteY849" fmla="*/ 963061 h 6858000"/>
              <a:gd name="connsiteX850" fmla="*/ 4889647 w 7467600"/>
              <a:gd name="connsiteY850" fmla="*/ 957147 h 6858000"/>
              <a:gd name="connsiteX851" fmla="*/ 5422504 w 7467600"/>
              <a:gd name="connsiteY851" fmla="*/ 805191 h 6858000"/>
              <a:gd name="connsiteX852" fmla="*/ 6087656 w 7467600"/>
              <a:gd name="connsiteY852" fmla="*/ 826703 h 6858000"/>
              <a:gd name="connsiteX853" fmla="*/ 6058717 w 7467600"/>
              <a:gd name="connsiteY853" fmla="*/ 865992 h 6858000"/>
              <a:gd name="connsiteX854" fmla="*/ 4974153 w 7467600"/>
              <a:gd name="connsiteY854" fmla="*/ 1045456 h 6858000"/>
              <a:gd name="connsiteX855" fmla="*/ 5627835 w 7467600"/>
              <a:gd name="connsiteY855" fmla="*/ 1472077 h 6858000"/>
              <a:gd name="connsiteX856" fmla="*/ 5629817 w 7467600"/>
              <a:gd name="connsiteY856" fmla="*/ 1471412 h 6858000"/>
              <a:gd name="connsiteX857" fmla="*/ 5634124 w 7467600"/>
              <a:gd name="connsiteY857" fmla="*/ 1470572 h 6858000"/>
              <a:gd name="connsiteX858" fmla="*/ 5755832 w 7467600"/>
              <a:gd name="connsiteY858" fmla="*/ 1383886 h 6858000"/>
              <a:gd name="connsiteX859" fmla="*/ 6014186 w 7467600"/>
              <a:gd name="connsiteY859" fmla="*/ 1279799 h 6858000"/>
              <a:gd name="connsiteX860" fmla="*/ 6901619 w 7467600"/>
              <a:gd name="connsiteY860" fmla="*/ 1047874 h 6858000"/>
              <a:gd name="connsiteX861" fmla="*/ 6931566 w 7467600"/>
              <a:gd name="connsiteY861" fmla="*/ 1062034 h 6858000"/>
              <a:gd name="connsiteX862" fmla="*/ 5790982 w 7467600"/>
              <a:gd name="connsiteY862" fmla="*/ 1561380 h 6858000"/>
              <a:gd name="connsiteX863" fmla="*/ 6188971 w 7467600"/>
              <a:gd name="connsiteY863" fmla="*/ 1755168 h 6858000"/>
              <a:gd name="connsiteX864" fmla="*/ 6202446 w 7467600"/>
              <a:gd name="connsiteY864" fmla="*/ 1752268 h 6858000"/>
              <a:gd name="connsiteX865" fmla="*/ 7179560 w 7467600"/>
              <a:gd name="connsiteY865" fmla="*/ 1467551 h 6858000"/>
              <a:gd name="connsiteX866" fmla="*/ 7158730 w 7467600"/>
              <a:gd name="connsiteY866" fmla="*/ 1507835 h 6858000"/>
              <a:gd name="connsiteX867" fmla="*/ 6326959 w 7467600"/>
              <a:gd name="connsiteY867" fmla="*/ 1817686 h 6858000"/>
              <a:gd name="connsiteX868" fmla="*/ 6537433 w 7467600"/>
              <a:gd name="connsiteY868" fmla="*/ 1907790 h 6858000"/>
              <a:gd name="connsiteX869" fmla="*/ 6550221 w 7467600"/>
              <a:gd name="connsiteY869" fmla="*/ 1910729 h 6858000"/>
              <a:gd name="connsiteX870" fmla="*/ 6964438 w 7467600"/>
              <a:gd name="connsiteY870" fmla="*/ 2209505 h 6858000"/>
              <a:gd name="connsiteX871" fmla="*/ 7367862 w 7467600"/>
              <a:gd name="connsiteY871" fmla="*/ 2806833 h 6858000"/>
              <a:gd name="connsiteX872" fmla="*/ 7364329 w 7467600"/>
              <a:gd name="connsiteY872" fmla="*/ 2826907 h 6858000"/>
              <a:gd name="connsiteX873" fmla="*/ 7290545 w 7467600"/>
              <a:gd name="connsiteY873" fmla="*/ 2850663 h 6858000"/>
              <a:gd name="connsiteX874" fmla="*/ 6472036 w 7467600"/>
              <a:gd name="connsiteY874" fmla="*/ 1959003 h 6858000"/>
              <a:gd name="connsiteX875" fmla="*/ 5792897 w 7467600"/>
              <a:gd name="connsiteY875" fmla="*/ 1647747 h 6858000"/>
              <a:gd name="connsiteX876" fmla="*/ 5842751 w 7467600"/>
              <a:gd name="connsiteY876" fmla="*/ 1816112 h 6858000"/>
              <a:gd name="connsiteX877" fmla="*/ 5847424 w 7467600"/>
              <a:gd name="connsiteY877" fmla="*/ 1815776 h 6858000"/>
              <a:gd name="connsiteX878" fmla="*/ 6399821 w 7467600"/>
              <a:gd name="connsiteY878" fmla="*/ 2344799 h 6858000"/>
              <a:gd name="connsiteX879" fmla="*/ 6323232 w 7467600"/>
              <a:gd name="connsiteY879" fmla="*/ 2389634 h 6858000"/>
              <a:gd name="connsiteX880" fmla="*/ 5942958 w 7467600"/>
              <a:gd name="connsiteY880" fmla="*/ 2077708 h 6858000"/>
              <a:gd name="connsiteX881" fmla="*/ 5921559 w 7467600"/>
              <a:gd name="connsiteY881" fmla="*/ 2378596 h 6858000"/>
              <a:gd name="connsiteX882" fmla="*/ 5817651 w 7467600"/>
              <a:gd name="connsiteY882" fmla="*/ 3023919 h 6858000"/>
              <a:gd name="connsiteX883" fmla="*/ 5729634 w 7467600"/>
              <a:gd name="connsiteY883" fmla="*/ 3051849 h 6858000"/>
              <a:gd name="connsiteX884" fmla="*/ 5611018 w 7467600"/>
              <a:gd name="connsiteY884" fmla="*/ 2316769 h 6858000"/>
              <a:gd name="connsiteX885" fmla="*/ 5687608 w 7467600"/>
              <a:gd name="connsiteY885" fmla="*/ 2039972 h 6858000"/>
              <a:gd name="connsiteX886" fmla="*/ 5657554 w 7467600"/>
              <a:gd name="connsiteY886" fmla="*/ 1576445 h 6858000"/>
              <a:gd name="connsiteX887" fmla="*/ 5150475 w 7467600"/>
              <a:gd name="connsiteY887" fmla="*/ 1274012 h 6858000"/>
              <a:gd name="connsiteX888" fmla="*/ 5349142 w 7467600"/>
              <a:gd name="connsiteY888" fmla="*/ 2204405 h 6858000"/>
              <a:gd name="connsiteX889" fmla="*/ 5262214 w 7467600"/>
              <a:gd name="connsiteY889" fmla="*/ 2233836 h 6858000"/>
              <a:gd name="connsiteX890" fmla="*/ 4981539 w 7467600"/>
              <a:gd name="connsiteY890" fmla="*/ 1542201 h 6858000"/>
              <a:gd name="connsiteX891" fmla="*/ 4958461 w 7467600"/>
              <a:gd name="connsiteY891" fmla="*/ 1136957 h 6858000"/>
              <a:gd name="connsiteX892" fmla="*/ 4655015 w 7467600"/>
              <a:gd name="connsiteY892" fmla="*/ 891426 h 6858000"/>
              <a:gd name="connsiteX893" fmla="*/ 4348002 w 7467600"/>
              <a:gd name="connsiteY893" fmla="*/ 2205895 h 6858000"/>
              <a:gd name="connsiteX894" fmla="*/ 4262250 w 7467600"/>
              <a:gd name="connsiteY894" fmla="*/ 2219972 h 6858000"/>
              <a:gd name="connsiteX895" fmla="*/ 4550611 w 7467600"/>
              <a:gd name="connsiteY895" fmla="*/ 817540 h 6858000"/>
              <a:gd name="connsiteX896" fmla="*/ 4564418 w 7467600"/>
              <a:gd name="connsiteY896" fmla="*/ 808293 h 6858000"/>
              <a:gd name="connsiteX897" fmla="*/ 4266388 w 7467600"/>
              <a:gd name="connsiteY897" fmla="*/ 500083 h 6858000"/>
              <a:gd name="connsiteX898" fmla="*/ 4032842 w 7467600"/>
              <a:gd name="connsiteY898" fmla="*/ 211809 h 6858000"/>
              <a:gd name="connsiteX899" fmla="*/ 3882765 w 7467600"/>
              <a:gd name="connsiteY899" fmla="*/ 0 h 6858000"/>
              <a:gd name="connsiteX900" fmla="*/ 3721337 w 7467600"/>
              <a:gd name="connsiteY900" fmla="*/ 0 h 6858000"/>
              <a:gd name="connsiteX901" fmla="*/ 3797544 w 7467600"/>
              <a:gd name="connsiteY901" fmla="*/ 0 h 6858000"/>
              <a:gd name="connsiteX902" fmla="*/ 3775734 w 7467600"/>
              <a:gd name="connsiteY902" fmla="*/ 95131 h 6858000"/>
              <a:gd name="connsiteX903" fmla="*/ 3724807 w 7467600"/>
              <a:gd name="connsiteY903" fmla="*/ 272257 h 6858000"/>
              <a:gd name="connsiteX904" fmla="*/ 3726844 w 7467600"/>
              <a:gd name="connsiteY904" fmla="*/ 282988 h 6858000"/>
              <a:gd name="connsiteX905" fmla="*/ 3742664 w 7467600"/>
              <a:gd name="connsiteY905" fmla="*/ 279918 h 6858000"/>
              <a:gd name="connsiteX906" fmla="*/ 4103910 w 7467600"/>
              <a:gd name="connsiteY906" fmla="*/ 1161917 h 6858000"/>
              <a:gd name="connsiteX907" fmla="*/ 4020269 w 7467600"/>
              <a:gd name="connsiteY907" fmla="*/ 1200406 h 6858000"/>
              <a:gd name="connsiteX908" fmla="*/ 3674882 w 7467600"/>
              <a:gd name="connsiteY908" fmla="*/ 488524 h 6858000"/>
              <a:gd name="connsiteX909" fmla="*/ 3132682 w 7467600"/>
              <a:gd name="connsiteY909" fmla="*/ 1072284 h 6858000"/>
              <a:gd name="connsiteX910" fmla="*/ 2716346 w 7467600"/>
              <a:gd name="connsiteY910" fmla="*/ 1276376 h 6858000"/>
              <a:gd name="connsiteX911" fmla="*/ 2716772 w 7467600"/>
              <a:gd name="connsiteY911" fmla="*/ 1255462 h 6858000"/>
              <a:gd name="connsiteX912" fmla="*/ 3471096 w 7467600"/>
              <a:gd name="connsiteY912" fmla="*/ 437072 h 6858000"/>
              <a:gd name="connsiteX913" fmla="*/ 3639057 w 7467600"/>
              <a:gd name="connsiteY913" fmla="*/ 286334 h 6858000"/>
              <a:gd name="connsiteX914" fmla="*/ 3640309 w 7467600"/>
              <a:gd name="connsiteY914" fmla="*/ 284664 h 6858000"/>
              <a:gd name="connsiteX915" fmla="*/ 3646022 w 7467600"/>
              <a:gd name="connsiteY915" fmla="*/ 276711 h 6858000"/>
              <a:gd name="connsiteX916" fmla="*/ 3707943 w 7467600"/>
              <a:gd name="connsiteY916" fmla="*/ 65958 h 6858000"/>
              <a:gd name="connsiteX917" fmla="*/ 3721337 w 7467600"/>
              <a:gd name="connsiteY917" fmla="*/ 0 h 6858000"/>
              <a:gd name="connsiteX918" fmla="*/ 2867960 w 7467600"/>
              <a:gd name="connsiteY918" fmla="*/ 0 h 6858000"/>
              <a:gd name="connsiteX919" fmla="*/ 2926351 w 7467600"/>
              <a:gd name="connsiteY919" fmla="*/ 0 h 6858000"/>
              <a:gd name="connsiteX920" fmla="*/ 2902823 w 7467600"/>
              <a:gd name="connsiteY920" fmla="*/ 262929 h 6858000"/>
              <a:gd name="connsiteX921" fmla="*/ 2940663 w 7467600"/>
              <a:gd name="connsiteY921" fmla="*/ 140884 h 6858000"/>
              <a:gd name="connsiteX922" fmla="*/ 2947039 w 7467600"/>
              <a:gd name="connsiteY922" fmla="*/ 122524 h 6858000"/>
              <a:gd name="connsiteX923" fmla="*/ 2984316 w 7467600"/>
              <a:gd name="connsiteY923" fmla="*/ 0 h 6858000"/>
              <a:gd name="connsiteX924" fmla="*/ 3016114 w 7467600"/>
              <a:gd name="connsiteY924" fmla="*/ 0 h 6858000"/>
              <a:gd name="connsiteX925" fmla="*/ 2979949 w 7467600"/>
              <a:gd name="connsiteY925" fmla="*/ 119274 h 6858000"/>
              <a:gd name="connsiteX926" fmla="*/ 3023879 w 7467600"/>
              <a:gd name="connsiteY926" fmla="*/ 0 h 6858000"/>
              <a:gd name="connsiteX927" fmla="*/ 3105400 w 7467600"/>
              <a:gd name="connsiteY927" fmla="*/ 0 h 6858000"/>
              <a:gd name="connsiteX928" fmla="*/ 3094669 w 7467600"/>
              <a:gd name="connsiteY928" fmla="*/ 30308 h 6858000"/>
              <a:gd name="connsiteX929" fmla="*/ 2901945 w 7467600"/>
              <a:gd name="connsiteY929" fmla="*/ 466538 h 6858000"/>
              <a:gd name="connsiteX930" fmla="*/ 2815209 w 7467600"/>
              <a:gd name="connsiteY930" fmla="*/ 497361 h 6858000"/>
              <a:gd name="connsiteX931" fmla="*/ 2844845 w 7467600"/>
              <a:gd name="connsiteY931" fmla="*/ 127638 h 6858000"/>
              <a:gd name="connsiteX932" fmla="*/ 2867960 w 7467600"/>
              <a:gd name="connsiteY932" fmla="*/ 0 h 6858000"/>
              <a:gd name="connsiteX933" fmla="*/ 1057230 w 7467600"/>
              <a:gd name="connsiteY933" fmla="*/ 0 h 6858000"/>
              <a:gd name="connsiteX934" fmla="*/ 1111003 w 7467600"/>
              <a:gd name="connsiteY934" fmla="*/ 0 h 6858000"/>
              <a:gd name="connsiteX935" fmla="*/ 1125553 w 7467600"/>
              <a:gd name="connsiteY935" fmla="*/ 52588 h 6858000"/>
              <a:gd name="connsiteX936" fmla="*/ 1304276 w 7467600"/>
              <a:gd name="connsiteY936" fmla="*/ 476275 h 6858000"/>
              <a:gd name="connsiteX937" fmla="*/ 1492066 w 7467600"/>
              <a:gd name="connsiteY937" fmla="*/ 886333 h 6858000"/>
              <a:gd name="connsiteX938" fmla="*/ 1423698 w 7467600"/>
              <a:gd name="connsiteY938" fmla="*/ 710817 h 6858000"/>
              <a:gd name="connsiteX939" fmla="*/ 1357609 w 7467600"/>
              <a:gd name="connsiteY939" fmla="*/ 532892 h 6858000"/>
              <a:gd name="connsiteX940" fmla="*/ 1309550 w 7467600"/>
              <a:gd name="connsiteY940" fmla="*/ 374031 h 6858000"/>
              <a:gd name="connsiteX941" fmla="*/ 1193673 w 7467600"/>
              <a:gd name="connsiteY941" fmla="*/ 49533 h 6858000"/>
              <a:gd name="connsiteX942" fmla="*/ 1164391 w 7467600"/>
              <a:gd name="connsiteY942" fmla="*/ 0 h 6858000"/>
              <a:gd name="connsiteX943" fmla="*/ 1200666 w 7467600"/>
              <a:gd name="connsiteY943" fmla="*/ 0 h 6858000"/>
              <a:gd name="connsiteX944" fmla="*/ 1223408 w 7467600"/>
              <a:gd name="connsiteY944" fmla="*/ 38996 h 6858000"/>
              <a:gd name="connsiteX945" fmla="*/ 1339635 w 7467600"/>
              <a:gd name="connsiteY945" fmla="*/ 365517 h 6858000"/>
              <a:gd name="connsiteX946" fmla="*/ 1387469 w 7467600"/>
              <a:gd name="connsiteY946" fmla="*/ 523079 h 6858000"/>
              <a:gd name="connsiteX947" fmla="*/ 1452685 w 7467600"/>
              <a:gd name="connsiteY947" fmla="*/ 699806 h 6858000"/>
              <a:gd name="connsiteX948" fmla="*/ 1492092 w 7467600"/>
              <a:gd name="connsiteY948" fmla="*/ 800424 h 6858000"/>
              <a:gd name="connsiteX949" fmla="*/ 1455302 w 7467600"/>
              <a:gd name="connsiteY949" fmla="*/ 632913 h 6858000"/>
              <a:gd name="connsiteX950" fmla="*/ 1222336 w 7467600"/>
              <a:gd name="connsiteY950" fmla="*/ 9480 h 6858000"/>
              <a:gd name="connsiteX951" fmla="*/ 1214634 w 7467600"/>
              <a:gd name="connsiteY951" fmla="*/ 0 h 6858000"/>
              <a:gd name="connsiteX952" fmla="*/ 1289827 w 7467600"/>
              <a:gd name="connsiteY952" fmla="*/ 0 h 6858000"/>
              <a:gd name="connsiteX953" fmla="*/ 1321076 w 7467600"/>
              <a:gd name="connsiteY953" fmla="*/ 59722 h 6858000"/>
              <a:gd name="connsiteX954" fmla="*/ 1512579 w 7467600"/>
              <a:gd name="connsiteY954" fmla="*/ 626441 h 6858000"/>
              <a:gd name="connsiteX955" fmla="*/ 1506076 w 7467600"/>
              <a:gd name="connsiteY955" fmla="*/ 1089289 h 6858000"/>
              <a:gd name="connsiteX956" fmla="*/ 1486346 w 7467600"/>
              <a:gd name="connsiteY956" fmla="*/ 1079919 h 6858000"/>
              <a:gd name="connsiteX957" fmla="*/ 1070511 w 7467600"/>
              <a:gd name="connsiteY957" fmla="*/ 48609 h 6858000"/>
              <a:gd name="connsiteX958" fmla="*/ 1057230 w 7467600"/>
              <a:gd name="connsiteY958" fmla="*/ 0 h 6858000"/>
              <a:gd name="connsiteX959" fmla="*/ 43151 w 7467600"/>
              <a:gd name="connsiteY959" fmla="*/ 0 h 6858000"/>
              <a:gd name="connsiteX960" fmla="*/ 95283 w 7467600"/>
              <a:gd name="connsiteY960" fmla="*/ 0 h 6858000"/>
              <a:gd name="connsiteX961" fmla="*/ 300708 w 7467600"/>
              <a:gd name="connsiteY961" fmla="*/ 154571 h 6858000"/>
              <a:gd name="connsiteX962" fmla="*/ 530414 w 7467600"/>
              <a:gd name="connsiteY962" fmla="*/ 354673 h 6858000"/>
              <a:gd name="connsiteX963" fmla="*/ 333785 w 7467600"/>
              <a:gd name="connsiteY963" fmla="*/ 161564 h 6858000"/>
              <a:gd name="connsiteX964" fmla="*/ 147005 w 7467600"/>
              <a:gd name="connsiteY964" fmla="*/ 0 h 6858000"/>
              <a:gd name="connsiteX965" fmla="*/ 272509 w 7467600"/>
              <a:gd name="connsiteY965" fmla="*/ 0 h 6858000"/>
              <a:gd name="connsiteX966" fmla="*/ 326276 w 7467600"/>
              <a:gd name="connsiteY966" fmla="*/ 45847 h 6858000"/>
              <a:gd name="connsiteX967" fmla="*/ 823759 w 7467600"/>
              <a:gd name="connsiteY967" fmla="*/ 574145 h 6858000"/>
              <a:gd name="connsiteX968" fmla="*/ 811254 w 7467600"/>
              <a:gd name="connsiteY968" fmla="*/ 665546 h 6858000"/>
              <a:gd name="connsiteX969" fmla="*/ 154042 w 7467600"/>
              <a:gd name="connsiteY969" fmla="*/ 261522 h 6858000"/>
              <a:gd name="connsiteX970" fmla="*/ 13550 w 7467600"/>
              <a:gd name="connsiteY970" fmla="*/ 158423 h 6858000"/>
              <a:gd name="connsiteX971" fmla="*/ 0 w 7467600"/>
              <a:gd name="connsiteY971" fmla="*/ 146618 h 6858000"/>
              <a:gd name="connsiteX972" fmla="*/ 0 w 7467600"/>
              <a:gd name="connsiteY972" fmla="*/ 59161 h 6858000"/>
              <a:gd name="connsiteX973" fmla="*/ 45427 w 7467600"/>
              <a:gd name="connsiteY973" fmla="*/ 101078 h 6858000"/>
              <a:gd name="connsiteX974" fmla="*/ 630103 w 7467600"/>
              <a:gd name="connsiteY974" fmla="*/ 485885 h 6858000"/>
              <a:gd name="connsiteX975" fmla="*/ 532040 w 7467600"/>
              <a:gd name="connsiteY975" fmla="*/ 399359 h 6858000"/>
              <a:gd name="connsiteX976" fmla="*/ 517618 w 7467600"/>
              <a:gd name="connsiteY976" fmla="*/ 385726 h 6858000"/>
              <a:gd name="connsiteX977" fmla="*/ 285074 w 7467600"/>
              <a:gd name="connsiteY977" fmla="*/ 182755 h 6858000"/>
              <a:gd name="connsiteX978" fmla="*/ 43151 w 7467600"/>
              <a:gd name="connsiteY97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5971257 h 6858000"/>
              <a:gd name="connsiteX83" fmla="*/ 7467600 w 7467600"/>
              <a:gd name="connsiteY83" fmla="*/ 6012219 h 6858000"/>
              <a:gd name="connsiteX84" fmla="*/ 6946849 w 7467600"/>
              <a:gd name="connsiteY84" fmla="*/ 5523271 h 6858000"/>
              <a:gd name="connsiteX85" fmla="*/ 6946972 w 7467600"/>
              <a:gd name="connsiteY85" fmla="*/ 5526491 h 6858000"/>
              <a:gd name="connsiteX86" fmla="*/ 7105827 w 7467600"/>
              <a:gd name="connsiteY86" fmla="*/ 5718700 h 6858000"/>
              <a:gd name="connsiteX87" fmla="*/ 7356878 w 7467600"/>
              <a:gd name="connsiteY87" fmla="*/ 5981332 h 6858000"/>
              <a:gd name="connsiteX88" fmla="*/ 7467600 w 7467600"/>
              <a:gd name="connsiteY88" fmla="*/ 6117703 h 6858000"/>
              <a:gd name="connsiteX89" fmla="*/ 7467600 w 7467600"/>
              <a:gd name="connsiteY89" fmla="*/ 6163634 h 6858000"/>
              <a:gd name="connsiteX90" fmla="*/ 7403637 w 7467600"/>
              <a:gd name="connsiteY90" fmla="*/ 6083957 h 6858000"/>
              <a:gd name="connsiteX91" fmla="*/ 7254615 w 7467600"/>
              <a:gd name="connsiteY91" fmla="*/ 5911918 h 6858000"/>
              <a:gd name="connsiteX92" fmla="*/ 7312589 w 7467600"/>
              <a:gd name="connsiteY92" fmla="*/ 5982309 h 6858000"/>
              <a:gd name="connsiteX93" fmla="*/ 7448321 w 7467600"/>
              <a:gd name="connsiteY93" fmla="*/ 6190991 h 6858000"/>
              <a:gd name="connsiteX94" fmla="*/ 7467600 w 7467600"/>
              <a:gd name="connsiteY94" fmla="*/ 6221686 h 6858000"/>
              <a:gd name="connsiteX95" fmla="*/ 7467600 w 7467600"/>
              <a:gd name="connsiteY95" fmla="*/ 6334256 h 6858000"/>
              <a:gd name="connsiteX96" fmla="*/ 7454976 w 7467600"/>
              <a:gd name="connsiteY96" fmla="*/ 6318297 h 6858000"/>
              <a:gd name="connsiteX97" fmla="*/ 7042773 w 7467600"/>
              <a:gd name="connsiteY97" fmla="*/ 5734011 h 6858000"/>
              <a:gd name="connsiteX98" fmla="*/ 6844835 w 7467600"/>
              <a:gd name="connsiteY98" fmla="*/ 5424988 h 6858000"/>
              <a:gd name="connsiteX99" fmla="*/ 1456157 w 7467600"/>
              <a:gd name="connsiteY99" fmla="*/ 5371404 h 6858000"/>
              <a:gd name="connsiteX100" fmla="*/ 1244432 w 7467600"/>
              <a:gd name="connsiteY100" fmla="*/ 5385601 h 6858000"/>
              <a:gd name="connsiteX101" fmla="*/ 973990 w 7467600"/>
              <a:gd name="connsiteY101" fmla="*/ 5424940 h 6858000"/>
              <a:gd name="connsiteX102" fmla="*/ 1103809 w 7467600"/>
              <a:gd name="connsiteY102" fmla="*/ 5433720 h 6858000"/>
              <a:gd name="connsiteX103" fmla="*/ 1123454 w 7467600"/>
              <a:gd name="connsiteY103" fmla="*/ 5435727 h 6858000"/>
              <a:gd name="connsiteX104" fmla="*/ 1737017 w 7467600"/>
              <a:gd name="connsiteY104" fmla="*/ 5452183 h 6858000"/>
              <a:gd name="connsiteX105" fmla="*/ 1824397 w 7467600"/>
              <a:gd name="connsiteY105" fmla="*/ 5447757 h 6858000"/>
              <a:gd name="connsiteX106" fmla="*/ 2070059 w 7467600"/>
              <a:gd name="connsiteY106" fmla="*/ 5441660 h 6858000"/>
              <a:gd name="connsiteX107" fmla="*/ 1456157 w 7467600"/>
              <a:gd name="connsiteY107" fmla="*/ 5371404 h 6858000"/>
              <a:gd name="connsiteX108" fmla="*/ 4988186 w 7467600"/>
              <a:gd name="connsiteY108" fmla="*/ 5216467 h 6858000"/>
              <a:gd name="connsiteX109" fmla="*/ 4777334 w 7467600"/>
              <a:gd name="connsiteY109" fmla="*/ 5406072 h 6858000"/>
              <a:gd name="connsiteX110" fmla="*/ 4718341 w 7467600"/>
              <a:gd name="connsiteY110" fmla="*/ 5468043 h 6858000"/>
              <a:gd name="connsiteX111" fmla="*/ 4604655 w 7467600"/>
              <a:gd name="connsiteY111" fmla="*/ 5583434 h 6858000"/>
              <a:gd name="connsiteX112" fmla="*/ 4565074 w 7467600"/>
              <a:gd name="connsiteY112" fmla="*/ 5618550 h 6858000"/>
              <a:gd name="connsiteX113" fmla="*/ 4988186 w 7467600"/>
              <a:gd name="connsiteY113" fmla="*/ 5216467 h 6858000"/>
              <a:gd name="connsiteX114" fmla="*/ 4978032 w 7467600"/>
              <a:gd name="connsiteY114" fmla="*/ 5183809 h 6858000"/>
              <a:gd name="connsiteX115" fmla="*/ 4463413 w 7467600"/>
              <a:gd name="connsiteY115" fmla="*/ 5615162 h 6858000"/>
              <a:gd name="connsiteX116" fmla="*/ 4358134 w 7467600"/>
              <a:gd name="connsiteY116" fmla="*/ 5742791 h 6858000"/>
              <a:gd name="connsiteX117" fmla="*/ 4376219 w 7467600"/>
              <a:gd name="connsiteY117" fmla="*/ 5729027 h 6858000"/>
              <a:gd name="connsiteX118" fmla="*/ 4582340 w 7467600"/>
              <a:gd name="connsiteY118" fmla="*/ 5561037 h 6858000"/>
              <a:gd name="connsiteX119" fmla="*/ 4694684 w 7467600"/>
              <a:gd name="connsiteY119" fmla="*/ 5447098 h 6858000"/>
              <a:gd name="connsiteX120" fmla="*/ 4754123 w 7467600"/>
              <a:gd name="connsiteY120" fmla="*/ 5384643 h 6858000"/>
              <a:gd name="connsiteX121" fmla="*/ 4978032 w 7467600"/>
              <a:gd name="connsiteY121" fmla="*/ 5183809 h 6858000"/>
              <a:gd name="connsiteX122" fmla="*/ 1903353 w 7467600"/>
              <a:gd name="connsiteY122" fmla="*/ 5044827 h 6858000"/>
              <a:gd name="connsiteX123" fmla="*/ 1936931 w 7467600"/>
              <a:gd name="connsiteY123" fmla="*/ 5093954 h 6858000"/>
              <a:gd name="connsiteX124" fmla="*/ 2195868 w 7467600"/>
              <a:gd name="connsiteY124" fmla="*/ 5396574 h 6858000"/>
              <a:gd name="connsiteX125" fmla="*/ 2088852 w 7467600"/>
              <a:gd name="connsiteY125" fmla="*/ 5166123 h 6858000"/>
              <a:gd name="connsiteX126" fmla="*/ 1958241 w 7467600"/>
              <a:gd name="connsiteY126" fmla="*/ 5067955 h 6858000"/>
              <a:gd name="connsiteX127" fmla="*/ 1903353 w 7467600"/>
              <a:gd name="connsiteY127" fmla="*/ 5044827 h 6858000"/>
              <a:gd name="connsiteX128" fmla="*/ 1979378 w 7467600"/>
              <a:gd name="connsiteY128" fmla="*/ 4769504 h 6858000"/>
              <a:gd name="connsiteX129" fmla="*/ 2882120 w 7467600"/>
              <a:gd name="connsiteY129" fmla="*/ 5064547 h 6858000"/>
              <a:gd name="connsiteX130" fmla="*/ 2793103 w 7467600"/>
              <a:gd name="connsiteY130" fmla="*/ 5039699 h 6858000"/>
              <a:gd name="connsiteX131" fmla="*/ 2770041 w 7467600"/>
              <a:gd name="connsiteY131" fmla="*/ 5033634 h 6858000"/>
              <a:gd name="connsiteX132" fmla="*/ 1979378 w 7467600"/>
              <a:gd name="connsiteY132" fmla="*/ 4769504 h 6858000"/>
              <a:gd name="connsiteX133" fmla="*/ 1927410 w 7467600"/>
              <a:gd name="connsiteY133" fmla="*/ 4716164 h 6858000"/>
              <a:gd name="connsiteX134" fmla="*/ 1959587 w 7467600"/>
              <a:gd name="connsiteY134" fmla="*/ 4728849 h 6858000"/>
              <a:gd name="connsiteX135" fmla="*/ 2777707 w 7467600"/>
              <a:gd name="connsiteY135" fmla="*/ 5003991 h 6858000"/>
              <a:gd name="connsiteX136" fmla="*/ 2800768 w 7467600"/>
              <a:gd name="connsiteY136" fmla="*/ 5010056 h 6858000"/>
              <a:gd name="connsiteX137" fmla="*/ 2879408 w 7467600"/>
              <a:gd name="connsiteY137" fmla="*/ 5031590 h 6858000"/>
              <a:gd name="connsiteX138" fmla="*/ 2862295 w 7467600"/>
              <a:gd name="connsiteY138" fmla="*/ 5022958 h 6858000"/>
              <a:gd name="connsiteX139" fmla="*/ 2813343 w 7467600"/>
              <a:gd name="connsiteY139" fmla="*/ 4998369 h 6858000"/>
              <a:gd name="connsiteX140" fmla="*/ 2646245 w 7467600"/>
              <a:gd name="connsiteY140" fmla="*/ 4930999 h 6858000"/>
              <a:gd name="connsiteX141" fmla="*/ 1999243 w 7467600"/>
              <a:gd name="connsiteY141" fmla="*/ 4730524 h 6858000"/>
              <a:gd name="connsiteX142" fmla="*/ 1979527 w 7467600"/>
              <a:gd name="connsiteY142" fmla="*/ 4726651 h 6858000"/>
              <a:gd name="connsiteX143" fmla="*/ 1927410 w 7467600"/>
              <a:gd name="connsiteY143" fmla="*/ 4716164 h 6858000"/>
              <a:gd name="connsiteX144" fmla="*/ 1997014 w 7467600"/>
              <a:gd name="connsiteY144" fmla="*/ 4698007 h 6858000"/>
              <a:gd name="connsiteX145" fmla="*/ 2005458 w 7467600"/>
              <a:gd name="connsiteY145" fmla="*/ 4699540 h 6858000"/>
              <a:gd name="connsiteX146" fmla="*/ 2657186 w 7467600"/>
              <a:gd name="connsiteY146" fmla="*/ 4901687 h 6858000"/>
              <a:gd name="connsiteX147" fmla="*/ 2826662 w 7467600"/>
              <a:gd name="connsiteY147" fmla="*/ 4970362 h 6858000"/>
              <a:gd name="connsiteX148" fmla="*/ 2876100 w 7467600"/>
              <a:gd name="connsiteY148" fmla="*/ 4995397 h 6858000"/>
              <a:gd name="connsiteX149" fmla="*/ 3042600 w 7467600"/>
              <a:gd name="connsiteY149" fmla="*/ 5059532 h 6858000"/>
              <a:gd name="connsiteX150" fmla="*/ 1997014 w 7467600"/>
              <a:gd name="connsiteY150" fmla="*/ 4698007 h 6858000"/>
              <a:gd name="connsiteX151" fmla="*/ 2305292 w 7467600"/>
              <a:gd name="connsiteY151" fmla="*/ 4219492 h 6858000"/>
              <a:gd name="connsiteX152" fmla="*/ 3360922 w 7467600"/>
              <a:gd name="connsiteY152" fmla="*/ 4529373 h 6858000"/>
              <a:gd name="connsiteX153" fmla="*/ 3492420 w 7467600"/>
              <a:gd name="connsiteY153" fmla="*/ 4510145 h 6858000"/>
              <a:gd name="connsiteX154" fmla="*/ 3364086 w 7467600"/>
              <a:gd name="connsiteY154" fmla="*/ 4480340 h 6858000"/>
              <a:gd name="connsiteX155" fmla="*/ 3225818 w 7467600"/>
              <a:gd name="connsiteY155" fmla="*/ 4411822 h 6858000"/>
              <a:gd name="connsiteX156" fmla="*/ 3129696 w 7467600"/>
              <a:gd name="connsiteY156" fmla="*/ 4360704 h 6858000"/>
              <a:gd name="connsiteX157" fmla="*/ 2814545 w 7467600"/>
              <a:gd name="connsiteY157" fmla="*/ 4282955 h 6858000"/>
              <a:gd name="connsiteX158" fmla="*/ 2305292 w 7467600"/>
              <a:gd name="connsiteY158" fmla="*/ 4219492 h 6858000"/>
              <a:gd name="connsiteX159" fmla="*/ 2626982 w 7467600"/>
              <a:gd name="connsiteY159" fmla="*/ 4206450 h 6858000"/>
              <a:gd name="connsiteX160" fmla="*/ 2490617 w 7467600"/>
              <a:gd name="connsiteY160" fmla="*/ 4206951 h 6858000"/>
              <a:gd name="connsiteX161" fmla="*/ 2819869 w 7467600"/>
              <a:gd name="connsiteY161" fmla="*/ 4252936 h 6858000"/>
              <a:gd name="connsiteX162" fmla="*/ 3143018 w 7467600"/>
              <a:gd name="connsiteY162" fmla="*/ 4332698 h 6858000"/>
              <a:gd name="connsiteX163" fmla="*/ 3241520 w 7467600"/>
              <a:gd name="connsiteY163" fmla="*/ 4385112 h 6858000"/>
              <a:gd name="connsiteX164" fmla="*/ 3374575 w 7467600"/>
              <a:gd name="connsiteY164" fmla="*/ 4451517 h 6858000"/>
              <a:gd name="connsiteX165" fmla="*/ 3505221 w 7467600"/>
              <a:gd name="connsiteY165" fmla="*/ 4480757 h 6858000"/>
              <a:gd name="connsiteX166" fmla="*/ 2626982 w 7467600"/>
              <a:gd name="connsiteY166" fmla="*/ 4206450 h 6858000"/>
              <a:gd name="connsiteX167" fmla="*/ 1310106 w 7467600"/>
              <a:gd name="connsiteY167" fmla="*/ 3943217 h 6858000"/>
              <a:gd name="connsiteX168" fmla="*/ 854994 w 7467600"/>
              <a:gd name="connsiteY168" fmla="*/ 4399136 h 6858000"/>
              <a:gd name="connsiteX169" fmla="*/ 742462 w 7467600"/>
              <a:gd name="connsiteY169" fmla="*/ 4594648 h 6858000"/>
              <a:gd name="connsiteX170" fmla="*/ 820602 w 7467600"/>
              <a:gd name="connsiteY170" fmla="*/ 4485915 h 6858000"/>
              <a:gd name="connsiteX171" fmla="*/ 878295 w 7467600"/>
              <a:gd name="connsiteY171" fmla="*/ 4403594 h 6858000"/>
              <a:gd name="connsiteX172" fmla="*/ 1240607 w 7467600"/>
              <a:gd name="connsiteY172" fmla="*/ 4010401 h 6858000"/>
              <a:gd name="connsiteX173" fmla="*/ 1310106 w 7467600"/>
              <a:gd name="connsiteY173" fmla="*/ 3943217 h 6858000"/>
              <a:gd name="connsiteX174" fmla="*/ 1423113 w 7467600"/>
              <a:gd name="connsiteY174" fmla="*/ 3874565 h 6858000"/>
              <a:gd name="connsiteX175" fmla="*/ 1260565 w 7467600"/>
              <a:gd name="connsiteY175" fmla="*/ 4031982 h 6858000"/>
              <a:gd name="connsiteX176" fmla="*/ 901900 w 7467600"/>
              <a:gd name="connsiteY176" fmla="*/ 4421236 h 6858000"/>
              <a:gd name="connsiteX177" fmla="*/ 845044 w 7467600"/>
              <a:gd name="connsiteY177" fmla="*/ 4502436 h 6858000"/>
              <a:gd name="connsiteX178" fmla="*/ 685926 w 7467600"/>
              <a:gd name="connsiteY178" fmla="*/ 4703069 h 6858000"/>
              <a:gd name="connsiteX179" fmla="*/ 684248 w 7467600"/>
              <a:gd name="connsiteY179" fmla="*/ 4706721 h 6858000"/>
              <a:gd name="connsiteX180" fmla="*/ 1423113 w 7467600"/>
              <a:gd name="connsiteY180" fmla="*/ 3874565 h 6858000"/>
              <a:gd name="connsiteX181" fmla="*/ 3316479 w 7467600"/>
              <a:gd name="connsiteY181" fmla="*/ 3872136 h 6858000"/>
              <a:gd name="connsiteX182" fmla="*/ 3546806 w 7467600"/>
              <a:gd name="connsiteY182" fmla="*/ 4356139 h 6858000"/>
              <a:gd name="connsiteX183" fmla="*/ 3364433 w 7467600"/>
              <a:gd name="connsiteY183" fmla="*/ 3953121 h 6858000"/>
              <a:gd name="connsiteX184" fmla="*/ 3316479 w 7467600"/>
              <a:gd name="connsiteY184" fmla="*/ 3872136 h 6858000"/>
              <a:gd name="connsiteX185" fmla="*/ 3291335 w 7467600"/>
              <a:gd name="connsiteY185" fmla="*/ 3767420 h 6858000"/>
              <a:gd name="connsiteX186" fmla="*/ 3390805 w 7467600"/>
              <a:gd name="connsiteY186" fmla="*/ 3937163 h 6858000"/>
              <a:gd name="connsiteX187" fmla="*/ 3579062 w 7467600"/>
              <a:gd name="connsiteY187" fmla="*/ 4359040 h 6858000"/>
              <a:gd name="connsiteX188" fmla="*/ 3467355 w 7467600"/>
              <a:gd name="connsiteY188" fmla="*/ 3988130 h 6858000"/>
              <a:gd name="connsiteX189" fmla="*/ 3310753 w 7467600"/>
              <a:gd name="connsiteY189" fmla="*/ 3787140 h 6858000"/>
              <a:gd name="connsiteX190" fmla="*/ 3291335 w 7467600"/>
              <a:gd name="connsiteY190" fmla="*/ 3767420 h 6858000"/>
              <a:gd name="connsiteX191" fmla="*/ 1635889 w 7467600"/>
              <a:gd name="connsiteY191" fmla="*/ 3709494 h 6858000"/>
              <a:gd name="connsiteX192" fmla="*/ 1634800 w 7467600"/>
              <a:gd name="connsiteY192" fmla="*/ 3731111 h 6858000"/>
              <a:gd name="connsiteX193" fmla="*/ 1635889 w 7467600"/>
              <a:gd name="connsiteY193" fmla="*/ 3709494 h 6858000"/>
              <a:gd name="connsiteX194" fmla="*/ 1510397 w 7467600"/>
              <a:gd name="connsiteY194" fmla="*/ 3684705 h 6858000"/>
              <a:gd name="connsiteX195" fmla="*/ 1146550 w 7467600"/>
              <a:gd name="connsiteY195" fmla="*/ 3802012 h 6858000"/>
              <a:gd name="connsiteX196" fmla="*/ 698834 w 7467600"/>
              <a:gd name="connsiteY196" fmla="*/ 3952272 h 6858000"/>
              <a:gd name="connsiteX197" fmla="*/ 34256 w 7467600"/>
              <a:gd name="connsiteY197" fmla="*/ 4347603 h 6858000"/>
              <a:gd name="connsiteX198" fmla="*/ 527241 w 7467600"/>
              <a:gd name="connsiteY198" fmla="*/ 4065078 h 6858000"/>
              <a:gd name="connsiteX199" fmla="*/ 1510397 w 7467600"/>
              <a:gd name="connsiteY199" fmla="*/ 3684705 h 6858000"/>
              <a:gd name="connsiteX200" fmla="*/ 1313114 w 7467600"/>
              <a:gd name="connsiteY200" fmla="*/ 3655216 h 6858000"/>
              <a:gd name="connsiteX201" fmla="*/ 1109304 w 7467600"/>
              <a:gd name="connsiteY201" fmla="*/ 3669030 h 6858000"/>
              <a:gd name="connsiteX202" fmla="*/ 8129 w 7467600"/>
              <a:gd name="connsiteY202" fmla="*/ 4330519 h 6858000"/>
              <a:gd name="connsiteX203" fmla="*/ 687572 w 7467600"/>
              <a:gd name="connsiteY203" fmla="*/ 3925629 h 6858000"/>
              <a:gd name="connsiteX204" fmla="*/ 1138365 w 7467600"/>
              <a:gd name="connsiteY204" fmla="*/ 3774515 h 6858000"/>
              <a:gd name="connsiteX205" fmla="*/ 1505579 w 7467600"/>
              <a:gd name="connsiteY205" fmla="*/ 3655526 h 6858000"/>
              <a:gd name="connsiteX206" fmla="*/ 1313114 w 7467600"/>
              <a:gd name="connsiteY206" fmla="*/ 3655216 h 6858000"/>
              <a:gd name="connsiteX207" fmla="*/ 3655073 w 7467600"/>
              <a:gd name="connsiteY207" fmla="*/ 3650884 h 6858000"/>
              <a:gd name="connsiteX208" fmla="*/ 3989938 w 7467600"/>
              <a:gd name="connsiteY208" fmla="*/ 3991685 h 6858000"/>
              <a:gd name="connsiteX209" fmla="*/ 4393907 w 7467600"/>
              <a:gd name="connsiteY209" fmla="*/ 4261258 h 6858000"/>
              <a:gd name="connsiteX210" fmla="*/ 4648051 w 7467600"/>
              <a:gd name="connsiteY210" fmla="*/ 4374051 h 6858000"/>
              <a:gd name="connsiteX211" fmla="*/ 4383389 w 7467600"/>
              <a:gd name="connsiteY211" fmla="*/ 4184369 h 6858000"/>
              <a:gd name="connsiteX212" fmla="*/ 4165508 w 7467600"/>
              <a:gd name="connsiteY212" fmla="*/ 4035196 h 6858000"/>
              <a:gd name="connsiteX213" fmla="*/ 4068162 w 7467600"/>
              <a:gd name="connsiteY213" fmla="*/ 3953394 h 6858000"/>
              <a:gd name="connsiteX214" fmla="*/ 3981416 w 7467600"/>
              <a:gd name="connsiteY214" fmla="*/ 3880482 h 6858000"/>
              <a:gd name="connsiteX215" fmla="*/ 3800147 w 7467600"/>
              <a:gd name="connsiteY215" fmla="*/ 3749872 h 6858000"/>
              <a:gd name="connsiteX216" fmla="*/ 3655073 w 7467600"/>
              <a:gd name="connsiteY216" fmla="*/ 3650884 h 6858000"/>
              <a:gd name="connsiteX217" fmla="*/ 3670252 w 7467600"/>
              <a:gd name="connsiteY217" fmla="*/ 3622798 h 6858000"/>
              <a:gd name="connsiteX218" fmla="*/ 3817258 w 7467600"/>
              <a:gd name="connsiteY218" fmla="*/ 3723577 h 6858000"/>
              <a:gd name="connsiteX219" fmla="*/ 4000461 w 7467600"/>
              <a:gd name="connsiteY219" fmla="*/ 3855966 h 6858000"/>
              <a:gd name="connsiteX220" fmla="*/ 4088180 w 7467600"/>
              <a:gd name="connsiteY220" fmla="*/ 3929774 h 6858000"/>
              <a:gd name="connsiteX221" fmla="*/ 4184555 w 7467600"/>
              <a:gd name="connsiteY221" fmla="*/ 4010683 h 6858000"/>
              <a:gd name="connsiteX222" fmla="*/ 4399563 w 7467600"/>
              <a:gd name="connsiteY222" fmla="*/ 4158106 h 6858000"/>
              <a:gd name="connsiteX223" fmla="*/ 4684469 w 7467600"/>
              <a:gd name="connsiteY223" fmla="*/ 4364680 h 6858000"/>
              <a:gd name="connsiteX224" fmla="*/ 4690271 w 7467600"/>
              <a:gd name="connsiteY224" fmla="*/ 4370034 h 6858000"/>
              <a:gd name="connsiteX225" fmla="*/ 4136093 w 7467600"/>
              <a:gd name="connsiteY225" fmla="*/ 3858466 h 6858000"/>
              <a:gd name="connsiteX226" fmla="*/ 3670252 w 7467600"/>
              <a:gd name="connsiteY226" fmla="*/ 3622798 h 6858000"/>
              <a:gd name="connsiteX227" fmla="*/ 4440129 w 7467600"/>
              <a:gd name="connsiteY227" fmla="*/ 3448571 h 6858000"/>
              <a:gd name="connsiteX228" fmla="*/ 4856525 w 7467600"/>
              <a:gd name="connsiteY228" fmla="*/ 3915351 h 6858000"/>
              <a:gd name="connsiteX229" fmla="*/ 5059055 w 7467600"/>
              <a:gd name="connsiteY229" fmla="*/ 4108918 h 6858000"/>
              <a:gd name="connsiteX230" fmla="*/ 5290070 w 7467600"/>
              <a:gd name="connsiteY230" fmla="*/ 4263619 h 6858000"/>
              <a:gd name="connsiteX231" fmla="*/ 4834991 w 7467600"/>
              <a:gd name="connsiteY231" fmla="*/ 3830985 h 6858000"/>
              <a:gd name="connsiteX232" fmla="*/ 4440129 w 7467600"/>
              <a:gd name="connsiteY232" fmla="*/ 3448571 h 6858000"/>
              <a:gd name="connsiteX233" fmla="*/ 4441737 w 7467600"/>
              <a:gd name="connsiteY233" fmla="*/ 3399734 h 6858000"/>
              <a:gd name="connsiteX234" fmla="*/ 4431236 w 7467600"/>
              <a:gd name="connsiteY234" fmla="*/ 3400954 h 6858000"/>
              <a:gd name="connsiteX235" fmla="*/ 4557150 w 7467600"/>
              <a:gd name="connsiteY235" fmla="*/ 3510023 h 6858000"/>
              <a:gd name="connsiteX236" fmla="*/ 4856936 w 7467600"/>
              <a:gd name="connsiteY236" fmla="*/ 3809146 h 6858000"/>
              <a:gd name="connsiteX237" fmla="*/ 5111996 w 7467600"/>
              <a:gd name="connsiteY237" fmla="*/ 4065759 h 6858000"/>
              <a:gd name="connsiteX238" fmla="*/ 5388878 w 7467600"/>
              <a:gd name="connsiteY238" fmla="*/ 4300185 h 6858000"/>
              <a:gd name="connsiteX239" fmla="*/ 5425556 w 7467600"/>
              <a:gd name="connsiteY239" fmla="*/ 4308967 h 6858000"/>
              <a:gd name="connsiteX240" fmla="*/ 4943646 w 7467600"/>
              <a:gd name="connsiteY240" fmla="*/ 3822916 h 6858000"/>
              <a:gd name="connsiteX241" fmla="*/ 4594837 w 7467600"/>
              <a:gd name="connsiteY241" fmla="*/ 3532274 h 6858000"/>
              <a:gd name="connsiteX242" fmla="*/ 4441737 w 7467600"/>
              <a:gd name="connsiteY242" fmla="*/ 3399734 h 6858000"/>
              <a:gd name="connsiteX243" fmla="*/ 5425834 w 7467600"/>
              <a:gd name="connsiteY243" fmla="*/ 3162785 h 6858000"/>
              <a:gd name="connsiteX244" fmla="*/ 5401644 w 7467600"/>
              <a:gd name="connsiteY244" fmla="*/ 3617847 h 6858000"/>
              <a:gd name="connsiteX245" fmla="*/ 5467256 w 7467600"/>
              <a:gd name="connsiteY245" fmla="*/ 4175494 h 6858000"/>
              <a:gd name="connsiteX246" fmla="*/ 5448069 w 7467600"/>
              <a:gd name="connsiteY246" fmla="*/ 3567554 h 6858000"/>
              <a:gd name="connsiteX247" fmla="*/ 5425834 w 7467600"/>
              <a:gd name="connsiteY247" fmla="*/ 3162785 h 6858000"/>
              <a:gd name="connsiteX248" fmla="*/ 1318687 w 7467600"/>
              <a:gd name="connsiteY248" fmla="*/ 3113840 h 6858000"/>
              <a:gd name="connsiteX249" fmla="*/ 1066793 w 7467600"/>
              <a:gd name="connsiteY249" fmla="*/ 3212171 h 6858000"/>
              <a:gd name="connsiteX250" fmla="*/ 993319 w 7467600"/>
              <a:gd name="connsiteY250" fmla="*/ 3247648 h 6858000"/>
              <a:gd name="connsiteX251" fmla="*/ 853081 w 7467600"/>
              <a:gd name="connsiteY251" fmla="*/ 3312410 h 6858000"/>
              <a:gd name="connsiteX252" fmla="*/ 805957 w 7467600"/>
              <a:gd name="connsiteY252" fmla="*/ 3330443 h 6858000"/>
              <a:gd name="connsiteX253" fmla="*/ 1318687 w 7467600"/>
              <a:gd name="connsiteY253" fmla="*/ 3113840 h 6858000"/>
              <a:gd name="connsiteX254" fmla="*/ 5453702 w 7467600"/>
              <a:gd name="connsiteY254" fmla="*/ 3090882 h 6858000"/>
              <a:gd name="connsiteX255" fmla="*/ 5480135 w 7467600"/>
              <a:gd name="connsiteY255" fmla="*/ 3565802 h 6858000"/>
              <a:gd name="connsiteX256" fmla="*/ 5499023 w 7467600"/>
              <a:gd name="connsiteY256" fmla="*/ 4166310 h 6858000"/>
              <a:gd name="connsiteX257" fmla="*/ 5547022 w 7467600"/>
              <a:gd name="connsiteY257" fmla="*/ 3607838 h 6858000"/>
              <a:gd name="connsiteX258" fmla="*/ 5515964 w 7467600"/>
              <a:gd name="connsiteY258" fmla="*/ 3378541 h 6858000"/>
              <a:gd name="connsiteX259" fmla="*/ 5453702 w 7467600"/>
              <a:gd name="connsiteY259" fmla="*/ 3090882 h 6858000"/>
              <a:gd name="connsiteX260" fmla="*/ 1238695 w 7467600"/>
              <a:gd name="connsiteY260" fmla="*/ 3076820 h 6858000"/>
              <a:gd name="connsiteX261" fmla="*/ 716371 w 7467600"/>
              <a:gd name="connsiteY261" fmla="*/ 3293249 h 6858000"/>
              <a:gd name="connsiteX262" fmla="*/ 579522 w 7467600"/>
              <a:gd name="connsiteY262" fmla="*/ 3371759 h 6858000"/>
              <a:gd name="connsiteX263" fmla="*/ 600288 w 7467600"/>
              <a:gd name="connsiteY263" fmla="*/ 3365555 h 6858000"/>
              <a:gd name="connsiteX264" fmla="*/ 840692 w 7467600"/>
              <a:gd name="connsiteY264" fmla="*/ 3284921 h 6858000"/>
              <a:gd name="connsiteX265" fmla="*/ 979248 w 7467600"/>
              <a:gd name="connsiteY265" fmla="*/ 3221003 h 6858000"/>
              <a:gd name="connsiteX266" fmla="*/ 1053282 w 7467600"/>
              <a:gd name="connsiteY266" fmla="*/ 3185247 h 6858000"/>
              <a:gd name="connsiteX267" fmla="*/ 1320603 w 7467600"/>
              <a:gd name="connsiteY267" fmla="*/ 3081281 h 6858000"/>
              <a:gd name="connsiteX268" fmla="*/ 1238695 w 7467600"/>
              <a:gd name="connsiteY268" fmla="*/ 3076820 h 6858000"/>
              <a:gd name="connsiteX269" fmla="*/ 5425627 w 7467600"/>
              <a:gd name="connsiteY269" fmla="*/ 2954192 h 6858000"/>
              <a:gd name="connsiteX270" fmla="*/ 5470770 w 7467600"/>
              <a:gd name="connsiteY270" fmla="*/ 3005435 h 6858000"/>
              <a:gd name="connsiteX271" fmla="*/ 5519779 w 7467600"/>
              <a:gd name="connsiteY271" fmla="*/ 4359223 h 6858000"/>
              <a:gd name="connsiteX272" fmla="*/ 5520293 w 7467600"/>
              <a:gd name="connsiteY272" fmla="*/ 4360602 h 6858000"/>
              <a:gd name="connsiteX273" fmla="*/ 5767221 w 7467600"/>
              <a:gd name="connsiteY273" fmla="*/ 4665564 h 6858000"/>
              <a:gd name="connsiteX274" fmla="*/ 6937169 w 7467600"/>
              <a:gd name="connsiteY274" fmla="*/ 4815941 h 6858000"/>
              <a:gd name="connsiteX275" fmla="*/ 6953922 w 7467600"/>
              <a:gd name="connsiteY275" fmla="*/ 4890068 h 6858000"/>
              <a:gd name="connsiteX276" fmla="*/ 6071359 w 7467600"/>
              <a:gd name="connsiteY276" fmla="*/ 4770770 h 6858000"/>
              <a:gd name="connsiteX277" fmla="*/ 6038839 w 7467600"/>
              <a:gd name="connsiteY277" fmla="*/ 4764474 h 6858000"/>
              <a:gd name="connsiteX278" fmla="*/ 6038706 w 7467600"/>
              <a:gd name="connsiteY278" fmla="*/ 4763847 h 6858000"/>
              <a:gd name="connsiteX279" fmla="*/ 6037784 w 7467600"/>
              <a:gd name="connsiteY279" fmla="*/ 4764270 h 6858000"/>
              <a:gd name="connsiteX280" fmla="*/ 6038839 w 7467600"/>
              <a:gd name="connsiteY280" fmla="*/ 4764474 h 6858000"/>
              <a:gd name="connsiteX281" fmla="*/ 6040338 w 7467600"/>
              <a:gd name="connsiteY281" fmla="*/ 4771418 h 6858000"/>
              <a:gd name="connsiteX282" fmla="*/ 6024488 w 7467600"/>
              <a:gd name="connsiteY282" fmla="*/ 4809903 h 6858000"/>
              <a:gd name="connsiteX283" fmla="*/ 5599771 w 7467600"/>
              <a:gd name="connsiteY283" fmla="*/ 5509652 h 6858000"/>
              <a:gd name="connsiteX284" fmla="*/ 5548843 w 7467600"/>
              <a:gd name="connsiteY284" fmla="*/ 5563845 h 6858000"/>
              <a:gd name="connsiteX285" fmla="*/ 5940952 w 7467600"/>
              <a:gd name="connsiteY285" fmla="*/ 6250028 h 6858000"/>
              <a:gd name="connsiteX286" fmla="*/ 6043441 w 7467600"/>
              <a:gd name="connsiteY286" fmla="*/ 6665847 h 6858000"/>
              <a:gd name="connsiteX287" fmla="*/ 6093432 w 7467600"/>
              <a:gd name="connsiteY287" fmla="*/ 6858000 h 6858000"/>
              <a:gd name="connsiteX288" fmla="*/ 6034344 w 7467600"/>
              <a:gd name="connsiteY288" fmla="*/ 6858000 h 6858000"/>
              <a:gd name="connsiteX289" fmla="*/ 6026679 w 7467600"/>
              <a:gd name="connsiteY289" fmla="*/ 6836959 h 6858000"/>
              <a:gd name="connsiteX290" fmla="*/ 5800441 w 7467600"/>
              <a:gd name="connsiteY290" fmla="*/ 6335286 h 6858000"/>
              <a:gd name="connsiteX291" fmla="*/ 5526562 w 7467600"/>
              <a:gd name="connsiteY291" fmla="*/ 5705388 h 6858000"/>
              <a:gd name="connsiteX292" fmla="*/ 5519640 w 7467600"/>
              <a:gd name="connsiteY292" fmla="*/ 5683774 h 6858000"/>
              <a:gd name="connsiteX293" fmla="*/ 5844559 w 7467600"/>
              <a:gd name="connsiteY293" fmla="*/ 6553349 h 6858000"/>
              <a:gd name="connsiteX294" fmla="*/ 5975994 w 7467600"/>
              <a:gd name="connsiteY294" fmla="*/ 6858000 h 6858000"/>
              <a:gd name="connsiteX295" fmla="*/ 5898547 w 7467600"/>
              <a:gd name="connsiteY295" fmla="*/ 6858000 h 6858000"/>
              <a:gd name="connsiteX296" fmla="*/ 5682041 w 7467600"/>
              <a:gd name="connsiteY296" fmla="*/ 6355860 h 6858000"/>
              <a:gd name="connsiteX297" fmla="*/ 5461758 w 7467600"/>
              <a:gd name="connsiteY297" fmla="*/ 5820220 h 6858000"/>
              <a:gd name="connsiteX298" fmla="*/ 5237282 w 7467600"/>
              <a:gd name="connsiteY298" fmla="*/ 6579086 h 6858000"/>
              <a:gd name="connsiteX299" fmla="*/ 5115009 w 7467600"/>
              <a:gd name="connsiteY299" fmla="*/ 6858000 h 6858000"/>
              <a:gd name="connsiteX300" fmla="*/ 5028074 w 7467600"/>
              <a:gd name="connsiteY300" fmla="*/ 6858000 h 6858000"/>
              <a:gd name="connsiteX301" fmla="*/ 5079508 w 7467600"/>
              <a:gd name="connsiteY301" fmla="*/ 6749074 h 6858000"/>
              <a:gd name="connsiteX302" fmla="*/ 5371846 w 7467600"/>
              <a:gd name="connsiteY302" fmla="*/ 5924413 h 6858000"/>
              <a:gd name="connsiteX303" fmla="*/ 5270512 w 7467600"/>
              <a:gd name="connsiteY303" fmla="*/ 6138975 h 6858000"/>
              <a:gd name="connsiteX304" fmla="*/ 5062409 w 7467600"/>
              <a:gd name="connsiteY304" fmla="*/ 6653544 h 6858000"/>
              <a:gd name="connsiteX305" fmla="*/ 5036628 w 7467600"/>
              <a:gd name="connsiteY305" fmla="*/ 6754247 h 6858000"/>
              <a:gd name="connsiteX306" fmla="*/ 5009112 w 7467600"/>
              <a:gd name="connsiteY306" fmla="*/ 6858000 h 6858000"/>
              <a:gd name="connsiteX307" fmla="*/ 4976679 w 7467600"/>
              <a:gd name="connsiteY307" fmla="*/ 6858000 h 6858000"/>
              <a:gd name="connsiteX308" fmla="*/ 5006537 w 7467600"/>
              <a:gd name="connsiteY308" fmla="*/ 6747068 h 6858000"/>
              <a:gd name="connsiteX309" fmla="*/ 5032723 w 7467600"/>
              <a:gd name="connsiteY309" fmla="*/ 6644957 h 6858000"/>
              <a:gd name="connsiteX310" fmla="*/ 5242949 w 7467600"/>
              <a:gd name="connsiteY310" fmla="*/ 6125175 h 6858000"/>
              <a:gd name="connsiteX311" fmla="*/ 5286321 w 7467600"/>
              <a:gd name="connsiteY311" fmla="*/ 6033555 h 6858000"/>
              <a:gd name="connsiteX312" fmla="*/ 5008210 w 7467600"/>
              <a:gd name="connsiteY312" fmla="*/ 6649194 h 6858000"/>
              <a:gd name="connsiteX313" fmla="*/ 4986321 w 7467600"/>
              <a:gd name="connsiteY313" fmla="*/ 6765687 h 6858000"/>
              <a:gd name="connsiteX314" fmla="*/ 4973474 w 7467600"/>
              <a:gd name="connsiteY314" fmla="*/ 6858000 h 6858000"/>
              <a:gd name="connsiteX315" fmla="*/ 4907178 w 7467600"/>
              <a:gd name="connsiteY315" fmla="*/ 6858000 h 6858000"/>
              <a:gd name="connsiteX316" fmla="*/ 4910810 w 7467600"/>
              <a:gd name="connsiteY316" fmla="*/ 6829660 h 6858000"/>
              <a:gd name="connsiteX317" fmla="*/ 4987461 w 7467600"/>
              <a:gd name="connsiteY317" fmla="*/ 6432994 h 6858000"/>
              <a:gd name="connsiteX318" fmla="*/ 5179262 w 7467600"/>
              <a:gd name="connsiteY318" fmla="*/ 6035044 h 6858000"/>
              <a:gd name="connsiteX319" fmla="*/ 4689678 w 7467600"/>
              <a:gd name="connsiteY319" fmla="*/ 6440241 h 6858000"/>
              <a:gd name="connsiteX320" fmla="*/ 4477543 w 7467600"/>
              <a:gd name="connsiteY320" fmla="*/ 6674836 h 6858000"/>
              <a:gd name="connsiteX321" fmla="*/ 4329957 w 7467600"/>
              <a:gd name="connsiteY321" fmla="*/ 6858000 h 6858000"/>
              <a:gd name="connsiteX322" fmla="*/ 4218595 w 7467600"/>
              <a:gd name="connsiteY322" fmla="*/ 6858000 h 6858000"/>
              <a:gd name="connsiteX323" fmla="*/ 4368888 w 7467600"/>
              <a:gd name="connsiteY323" fmla="*/ 6668412 h 6858000"/>
              <a:gd name="connsiteX324" fmla="*/ 4563091 w 7467600"/>
              <a:gd name="connsiteY324" fmla="*/ 6442508 h 6858000"/>
              <a:gd name="connsiteX325" fmla="*/ 5387324 w 7467600"/>
              <a:gd name="connsiteY325" fmla="*/ 5705830 h 6858000"/>
              <a:gd name="connsiteX326" fmla="*/ 5073620 w 7467600"/>
              <a:gd name="connsiteY326" fmla="*/ 5955437 h 6858000"/>
              <a:gd name="connsiteX327" fmla="*/ 4689789 w 7467600"/>
              <a:gd name="connsiteY327" fmla="*/ 6268382 h 6858000"/>
              <a:gd name="connsiteX328" fmla="*/ 4418722 w 7467600"/>
              <a:gd name="connsiteY328" fmla="*/ 6570886 h 6858000"/>
              <a:gd name="connsiteX329" fmla="*/ 4214944 w 7467600"/>
              <a:gd name="connsiteY329" fmla="*/ 6858000 h 6858000"/>
              <a:gd name="connsiteX330" fmla="*/ 4177898 w 7467600"/>
              <a:gd name="connsiteY330" fmla="*/ 6858000 h 6858000"/>
              <a:gd name="connsiteX331" fmla="*/ 4391597 w 7467600"/>
              <a:gd name="connsiteY331" fmla="*/ 6556370 h 6858000"/>
              <a:gd name="connsiteX332" fmla="*/ 4668889 w 7467600"/>
              <a:gd name="connsiteY332" fmla="*/ 6246399 h 6858000"/>
              <a:gd name="connsiteX333" fmla="*/ 5055427 w 7467600"/>
              <a:gd name="connsiteY333" fmla="*/ 5931476 h 6858000"/>
              <a:gd name="connsiteX334" fmla="*/ 5371814 w 7467600"/>
              <a:gd name="connsiteY334" fmla="*/ 5678975 h 6858000"/>
              <a:gd name="connsiteX335" fmla="*/ 4987918 w 7467600"/>
              <a:gd name="connsiteY335" fmla="*/ 5838701 h 6858000"/>
              <a:gd name="connsiteX336" fmla="*/ 4317146 w 7467600"/>
              <a:gd name="connsiteY336" fmla="*/ 6587716 h 6858000"/>
              <a:gd name="connsiteX337" fmla="*/ 4171627 w 7467600"/>
              <a:gd name="connsiteY337" fmla="*/ 6858000 h 6858000"/>
              <a:gd name="connsiteX338" fmla="*/ 4081585 w 7467600"/>
              <a:gd name="connsiteY338" fmla="*/ 6858000 h 6858000"/>
              <a:gd name="connsiteX339" fmla="*/ 4238603 w 7467600"/>
              <a:gd name="connsiteY339" fmla="*/ 6559341 h 6858000"/>
              <a:gd name="connsiteX340" fmla="*/ 4778333 w 7467600"/>
              <a:gd name="connsiteY340" fmla="*/ 5873626 h 6858000"/>
              <a:gd name="connsiteX341" fmla="*/ 5414185 w 7467600"/>
              <a:gd name="connsiteY341" fmla="*/ 5573882 h 6858000"/>
              <a:gd name="connsiteX342" fmla="*/ 5959648 w 7467600"/>
              <a:gd name="connsiteY342" fmla="*/ 4760797 h 6858000"/>
              <a:gd name="connsiteX343" fmla="*/ 5355019 w 7467600"/>
              <a:gd name="connsiteY343" fmla="*/ 4734672 h 6858000"/>
              <a:gd name="connsiteX344" fmla="*/ 5083565 w 7467600"/>
              <a:gd name="connsiteY344" fmla="*/ 5179121 h 6858000"/>
              <a:gd name="connsiteX345" fmla="*/ 4713577 w 7467600"/>
              <a:gd name="connsiteY345" fmla="*/ 5616803 h 6858000"/>
              <a:gd name="connsiteX346" fmla="*/ 3989559 w 7467600"/>
              <a:gd name="connsiteY346" fmla="*/ 6145945 h 6858000"/>
              <a:gd name="connsiteX347" fmla="*/ 3939824 w 7467600"/>
              <a:gd name="connsiteY347" fmla="*/ 6066900 h 6858000"/>
              <a:gd name="connsiteX348" fmla="*/ 4584537 w 7467600"/>
              <a:gd name="connsiteY348" fmla="*/ 5324826 h 6858000"/>
              <a:gd name="connsiteX349" fmla="*/ 5037105 w 7467600"/>
              <a:gd name="connsiteY349" fmla="*/ 5088765 h 6858000"/>
              <a:gd name="connsiteX350" fmla="*/ 5039930 w 7467600"/>
              <a:gd name="connsiteY350" fmla="*/ 5089585 h 6858000"/>
              <a:gd name="connsiteX351" fmla="*/ 5263764 w 7467600"/>
              <a:gd name="connsiteY351" fmla="*/ 4735525 h 6858000"/>
              <a:gd name="connsiteX352" fmla="*/ 4086300 w 7467600"/>
              <a:gd name="connsiteY352" fmla="*/ 4884599 h 6858000"/>
              <a:gd name="connsiteX353" fmla="*/ 4085485 w 7467600"/>
              <a:gd name="connsiteY353" fmla="*/ 4899070 h 6858000"/>
              <a:gd name="connsiteX354" fmla="*/ 3871915 w 7467600"/>
              <a:gd name="connsiteY354" fmla="*/ 5253645 h 6858000"/>
              <a:gd name="connsiteX355" fmla="*/ 3799374 w 7467600"/>
              <a:gd name="connsiteY355" fmla="*/ 5466127 h 6858000"/>
              <a:gd name="connsiteX356" fmla="*/ 3498850 w 7467600"/>
              <a:gd name="connsiteY356" fmla="*/ 6661888 h 6858000"/>
              <a:gd name="connsiteX357" fmla="*/ 3399216 w 7467600"/>
              <a:gd name="connsiteY357" fmla="*/ 6858000 h 6858000"/>
              <a:gd name="connsiteX358" fmla="*/ 3303688 w 7467600"/>
              <a:gd name="connsiteY358" fmla="*/ 6858000 h 6858000"/>
              <a:gd name="connsiteX359" fmla="*/ 3391774 w 7467600"/>
              <a:gd name="connsiteY359" fmla="*/ 6697181 h 6858000"/>
              <a:gd name="connsiteX360" fmla="*/ 3735540 w 7467600"/>
              <a:gd name="connsiteY360" fmla="*/ 5546923 h 6858000"/>
              <a:gd name="connsiteX361" fmla="*/ 3729438 w 7467600"/>
              <a:gd name="connsiteY361" fmla="*/ 5569058 h 6858000"/>
              <a:gd name="connsiteX362" fmla="*/ 3707782 w 7467600"/>
              <a:gd name="connsiteY362" fmla="*/ 5644908 h 6858000"/>
              <a:gd name="connsiteX363" fmla="*/ 3583827 w 7467600"/>
              <a:gd name="connsiteY363" fmla="*/ 6039215 h 6858000"/>
              <a:gd name="connsiteX364" fmla="*/ 3547861 w 7467600"/>
              <a:gd name="connsiteY364" fmla="*/ 6129609 h 6858000"/>
              <a:gd name="connsiteX365" fmla="*/ 3490905 w 7467600"/>
              <a:gd name="connsiteY365" fmla="*/ 6277660 h 6858000"/>
              <a:gd name="connsiteX366" fmla="*/ 3455859 w 7467600"/>
              <a:gd name="connsiteY366" fmla="*/ 6391301 h 6858000"/>
              <a:gd name="connsiteX367" fmla="*/ 3429112 w 7467600"/>
              <a:gd name="connsiteY367" fmla="*/ 6479469 h 6858000"/>
              <a:gd name="connsiteX368" fmla="*/ 3304862 w 7467600"/>
              <a:gd name="connsiteY368" fmla="*/ 6796476 h 6858000"/>
              <a:gd name="connsiteX369" fmla="*/ 3276071 w 7467600"/>
              <a:gd name="connsiteY369" fmla="*/ 6858000 h 6858000"/>
              <a:gd name="connsiteX370" fmla="*/ 3240805 w 7467600"/>
              <a:gd name="connsiteY370" fmla="*/ 6858000 h 6858000"/>
              <a:gd name="connsiteX371" fmla="*/ 3275917 w 7467600"/>
              <a:gd name="connsiteY371" fmla="*/ 6783192 h 6858000"/>
              <a:gd name="connsiteX372" fmla="*/ 3399358 w 7467600"/>
              <a:gd name="connsiteY372" fmla="*/ 6469011 h 6858000"/>
              <a:gd name="connsiteX373" fmla="*/ 3425650 w 7467600"/>
              <a:gd name="connsiteY373" fmla="*/ 6381333 h 6858000"/>
              <a:gd name="connsiteX374" fmla="*/ 3460661 w 7467600"/>
              <a:gd name="connsiteY374" fmla="*/ 6266763 h 6858000"/>
              <a:gd name="connsiteX375" fmla="*/ 3518021 w 7467600"/>
              <a:gd name="connsiteY375" fmla="*/ 6117298 h 6858000"/>
              <a:gd name="connsiteX376" fmla="*/ 3554035 w 7467600"/>
              <a:gd name="connsiteY376" fmla="*/ 6027832 h 6858000"/>
              <a:gd name="connsiteX377" fmla="*/ 3677174 w 7467600"/>
              <a:gd name="connsiteY377" fmla="*/ 5636351 h 6858000"/>
              <a:gd name="connsiteX378" fmla="*/ 3698819 w 7467600"/>
              <a:gd name="connsiteY378" fmla="*/ 5560503 h 6858000"/>
              <a:gd name="connsiteX379" fmla="*/ 3702094 w 7467600"/>
              <a:gd name="connsiteY379" fmla="*/ 5549194 h 6858000"/>
              <a:gd name="connsiteX380" fmla="*/ 3398355 w 7467600"/>
              <a:gd name="connsiteY380" fmla="*/ 6094603 h 6858000"/>
              <a:gd name="connsiteX381" fmla="*/ 3193941 w 7467600"/>
              <a:gd name="connsiteY381" fmla="*/ 6798775 h 6858000"/>
              <a:gd name="connsiteX382" fmla="*/ 3184140 w 7467600"/>
              <a:gd name="connsiteY382" fmla="*/ 6858000 h 6858000"/>
              <a:gd name="connsiteX383" fmla="*/ 3099978 w 7467600"/>
              <a:gd name="connsiteY383" fmla="*/ 6858000 h 6858000"/>
              <a:gd name="connsiteX384" fmla="*/ 3101556 w 7467600"/>
              <a:gd name="connsiteY384" fmla="*/ 6843337 h 6858000"/>
              <a:gd name="connsiteX385" fmla="*/ 3370162 w 7467600"/>
              <a:gd name="connsiteY385" fmla="*/ 5785550 h 6858000"/>
              <a:gd name="connsiteX386" fmla="*/ 3746477 w 7467600"/>
              <a:gd name="connsiteY386" fmla="*/ 5377889 h 6858000"/>
              <a:gd name="connsiteX387" fmla="*/ 3863399 w 7467600"/>
              <a:gd name="connsiteY387" fmla="*/ 5087257 h 6858000"/>
              <a:gd name="connsiteX388" fmla="*/ 3968712 w 7467600"/>
              <a:gd name="connsiteY388" fmla="*/ 4913989 h 6858000"/>
              <a:gd name="connsiteX389" fmla="*/ 2792390 w 7467600"/>
              <a:gd name="connsiteY389" fmla="*/ 5382974 h 6858000"/>
              <a:gd name="connsiteX390" fmla="*/ 2714982 w 7467600"/>
              <a:gd name="connsiteY390" fmla="*/ 5427051 h 6858000"/>
              <a:gd name="connsiteX391" fmla="*/ 2813361 w 7467600"/>
              <a:gd name="connsiteY391" fmla="*/ 6023912 h 6858000"/>
              <a:gd name="connsiteX392" fmla="*/ 2688430 w 7467600"/>
              <a:gd name="connsiteY392" fmla="*/ 6801564 h 6858000"/>
              <a:gd name="connsiteX393" fmla="*/ 2629626 w 7467600"/>
              <a:gd name="connsiteY393" fmla="*/ 6763394 h 6858000"/>
              <a:gd name="connsiteX394" fmla="*/ 2565328 w 7467600"/>
              <a:gd name="connsiteY394" fmla="*/ 5516399 h 6858000"/>
              <a:gd name="connsiteX395" fmla="*/ 1922999 w 7467600"/>
              <a:gd name="connsiteY395" fmla="*/ 5980343 h 6858000"/>
              <a:gd name="connsiteX396" fmla="*/ 1950261 w 7467600"/>
              <a:gd name="connsiteY396" fmla="*/ 6405858 h 6858000"/>
              <a:gd name="connsiteX397" fmla="*/ 2365554 w 7467600"/>
              <a:gd name="connsiteY397" fmla="*/ 6759107 h 6858000"/>
              <a:gd name="connsiteX398" fmla="*/ 2424142 w 7467600"/>
              <a:gd name="connsiteY398" fmla="*/ 6858000 h 6858000"/>
              <a:gd name="connsiteX399" fmla="*/ 2395994 w 7467600"/>
              <a:gd name="connsiteY399" fmla="*/ 6858000 h 6858000"/>
              <a:gd name="connsiteX400" fmla="*/ 2392863 w 7467600"/>
              <a:gd name="connsiteY400" fmla="*/ 6852964 h 6858000"/>
              <a:gd name="connsiteX401" fmla="*/ 2017589 w 7467600"/>
              <a:gd name="connsiteY401" fmla="*/ 6493982 h 6858000"/>
              <a:gd name="connsiteX402" fmla="*/ 2147336 w 7467600"/>
              <a:gd name="connsiteY402" fmla="*/ 6594052 h 6858000"/>
              <a:gd name="connsiteX403" fmla="*/ 2207047 w 7467600"/>
              <a:gd name="connsiteY403" fmla="*/ 6654540 h 6858000"/>
              <a:gd name="connsiteX404" fmla="*/ 2299106 w 7467600"/>
              <a:gd name="connsiteY404" fmla="*/ 6778931 h 6858000"/>
              <a:gd name="connsiteX405" fmla="*/ 2314430 w 7467600"/>
              <a:gd name="connsiteY405" fmla="*/ 6801144 h 6858000"/>
              <a:gd name="connsiteX406" fmla="*/ 2352406 w 7467600"/>
              <a:gd name="connsiteY406" fmla="*/ 6858000 h 6858000"/>
              <a:gd name="connsiteX407" fmla="*/ 2314492 w 7467600"/>
              <a:gd name="connsiteY407" fmla="*/ 6858000 h 6858000"/>
              <a:gd name="connsiteX408" fmla="*/ 2288095 w 7467600"/>
              <a:gd name="connsiteY408" fmla="*/ 6818030 h 6858000"/>
              <a:gd name="connsiteX409" fmla="*/ 2272768 w 7467600"/>
              <a:gd name="connsiteY409" fmla="*/ 6795822 h 6858000"/>
              <a:gd name="connsiteX410" fmla="*/ 2182715 w 7467600"/>
              <a:gd name="connsiteY410" fmla="*/ 6675071 h 6858000"/>
              <a:gd name="connsiteX411" fmla="*/ 2032061 w 7467600"/>
              <a:gd name="connsiteY411" fmla="*/ 6541380 h 6858000"/>
              <a:gd name="connsiteX412" fmla="*/ 2257220 w 7467600"/>
              <a:gd name="connsiteY412" fmla="*/ 6826257 h 6858000"/>
              <a:gd name="connsiteX413" fmla="*/ 2281324 w 7467600"/>
              <a:gd name="connsiteY413" fmla="*/ 6858000 h 6858000"/>
              <a:gd name="connsiteX414" fmla="*/ 2242860 w 7467600"/>
              <a:gd name="connsiteY414" fmla="*/ 6858000 h 6858000"/>
              <a:gd name="connsiteX415" fmla="*/ 2232818 w 7467600"/>
              <a:gd name="connsiteY415" fmla="*/ 6844926 h 6858000"/>
              <a:gd name="connsiteX416" fmla="*/ 1990172 w 7467600"/>
              <a:gd name="connsiteY416" fmla="*/ 6542121 h 6858000"/>
              <a:gd name="connsiteX417" fmla="*/ 2124090 w 7467600"/>
              <a:gd name="connsiteY417" fmla="*/ 6761017 h 6858000"/>
              <a:gd name="connsiteX418" fmla="*/ 2200380 w 7467600"/>
              <a:gd name="connsiteY418" fmla="*/ 6858000 h 6858000"/>
              <a:gd name="connsiteX419" fmla="*/ 2147507 w 7467600"/>
              <a:gd name="connsiteY419" fmla="*/ 6858000 h 6858000"/>
              <a:gd name="connsiteX420" fmla="*/ 2070668 w 7467600"/>
              <a:gd name="connsiteY420" fmla="*/ 6761520 h 6858000"/>
              <a:gd name="connsiteX421" fmla="*/ 1975142 w 7467600"/>
              <a:gd name="connsiteY421" fmla="*/ 6585570 h 6858000"/>
              <a:gd name="connsiteX422" fmla="*/ 2050035 w 7467600"/>
              <a:gd name="connsiteY422" fmla="*/ 6813345 h 6858000"/>
              <a:gd name="connsiteX423" fmla="*/ 2063025 w 7467600"/>
              <a:gd name="connsiteY423" fmla="*/ 6858000 h 6858000"/>
              <a:gd name="connsiteX424" fmla="*/ 2021675 w 7467600"/>
              <a:gd name="connsiteY424" fmla="*/ 6858000 h 6858000"/>
              <a:gd name="connsiteX425" fmla="*/ 2019308 w 7467600"/>
              <a:gd name="connsiteY425" fmla="*/ 6847118 h 6858000"/>
              <a:gd name="connsiteX426" fmla="*/ 1938835 w 7467600"/>
              <a:gd name="connsiteY426" fmla="*/ 6551160 h 6858000"/>
              <a:gd name="connsiteX427" fmla="*/ 1953230 w 7467600"/>
              <a:gd name="connsiteY427" fmla="*/ 6759699 h 6858000"/>
              <a:gd name="connsiteX428" fmla="*/ 1956763 w 7467600"/>
              <a:gd name="connsiteY428" fmla="*/ 6778191 h 6858000"/>
              <a:gd name="connsiteX429" fmla="*/ 1967925 w 7467600"/>
              <a:gd name="connsiteY429" fmla="*/ 6858000 h 6858000"/>
              <a:gd name="connsiteX430" fmla="*/ 1936622 w 7467600"/>
              <a:gd name="connsiteY430" fmla="*/ 6858000 h 6858000"/>
              <a:gd name="connsiteX431" fmla="*/ 1926261 w 7467600"/>
              <a:gd name="connsiteY431" fmla="*/ 6784064 h 6858000"/>
              <a:gd name="connsiteX432" fmla="*/ 1922724 w 7467600"/>
              <a:gd name="connsiteY432" fmla="*/ 6765577 h 6858000"/>
              <a:gd name="connsiteX433" fmla="*/ 1904650 w 7467600"/>
              <a:gd name="connsiteY433" fmla="*/ 6639616 h 6858000"/>
              <a:gd name="connsiteX434" fmla="*/ 1885273 w 7467600"/>
              <a:gd name="connsiteY434" fmla="*/ 6858000 h 6858000"/>
              <a:gd name="connsiteX435" fmla="*/ 1854363 w 7467600"/>
              <a:gd name="connsiteY435" fmla="*/ 6858000 h 6858000"/>
              <a:gd name="connsiteX436" fmla="*/ 1880391 w 7467600"/>
              <a:gd name="connsiteY436" fmla="*/ 6603796 h 6858000"/>
              <a:gd name="connsiteX437" fmla="*/ 1818273 w 7467600"/>
              <a:gd name="connsiteY437" fmla="*/ 6715729 h 6858000"/>
              <a:gd name="connsiteX438" fmla="*/ 1794691 w 7467600"/>
              <a:gd name="connsiteY438" fmla="*/ 6843239 h 6858000"/>
              <a:gd name="connsiteX439" fmla="*/ 1794914 w 7467600"/>
              <a:gd name="connsiteY439" fmla="*/ 6858000 h 6858000"/>
              <a:gd name="connsiteX440" fmla="*/ 1746128 w 7467600"/>
              <a:gd name="connsiteY440" fmla="*/ 6858000 h 6858000"/>
              <a:gd name="connsiteX441" fmla="*/ 1753934 w 7467600"/>
              <a:gd name="connsiteY441" fmla="*/ 6724796 h 6858000"/>
              <a:gd name="connsiteX442" fmla="*/ 1792053 w 7467600"/>
              <a:gd name="connsiteY442" fmla="*/ 6572396 h 6858000"/>
              <a:gd name="connsiteX443" fmla="*/ 1862248 w 7467600"/>
              <a:gd name="connsiteY443" fmla="*/ 6266397 h 6858000"/>
              <a:gd name="connsiteX444" fmla="*/ 1862250 w 7467600"/>
              <a:gd name="connsiteY444" fmla="*/ 6033531 h 6858000"/>
              <a:gd name="connsiteX445" fmla="*/ 1211999 w 7467600"/>
              <a:gd name="connsiteY445" fmla="*/ 6683610 h 6858000"/>
              <a:gd name="connsiteX446" fmla="*/ 1213266 w 7467600"/>
              <a:gd name="connsiteY446" fmla="*/ 6691947 h 6858000"/>
              <a:gd name="connsiteX447" fmla="*/ 1203370 w 7467600"/>
              <a:gd name="connsiteY447" fmla="*/ 6850676 h 6858000"/>
              <a:gd name="connsiteX448" fmla="*/ 1203671 w 7467600"/>
              <a:gd name="connsiteY448" fmla="*/ 6858000 h 6858000"/>
              <a:gd name="connsiteX449" fmla="*/ 1143180 w 7467600"/>
              <a:gd name="connsiteY449" fmla="*/ 6858000 h 6858000"/>
              <a:gd name="connsiteX450" fmla="*/ 1142176 w 7467600"/>
              <a:gd name="connsiteY450" fmla="*/ 6766045 h 6858000"/>
              <a:gd name="connsiteX451" fmla="*/ 1067484 w 7467600"/>
              <a:gd name="connsiteY451" fmla="*/ 6858000 h 6858000"/>
              <a:gd name="connsiteX452" fmla="*/ 953928 w 7467600"/>
              <a:gd name="connsiteY452" fmla="*/ 6858000 h 6858000"/>
              <a:gd name="connsiteX453" fmla="*/ 959715 w 7467600"/>
              <a:gd name="connsiteY453" fmla="*/ 6850185 h 6858000"/>
              <a:gd name="connsiteX454" fmla="*/ 1483788 w 7467600"/>
              <a:gd name="connsiteY454" fmla="*/ 6259174 h 6858000"/>
              <a:gd name="connsiteX455" fmla="*/ 1100671 w 7467600"/>
              <a:gd name="connsiteY455" fmla="*/ 6252137 h 6858000"/>
              <a:gd name="connsiteX456" fmla="*/ 1090144 w 7467600"/>
              <a:gd name="connsiteY456" fmla="*/ 6256748 h 6858000"/>
              <a:gd name="connsiteX457" fmla="*/ 1095872 w 7467600"/>
              <a:gd name="connsiteY457" fmla="*/ 6271892 h 6858000"/>
              <a:gd name="connsiteX458" fmla="*/ 262785 w 7467600"/>
              <a:gd name="connsiteY458" fmla="*/ 6845450 h 6858000"/>
              <a:gd name="connsiteX459" fmla="*/ 209968 w 7467600"/>
              <a:gd name="connsiteY459" fmla="*/ 6770713 h 6858000"/>
              <a:gd name="connsiteX460" fmla="*/ 873460 w 7467600"/>
              <a:gd name="connsiteY460" fmla="*/ 6253768 h 6858000"/>
              <a:gd name="connsiteX461" fmla="*/ 192686 w 7467600"/>
              <a:gd name="connsiteY461" fmla="*/ 5849257 h 6858000"/>
              <a:gd name="connsiteX462" fmla="*/ 4696 w 7467600"/>
              <a:gd name="connsiteY462" fmla="*/ 5697668 h 6858000"/>
              <a:gd name="connsiteX463" fmla="*/ 0 w 7467600"/>
              <a:gd name="connsiteY463" fmla="*/ 5689984 h 6858000"/>
              <a:gd name="connsiteX464" fmla="*/ 0 w 7467600"/>
              <a:gd name="connsiteY464" fmla="*/ 5513472 h 6858000"/>
              <a:gd name="connsiteX465" fmla="*/ 174101 w 7467600"/>
              <a:gd name="connsiteY465" fmla="*/ 5620277 h 6858000"/>
              <a:gd name="connsiteX466" fmla="*/ 891800 w 7467600"/>
              <a:gd name="connsiteY466" fmla="*/ 6036935 h 6858000"/>
              <a:gd name="connsiteX467" fmla="*/ 1072219 w 7467600"/>
              <a:gd name="connsiteY467" fmla="*/ 6169443 h 6858000"/>
              <a:gd name="connsiteX468" fmla="*/ 1074117 w 7467600"/>
              <a:gd name="connsiteY468" fmla="*/ 6170301 h 6858000"/>
              <a:gd name="connsiteX469" fmla="*/ 1083114 w 7467600"/>
              <a:gd name="connsiteY469" fmla="*/ 6174131 h 6858000"/>
              <a:gd name="connsiteX470" fmla="*/ 1543010 w 7467600"/>
              <a:gd name="connsiteY470" fmla="*/ 6191140 h 6858000"/>
              <a:gd name="connsiteX471" fmla="*/ 1551080 w 7467600"/>
              <a:gd name="connsiteY471" fmla="*/ 6195006 h 6858000"/>
              <a:gd name="connsiteX472" fmla="*/ 2345443 w 7467600"/>
              <a:gd name="connsiteY472" fmla="*/ 5549882 h 6858000"/>
              <a:gd name="connsiteX473" fmla="*/ 1721499 w 7467600"/>
              <a:gd name="connsiteY473" fmla="*/ 5599969 h 6858000"/>
              <a:gd name="connsiteX474" fmla="*/ 767716 w 7467600"/>
              <a:gd name="connsiteY474" fmla="*/ 5472768 h 6858000"/>
              <a:gd name="connsiteX475" fmla="*/ 722147 w 7467600"/>
              <a:gd name="connsiteY475" fmla="*/ 5393091 h 6858000"/>
              <a:gd name="connsiteX476" fmla="*/ 1485552 w 7467600"/>
              <a:gd name="connsiteY476" fmla="*/ 5313202 h 6858000"/>
              <a:gd name="connsiteX477" fmla="*/ 2143004 w 7467600"/>
              <a:gd name="connsiteY477" fmla="*/ 5402420 h 6858000"/>
              <a:gd name="connsiteX478" fmla="*/ 1933391 w 7467600"/>
              <a:gd name="connsiteY478" fmla="*/ 5156971 h 6858000"/>
              <a:gd name="connsiteX479" fmla="*/ 1827118 w 7467600"/>
              <a:gd name="connsiteY479" fmla="*/ 4968410 h 6858000"/>
              <a:gd name="connsiteX480" fmla="*/ 1837349 w 7467600"/>
              <a:gd name="connsiteY480" fmla="*/ 4956357 h 6858000"/>
              <a:gd name="connsiteX481" fmla="*/ 2162835 w 7467600"/>
              <a:gd name="connsiteY481" fmla="*/ 5187853 h 6858000"/>
              <a:gd name="connsiteX482" fmla="*/ 2257167 w 7467600"/>
              <a:gd name="connsiteY482" fmla="*/ 5462123 h 6858000"/>
              <a:gd name="connsiteX483" fmla="*/ 2261598 w 7467600"/>
              <a:gd name="connsiteY483" fmla="*/ 5467998 h 6858000"/>
              <a:gd name="connsiteX484" fmla="*/ 2437177 w 7467600"/>
              <a:gd name="connsiteY484" fmla="*/ 5479608 h 6858000"/>
              <a:gd name="connsiteX485" fmla="*/ 2445247 w 7467600"/>
              <a:gd name="connsiteY485" fmla="*/ 5483476 h 6858000"/>
              <a:gd name="connsiteX486" fmla="*/ 2743626 w 7467600"/>
              <a:gd name="connsiteY486" fmla="*/ 5304819 h 6858000"/>
              <a:gd name="connsiteX487" fmla="*/ 3048102 w 7467600"/>
              <a:gd name="connsiteY487" fmla="*/ 5150595 h 6858000"/>
              <a:gd name="connsiteX488" fmla="*/ 1799414 w 7467600"/>
              <a:gd name="connsiteY488" fmla="*/ 4694732 h 6858000"/>
              <a:gd name="connsiteX489" fmla="*/ 1771735 w 7467600"/>
              <a:gd name="connsiteY489" fmla="*/ 4619929 h 6858000"/>
              <a:gd name="connsiteX490" fmla="*/ 3104273 w 7467600"/>
              <a:gd name="connsiteY490" fmla="*/ 5076159 h 6858000"/>
              <a:gd name="connsiteX491" fmla="*/ 3113245 w 7467600"/>
              <a:gd name="connsiteY491" fmla="*/ 5090705 h 6858000"/>
              <a:gd name="connsiteX492" fmla="*/ 3126294 w 7467600"/>
              <a:gd name="connsiteY492" fmla="*/ 5114400 h 6858000"/>
              <a:gd name="connsiteX493" fmla="*/ 3937433 w 7467600"/>
              <a:gd name="connsiteY493" fmla="*/ 4830473 h 6858000"/>
              <a:gd name="connsiteX494" fmla="*/ 3590475 w 7467600"/>
              <a:gd name="connsiteY494" fmla="*/ 4597974 h 6858000"/>
              <a:gd name="connsiteX495" fmla="*/ 3100264 w 7467600"/>
              <a:gd name="connsiteY495" fmla="*/ 4579845 h 6858000"/>
              <a:gd name="connsiteX496" fmla="*/ 2183576 w 7467600"/>
              <a:gd name="connsiteY496" fmla="*/ 4227150 h 6858000"/>
              <a:gd name="connsiteX497" fmla="*/ 2151029 w 7467600"/>
              <a:gd name="connsiteY497" fmla="*/ 4146947 h 6858000"/>
              <a:gd name="connsiteX498" fmla="*/ 3563434 w 7467600"/>
              <a:gd name="connsiteY498" fmla="*/ 4469115 h 6858000"/>
              <a:gd name="connsiteX499" fmla="*/ 3177952 w 7467600"/>
              <a:gd name="connsiteY499" fmla="*/ 3657386 h 6858000"/>
              <a:gd name="connsiteX500" fmla="*/ 3189263 w 7467600"/>
              <a:gd name="connsiteY500" fmla="*/ 3625726 h 6858000"/>
              <a:gd name="connsiteX501" fmla="*/ 3560912 w 7467600"/>
              <a:gd name="connsiteY501" fmla="*/ 4079863 h 6858000"/>
              <a:gd name="connsiteX502" fmla="*/ 3626636 w 7467600"/>
              <a:gd name="connsiteY502" fmla="*/ 4512230 h 6858000"/>
              <a:gd name="connsiteX503" fmla="*/ 3653088 w 7467600"/>
              <a:gd name="connsiteY503" fmla="*/ 4521417 h 6858000"/>
              <a:gd name="connsiteX504" fmla="*/ 3988128 w 7467600"/>
              <a:gd name="connsiteY504" fmla="*/ 4817267 h 6858000"/>
              <a:gd name="connsiteX505" fmla="*/ 4830582 w 7467600"/>
              <a:gd name="connsiteY505" fmla="*/ 4676000 h 6858000"/>
              <a:gd name="connsiteX506" fmla="*/ 4830100 w 7467600"/>
              <a:gd name="connsiteY506" fmla="*/ 4675554 h 6858000"/>
              <a:gd name="connsiteX507" fmla="*/ 4036318 w 7467600"/>
              <a:gd name="connsiteY507" fmla="*/ 4147013 h 6858000"/>
              <a:gd name="connsiteX508" fmla="*/ 3432098 w 7467600"/>
              <a:gd name="connsiteY508" fmla="*/ 3537312 h 6858000"/>
              <a:gd name="connsiteX509" fmla="*/ 3446761 w 7467600"/>
              <a:gd name="connsiteY509" fmla="*/ 3461278 h 6858000"/>
              <a:gd name="connsiteX510" fmla="*/ 4419733 w 7467600"/>
              <a:gd name="connsiteY510" fmla="*/ 3963555 h 6858000"/>
              <a:gd name="connsiteX511" fmla="*/ 4781371 w 7467600"/>
              <a:gd name="connsiteY511" fmla="*/ 4458604 h 6858000"/>
              <a:gd name="connsiteX512" fmla="*/ 4780440 w 7467600"/>
              <a:gd name="connsiteY512" fmla="*/ 4470290 h 6858000"/>
              <a:gd name="connsiteX513" fmla="*/ 4898954 w 7467600"/>
              <a:gd name="connsiteY513" fmla="*/ 4662092 h 6858000"/>
              <a:gd name="connsiteX514" fmla="*/ 4900699 w 7467600"/>
              <a:gd name="connsiteY514" fmla="*/ 4670867 h 6858000"/>
              <a:gd name="connsiteX515" fmla="*/ 5714511 w 7467600"/>
              <a:gd name="connsiteY515" fmla="*/ 4663483 h 6858000"/>
              <a:gd name="connsiteX516" fmla="*/ 5464793 w 7467600"/>
              <a:gd name="connsiteY516" fmla="*/ 4393556 h 6858000"/>
              <a:gd name="connsiteX517" fmla="*/ 5461897 w 7467600"/>
              <a:gd name="connsiteY517" fmla="*/ 4390879 h 6858000"/>
              <a:gd name="connsiteX518" fmla="*/ 4294126 w 7467600"/>
              <a:gd name="connsiteY518" fmla="*/ 3303048 h 6858000"/>
              <a:gd name="connsiteX519" fmla="*/ 4305321 w 7467600"/>
              <a:gd name="connsiteY519" fmla="*/ 3256953 h 6858000"/>
              <a:gd name="connsiteX520" fmla="*/ 4949299 w 7467600"/>
              <a:gd name="connsiteY520" fmla="*/ 3766336 h 6858000"/>
              <a:gd name="connsiteX521" fmla="*/ 5291452 w 7467600"/>
              <a:gd name="connsiteY521" fmla="*/ 4076801 h 6858000"/>
              <a:gd name="connsiteX522" fmla="*/ 5434998 w 7467600"/>
              <a:gd name="connsiteY522" fmla="*/ 4254100 h 6858000"/>
              <a:gd name="connsiteX523" fmla="*/ 5351015 w 7467600"/>
              <a:gd name="connsiteY523" fmla="*/ 3760989 h 6858000"/>
              <a:gd name="connsiteX524" fmla="*/ 5413780 w 7467600"/>
              <a:gd name="connsiteY524" fmla="*/ 2966265 h 6858000"/>
              <a:gd name="connsiteX525" fmla="*/ 5425627 w 7467600"/>
              <a:gd name="connsiteY525" fmla="*/ 2954192 h 6858000"/>
              <a:gd name="connsiteX526" fmla="*/ 6604735 w 7467600"/>
              <a:gd name="connsiteY526" fmla="*/ 2041381 h 6858000"/>
              <a:gd name="connsiteX527" fmla="*/ 7204487 w 7467600"/>
              <a:gd name="connsiteY527" fmla="*/ 2742112 h 6858000"/>
              <a:gd name="connsiteX528" fmla="*/ 7131592 w 7467600"/>
              <a:gd name="connsiteY528" fmla="*/ 2672096 h 6858000"/>
              <a:gd name="connsiteX529" fmla="*/ 6996344 w 7467600"/>
              <a:gd name="connsiteY529" fmla="*/ 2518310 h 6858000"/>
              <a:gd name="connsiteX530" fmla="*/ 6735495 w 7467600"/>
              <a:gd name="connsiteY530" fmla="*/ 2196890 h 6858000"/>
              <a:gd name="connsiteX531" fmla="*/ 6721901 w 7467600"/>
              <a:gd name="connsiteY531" fmla="*/ 2179274 h 6858000"/>
              <a:gd name="connsiteX532" fmla="*/ 6604735 w 7467600"/>
              <a:gd name="connsiteY532" fmla="*/ 2041381 h 6858000"/>
              <a:gd name="connsiteX533" fmla="*/ 6591670 w 7467600"/>
              <a:gd name="connsiteY533" fmla="*/ 1988277 h 6858000"/>
              <a:gd name="connsiteX534" fmla="*/ 6747349 w 7467600"/>
              <a:gd name="connsiteY534" fmla="*/ 2160069 h 6858000"/>
              <a:gd name="connsiteX535" fmla="*/ 6760943 w 7467600"/>
              <a:gd name="connsiteY535" fmla="*/ 2177686 h 6858000"/>
              <a:gd name="connsiteX536" fmla="*/ 7021065 w 7467600"/>
              <a:gd name="connsiteY536" fmla="*/ 2498102 h 6858000"/>
              <a:gd name="connsiteX537" fmla="*/ 7155223 w 7467600"/>
              <a:gd name="connsiteY537" fmla="*/ 2650386 h 6858000"/>
              <a:gd name="connsiteX538" fmla="*/ 7203167 w 7467600"/>
              <a:gd name="connsiteY538" fmla="*/ 2697288 h 6858000"/>
              <a:gd name="connsiteX539" fmla="*/ 6937703 w 7467600"/>
              <a:gd name="connsiteY539" fmla="*/ 2321981 h 6858000"/>
              <a:gd name="connsiteX540" fmla="*/ 6591670 w 7467600"/>
              <a:gd name="connsiteY540" fmla="*/ 1988277 h 6858000"/>
              <a:gd name="connsiteX541" fmla="*/ 5798671 w 7467600"/>
              <a:gd name="connsiteY541" fmla="*/ 1981601 h 6858000"/>
              <a:gd name="connsiteX542" fmla="*/ 5754709 w 7467600"/>
              <a:gd name="connsiteY542" fmla="*/ 2071454 h 6858000"/>
              <a:gd name="connsiteX543" fmla="*/ 5763044 w 7467600"/>
              <a:gd name="connsiteY543" fmla="*/ 2842206 h 6858000"/>
              <a:gd name="connsiteX544" fmla="*/ 5764974 w 7467600"/>
              <a:gd name="connsiteY544" fmla="*/ 2799609 h 6858000"/>
              <a:gd name="connsiteX545" fmla="*/ 5767665 w 7467600"/>
              <a:gd name="connsiteY545" fmla="*/ 2666409 h 6858000"/>
              <a:gd name="connsiteX546" fmla="*/ 5763055 w 7467600"/>
              <a:gd name="connsiteY546" fmla="*/ 2579705 h 6858000"/>
              <a:gd name="connsiteX547" fmla="*/ 5758079 w 7467600"/>
              <a:gd name="connsiteY547" fmla="*/ 2492508 h 6858000"/>
              <a:gd name="connsiteX548" fmla="*/ 5779325 w 7467600"/>
              <a:gd name="connsiteY548" fmla="*/ 2197069 h 6858000"/>
              <a:gd name="connsiteX549" fmla="*/ 5798671 w 7467600"/>
              <a:gd name="connsiteY549" fmla="*/ 1981601 h 6858000"/>
              <a:gd name="connsiteX550" fmla="*/ 5829202 w 7467600"/>
              <a:gd name="connsiteY550" fmla="*/ 1971679 h 6858000"/>
              <a:gd name="connsiteX551" fmla="*/ 5809558 w 7467600"/>
              <a:gd name="connsiteY551" fmla="*/ 2198043 h 6858000"/>
              <a:gd name="connsiteX552" fmla="*/ 5788653 w 7467600"/>
              <a:gd name="connsiteY552" fmla="*/ 2489430 h 6858000"/>
              <a:gd name="connsiteX553" fmla="*/ 5793439 w 7467600"/>
              <a:gd name="connsiteY553" fmla="*/ 2575235 h 6858000"/>
              <a:gd name="connsiteX554" fmla="*/ 5796837 w 7467600"/>
              <a:gd name="connsiteY554" fmla="*/ 2637633 h 6858000"/>
              <a:gd name="connsiteX555" fmla="*/ 5818614 w 7467600"/>
              <a:gd name="connsiteY555" fmla="*/ 2473055 h 6858000"/>
              <a:gd name="connsiteX556" fmla="*/ 5829202 w 7467600"/>
              <a:gd name="connsiteY556" fmla="*/ 1971679 h 6858000"/>
              <a:gd name="connsiteX557" fmla="*/ 5911389 w 7467600"/>
              <a:gd name="connsiteY557" fmla="*/ 1898371 h 6858000"/>
              <a:gd name="connsiteX558" fmla="*/ 6237627 w 7467600"/>
              <a:gd name="connsiteY558" fmla="*/ 2231921 h 6858000"/>
              <a:gd name="connsiteX559" fmla="*/ 5911389 w 7467600"/>
              <a:gd name="connsiteY559" fmla="*/ 1898371 h 6858000"/>
              <a:gd name="connsiteX560" fmla="*/ 6944437 w 7467600"/>
              <a:gd name="connsiteY560" fmla="*/ 1575402 h 6858000"/>
              <a:gd name="connsiteX561" fmla="*/ 6304730 w 7467600"/>
              <a:gd name="connsiteY561" fmla="*/ 1766654 h 6858000"/>
              <a:gd name="connsiteX562" fmla="*/ 6944437 w 7467600"/>
              <a:gd name="connsiteY562" fmla="*/ 1575402 h 6858000"/>
              <a:gd name="connsiteX563" fmla="*/ 7019523 w 7467600"/>
              <a:gd name="connsiteY563" fmla="*/ 1519450 h 6858000"/>
              <a:gd name="connsiteX564" fmla="*/ 6298091 w 7467600"/>
              <a:gd name="connsiteY564" fmla="*/ 1737122 h 6858000"/>
              <a:gd name="connsiteX565" fmla="*/ 7019523 w 7467600"/>
              <a:gd name="connsiteY565" fmla="*/ 1519450 h 6858000"/>
              <a:gd name="connsiteX566" fmla="*/ 2399523 w 7467600"/>
              <a:gd name="connsiteY566" fmla="*/ 1428234 h 6858000"/>
              <a:gd name="connsiteX567" fmla="*/ 2224982 w 7467600"/>
              <a:gd name="connsiteY567" fmla="*/ 1826201 h 6858000"/>
              <a:gd name="connsiteX568" fmla="*/ 2096099 w 7467600"/>
              <a:gd name="connsiteY568" fmla="*/ 2345900 h 6858000"/>
              <a:gd name="connsiteX569" fmla="*/ 2283317 w 7467600"/>
              <a:gd name="connsiteY569" fmla="*/ 1796925 h 6858000"/>
              <a:gd name="connsiteX570" fmla="*/ 2399523 w 7467600"/>
              <a:gd name="connsiteY570" fmla="*/ 1428234 h 6858000"/>
              <a:gd name="connsiteX571" fmla="*/ 2448558 w 7467600"/>
              <a:gd name="connsiteY571" fmla="*/ 1373435 h 6858000"/>
              <a:gd name="connsiteX572" fmla="*/ 2312521 w 7467600"/>
              <a:gd name="connsiteY572" fmla="*/ 1806140 h 6858000"/>
              <a:gd name="connsiteX573" fmla="*/ 2127533 w 7467600"/>
              <a:gd name="connsiteY573" fmla="*/ 2348380 h 6858000"/>
              <a:gd name="connsiteX574" fmla="*/ 2358080 w 7467600"/>
              <a:gd name="connsiteY574" fmla="*/ 1866134 h 6858000"/>
              <a:gd name="connsiteX575" fmla="*/ 2407436 w 7467600"/>
              <a:gd name="connsiteY575" fmla="*/ 1651070 h 6858000"/>
              <a:gd name="connsiteX576" fmla="*/ 2448558 w 7467600"/>
              <a:gd name="connsiteY576" fmla="*/ 1373435 h 6858000"/>
              <a:gd name="connsiteX577" fmla="*/ 278707 w 7467600"/>
              <a:gd name="connsiteY577" fmla="*/ 1352270 h 6858000"/>
              <a:gd name="connsiteX578" fmla="*/ 321570 w 7467600"/>
              <a:gd name="connsiteY578" fmla="*/ 1861610 h 6858000"/>
              <a:gd name="connsiteX579" fmla="*/ 294281 w 7467600"/>
              <a:gd name="connsiteY579" fmla="*/ 1440658 h 6858000"/>
              <a:gd name="connsiteX580" fmla="*/ 278707 w 7467600"/>
              <a:gd name="connsiteY580" fmla="*/ 1352270 h 6858000"/>
              <a:gd name="connsiteX581" fmla="*/ 1423821 w 7467600"/>
              <a:gd name="connsiteY581" fmla="*/ 1351958 h 6858000"/>
              <a:gd name="connsiteX582" fmla="*/ 1638521 w 7467600"/>
              <a:gd name="connsiteY582" fmla="*/ 1908470 h 6858000"/>
              <a:gd name="connsiteX583" fmla="*/ 1754199 w 7467600"/>
              <a:gd name="connsiteY583" fmla="*/ 2149284 h 6858000"/>
              <a:gd name="connsiteX584" fmla="*/ 1908359 w 7467600"/>
              <a:gd name="connsiteY584" fmla="*/ 2364988 h 6858000"/>
              <a:gd name="connsiteX585" fmla="*/ 1647661 w 7467600"/>
              <a:gd name="connsiteY585" fmla="*/ 1825945 h 6858000"/>
              <a:gd name="connsiteX586" fmla="*/ 1423821 w 7467600"/>
              <a:gd name="connsiteY586" fmla="*/ 1351958 h 6858000"/>
              <a:gd name="connsiteX587" fmla="*/ 1431890 w 7467600"/>
              <a:gd name="connsiteY587" fmla="*/ 1306475 h 6858000"/>
              <a:gd name="connsiteX588" fmla="*/ 1507597 w 7467600"/>
              <a:gd name="connsiteY588" fmla="*/ 1446132 h 6858000"/>
              <a:gd name="connsiteX589" fmla="*/ 1674586 w 7467600"/>
              <a:gd name="connsiteY589" fmla="*/ 1813832 h 6858000"/>
              <a:gd name="connsiteX590" fmla="*/ 1815950 w 7467600"/>
              <a:gd name="connsiteY590" fmla="*/ 2128564 h 6858000"/>
              <a:gd name="connsiteX591" fmla="*/ 1984242 w 7467600"/>
              <a:gd name="connsiteY591" fmla="*/ 2430829 h 6858000"/>
              <a:gd name="connsiteX592" fmla="*/ 2014023 w 7467600"/>
              <a:gd name="connsiteY592" fmla="*/ 2450995 h 6858000"/>
              <a:gd name="connsiteX593" fmla="*/ 1747337 w 7467600"/>
              <a:gd name="connsiteY593" fmla="*/ 1855264 h 6858000"/>
              <a:gd name="connsiteX594" fmla="*/ 1533749 w 7467600"/>
              <a:gd name="connsiteY594" fmla="*/ 1478656 h 6858000"/>
              <a:gd name="connsiteX595" fmla="*/ 1431890 w 7467600"/>
              <a:gd name="connsiteY595" fmla="*/ 1306475 h 6858000"/>
              <a:gd name="connsiteX596" fmla="*/ 5052692 w 7467600"/>
              <a:gd name="connsiteY596" fmla="*/ 1292994 h 6858000"/>
              <a:gd name="connsiteX597" fmla="*/ 5200661 w 7467600"/>
              <a:gd name="connsiteY597" fmla="*/ 1635186 h 6858000"/>
              <a:gd name="connsiteX598" fmla="*/ 5297138 w 7467600"/>
              <a:gd name="connsiteY598" fmla="*/ 1906351 h 6858000"/>
              <a:gd name="connsiteX599" fmla="*/ 5052692 w 7467600"/>
              <a:gd name="connsiteY599" fmla="*/ 1292994 h 6858000"/>
              <a:gd name="connsiteX600" fmla="*/ 5009948 w 7467600"/>
              <a:gd name="connsiteY600" fmla="*/ 1273619 h 6858000"/>
              <a:gd name="connsiteX601" fmla="*/ 5121777 w 7467600"/>
              <a:gd name="connsiteY601" fmla="*/ 1654213 h 6858000"/>
              <a:gd name="connsiteX602" fmla="*/ 5293545 w 7467600"/>
              <a:gd name="connsiteY602" fmla="*/ 2072247 h 6858000"/>
              <a:gd name="connsiteX603" fmla="*/ 5294042 w 7467600"/>
              <a:gd name="connsiteY603" fmla="*/ 2065019 h 6858000"/>
              <a:gd name="connsiteX604" fmla="*/ 5171936 w 7467600"/>
              <a:gd name="connsiteY604" fmla="*/ 1647613 h 6858000"/>
              <a:gd name="connsiteX605" fmla="*/ 5009948 w 7467600"/>
              <a:gd name="connsiteY605" fmla="*/ 1273619 h 6858000"/>
              <a:gd name="connsiteX606" fmla="*/ 655236 w 7467600"/>
              <a:gd name="connsiteY606" fmla="*/ 1268632 h 6858000"/>
              <a:gd name="connsiteX607" fmla="*/ 839521 w 7467600"/>
              <a:gd name="connsiteY607" fmla="*/ 1685315 h 6858000"/>
              <a:gd name="connsiteX608" fmla="*/ 1109416 w 7467600"/>
              <a:gd name="connsiteY608" fmla="*/ 2061663 h 6858000"/>
              <a:gd name="connsiteX609" fmla="*/ 1298300 w 7467600"/>
              <a:gd name="connsiteY609" fmla="*/ 2247742 h 6858000"/>
              <a:gd name="connsiteX610" fmla="*/ 1125871 w 7467600"/>
              <a:gd name="connsiteY610" fmla="*/ 1989513 h 6858000"/>
              <a:gd name="connsiteX611" fmla="*/ 981574 w 7467600"/>
              <a:gd name="connsiteY611" fmla="*/ 1783157 h 6858000"/>
              <a:gd name="connsiteX612" fmla="*/ 922198 w 7467600"/>
              <a:gd name="connsiteY612" fmla="*/ 1677437 h 6858000"/>
              <a:gd name="connsiteX613" fmla="*/ 869293 w 7467600"/>
              <a:gd name="connsiteY613" fmla="*/ 1583214 h 6858000"/>
              <a:gd name="connsiteX614" fmla="*/ 751431 w 7467600"/>
              <a:gd name="connsiteY614" fmla="*/ 1405731 h 6858000"/>
              <a:gd name="connsiteX615" fmla="*/ 655236 w 7467600"/>
              <a:gd name="connsiteY615" fmla="*/ 1268632 h 6858000"/>
              <a:gd name="connsiteX616" fmla="*/ 6516292 w 7467600"/>
              <a:gd name="connsiteY616" fmla="*/ 1263064 h 6858000"/>
              <a:gd name="connsiteX617" fmla="*/ 5736320 w 7467600"/>
              <a:gd name="connsiteY617" fmla="*/ 1501803 h 6858000"/>
              <a:gd name="connsiteX618" fmla="*/ 6516292 w 7467600"/>
              <a:gd name="connsiteY618" fmla="*/ 1263064 h 6858000"/>
              <a:gd name="connsiteX619" fmla="*/ 291466 w 7467600"/>
              <a:gd name="connsiteY619" fmla="*/ 1250369 h 6858000"/>
              <a:gd name="connsiteX620" fmla="*/ 323180 w 7467600"/>
              <a:gd name="connsiteY620" fmla="*/ 1435283 h 6858000"/>
              <a:gd name="connsiteX621" fmla="*/ 349381 w 7467600"/>
              <a:gd name="connsiteY621" fmla="*/ 1875041 h 6858000"/>
              <a:gd name="connsiteX622" fmla="*/ 374363 w 7467600"/>
              <a:gd name="connsiteY622" fmla="*/ 1506494 h 6858000"/>
              <a:gd name="connsiteX623" fmla="*/ 302168 w 7467600"/>
              <a:gd name="connsiteY623" fmla="*/ 1274495 h 6858000"/>
              <a:gd name="connsiteX624" fmla="*/ 291466 w 7467600"/>
              <a:gd name="connsiteY624" fmla="*/ 1250369 h 6858000"/>
              <a:gd name="connsiteX625" fmla="*/ 678222 w 7467600"/>
              <a:gd name="connsiteY625" fmla="*/ 1248670 h 6858000"/>
              <a:gd name="connsiteX626" fmla="*/ 775536 w 7467600"/>
              <a:gd name="connsiteY626" fmla="*/ 1388015 h 6858000"/>
              <a:gd name="connsiteX627" fmla="*/ 894529 w 7467600"/>
              <a:gd name="connsiteY627" fmla="*/ 1567739 h 6858000"/>
              <a:gd name="connsiteX628" fmla="*/ 948000 w 7467600"/>
              <a:gd name="connsiteY628" fmla="*/ 1663088 h 6858000"/>
              <a:gd name="connsiteX629" fmla="*/ 1006812 w 7467600"/>
              <a:gd name="connsiteY629" fmla="*/ 1767683 h 6858000"/>
              <a:gd name="connsiteX630" fmla="*/ 1149133 w 7467600"/>
              <a:gd name="connsiteY630" fmla="*/ 1971513 h 6858000"/>
              <a:gd name="connsiteX631" fmla="*/ 1333952 w 7467600"/>
              <a:gd name="connsiteY631" fmla="*/ 2251620 h 6858000"/>
              <a:gd name="connsiteX632" fmla="*/ 1337329 w 7467600"/>
              <a:gd name="connsiteY632" fmla="*/ 2258350 h 6858000"/>
              <a:gd name="connsiteX633" fmla="*/ 1014726 w 7467600"/>
              <a:gd name="connsiteY633" fmla="*/ 1615556 h 6858000"/>
              <a:gd name="connsiteX634" fmla="*/ 678222 w 7467600"/>
              <a:gd name="connsiteY634" fmla="*/ 1248670 h 6858000"/>
              <a:gd name="connsiteX635" fmla="*/ 6691602 w 7467600"/>
              <a:gd name="connsiteY635" fmla="*/ 1140573 h 6858000"/>
              <a:gd name="connsiteX636" fmla="*/ 6571100 w 7467600"/>
              <a:gd name="connsiteY636" fmla="*/ 1183662 h 6858000"/>
              <a:gd name="connsiteX637" fmla="*/ 6241687 w 7467600"/>
              <a:gd name="connsiteY637" fmla="*/ 1257600 h 6858000"/>
              <a:gd name="connsiteX638" fmla="*/ 5693009 w 7467600"/>
              <a:gd name="connsiteY638" fmla="*/ 1478256 h 6858000"/>
              <a:gd name="connsiteX639" fmla="*/ 6548420 w 7467600"/>
              <a:gd name="connsiteY639" fmla="*/ 1214599 h 6858000"/>
              <a:gd name="connsiteX640" fmla="*/ 6605473 w 7467600"/>
              <a:gd name="connsiteY640" fmla="*/ 1184686 h 6858000"/>
              <a:gd name="connsiteX641" fmla="*/ 6691602 w 7467600"/>
              <a:gd name="connsiteY641" fmla="*/ 1140573 h 6858000"/>
              <a:gd name="connsiteX642" fmla="*/ 4002475 w 7467600"/>
              <a:gd name="connsiteY642" fmla="*/ 1037802 h 6858000"/>
              <a:gd name="connsiteX643" fmla="*/ 4000324 w 7467600"/>
              <a:gd name="connsiteY643" fmla="*/ 1039362 h 6858000"/>
              <a:gd name="connsiteX644" fmla="*/ 4002862 w 7467600"/>
              <a:gd name="connsiteY644" fmla="*/ 1042866 h 6858000"/>
              <a:gd name="connsiteX645" fmla="*/ 4002475 w 7467600"/>
              <a:gd name="connsiteY645" fmla="*/ 1037802 h 6858000"/>
              <a:gd name="connsiteX646" fmla="*/ 506322 w 7467600"/>
              <a:gd name="connsiteY646" fmla="*/ 1020997 h 6858000"/>
              <a:gd name="connsiteX647" fmla="*/ 533068 w 7467600"/>
              <a:gd name="connsiteY647" fmla="*/ 1029409 h 6858000"/>
              <a:gd name="connsiteX648" fmla="*/ 1232525 w 7467600"/>
              <a:gd name="connsiteY648" fmla="*/ 1804675 h 6858000"/>
              <a:gd name="connsiteX649" fmla="*/ 1388858 w 7467600"/>
              <a:gd name="connsiteY649" fmla="*/ 2368011 h 6858000"/>
              <a:gd name="connsiteX650" fmla="*/ 1384098 w 7467600"/>
              <a:gd name="connsiteY650" fmla="*/ 2378125 h 6858000"/>
              <a:gd name="connsiteX651" fmla="*/ 1425393 w 7467600"/>
              <a:gd name="connsiteY651" fmla="*/ 2589124 h 6858000"/>
              <a:gd name="connsiteX652" fmla="*/ 1424001 w 7467600"/>
              <a:gd name="connsiteY652" fmla="*/ 2597541 h 6858000"/>
              <a:gd name="connsiteX653" fmla="*/ 2152729 w 7467600"/>
              <a:gd name="connsiteY653" fmla="*/ 2864487 h 6858000"/>
              <a:gd name="connsiteX654" fmla="*/ 2020609 w 7467600"/>
              <a:gd name="connsiteY654" fmla="*/ 2539671 h 6858000"/>
              <a:gd name="connsiteX655" fmla="*/ 2018920 w 7467600"/>
              <a:gd name="connsiteY655" fmla="*/ 2536309 h 6858000"/>
              <a:gd name="connsiteX656" fmla="*/ 1342441 w 7467600"/>
              <a:gd name="connsiteY656" fmla="*/ 1173017 h 6858000"/>
              <a:gd name="connsiteX657" fmla="*/ 1367925 w 7467600"/>
              <a:gd name="connsiteY657" fmla="*/ 1135648 h 6858000"/>
              <a:gd name="connsiteX658" fmla="*/ 1771401 w 7467600"/>
              <a:gd name="connsiteY658" fmla="*/ 1806673 h 6858000"/>
              <a:gd name="connsiteX659" fmla="*/ 1972385 w 7467600"/>
              <a:gd name="connsiteY659" fmla="*/ 2198735 h 6858000"/>
              <a:gd name="connsiteX660" fmla="*/ 2040892 w 7467600"/>
              <a:gd name="connsiteY660" fmla="*/ 2405205 h 6858000"/>
              <a:gd name="connsiteX661" fmla="*/ 2131689 w 7467600"/>
              <a:gd name="connsiteY661" fmla="*/ 1936926 h 6858000"/>
              <a:gd name="connsiteX662" fmla="*/ 2454820 w 7467600"/>
              <a:gd name="connsiteY662" fmla="*/ 1248808 h 6858000"/>
              <a:gd name="connsiteX663" fmla="*/ 2492512 w 7467600"/>
              <a:gd name="connsiteY663" fmla="*/ 1302920 h 6858000"/>
              <a:gd name="connsiteX664" fmla="*/ 2081216 w 7467600"/>
              <a:gd name="connsiteY664" fmla="*/ 2527513 h 6858000"/>
              <a:gd name="connsiteX665" fmla="*/ 2081211 w 7467600"/>
              <a:gd name="connsiteY665" fmla="*/ 2528916 h 6858000"/>
              <a:gd name="connsiteX666" fmla="*/ 2199067 w 7467600"/>
              <a:gd name="connsiteY666" fmla="*/ 2884061 h 6858000"/>
              <a:gd name="connsiteX667" fmla="*/ 3192586 w 7467600"/>
              <a:gd name="connsiteY667" fmla="*/ 3411496 h 6858000"/>
              <a:gd name="connsiteX668" fmla="*/ 3182620 w 7467600"/>
              <a:gd name="connsiteY668" fmla="*/ 3483279 h 6858000"/>
              <a:gd name="connsiteX669" fmla="*/ 2435119 w 7467600"/>
              <a:gd name="connsiteY669" fmla="*/ 3080173 h 6858000"/>
              <a:gd name="connsiteX670" fmla="*/ 2410152 w 7467600"/>
              <a:gd name="connsiteY670" fmla="*/ 3063751 h 6858000"/>
              <a:gd name="connsiteX671" fmla="*/ 2408099 w 7467600"/>
              <a:gd name="connsiteY671" fmla="*/ 3064403 h 6858000"/>
              <a:gd name="connsiteX672" fmla="*/ 2407218 w 7467600"/>
              <a:gd name="connsiteY672" fmla="*/ 3070324 h 6858000"/>
              <a:gd name="connsiteX673" fmla="*/ 2380138 w 7467600"/>
              <a:gd name="connsiteY673" fmla="*/ 3099341 h 6858000"/>
              <a:gd name="connsiteX674" fmla="*/ 1765923 w 7467600"/>
              <a:gd name="connsiteY674" fmla="*/ 3581043 h 6858000"/>
              <a:gd name="connsiteX675" fmla="*/ 1702258 w 7467600"/>
              <a:gd name="connsiteY675" fmla="*/ 3612286 h 6858000"/>
              <a:gd name="connsiteX676" fmla="*/ 1538370 w 7467600"/>
              <a:gd name="connsiteY676" fmla="*/ 3811804 h 6858000"/>
              <a:gd name="connsiteX677" fmla="*/ 542867 w 7467600"/>
              <a:gd name="connsiteY677" fmla="*/ 4944092 h 6858000"/>
              <a:gd name="connsiteX678" fmla="*/ 515800 w 7467600"/>
              <a:gd name="connsiteY678" fmla="*/ 4862180 h 6858000"/>
              <a:gd name="connsiteX679" fmla="*/ 909145 w 7467600"/>
              <a:gd name="connsiteY679" fmla="*/ 4199225 h 6858000"/>
              <a:gd name="connsiteX680" fmla="*/ 1214067 w 7467600"/>
              <a:gd name="connsiteY680" fmla="*/ 3908561 h 6858000"/>
              <a:gd name="connsiteX681" fmla="*/ 640967 w 7467600"/>
              <a:gd name="connsiteY681" fmla="*/ 4105601 h 6858000"/>
              <a:gd name="connsiteX682" fmla="*/ 112563 w 7467600"/>
              <a:gd name="connsiteY682" fmla="*/ 4396952 h 6858000"/>
              <a:gd name="connsiteX683" fmla="*/ 0 w 7467600"/>
              <a:gd name="connsiteY683" fmla="*/ 4466006 h 6858000"/>
              <a:gd name="connsiteX684" fmla="*/ 0 w 7467600"/>
              <a:gd name="connsiteY684" fmla="*/ 4233763 h 6858000"/>
              <a:gd name="connsiteX685" fmla="*/ 36881 w 7467600"/>
              <a:gd name="connsiteY685" fmla="*/ 4200118 h 6858000"/>
              <a:gd name="connsiteX686" fmla="*/ 910534 w 7467600"/>
              <a:gd name="connsiteY686" fmla="*/ 3629753 h 6858000"/>
              <a:gd name="connsiteX687" fmla="*/ 1578717 w 7467600"/>
              <a:gd name="connsiteY687" fmla="*/ 3575982 h 6858000"/>
              <a:gd name="connsiteX688" fmla="*/ 2338780 w 7467600"/>
              <a:gd name="connsiteY688" fmla="*/ 3033725 h 6858000"/>
              <a:gd name="connsiteX689" fmla="*/ 1807991 w 7467600"/>
              <a:gd name="connsiteY689" fmla="*/ 2807184 h 6858000"/>
              <a:gd name="connsiteX690" fmla="*/ 1416358 w 7467600"/>
              <a:gd name="connsiteY690" fmla="*/ 3112571 h 6858000"/>
              <a:gd name="connsiteX691" fmla="*/ 939066 w 7467600"/>
              <a:gd name="connsiteY691" fmla="*/ 3378798 h 6858000"/>
              <a:gd name="connsiteX692" fmla="*/ 115099 w 7467600"/>
              <a:gd name="connsiteY692" fmla="*/ 3607650 h 6858000"/>
              <a:gd name="connsiteX693" fmla="*/ 97284 w 7467600"/>
              <a:gd name="connsiteY693" fmla="*/ 3520393 h 6858000"/>
              <a:gd name="connsiteX694" fmla="*/ 922050 w 7467600"/>
              <a:gd name="connsiteY694" fmla="*/ 3074867 h 6858000"/>
              <a:gd name="connsiteX695" fmla="*/ 1405265 w 7467600"/>
              <a:gd name="connsiteY695" fmla="*/ 3016319 h 6858000"/>
              <a:gd name="connsiteX696" fmla="*/ 1407512 w 7467600"/>
              <a:gd name="connsiteY696" fmla="*/ 3018001 h 6858000"/>
              <a:gd name="connsiteX697" fmla="*/ 1726266 w 7467600"/>
              <a:gd name="connsiteY697" fmla="*/ 2777274 h 6858000"/>
              <a:gd name="connsiteX698" fmla="*/ 625390 w 7467600"/>
              <a:gd name="connsiteY698" fmla="*/ 2514541 h 6858000"/>
              <a:gd name="connsiteX699" fmla="*/ 619799 w 7467600"/>
              <a:gd name="connsiteY699" fmla="*/ 2527180 h 6858000"/>
              <a:gd name="connsiteX700" fmla="*/ 310030 w 7467600"/>
              <a:gd name="connsiteY700" fmla="*/ 2771818 h 6858000"/>
              <a:gd name="connsiteX701" fmla="*/ 173877 w 7467600"/>
              <a:gd name="connsiteY701" fmla="*/ 2937056 h 6858000"/>
              <a:gd name="connsiteX702" fmla="*/ 77889 w 7467600"/>
              <a:gd name="connsiteY702" fmla="*/ 3138440 h 6858000"/>
              <a:gd name="connsiteX703" fmla="*/ 0 w 7467600"/>
              <a:gd name="connsiteY703" fmla="*/ 3271395 h 6858000"/>
              <a:gd name="connsiteX704" fmla="*/ 0 w 7467600"/>
              <a:gd name="connsiteY704" fmla="*/ 3153002 h 6858000"/>
              <a:gd name="connsiteX705" fmla="*/ 2386 w 7467600"/>
              <a:gd name="connsiteY705" fmla="*/ 3149203 h 6858000"/>
              <a:gd name="connsiteX706" fmla="*/ 89753 w 7467600"/>
              <a:gd name="connsiteY706" fmla="*/ 2987702 h 6858000"/>
              <a:gd name="connsiteX707" fmla="*/ 76869 w 7467600"/>
              <a:gd name="connsiteY707" fmla="*/ 3005404 h 6858000"/>
              <a:gd name="connsiteX708" fmla="*/ 32049 w 7467600"/>
              <a:gd name="connsiteY708" fmla="*/ 3065814 h 6858000"/>
              <a:gd name="connsiteX709" fmla="*/ 0 w 7467600"/>
              <a:gd name="connsiteY709" fmla="*/ 3108744 h 6858000"/>
              <a:gd name="connsiteX710" fmla="*/ 0 w 7467600"/>
              <a:gd name="connsiteY710" fmla="*/ 3058059 h 6858000"/>
              <a:gd name="connsiteX711" fmla="*/ 7610 w 7467600"/>
              <a:gd name="connsiteY711" fmla="*/ 3047889 h 6858000"/>
              <a:gd name="connsiteX712" fmla="*/ 52419 w 7467600"/>
              <a:gd name="connsiteY712" fmla="*/ 2987479 h 6858000"/>
              <a:gd name="connsiteX713" fmla="*/ 59142 w 7467600"/>
              <a:gd name="connsiteY713" fmla="*/ 2978488 h 6858000"/>
              <a:gd name="connsiteX714" fmla="*/ 0 w 7467600"/>
              <a:gd name="connsiteY714" fmla="*/ 3015334 h 6858000"/>
              <a:gd name="connsiteX715" fmla="*/ 0 w 7467600"/>
              <a:gd name="connsiteY715" fmla="*/ 2914286 h 6858000"/>
              <a:gd name="connsiteX716" fmla="*/ 36383 w 7467600"/>
              <a:gd name="connsiteY716" fmla="*/ 2901128 h 6858000"/>
              <a:gd name="connsiteX717" fmla="*/ 156329 w 7467600"/>
              <a:gd name="connsiteY717" fmla="*/ 2840533 h 6858000"/>
              <a:gd name="connsiteX718" fmla="*/ 358355 w 7467600"/>
              <a:gd name="connsiteY718" fmla="*/ 2620471 h 6858000"/>
              <a:gd name="connsiteX719" fmla="*/ 510577 w 7467600"/>
              <a:gd name="connsiteY719" fmla="*/ 2501244 h 6858000"/>
              <a:gd name="connsiteX720" fmla="*/ 211967 w 7467600"/>
              <a:gd name="connsiteY720" fmla="*/ 2479171 h 6858000"/>
              <a:gd name="connsiteX721" fmla="*/ 0 w 7467600"/>
              <a:gd name="connsiteY721" fmla="*/ 2476398 h 6858000"/>
              <a:gd name="connsiteX722" fmla="*/ 0 w 7467600"/>
              <a:gd name="connsiteY722" fmla="*/ 2389189 h 6858000"/>
              <a:gd name="connsiteX723" fmla="*/ 103062 w 7467600"/>
              <a:gd name="connsiteY723" fmla="*/ 2389518 h 6858000"/>
              <a:gd name="connsiteX724" fmla="*/ 510734 w 7467600"/>
              <a:gd name="connsiteY724" fmla="*/ 2416201 h 6858000"/>
              <a:gd name="connsiteX725" fmla="*/ 279257 w 7467600"/>
              <a:gd name="connsiteY725" fmla="*/ 2092102 h 6858000"/>
              <a:gd name="connsiteX726" fmla="*/ 65265 w 7467600"/>
              <a:gd name="connsiteY726" fmla="*/ 2006049 h 6858000"/>
              <a:gd name="connsiteX727" fmla="*/ 0 w 7467600"/>
              <a:gd name="connsiteY727" fmla="*/ 1982532 h 6858000"/>
              <a:gd name="connsiteX728" fmla="*/ 0 w 7467600"/>
              <a:gd name="connsiteY728" fmla="*/ 1912789 h 6858000"/>
              <a:gd name="connsiteX729" fmla="*/ 97460 w 7467600"/>
              <a:gd name="connsiteY729" fmla="*/ 1953725 h 6858000"/>
              <a:gd name="connsiteX730" fmla="*/ 221272 w 7467600"/>
              <a:gd name="connsiteY730" fmla="*/ 1980766 h 6858000"/>
              <a:gd name="connsiteX731" fmla="*/ 116765 w 7467600"/>
              <a:gd name="connsiteY731" fmla="*/ 1911033 h 6858000"/>
              <a:gd name="connsiteX732" fmla="*/ 16405 w 7467600"/>
              <a:gd name="connsiteY732" fmla="*/ 1803412 h 6858000"/>
              <a:gd name="connsiteX733" fmla="*/ 0 w 7467600"/>
              <a:gd name="connsiteY733" fmla="*/ 1784777 h 6858000"/>
              <a:gd name="connsiteX734" fmla="*/ 0 w 7467600"/>
              <a:gd name="connsiteY734" fmla="*/ 1740082 h 6858000"/>
              <a:gd name="connsiteX735" fmla="*/ 39394 w 7467600"/>
              <a:gd name="connsiteY735" fmla="*/ 1784856 h 6858000"/>
              <a:gd name="connsiteX736" fmla="*/ 135813 w 7467600"/>
              <a:gd name="connsiteY736" fmla="*/ 1888838 h 6858000"/>
              <a:gd name="connsiteX737" fmla="*/ 242575 w 7467600"/>
              <a:gd name="connsiteY737" fmla="*/ 1958841 h 6858000"/>
              <a:gd name="connsiteX738" fmla="*/ 82197 w 7467600"/>
              <a:gd name="connsiteY738" fmla="*/ 1754826 h 6858000"/>
              <a:gd name="connsiteX739" fmla="*/ 0 w 7467600"/>
              <a:gd name="connsiteY739" fmla="*/ 1679650 h 6858000"/>
              <a:gd name="connsiteX740" fmla="*/ 0 w 7467600"/>
              <a:gd name="connsiteY740" fmla="*/ 1602463 h 6858000"/>
              <a:gd name="connsiteX741" fmla="*/ 84689 w 7467600"/>
              <a:gd name="connsiteY741" fmla="*/ 1677442 h 6858000"/>
              <a:gd name="connsiteX742" fmla="*/ 298437 w 7467600"/>
              <a:gd name="connsiteY742" fmla="*/ 1968019 h 6858000"/>
              <a:gd name="connsiteX743" fmla="*/ 227269 w 7467600"/>
              <a:gd name="connsiteY743" fmla="*/ 1114064 h 6858000"/>
              <a:gd name="connsiteX744" fmla="*/ 248003 w 7467600"/>
              <a:gd name="connsiteY744" fmla="*/ 1089613 h 6858000"/>
              <a:gd name="connsiteX745" fmla="*/ 427020 w 7467600"/>
              <a:gd name="connsiteY745" fmla="*/ 1619803 h 6858000"/>
              <a:gd name="connsiteX746" fmla="*/ 340345 w 7467600"/>
              <a:gd name="connsiteY746" fmla="*/ 2027739 h 6858000"/>
              <a:gd name="connsiteX747" fmla="*/ 360865 w 7467600"/>
              <a:gd name="connsiteY747" fmla="*/ 2044827 h 6858000"/>
              <a:gd name="connsiteX748" fmla="*/ 560414 w 7467600"/>
              <a:gd name="connsiteY748" fmla="*/ 2421457 h 6858000"/>
              <a:gd name="connsiteX749" fmla="*/ 1359703 w 7467600"/>
              <a:gd name="connsiteY749" fmla="*/ 2578554 h 6858000"/>
              <a:gd name="connsiteX750" fmla="*/ 1359422 w 7467600"/>
              <a:gd name="connsiteY750" fmla="*/ 2577994 h 6858000"/>
              <a:gd name="connsiteX751" fmla="*/ 828701 w 7467600"/>
              <a:gd name="connsiteY751" fmla="*/ 1839520 h 6858000"/>
              <a:gd name="connsiteX752" fmla="*/ 494427 w 7467600"/>
              <a:gd name="connsiteY752" fmla="*/ 1092333 h 6858000"/>
              <a:gd name="connsiteX753" fmla="*/ 506322 w 7467600"/>
              <a:gd name="connsiteY753" fmla="*/ 1020997 h 6858000"/>
              <a:gd name="connsiteX754" fmla="*/ 4570198 w 7467600"/>
              <a:gd name="connsiteY754" fmla="*/ 978081 h 6858000"/>
              <a:gd name="connsiteX755" fmla="*/ 4523691 w 7467600"/>
              <a:gd name="connsiteY755" fmla="*/ 1127776 h 6858000"/>
              <a:gd name="connsiteX756" fmla="*/ 4509875 w 7467600"/>
              <a:gd name="connsiteY756" fmla="*/ 1167552 h 6858000"/>
              <a:gd name="connsiteX757" fmla="*/ 4478168 w 7467600"/>
              <a:gd name="connsiteY757" fmla="*/ 1260735 h 6858000"/>
              <a:gd name="connsiteX758" fmla="*/ 4409309 w 7467600"/>
              <a:gd name="connsiteY758" fmla="*/ 1666996 h 6858000"/>
              <a:gd name="connsiteX759" fmla="*/ 4370031 w 7467600"/>
              <a:gd name="connsiteY759" fmla="*/ 1955666 h 6858000"/>
              <a:gd name="connsiteX760" fmla="*/ 4570198 w 7467600"/>
              <a:gd name="connsiteY760" fmla="*/ 978081 h 6858000"/>
              <a:gd name="connsiteX761" fmla="*/ 4557898 w 7467600"/>
              <a:gd name="connsiteY761" fmla="*/ 900011 h 6858000"/>
              <a:gd name="connsiteX762" fmla="*/ 4344840 w 7467600"/>
              <a:gd name="connsiteY762" fmla="*/ 1922038 h 6858000"/>
              <a:gd name="connsiteX763" fmla="*/ 4378710 w 7467600"/>
              <a:gd name="connsiteY763" fmla="*/ 1665516 h 6858000"/>
              <a:gd name="connsiteX764" fmla="*/ 4448798 w 7467600"/>
              <a:gd name="connsiteY764" fmla="*/ 1253024 h 6858000"/>
              <a:gd name="connsiteX765" fmla="*/ 4480315 w 7467600"/>
              <a:gd name="connsiteY765" fmla="*/ 1158454 h 6858000"/>
              <a:gd name="connsiteX766" fmla="*/ 4494133 w 7467600"/>
              <a:gd name="connsiteY766" fmla="*/ 1118676 h 6858000"/>
              <a:gd name="connsiteX767" fmla="*/ 4557898 w 7467600"/>
              <a:gd name="connsiteY767" fmla="*/ 900011 h 6858000"/>
              <a:gd name="connsiteX768" fmla="*/ 5870151 w 7467600"/>
              <a:gd name="connsiteY768" fmla="*/ 898890 h 6858000"/>
              <a:gd name="connsiteX769" fmla="*/ 5861335 w 7467600"/>
              <a:gd name="connsiteY769" fmla="*/ 899177 h 6858000"/>
              <a:gd name="connsiteX770" fmla="*/ 5843702 w 7467600"/>
              <a:gd name="connsiteY770" fmla="*/ 899748 h 6858000"/>
              <a:gd name="connsiteX771" fmla="*/ 5651107 w 7467600"/>
              <a:gd name="connsiteY771" fmla="*/ 920306 h 6858000"/>
              <a:gd name="connsiteX772" fmla="*/ 5459407 w 7467600"/>
              <a:gd name="connsiteY772" fmla="*/ 940975 h 6858000"/>
              <a:gd name="connsiteX773" fmla="*/ 5374846 w 7467600"/>
              <a:gd name="connsiteY773" fmla="*/ 941988 h 6858000"/>
              <a:gd name="connsiteX774" fmla="*/ 5256105 w 7467600"/>
              <a:gd name="connsiteY774" fmla="*/ 945632 h 6858000"/>
              <a:gd name="connsiteX775" fmla="*/ 5107071 w 7467600"/>
              <a:gd name="connsiteY775" fmla="*/ 969720 h 6858000"/>
              <a:gd name="connsiteX776" fmla="*/ 4998681 w 7467600"/>
              <a:gd name="connsiteY776" fmla="*/ 988771 h 6858000"/>
              <a:gd name="connsiteX777" fmla="*/ 5870151 w 7467600"/>
              <a:gd name="connsiteY777" fmla="*/ 898890 h 6858000"/>
              <a:gd name="connsiteX778" fmla="*/ 5504425 w 7467600"/>
              <a:gd name="connsiteY778" fmla="*/ 848067 h 6858000"/>
              <a:gd name="connsiteX779" fmla="*/ 4968849 w 7467600"/>
              <a:gd name="connsiteY779" fmla="*/ 962318 h 6858000"/>
              <a:gd name="connsiteX780" fmla="*/ 5104039 w 7467600"/>
              <a:gd name="connsiteY780" fmla="*/ 940634 h 6858000"/>
              <a:gd name="connsiteX781" fmla="*/ 5256311 w 7467600"/>
              <a:gd name="connsiteY781" fmla="*/ 916490 h 6858000"/>
              <a:gd name="connsiteX782" fmla="*/ 5377381 w 7467600"/>
              <a:gd name="connsiteY782" fmla="*/ 912671 h 6858000"/>
              <a:gd name="connsiteX783" fmla="*/ 5460148 w 7467600"/>
              <a:gd name="connsiteY783" fmla="*/ 911442 h 6858000"/>
              <a:gd name="connsiteX784" fmla="*/ 5648971 w 7467600"/>
              <a:gd name="connsiteY784" fmla="*/ 891331 h 6858000"/>
              <a:gd name="connsiteX785" fmla="*/ 5844807 w 7467600"/>
              <a:gd name="connsiteY785" fmla="*/ 870718 h 6858000"/>
              <a:gd name="connsiteX786" fmla="*/ 5862975 w 7467600"/>
              <a:gd name="connsiteY786" fmla="*/ 869756 h 6858000"/>
              <a:gd name="connsiteX787" fmla="*/ 5920887 w 7467600"/>
              <a:gd name="connsiteY787" fmla="*/ 865929 h 6858000"/>
              <a:gd name="connsiteX788" fmla="*/ 5504425 w 7467600"/>
              <a:gd name="connsiteY788" fmla="*/ 848067 h 6858000"/>
              <a:gd name="connsiteX789" fmla="*/ 3607114 w 7467600"/>
              <a:gd name="connsiteY789" fmla="*/ 467441 h 6858000"/>
              <a:gd name="connsiteX790" fmla="*/ 3296242 w 7467600"/>
              <a:gd name="connsiteY790" fmla="*/ 807991 h 6858000"/>
              <a:gd name="connsiteX791" fmla="*/ 3174674 w 7467600"/>
              <a:gd name="connsiteY791" fmla="*/ 919759 h 6858000"/>
              <a:gd name="connsiteX792" fmla="*/ 3042978 w 7467600"/>
              <a:gd name="connsiteY792" fmla="*/ 1054894 h 6858000"/>
              <a:gd name="connsiteX793" fmla="*/ 2968914 w 7467600"/>
              <a:gd name="connsiteY793" fmla="*/ 1133756 h 6858000"/>
              <a:gd name="connsiteX794" fmla="*/ 3103823 w 7467600"/>
              <a:gd name="connsiteY794" fmla="*/ 1026814 h 6858000"/>
              <a:gd name="connsiteX795" fmla="*/ 3607114 w 7467600"/>
              <a:gd name="connsiteY795" fmla="*/ 467441 h 6858000"/>
              <a:gd name="connsiteX796" fmla="*/ 3744487 w 7467600"/>
              <a:gd name="connsiteY796" fmla="*/ 383136 h 6858000"/>
              <a:gd name="connsiteX797" fmla="*/ 3970213 w 7467600"/>
              <a:gd name="connsiteY797" fmla="*/ 995559 h 6858000"/>
              <a:gd name="connsiteX798" fmla="*/ 3744487 w 7467600"/>
              <a:gd name="connsiteY798" fmla="*/ 383136 h 6858000"/>
              <a:gd name="connsiteX799" fmla="*/ 3624562 w 7467600"/>
              <a:gd name="connsiteY799" fmla="*/ 367041 h 6858000"/>
              <a:gd name="connsiteX800" fmla="*/ 3489712 w 7467600"/>
              <a:gd name="connsiteY800" fmla="*/ 485386 h 6858000"/>
              <a:gd name="connsiteX801" fmla="*/ 3182994 w 7467600"/>
              <a:gd name="connsiteY801" fmla="*/ 828265 h 6858000"/>
              <a:gd name="connsiteX802" fmla="*/ 2892114 w 7467600"/>
              <a:gd name="connsiteY802" fmla="*/ 1172635 h 6858000"/>
              <a:gd name="connsiteX803" fmla="*/ 3021459 w 7467600"/>
              <a:gd name="connsiteY803" fmla="*/ 1035385 h 6858000"/>
              <a:gd name="connsiteX804" fmla="*/ 3153873 w 7467600"/>
              <a:gd name="connsiteY804" fmla="*/ 898971 h 6858000"/>
              <a:gd name="connsiteX805" fmla="*/ 3276511 w 7467600"/>
              <a:gd name="connsiteY805" fmla="*/ 786423 h 6858000"/>
              <a:gd name="connsiteX806" fmla="*/ 3584154 w 7467600"/>
              <a:gd name="connsiteY806" fmla="*/ 448218 h 6858000"/>
              <a:gd name="connsiteX807" fmla="*/ 3624562 w 7467600"/>
              <a:gd name="connsiteY807" fmla="*/ 367041 h 6858000"/>
              <a:gd name="connsiteX808" fmla="*/ 3766672 w 7467600"/>
              <a:gd name="connsiteY808" fmla="*/ 359429 h 6858000"/>
              <a:gd name="connsiteX809" fmla="*/ 3996338 w 7467600"/>
              <a:gd name="connsiteY809" fmla="*/ 968237 h 6858000"/>
              <a:gd name="connsiteX810" fmla="*/ 3766672 w 7467600"/>
              <a:gd name="connsiteY810" fmla="*/ 359429 h 6858000"/>
              <a:gd name="connsiteX811" fmla="*/ 5805386 w 7467600"/>
              <a:gd name="connsiteY811" fmla="*/ 239240 h 6858000"/>
              <a:gd name="connsiteX812" fmla="*/ 5736947 w 7467600"/>
              <a:gd name="connsiteY812" fmla="*/ 261367 h 6858000"/>
              <a:gd name="connsiteX813" fmla="*/ 5427012 w 7467600"/>
              <a:gd name="connsiteY813" fmla="*/ 311272 h 6858000"/>
              <a:gd name="connsiteX814" fmla="*/ 5147818 w 7467600"/>
              <a:gd name="connsiteY814" fmla="*/ 322112 h 6858000"/>
              <a:gd name="connsiteX815" fmla="*/ 5060854 w 7467600"/>
              <a:gd name="connsiteY815" fmla="*/ 311882 h 6858000"/>
              <a:gd name="connsiteX816" fmla="*/ 4945989 w 7467600"/>
              <a:gd name="connsiteY816" fmla="*/ 300516 h 6858000"/>
              <a:gd name="connsiteX817" fmla="*/ 5410479 w 7467600"/>
              <a:gd name="connsiteY817" fmla="*/ 348434 h 6858000"/>
              <a:gd name="connsiteX818" fmla="*/ 5805386 w 7467600"/>
              <a:gd name="connsiteY818" fmla="*/ 239240 h 6858000"/>
              <a:gd name="connsiteX819" fmla="*/ 5905192 w 7467600"/>
              <a:gd name="connsiteY819" fmla="*/ 163079 h 6858000"/>
              <a:gd name="connsiteX820" fmla="*/ 5865655 w 7467600"/>
              <a:gd name="connsiteY820" fmla="*/ 171901 h 6858000"/>
              <a:gd name="connsiteX821" fmla="*/ 5259740 w 7467600"/>
              <a:gd name="connsiteY821" fmla="*/ 257013 h 6858000"/>
              <a:gd name="connsiteX822" fmla="*/ 5208466 w 7467600"/>
              <a:gd name="connsiteY822" fmla="*/ 257550 h 6858000"/>
              <a:gd name="connsiteX823" fmla="*/ 4980204 w 7467600"/>
              <a:gd name="connsiteY823" fmla="*/ 271903 h 6858000"/>
              <a:gd name="connsiteX824" fmla="*/ 5068068 w 7467600"/>
              <a:gd name="connsiteY824" fmla="*/ 282244 h 6858000"/>
              <a:gd name="connsiteX825" fmla="*/ 5153231 w 7467600"/>
              <a:gd name="connsiteY825" fmla="*/ 292240 h 6858000"/>
              <a:gd name="connsiteX826" fmla="*/ 5426491 w 7467600"/>
              <a:gd name="connsiteY826" fmla="*/ 281128 h 6858000"/>
              <a:gd name="connsiteX827" fmla="*/ 5731212 w 7467600"/>
              <a:gd name="connsiteY827" fmla="*/ 231951 h 6858000"/>
              <a:gd name="connsiteX828" fmla="*/ 5905192 w 7467600"/>
              <a:gd name="connsiteY828" fmla="*/ 163079 h 6858000"/>
              <a:gd name="connsiteX829" fmla="*/ 5944437 w 7467600"/>
              <a:gd name="connsiteY829" fmla="*/ 113829 h 6858000"/>
              <a:gd name="connsiteX830" fmla="*/ 5825032 w 7467600"/>
              <a:gd name="connsiteY830" fmla="*/ 146405 h 6858000"/>
              <a:gd name="connsiteX831" fmla="*/ 4955599 w 7467600"/>
              <a:gd name="connsiteY831" fmla="*/ 247008 h 6858000"/>
              <a:gd name="connsiteX832" fmla="*/ 5210104 w 7467600"/>
              <a:gd name="connsiteY832" fmla="*/ 228123 h 6858000"/>
              <a:gd name="connsiteX833" fmla="*/ 5261015 w 7467600"/>
              <a:gd name="connsiteY833" fmla="*/ 227087 h 6858000"/>
              <a:gd name="connsiteX834" fmla="*/ 5861181 w 7467600"/>
              <a:gd name="connsiteY834" fmla="*/ 143093 h 6858000"/>
              <a:gd name="connsiteX835" fmla="*/ 5961252 w 7467600"/>
              <a:gd name="connsiteY835" fmla="*/ 114820 h 6858000"/>
              <a:gd name="connsiteX836" fmla="*/ 5944437 w 7467600"/>
              <a:gd name="connsiteY836" fmla="*/ 113829 h 6858000"/>
              <a:gd name="connsiteX837" fmla="*/ 3882765 w 7467600"/>
              <a:gd name="connsiteY837" fmla="*/ 0 h 6858000"/>
              <a:gd name="connsiteX838" fmla="*/ 3995099 w 7467600"/>
              <a:gd name="connsiteY838" fmla="*/ 0 h 6858000"/>
              <a:gd name="connsiteX839" fmla="*/ 4163818 w 7467600"/>
              <a:gd name="connsiteY839" fmla="*/ 234104 h 6858000"/>
              <a:gd name="connsiteX840" fmla="*/ 4172099 w 7467600"/>
              <a:gd name="connsiteY840" fmla="*/ 234207 h 6858000"/>
              <a:gd name="connsiteX841" fmla="*/ 4784282 w 7467600"/>
              <a:gd name="connsiteY841" fmla="*/ 276561 h 6858000"/>
              <a:gd name="connsiteX842" fmla="*/ 4801687 w 7467600"/>
              <a:gd name="connsiteY842" fmla="*/ 267764 h 6858000"/>
              <a:gd name="connsiteX843" fmla="*/ 6082788 w 7467600"/>
              <a:gd name="connsiteY843" fmla="*/ 64119 h 6858000"/>
              <a:gd name="connsiteX844" fmla="*/ 6099442 w 7467600"/>
              <a:gd name="connsiteY844" fmla="*/ 82568 h 6858000"/>
              <a:gd name="connsiteX845" fmla="*/ 4804137 w 7467600"/>
              <a:gd name="connsiteY845" fmla="*/ 320931 h 6858000"/>
              <a:gd name="connsiteX846" fmla="*/ 4227047 w 7467600"/>
              <a:gd name="connsiteY846" fmla="*/ 313415 h 6858000"/>
              <a:gd name="connsiteX847" fmla="*/ 4346041 w 7467600"/>
              <a:gd name="connsiteY847" fmla="*/ 456086 h 6858000"/>
              <a:gd name="connsiteX848" fmla="*/ 4870967 w 7467600"/>
              <a:gd name="connsiteY848" fmla="*/ 963061 h 6858000"/>
              <a:gd name="connsiteX849" fmla="*/ 4889647 w 7467600"/>
              <a:gd name="connsiteY849" fmla="*/ 957147 h 6858000"/>
              <a:gd name="connsiteX850" fmla="*/ 5422504 w 7467600"/>
              <a:gd name="connsiteY850" fmla="*/ 805191 h 6858000"/>
              <a:gd name="connsiteX851" fmla="*/ 6087656 w 7467600"/>
              <a:gd name="connsiteY851" fmla="*/ 826703 h 6858000"/>
              <a:gd name="connsiteX852" fmla="*/ 6058717 w 7467600"/>
              <a:gd name="connsiteY852" fmla="*/ 865992 h 6858000"/>
              <a:gd name="connsiteX853" fmla="*/ 4974153 w 7467600"/>
              <a:gd name="connsiteY853" fmla="*/ 1045456 h 6858000"/>
              <a:gd name="connsiteX854" fmla="*/ 5627835 w 7467600"/>
              <a:gd name="connsiteY854" fmla="*/ 1472077 h 6858000"/>
              <a:gd name="connsiteX855" fmla="*/ 5629817 w 7467600"/>
              <a:gd name="connsiteY855" fmla="*/ 1471412 h 6858000"/>
              <a:gd name="connsiteX856" fmla="*/ 5634124 w 7467600"/>
              <a:gd name="connsiteY856" fmla="*/ 1470572 h 6858000"/>
              <a:gd name="connsiteX857" fmla="*/ 5755832 w 7467600"/>
              <a:gd name="connsiteY857" fmla="*/ 1383886 h 6858000"/>
              <a:gd name="connsiteX858" fmla="*/ 6014186 w 7467600"/>
              <a:gd name="connsiteY858" fmla="*/ 1279799 h 6858000"/>
              <a:gd name="connsiteX859" fmla="*/ 6901619 w 7467600"/>
              <a:gd name="connsiteY859" fmla="*/ 1047874 h 6858000"/>
              <a:gd name="connsiteX860" fmla="*/ 6931566 w 7467600"/>
              <a:gd name="connsiteY860" fmla="*/ 1062034 h 6858000"/>
              <a:gd name="connsiteX861" fmla="*/ 5790982 w 7467600"/>
              <a:gd name="connsiteY861" fmla="*/ 1561380 h 6858000"/>
              <a:gd name="connsiteX862" fmla="*/ 6188971 w 7467600"/>
              <a:gd name="connsiteY862" fmla="*/ 1755168 h 6858000"/>
              <a:gd name="connsiteX863" fmla="*/ 6202446 w 7467600"/>
              <a:gd name="connsiteY863" fmla="*/ 1752268 h 6858000"/>
              <a:gd name="connsiteX864" fmla="*/ 7179560 w 7467600"/>
              <a:gd name="connsiteY864" fmla="*/ 1467551 h 6858000"/>
              <a:gd name="connsiteX865" fmla="*/ 7158730 w 7467600"/>
              <a:gd name="connsiteY865" fmla="*/ 1507835 h 6858000"/>
              <a:gd name="connsiteX866" fmla="*/ 6326959 w 7467600"/>
              <a:gd name="connsiteY866" fmla="*/ 1817686 h 6858000"/>
              <a:gd name="connsiteX867" fmla="*/ 6537433 w 7467600"/>
              <a:gd name="connsiteY867" fmla="*/ 1907790 h 6858000"/>
              <a:gd name="connsiteX868" fmla="*/ 6550221 w 7467600"/>
              <a:gd name="connsiteY868" fmla="*/ 1910729 h 6858000"/>
              <a:gd name="connsiteX869" fmla="*/ 6964438 w 7467600"/>
              <a:gd name="connsiteY869" fmla="*/ 2209505 h 6858000"/>
              <a:gd name="connsiteX870" fmla="*/ 7367862 w 7467600"/>
              <a:gd name="connsiteY870" fmla="*/ 2806833 h 6858000"/>
              <a:gd name="connsiteX871" fmla="*/ 7364329 w 7467600"/>
              <a:gd name="connsiteY871" fmla="*/ 2826907 h 6858000"/>
              <a:gd name="connsiteX872" fmla="*/ 7290545 w 7467600"/>
              <a:gd name="connsiteY872" fmla="*/ 2850663 h 6858000"/>
              <a:gd name="connsiteX873" fmla="*/ 6472036 w 7467600"/>
              <a:gd name="connsiteY873" fmla="*/ 1959003 h 6858000"/>
              <a:gd name="connsiteX874" fmla="*/ 5792897 w 7467600"/>
              <a:gd name="connsiteY874" fmla="*/ 1647747 h 6858000"/>
              <a:gd name="connsiteX875" fmla="*/ 5842751 w 7467600"/>
              <a:gd name="connsiteY875" fmla="*/ 1816112 h 6858000"/>
              <a:gd name="connsiteX876" fmla="*/ 5847424 w 7467600"/>
              <a:gd name="connsiteY876" fmla="*/ 1815776 h 6858000"/>
              <a:gd name="connsiteX877" fmla="*/ 6399821 w 7467600"/>
              <a:gd name="connsiteY877" fmla="*/ 2344799 h 6858000"/>
              <a:gd name="connsiteX878" fmla="*/ 6323232 w 7467600"/>
              <a:gd name="connsiteY878" fmla="*/ 2389634 h 6858000"/>
              <a:gd name="connsiteX879" fmla="*/ 5942958 w 7467600"/>
              <a:gd name="connsiteY879" fmla="*/ 2077708 h 6858000"/>
              <a:gd name="connsiteX880" fmla="*/ 5921559 w 7467600"/>
              <a:gd name="connsiteY880" fmla="*/ 2378596 h 6858000"/>
              <a:gd name="connsiteX881" fmla="*/ 5817651 w 7467600"/>
              <a:gd name="connsiteY881" fmla="*/ 3023919 h 6858000"/>
              <a:gd name="connsiteX882" fmla="*/ 5729634 w 7467600"/>
              <a:gd name="connsiteY882" fmla="*/ 3051849 h 6858000"/>
              <a:gd name="connsiteX883" fmla="*/ 5611018 w 7467600"/>
              <a:gd name="connsiteY883" fmla="*/ 2316769 h 6858000"/>
              <a:gd name="connsiteX884" fmla="*/ 5687608 w 7467600"/>
              <a:gd name="connsiteY884" fmla="*/ 2039972 h 6858000"/>
              <a:gd name="connsiteX885" fmla="*/ 5657554 w 7467600"/>
              <a:gd name="connsiteY885" fmla="*/ 1576445 h 6858000"/>
              <a:gd name="connsiteX886" fmla="*/ 5150475 w 7467600"/>
              <a:gd name="connsiteY886" fmla="*/ 1274012 h 6858000"/>
              <a:gd name="connsiteX887" fmla="*/ 5349142 w 7467600"/>
              <a:gd name="connsiteY887" fmla="*/ 2204405 h 6858000"/>
              <a:gd name="connsiteX888" fmla="*/ 5262214 w 7467600"/>
              <a:gd name="connsiteY888" fmla="*/ 2233836 h 6858000"/>
              <a:gd name="connsiteX889" fmla="*/ 4981539 w 7467600"/>
              <a:gd name="connsiteY889" fmla="*/ 1542201 h 6858000"/>
              <a:gd name="connsiteX890" fmla="*/ 4958461 w 7467600"/>
              <a:gd name="connsiteY890" fmla="*/ 1136957 h 6858000"/>
              <a:gd name="connsiteX891" fmla="*/ 4655015 w 7467600"/>
              <a:gd name="connsiteY891" fmla="*/ 891426 h 6858000"/>
              <a:gd name="connsiteX892" fmla="*/ 4348002 w 7467600"/>
              <a:gd name="connsiteY892" fmla="*/ 2205895 h 6858000"/>
              <a:gd name="connsiteX893" fmla="*/ 4262250 w 7467600"/>
              <a:gd name="connsiteY893" fmla="*/ 2219972 h 6858000"/>
              <a:gd name="connsiteX894" fmla="*/ 4550611 w 7467600"/>
              <a:gd name="connsiteY894" fmla="*/ 817540 h 6858000"/>
              <a:gd name="connsiteX895" fmla="*/ 4564418 w 7467600"/>
              <a:gd name="connsiteY895" fmla="*/ 808293 h 6858000"/>
              <a:gd name="connsiteX896" fmla="*/ 4266388 w 7467600"/>
              <a:gd name="connsiteY896" fmla="*/ 500083 h 6858000"/>
              <a:gd name="connsiteX897" fmla="*/ 4032842 w 7467600"/>
              <a:gd name="connsiteY897" fmla="*/ 211809 h 6858000"/>
              <a:gd name="connsiteX898" fmla="*/ 3882765 w 7467600"/>
              <a:gd name="connsiteY898" fmla="*/ 0 h 6858000"/>
              <a:gd name="connsiteX899" fmla="*/ 3721337 w 7467600"/>
              <a:gd name="connsiteY899" fmla="*/ 0 h 6858000"/>
              <a:gd name="connsiteX900" fmla="*/ 3797544 w 7467600"/>
              <a:gd name="connsiteY900" fmla="*/ 0 h 6858000"/>
              <a:gd name="connsiteX901" fmla="*/ 3775734 w 7467600"/>
              <a:gd name="connsiteY901" fmla="*/ 95131 h 6858000"/>
              <a:gd name="connsiteX902" fmla="*/ 3724807 w 7467600"/>
              <a:gd name="connsiteY902" fmla="*/ 272257 h 6858000"/>
              <a:gd name="connsiteX903" fmla="*/ 3726844 w 7467600"/>
              <a:gd name="connsiteY903" fmla="*/ 282988 h 6858000"/>
              <a:gd name="connsiteX904" fmla="*/ 3742664 w 7467600"/>
              <a:gd name="connsiteY904" fmla="*/ 279918 h 6858000"/>
              <a:gd name="connsiteX905" fmla="*/ 4103910 w 7467600"/>
              <a:gd name="connsiteY905" fmla="*/ 1161917 h 6858000"/>
              <a:gd name="connsiteX906" fmla="*/ 4020269 w 7467600"/>
              <a:gd name="connsiteY906" fmla="*/ 1200406 h 6858000"/>
              <a:gd name="connsiteX907" fmla="*/ 3674882 w 7467600"/>
              <a:gd name="connsiteY907" fmla="*/ 488524 h 6858000"/>
              <a:gd name="connsiteX908" fmla="*/ 3132682 w 7467600"/>
              <a:gd name="connsiteY908" fmla="*/ 1072284 h 6858000"/>
              <a:gd name="connsiteX909" fmla="*/ 2716346 w 7467600"/>
              <a:gd name="connsiteY909" fmla="*/ 1276376 h 6858000"/>
              <a:gd name="connsiteX910" fmla="*/ 2716772 w 7467600"/>
              <a:gd name="connsiteY910" fmla="*/ 1255462 h 6858000"/>
              <a:gd name="connsiteX911" fmla="*/ 3471096 w 7467600"/>
              <a:gd name="connsiteY911" fmla="*/ 437072 h 6858000"/>
              <a:gd name="connsiteX912" fmla="*/ 3639057 w 7467600"/>
              <a:gd name="connsiteY912" fmla="*/ 286334 h 6858000"/>
              <a:gd name="connsiteX913" fmla="*/ 3640309 w 7467600"/>
              <a:gd name="connsiteY913" fmla="*/ 284664 h 6858000"/>
              <a:gd name="connsiteX914" fmla="*/ 3646022 w 7467600"/>
              <a:gd name="connsiteY914" fmla="*/ 276711 h 6858000"/>
              <a:gd name="connsiteX915" fmla="*/ 3707943 w 7467600"/>
              <a:gd name="connsiteY915" fmla="*/ 65958 h 6858000"/>
              <a:gd name="connsiteX916" fmla="*/ 3721337 w 7467600"/>
              <a:gd name="connsiteY916" fmla="*/ 0 h 6858000"/>
              <a:gd name="connsiteX917" fmla="*/ 2867960 w 7467600"/>
              <a:gd name="connsiteY917" fmla="*/ 0 h 6858000"/>
              <a:gd name="connsiteX918" fmla="*/ 2926351 w 7467600"/>
              <a:gd name="connsiteY918" fmla="*/ 0 h 6858000"/>
              <a:gd name="connsiteX919" fmla="*/ 2902823 w 7467600"/>
              <a:gd name="connsiteY919" fmla="*/ 262929 h 6858000"/>
              <a:gd name="connsiteX920" fmla="*/ 2940663 w 7467600"/>
              <a:gd name="connsiteY920" fmla="*/ 140884 h 6858000"/>
              <a:gd name="connsiteX921" fmla="*/ 2947039 w 7467600"/>
              <a:gd name="connsiteY921" fmla="*/ 122524 h 6858000"/>
              <a:gd name="connsiteX922" fmla="*/ 2984316 w 7467600"/>
              <a:gd name="connsiteY922" fmla="*/ 0 h 6858000"/>
              <a:gd name="connsiteX923" fmla="*/ 3016114 w 7467600"/>
              <a:gd name="connsiteY923" fmla="*/ 0 h 6858000"/>
              <a:gd name="connsiteX924" fmla="*/ 2979949 w 7467600"/>
              <a:gd name="connsiteY924" fmla="*/ 119274 h 6858000"/>
              <a:gd name="connsiteX925" fmla="*/ 3023879 w 7467600"/>
              <a:gd name="connsiteY925" fmla="*/ 0 h 6858000"/>
              <a:gd name="connsiteX926" fmla="*/ 3105400 w 7467600"/>
              <a:gd name="connsiteY926" fmla="*/ 0 h 6858000"/>
              <a:gd name="connsiteX927" fmla="*/ 3094669 w 7467600"/>
              <a:gd name="connsiteY927" fmla="*/ 30308 h 6858000"/>
              <a:gd name="connsiteX928" fmla="*/ 2901945 w 7467600"/>
              <a:gd name="connsiteY928" fmla="*/ 466538 h 6858000"/>
              <a:gd name="connsiteX929" fmla="*/ 2815209 w 7467600"/>
              <a:gd name="connsiteY929" fmla="*/ 497361 h 6858000"/>
              <a:gd name="connsiteX930" fmla="*/ 2844845 w 7467600"/>
              <a:gd name="connsiteY930" fmla="*/ 127638 h 6858000"/>
              <a:gd name="connsiteX931" fmla="*/ 2867960 w 7467600"/>
              <a:gd name="connsiteY931" fmla="*/ 0 h 6858000"/>
              <a:gd name="connsiteX932" fmla="*/ 1057230 w 7467600"/>
              <a:gd name="connsiteY932" fmla="*/ 0 h 6858000"/>
              <a:gd name="connsiteX933" fmla="*/ 1111003 w 7467600"/>
              <a:gd name="connsiteY933" fmla="*/ 0 h 6858000"/>
              <a:gd name="connsiteX934" fmla="*/ 1125553 w 7467600"/>
              <a:gd name="connsiteY934" fmla="*/ 52588 h 6858000"/>
              <a:gd name="connsiteX935" fmla="*/ 1304276 w 7467600"/>
              <a:gd name="connsiteY935" fmla="*/ 476275 h 6858000"/>
              <a:gd name="connsiteX936" fmla="*/ 1492066 w 7467600"/>
              <a:gd name="connsiteY936" fmla="*/ 886333 h 6858000"/>
              <a:gd name="connsiteX937" fmla="*/ 1423698 w 7467600"/>
              <a:gd name="connsiteY937" fmla="*/ 710817 h 6858000"/>
              <a:gd name="connsiteX938" fmla="*/ 1357609 w 7467600"/>
              <a:gd name="connsiteY938" fmla="*/ 532892 h 6858000"/>
              <a:gd name="connsiteX939" fmla="*/ 1309550 w 7467600"/>
              <a:gd name="connsiteY939" fmla="*/ 374031 h 6858000"/>
              <a:gd name="connsiteX940" fmla="*/ 1193673 w 7467600"/>
              <a:gd name="connsiteY940" fmla="*/ 49533 h 6858000"/>
              <a:gd name="connsiteX941" fmla="*/ 1164391 w 7467600"/>
              <a:gd name="connsiteY941" fmla="*/ 0 h 6858000"/>
              <a:gd name="connsiteX942" fmla="*/ 1200666 w 7467600"/>
              <a:gd name="connsiteY942" fmla="*/ 0 h 6858000"/>
              <a:gd name="connsiteX943" fmla="*/ 1223408 w 7467600"/>
              <a:gd name="connsiteY943" fmla="*/ 38996 h 6858000"/>
              <a:gd name="connsiteX944" fmla="*/ 1339635 w 7467600"/>
              <a:gd name="connsiteY944" fmla="*/ 365517 h 6858000"/>
              <a:gd name="connsiteX945" fmla="*/ 1387469 w 7467600"/>
              <a:gd name="connsiteY945" fmla="*/ 523079 h 6858000"/>
              <a:gd name="connsiteX946" fmla="*/ 1452685 w 7467600"/>
              <a:gd name="connsiteY946" fmla="*/ 699806 h 6858000"/>
              <a:gd name="connsiteX947" fmla="*/ 1492092 w 7467600"/>
              <a:gd name="connsiteY947" fmla="*/ 800424 h 6858000"/>
              <a:gd name="connsiteX948" fmla="*/ 1455302 w 7467600"/>
              <a:gd name="connsiteY948" fmla="*/ 632913 h 6858000"/>
              <a:gd name="connsiteX949" fmla="*/ 1222336 w 7467600"/>
              <a:gd name="connsiteY949" fmla="*/ 9480 h 6858000"/>
              <a:gd name="connsiteX950" fmla="*/ 1214634 w 7467600"/>
              <a:gd name="connsiteY950" fmla="*/ 0 h 6858000"/>
              <a:gd name="connsiteX951" fmla="*/ 1289827 w 7467600"/>
              <a:gd name="connsiteY951" fmla="*/ 0 h 6858000"/>
              <a:gd name="connsiteX952" fmla="*/ 1321076 w 7467600"/>
              <a:gd name="connsiteY952" fmla="*/ 59722 h 6858000"/>
              <a:gd name="connsiteX953" fmla="*/ 1512579 w 7467600"/>
              <a:gd name="connsiteY953" fmla="*/ 626441 h 6858000"/>
              <a:gd name="connsiteX954" fmla="*/ 1506076 w 7467600"/>
              <a:gd name="connsiteY954" fmla="*/ 1089289 h 6858000"/>
              <a:gd name="connsiteX955" fmla="*/ 1486346 w 7467600"/>
              <a:gd name="connsiteY955" fmla="*/ 1079919 h 6858000"/>
              <a:gd name="connsiteX956" fmla="*/ 1070511 w 7467600"/>
              <a:gd name="connsiteY956" fmla="*/ 48609 h 6858000"/>
              <a:gd name="connsiteX957" fmla="*/ 1057230 w 7467600"/>
              <a:gd name="connsiteY957" fmla="*/ 0 h 6858000"/>
              <a:gd name="connsiteX958" fmla="*/ 43151 w 7467600"/>
              <a:gd name="connsiteY958" fmla="*/ 0 h 6858000"/>
              <a:gd name="connsiteX959" fmla="*/ 95283 w 7467600"/>
              <a:gd name="connsiteY959" fmla="*/ 0 h 6858000"/>
              <a:gd name="connsiteX960" fmla="*/ 300708 w 7467600"/>
              <a:gd name="connsiteY960" fmla="*/ 154571 h 6858000"/>
              <a:gd name="connsiteX961" fmla="*/ 530414 w 7467600"/>
              <a:gd name="connsiteY961" fmla="*/ 354673 h 6858000"/>
              <a:gd name="connsiteX962" fmla="*/ 333785 w 7467600"/>
              <a:gd name="connsiteY962" fmla="*/ 161564 h 6858000"/>
              <a:gd name="connsiteX963" fmla="*/ 147005 w 7467600"/>
              <a:gd name="connsiteY963" fmla="*/ 0 h 6858000"/>
              <a:gd name="connsiteX964" fmla="*/ 272509 w 7467600"/>
              <a:gd name="connsiteY964" fmla="*/ 0 h 6858000"/>
              <a:gd name="connsiteX965" fmla="*/ 326276 w 7467600"/>
              <a:gd name="connsiteY965" fmla="*/ 45847 h 6858000"/>
              <a:gd name="connsiteX966" fmla="*/ 823759 w 7467600"/>
              <a:gd name="connsiteY966" fmla="*/ 574145 h 6858000"/>
              <a:gd name="connsiteX967" fmla="*/ 811254 w 7467600"/>
              <a:gd name="connsiteY967" fmla="*/ 665546 h 6858000"/>
              <a:gd name="connsiteX968" fmla="*/ 154042 w 7467600"/>
              <a:gd name="connsiteY968" fmla="*/ 261522 h 6858000"/>
              <a:gd name="connsiteX969" fmla="*/ 13550 w 7467600"/>
              <a:gd name="connsiteY969" fmla="*/ 158423 h 6858000"/>
              <a:gd name="connsiteX970" fmla="*/ 0 w 7467600"/>
              <a:gd name="connsiteY970" fmla="*/ 146618 h 6858000"/>
              <a:gd name="connsiteX971" fmla="*/ 0 w 7467600"/>
              <a:gd name="connsiteY971" fmla="*/ 59161 h 6858000"/>
              <a:gd name="connsiteX972" fmla="*/ 45427 w 7467600"/>
              <a:gd name="connsiteY972" fmla="*/ 101078 h 6858000"/>
              <a:gd name="connsiteX973" fmla="*/ 630103 w 7467600"/>
              <a:gd name="connsiteY973" fmla="*/ 485885 h 6858000"/>
              <a:gd name="connsiteX974" fmla="*/ 532040 w 7467600"/>
              <a:gd name="connsiteY974" fmla="*/ 399359 h 6858000"/>
              <a:gd name="connsiteX975" fmla="*/ 517618 w 7467600"/>
              <a:gd name="connsiteY975" fmla="*/ 385726 h 6858000"/>
              <a:gd name="connsiteX976" fmla="*/ 285074 w 7467600"/>
              <a:gd name="connsiteY976" fmla="*/ 182755 h 6858000"/>
              <a:gd name="connsiteX977" fmla="*/ 43151 w 7467600"/>
              <a:gd name="connsiteY97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6012219 h 6858000"/>
              <a:gd name="connsiteX83" fmla="*/ 6946849 w 7467600"/>
              <a:gd name="connsiteY83" fmla="*/ 5523271 h 6858000"/>
              <a:gd name="connsiteX84" fmla="*/ 6946972 w 7467600"/>
              <a:gd name="connsiteY84" fmla="*/ 5526491 h 6858000"/>
              <a:gd name="connsiteX85" fmla="*/ 7105827 w 7467600"/>
              <a:gd name="connsiteY85" fmla="*/ 5718700 h 6858000"/>
              <a:gd name="connsiteX86" fmla="*/ 7356878 w 7467600"/>
              <a:gd name="connsiteY86" fmla="*/ 5981332 h 6858000"/>
              <a:gd name="connsiteX87" fmla="*/ 7467600 w 7467600"/>
              <a:gd name="connsiteY87" fmla="*/ 6117703 h 6858000"/>
              <a:gd name="connsiteX88" fmla="*/ 7467600 w 7467600"/>
              <a:gd name="connsiteY88" fmla="*/ 6163634 h 6858000"/>
              <a:gd name="connsiteX89" fmla="*/ 7403637 w 7467600"/>
              <a:gd name="connsiteY89" fmla="*/ 6083957 h 6858000"/>
              <a:gd name="connsiteX90" fmla="*/ 7254615 w 7467600"/>
              <a:gd name="connsiteY90" fmla="*/ 5911918 h 6858000"/>
              <a:gd name="connsiteX91" fmla="*/ 7312589 w 7467600"/>
              <a:gd name="connsiteY91" fmla="*/ 5982309 h 6858000"/>
              <a:gd name="connsiteX92" fmla="*/ 7448321 w 7467600"/>
              <a:gd name="connsiteY92" fmla="*/ 6190991 h 6858000"/>
              <a:gd name="connsiteX93" fmla="*/ 7467600 w 7467600"/>
              <a:gd name="connsiteY93" fmla="*/ 6221686 h 6858000"/>
              <a:gd name="connsiteX94" fmla="*/ 7467600 w 7467600"/>
              <a:gd name="connsiteY94" fmla="*/ 6334256 h 6858000"/>
              <a:gd name="connsiteX95" fmla="*/ 7454976 w 7467600"/>
              <a:gd name="connsiteY95" fmla="*/ 6318297 h 6858000"/>
              <a:gd name="connsiteX96" fmla="*/ 7042773 w 7467600"/>
              <a:gd name="connsiteY96" fmla="*/ 5734011 h 6858000"/>
              <a:gd name="connsiteX97" fmla="*/ 6844835 w 7467600"/>
              <a:gd name="connsiteY97" fmla="*/ 5424988 h 6858000"/>
              <a:gd name="connsiteX98" fmla="*/ 1456157 w 7467600"/>
              <a:gd name="connsiteY98" fmla="*/ 5371404 h 6858000"/>
              <a:gd name="connsiteX99" fmla="*/ 1244432 w 7467600"/>
              <a:gd name="connsiteY99" fmla="*/ 5385601 h 6858000"/>
              <a:gd name="connsiteX100" fmla="*/ 973990 w 7467600"/>
              <a:gd name="connsiteY100" fmla="*/ 5424940 h 6858000"/>
              <a:gd name="connsiteX101" fmla="*/ 1103809 w 7467600"/>
              <a:gd name="connsiteY101" fmla="*/ 5433720 h 6858000"/>
              <a:gd name="connsiteX102" fmla="*/ 1123454 w 7467600"/>
              <a:gd name="connsiteY102" fmla="*/ 5435727 h 6858000"/>
              <a:gd name="connsiteX103" fmla="*/ 1737017 w 7467600"/>
              <a:gd name="connsiteY103" fmla="*/ 5452183 h 6858000"/>
              <a:gd name="connsiteX104" fmla="*/ 1824397 w 7467600"/>
              <a:gd name="connsiteY104" fmla="*/ 5447757 h 6858000"/>
              <a:gd name="connsiteX105" fmla="*/ 2070059 w 7467600"/>
              <a:gd name="connsiteY105" fmla="*/ 5441660 h 6858000"/>
              <a:gd name="connsiteX106" fmla="*/ 1456157 w 7467600"/>
              <a:gd name="connsiteY106" fmla="*/ 5371404 h 6858000"/>
              <a:gd name="connsiteX107" fmla="*/ 4988186 w 7467600"/>
              <a:gd name="connsiteY107" fmla="*/ 5216467 h 6858000"/>
              <a:gd name="connsiteX108" fmla="*/ 4777334 w 7467600"/>
              <a:gd name="connsiteY108" fmla="*/ 5406072 h 6858000"/>
              <a:gd name="connsiteX109" fmla="*/ 4718341 w 7467600"/>
              <a:gd name="connsiteY109" fmla="*/ 5468043 h 6858000"/>
              <a:gd name="connsiteX110" fmla="*/ 4604655 w 7467600"/>
              <a:gd name="connsiteY110" fmla="*/ 5583434 h 6858000"/>
              <a:gd name="connsiteX111" fmla="*/ 4565074 w 7467600"/>
              <a:gd name="connsiteY111" fmla="*/ 5618550 h 6858000"/>
              <a:gd name="connsiteX112" fmla="*/ 4988186 w 7467600"/>
              <a:gd name="connsiteY112" fmla="*/ 5216467 h 6858000"/>
              <a:gd name="connsiteX113" fmla="*/ 4978032 w 7467600"/>
              <a:gd name="connsiteY113" fmla="*/ 5183809 h 6858000"/>
              <a:gd name="connsiteX114" fmla="*/ 4463413 w 7467600"/>
              <a:gd name="connsiteY114" fmla="*/ 5615162 h 6858000"/>
              <a:gd name="connsiteX115" fmla="*/ 4358134 w 7467600"/>
              <a:gd name="connsiteY115" fmla="*/ 5742791 h 6858000"/>
              <a:gd name="connsiteX116" fmla="*/ 4376219 w 7467600"/>
              <a:gd name="connsiteY116" fmla="*/ 5729027 h 6858000"/>
              <a:gd name="connsiteX117" fmla="*/ 4582340 w 7467600"/>
              <a:gd name="connsiteY117" fmla="*/ 5561037 h 6858000"/>
              <a:gd name="connsiteX118" fmla="*/ 4694684 w 7467600"/>
              <a:gd name="connsiteY118" fmla="*/ 5447098 h 6858000"/>
              <a:gd name="connsiteX119" fmla="*/ 4754123 w 7467600"/>
              <a:gd name="connsiteY119" fmla="*/ 5384643 h 6858000"/>
              <a:gd name="connsiteX120" fmla="*/ 4978032 w 7467600"/>
              <a:gd name="connsiteY120" fmla="*/ 5183809 h 6858000"/>
              <a:gd name="connsiteX121" fmla="*/ 1903353 w 7467600"/>
              <a:gd name="connsiteY121" fmla="*/ 5044827 h 6858000"/>
              <a:gd name="connsiteX122" fmla="*/ 1936931 w 7467600"/>
              <a:gd name="connsiteY122" fmla="*/ 5093954 h 6858000"/>
              <a:gd name="connsiteX123" fmla="*/ 2195868 w 7467600"/>
              <a:gd name="connsiteY123" fmla="*/ 5396574 h 6858000"/>
              <a:gd name="connsiteX124" fmla="*/ 2088852 w 7467600"/>
              <a:gd name="connsiteY124" fmla="*/ 5166123 h 6858000"/>
              <a:gd name="connsiteX125" fmla="*/ 1958241 w 7467600"/>
              <a:gd name="connsiteY125" fmla="*/ 5067955 h 6858000"/>
              <a:gd name="connsiteX126" fmla="*/ 1903353 w 7467600"/>
              <a:gd name="connsiteY126" fmla="*/ 5044827 h 6858000"/>
              <a:gd name="connsiteX127" fmla="*/ 1979378 w 7467600"/>
              <a:gd name="connsiteY127" fmla="*/ 4769504 h 6858000"/>
              <a:gd name="connsiteX128" fmla="*/ 2882120 w 7467600"/>
              <a:gd name="connsiteY128" fmla="*/ 5064547 h 6858000"/>
              <a:gd name="connsiteX129" fmla="*/ 2793103 w 7467600"/>
              <a:gd name="connsiteY129" fmla="*/ 5039699 h 6858000"/>
              <a:gd name="connsiteX130" fmla="*/ 2770041 w 7467600"/>
              <a:gd name="connsiteY130" fmla="*/ 5033634 h 6858000"/>
              <a:gd name="connsiteX131" fmla="*/ 1979378 w 7467600"/>
              <a:gd name="connsiteY131" fmla="*/ 4769504 h 6858000"/>
              <a:gd name="connsiteX132" fmla="*/ 1927410 w 7467600"/>
              <a:gd name="connsiteY132" fmla="*/ 4716164 h 6858000"/>
              <a:gd name="connsiteX133" fmla="*/ 1959587 w 7467600"/>
              <a:gd name="connsiteY133" fmla="*/ 4728849 h 6858000"/>
              <a:gd name="connsiteX134" fmla="*/ 2777707 w 7467600"/>
              <a:gd name="connsiteY134" fmla="*/ 5003991 h 6858000"/>
              <a:gd name="connsiteX135" fmla="*/ 2800768 w 7467600"/>
              <a:gd name="connsiteY135" fmla="*/ 5010056 h 6858000"/>
              <a:gd name="connsiteX136" fmla="*/ 2879408 w 7467600"/>
              <a:gd name="connsiteY136" fmla="*/ 5031590 h 6858000"/>
              <a:gd name="connsiteX137" fmla="*/ 2862295 w 7467600"/>
              <a:gd name="connsiteY137" fmla="*/ 5022958 h 6858000"/>
              <a:gd name="connsiteX138" fmla="*/ 2813343 w 7467600"/>
              <a:gd name="connsiteY138" fmla="*/ 4998369 h 6858000"/>
              <a:gd name="connsiteX139" fmla="*/ 2646245 w 7467600"/>
              <a:gd name="connsiteY139" fmla="*/ 4930999 h 6858000"/>
              <a:gd name="connsiteX140" fmla="*/ 1999243 w 7467600"/>
              <a:gd name="connsiteY140" fmla="*/ 4730524 h 6858000"/>
              <a:gd name="connsiteX141" fmla="*/ 1979527 w 7467600"/>
              <a:gd name="connsiteY141" fmla="*/ 4726651 h 6858000"/>
              <a:gd name="connsiteX142" fmla="*/ 1927410 w 7467600"/>
              <a:gd name="connsiteY142" fmla="*/ 4716164 h 6858000"/>
              <a:gd name="connsiteX143" fmla="*/ 1997014 w 7467600"/>
              <a:gd name="connsiteY143" fmla="*/ 4698007 h 6858000"/>
              <a:gd name="connsiteX144" fmla="*/ 2005458 w 7467600"/>
              <a:gd name="connsiteY144" fmla="*/ 4699540 h 6858000"/>
              <a:gd name="connsiteX145" fmla="*/ 2657186 w 7467600"/>
              <a:gd name="connsiteY145" fmla="*/ 4901687 h 6858000"/>
              <a:gd name="connsiteX146" fmla="*/ 2826662 w 7467600"/>
              <a:gd name="connsiteY146" fmla="*/ 4970362 h 6858000"/>
              <a:gd name="connsiteX147" fmla="*/ 2876100 w 7467600"/>
              <a:gd name="connsiteY147" fmla="*/ 4995397 h 6858000"/>
              <a:gd name="connsiteX148" fmla="*/ 3042600 w 7467600"/>
              <a:gd name="connsiteY148" fmla="*/ 5059532 h 6858000"/>
              <a:gd name="connsiteX149" fmla="*/ 1997014 w 7467600"/>
              <a:gd name="connsiteY149" fmla="*/ 4698007 h 6858000"/>
              <a:gd name="connsiteX150" fmla="*/ 2305292 w 7467600"/>
              <a:gd name="connsiteY150" fmla="*/ 4219492 h 6858000"/>
              <a:gd name="connsiteX151" fmla="*/ 3360922 w 7467600"/>
              <a:gd name="connsiteY151" fmla="*/ 4529373 h 6858000"/>
              <a:gd name="connsiteX152" fmla="*/ 3492420 w 7467600"/>
              <a:gd name="connsiteY152" fmla="*/ 4510145 h 6858000"/>
              <a:gd name="connsiteX153" fmla="*/ 3364086 w 7467600"/>
              <a:gd name="connsiteY153" fmla="*/ 4480340 h 6858000"/>
              <a:gd name="connsiteX154" fmla="*/ 3225818 w 7467600"/>
              <a:gd name="connsiteY154" fmla="*/ 4411822 h 6858000"/>
              <a:gd name="connsiteX155" fmla="*/ 3129696 w 7467600"/>
              <a:gd name="connsiteY155" fmla="*/ 4360704 h 6858000"/>
              <a:gd name="connsiteX156" fmla="*/ 2814545 w 7467600"/>
              <a:gd name="connsiteY156" fmla="*/ 4282955 h 6858000"/>
              <a:gd name="connsiteX157" fmla="*/ 2305292 w 7467600"/>
              <a:gd name="connsiteY157" fmla="*/ 4219492 h 6858000"/>
              <a:gd name="connsiteX158" fmla="*/ 2626982 w 7467600"/>
              <a:gd name="connsiteY158" fmla="*/ 4206450 h 6858000"/>
              <a:gd name="connsiteX159" fmla="*/ 2490617 w 7467600"/>
              <a:gd name="connsiteY159" fmla="*/ 4206951 h 6858000"/>
              <a:gd name="connsiteX160" fmla="*/ 2819869 w 7467600"/>
              <a:gd name="connsiteY160" fmla="*/ 4252936 h 6858000"/>
              <a:gd name="connsiteX161" fmla="*/ 3143018 w 7467600"/>
              <a:gd name="connsiteY161" fmla="*/ 4332698 h 6858000"/>
              <a:gd name="connsiteX162" fmla="*/ 3241520 w 7467600"/>
              <a:gd name="connsiteY162" fmla="*/ 4385112 h 6858000"/>
              <a:gd name="connsiteX163" fmla="*/ 3374575 w 7467600"/>
              <a:gd name="connsiteY163" fmla="*/ 4451517 h 6858000"/>
              <a:gd name="connsiteX164" fmla="*/ 3505221 w 7467600"/>
              <a:gd name="connsiteY164" fmla="*/ 4480757 h 6858000"/>
              <a:gd name="connsiteX165" fmla="*/ 2626982 w 7467600"/>
              <a:gd name="connsiteY165" fmla="*/ 4206450 h 6858000"/>
              <a:gd name="connsiteX166" fmla="*/ 1310106 w 7467600"/>
              <a:gd name="connsiteY166" fmla="*/ 3943217 h 6858000"/>
              <a:gd name="connsiteX167" fmla="*/ 854994 w 7467600"/>
              <a:gd name="connsiteY167" fmla="*/ 4399136 h 6858000"/>
              <a:gd name="connsiteX168" fmla="*/ 742462 w 7467600"/>
              <a:gd name="connsiteY168" fmla="*/ 4594648 h 6858000"/>
              <a:gd name="connsiteX169" fmla="*/ 820602 w 7467600"/>
              <a:gd name="connsiteY169" fmla="*/ 4485915 h 6858000"/>
              <a:gd name="connsiteX170" fmla="*/ 878295 w 7467600"/>
              <a:gd name="connsiteY170" fmla="*/ 4403594 h 6858000"/>
              <a:gd name="connsiteX171" fmla="*/ 1240607 w 7467600"/>
              <a:gd name="connsiteY171" fmla="*/ 4010401 h 6858000"/>
              <a:gd name="connsiteX172" fmla="*/ 1310106 w 7467600"/>
              <a:gd name="connsiteY172" fmla="*/ 3943217 h 6858000"/>
              <a:gd name="connsiteX173" fmla="*/ 1423113 w 7467600"/>
              <a:gd name="connsiteY173" fmla="*/ 3874565 h 6858000"/>
              <a:gd name="connsiteX174" fmla="*/ 1260565 w 7467600"/>
              <a:gd name="connsiteY174" fmla="*/ 4031982 h 6858000"/>
              <a:gd name="connsiteX175" fmla="*/ 901900 w 7467600"/>
              <a:gd name="connsiteY175" fmla="*/ 4421236 h 6858000"/>
              <a:gd name="connsiteX176" fmla="*/ 845044 w 7467600"/>
              <a:gd name="connsiteY176" fmla="*/ 4502436 h 6858000"/>
              <a:gd name="connsiteX177" fmla="*/ 685926 w 7467600"/>
              <a:gd name="connsiteY177" fmla="*/ 4703069 h 6858000"/>
              <a:gd name="connsiteX178" fmla="*/ 684248 w 7467600"/>
              <a:gd name="connsiteY178" fmla="*/ 4706721 h 6858000"/>
              <a:gd name="connsiteX179" fmla="*/ 1423113 w 7467600"/>
              <a:gd name="connsiteY179" fmla="*/ 3874565 h 6858000"/>
              <a:gd name="connsiteX180" fmla="*/ 3316479 w 7467600"/>
              <a:gd name="connsiteY180" fmla="*/ 3872136 h 6858000"/>
              <a:gd name="connsiteX181" fmla="*/ 3546806 w 7467600"/>
              <a:gd name="connsiteY181" fmla="*/ 4356139 h 6858000"/>
              <a:gd name="connsiteX182" fmla="*/ 3364433 w 7467600"/>
              <a:gd name="connsiteY182" fmla="*/ 3953121 h 6858000"/>
              <a:gd name="connsiteX183" fmla="*/ 3316479 w 7467600"/>
              <a:gd name="connsiteY183" fmla="*/ 3872136 h 6858000"/>
              <a:gd name="connsiteX184" fmla="*/ 3291335 w 7467600"/>
              <a:gd name="connsiteY184" fmla="*/ 3767420 h 6858000"/>
              <a:gd name="connsiteX185" fmla="*/ 3390805 w 7467600"/>
              <a:gd name="connsiteY185" fmla="*/ 3937163 h 6858000"/>
              <a:gd name="connsiteX186" fmla="*/ 3579062 w 7467600"/>
              <a:gd name="connsiteY186" fmla="*/ 4359040 h 6858000"/>
              <a:gd name="connsiteX187" fmla="*/ 3467355 w 7467600"/>
              <a:gd name="connsiteY187" fmla="*/ 3988130 h 6858000"/>
              <a:gd name="connsiteX188" fmla="*/ 3310753 w 7467600"/>
              <a:gd name="connsiteY188" fmla="*/ 3787140 h 6858000"/>
              <a:gd name="connsiteX189" fmla="*/ 3291335 w 7467600"/>
              <a:gd name="connsiteY189" fmla="*/ 3767420 h 6858000"/>
              <a:gd name="connsiteX190" fmla="*/ 1635889 w 7467600"/>
              <a:gd name="connsiteY190" fmla="*/ 3709494 h 6858000"/>
              <a:gd name="connsiteX191" fmla="*/ 1634800 w 7467600"/>
              <a:gd name="connsiteY191" fmla="*/ 3731111 h 6858000"/>
              <a:gd name="connsiteX192" fmla="*/ 1635889 w 7467600"/>
              <a:gd name="connsiteY192" fmla="*/ 3709494 h 6858000"/>
              <a:gd name="connsiteX193" fmla="*/ 1510397 w 7467600"/>
              <a:gd name="connsiteY193" fmla="*/ 3684705 h 6858000"/>
              <a:gd name="connsiteX194" fmla="*/ 1146550 w 7467600"/>
              <a:gd name="connsiteY194" fmla="*/ 3802012 h 6858000"/>
              <a:gd name="connsiteX195" fmla="*/ 698834 w 7467600"/>
              <a:gd name="connsiteY195" fmla="*/ 3952272 h 6858000"/>
              <a:gd name="connsiteX196" fmla="*/ 34256 w 7467600"/>
              <a:gd name="connsiteY196" fmla="*/ 4347603 h 6858000"/>
              <a:gd name="connsiteX197" fmla="*/ 527241 w 7467600"/>
              <a:gd name="connsiteY197" fmla="*/ 4065078 h 6858000"/>
              <a:gd name="connsiteX198" fmla="*/ 1510397 w 7467600"/>
              <a:gd name="connsiteY198" fmla="*/ 3684705 h 6858000"/>
              <a:gd name="connsiteX199" fmla="*/ 1313114 w 7467600"/>
              <a:gd name="connsiteY199" fmla="*/ 3655216 h 6858000"/>
              <a:gd name="connsiteX200" fmla="*/ 1109304 w 7467600"/>
              <a:gd name="connsiteY200" fmla="*/ 3669030 h 6858000"/>
              <a:gd name="connsiteX201" fmla="*/ 8129 w 7467600"/>
              <a:gd name="connsiteY201" fmla="*/ 4330519 h 6858000"/>
              <a:gd name="connsiteX202" fmla="*/ 687572 w 7467600"/>
              <a:gd name="connsiteY202" fmla="*/ 3925629 h 6858000"/>
              <a:gd name="connsiteX203" fmla="*/ 1138365 w 7467600"/>
              <a:gd name="connsiteY203" fmla="*/ 3774515 h 6858000"/>
              <a:gd name="connsiteX204" fmla="*/ 1505579 w 7467600"/>
              <a:gd name="connsiteY204" fmla="*/ 3655526 h 6858000"/>
              <a:gd name="connsiteX205" fmla="*/ 1313114 w 7467600"/>
              <a:gd name="connsiteY205" fmla="*/ 3655216 h 6858000"/>
              <a:gd name="connsiteX206" fmla="*/ 3655073 w 7467600"/>
              <a:gd name="connsiteY206" fmla="*/ 3650884 h 6858000"/>
              <a:gd name="connsiteX207" fmla="*/ 3989938 w 7467600"/>
              <a:gd name="connsiteY207" fmla="*/ 3991685 h 6858000"/>
              <a:gd name="connsiteX208" fmla="*/ 4393907 w 7467600"/>
              <a:gd name="connsiteY208" fmla="*/ 4261258 h 6858000"/>
              <a:gd name="connsiteX209" fmla="*/ 4648051 w 7467600"/>
              <a:gd name="connsiteY209" fmla="*/ 4374051 h 6858000"/>
              <a:gd name="connsiteX210" fmla="*/ 4383389 w 7467600"/>
              <a:gd name="connsiteY210" fmla="*/ 4184369 h 6858000"/>
              <a:gd name="connsiteX211" fmla="*/ 4165508 w 7467600"/>
              <a:gd name="connsiteY211" fmla="*/ 4035196 h 6858000"/>
              <a:gd name="connsiteX212" fmla="*/ 4068162 w 7467600"/>
              <a:gd name="connsiteY212" fmla="*/ 3953394 h 6858000"/>
              <a:gd name="connsiteX213" fmla="*/ 3981416 w 7467600"/>
              <a:gd name="connsiteY213" fmla="*/ 3880482 h 6858000"/>
              <a:gd name="connsiteX214" fmla="*/ 3800147 w 7467600"/>
              <a:gd name="connsiteY214" fmla="*/ 3749872 h 6858000"/>
              <a:gd name="connsiteX215" fmla="*/ 3655073 w 7467600"/>
              <a:gd name="connsiteY215" fmla="*/ 3650884 h 6858000"/>
              <a:gd name="connsiteX216" fmla="*/ 3670252 w 7467600"/>
              <a:gd name="connsiteY216" fmla="*/ 3622798 h 6858000"/>
              <a:gd name="connsiteX217" fmla="*/ 3817258 w 7467600"/>
              <a:gd name="connsiteY217" fmla="*/ 3723577 h 6858000"/>
              <a:gd name="connsiteX218" fmla="*/ 4000461 w 7467600"/>
              <a:gd name="connsiteY218" fmla="*/ 3855966 h 6858000"/>
              <a:gd name="connsiteX219" fmla="*/ 4088180 w 7467600"/>
              <a:gd name="connsiteY219" fmla="*/ 3929774 h 6858000"/>
              <a:gd name="connsiteX220" fmla="*/ 4184555 w 7467600"/>
              <a:gd name="connsiteY220" fmla="*/ 4010683 h 6858000"/>
              <a:gd name="connsiteX221" fmla="*/ 4399563 w 7467600"/>
              <a:gd name="connsiteY221" fmla="*/ 4158106 h 6858000"/>
              <a:gd name="connsiteX222" fmla="*/ 4684469 w 7467600"/>
              <a:gd name="connsiteY222" fmla="*/ 4364680 h 6858000"/>
              <a:gd name="connsiteX223" fmla="*/ 4690271 w 7467600"/>
              <a:gd name="connsiteY223" fmla="*/ 4370034 h 6858000"/>
              <a:gd name="connsiteX224" fmla="*/ 4136093 w 7467600"/>
              <a:gd name="connsiteY224" fmla="*/ 3858466 h 6858000"/>
              <a:gd name="connsiteX225" fmla="*/ 3670252 w 7467600"/>
              <a:gd name="connsiteY225" fmla="*/ 3622798 h 6858000"/>
              <a:gd name="connsiteX226" fmla="*/ 4440129 w 7467600"/>
              <a:gd name="connsiteY226" fmla="*/ 3448571 h 6858000"/>
              <a:gd name="connsiteX227" fmla="*/ 4856525 w 7467600"/>
              <a:gd name="connsiteY227" fmla="*/ 3915351 h 6858000"/>
              <a:gd name="connsiteX228" fmla="*/ 5059055 w 7467600"/>
              <a:gd name="connsiteY228" fmla="*/ 4108918 h 6858000"/>
              <a:gd name="connsiteX229" fmla="*/ 5290070 w 7467600"/>
              <a:gd name="connsiteY229" fmla="*/ 4263619 h 6858000"/>
              <a:gd name="connsiteX230" fmla="*/ 4834991 w 7467600"/>
              <a:gd name="connsiteY230" fmla="*/ 3830985 h 6858000"/>
              <a:gd name="connsiteX231" fmla="*/ 4440129 w 7467600"/>
              <a:gd name="connsiteY231" fmla="*/ 3448571 h 6858000"/>
              <a:gd name="connsiteX232" fmla="*/ 4441737 w 7467600"/>
              <a:gd name="connsiteY232" fmla="*/ 3399734 h 6858000"/>
              <a:gd name="connsiteX233" fmla="*/ 4431236 w 7467600"/>
              <a:gd name="connsiteY233" fmla="*/ 3400954 h 6858000"/>
              <a:gd name="connsiteX234" fmla="*/ 4557150 w 7467600"/>
              <a:gd name="connsiteY234" fmla="*/ 3510023 h 6858000"/>
              <a:gd name="connsiteX235" fmla="*/ 4856936 w 7467600"/>
              <a:gd name="connsiteY235" fmla="*/ 3809146 h 6858000"/>
              <a:gd name="connsiteX236" fmla="*/ 5111996 w 7467600"/>
              <a:gd name="connsiteY236" fmla="*/ 4065759 h 6858000"/>
              <a:gd name="connsiteX237" fmla="*/ 5388878 w 7467600"/>
              <a:gd name="connsiteY237" fmla="*/ 4300185 h 6858000"/>
              <a:gd name="connsiteX238" fmla="*/ 5425556 w 7467600"/>
              <a:gd name="connsiteY238" fmla="*/ 4308967 h 6858000"/>
              <a:gd name="connsiteX239" fmla="*/ 4943646 w 7467600"/>
              <a:gd name="connsiteY239" fmla="*/ 3822916 h 6858000"/>
              <a:gd name="connsiteX240" fmla="*/ 4594837 w 7467600"/>
              <a:gd name="connsiteY240" fmla="*/ 3532274 h 6858000"/>
              <a:gd name="connsiteX241" fmla="*/ 4441737 w 7467600"/>
              <a:gd name="connsiteY241" fmla="*/ 3399734 h 6858000"/>
              <a:gd name="connsiteX242" fmla="*/ 5425834 w 7467600"/>
              <a:gd name="connsiteY242" fmla="*/ 3162785 h 6858000"/>
              <a:gd name="connsiteX243" fmla="*/ 5401644 w 7467600"/>
              <a:gd name="connsiteY243" fmla="*/ 3617847 h 6858000"/>
              <a:gd name="connsiteX244" fmla="*/ 5467256 w 7467600"/>
              <a:gd name="connsiteY244" fmla="*/ 4175494 h 6858000"/>
              <a:gd name="connsiteX245" fmla="*/ 5448069 w 7467600"/>
              <a:gd name="connsiteY245" fmla="*/ 3567554 h 6858000"/>
              <a:gd name="connsiteX246" fmla="*/ 5425834 w 7467600"/>
              <a:gd name="connsiteY246" fmla="*/ 3162785 h 6858000"/>
              <a:gd name="connsiteX247" fmla="*/ 1318687 w 7467600"/>
              <a:gd name="connsiteY247" fmla="*/ 3113840 h 6858000"/>
              <a:gd name="connsiteX248" fmla="*/ 1066793 w 7467600"/>
              <a:gd name="connsiteY248" fmla="*/ 3212171 h 6858000"/>
              <a:gd name="connsiteX249" fmla="*/ 993319 w 7467600"/>
              <a:gd name="connsiteY249" fmla="*/ 3247648 h 6858000"/>
              <a:gd name="connsiteX250" fmla="*/ 853081 w 7467600"/>
              <a:gd name="connsiteY250" fmla="*/ 3312410 h 6858000"/>
              <a:gd name="connsiteX251" fmla="*/ 805957 w 7467600"/>
              <a:gd name="connsiteY251" fmla="*/ 3330443 h 6858000"/>
              <a:gd name="connsiteX252" fmla="*/ 1318687 w 7467600"/>
              <a:gd name="connsiteY252" fmla="*/ 3113840 h 6858000"/>
              <a:gd name="connsiteX253" fmla="*/ 5453702 w 7467600"/>
              <a:gd name="connsiteY253" fmla="*/ 3090882 h 6858000"/>
              <a:gd name="connsiteX254" fmla="*/ 5480135 w 7467600"/>
              <a:gd name="connsiteY254" fmla="*/ 3565802 h 6858000"/>
              <a:gd name="connsiteX255" fmla="*/ 5499023 w 7467600"/>
              <a:gd name="connsiteY255" fmla="*/ 4166310 h 6858000"/>
              <a:gd name="connsiteX256" fmla="*/ 5547022 w 7467600"/>
              <a:gd name="connsiteY256" fmla="*/ 3607838 h 6858000"/>
              <a:gd name="connsiteX257" fmla="*/ 5515964 w 7467600"/>
              <a:gd name="connsiteY257" fmla="*/ 3378541 h 6858000"/>
              <a:gd name="connsiteX258" fmla="*/ 5453702 w 7467600"/>
              <a:gd name="connsiteY258" fmla="*/ 3090882 h 6858000"/>
              <a:gd name="connsiteX259" fmla="*/ 1238695 w 7467600"/>
              <a:gd name="connsiteY259" fmla="*/ 3076820 h 6858000"/>
              <a:gd name="connsiteX260" fmla="*/ 716371 w 7467600"/>
              <a:gd name="connsiteY260" fmla="*/ 3293249 h 6858000"/>
              <a:gd name="connsiteX261" fmla="*/ 579522 w 7467600"/>
              <a:gd name="connsiteY261" fmla="*/ 3371759 h 6858000"/>
              <a:gd name="connsiteX262" fmla="*/ 600288 w 7467600"/>
              <a:gd name="connsiteY262" fmla="*/ 3365555 h 6858000"/>
              <a:gd name="connsiteX263" fmla="*/ 840692 w 7467600"/>
              <a:gd name="connsiteY263" fmla="*/ 3284921 h 6858000"/>
              <a:gd name="connsiteX264" fmla="*/ 979248 w 7467600"/>
              <a:gd name="connsiteY264" fmla="*/ 3221003 h 6858000"/>
              <a:gd name="connsiteX265" fmla="*/ 1053282 w 7467600"/>
              <a:gd name="connsiteY265" fmla="*/ 3185247 h 6858000"/>
              <a:gd name="connsiteX266" fmla="*/ 1320603 w 7467600"/>
              <a:gd name="connsiteY266" fmla="*/ 3081281 h 6858000"/>
              <a:gd name="connsiteX267" fmla="*/ 1238695 w 7467600"/>
              <a:gd name="connsiteY267" fmla="*/ 3076820 h 6858000"/>
              <a:gd name="connsiteX268" fmla="*/ 5425627 w 7467600"/>
              <a:gd name="connsiteY268" fmla="*/ 2954192 h 6858000"/>
              <a:gd name="connsiteX269" fmla="*/ 5470770 w 7467600"/>
              <a:gd name="connsiteY269" fmla="*/ 3005435 h 6858000"/>
              <a:gd name="connsiteX270" fmla="*/ 5519779 w 7467600"/>
              <a:gd name="connsiteY270" fmla="*/ 4359223 h 6858000"/>
              <a:gd name="connsiteX271" fmla="*/ 5520293 w 7467600"/>
              <a:gd name="connsiteY271" fmla="*/ 4360602 h 6858000"/>
              <a:gd name="connsiteX272" fmla="*/ 5767221 w 7467600"/>
              <a:gd name="connsiteY272" fmla="*/ 4665564 h 6858000"/>
              <a:gd name="connsiteX273" fmla="*/ 6937169 w 7467600"/>
              <a:gd name="connsiteY273" fmla="*/ 4815941 h 6858000"/>
              <a:gd name="connsiteX274" fmla="*/ 6953922 w 7467600"/>
              <a:gd name="connsiteY274" fmla="*/ 4890068 h 6858000"/>
              <a:gd name="connsiteX275" fmla="*/ 6071359 w 7467600"/>
              <a:gd name="connsiteY275" fmla="*/ 4770770 h 6858000"/>
              <a:gd name="connsiteX276" fmla="*/ 6038839 w 7467600"/>
              <a:gd name="connsiteY276" fmla="*/ 4764474 h 6858000"/>
              <a:gd name="connsiteX277" fmla="*/ 6038706 w 7467600"/>
              <a:gd name="connsiteY277" fmla="*/ 4763847 h 6858000"/>
              <a:gd name="connsiteX278" fmla="*/ 6037784 w 7467600"/>
              <a:gd name="connsiteY278" fmla="*/ 4764270 h 6858000"/>
              <a:gd name="connsiteX279" fmla="*/ 6038839 w 7467600"/>
              <a:gd name="connsiteY279" fmla="*/ 4764474 h 6858000"/>
              <a:gd name="connsiteX280" fmla="*/ 6040338 w 7467600"/>
              <a:gd name="connsiteY280" fmla="*/ 4771418 h 6858000"/>
              <a:gd name="connsiteX281" fmla="*/ 6024488 w 7467600"/>
              <a:gd name="connsiteY281" fmla="*/ 4809903 h 6858000"/>
              <a:gd name="connsiteX282" fmla="*/ 5599771 w 7467600"/>
              <a:gd name="connsiteY282" fmla="*/ 5509652 h 6858000"/>
              <a:gd name="connsiteX283" fmla="*/ 5548843 w 7467600"/>
              <a:gd name="connsiteY283" fmla="*/ 5563845 h 6858000"/>
              <a:gd name="connsiteX284" fmla="*/ 5940952 w 7467600"/>
              <a:gd name="connsiteY284" fmla="*/ 6250028 h 6858000"/>
              <a:gd name="connsiteX285" fmla="*/ 6043441 w 7467600"/>
              <a:gd name="connsiteY285" fmla="*/ 6665847 h 6858000"/>
              <a:gd name="connsiteX286" fmla="*/ 6093432 w 7467600"/>
              <a:gd name="connsiteY286" fmla="*/ 6858000 h 6858000"/>
              <a:gd name="connsiteX287" fmla="*/ 6034344 w 7467600"/>
              <a:gd name="connsiteY287" fmla="*/ 6858000 h 6858000"/>
              <a:gd name="connsiteX288" fmla="*/ 6026679 w 7467600"/>
              <a:gd name="connsiteY288" fmla="*/ 6836959 h 6858000"/>
              <a:gd name="connsiteX289" fmla="*/ 5800441 w 7467600"/>
              <a:gd name="connsiteY289" fmla="*/ 6335286 h 6858000"/>
              <a:gd name="connsiteX290" fmla="*/ 5526562 w 7467600"/>
              <a:gd name="connsiteY290" fmla="*/ 5705388 h 6858000"/>
              <a:gd name="connsiteX291" fmla="*/ 5519640 w 7467600"/>
              <a:gd name="connsiteY291" fmla="*/ 5683774 h 6858000"/>
              <a:gd name="connsiteX292" fmla="*/ 5844559 w 7467600"/>
              <a:gd name="connsiteY292" fmla="*/ 6553349 h 6858000"/>
              <a:gd name="connsiteX293" fmla="*/ 5975994 w 7467600"/>
              <a:gd name="connsiteY293" fmla="*/ 6858000 h 6858000"/>
              <a:gd name="connsiteX294" fmla="*/ 5898547 w 7467600"/>
              <a:gd name="connsiteY294" fmla="*/ 6858000 h 6858000"/>
              <a:gd name="connsiteX295" fmla="*/ 5682041 w 7467600"/>
              <a:gd name="connsiteY295" fmla="*/ 6355860 h 6858000"/>
              <a:gd name="connsiteX296" fmla="*/ 5461758 w 7467600"/>
              <a:gd name="connsiteY296" fmla="*/ 5820220 h 6858000"/>
              <a:gd name="connsiteX297" fmla="*/ 5237282 w 7467600"/>
              <a:gd name="connsiteY297" fmla="*/ 6579086 h 6858000"/>
              <a:gd name="connsiteX298" fmla="*/ 5115009 w 7467600"/>
              <a:gd name="connsiteY298" fmla="*/ 6858000 h 6858000"/>
              <a:gd name="connsiteX299" fmla="*/ 5028074 w 7467600"/>
              <a:gd name="connsiteY299" fmla="*/ 6858000 h 6858000"/>
              <a:gd name="connsiteX300" fmla="*/ 5079508 w 7467600"/>
              <a:gd name="connsiteY300" fmla="*/ 6749074 h 6858000"/>
              <a:gd name="connsiteX301" fmla="*/ 5371846 w 7467600"/>
              <a:gd name="connsiteY301" fmla="*/ 5924413 h 6858000"/>
              <a:gd name="connsiteX302" fmla="*/ 5270512 w 7467600"/>
              <a:gd name="connsiteY302" fmla="*/ 6138975 h 6858000"/>
              <a:gd name="connsiteX303" fmla="*/ 5062409 w 7467600"/>
              <a:gd name="connsiteY303" fmla="*/ 6653544 h 6858000"/>
              <a:gd name="connsiteX304" fmla="*/ 5036628 w 7467600"/>
              <a:gd name="connsiteY304" fmla="*/ 6754247 h 6858000"/>
              <a:gd name="connsiteX305" fmla="*/ 5009112 w 7467600"/>
              <a:gd name="connsiteY305" fmla="*/ 6858000 h 6858000"/>
              <a:gd name="connsiteX306" fmla="*/ 4976679 w 7467600"/>
              <a:gd name="connsiteY306" fmla="*/ 6858000 h 6858000"/>
              <a:gd name="connsiteX307" fmla="*/ 5006537 w 7467600"/>
              <a:gd name="connsiteY307" fmla="*/ 6747068 h 6858000"/>
              <a:gd name="connsiteX308" fmla="*/ 5032723 w 7467600"/>
              <a:gd name="connsiteY308" fmla="*/ 6644957 h 6858000"/>
              <a:gd name="connsiteX309" fmla="*/ 5242949 w 7467600"/>
              <a:gd name="connsiteY309" fmla="*/ 6125175 h 6858000"/>
              <a:gd name="connsiteX310" fmla="*/ 5286321 w 7467600"/>
              <a:gd name="connsiteY310" fmla="*/ 6033555 h 6858000"/>
              <a:gd name="connsiteX311" fmla="*/ 5008210 w 7467600"/>
              <a:gd name="connsiteY311" fmla="*/ 6649194 h 6858000"/>
              <a:gd name="connsiteX312" fmla="*/ 4986321 w 7467600"/>
              <a:gd name="connsiteY312" fmla="*/ 6765687 h 6858000"/>
              <a:gd name="connsiteX313" fmla="*/ 4973474 w 7467600"/>
              <a:gd name="connsiteY313" fmla="*/ 6858000 h 6858000"/>
              <a:gd name="connsiteX314" fmla="*/ 4907178 w 7467600"/>
              <a:gd name="connsiteY314" fmla="*/ 6858000 h 6858000"/>
              <a:gd name="connsiteX315" fmla="*/ 4910810 w 7467600"/>
              <a:gd name="connsiteY315" fmla="*/ 6829660 h 6858000"/>
              <a:gd name="connsiteX316" fmla="*/ 4987461 w 7467600"/>
              <a:gd name="connsiteY316" fmla="*/ 6432994 h 6858000"/>
              <a:gd name="connsiteX317" fmla="*/ 5179262 w 7467600"/>
              <a:gd name="connsiteY317" fmla="*/ 6035044 h 6858000"/>
              <a:gd name="connsiteX318" fmla="*/ 4689678 w 7467600"/>
              <a:gd name="connsiteY318" fmla="*/ 6440241 h 6858000"/>
              <a:gd name="connsiteX319" fmla="*/ 4477543 w 7467600"/>
              <a:gd name="connsiteY319" fmla="*/ 6674836 h 6858000"/>
              <a:gd name="connsiteX320" fmla="*/ 4329957 w 7467600"/>
              <a:gd name="connsiteY320" fmla="*/ 6858000 h 6858000"/>
              <a:gd name="connsiteX321" fmla="*/ 4218595 w 7467600"/>
              <a:gd name="connsiteY321" fmla="*/ 6858000 h 6858000"/>
              <a:gd name="connsiteX322" fmla="*/ 4368888 w 7467600"/>
              <a:gd name="connsiteY322" fmla="*/ 6668412 h 6858000"/>
              <a:gd name="connsiteX323" fmla="*/ 4563091 w 7467600"/>
              <a:gd name="connsiteY323" fmla="*/ 6442508 h 6858000"/>
              <a:gd name="connsiteX324" fmla="*/ 5387324 w 7467600"/>
              <a:gd name="connsiteY324" fmla="*/ 5705830 h 6858000"/>
              <a:gd name="connsiteX325" fmla="*/ 5073620 w 7467600"/>
              <a:gd name="connsiteY325" fmla="*/ 5955437 h 6858000"/>
              <a:gd name="connsiteX326" fmla="*/ 4689789 w 7467600"/>
              <a:gd name="connsiteY326" fmla="*/ 6268382 h 6858000"/>
              <a:gd name="connsiteX327" fmla="*/ 4418722 w 7467600"/>
              <a:gd name="connsiteY327" fmla="*/ 6570886 h 6858000"/>
              <a:gd name="connsiteX328" fmla="*/ 4214944 w 7467600"/>
              <a:gd name="connsiteY328" fmla="*/ 6858000 h 6858000"/>
              <a:gd name="connsiteX329" fmla="*/ 4177898 w 7467600"/>
              <a:gd name="connsiteY329" fmla="*/ 6858000 h 6858000"/>
              <a:gd name="connsiteX330" fmla="*/ 4391597 w 7467600"/>
              <a:gd name="connsiteY330" fmla="*/ 6556370 h 6858000"/>
              <a:gd name="connsiteX331" fmla="*/ 4668889 w 7467600"/>
              <a:gd name="connsiteY331" fmla="*/ 6246399 h 6858000"/>
              <a:gd name="connsiteX332" fmla="*/ 5055427 w 7467600"/>
              <a:gd name="connsiteY332" fmla="*/ 5931476 h 6858000"/>
              <a:gd name="connsiteX333" fmla="*/ 5371814 w 7467600"/>
              <a:gd name="connsiteY333" fmla="*/ 5678975 h 6858000"/>
              <a:gd name="connsiteX334" fmla="*/ 4987918 w 7467600"/>
              <a:gd name="connsiteY334" fmla="*/ 5838701 h 6858000"/>
              <a:gd name="connsiteX335" fmla="*/ 4317146 w 7467600"/>
              <a:gd name="connsiteY335" fmla="*/ 6587716 h 6858000"/>
              <a:gd name="connsiteX336" fmla="*/ 4171627 w 7467600"/>
              <a:gd name="connsiteY336" fmla="*/ 6858000 h 6858000"/>
              <a:gd name="connsiteX337" fmla="*/ 4081585 w 7467600"/>
              <a:gd name="connsiteY337" fmla="*/ 6858000 h 6858000"/>
              <a:gd name="connsiteX338" fmla="*/ 4238603 w 7467600"/>
              <a:gd name="connsiteY338" fmla="*/ 6559341 h 6858000"/>
              <a:gd name="connsiteX339" fmla="*/ 4778333 w 7467600"/>
              <a:gd name="connsiteY339" fmla="*/ 5873626 h 6858000"/>
              <a:gd name="connsiteX340" fmla="*/ 5414185 w 7467600"/>
              <a:gd name="connsiteY340" fmla="*/ 5573882 h 6858000"/>
              <a:gd name="connsiteX341" fmla="*/ 5959648 w 7467600"/>
              <a:gd name="connsiteY341" fmla="*/ 4760797 h 6858000"/>
              <a:gd name="connsiteX342" fmla="*/ 5355019 w 7467600"/>
              <a:gd name="connsiteY342" fmla="*/ 4734672 h 6858000"/>
              <a:gd name="connsiteX343" fmla="*/ 5083565 w 7467600"/>
              <a:gd name="connsiteY343" fmla="*/ 5179121 h 6858000"/>
              <a:gd name="connsiteX344" fmla="*/ 4713577 w 7467600"/>
              <a:gd name="connsiteY344" fmla="*/ 5616803 h 6858000"/>
              <a:gd name="connsiteX345" fmla="*/ 3989559 w 7467600"/>
              <a:gd name="connsiteY345" fmla="*/ 6145945 h 6858000"/>
              <a:gd name="connsiteX346" fmla="*/ 3939824 w 7467600"/>
              <a:gd name="connsiteY346" fmla="*/ 6066900 h 6858000"/>
              <a:gd name="connsiteX347" fmla="*/ 4584537 w 7467600"/>
              <a:gd name="connsiteY347" fmla="*/ 5324826 h 6858000"/>
              <a:gd name="connsiteX348" fmla="*/ 5037105 w 7467600"/>
              <a:gd name="connsiteY348" fmla="*/ 5088765 h 6858000"/>
              <a:gd name="connsiteX349" fmla="*/ 5039930 w 7467600"/>
              <a:gd name="connsiteY349" fmla="*/ 5089585 h 6858000"/>
              <a:gd name="connsiteX350" fmla="*/ 5263764 w 7467600"/>
              <a:gd name="connsiteY350" fmla="*/ 4735525 h 6858000"/>
              <a:gd name="connsiteX351" fmla="*/ 4086300 w 7467600"/>
              <a:gd name="connsiteY351" fmla="*/ 4884599 h 6858000"/>
              <a:gd name="connsiteX352" fmla="*/ 4085485 w 7467600"/>
              <a:gd name="connsiteY352" fmla="*/ 4899070 h 6858000"/>
              <a:gd name="connsiteX353" fmla="*/ 3871915 w 7467600"/>
              <a:gd name="connsiteY353" fmla="*/ 5253645 h 6858000"/>
              <a:gd name="connsiteX354" fmla="*/ 3799374 w 7467600"/>
              <a:gd name="connsiteY354" fmla="*/ 5466127 h 6858000"/>
              <a:gd name="connsiteX355" fmla="*/ 3498850 w 7467600"/>
              <a:gd name="connsiteY355" fmla="*/ 6661888 h 6858000"/>
              <a:gd name="connsiteX356" fmla="*/ 3399216 w 7467600"/>
              <a:gd name="connsiteY356" fmla="*/ 6858000 h 6858000"/>
              <a:gd name="connsiteX357" fmla="*/ 3303688 w 7467600"/>
              <a:gd name="connsiteY357" fmla="*/ 6858000 h 6858000"/>
              <a:gd name="connsiteX358" fmla="*/ 3391774 w 7467600"/>
              <a:gd name="connsiteY358" fmla="*/ 6697181 h 6858000"/>
              <a:gd name="connsiteX359" fmla="*/ 3735540 w 7467600"/>
              <a:gd name="connsiteY359" fmla="*/ 5546923 h 6858000"/>
              <a:gd name="connsiteX360" fmla="*/ 3729438 w 7467600"/>
              <a:gd name="connsiteY360" fmla="*/ 5569058 h 6858000"/>
              <a:gd name="connsiteX361" fmla="*/ 3707782 w 7467600"/>
              <a:gd name="connsiteY361" fmla="*/ 5644908 h 6858000"/>
              <a:gd name="connsiteX362" fmla="*/ 3583827 w 7467600"/>
              <a:gd name="connsiteY362" fmla="*/ 6039215 h 6858000"/>
              <a:gd name="connsiteX363" fmla="*/ 3547861 w 7467600"/>
              <a:gd name="connsiteY363" fmla="*/ 6129609 h 6858000"/>
              <a:gd name="connsiteX364" fmla="*/ 3490905 w 7467600"/>
              <a:gd name="connsiteY364" fmla="*/ 6277660 h 6858000"/>
              <a:gd name="connsiteX365" fmla="*/ 3455859 w 7467600"/>
              <a:gd name="connsiteY365" fmla="*/ 6391301 h 6858000"/>
              <a:gd name="connsiteX366" fmla="*/ 3429112 w 7467600"/>
              <a:gd name="connsiteY366" fmla="*/ 6479469 h 6858000"/>
              <a:gd name="connsiteX367" fmla="*/ 3304862 w 7467600"/>
              <a:gd name="connsiteY367" fmla="*/ 6796476 h 6858000"/>
              <a:gd name="connsiteX368" fmla="*/ 3276071 w 7467600"/>
              <a:gd name="connsiteY368" fmla="*/ 6858000 h 6858000"/>
              <a:gd name="connsiteX369" fmla="*/ 3240805 w 7467600"/>
              <a:gd name="connsiteY369" fmla="*/ 6858000 h 6858000"/>
              <a:gd name="connsiteX370" fmla="*/ 3275917 w 7467600"/>
              <a:gd name="connsiteY370" fmla="*/ 6783192 h 6858000"/>
              <a:gd name="connsiteX371" fmla="*/ 3399358 w 7467600"/>
              <a:gd name="connsiteY371" fmla="*/ 6469011 h 6858000"/>
              <a:gd name="connsiteX372" fmla="*/ 3425650 w 7467600"/>
              <a:gd name="connsiteY372" fmla="*/ 6381333 h 6858000"/>
              <a:gd name="connsiteX373" fmla="*/ 3460661 w 7467600"/>
              <a:gd name="connsiteY373" fmla="*/ 6266763 h 6858000"/>
              <a:gd name="connsiteX374" fmla="*/ 3518021 w 7467600"/>
              <a:gd name="connsiteY374" fmla="*/ 6117298 h 6858000"/>
              <a:gd name="connsiteX375" fmla="*/ 3554035 w 7467600"/>
              <a:gd name="connsiteY375" fmla="*/ 6027832 h 6858000"/>
              <a:gd name="connsiteX376" fmla="*/ 3677174 w 7467600"/>
              <a:gd name="connsiteY376" fmla="*/ 5636351 h 6858000"/>
              <a:gd name="connsiteX377" fmla="*/ 3698819 w 7467600"/>
              <a:gd name="connsiteY377" fmla="*/ 5560503 h 6858000"/>
              <a:gd name="connsiteX378" fmla="*/ 3702094 w 7467600"/>
              <a:gd name="connsiteY378" fmla="*/ 5549194 h 6858000"/>
              <a:gd name="connsiteX379" fmla="*/ 3398355 w 7467600"/>
              <a:gd name="connsiteY379" fmla="*/ 6094603 h 6858000"/>
              <a:gd name="connsiteX380" fmla="*/ 3193941 w 7467600"/>
              <a:gd name="connsiteY380" fmla="*/ 6798775 h 6858000"/>
              <a:gd name="connsiteX381" fmla="*/ 3184140 w 7467600"/>
              <a:gd name="connsiteY381" fmla="*/ 6858000 h 6858000"/>
              <a:gd name="connsiteX382" fmla="*/ 3099978 w 7467600"/>
              <a:gd name="connsiteY382" fmla="*/ 6858000 h 6858000"/>
              <a:gd name="connsiteX383" fmla="*/ 3101556 w 7467600"/>
              <a:gd name="connsiteY383" fmla="*/ 6843337 h 6858000"/>
              <a:gd name="connsiteX384" fmla="*/ 3370162 w 7467600"/>
              <a:gd name="connsiteY384" fmla="*/ 5785550 h 6858000"/>
              <a:gd name="connsiteX385" fmla="*/ 3746477 w 7467600"/>
              <a:gd name="connsiteY385" fmla="*/ 5377889 h 6858000"/>
              <a:gd name="connsiteX386" fmla="*/ 3863399 w 7467600"/>
              <a:gd name="connsiteY386" fmla="*/ 5087257 h 6858000"/>
              <a:gd name="connsiteX387" fmla="*/ 3968712 w 7467600"/>
              <a:gd name="connsiteY387" fmla="*/ 4913989 h 6858000"/>
              <a:gd name="connsiteX388" fmla="*/ 2792390 w 7467600"/>
              <a:gd name="connsiteY388" fmla="*/ 5382974 h 6858000"/>
              <a:gd name="connsiteX389" fmla="*/ 2714982 w 7467600"/>
              <a:gd name="connsiteY389" fmla="*/ 5427051 h 6858000"/>
              <a:gd name="connsiteX390" fmla="*/ 2813361 w 7467600"/>
              <a:gd name="connsiteY390" fmla="*/ 6023912 h 6858000"/>
              <a:gd name="connsiteX391" fmla="*/ 2688430 w 7467600"/>
              <a:gd name="connsiteY391" fmla="*/ 6801564 h 6858000"/>
              <a:gd name="connsiteX392" fmla="*/ 2629626 w 7467600"/>
              <a:gd name="connsiteY392" fmla="*/ 6763394 h 6858000"/>
              <a:gd name="connsiteX393" fmla="*/ 2565328 w 7467600"/>
              <a:gd name="connsiteY393" fmla="*/ 5516399 h 6858000"/>
              <a:gd name="connsiteX394" fmla="*/ 1922999 w 7467600"/>
              <a:gd name="connsiteY394" fmla="*/ 5980343 h 6858000"/>
              <a:gd name="connsiteX395" fmla="*/ 1950261 w 7467600"/>
              <a:gd name="connsiteY395" fmla="*/ 6405858 h 6858000"/>
              <a:gd name="connsiteX396" fmla="*/ 2365554 w 7467600"/>
              <a:gd name="connsiteY396" fmla="*/ 6759107 h 6858000"/>
              <a:gd name="connsiteX397" fmla="*/ 2424142 w 7467600"/>
              <a:gd name="connsiteY397" fmla="*/ 6858000 h 6858000"/>
              <a:gd name="connsiteX398" fmla="*/ 2395994 w 7467600"/>
              <a:gd name="connsiteY398" fmla="*/ 6858000 h 6858000"/>
              <a:gd name="connsiteX399" fmla="*/ 2392863 w 7467600"/>
              <a:gd name="connsiteY399" fmla="*/ 6852964 h 6858000"/>
              <a:gd name="connsiteX400" fmla="*/ 2017589 w 7467600"/>
              <a:gd name="connsiteY400" fmla="*/ 6493982 h 6858000"/>
              <a:gd name="connsiteX401" fmla="*/ 2147336 w 7467600"/>
              <a:gd name="connsiteY401" fmla="*/ 6594052 h 6858000"/>
              <a:gd name="connsiteX402" fmla="*/ 2207047 w 7467600"/>
              <a:gd name="connsiteY402" fmla="*/ 6654540 h 6858000"/>
              <a:gd name="connsiteX403" fmla="*/ 2299106 w 7467600"/>
              <a:gd name="connsiteY403" fmla="*/ 6778931 h 6858000"/>
              <a:gd name="connsiteX404" fmla="*/ 2314430 w 7467600"/>
              <a:gd name="connsiteY404" fmla="*/ 6801144 h 6858000"/>
              <a:gd name="connsiteX405" fmla="*/ 2352406 w 7467600"/>
              <a:gd name="connsiteY405" fmla="*/ 6858000 h 6858000"/>
              <a:gd name="connsiteX406" fmla="*/ 2314492 w 7467600"/>
              <a:gd name="connsiteY406" fmla="*/ 6858000 h 6858000"/>
              <a:gd name="connsiteX407" fmla="*/ 2288095 w 7467600"/>
              <a:gd name="connsiteY407" fmla="*/ 6818030 h 6858000"/>
              <a:gd name="connsiteX408" fmla="*/ 2272768 w 7467600"/>
              <a:gd name="connsiteY408" fmla="*/ 6795822 h 6858000"/>
              <a:gd name="connsiteX409" fmla="*/ 2182715 w 7467600"/>
              <a:gd name="connsiteY409" fmla="*/ 6675071 h 6858000"/>
              <a:gd name="connsiteX410" fmla="*/ 2032061 w 7467600"/>
              <a:gd name="connsiteY410" fmla="*/ 6541380 h 6858000"/>
              <a:gd name="connsiteX411" fmla="*/ 2257220 w 7467600"/>
              <a:gd name="connsiteY411" fmla="*/ 6826257 h 6858000"/>
              <a:gd name="connsiteX412" fmla="*/ 2281324 w 7467600"/>
              <a:gd name="connsiteY412" fmla="*/ 6858000 h 6858000"/>
              <a:gd name="connsiteX413" fmla="*/ 2242860 w 7467600"/>
              <a:gd name="connsiteY413" fmla="*/ 6858000 h 6858000"/>
              <a:gd name="connsiteX414" fmla="*/ 2232818 w 7467600"/>
              <a:gd name="connsiteY414" fmla="*/ 6844926 h 6858000"/>
              <a:gd name="connsiteX415" fmla="*/ 1990172 w 7467600"/>
              <a:gd name="connsiteY415" fmla="*/ 6542121 h 6858000"/>
              <a:gd name="connsiteX416" fmla="*/ 2124090 w 7467600"/>
              <a:gd name="connsiteY416" fmla="*/ 6761017 h 6858000"/>
              <a:gd name="connsiteX417" fmla="*/ 2200380 w 7467600"/>
              <a:gd name="connsiteY417" fmla="*/ 6858000 h 6858000"/>
              <a:gd name="connsiteX418" fmla="*/ 2147507 w 7467600"/>
              <a:gd name="connsiteY418" fmla="*/ 6858000 h 6858000"/>
              <a:gd name="connsiteX419" fmla="*/ 2070668 w 7467600"/>
              <a:gd name="connsiteY419" fmla="*/ 6761520 h 6858000"/>
              <a:gd name="connsiteX420" fmla="*/ 1975142 w 7467600"/>
              <a:gd name="connsiteY420" fmla="*/ 6585570 h 6858000"/>
              <a:gd name="connsiteX421" fmla="*/ 2050035 w 7467600"/>
              <a:gd name="connsiteY421" fmla="*/ 6813345 h 6858000"/>
              <a:gd name="connsiteX422" fmla="*/ 2063025 w 7467600"/>
              <a:gd name="connsiteY422" fmla="*/ 6858000 h 6858000"/>
              <a:gd name="connsiteX423" fmla="*/ 2021675 w 7467600"/>
              <a:gd name="connsiteY423" fmla="*/ 6858000 h 6858000"/>
              <a:gd name="connsiteX424" fmla="*/ 2019308 w 7467600"/>
              <a:gd name="connsiteY424" fmla="*/ 6847118 h 6858000"/>
              <a:gd name="connsiteX425" fmla="*/ 1938835 w 7467600"/>
              <a:gd name="connsiteY425" fmla="*/ 6551160 h 6858000"/>
              <a:gd name="connsiteX426" fmla="*/ 1953230 w 7467600"/>
              <a:gd name="connsiteY426" fmla="*/ 6759699 h 6858000"/>
              <a:gd name="connsiteX427" fmla="*/ 1956763 w 7467600"/>
              <a:gd name="connsiteY427" fmla="*/ 6778191 h 6858000"/>
              <a:gd name="connsiteX428" fmla="*/ 1967925 w 7467600"/>
              <a:gd name="connsiteY428" fmla="*/ 6858000 h 6858000"/>
              <a:gd name="connsiteX429" fmla="*/ 1936622 w 7467600"/>
              <a:gd name="connsiteY429" fmla="*/ 6858000 h 6858000"/>
              <a:gd name="connsiteX430" fmla="*/ 1926261 w 7467600"/>
              <a:gd name="connsiteY430" fmla="*/ 6784064 h 6858000"/>
              <a:gd name="connsiteX431" fmla="*/ 1922724 w 7467600"/>
              <a:gd name="connsiteY431" fmla="*/ 6765577 h 6858000"/>
              <a:gd name="connsiteX432" fmla="*/ 1904650 w 7467600"/>
              <a:gd name="connsiteY432" fmla="*/ 6639616 h 6858000"/>
              <a:gd name="connsiteX433" fmla="*/ 1885273 w 7467600"/>
              <a:gd name="connsiteY433" fmla="*/ 6858000 h 6858000"/>
              <a:gd name="connsiteX434" fmla="*/ 1854363 w 7467600"/>
              <a:gd name="connsiteY434" fmla="*/ 6858000 h 6858000"/>
              <a:gd name="connsiteX435" fmla="*/ 1880391 w 7467600"/>
              <a:gd name="connsiteY435" fmla="*/ 6603796 h 6858000"/>
              <a:gd name="connsiteX436" fmla="*/ 1818273 w 7467600"/>
              <a:gd name="connsiteY436" fmla="*/ 6715729 h 6858000"/>
              <a:gd name="connsiteX437" fmla="*/ 1794691 w 7467600"/>
              <a:gd name="connsiteY437" fmla="*/ 6843239 h 6858000"/>
              <a:gd name="connsiteX438" fmla="*/ 1794914 w 7467600"/>
              <a:gd name="connsiteY438" fmla="*/ 6858000 h 6858000"/>
              <a:gd name="connsiteX439" fmla="*/ 1746128 w 7467600"/>
              <a:gd name="connsiteY439" fmla="*/ 6858000 h 6858000"/>
              <a:gd name="connsiteX440" fmla="*/ 1753934 w 7467600"/>
              <a:gd name="connsiteY440" fmla="*/ 6724796 h 6858000"/>
              <a:gd name="connsiteX441" fmla="*/ 1792053 w 7467600"/>
              <a:gd name="connsiteY441" fmla="*/ 6572396 h 6858000"/>
              <a:gd name="connsiteX442" fmla="*/ 1862248 w 7467600"/>
              <a:gd name="connsiteY442" fmla="*/ 6266397 h 6858000"/>
              <a:gd name="connsiteX443" fmla="*/ 1862250 w 7467600"/>
              <a:gd name="connsiteY443" fmla="*/ 6033531 h 6858000"/>
              <a:gd name="connsiteX444" fmla="*/ 1211999 w 7467600"/>
              <a:gd name="connsiteY444" fmla="*/ 6683610 h 6858000"/>
              <a:gd name="connsiteX445" fmla="*/ 1213266 w 7467600"/>
              <a:gd name="connsiteY445" fmla="*/ 6691947 h 6858000"/>
              <a:gd name="connsiteX446" fmla="*/ 1203370 w 7467600"/>
              <a:gd name="connsiteY446" fmla="*/ 6850676 h 6858000"/>
              <a:gd name="connsiteX447" fmla="*/ 1203671 w 7467600"/>
              <a:gd name="connsiteY447" fmla="*/ 6858000 h 6858000"/>
              <a:gd name="connsiteX448" fmla="*/ 1143180 w 7467600"/>
              <a:gd name="connsiteY448" fmla="*/ 6858000 h 6858000"/>
              <a:gd name="connsiteX449" fmla="*/ 1142176 w 7467600"/>
              <a:gd name="connsiteY449" fmla="*/ 6766045 h 6858000"/>
              <a:gd name="connsiteX450" fmla="*/ 1067484 w 7467600"/>
              <a:gd name="connsiteY450" fmla="*/ 6858000 h 6858000"/>
              <a:gd name="connsiteX451" fmla="*/ 953928 w 7467600"/>
              <a:gd name="connsiteY451" fmla="*/ 6858000 h 6858000"/>
              <a:gd name="connsiteX452" fmla="*/ 959715 w 7467600"/>
              <a:gd name="connsiteY452" fmla="*/ 6850185 h 6858000"/>
              <a:gd name="connsiteX453" fmla="*/ 1483788 w 7467600"/>
              <a:gd name="connsiteY453" fmla="*/ 6259174 h 6858000"/>
              <a:gd name="connsiteX454" fmla="*/ 1100671 w 7467600"/>
              <a:gd name="connsiteY454" fmla="*/ 6252137 h 6858000"/>
              <a:gd name="connsiteX455" fmla="*/ 1090144 w 7467600"/>
              <a:gd name="connsiteY455" fmla="*/ 6256748 h 6858000"/>
              <a:gd name="connsiteX456" fmla="*/ 1095872 w 7467600"/>
              <a:gd name="connsiteY456" fmla="*/ 6271892 h 6858000"/>
              <a:gd name="connsiteX457" fmla="*/ 262785 w 7467600"/>
              <a:gd name="connsiteY457" fmla="*/ 6845450 h 6858000"/>
              <a:gd name="connsiteX458" fmla="*/ 209968 w 7467600"/>
              <a:gd name="connsiteY458" fmla="*/ 6770713 h 6858000"/>
              <a:gd name="connsiteX459" fmla="*/ 873460 w 7467600"/>
              <a:gd name="connsiteY459" fmla="*/ 6253768 h 6858000"/>
              <a:gd name="connsiteX460" fmla="*/ 192686 w 7467600"/>
              <a:gd name="connsiteY460" fmla="*/ 5849257 h 6858000"/>
              <a:gd name="connsiteX461" fmla="*/ 4696 w 7467600"/>
              <a:gd name="connsiteY461" fmla="*/ 5697668 h 6858000"/>
              <a:gd name="connsiteX462" fmla="*/ 0 w 7467600"/>
              <a:gd name="connsiteY462" fmla="*/ 5689984 h 6858000"/>
              <a:gd name="connsiteX463" fmla="*/ 0 w 7467600"/>
              <a:gd name="connsiteY463" fmla="*/ 5513472 h 6858000"/>
              <a:gd name="connsiteX464" fmla="*/ 174101 w 7467600"/>
              <a:gd name="connsiteY464" fmla="*/ 5620277 h 6858000"/>
              <a:gd name="connsiteX465" fmla="*/ 891800 w 7467600"/>
              <a:gd name="connsiteY465" fmla="*/ 6036935 h 6858000"/>
              <a:gd name="connsiteX466" fmla="*/ 1072219 w 7467600"/>
              <a:gd name="connsiteY466" fmla="*/ 6169443 h 6858000"/>
              <a:gd name="connsiteX467" fmla="*/ 1074117 w 7467600"/>
              <a:gd name="connsiteY467" fmla="*/ 6170301 h 6858000"/>
              <a:gd name="connsiteX468" fmla="*/ 1083114 w 7467600"/>
              <a:gd name="connsiteY468" fmla="*/ 6174131 h 6858000"/>
              <a:gd name="connsiteX469" fmla="*/ 1543010 w 7467600"/>
              <a:gd name="connsiteY469" fmla="*/ 6191140 h 6858000"/>
              <a:gd name="connsiteX470" fmla="*/ 1551080 w 7467600"/>
              <a:gd name="connsiteY470" fmla="*/ 6195006 h 6858000"/>
              <a:gd name="connsiteX471" fmla="*/ 2345443 w 7467600"/>
              <a:gd name="connsiteY471" fmla="*/ 5549882 h 6858000"/>
              <a:gd name="connsiteX472" fmla="*/ 1721499 w 7467600"/>
              <a:gd name="connsiteY472" fmla="*/ 5599969 h 6858000"/>
              <a:gd name="connsiteX473" fmla="*/ 767716 w 7467600"/>
              <a:gd name="connsiteY473" fmla="*/ 5472768 h 6858000"/>
              <a:gd name="connsiteX474" fmla="*/ 722147 w 7467600"/>
              <a:gd name="connsiteY474" fmla="*/ 5393091 h 6858000"/>
              <a:gd name="connsiteX475" fmla="*/ 1485552 w 7467600"/>
              <a:gd name="connsiteY475" fmla="*/ 5313202 h 6858000"/>
              <a:gd name="connsiteX476" fmla="*/ 2143004 w 7467600"/>
              <a:gd name="connsiteY476" fmla="*/ 5402420 h 6858000"/>
              <a:gd name="connsiteX477" fmla="*/ 1933391 w 7467600"/>
              <a:gd name="connsiteY477" fmla="*/ 5156971 h 6858000"/>
              <a:gd name="connsiteX478" fmla="*/ 1827118 w 7467600"/>
              <a:gd name="connsiteY478" fmla="*/ 4968410 h 6858000"/>
              <a:gd name="connsiteX479" fmla="*/ 1837349 w 7467600"/>
              <a:gd name="connsiteY479" fmla="*/ 4956357 h 6858000"/>
              <a:gd name="connsiteX480" fmla="*/ 2162835 w 7467600"/>
              <a:gd name="connsiteY480" fmla="*/ 5187853 h 6858000"/>
              <a:gd name="connsiteX481" fmla="*/ 2257167 w 7467600"/>
              <a:gd name="connsiteY481" fmla="*/ 5462123 h 6858000"/>
              <a:gd name="connsiteX482" fmla="*/ 2261598 w 7467600"/>
              <a:gd name="connsiteY482" fmla="*/ 5467998 h 6858000"/>
              <a:gd name="connsiteX483" fmla="*/ 2437177 w 7467600"/>
              <a:gd name="connsiteY483" fmla="*/ 5479608 h 6858000"/>
              <a:gd name="connsiteX484" fmla="*/ 2445247 w 7467600"/>
              <a:gd name="connsiteY484" fmla="*/ 5483476 h 6858000"/>
              <a:gd name="connsiteX485" fmla="*/ 2743626 w 7467600"/>
              <a:gd name="connsiteY485" fmla="*/ 5304819 h 6858000"/>
              <a:gd name="connsiteX486" fmla="*/ 3048102 w 7467600"/>
              <a:gd name="connsiteY486" fmla="*/ 5150595 h 6858000"/>
              <a:gd name="connsiteX487" fmla="*/ 1799414 w 7467600"/>
              <a:gd name="connsiteY487" fmla="*/ 4694732 h 6858000"/>
              <a:gd name="connsiteX488" fmla="*/ 1771735 w 7467600"/>
              <a:gd name="connsiteY488" fmla="*/ 4619929 h 6858000"/>
              <a:gd name="connsiteX489" fmla="*/ 3104273 w 7467600"/>
              <a:gd name="connsiteY489" fmla="*/ 5076159 h 6858000"/>
              <a:gd name="connsiteX490" fmla="*/ 3113245 w 7467600"/>
              <a:gd name="connsiteY490" fmla="*/ 5090705 h 6858000"/>
              <a:gd name="connsiteX491" fmla="*/ 3126294 w 7467600"/>
              <a:gd name="connsiteY491" fmla="*/ 5114400 h 6858000"/>
              <a:gd name="connsiteX492" fmla="*/ 3937433 w 7467600"/>
              <a:gd name="connsiteY492" fmla="*/ 4830473 h 6858000"/>
              <a:gd name="connsiteX493" fmla="*/ 3590475 w 7467600"/>
              <a:gd name="connsiteY493" fmla="*/ 4597974 h 6858000"/>
              <a:gd name="connsiteX494" fmla="*/ 3100264 w 7467600"/>
              <a:gd name="connsiteY494" fmla="*/ 4579845 h 6858000"/>
              <a:gd name="connsiteX495" fmla="*/ 2183576 w 7467600"/>
              <a:gd name="connsiteY495" fmla="*/ 4227150 h 6858000"/>
              <a:gd name="connsiteX496" fmla="*/ 2151029 w 7467600"/>
              <a:gd name="connsiteY496" fmla="*/ 4146947 h 6858000"/>
              <a:gd name="connsiteX497" fmla="*/ 3563434 w 7467600"/>
              <a:gd name="connsiteY497" fmla="*/ 4469115 h 6858000"/>
              <a:gd name="connsiteX498" fmla="*/ 3177952 w 7467600"/>
              <a:gd name="connsiteY498" fmla="*/ 3657386 h 6858000"/>
              <a:gd name="connsiteX499" fmla="*/ 3189263 w 7467600"/>
              <a:gd name="connsiteY499" fmla="*/ 3625726 h 6858000"/>
              <a:gd name="connsiteX500" fmla="*/ 3560912 w 7467600"/>
              <a:gd name="connsiteY500" fmla="*/ 4079863 h 6858000"/>
              <a:gd name="connsiteX501" fmla="*/ 3626636 w 7467600"/>
              <a:gd name="connsiteY501" fmla="*/ 4512230 h 6858000"/>
              <a:gd name="connsiteX502" fmla="*/ 3653088 w 7467600"/>
              <a:gd name="connsiteY502" fmla="*/ 4521417 h 6858000"/>
              <a:gd name="connsiteX503" fmla="*/ 3988128 w 7467600"/>
              <a:gd name="connsiteY503" fmla="*/ 4817267 h 6858000"/>
              <a:gd name="connsiteX504" fmla="*/ 4830582 w 7467600"/>
              <a:gd name="connsiteY504" fmla="*/ 4676000 h 6858000"/>
              <a:gd name="connsiteX505" fmla="*/ 4830100 w 7467600"/>
              <a:gd name="connsiteY505" fmla="*/ 4675554 h 6858000"/>
              <a:gd name="connsiteX506" fmla="*/ 4036318 w 7467600"/>
              <a:gd name="connsiteY506" fmla="*/ 4147013 h 6858000"/>
              <a:gd name="connsiteX507" fmla="*/ 3432098 w 7467600"/>
              <a:gd name="connsiteY507" fmla="*/ 3537312 h 6858000"/>
              <a:gd name="connsiteX508" fmla="*/ 3446761 w 7467600"/>
              <a:gd name="connsiteY508" fmla="*/ 3461278 h 6858000"/>
              <a:gd name="connsiteX509" fmla="*/ 4419733 w 7467600"/>
              <a:gd name="connsiteY509" fmla="*/ 3963555 h 6858000"/>
              <a:gd name="connsiteX510" fmla="*/ 4781371 w 7467600"/>
              <a:gd name="connsiteY510" fmla="*/ 4458604 h 6858000"/>
              <a:gd name="connsiteX511" fmla="*/ 4780440 w 7467600"/>
              <a:gd name="connsiteY511" fmla="*/ 4470290 h 6858000"/>
              <a:gd name="connsiteX512" fmla="*/ 4898954 w 7467600"/>
              <a:gd name="connsiteY512" fmla="*/ 4662092 h 6858000"/>
              <a:gd name="connsiteX513" fmla="*/ 4900699 w 7467600"/>
              <a:gd name="connsiteY513" fmla="*/ 4670867 h 6858000"/>
              <a:gd name="connsiteX514" fmla="*/ 5714511 w 7467600"/>
              <a:gd name="connsiteY514" fmla="*/ 4663483 h 6858000"/>
              <a:gd name="connsiteX515" fmla="*/ 5464793 w 7467600"/>
              <a:gd name="connsiteY515" fmla="*/ 4393556 h 6858000"/>
              <a:gd name="connsiteX516" fmla="*/ 5461897 w 7467600"/>
              <a:gd name="connsiteY516" fmla="*/ 4390879 h 6858000"/>
              <a:gd name="connsiteX517" fmla="*/ 4294126 w 7467600"/>
              <a:gd name="connsiteY517" fmla="*/ 3303048 h 6858000"/>
              <a:gd name="connsiteX518" fmla="*/ 4305321 w 7467600"/>
              <a:gd name="connsiteY518" fmla="*/ 3256953 h 6858000"/>
              <a:gd name="connsiteX519" fmla="*/ 4949299 w 7467600"/>
              <a:gd name="connsiteY519" fmla="*/ 3766336 h 6858000"/>
              <a:gd name="connsiteX520" fmla="*/ 5291452 w 7467600"/>
              <a:gd name="connsiteY520" fmla="*/ 4076801 h 6858000"/>
              <a:gd name="connsiteX521" fmla="*/ 5434998 w 7467600"/>
              <a:gd name="connsiteY521" fmla="*/ 4254100 h 6858000"/>
              <a:gd name="connsiteX522" fmla="*/ 5351015 w 7467600"/>
              <a:gd name="connsiteY522" fmla="*/ 3760989 h 6858000"/>
              <a:gd name="connsiteX523" fmla="*/ 5413780 w 7467600"/>
              <a:gd name="connsiteY523" fmla="*/ 2966265 h 6858000"/>
              <a:gd name="connsiteX524" fmla="*/ 5425627 w 7467600"/>
              <a:gd name="connsiteY524" fmla="*/ 2954192 h 6858000"/>
              <a:gd name="connsiteX525" fmla="*/ 6604735 w 7467600"/>
              <a:gd name="connsiteY525" fmla="*/ 2041381 h 6858000"/>
              <a:gd name="connsiteX526" fmla="*/ 7204487 w 7467600"/>
              <a:gd name="connsiteY526" fmla="*/ 2742112 h 6858000"/>
              <a:gd name="connsiteX527" fmla="*/ 7131592 w 7467600"/>
              <a:gd name="connsiteY527" fmla="*/ 2672096 h 6858000"/>
              <a:gd name="connsiteX528" fmla="*/ 6996344 w 7467600"/>
              <a:gd name="connsiteY528" fmla="*/ 2518310 h 6858000"/>
              <a:gd name="connsiteX529" fmla="*/ 6735495 w 7467600"/>
              <a:gd name="connsiteY529" fmla="*/ 2196890 h 6858000"/>
              <a:gd name="connsiteX530" fmla="*/ 6721901 w 7467600"/>
              <a:gd name="connsiteY530" fmla="*/ 2179274 h 6858000"/>
              <a:gd name="connsiteX531" fmla="*/ 6604735 w 7467600"/>
              <a:gd name="connsiteY531" fmla="*/ 2041381 h 6858000"/>
              <a:gd name="connsiteX532" fmla="*/ 6591670 w 7467600"/>
              <a:gd name="connsiteY532" fmla="*/ 1988277 h 6858000"/>
              <a:gd name="connsiteX533" fmla="*/ 6747349 w 7467600"/>
              <a:gd name="connsiteY533" fmla="*/ 2160069 h 6858000"/>
              <a:gd name="connsiteX534" fmla="*/ 6760943 w 7467600"/>
              <a:gd name="connsiteY534" fmla="*/ 2177686 h 6858000"/>
              <a:gd name="connsiteX535" fmla="*/ 7021065 w 7467600"/>
              <a:gd name="connsiteY535" fmla="*/ 2498102 h 6858000"/>
              <a:gd name="connsiteX536" fmla="*/ 7155223 w 7467600"/>
              <a:gd name="connsiteY536" fmla="*/ 2650386 h 6858000"/>
              <a:gd name="connsiteX537" fmla="*/ 7203167 w 7467600"/>
              <a:gd name="connsiteY537" fmla="*/ 2697288 h 6858000"/>
              <a:gd name="connsiteX538" fmla="*/ 6937703 w 7467600"/>
              <a:gd name="connsiteY538" fmla="*/ 2321981 h 6858000"/>
              <a:gd name="connsiteX539" fmla="*/ 6591670 w 7467600"/>
              <a:gd name="connsiteY539" fmla="*/ 1988277 h 6858000"/>
              <a:gd name="connsiteX540" fmla="*/ 5798671 w 7467600"/>
              <a:gd name="connsiteY540" fmla="*/ 1981601 h 6858000"/>
              <a:gd name="connsiteX541" fmla="*/ 5754709 w 7467600"/>
              <a:gd name="connsiteY541" fmla="*/ 2071454 h 6858000"/>
              <a:gd name="connsiteX542" fmla="*/ 5763044 w 7467600"/>
              <a:gd name="connsiteY542" fmla="*/ 2842206 h 6858000"/>
              <a:gd name="connsiteX543" fmla="*/ 5764974 w 7467600"/>
              <a:gd name="connsiteY543" fmla="*/ 2799609 h 6858000"/>
              <a:gd name="connsiteX544" fmla="*/ 5767665 w 7467600"/>
              <a:gd name="connsiteY544" fmla="*/ 2666409 h 6858000"/>
              <a:gd name="connsiteX545" fmla="*/ 5763055 w 7467600"/>
              <a:gd name="connsiteY545" fmla="*/ 2579705 h 6858000"/>
              <a:gd name="connsiteX546" fmla="*/ 5758079 w 7467600"/>
              <a:gd name="connsiteY546" fmla="*/ 2492508 h 6858000"/>
              <a:gd name="connsiteX547" fmla="*/ 5779325 w 7467600"/>
              <a:gd name="connsiteY547" fmla="*/ 2197069 h 6858000"/>
              <a:gd name="connsiteX548" fmla="*/ 5798671 w 7467600"/>
              <a:gd name="connsiteY548" fmla="*/ 1981601 h 6858000"/>
              <a:gd name="connsiteX549" fmla="*/ 5829202 w 7467600"/>
              <a:gd name="connsiteY549" fmla="*/ 1971679 h 6858000"/>
              <a:gd name="connsiteX550" fmla="*/ 5809558 w 7467600"/>
              <a:gd name="connsiteY550" fmla="*/ 2198043 h 6858000"/>
              <a:gd name="connsiteX551" fmla="*/ 5788653 w 7467600"/>
              <a:gd name="connsiteY551" fmla="*/ 2489430 h 6858000"/>
              <a:gd name="connsiteX552" fmla="*/ 5793439 w 7467600"/>
              <a:gd name="connsiteY552" fmla="*/ 2575235 h 6858000"/>
              <a:gd name="connsiteX553" fmla="*/ 5796837 w 7467600"/>
              <a:gd name="connsiteY553" fmla="*/ 2637633 h 6858000"/>
              <a:gd name="connsiteX554" fmla="*/ 5818614 w 7467600"/>
              <a:gd name="connsiteY554" fmla="*/ 2473055 h 6858000"/>
              <a:gd name="connsiteX555" fmla="*/ 5829202 w 7467600"/>
              <a:gd name="connsiteY555" fmla="*/ 1971679 h 6858000"/>
              <a:gd name="connsiteX556" fmla="*/ 5911389 w 7467600"/>
              <a:gd name="connsiteY556" fmla="*/ 1898371 h 6858000"/>
              <a:gd name="connsiteX557" fmla="*/ 6237627 w 7467600"/>
              <a:gd name="connsiteY557" fmla="*/ 2231921 h 6858000"/>
              <a:gd name="connsiteX558" fmla="*/ 5911389 w 7467600"/>
              <a:gd name="connsiteY558" fmla="*/ 1898371 h 6858000"/>
              <a:gd name="connsiteX559" fmla="*/ 6944437 w 7467600"/>
              <a:gd name="connsiteY559" fmla="*/ 1575402 h 6858000"/>
              <a:gd name="connsiteX560" fmla="*/ 6304730 w 7467600"/>
              <a:gd name="connsiteY560" fmla="*/ 1766654 h 6858000"/>
              <a:gd name="connsiteX561" fmla="*/ 6944437 w 7467600"/>
              <a:gd name="connsiteY561" fmla="*/ 1575402 h 6858000"/>
              <a:gd name="connsiteX562" fmla="*/ 7019523 w 7467600"/>
              <a:gd name="connsiteY562" fmla="*/ 1519450 h 6858000"/>
              <a:gd name="connsiteX563" fmla="*/ 6298091 w 7467600"/>
              <a:gd name="connsiteY563" fmla="*/ 1737122 h 6858000"/>
              <a:gd name="connsiteX564" fmla="*/ 7019523 w 7467600"/>
              <a:gd name="connsiteY564" fmla="*/ 1519450 h 6858000"/>
              <a:gd name="connsiteX565" fmla="*/ 2399523 w 7467600"/>
              <a:gd name="connsiteY565" fmla="*/ 1428234 h 6858000"/>
              <a:gd name="connsiteX566" fmla="*/ 2224982 w 7467600"/>
              <a:gd name="connsiteY566" fmla="*/ 1826201 h 6858000"/>
              <a:gd name="connsiteX567" fmla="*/ 2096099 w 7467600"/>
              <a:gd name="connsiteY567" fmla="*/ 2345900 h 6858000"/>
              <a:gd name="connsiteX568" fmla="*/ 2283317 w 7467600"/>
              <a:gd name="connsiteY568" fmla="*/ 1796925 h 6858000"/>
              <a:gd name="connsiteX569" fmla="*/ 2399523 w 7467600"/>
              <a:gd name="connsiteY569" fmla="*/ 1428234 h 6858000"/>
              <a:gd name="connsiteX570" fmla="*/ 2448558 w 7467600"/>
              <a:gd name="connsiteY570" fmla="*/ 1373435 h 6858000"/>
              <a:gd name="connsiteX571" fmla="*/ 2312521 w 7467600"/>
              <a:gd name="connsiteY571" fmla="*/ 1806140 h 6858000"/>
              <a:gd name="connsiteX572" fmla="*/ 2127533 w 7467600"/>
              <a:gd name="connsiteY572" fmla="*/ 2348380 h 6858000"/>
              <a:gd name="connsiteX573" fmla="*/ 2358080 w 7467600"/>
              <a:gd name="connsiteY573" fmla="*/ 1866134 h 6858000"/>
              <a:gd name="connsiteX574" fmla="*/ 2407436 w 7467600"/>
              <a:gd name="connsiteY574" fmla="*/ 1651070 h 6858000"/>
              <a:gd name="connsiteX575" fmla="*/ 2448558 w 7467600"/>
              <a:gd name="connsiteY575" fmla="*/ 1373435 h 6858000"/>
              <a:gd name="connsiteX576" fmla="*/ 278707 w 7467600"/>
              <a:gd name="connsiteY576" fmla="*/ 1352270 h 6858000"/>
              <a:gd name="connsiteX577" fmla="*/ 321570 w 7467600"/>
              <a:gd name="connsiteY577" fmla="*/ 1861610 h 6858000"/>
              <a:gd name="connsiteX578" fmla="*/ 294281 w 7467600"/>
              <a:gd name="connsiteY578" fmla="*/ 1440658 h 6858000"/>
              <a:gd name="connsiteX579" fmla="*/ 278707 w 7467600"/>
              <a:gd name="connsiteY579" fmla="*/ 1352270 h 6858000"/>
              <a:gd name="connsiteX580" fmla="*/ 1423821 w 7467600"/>
              <a:gd name="connsiteY580" fmla="*/ 1351958 h 6858000"/>
              <a:gd name="connsiteX581" fmla="*/ 1638521 w 7467600"/>
              <a:gd name="connsiteY581" fmla="*/ 1908470 h 6858000"/>
              <a:gd name="connsiteX582" fmla="*/ 1754199 w 7467600"/>
              <a:gd name="connsiteY582" fmla="*/ 2149284 h 6858000"/>
              <a:gd name="connsiteX583" fmla="*/ 1908359 w 7467600"/>
              <a:gd name="connsiteY583" fmla="*/ 2364988 h 6858000"/>
              <a:gd name="connsiteX584" fmla="*/ 1647661 w 7467600"/>
              <a:gd name="connsiteY584" fmla="*/ 1825945 h 6858000"/>
              <a:gd name="connsiteX585" fmla="*/ 1423821 w 7467600"/>
              <a:gd name="connsiteY585" fmla="*/ 1351958 h 6858000"/>
              <a:gd name="connsiteX586" fmla="*/ 1431890 w 7467600"/>
              <a:gd name="connsiteY586" fmla="*/ 1306475 h 6858000"/>
              <a:gd name="connsiteX587" fmla="*/ 1507597 w 7467600"/>
              <a:gd name="connsiteY587" fmla="*/ 1446132 h 6858000"/>
              <a:gd name="connsiteX588" fmla="*/ 1674586 w 7467600"/>
              <a:gd name="connsiteY588" fmla="*/ 1813832 h 6858000"/>
              <a:gd name="connsiteX589" fmla="*/ 1815950 w 7467600"/>
              <a:gd name="connsiteY589" fmla="*/ 2128564 h 6858000"/>
              <a:gd name="connsiteX590" fmla="*/ 1984242 w 7467600"/>
              <a:gd name="connsiteY590" fmla="*/ 2430829 h 6858000"/>
              <a:gd name="connsiteX591" fmla="*/ 2014023 w 7467600"/>
              <a:gd name="connsiteY591" fmla="*/ 2450995 h 6858000"/>
              <a:gd name="connsiteX592" fmla="*/ 1747337 w 7467600"/>
              <a:gd name="connsiteY592" fmla="*/ 1855264 h 6858000"/>
              <a:gd name="connsiteX593" fmla="*/ 1533749 w 7467600"/>
              <a:gd name="connsiteY593" fmla="*/ 1478656 h 6858000"/>
              <a:gd name="connsiteX594" fmla="*/ 1431890 w 7467600"/>
              <a:gd name="connsiteY594" fmla="*/ 1306475 h 6858000"/>
              <a:gd name="connsiteX595" fmla="*/ 5052692 w 7467600"/>
              <a:gd name="connsiteY595" fmla="*/ 1292994 h 6858000"/>
              <a:gd name="connsiteX596" fmla="*/ 5200661 w 7467600"/>
              <a:gd name="connsiteY596" fmla="*/ 1635186 h 6858000"/>
              <a:gd name="connsiteX597" fmla="*/ 5297138 w 7467600"/>
              <a:gd name="connsiteY597" fmla="*/ 1906351 h 6858000"/>
              <a:gd name="connsiteX598" fmla="*/ 5052692 w 7467600"/>
              <a:gd name="connsiteY598" fmla="*/ 1292994 h 6858000"/>
              <a:gd name="connsiteX599" fmla="*/ 5009948 w 7467600"/>
              <a:gd name="connsiteY599" fmla="*/ 1273619 h 6858000"/>
              <a:gd name="connsiteX600" fmla="*/ 5121777 w 7467600"/>
              <a:gd name="connsiteY600" fmla="*/ 1654213 h 6858000"/>
              <a:gd name="connsiteX601" fmla="*/ 5293545 w 7467600"/>
              <a:gd name="connsiteY601" fmla="*/ 2072247 h 6858000"/>
              <a:gd name="connsiteX602" fmla="*/ 5294042 w 7467600"/>
              <a:gd name="connsiteY602" fmla="*/ 2065019 h 6858000"/>
              <a:gd name="connsiteX603" fmla="*/ 5171936 w 7467600"/>
              <a:gd name="connsiteY603" fmla="*/ 1647613 h 6858000"/>
              <a:gd name="connsiteX604" fmla="*/ 5009948 w 7467600"/>
              <a:gd name="connsiteY604" fmla="*/ 1273619 h 6858000"/>
              <a:gd name="connsiteX605" fmla="*/ 655236 w 7467600"/>
              <a:gd name="connsiteY605" fmla="*/ 1268632 h 6858000"/>
              <a:gd name="connsiteX606" fmla="*/ 839521 w 7467600"/>
              <a:gd name="connsiteY606" fmla="*/ 1685315 h 6858000"/>
              <a:gd name="connsiteX607" fmla="*/ 1109416 w 7467600"/>
              <a:gd name="connsiteY607" fmla="*/ 2061663 h 6858000"/>
              <a:gd name="connsiteX608" fmla="*/ 1298300 w 7467600"/>
              <a:gd name="connsiteY608" fmla="*/ 2247742 h 6858000"/>
              <a:gd name="connsiteX609" fmla="*/ 1125871 w 7467600"/>
              <a:gd name="connsiteY609" fmla="*/ 1989513 h 6858000"/>
              <a:gd name="connsiteX610" fmla="*/ 981574 w 7467600"/>
              <a:gd name="connsiteY610" fmla="*/ 1783157 h 6858000"/>
              <a:gd name="connsiteX611" fmla="*/ 922198 w 7467600"/>
              <a:gd name="connsiteY611" fmla="*/ 1677437 h 6858000"/>
              <a:gd name="connsiteX612" fmla="*/ 869293 w 7467600"/>
              <a:gd name="connsiteY612" fmla="*/ 1583214 h 6858000"/>
              <a:gd name="connsiteX613" fmla="*/ 751431 w 7467600"/>
              <a:gd name="connsiteY613" fmla="*/ 1405731 h 6858000"/>
              <a:gd name="connsiteX614" fmla="*/ 655236 w 7467600"/>
              <a:gd name="connsiteY614" fmla="*/ 1268632 h 6858000"/>
              <a:gd name="connsiteX615" fmla="*/ 6516292 w 7467600"/>
              <a:gd name="connsiteY615" fmla="*/ 1263064 h 6858000"/>
              <a:gd name="connsiteX616" fmla="*/ 5736320 w 7467600"/>
              <a:gd name="connsiteY616" fmla="*/ 1501803 h 6858000"/>
              <a:gd name="connsiteX617" fmla="*/ 6516292 w 7467600"/>
              <a:gd name="connsiteY617" fmla="*/ 1263064 h 6858000"/>
              <a:gd name="connsiteX618" fmla="*/ 291466 w 7467600"/>
              <a:gd name="connsiteY618" fmla="*/ 1250369 h 6858000"/>
              <a:gd name="connsiteX619" fmla="*/ 323180 w 7467600"/>
              <a:gd name="connsiteY619" fmla="*/ 1435283 h 6858000"/>
              <a:gd name="connsiteX620" fmla="*/ 349381 w 7467600"/>
              <a:gd name="connsiteY620" fmla="*/ 1875041 h 6858000"/>
              <a:gd name="connsiteX621" fmla="*/ 374363 w 7467600"/>
              <a:gd name="connsiteY621" fmla="*/ 1506494 h 6858000"/>
              <a:gd name="connsiteX622" fmla="*/ 302168 w 7467600"/>
              <a:gd name="connsiteY622" fmla="*/ 1274495 h 6858000"/>
              <a:gd name="connsiteX623" fmla="*/ 291466 w 7467600"/>
              <a:gd name="connsiteY623" fmla="*/ 1250369 h 6858000"/>
              <a:gd name="connsiteX624" fmla="*/ 678222 w 7467600"/>
              <a:gd name="connsiteY624" fmla="*/ 1248670 h 6858000"/>
              <a:gd name="connsiteX625" fmla="*/ 775536 w 7467600"/>
              <a:gd name="connsiteY625" fmla="*/ 1388015 h 6858000"/>
              <a:gd name="connsiteX626" fmla="*/ 894529 w 7467600"/>
              <a:gd name="connsiteY626" fmla="*/ 1567739 h 6858000"/>
              <a:gd name="connsiteX627" fmla="*/ 948000 w 7467600"/>
              <a:gd name="connsiteY627" fmla="*/ 1663088 h 6858000"/>
              <a:gd name="connsiteX628" fmla="*/ 1006812 w 7467600"/>
              <a:gd name="connsiteY628" fmla="*/ 1767683 h 6858000"/>
              <a:gd name="connsiteX629" fmla="*/ 1149133 w 7467600"/>
              <a:gd name="connsiteY629" fmla="*/ 1971513 h 6858000"/>
              <a:gd name="connsiteX630" fmla="*/ 1333952 w 7467600"/>
              <a:gd name="connsiteY630" fmla="*/ 2251620 h 6858000"/>
              <a:gd name="connsiteX631" fmla="*/ 1337329 w 7467600"/>
              <a:gd name="connsiteY631" fmla="*/ 2258350 h 6858000"/>
              <a:gd name="connsiteX632" fmla="*/ 1014726 w 7467600"/>
              <a:gd name="connsiteY632" fmla="*/ 1615556 h 6858000"/>
              <a:gd name="connsiteX633" fmla="*/ 678222 w 7467600"/>
              <a:gd name="connsiteY633" fmla="*/ 1248670 h 6858000"/>
              <a:gd name="connsiteX634" fmla="*/ 6691602 w 7467600"/>
              <a:gd name="connsiteY634" fmla="*/ 1140573 h 6858000"/>
              <a:gd name="connsiteX635" fmla="*/ 6571100 w 7467600"/>
              <a:gd name="connsiteY635" fmla="*/ 1183662 h 6858000"/>
              <a:gd name="connsiteX636" fmla="*/ 6241687 w 7467600"/>
              <a:gd name="connsiteY636" fmla="*/ 1257600 h 6858000"/>
              <a:gd name="connsiteX637" fmla="*/ 5693009 w 7467600"/>
              <a:gd name="connsiteY637" fmla="*/ 1478256 h 6858000"/>
              <a:gd name="connsiteX638" fmla="*/ 6548420 w 7467600"/>
              <a:gd name="connsiteY638" fmla="*/ 1214599 h 6858000"/>
              <a:gd name="connsiteX639" fmla="*/ 6605473 w 7467600"/>
              <a:gd name="connsiteY639" fmla="*/ 1184686 h 6858000"/>
              <a:gd name="connsiteX640" fmla="*/ 6691602 w 7467600"/>
              <a:gd name="connsiteY640" fmla="*/ 1140573 h 6858000"/>
              <a:gd name="connsiteX641" fmla="*/ 4002475 w 7467600"/>
              <a:gd name="connsiteY641" fmla="*/ 1037802 h 6858000"/>
              <a:gd name="connsiteX642" fmla="*/ 4000324 w 7467600"/>
              <a:gd name="connsiteY642" fmla="*/ 1039362 h 6858000"/>
              <a:gd name="connsiteX643" fmla="*/ 4002862 w 7467600"/>
              <a:gd name="connsiteY643" fmla="*/ 1042866 h 6858000"/>
              <a:gd name="connsiteX644" fmla="*/ 4002475 w 7467600"/>
              <a:gd name="connsiteY644" fmla="*/ 1037802 h 6858000"/>
              <a:gd name="connsiteX645" fmla="*/ 506322 w 7467600"/>
              <a:gd name="connsiteY645" fmla="*/ 1020997 h 6858000"/>
              <a:gd name="connsiteX646" fmla="*/ 533068 w 7467600"/>
              <a:gd name="connsiteY646" fmla="*/ 1029409 h 6858000"/>
              <a:gd name="connsiteX647" fmla="*/ 1232525 w 7467600"/>
              <a:gd name="connsiteY647" fmla="*/ 1804675 h 6858000"/>
              <a:gd name="connsiteX648" fmla="*/ 1388858 w 7467600"/>
              <a:gd name="connsiteY648" fmla="*/ 2368011 h 6858000"/>
              <a:gd name="connsiteX649" fmla="*/ 1384098 w 7467600"/>
              <a:gd name="connsiteY649" fmla="*/ 2378125 h 6858000"/>
              <a:gd name="connsiteX650" fmla="*/ 1425393 w 7467600"/>
              <a:gd name="connsiteY650" fmla="*/ 2589124 h 6858000"/>
              <a:gd name="connsiteX651" fmla="*/ 1424001 w 7467600"/>
              <a:gd name="connsiteY651" fmla="*/ 2597541 h 6858000"/>
              <a:gd name="connsiteX652" fmla="*/ 2152729 w 7467600"/>
              <a:gd name="connsiteY652" fmla="*/ 2864487 h 6858000"/>
              <a:gd name="connsiteX653" fmla="*/ 2020609 w 7467600"/>
              <a:gd name="connsiteY653" fmla="*/ 2539671 h 6858000"/>
              <a:gd name="connsiteX654" fmla="*/ 2018920 w 7467600"/>
              <a:gd name="connsiteY654" fmla="*/ 2536309 h 6858000"/>
              <a:gd name="connsiteX655" fmla="*/ 1342441 w 7467600"/>
              <a:gd name="connsiteY655" fmla="*/ 1173017 h 6858000"/>
              <a:gd name="connsiteX656" fmla="*/ 1367925 w 7467600"/>
              <a:gd name="connsiteY656" fmla="*/ 1135648 h 6858000"/>
              <a:gd name="connsiteX657" fmla="*/ 1771401 w 7467600"/>
              <a:gd name="connsiteY657" fmla="*/ 1806673 h 6858000"/>
              <a:gd name="connsiteX658" fmla="*/ 1972385 w 7467600"/>
              <a:gd name="connsiteY658" fmla="*/ 2198735 h 6858000"/>
              <a:gd name="connsiteX659" fmla="*/ 2040892 w 7467600"/>
              <a:gd name="connsiteY659" fmla="*/ 2405205 h 6858000"/>
              <a:gd name="connsiteX660" fmla="*/ 2131689 w 7467600"/>
              <a:gd name="connsiteY660" fmla="*/ 1936926 h 6858000"/>
              <a:gd name="connsiteX661" fmla="*/ 2454820 w 7467600"/>
              <a:gd name="connsiteY661" fmla="*/ 1248808 h 6858000"/>
              <a:gd name="connsiteX662" fmla="*/ 2492512 w 7467600"/>
              <a:gd name="connsiteY662" fmla="*/ 1302920 h 6858000"/>
              <a:gd name="connsiteX663" fmla="*/ 2081216 w 7467600"/>
              <a:gd name="connsiteY663" fmla="*/ 2527513 h 6858000"/>
              <a:gd name="connsiteX664" fmla="*/ 2081211 w 7467600"/>
              <a:gd name="connsiteY664" fmla="*/ 2528916 h 6858000"/>
              <a:gd name="connsiteX665" fmla="*/ 2199067 w 7467600"/>
              <a:gd name="connsiteY665" fmla="*/ 2884061 h 6858000"/>
              <a:gd name="connsiteX666" fmla="*/ 3192586 w 7467600"/>
              <a:gd name="connsiteY666" fmla="*/ 3411496 h 6858000"/>
              <a:gd name="connsiteX667" fmla="*/ 3182620 w 7467600"/>
              <a:gd name="connsiteY667" fmla="*/ 3483279 h 6858000"/>
              <a:gd name="connsiteX668" fmla="*/ 2435119 w 7467600"/>
              <a:gd name="connsiteY668" fmla="*/ 3080173 h 6858000"/>
              <a:gd name="connsiteX669" fmla="*/ 2410152 w 7467600"/>
              <a:gd name="connsiteY669" fmla="*/ 3063751 h 6858000"/>
              <a:gd name="connsiteX670" fmla="*/ 2408099 w 7467600"/>
              <a:gd name="connsiteY670" fmla="*/ 3064403 h 6858000"/>
              <a:gd name="connsiteX671" fmla="*/ 2407218 w 7467600"/>
              <a:gd name="connsiteY671" fmla="*/ 3070324 h 6858000"/>
              <a:gd name="connsiteX672" fmla="*/ 2380138 w 7467600"/>
              <a:gd name="connsiteY672" fmla="*/ 3099341 h 6858000"/>
              <a:gd name="connsiteX673" fmla="*/ 1765923 w 7467600"/>
              <a:gd name="connsiteY673" fmla="*/ 3581043 h 6858000"/>
              <a:gd name="connsiteX674" fmla="*/ 1702258 w 7467600"/>
              <a:gd name="connsiteY674" fmla="*/ 3612286 h 6858000"/>
              <a:gd name="connsiteX675" fmla="*/ 1538370 w 7467600"/>
              <a:gd name="connsiteY675" fmla="*/ 3811804 h 6858000"/>
              <a:gd name="connsiteX676" fmla="*/ 542867 w 7467600"/>
              <a:gd name="connsiteY676" fmla="*/ 4944092 h 6858000"/>
              <a:gd name="connsiteX677" fmla="*/ 515800 w 7467600"/>
              <a:gd name="connsiteY677" fmla="*/ 4862180 h 6858000"/>
              <a:gd name="connsiteX678" fmla="*/ 909145 w 7467600"/>
              <a:gd name="connsiteY678" fmla="*/ 4199225 h 6858000"/>
              <a:gd name="connsiteX679" fmla="*/ 1214067 w 7467600"/>
              <a:gd name="connsiteY679" fmla="*/ 3908561 h 6858000"/>
              <a:gd name="connsiteX680" fmla="*/ 640967 w 7467600"/>
              <a:gd name="connsiteY680" fmla="*/ 4105601 h 6858000"/>
              <a:gd name="connsiteX681" fmla="*/ 112563 w 7467600"/>
              <a:gd name="connsiteY681" fmla="*/ 4396952 h 6858000"/>
              <a:gd name="connsiteX682" fmla="*/ 0 w 7467600"/>
              <a:gd name="connsiteY682" fmla="*/ 4466006 h 6858000"/>
              <a:gd name="connsiteX683" fmla="*/ 0 w 7467600"/>
              <a:gd name="connsiteY683" fmla="*/ 4233763 h 6858000"/>
              <a:gd name="connsiteX684" fmla="*/ 36881 w 7467600"/>
              <a:gd name="connsiteY684" fmla="*/ 4200118 h 6858000"/>
              <a:gd name="connsiteX685" fmla="*/ 910534 w 7467600"/>
              <a:gd name="connsiteY685" fmla="*/ 3629753 h 6858000"/>
              <a:gd name="connsiteX686" fmla="*/ 1578717 w 7467600"/>
              <a:gd name="connsiteY686" fmla="*/ 3575982 h 6858000"/>
              <a:gd name="connsiteX687" fmla="*/ 2338780 w 7467600"/>
              <a:gd name="connsiteY687" fmla="*/ 3033725 h 6858000"/>
              <a:gd name="connsiteX688" fmla="*/ 1807991 w 7467600"/>
              <a:gd name="connsiteY688" fmla="*/ 2807184 h 6858000"/>
              <a:gd name="connsiteX689" fmla="*/ 1416358 w 7467600"/>
              <a:gd name="connsiteY689" fmla="*/ 3112571 h 6858000"/>
              <a:gd name="connsiteX690" fmla="*/ 939066 w 7467600"/>
              <a:gd name="connsiteY690" fmla="*/ 3378798 h 6858000"/>
              <a:gd name="connsiteX691" fmla="*/ 115099 w 7467600"/>
              <a:gd name="connsiteY691" fmla="*/ 3607650 h 6858000"/>
              <a:gd name="connsiteX692" fmla="*/ 97284 w 7467600"/>
              <a:gd name="connsiteY692" fmla="*/ 3520393 h 6858000"/>
              <a:gd name="connsiteX693" fmla="*/ 922050 w 7467600"/>
              <a:gd name="connsiteY693" fmla="*/ 3074867 h 6858000"/>
              <a:gd name="connsiteX694" fmla="*/ 1405265 w 7467600"/>
              <a:gd name="connsiteY694" fmla="*/ 3016319 h 6858000"/>
              <a:gd name="connsiteX695" fmla="*/ 1407512 w 7467600"/>
              <a:gd name="connsiteY695" fmla="*/ 3018001 h 6858000"/>
              <a:gd name="connsiteX696" fmla="*/ 1726266 w 7467600"/>
              <a:gd name="connsiteY696" fmla="*/ 2777274 h 6858000"/>
              <a:gd name="connsiteX697" fmla="*/ 625390 w 7467600"/>
              <a:gd name="connsiteY697" fmla="*/ 2514541 h 6858000"/>
              <a:gd name="connsiteX698" fmla="*/ 619799 w 7467600"/>
              <a:gd name="connsiteY698" fmla="*/ 2527180 h 6858000"/>
              <a:gd name="connsiteX699" fmla="*/ 310030 w 7467600"/>
              <a:gd name="connsiteY699" fmla="*/ 2771818 h 6858000"/>
              <a:gd name="connsiteX700" fmla="*/ 173877 w 7467600"/>
              <a:gd name="connsiteY700" fmla="*/ 2937056 h 6858000"/>
              <a:gd name="connsiteX701" fmla="*/ 77889 w 7467600"/>
              <a:gd name="connsiteY701" fmla="*/ 3138440 h 6858000"/>
              <a:gd name="connsiteX702" fmla="*/ 0 w 7467600"/>
              <a:gd name="connsiteY702" fmla="*/ 3271395 h 6858000"/>
              <a:gd name="connsiteX703" fmla="*/ 0 w 7467600"/>
              <a:gd name="connsiteY703" fmla="*/ 3153002 h 6858000"/>
              <a:gd name="connsiteX704" fmla="*/ 2386 w 7467600"/>
              <a:gd name="connsiteY704" fmla="*/ 3149203 h 6858000"/>
              <a:gd name="connsiteX705" fmla="*/ 89753 w 7467600"/>
              <a:gd name="connsiteY705" fmla="*/ 2987702 h 6858000"/>
              <a:gd name="connsiteX706" fmla="*/ 76869 w 7467600"/>
              <a:gd name="connsiteY706" fmla="*/ 3005404 h 6858000"/>
              <a:gd name="connsiteX707" fmla="*/ 32049 w 7467600"/>
              <a:gd name="connsiteY707" fmla="*/ 3065814 h 6858000"/>
              <a:gd name="connsiteX708" fmla="*/ 0 w 7467600"/>
              <a:gd name="connsiteY708" fmla="*/ 3108744 h 6858000"/>
              <a:gd name="connsiteX709" fmla="*/ 0 w 7467600"/>
              <a:gd name="connsiteY709" fmla="*/ 3058059 h 6858000"/>
              <a:gd name="connsiteX710" fmla="*/ 7610 w 7467600"/>
              <a:gd name="connsiteY710" fmla="*/ 3047889 h 6858000"/>
              <a:gd name="connsiteX711" fmla="*/ 52419 w 7467600"/>
              <a:gd name="connsiteY711" fmla="*/ 2987479 h 6858000"/>
              <a:gd name="connsiteX712" fmla="*/ 59142 w 7467600"/>
              <a:gd name="connsiteY712" fmla="*/ 2978488 h 6858000"/>
              <a:gd name="connsiteX713" fmla="*/ 0 w 7467600"/>
              <a:gd name="connsiteY713" fmla="*/ 3015334 h 6858000"/>
              <a:gd name="connsiteX714" fmla="*/ 0 w 7467600"/>
              <a:gd name="connsiteY714" fmla="*/ 2914286 h 6858000"/>
              <a:gd name="connsiteX715" fmla="*/ 36383 w 7467600"/>
              <a:gd name="connsiteY715" fmla="*/ 2901128 h 6858000"/>
              <a:gd name="connsiteX716" fmla="*/ 156329 w 7467600"/>
              <a:gd name="connsiteY716" fmla="*/ 2840533 h 6858000"/>
              <a:gd name="connsiteX717" fmla="*/ 358355 w 7467600"/>
              <a:gd name="connsiteY717" fmla="*/ 2620471 h 6858000"/>
              <a:gd name="connsiteX718" fmla="*/ 510577 w 7467600"/>
              <a:gd name="connsiteY718" fmla="*/ 2501244 h 6858000"/>
              <a:gd name="connsiteX719" fmla="*/ 211967 w 7467600"/>
              <a:gd name="connsiteY719" fmla="*/ 2479171 h 6858000"/>
              <a:gd name="connsiteX720" fmla="*/ 0 w 7467600"/>
              <a:gd name="connsiteY720" fmla="*/ 2476398 h 6858000"/>
              <a:gd name="connsiteX721" fmla="*/ 0 w 7467600"/>
              <a:gd name="connsiteY721" fmla="*/ 2389189 h 6858000"/>
              <a:gd name="connsiteX722" fmla="*/ 103062 w 7467600"/>
              <a:gd name="connsiteY722" fmla="*/ 2389518 h 6858000"/>
              <a:gd name="connsiteX723" fmla="*/ 510734 w 7467600"/>
              <a:gd name="connsiteY723" fmla="*/ 2416201 h 6858000"/>
              <a:gd name="connsiteX724" fmla="*/ 279257 w 7467600"/>
              <a:gd name="connsiteY724" fmla="*/ 2092102 h 6858000"/>
              <a:gd name="connsiteX725" fmla="*/ 65265 w 7467600"/>
              <a:gd name="connsiteY725" fmla="*/ 2006049 h 6858000"/>
              <a:gd name="connsiteX726" fmla="*/ 0 w 7467600"/>
              <a:gd name="connsiteY726" fmla="*/ 1982532 h 6858000"/>
              <a:gd name="connsiteX727" fmla="*/ 0 w 7467600"/>
              <a:gd name="connsiteY727" fmla="*/ 1912789 h 6858000"/>
              <a:gd name="connsiteX728" fmla="*/ 97460 w 7467600"/>
              <a:gd name="connsiteY728" fmla="*/ 1953725 h 6858000"/>
              <a:gd name="connsiteX729" fmla="*/ 221272 w 7467600"/>
              <a:gd name="connsiteY729" fmla="*/ 1980766 h 6858000"/>
              <a:gd name="connsiteX730" fmla="*/ 116765 w 7467600"/>
              <a:gd name="connsiteY730" fmla="*/ 1911033 h 6858000"/>
              <a:gd name="connsiteX731" fmla="*/ 16405 w 7467600"/>
              <a:gd name="connsiteY731" fmla="*/ 1803412 h 6858000"/>
              <a:gd name="connsiteX732" fmla="*/ 0 w 7467600"/>
              <a:gd name="connsiteY732" fmla="*/ 1784777 h 6858000"/>
              <a:gd name="connsiteX733" fmla="*/ 0 w 7467600"/>
              <a:gd name="connsiteY733" fmla="*/ 1740082 h 6858000"/>
              <a:gd name="connsiteX734" fmla="*/ 39394 w 7467600"/>
              <a:gd name="connsiteY734" fmla="*/ 1784856 h 6858000"/>
              <a:gd name="connsiteX735" fmla="*/ 135813 w 7467600"/>
              <a:gd name="connsiteY735" fmla="*/ 1888838 h 6858000"/>
              <a:gd name="connsiteX736" fmla="*/ 242575 w 7467600"/>
              <a:gd name="connsiteY736" fmla="*/ 1958841 h 6858000"/>
              <a:gd name="connsiteX737" fmla="*/ 82197 w 7467600"/>
              <a:gd name="connsiteY737" fmla="*/ 1754826 h 6858000"/>
              <a:gd name="connsiteX738" fmla="*/ 0 w 7467600"/>
              <a:gd name="connsiteY738" fmla="*/ 1679650 h 6858000"/>
              <a:gd name="connsiteX739" fmla="*/ 0 w 7467600"/>
              <a:gd name="connsiteY739" fmla="*/ 1602463 h 6858000"/>
              <a:gd name="connsiteX740" fmla="*/ 84689 w 7467600"/>
              <a:gd name="connsiteY740" fmla="*/ 1677442 h 6858000"/>
              <a:gd name="connsiteX741" fmla="*/ 298437 w 7467600"/>
              <a:gd name="connsiteY741" fmla="*/ 1968019 h 6858000"/>
              <a:gd name="connsiteX742" fmla="*/ 227269 w 7467600"/>
              <a:gd name="connsiteY742" fmla="*/ 1114064 h 6858000"/>
              <a:gd name="connsiteX743" fmla="*/ 248003 w 7467600"/>
              <a:gd name="connsiteY743" fmla="*/ 1089613 h 6858000"/>
              <a:gd name="connsiteX744" fmla="*/ 427020 w 7467600"/>
              <a:gd name="connsiteY744" fmla="*/ 1619803 h 6858000"/>
              <a:gd name="connsiteX745" fmla="*/ 340345 w 7467600"/>
              <a:gd name="connsiteY745" fmla="*/ 2027739 h 6858000"/>
              <a:gd name="connsiteX746" fmla="*/ 360865 w 7467600"/>
              <a:gd name="connsiteY746" fmla="*/ 2044827 h 6858000"/>
              <a:gd name="connsiteX747" fmla="*/ 560414 w 7467600"/>
              <a:gd name="connsiteY747" fmla="*/ 2421457 h 6858000"/>
              <a:gd name="connsiteX748" fmla="*/ 1359703 w 7467600"/>
              <a:gd name="connsiteY748" fmla="*/ 2578554 h 6858000"/>
              <a:gd name="connsiteX749" fmla="*/ 1359422 w 7467600"/>
              <a:gd name="connsiteY749" fmla="*/ 2577994 h 6858000"/>
              <a:gd name="connsiteX750" fmla="*/ 828701 w 7467600"/>
              <a:gd name="connsiteY750" fmla="*/ 1839520 h 6858000"/>
              <a:gd name="connsiteX751" fmla="*/ 494427 w 7467600"/>
              <a:gd name="connsiteY751" fmla="*/ 1092333 h 6858000"/>
              <a:gd name="connsiteX752" fmla="*/ 506322 w 7467600"/>
              <a:gd name="connsiteY752" fmla="*/ 1020997 h 6858000"/>
              <a:gd name="connsiteX753" fmla="*/ 4570198 w 7467600"/>
              <a:gd name="connsiteY753" fmla="*/ 978081 h 6858000"/>
              <a:gd name="connsiteX754" fmla="*/ 4523691 w 7467600"/>
              <a:gd name="connsiteY754" fmla="*/ 1127776 h 6858000"/>
              <a:gd name="connsiteX755" fmla="*/ 4509875 w 7467600"/>
              <a:gd name="connsiteY755" fmla="*/ 1167552 h 6858000"/>
              <a:gd name="connsiteX756" fmla="*/ 4478168 w 7467600"/>
              <a:gd name="connsiteY756" fmla="*/ 1260735 h 6858000"/>
              <a:gd name="connsiteX757" fmla="*/ 4409309 w 7467600"/>
              <a:gd name="connsiteY757" fmla="*/ 1666996 h 6858000"/>
              <a:gd name="connsiteX758" fmla="*/ 4370031 w 7467600"/>
              <a:gd name="connsiteY758" fmla="*/ 1955666 h 6858000"/>
              <a:gd name="connsiteX759" fmla="*/ 4570198 w 7467600"/>
              <a:gd name="connsiteY759" fmla="*/ 978081 h 6858000"/>
              <a:gd name="connsiteX760" fmla="*/ 4557898 w 7467600"/>
              <a:gd name="connsiteY760" fmla="*/ 900011 h 6858000"/>
              <a:gd name="connsiteX761" fmla="*/ 4344840 w 7467600"/>
              <a:gd name="connsiteY761" fmla="*/ 1922038 h 6858000"/>
              <a:gd name="connsiteX762" fmla="*/ 4378710 w 7467600"/>
              <a:gd name="connsiteY762" fmla="*/ 1665516 h 6858000"/>
              <a:gd name="connsiteX763" fmla="*/ 4448798 w 7467600"/>
              <a:gd name="connsiteY763" fmla="*/ 1253024 h 6858000"/>
              <a:gd name="connsiteX764" fmla="*/ 4480315 w 7467600"/>
              <a:gd name="connsiteY764" fmla="*/ 1158454 h 6858000"/>
              <a:gd name="connsiteX765" fmla="*/ 4494133 w 7467600"/>
              <a:gd name="connsiteY765" fmla="*/ 1118676 h 6858000"/>
              <a:gd name="connsiteX766" fmla="*/ 4557898 w 7467600"/>
              <a:gd name="connsiteY766" fmla="*/ 900011 h 6858000"/>
              <a:gd name="connsiteX767" fmla="*/ 5870151 w 7467600"/>
              <a:gd name="connsiteY767" fmla="*/ 898890 h 6858000"/>
              <a:gd name="connsiteX768" fmla="*/ 5861335 w 7467600"/>
              <a:gd name="connsiteY768" fmla="*/ 899177 h 6858000"/>
              <a:gd name="connsiteX769" fmla="*/ 5843702 w 7467600"/>
              <a:gd name="connsiteY769" fmla="*/ 899748 h 6858000"/>
              <a:gd name="connsiteX770" fmla="*/ 5651107 w 7467600"/>
              <a:gd name="connsiteY770" fmla="*/ 920306 h 6858000"/>
              <a:gd name="connsiteX771" fmla="*/ 5459407 w 7467600"/>
              <a:gd name="connsiteY771" fmla="*/ 940975 h 6858000"/>
              <a:gd name="connsiteX772" fmla="*/ 5374846 w 7467600"/>
              <a:gd name="connsiteY772" fmla="*/ 941988 h 6858000"/>
              <a:gd name="connsiteX773" fmla="*/ 5256105 w 7467600"/>
              <a:gd name="connsiteY773" fmla="*/ 945632 h 6858000"/>
              <a:gd name="connsiteX774" fmla="*/ 5107071 w 7467600"/>
              <a:gd name="connsiteY774" fmla="*/ 969720 h 6858000"/>
              <a:gd name="connsiteX775" fmla="*/ 4998681 w 7467600"/>
              <a:gd name="connsiteY775" fmla="*/ 988771 h 6858000"/>
              <a:gd name="connsiteX776" fmla="*/ 5870151 w 7467600"/>
              <a:gd name="connsiteY776" fmla="*/ 898890 h 6858000"/>
              <a:gd name="connsiteX777" fmla="*/ 5504425 w 7467600"/>
              <a:gd name="connsiteY777" fmla="*/ 848067 h 6858000"/>
              <a:gd name="connsiteX778" fmla="*/ 4968849 w 7467600"/>
              <a:gd name="connsiteY778" fmla="*/ 962318 h 6858000"/>
              <a:gd name="connsiteX779" fmla="*/ 5104039 w 7467600"/>
              <a:gd name="connsiteY779" fmla="*/ 940634 h 6858000"/>
              <a:gd name="connsiteX780" fmla="*/ 5256311 w 7467600"/>
              <a:gd name="connsiteY780" fmla="*/ 916490 h 6858000"/>
              <a:gd name="connsiteX781" fmla="*/ 5377381 w 7467600"/>
              <a:gd name="connsiteY781" fmla="*/ 912671 h 6858000"/>
              <a:gd name="connsiteX782" fmla="*/ 5460148 w 7467600"/>
              <a:gd name="connsiteY782" fmla="*/ 911442 h 6858000"/>
              <a:gd name="connsiteX783" fmla="*/ 5648971 w 7467600"/>
              <a:gd name="connsiteY783" fmla="*/ 891331 h 6858000"/>
              <a:gd name="connsiteX784" fmla="*/ 5844807 w 7467600"/>
              <a:gd name="connsiteY784" fmla="*/ 870718 h 6858000"/>
              <a:gd name="connsiteX785" fmla="*/ 5862975 w 7467600"/>
              <a:gd name="connsiteY785" fmla="*/ 869756 h 6858000"/>
              <a:gd name="connsiteX786" fmla="*/ 5920887 w 7467600"/>
              <a:gd name="connsiteY786" fmla="*/ 865929 h 6858000"/>
              <a:gd name="connsiteX787" fmla="*/ 5504425 w 7467600"/>
              <a:gd name="connsiteY787" fmla="*/ 848067 h 6858000"/>
              <a:gd name="connsiteX788" fmla="*/ 3607114 w 7467600"/>
              <a:gd name="connsiteY788" fmla="*/ 467441 h 6858000"/>
              <a:gd name="connsiteX789" fmla="*/ 3296242 w 7467600"/>
              <a:gd name="connsiteY789" fmla="*/ 807991 h 6858000"/>
              <a:gd name="connsiteX790" fmla="*/ 3174674 w 7467600"/>
              <a:gd name="connsiteY790" fmla="*/ 919759 h 6858000"/>
              <a:gd name="connsiteX791" fmla="*/ 3042978 w 7467600"/>
              <a:gd name="connsiteY791" fmla="*/ 1054894 h 6858000"/>
              <a:gd name="connsiteX792" fmla="*/ 2968914 w 7467600"/>
              <a:gd name="connsiteY792" fmla="*/ 1133756 h 6858000"/>
              <a:gd name="connsiteX793" fmla="*/ 3103823 w 7467600"/>
              <a:gd name="connsiteY793" fmla="*/ 1026814 h 6858000"/>
              <a:gd name="connsiteX794" fmla="*/ 3607114 w 7467600"/>
              <a:gd name="connsiteY794" fmla="*/ 467441 h 6858000"/>
              <a:gd name="connsiteX795" fmla="*/ 3744487 w 7467600"/>
              <a:gd name="connsiteY795" fmla="*/ 383136 h 6858000"/>
              <a:gd name="connsiteX796" fmla="*/ 3970213 w 7467600"/>
              <a:gd name="connsiteY796" fmla="*/ 995559 h 6858000"/>
              <a:gd name="connsiteX797" fmla="*/ 3744487 w 7467600"/>
              <a:gd name="connsiteY797" fmla="*/ 383136 h 6858000"/>
              <a:gd name="connsiteX798" fmla="*/ 3624562 w 7467600"/>
              <a:gd name="connsiteY798" fmla="*/ 367041 h 6858000"/>
              <a:gd name="connsiteX799" fmla="*/ 3489712 w 7467600"/>
              <a:gd name="connsiteY799" fmla="*/ 485386 h 6858000"/>
              <a:gd name="connsiteX800" fmla="*/ 3182994 w 7467600"/>
              <a:gd name="connsiteY800" fmla="*/ 828265 h 6858000"/>
              <a:gd name="connsiteX801" fmla="*/ 2892114 w 7467600"/>
              <a:gd name="connsiteY801" fmla="*/ 1172635 h 6858000"/>
              <a:gd name="connsiteX802" fmla="*/ 3021459 w 7467600"/>
              <a:gd name="connsiteY802" fmla="*/ 1035385 h 6858000"/>
              <a:gd name="connsiteX803" fmla="*/ 3153873 w 7467600"/>
              <a:gd name="connsiteY803" fmla="*/ 898971 h 6858000"/>
              <a:gd name="connsiteX804" fmla="*/ 3276511 w 7467600"/>
              <a:gd name="connsiteY804" fmla="*/ 786423 h 6858000"/>
              <a:gd name="connsiteX805" fmla="*/ 3584154 w 7467600"/>
              <a:gd name="connsiteY805" fmla="*/ 448218 h 6858000"/>
              <a:gd name="connsiteX806" fmla="*/ 3624562 w 7467600"/>
              <a:gd name="connsiteY806" fmla="*/ 367041 h 6858000"/>
              <a:gd name="connsiteX807" fmla="*/ 3766672 w 7467600"/>
              <a:gd name="connsiteY807" fmla="*/ 359429 h 6858000"/>
              <a:gd name="connsiteX808" fmla="*/ 3996338 w 7467600"/>
              <a:gd name="connsiteY808" fmla="*/ 968237 h 6858000"/>
              <a:gd name="connsiteX809" fmla="*/ 3766672 w 7467600"/>
              <a:gd name="connsiteY809" fmla="*/ 359429 h 6858000"/>
              <a:gd name="connsiteX810" fmla="*/ 5805386 w 7467600"/>
              <a:gd name="connsiteY810" fmla="*/ 239240 h 6858000"/>
              <a:gd name="connsiteX811" fmla="*/ 5736947 w 7467600"/>
              <a:gd name="connsiteY811" fmla="*/ 261367 h 6858000"/>
              <a:gd name="connsiteX812" fmla="*/ 5427012 w 7467600"/>
              <a:gd name="connsiteY812" fmla="*/ 311272 h 6858000"/>
              <a:gd name="connsiteX813" fmla="*/ 5147818 w 7467600"/>
              <a:gd name="connsiteY813" fmla="*/ 322112 h 6858000"/>
              <a:gd name="connsiteX814" fmla="*/ 5060854 w 7467600"/>
              <a:gd name="connsiteY814" fmla="*/ 311882 h 6858000"/>
              <a:gd name="connsiteX815" fmla="*/ 4945989 w 7467600"/>
              <a:gd name="connsiteY815" fmla="*/ 300516 h 6858000"/>
              <a:gd name="connsiteX816" fmla="*/ 5410479 w 7467600"/>
              <a:gd name="connsiteY816" fmla="*/ 348434 h 6858000"/>
              <a:gd name="connsiteX817" fmla="*/ 5805386 w 7467600"/>
              <a:gd name="connsiteY817" fmla="*/ 239240 h 6858000"/>
              <a:gd name="connsiteX818" fmla="*/ 5905192 w 7467600"/>
              <a:gd name="connsiteY818" fmla="*/ 163079 h 6858000"/>
              <a:gd name="connsiteX819" fmla="*/ 5865655 w 7467600"/>
              <a:gd name="connsiteY819" fmla="*/ 171901 h 6858000"/>
              <a:gd name="connsiteX820" fmla="*/ 5259740 w 7467600"/>
              <a:gd name="connsiteY820" fmla="*/ 257013 h 6858000"/>
              <a:gd name="connsiteX821" fmla="*/ 5208466 w 7467600"/>
              <a:gd name="connsiteY821" fmla="*/ 257550 h 6858000"/>
              <a:gd name="connsiteX822" fmla="*/ 4980204 w 7467600"/>
              <a:gd name="connsiteY822" fmla="*/ 271903 h 6858000"/>
              <a:gd name="connsiteX823" fmla="*/ 5068068 w 7467600"/>
              <a:gd name="connsiteY823" fmla="*/ 282244 h 6858000"/>
              <a:gd name="connsiteX824" fmla="*/ 5153231 w 7467600"/>
              <a:gd name="connsiteY824" fmla="*/ 292240 h 6858000"/>
              <a:gd name="connsiteX825" fmla="*/ 5426491 w 7467600"/>
              <a:gd name="connsiteY825" fmla="*/ 281128 h 6858000"/>
              <a:gd name="connsiteX826" fmla="*/ 5731212 w 7467600"/>
              <a:gd name="connsiteY826" fmla="*/ 231951 h 6858000"/>
              <a:gd name="connsiteX827" fmla="*/ 5905192 w 7467600"/>
              <a:gd name="connsiteY827" fmla="*/ 163079 h 6858000"/>
              <a:gd name="connsiteX828" fmla="*/ 5944437 w 7467600"/>
              <a:gd name="connsiteY828" fmla="*/ 113829 h 6858000"/>
              <a:gd name="connsiteX829" fmla="*/ 5825032 w 7467600"/>
              <a:gd name="connsiteY829" fmla="*/ 146405 h 6858000"/>
              <a:gd name="connsiteX830" fmla="*/ 4955599 w 7467600"/>
              <a:gd name="connsiteY830" fmla="*/ 247008 h 6858000"/>
              <a:gd name="connsiteX831" fmla="*/ 5210104 w 7467600"/>
              <a:gd name="connsiteY831" fmla="*/ 228123 h 6858000"/>
              <a:gd name="connsiteX832" fmla="*/ 5261015 w 7467600"/>
              <a:gd name="connsiteY832" fmla="*/ 227087 h 6858000"/>
              <a:gd name="connsiteX833" fmla="*/ 5861181 w 7467600"/>
              <a:gd name="connsiteY833" fmla="*/ 143093 h 6858000"/>
              <a:gd name="connsiteX834" fmla="*/ 5961252 w 7467600"/>
              <a:gd name="connsiteY834" fmla="*/ 114820 h 6858000"/>
              <a:gd name="connsiteX835" fmla="*/ 5944437 w 7467600"/>
              <a:gd name="connsiteY835" fmla="*/ 113829 h 6858000"/>
              <a:gd name="connsiteX836" fmla="*/ 3882765 w 7467600"/>
              <a:gd name="connsiteY836" fmla="*/ 0 h 6858000"/>
              <a:gd name="connsiteX837" fmla="*/ 3995099 w 7467600"/>
              <a:gd name="connsiteY837" fmla="*/ 0 h 6858000"/>
              <a:gd name="connsiteX838" fmla="*/ 4163818 w 7467600"/>
              <a:gd name="connsiteY838" fmla="*/ 234104 h 6858000"/>
              <a:gd name="connsiteX839" fmla="*/ 4172099 w 7467600"/>
              <a:gd name="connsiteY839" fmla="*/ 234207 h 6858000"/>
              <a:gd name="connsiteX840" fmla="*/ 4784282 w 7467600"/>
              <a:gd name="connsiteY840" fmla="*/ 276561 h 6858000"/>
              <a:gd name="connsiteX841" fmla="*/ 4801687 w 7467600"/>
              <a:gd name="connsiteY841" fmla="*/ 267764 h 6858000"/>
              <a:gd name="connsiteX842" fmla="*/ 6082788 w 7467600"/>
              <a:gd name="connsiteY842" fmla="*/ 64119 h 6858000"/>
              <a:gd name="connsiteX843" fmla="*/ 6099442 w 7467600"/>
              <a:gd name="connsiteY843" fmla="*/ 82568 h 6858000"/>
              <a:gd name="connsiteX844" fmla="*/ 4804137 w 7467600"/>
              <a:gd name="connsiteY844" fmla="*/ 320931 h 6858000"/>
              <a:gd name="connsiteX845" fmla="*/ 4227047 w 7467600"/>
              <a:gd name="connsiteY845" fmla="*/ 313415 h 6858000"/>
              <a:gd name="connsiteX846" fmla="*/ 4346041 w 7467600"/>
              <a:gd name="connsiteY846" fmla="*/ 456086 h 6858000"/>
              <a:gd name="connsiteX847" fmla="*/ 4870967 w 7467600"/>
              <a:gd name="connsiteY847" fmla="*/ 963061 h 6858000"/>
              <a:gd name="connsiteX848" fmla="*/ 4889647 w 7467600"/>
              <a:gd name="connsiteY848" fmla="*/ 957147 h 6858000"/>
              <a:gd name="connsiteX849" fmla="*/ 5422504 w 7467600"/>
              <a:gd name="connsiteY849" fmla="*/ 805191 h 6858000"/>
              <a:gd name="connsiteX850" fmla="*/ 6087656 w 7467600"/>
              <a:gd name="connsiteY850" fmla="*/ 826703 h 6858000"/>
              <a:gd name="connsiteX851" fmla="*/ 6058717 w 7467600"/>
              <a:gd name="connsiteY851" fmla="*/ 865992 h 6858000"/>
              <a:gd name="connsiteX852" fmla="*/ 4974153 w 7467600"/>
              <a:gd name="connsiteY852" fmla="*/ 1045456 h 6858000"/>
              <a:gd name="connsiteX853" fmla="*/ 5627835 w 7467600"/>
              <a:gd name="connsiteY853" fmla="*/ 1472077 h 6858000"/>
              <a:gd name="connsiteX854" fmla="*/ 5629817 w 7467600"/>
              <a:gd name="connsiteY854" fmla="*/ 1471412 h 6858000"/>
              <a:gd name="connsiteX855" fmla="*/ 5634124 w 7467600"/>
              <a:gd name="connsiteY855" fmla="*/ 1470572 h 6858000"/>
              <a:gd name="connsiteX856" fmla="*/ 5755832 w 7467600"/>
              <a:gd name="connsiteY856" fmla="*/ 1383886 h 6858000"/>
              <a:gd name="connsiteX857" fmla="*/ 6014186 w 7467600"/>
              <a:gd name="connsiteY857" fmla="*/ 1279799 h 6858000"/>
              <a:gd name="connsiteX858" fmla="*/ 6901619 w 7467600"/>
              <a:gd name="connsiteY858" fmla="*/ 1047874 h 6858000"/>
              <a:gd name="connsiteX859" fmla="*/ 6931566 w 7467600"/>
              <a:gd name="connsiteY859" fmla="*/ 1062034 h 6858000"/>
              <a:gd name="connsiteX860" fmla="*/ 5790982 w 7467600"/>
              <a:gd name="connsiteY860" fmla="*/ 1561380 h 6858000"/>
              <a:gd name="connsiteX861" fmla="*/ 6188971 w 7467600"/>
              <a:gd name="connsiteY861" fmla="*/ 1755168 h 6858000"/>
              <a:gd name="connsiteX862" fmla="*/ 6202446 w 7467600"/>
              <a:gd name="connsiteY862" fmla="*/ 1752268 h 6858000"/>
              <a:gd name="connsiteX863" fmla="*/ 7179560 w 7467600"/>
              <a:gd name="connsiteY863" fmla="*/ 1467551 h 6858000"/>
              <a:gd name="connsiteX864" fmla="*/ 7158730 w 7467600"/>
              <a:gd name="connsiteY864" fmla="*/ 1507835 h 6858000"/>
              <a:gd name="connsiteX865" fmla="*/ 6326959 w 7467600"/>
              <a:gd name="connsiteY865" fmla="*/ 1817686 h 6858000"/>
              <a:gd name="connsiteX866" fmla="*/ 6537433 w 7467600"/>
              <a:gd name="connsiteY866" fmla="*/ 1907790 h 6858000"/>
              <a:gd name="connsiteX867" fmla="*/ 6550221 w 7467600"/>
              <a:gd name="connsiteY867" fmla="*/ 1910729 h 6858000"/>
              <a:gd name="connsiteX868" fmla="*/ 6964438 w 7467600"/>
              <a:gd name="connsiteY868" fmla="*/ 2209505 h 6858000"/>
              <a:gd name="connsiteX869" fmla="*/ 7367862 w 7467600"/>
              <a:gd name="connsiteY869" fmla="*/ 2806833 h 6858000"/>
              <a:gd name="connsiteX870" fmla="*/ 7364329 w 7467600"/>
              <a:gd name="connsiteY870" fmla="*/ 2826907 h 6858000"/>
              <a:gd name="connsiteX871" fmla="*/ 7290545 w 7467600"/>
              <a:gd name="connsiteY871" fmla="*/ 2850663 h 6858000"/>
              <a:gd name="connsiteX872" fmla="*/ 6472036 w 7467600"/>
              <a:gd name="connsiteY872" fmla="*/ 1959003 h 6858000"/>
              <a:gd name="connsiteX873" fmla="*/ 5792897 w 7467600"/>
              <a:gd name="connsiteY873" fmla="*/ 1647747 h 6858000"/>
              <a:gd name="connsiteX874" fmla="*/ 5842751 w 7467600"/>
              <a:gd name="connsiteY874" fmla="*/ 1816112 h 6858000"/>
              <a:gd name="connsiteX875" fmla="*/ 5847424 w 7467600"/>
              <a:gd name="connsiteY875" fmla="*/ 1815776 h 6858000"/>
              <a:gd name="connsiteX876" fmla="*/ 6399821 w 7467600"/>
              <a:gd name="connsiteY876" fmla="*/ 2344799 h 6858000"/>
              <a:gd name="connsiteX877" fmla="*/ 6323232 w 7467600"/>
              <a:gd name="connsiteY877" fmla="*/ 2389634 h 6858000"/>
              <a:gd name="connsiteX878" fmla="*/ 5942958 w 7467600"/>
              <a:gd name="connsiteY878" fmla="*/ 2077708 h 6858000"/>
              <a:gd name="connsiteX879" fmla="*/ 5921559 w 7467600"/>
              <a:gd name="connsiteY879" fmla="*/ 2378596 h 6858000"/>
              <a:gd name="connsiteX880" fmla="*/ 5817651 w 7467600"/>
              <a:gd name="connsiteY880" fmla="*/ 3023919 h 6858000"/>
              <a:gd name="connsiteX881" fmla="*/ 5729634 w 7467600"/>
              <a:gd name="connsiteY881" fmla="*/ 3051849 h 6858000"/>
              <a:gd name="connsiteX882" fmla="*/ 5611018 w 7467600"/>
              <a:gd name="connsiteY882" fmla="*/ 2316769 h 6858000"/>
              <a:gd name="connsiteX883" fmla="*/ 5687608 w 7467600"/>
              <a:gd name="connsiteY883" fmla="*/ 2039972 h 6858000"/>
              <a:gd name="connsiteX884" fmla="*/ 5657554 w 7467600"/>
              <a:gd name="connsiteY884" fmla="*/ 1576445 h 6858000"/>
              <a:gd name="connsiteX885" fmla="*/ 5150475 w 7467600"/>
              <a:gd name="connsiteY885" fmla="*/ 1274012 h 6858000"/>
              <a:gd name="connsiteX886" fmla="*/ 5349142 w 7467600"/>
              <a:gd name="connsiteY886" fmla="*/ 2204405 h 6858000"/>
              <a:gd name="connsiteX887" fmla="*/ 5262214 w 7467600"/>
              <a:gd name="connsiteY887" fmla="*/ 2233836 h 6858000"/>
              <a:gd name="connsiteX888" fmla="*/ 4981539 w 7467600"/>
              <a:gd name="connsiteY888" fmla="*/ 1542201 h 6858000"/>
              <a:gd name="connsiteX889" fmla="*/ 4958461 w 7467600"/>
              <a:gd name="connsiteY889" fmla="*/ 1136957 h 6858000"/>
              <a:gd name="connsiteX890" fmla="*/ 4655015 w 7467600"/>
              <a:gd name="connsiteY890" fmla="*/ 891426 h 6858000"/>
              <a:gd name="connsiteX891" fmla="*/ 4348002 w 7467600"/>
              <a:gd name="connsiteY891" fmla="*/ 2205895 h 6858000"/>
              <a:gd name="connsiteX892" fmla="*/ 4262250 w 7467600"/>
              <a:gd name="connsiteY892" fmla="*/ 2219972 h 6858000"/>
              <a:gd name="connsiteX893" fmla="*/ 4550611 w 7467600"/>
              <a:gd name="connsiteY893" fmla="*/ 817540 h 6858000"/>
              <a:gd name="connsiteX894" fmla="*/ 4564418 w 7467600"/>
              <a:gd name="connsiteY894" fmla="*/ 808293 h 6858000"/>
              <a:gd name="connsiteX895" fmla="*/ 4266388 w 7467600"/>
              <a:gd name="connsiteY895" fmla="*/ 500083 h 6858000"/>
              <a:gd name="connsiteX896" fmla="*/ 4032842 w 7467600"/>
              <a:gd name="connsiteY896" fmla="*/ 211809 h 6858000"/>
              <a:gd name="connsiteX897" fmla="*/ 3882765 w 7467600"/>
              <a:gd name="connsiteY897" fmla="*/ 0 h 6858000"/>
              <a:gd name="connsiteX898" fmla="*/ 3721337 w 7467600"/>
              <a:gd name="connsiteY898" fmla="*/ 0 h 6858000"/>
              <a:gd name="connsiteX899" fmla="*/ 3797544 w 7467600"/>
              <a:gd name="connsiteY899" fmla="*/ 0 h 6858000"/>
              <a:gd name="connsiteX900" fmla="*/ 3775734 w 7467600"/>
              <a:gd name="connsiteY900" fmla="*/ 95131 h 6858000"/>
              <a:gd name="connsiteX901" fmla="*/ 3724807 w 7467600"/>
              <a:gd name="connsiteY901" fmla="*/ 272257 h 6858000"/>
              <a:gd name="connsiteX902" fmla="*/ 3726844 w 7467600"/>
              <a:gd name="connsiteY902" fmla="*/ 282988 h 6858000"/>
              <a:gd name="connsiteX903" fmla="*/ 3742664 w 7467600"/>
              <a:gd name="connsiteY903" fmla="*/ 279918 h 6858000"/>
              <a:gd name="connsiteX904" fmla="*/ 4103910 w 7467600"/>
              <a:gd name="connsiteY904" fmla="*/ 1161917 h 6858000"/>
              <a:gd name="connsiteX905" fmla="*/ 4020269 w 7467600"/>
              <a:gd name="connsiteY905" fmla="*/ 1200406 h 6858000"/>
              <a:gd name="connsiteX906" fmla="*/ 3674882 w 7467600"/>
              <a:gd name="connsiteY906" fmla="*/ 488524 h 6858000"/>
              <a:gd name="connsiteX907" fmla="*/ 3132682 w 7467600"/>
              <a:gd name="connsiteY907" fmla="*/ 1072284 h 6858000"/>
              <a:gd name="connsiteX908" fmla="*/ 2716346 w 7467600"/>
              <a:gd name="connsiteY908" fmla="*/ 1276376 h 6858000"/>
              <a:gd name="connsiteX909" fmla="*/ 2716772 w 7467600"/>
              <a:gd name="connsiteY909" fmla="*/ 1255462 h 6858000"/>
              <a:gd name="connsiteX910" fmla="*/ 3471096 w 7467600"/>
              <a:gd name="connsiteY910" fmla="*/ 437072 h 6858000"/>
              <a:gd name="connsiteX911" fmla="*/ 3639057 w 7467600"/>
              <a:gd name="connsiteY911" fmla="*/ 286334 h 6858000"/>
              <a:gd name="connsiteX912" fmla="*/ 3640309 w 7467600"/>
              <a:gd name="connsiteY912" fmla="*/ 284664 h 6858000"/>
              <a:gd name="connsiteX913" fmla="*/ 3646022 w 7467600"/>
              <a:gd name="connsiteY913" fmla="*/ 276711 h 6858000"/>
              <a:gd name="connsiteX914" fmla="*/ 3707943 w 7467600"/>
              <a:gd name="connsiteY914" fmla="*/ 65958 h 6858000"/>
              <a:gd name="connsiteX915" fmla="*/ 3721337 w 7467600"/>
              <a:gd name="connsiteY915" fmla="*/ 0 h 6858000"/>
              <a:gd name="connsiteX916" fmla="*/ 2867960 w 7467600"/>
              <a:gd name="connsiteY916" fmla="*/ 0 h 6858000"/>
              <a:gd name="connsiteX917" fmla="*/ 2926351 w 7467600"/>
              <a:gd name="connsiteY917" fmla="*/ 0 h 6858000"/>
              <a:gd name="connsiteX918" fmla="*/ 2902823 w 7467600"/>
              <a:gd name="connsiteY918" fmla="*/ 262929 h 6858000"/>
              <a:gd name="connsiteX919" fmla="*/ 2940663 w 7467600"/>
              <a:gd name="connsiteY919" fmla="*/ 140884 h 6858000"/>
              <a:gd name="connsiteX920" fmla="*/ 2947039 w 7467600"/>
              <a:gd name="connsiteY920" fmla="*/ 122524 h 6858000"/>
              <a:gd name="connsiteX921" fmla="*/ 2984316 w 7467600"/>
              <a:gd name="connsiteY921" fmla="*/ 0 h 6858000"/>
              <a:gd name="connsiteX922" fmla="*/ 3016114 w 7467600"/>
              <a:gd name="connsiteY922" fmla="*/ 0 h 6858000"/>
              <a:gd name="connsiteX923" fmla="*/ 2979949 w 7467600"/>
              <a:gd name="connsiteY923" fmla="*/ 119274 h 6858000"/>
              <a:gd name="connsiteX924" fmla="*/ 3023879 w 7467600"/>
              <a:gd name="connsiteY924" fmla="*/ 0 h 6858000"/>
              <a:gd name="connsiteX925" fmla="*/ 3105400 w 7467600"/>
              <a:gd name="connsiteY925" fmla="*/ 0 h 6858000"/>
              <a:gd name="connsiteX926" fmla="*/ 3094669 w 7467600"/>
              <a:gd name="connsiteY926" fmla="*/ 30308 h 6858000"/>
              <a:gd name="connsiteX927" fmla="*/ 2901945 w 7467600"/>
              <a:gd name="connsiteY927" fmla="*/ 466538 h 6858000"/>
              <a:gd name="connsiteX928" fmla="*/ 2815209 w 7467600"/>
              <a:gd name="connsiteY928" fmla="*/ 497361 h 6858000"/>
              <a:gd name="connsiteX929" fmla="*/ 2844845 w 7467600"/>
              <a:gd name="connsiteY929" fmla="*/ 127638 h 6858000"/>
              <a:gd name="connsiteX930" fmla="*/ 2867960 w 7467600"/>
              <a:gd name="connsiteY930" fmla="*/ 0 h 6858000"/>
              <a:gd name="connsiteX931" fmla="*/ 1057230 w 7467600"/>
              <a:gd name="connsiteY931" fmla="*/ 0 h 6858000"/>
              <a:gd name="connsiteX932" fmla="*/ 1111003 w 7467600"/>
              <a:gd name="connsiteY932" fmla="*/ 0 h 6858000"/>
              <a:gd name="connsiteX933" fmla="*/ 1125553 w 7467600"/>
              <a:gd name="connsiteY933" fmla="*/ 52588 h 6858000"/>
              <a:gd name="connsiteX934" fmla="*/ 1304276 w 7467600"/>
              <a:gd name="connsiteY934" fmla="*/ 476275 h 6858000"/>
              <a:gd name="connsiteX935" fmla="*/ 1492066 w 7467600"/>
              <a:gd name="connsiteY935" fmla="*/ 886333 h 6858000"/>
              <a:gd name="connsiteX936" fmla="*/ 1423698 w 7467600"/>
              <a:gd name="connsiteY936" fmla="*/ 710817 h 6858000"/>
              <a:gd name="connsiteX937" fmla="*/ 1357609 w 7467600"/>
              <a:gd name="connsiteY937" fmla="*/ 532892 h 6858000"/>
              <a:gd name="connsiteX938" fmla="*/ 1309550 w 7467600"/>
              <a:gd name="connsiteY938" fmla="*/ 374031 h 6858000"/>
              <a:gd name="connsiteX939" fmla="*/ 1193673 w 7467600"/>
              <a:gd name="connsiteY939" fmla="*/ 49533 h 6858000"/>
              <a:gd name="connsiteX940" fmla="*/ 1164391 w 7467600"/>
              <a:gd name="connsiteY940" fmla="*/ 0 h 6858000"/>
              <a:gd name="connsiteX941" fmla="*/ 1200666 w 7467600"/>
              <a:gd name="connsiteY941" fmla="*/ 0 h 6858000"/>
              <a:gd name="connsiteX942" fmla="*/ 1223408 w 7467600"/>
              <a:gd name="connsiteY942" fmla="*/ 38996 h 6858000"/>
              <a:gd name="connsiteX943" fmla="*/ 1339635 w 7467600"/>
              <a:gd name="connsiteY943" fmla="*/ 365517 h 6858000"/>
              <a:gd name="connsiteX944" fmla="*/ 1387469 w 7467600"/>
              <a:gd name="connsiteY944" fmla="*/ 523079 h 6858000"/>
              <a:gd name="connsiteX945" fmla="*/ 1452685 w 7467600"/>
              <a:gd name="connsiteY945" fmla="*/ 699806 h 6858000"/>
              <a:gd name="connsiteX946" fmla="*/ 1492092 w 7467600"/>
              <a:gd name="connsiteY946" fmla="*/ 800424 h 6858000"/>
              <a:gd name="connsiteX947" fmla="*/ 1455302 w 7467600"/>
              <a:gd name="connsiteY947" fmla="*/ 632913 h 6858000"/>
              <a:gd name="connsiteX948" fmla="*/ 1222336 w 7467600"/>
              <a:gd name="connsiteY948" fmla="*/ 9480 h 6858000"/>
              <a:gd name="connsiteX949" fmla="*/ 1214634 w 7467600"/>
              <a:gd name="connsiteY949" fmla="*/ 0 h 6858000"/>
              <a:gd name="connsiteX950" fmla="*/ 1289827 w 7467600"/>
              <a:gd name="connsiteY950" fmla="*/ 0 h 6858000"/>
              <a:gd name="connsiteX951" fmla="*/ 1321076 w 7467600"/>
              <a:gd name="connsiteY951" fmla="*/ 59722 h 6858000"/>
              <a:gd name="connsiteX952" fmla="*/ 1512579 w 7467600"/>
              <a:gd name="connsiteY952" fmla="*/ 626441 h 6858000"/>
              <a:gd name="connsiteX953" fmla="*/ 1506076 w 7467600"/>
              <a:gd name="connsiteY953" fmla="*/ 1089289 h 6858000"/>
              <a:gd name="connsiteX954" fmla="*/ 1486346 w 7467600"/>
              <a:gd name="connsiteY954" fmla="*/ 1079919 h 6858000"/>
              <a:gd name="connsiteX955" fmla="*/ 1070511 w 7467600"/>
              <a:gd name="connsiteY955" fmla="*/ 48609 h 6858000"/>
              <a:gd name="connsiteX956" fmla="*/ 1057230 w 7467600"/>
              <a:gd name="connsiteY956" fmla="*/ 0 h 6858000"/>
              <a:gd name="connsiteX957" fmla="*/ 43151 w 7467600"/>
              <a:gd name="connsiteY957" fmla="*/ 0 h 6858000"/>
              <a:gd name="connsiteX958" fmla="*/ 95283 w 7467600"/>
              <a:gd name="connsiteY958" fmla="*/ 0 h 6858000"/>
              <a:gd name="connsiteX959" fmla="*/ 300708 w 7467600"/>
              <a:gd name="connsiteY959" fmla="*/ 154571 h 6858000"/>
              <a:gd name="connsiteX960" fmla="*/ 530414 w 7467600"/>
              <a:gd name="connsiteY960" fmla="*/ 354673 h 6858000"/>
              <a:gd name="connsiteX961" fmla="*/ 333785 w 7467600"/>
              <a:gd name="connsiteY961" fmla="*/ 161564 h 6858000"/>
              <a:gd name="connsiteX962" fmla="*/ 147005 w 7467600"/>
              <a:gd name="connsiteY962" fmla="*/ 0 h 6858000"/>
              <a:gd name="connsiteX963" fmla="*/ 272509 w 7467600"/>
              <a:gd name="connsiteY963" fmla="*/ 0 h 6858000"/>
              <a:gd name="connsiteX964" fmla="*/ 326276 w 7467600"/>
              <a:gd name="connsiteY964" fmla="*/ 45847 h 6858000"/>
              <a:gd name="connsiteX965" fmla="*/ 823759 w 7467600"/>
              <a:gd name="connsiteY965" fmla="*/ 574145 h 6858000"/>
              <a:gd name="connsiteX966" fmla="*/ 811254 w 7467600"/>
              <a:gd name="connsiteY966" fmla="*/ 665546 h 6858000"/>
              <a:gd name="connsiteX967" fmla="*/ 154042 w 7467600"/>
              <a:gd name="connsiteY967" fmla="*/ 261522 h 6858000"/>
              <a:gd name="connsiteX968" fmla="*/ 13550 w 7467600"/>
              <a:gd name="connsiteY968" fmla="*/ 158423 h 6858000"/>
              <a:gd name="connsiteX969" fmla="*/ 0 w 7467600"/>
              <a:gd name="connsiteY969" fmla="*/ 146618 h 6858000"/>
              <a:gd name="connsiteX970" fmla="*/ 0 w 7467600"/>
              <a:gd name="connsiteY970" fmla="*/ 59161 h 6858000"/>
              <a:gd name="connsiteX971" fmla="*/ 45427 w 7467600"/>
              <a:gd name="connsiteY971" fmla="*/ 101078 h 6858000"/>
              <a:gd name="connsiteX972" fmla="*/ 630103 w 7467600"/>
              <a:gd name="connsiteY972" fmla="*/ 485885 h 6858000"/>
              <a:gd name="connsiteX973" fmla="*/ 532040 w 7467600"/>
              <a:gd name="connsiteY973" fmla="*/ 399359 h 6858000"/>
              <a:gd name="connsiteX974" fmla="*/ 517618 w 7467600"/>
              <a:gd name="connsiteY974" fmla="*/ 385726 h 6858000"/>
              <a:gd name="connsiteX975" fmla="*/ 285074 w 7467600"/>
              <a:gd name="connsiteY975" fmla="*/ 182755 h 6858000"/>
              <a:gd name="connsiteX976" fmla="*/ 43151 w 7467600"/>
              <a:gd name="connsiteY97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271900 w 7467600"/>
              <a:gd name="connsiteY78" fmla="*/ 5734551 h 6858000"/>
              <a:gd name="connsiteX79" fmla="*/ 7015907 w 7467600"/>
              <a:gd name="connsiteY79" fmla="*/ 5541548 h 6858000"/>
              <a:gd name="connsiteX80" fmla="*/ 7259646 w 7467600"/>
              <a:gd name="connsiteY80" fmla="*/ 5765985 h 6858000"/>
              <a:gd name="connsiteX81" fmla="*/ 7467600 w 7467600"/>
              <a:gd name="connsiteY81" fmla="*/ 6012219 h 6858000"/>
              <a:gd name="connsiteX82" fmla="*/ 6946849 w 7467600"/>
              <a:gd name="connsiteY82" fmla="*/ 5523271 h 6858000"/>
              <a:gd name="connsiteX83" fmla="*/ 6946972 w 7467600"/>
              <a:gd name="connsiteY83" fmla="*/ 5526491 h 6858000"/>
              <a:gd name="connsiteX84" fmla="*/ 7105827 w 7467600"/>
              <a:gd name="connsiteY84" fmla="*/ 5718700 h 6858000"/>
              <a:gd name="connsiteX85" fmla="*/ 7356878 w 7467600"/>
              <a:gd name="connsiteY85" fmla="*/ 5981332 h 6858000"/>
              <a:gd name="connsiteX86" fmla="*/ 7467600 w 7467600"/>
              <a:gd name="connsiteY86" fmla="*/ 6117703 h 6858000"/>
              <a:gd name="connsiteX87" fmla="*/ 7467600 w 7467600"/>
              <a:gd name="connsiteY87" fmla="*/ 6163634 h 6858000"/>
              <a:gd name="connsiteX88" fmla="*/ 7403637 w 7467600"/>
              <a:gd name="connsiteY88" fmla="*/ 6083957 h 6858000"/>
              <a:gd name="connsiteX89" fmla="*/ 7254615 w 7467600"/>
              <a:gd name="connsiteY89" fmla="*/ 5911918 h 6858000"/>
              <a:gd name="connsiteX90" fmla="*/ 7312589 w 7467600"/>
              <a:gd name="connsiteY90" fmla="*/ 5982309 h 6858000"/>
              <a:gd name="connsiteX91" fmla="*/ 7448321 w 7467600"/>
              <a:gd name="connsiteY91" fmla="*/ 6190991 h 6858000"/>
              <a:gd name="connsiteX92" fmla="*/ 7467600 w 7467600"/>
              <a:gd name="connsiteY92" fmla="*/ 6221686 h 6858000"/>
              <a:gd name="connsiteX93" fmla="*/ 7467600 w 7467600"/>
              <a:gd name="connsiteY93" fmla="*/ 6334256 h 6858000"/>
              <a:gd name="connsiteX94" fmla="*/ 7454976 w 7467600"/>
              <a:gd name="connsiteY94" fmla="*/ 6318297 h 6858000"/>
              <a:gd name="connsiteX95" fmla="*/ 7042773 w 7467600"/>
              <a:gd name="connsiteY95" fmla="*/ 5734011 h 6858000"/>
              <a:gd name="connsiteX96" fmla="*/ 6844835 w 7467600"/>
              <a:gd name="connsiteY96" fmla="*/ 5424988 h 6858000"/>
              <a:gd name="connsiteX97" fmla="*/ 1456157 w 7467600"/>
              <a:gd name="connsiteY97" fmla="*/ 5371404 h 6858000"/>
              <a:gd name="connsiteX98" fmla="*/ 1244432 w 7467600"/>
              <a:gd name="connsiteY98" fmla="*/ 5385601 h 6858000"/>
              <a:gd name="connsiteX99" fmla="*/ 973990 w 7467600"/>
              <a:gd name="connsiteY99" fmla="*/ 5424940 h 6858000"/>
              <a:gd name="connsiteX100" fmla="*/ 1103809 w 7467600"/>
              <a:gd name="connsiteY100" fmla="*/ 5433720 h 6858000"/>
              <a:gd name="connsiteX101" fmla="*/ 1123454 w 7467600"/>
              <a:gd name="connsiteY101" fmla="*/ 5435727 h 6858000"/>
              <a:gd name="connsiteX102" fmla="*/ 1737017 w 7467600"/>
              <a:gd name="connsiteY102" fmla="*/ 5452183 h 6858000"/>
              <a:gd name="connsiteX103" fmla="*/ 1824397 w 7467600"/>
              <a:gd name="connsiteY103" fmla="*/ 5447757 h 6858000"/>
              <a:gd name="connsiteX104" fmla="*/ 2070059 w 7467600"/>
              <a:gd name="connsiteY104" fmla="*/ 5441660 h 6858000"/>
              <a:gd name="connsiteX105" fmla="*/ 1456157 w 7467600"/>
              <a:gd name="connsiteY105" fmla="*/ 5371404 h 6858000"/>
              <a:gd name="connsiteX106" fmla="*/ 4988186 w 7467600"/>
              <a:gd name="connsiteY106" fmla="*/ 5216467 h 6858000"/>
              <a:gd name="connsiteX107" fmla="*/ 4777334 w 7467600"/>
              <a:gd name="connsiteY107" fmla="*/ 5406072 h 6858000"/>
              <a:gd name="connsiteX108" fmla="*/ 4718341 w 7467600"/>
              <a:gd name="connsiteY108" fmla="*/ 5468043 h 6858000"/>
              <a:gd name="connsiteX109" fmla="*/ 4604655 w 7467600"/>
              <a:gd name="connsiteY109" fmla="*/ 5583434 h 6858000"/>
              <a:gd name="connsiteX110" fmla="*/ 4565074 w 7467600"/>
              <a:gd name="connsiteY110" fmla="*/ 5618550 h 6858000"/>
              <a:gd name="connsiteX111" fmla="*/ 4988186 w 7467600"/>
              <a:gd name="connsiteY111" fmla="*/ 5216467 h 6858000"/>
              <a:gd name="connsiteX112" fmla="*/ 4978032 w 7467600"/>
              <a:gd name="connsiteY112" fmla="*/ 5183809 h 6858000"/>
              <a:gd name="connsiteX113" fmla="*/ 4463413 w 7467600"/>
              <a:gd name="connsiteY113" fmla="*/ 5615162 h 6858000"/>
              <a:gd name="connsiteX114" fmla="*/ 4358134 w 7467600"/>
              <a:gd name="connsiteY114" fmla="*/ 5742791 h 6858000"/>
              <a:gd name="connsiteX115" fmla="*/ 4376219 w 7467600"/>
              <a:gd name="connsiteY115" fmla="*/ 5729027 h 6858000"/>
              <a:gd name="connsiteX116" fmla="*/ 4582340 w 7467600"/>
              <a:gd name="connsiteY116" fmla="*/ 5561037 h 6858000"/>
              <a:gd name="connsiteX117" fmla="*/ 4694684 w 7467600"/>
              <a:gd name="connsiteY117" fmla="*/ 5447098 h 6858000"/>
              <a:gd name="connsiteX118" fmla="*/ 4754123 w 7467600"/>
              <a:gd name="connsiteY118" fmla="*/ 5384643 h 6858000"/>
              <a:gd name="connsiteX119" fmla="*/ 4978032 w 7467600"/>
              <a:gd name="connsiteY119" fmla="*/ 5183809 h 6858000"/>
              <a:gd name="connsiteX120" fmla="*/ 1903353 w 7467600"/>
              <a:gd name="connsiteY120" fmla="*/ 5044827 h 6858000"/>
              <a:gd name="connsiteX121" fmla="*/ 1936931 w 7467600"/>
              <a:gd name="connsiteY121" fmla="*/ 5093954 h 6858000"/>
              <a:gd name="connsiteX122" fmla="*/ 2195868 w 7467600"/>
              <a:gd name="connsiteY122" fmla="*/ 5396574 h 6858000"/>
              <a:gd name="connsiteX123" fmla="*/ 2088852 w 7467600"/>
              <a:gd name="connsiteY123" fmla="*/ 5166123 h 6858000"/>
              <a:gd name="connsiteX124" fmla="*/ 1958241 w 7467600"/>
              <a:gd name="connsiteY124" fmla="*/ 5067955 h 6858000"/>
              <a:gd name="connsiteX125" fmla="*/ 1903353 w 7467600"/>
              <a:gd name="connsiteY125" fmla="*/ 5044827 h 6858000"/>
              <a:gd name="connsiteX126" fmla="*/ 1979378 w 7467600"/>
              <a:gd name="connsiteY126" fmla="*/ 4769504 h 6858000"/>
              <a:gd name="connsiteX127" fmla="*/ 2882120 w 7467600"/>
              <a:gd name="connsiteY127" fmla="*/ 5064547 h 6858000"/>
              <a:gd name="connsiteX128" fmla="*/ 2793103 w 7467600"/>
              <a:gd name="connsiteY128" fmla="*/ 5039699 h 6858000"/>
              <a:gd name="connsiteX129" fmla="*/ 2770041 w 7467600"/>
              <a:gd name="connsiteY129" fmla="*/ 5033634 h 6858000"/>
              <a:gd name="connsiteX130" fmla="*/ 1979378 w 7467600"/>
              <a:gd name="connsiteY130" fmla="*/ 4769504 h 6858000"/>
              <a:gd name="connsiteX131" fmla="*/ 1927410 w 7467600"/>
              <a:gd name="connsiteY131" fmla="*/ 4716164 h 6858000"/>
              <a:gd name="connsiteX132" fmla="*/ 1959587 w 7467600"/>
              <a:gd name="connsiteY132" fmla="*/ 4728849 h 6858000"/>
              <a:gd name="connsiteX133" fmla="*/ 2777707 w 7467600"/>
              <a:gd name="connsiteY133" fmla="*/ 5003991 h 6858000"/>
              <a:gd name="connsiteX134" fmla="*/ 2800768 w 7467600"/>
              <a:gd name="connsiteY134" fmla="*/ 5010056 h 6858000"/>
              <a:gd name="connsiteX135" fmla="*/ 2879408 w 7467600"/>
              <a:gd name="connsiteY135" fmla="*/ 5031590 h 6858000"/>
              <a:gd name="connsiteX136" fmla="*/ 2862295 w 7467600"/>
              <a:gd name="connsiteY136" fmla="*/ 5022958 h 6858000"/>
              <a:gd name="connsiteX137" fmla="*/ 2813343 w 7467600"/>
              <a:gd name="connsiteY137" fmla="*/ 4998369 h 6858000"/>
              <a:gd name="connsiteX138" fmla="*/ 2646245 w 7467600"/>
              <a:gd name="connsiteY138" fmla="*/ 4930999 h 6858000"/>
              <a:gd name="connsiteX139" fmla="*/ 1999243 w 7467600"/>
              <a:gd name="connsiteY139" fmla="*/ 4730524 h 6858000"/>
              <a:gd name="connsiteX140" fmla="*/ 1979527 w 7467600"/>
              <a:gd name="connsiteY140" fmla="*/ 4726651 h 6858000"/>
              <a:gd name="connsiteX141" fmla="*/ 1927410 w 7467600"/>
              <a:gd name="connsiteY141" fmla="*/ 4716164 h 6858000"/>
              <a:gd name="connsiteX142" fmla="*/ 1997014 w 7467600"/>
              <a:gd name="connsiteY142" fmla="*/ 4698007 h 6858000"/>
              <a:gd name="connsiteX143" fmla="*/ 2005458 w 7467600"/>
              <a:gd name="connsiteY143" fmla="*/ 4699540 h 6858000"/>
              <a:gd name="connsiteX144" fmla="*/ 2657186 w 7467600"/>
              <a:gd name="connsiteY144" fmla="*/ 4901687 h 6858000"/>
              <a:gd name="connsiteX145" fmla="*/ 2826662 w 7467600"/>
              <a:gd name="connsiteY145" fmla="*/ 4970362 h 6858000"/>
              <a:gd name="connsiteX146" fmla="*/ 2876100 w 7467600"/>
              <a:gd name="connsiteY146" fmla="*/ 4995397 h 6858000"/>
              <a:gd name="connsiteX147" fmla="*/ 3042600 w 7467600"/>
              <a:gd name="connsiteY147" fmla="*/ 5059532 h 6858000"/>
              <a:gd name="connsiteX148" fmla="*/ 1997014 w 7467600"/>
              <a:gd name="connsiteY148" fmla="*/ 4698007 h 6858000"/>
              <a:gd name="connsiteX149" fmla="*/ 2305292 w 7467600"/>
              <a:gd name="connsiteY149" fmla="*/ 4219492 h 6858000"/>
              <a:gd name="connsiteX150" fmla="*/ 3360922 w 7467600"/>
              <a:gd name="connsiteY150" fmla="*/ 4529373 h 6858000"/>
              <a:gd name="connsiteX151" fmla="*/ 3492420 w 7467600"/>
              <a:gd name="connsiteY151" fmla="*/ 4510145 h 6858000"/>
              <a:gd name="connsiteX152" fmla="*/ 3364086 w 7467600"/>
              <a:gd name="connsiteY152" fmla="*/ 4480340 h 6858000"/>
              <a:gd name="connsiteX153" fmla="*/ 3225818 w 7467600"/>
              <a:gd name="connsiteY153" fmla="*/ 4411822 h 6858000"/>
              <a:gd name="connsiteX154" fmla="*/ 3129696 w 7467600"/>
              <a:gd name="connsiteY154" fmla="*/ 4360704 h 6858000"/>
              <a:gd name="connsiteX155" fmla="*/ 2814545 w 7467600"/>
              <a:gd name="connsiteY155" fmla="*/ 4282955 h 6858000"/>
              <a:gd name="connsiteX156" fmla="*/ 2305292 w 7467600"/>
              <a:gd name="connsiteY156" fmla="*/ 4219492 h 6858000"/>
              <a:gd name="connsiteX157" fmla="*/ 2626982 w 7467600"/>
              <a:gd name="connsiteY157" fmla="*/ 4206450 h 6858000"/>
              <a:gd name="connsiteX158" fmla="*/ 2490617 w 7467600"/>
              <a:gd name="connsiteY158" fmla="*/ 4206951 h 6858000"/>
              <a:gd name="connsiteX159" fmla="*/ 2819869 w 7467600"/>
              <a:gd name="connsiteY159" fmla="*/ 4252936 h 6858000"/>
              <a:gd name="connsiteX160" fmla="*/ 3143018 w 7467600"/>
              <a:gd name="connsiteY160" fmla="*/ 4332698 h 6858000"/>
              <a:gd name="connsiteX161" fmla="*/ 3241520 w 7467600"/>
              <a:gd name="connsiteY161" fmla="*/ 4385112 h 6858000"/>
              <a:gd name="connsiteX162" fmla="*/ 3374575 w 7467600"/>
              <a:gd name="connsiteY162" fmla="*/ 4451517 h 6858000"/>
              <a:gd name="connsiteX163" fmla="*/ 3505221 w 7467600"/>
              <a:gd name="connsiteY163" fmla="*/ 4480757 h 6858000"/>
              <a:gd name="connsiteX164" fmla="*/ 2626982 w 7467600"/>
              <a:gd name="connsiteY164" fmla="*/ 4206450 h 6858000"/>
              <a:gd name="connsiteX165" fmla="*/ 1310106 w 7467600"/>
              <a:gd name="connsiteY165" fmla="*/ 3943217 h 6858000"/>
              <a:gd name="connsiteX166" fmla="*/ 854994 w 7467600"/>
              <a:gd name="connsiteY166" fmla="*/ 4399136 h 6858000"/>
              <a:gd name="connsiteX167" fmla="*/ 742462 w 7467600"/>
              <a:gd name="connsiteY167" fmla="*/ 4594648 h 6858000"/>
              <a:gd name="connsiteX168" fmla="*/ 820602 w 7467600"/>
              <a:gd name="connsiteY168" fmla="*/ 4485915 h 6858000"/>
              <a:gd name="connsiteX169" fmla="*/ 878295 w 7467600"/>
              <a:gd name="connsiteY169" fmla="*/ 4403594 h 6858000"/>
              <a:gd name="connsiteX170" fmla="*/ 1240607 w 7467600"/>
              <a:gd name="connsiteY170" fmla="*/ 4010401 h 6858000"/>
              <a:gd name="connsiteX171" fmla="*/ 1310106 w 7467600"/>
              <a:gd name="connsiteY171" fmla="*/ 3943217 h 6858000"/>
              <a:gd name="connsiteX172" fmla="*/ 1423113 w 7467600"/>
              <a:gd name="connsiteY172" fmla="*/ 3874565 h 6858000"/>
              <a:gd name="connsiteX173" fmla="*/ 1260565 w 7467600"/>
              <a:gd name="connsiteY173" fmla="*/ 4031982 h 6858000"/>
              <a:gd name="connsiteX174" fmla="*/ 901900 w 7467600"/>
              <a:gd name="connsiteY174" fmla="*/ 4421236 h 6858000"/>
              <a:gd name="connsiteX175" fmla="*/ 845044 w 7467600"/>
              <a:gd name="connsiteY175" fmla="*/ 4502436 h 6858000"/>
              <a:gd name="connsiteX176" fmla="*/ 685926 w 7467600"/>
              <a:gd name="connsiteY176" fmla="*/ 4703069 h 6858000"/>
              <a:gd name="connsiteX177" fmla="*/ 684248 w 7467600"/>
              <a:gd name="connsiteY177" fmla="*/ 4706721 h 6858000"/>
              <a:gd name="connsiteX178" fmla="*/ 1423113 w 7467600"/>
              <a:gd name="connsiteY178" fmla="*/ 3874565 h 6858000"/>
              <a:gd name="connsiteX179" fmla="*/ 3316479 w 7467600"/>
              <a:gd name="connsiteY179" fmla="*/ 3872136 h 6858000"/>
              <a:gd name="connsiteX180" fmla="*/ 3546806 w 7467600"/>
              <a:gd name="connsiteY180" fmla="*/ 4356139 h 6858000"/>
              <a:gd name="connsiteX181" fmla="*/ 3364433 w 7467600"/>
              <a:gd name="connsiteY181" fmla="*/ 3953121 h 6858000"/>
              <a:gd name="connsiteX182" fmla="*/ 3316479 w 7467600"/>
              <a:gd name="connsiteY182" fmla="*/ 3872136 h 6858000"/>
              <a:gd name="connsiteX183" fmla="*/ 3291335 w 7467600"/>
              <a:gd name="connsiteY183" fmla="*/ 3767420 h 6858000"/>
              <a:gd name="connsiteX184" fmla="*/ 3390805 w 7467600"/>
              <a:gd name="connsiteY184" fmla="*/ 3937163 h 6858000"/>
              <a:gd name="connsiteX185" fmla="*/ 3579062 w 7467600"/>
              <a:gd name="connsiteY185" fmla="*/ 4359040 h 6858000"/>
              <a:gd name="connsiteX186" fmla="*/ 3467355 w 7467600"/>
              <a:gd name="connsiteY186" fmla="*/ 3988130 h 6858000"/>
              <a:gd name="connsiteX187" fmla="*/ 3310753 w 7467600"/>
              <a:gd name="connsiteY187" fmla="*/ 3787140 h 6858000"/>
              <a:gd name="connsiteX188" fmla="*/ 3291335 w 7467600"/>
              <a:gd name="connsiteY188" fmla="*/ 3767420 h 6858000"/>
              <a:gd name="connsiteX189" fmla="*/ 1635889 w 7467600"/>
              <a:gd name="connsiteY189" fmla="*/ 3709494 h 6858000"/>
              <a:gd name="connsiteX190" fmla="*/ 1634800 w 7467600"/>
              <a:gd name="connsiteY190" fmla="*/ 3731111 h 6858000"/>
              <a:gd name="connsiteX191" fmla="*/ 1635889 w 7467600"/>
              <a:gd name="connsiteY191" fmla="*/ 3709494 h 6858000"/>
              <a:gd name="connsiteX192" fmla="*/ 1510397 w 7467600"/>
              <a:gd name="connsiteY192" fmla="*/ 3684705 h 6858000"/>
              <a:gd name="connsiteX193" fmla="*/ 1146550 w 7467600"/>
              <a:gd name="connsiteY193" fmla="*/ 3802012 h 6858000"/>
              <a:gd name="connsiteX194" fmla="*/ 698834 w 7467600"/>
              <a:gd name="connsiteY194" fmla="*/ 3952272 h 6858000"/>
              <a:gd name="connsiteX195" fmla="*/ 34256 w 7467600"/>
              <a:gd name="connsiteY195" fmla="*/ 4347603 h 6858000"/>
              <a:gd name="connsiteX196" fmla="*/ 527241 w 7467600"/>
              <a:gd name="connsiteY196" fmla="*/ 4065078 h 6858000"/>
              <a:gd name="connsiteX197" fmla="*/ 1510397 w 7467600"/>
              <a:gd name="connsiteY197" fmla="*/ 3684705 h 6858000"/>
              <a:gd name="connsiteX198" fmla="*/ 1313114 w 7467600"/>
              <a:gd name="connsiteY198" fmla="*/ 3655216 h 6858000"/>
              <a:gd name="connsiteX199" fmla="*/ 1109304 w 7467600"/>
              <a:gd name="connsiteY199" fmla="*/ 3669030 h 6858000"/>
              <a:gd name="connsiteX200" fmla="*/ 8129 w 7467600"/>
              <a:gd name="connsiteY200" fmla="*/ 4330519 h 6858000"/>
              <a:gd name="connsiteX201" fmla="*/ 687572 w 7467600"/>
              <a:gd name="connsiteY201" fmla="*/ 3925629 h 6858000"/>
              <a:gd name="connsiteX202" fmla="*/ 1138365 w 7467600"/>
              <a:gd name="connsiteY202" fmla="*/ 3774515 h 6858000"/>
              <a:gd name="connsiteX203" fmla="*/ 1505579 w 7467600"/>
              <a:gd name="connsiteY203" fmla="*/ 3655526 h 6858000"/>
              <a:gd name="connsiteX204" fmla="*/ 1313114 w 7467600"/>
              <a:gd name="connsiteY204" fmla="*/ 3655216 h 6858000"/>
              <a:gd name="connsiteX205" fmla="*/ 3655073 w 7467600"/>
              <a:gd name="connsiteY205" fmla="*/ 3650884 h 6858000"/>
              <a:gd name="connsiteX206" fmla="*/ 3989938 w 7467600"/>
              <a:gd name="connsiteY206" fmla="*/ 3991685 h 6858000"/>
              <a:gd name="connsiteX207" fmla="*/ 4393907 w 7467600"/>
              <a:gd name="connsiteY207" fmla="*/ 4261258 h 6858000"/>
              <a:gd name="connsiteX208" fmla="*/ 4648051 w 7467600"/>
              <a:gd name="connsiteY208" fmla="*/ 4374051 h 6858000"/>
              <a:gd name="connsiteX209" fmla="*/ 4383389 w 7467600"/>
              <a:gd name="connsiteY209" fmla="*/ 4184369 h 6858000"/>
              <a:gd name="connsiteX210" fmla="*/ 4165508 w 7467600"/>
              <a:gd name="connsiteY210" fmla="*/ 4035196 h 6858000"/>
              <a:gd name="connsiteX211" fmla="*/ 4068162 w 7467600"/>
              <a:gd name="connsiteY211" fmla="*/ 3953394 h 6858000"/>
              <a:gd name="connsiteX212" fmla="*/ 3981416 w 7467600"/>
              <a:gd name="connsiteY212" fmla="*/ 3880482 h 6858000"/>
              <a:gd name="connsiteX213" fmla="*/ 3800147 w 7467600"/>
              <a:gd name="connsiteY213" fmla="*/ 3749872 h 6858000"/>
              <a:gd name="connsiteX214" fmla="*/ 3655073 w 7467600"/>
              <a:gd name="connsiteY214" fmla="*/ 3650884 h 6858000"/>
              <a:gd name="connsiteX215" fmla="*/ 3670252 w 7467600"/>
              <a:gd name="connsiteY215" fmla="*/ 3622798 h 6858000"/>
              <a:gd name="connsiteX216" fmla="*/ 3817258 w 7467600"/>
              <a:gd name="connsiteY216" fmla="*/ 3723577 h 6858000"/>
              <a:gd name="connsiteX217" fmla="*/ 4000461 w 7467600"/>
              <a:gd name="connsiteY217" fmla="*/ 3855966 h 6858000"/>
              <a:gd name="connsiteX218" fmla="*/ 4088180 w 7467600"/>
              <a:gd name="connsiteY218" fmla="*/ 3929774 h 6858000"/>
              <a:gd name="connsiteX219" fmla="*/ 4184555 w 7467600"/>
              <a:gd name="connsiteY219" fmla="*/ 4010683 h 6858000"/>
              <a:gd name="connsiteX220" fmla="*/ 4399563 w 7467600"/>
              <a:gd name="connsiteY220" fmla="*/ 4158106 h 6858000"/>
              <a:gd name="connsiteX221" fmla="*/ 4684469 w 7467600"/>
              <a:gd name="connsiteY221" fmla="*/ 4364680 h 6858000"/>
              <a:gd name="connsiteX222" fmla="*/ 4690271 w 7467600"/>
              <a:gd name="connsiteY222" fmla="*/ 4370034 h 6858000"/>
              <a:gd name="connsiteX223" fmla="*/ 4136093 w 7467600"/>
              <a:gd name="connsiteY223" fmla="*/ 3858466 h 6858000"/>
              <a:gd name="connsiteX224" fmla="*/ 3670252 w 7467600"/>
              <a:gd name="connsiteY224" fmla="*/ 3622798 h 6858000"/>
              <a:gd name="connsiteX225" fmla="*/ 4440129 w 7467600"/>
              <a:gd name="connsiteY225" fmla="*/ 3448571 h 6858000"/>
              <a:gd name="connsiteX226" fmla="*/ 4856525 w 7467600"/>
              <a:gd name="connsiteY226" fmla="*/ 3915351 h 6858000"/>
              <a:gd name="connsiteX227" fmla="*/ 5059055 w 7467600"/>
              <a:gd name="connsiteY227" fmla="*/ 4108918 h 6858000"/>
              <a:gd name="connsiteX228" fmla="*/ 5290070 w 7467600"/>
              <a:gd name="connsiteY228" fmla="*/ 4263619 h 6858000"/>
              <a:gd name="connsiteX229" fmla="*/ 4834991 w 7467600"/>
              <a:gd name="connsiteY229" fmla="*/ 3830985 h 6858000"/>
              <a:gd name="connsiteX230" fmla="*/ 4440129 w 7467600"/>
              <a:gd name="connsiteY230" fmla="*/ 3448571 h 6858000"/>
              <a:gd name="connsiteX231" fmla="*/ 4441737 w 7467600"/>
              <a:gd name="connsiteY231" fmla="*/ 3399734 h 6858000"/>
              <a:gd name="connsiteX232" fmla="*/ 4431236 w 7467600"/>
              <a:gd name="connsiteY232" fmla="*/ 3400954 h 6858000"/>
              <a:gd name="connsiteX233" fmla="*/ 4557150 w 7467600"/>
              <a:gd name="connsiteY233" fmla="*/ 3510023 h 6858000"/>
              <a:gd name="connsiteX234" fmla="*/ 4856936 w 7467600"/>
              <a:gd name="connsiteY234" fmla="*/ 3809146 h 6858000"/>
              <a:gd name="connsiteX235" fmla="*/ 5111996 w 7467600"/>
              <a:gd name="connsiteY235" fmla="*/ 4065759 h 6858000"/>
              <a:gd name="connsiteX236" fmla="*/ 5388878 w 7467600"/>
              <a:gd name="connsiteY236" fmla="*/ 4300185 h 6858000"/>
              <a:gd name="connsiteX237" fmla="*/ 5425556 w 7467600"/>
              <a:gd name="connsiteY237" fmla="*/ 4308967 h 6858000"/>
              <a:gd name="connsiteX238" fmla="*/ 4943646 w 7467600"/>
              <a:gd name="connsiteY238" fmla="*/ 3822916 h 6858000"/>
              <a:gd name="connsiteX239" fmla="*/ 4594837 w 7467600"/>
              <a:gd name="connsiteY239" fmla="*/ 3532274 h 6858000"/>
              <a:gd name="connsiteX240" fmla="*/ 4441737 w 7467600"/>
              <a:gd name="connsiteY240" fmla="*/ 3399734 h 6858000"/>
              <a:gd name="connsiteX241" fmla="*/ 5425834 w 7467600"/>
              <a:gd name="connsiteY241" fmla="*/ 3162785 h 6858000"/>
              <a:gd name="connsiteX242" fmla="*/ 5401644 w 7467600"/>
              <a:gd name="connsiteY242" fmla="*/ 3617847 h 6858000"/>
              <a:gd name="connsiteX243" fmla="*/ 5467256 w 7467600"/>
              <a:gd name="connsiteY243" fmla="*/ 4175494 h 6858000"/>
              <a:gd name="connsiteX244" fmla="*/ 5448069 w 7467600"/>
              <a:gd name="connsiteY244" fmla="*/ 3567554 h 6858000"/>
              <a:gd name="connsiteX245" fmla="*/ 5425834 w 7467600"/>
              <a:gd name="connsiteY245" fmla="*/ 3162785 h 6858000"/>
              <a:gd name="connsiteX246" fmla="*/ 1318687 w 7467600"/>
              <a:gd name="connsiteY246" fmla="*/ 3113840 h 6858000"/>
              <a:gd name="connsiteX247" fmla="*/ 1066793 w 7467600"/>
              <a:gd name="connsiteY247" fmla="*/ 3212171 h 6858000"/>
              <a:gd name="connsiteX248" fmla="*/ 993319 w 7467600"/>
              <a:gd name="connsiteY248" fmla="*/ 3247648 h 6858000"/>
              <a:gd name="connsiteX249" fmla="*/ 853081 w 7467600"/>
              <a:gd name="connsiteY249" fmla="*/ 3312410 h 6858000"/>
              <a:gd name="connsiteX250" fmla="*/ 805957 w 7467600"/>
              <a:gd name="connsiteY250" fmla="*/ 3330443 h 6858000"/>
              <a:gd name="connsiteX251" fmla="*/ 1318687 w 7467600"/>
              <a:gd name="connsiteY251" fmla="*/ 3113840 h 6858000"/>
              <a:gd name="connsiteX252" fmla="*/ 5453702 w 7467600"/>
              <a:gd name="connsiteY252" fmla="*/ 3090882 h 6858000"/>
              <a:gd name="connsiteX253" fmla="*/ 5480135 w 7467600"/>
              <a:gd name="connsiteY253" fmla="*/ 3565802 h 6858000"/>
              <a:gd name="connsiteX254" fmla="*/ 5499023 w 7467600"/>
              <a:gd name="connsiteY254" fmla="*/ 4166310 h 6858000"/>
              <a:gd name="connsiteX255" fmla="*/ 5547022 w 7467600"/>
              <a:gd name="connsiteY255" fmla="*/ 3607838 h 6858000"/>
              <a:gd name="connsiteX256" fmla="*/ 5515964 w 7467600"/>
              <a:gd name="connsiteY256" fmla="*/ 3378541 h 6858000"/>
              <a:gd name="connsiteX257" fmla="*/ 5453702 w 7467600"/>
              <a:gd name="connsiteY257" fmla="*/ 3090882 h 6858000"/>
              <a:gd name="connsiteX258" fmla="*/ 1238695 w 7467600"/>
              <a:gd name="connsiteY258" fmla="*/ 3076820 h 6858000"/>
              <a:gd name="connsiteX259" fmla="*/ 716371 w 7467600"/>
              <a:gd name="connsiteY259" fmla="*/ 3293249 h 6858000"/>
              <a:gd name="connsiteX260" fmla="*/ 579522 w 7467600"/>
              <a:gd name="connsiteY260" fmla="*/ 3371759 h 6858000"/>
              <a:gd name="connsiteX261" fmla="*/ 600288 w 7467600"/>
              <a:gd name="connsiteY261" fmla="*/ 3365555 h 6858000"/>
              <a:gd name="connsiteX262" fmla="*/ 840692 w 7467600"/>
              <a:gd name="connsiteY262" fmla="*/ 3284921 h 6858000"/>
              <a:gd name="connsiteX263" fmla="*/ 979248 w 7467600"/>
              <a:gd name="connsiteY263" fmla="*/ 3221003 h 6858000"/>
              <a:gd name="connsiteX264" fmla="*/ 1053282 w 7467600"/>
              <a:gd name="connsiteY264" fmla="*/ 3185247 h 6858000"/>
              <a:gd name="connsiteX265" fmla="*/ 1320603 w 7467600"/>
              <a:gd name="connsiteY265" fmla="*/ 3081281 h 6858000"/>
              <a:gd name="connsiteX266" fmla="*/ 1238695 w 7467600"/>
              <a:gd name="connsiteY266" fmla="*/ 3076820 h 6858000"/>
              <a:gd name="connsiteX267" fmla="*/ 5425627 w 7467600"/>
              <a:gd name="connsiteY267" fmla="*/ 2954192 h 6858000"/>
              <a:gd name="connsiteX268" fmla="*/ 5470770 w 7467600"/>
              <a:gd name="connsiteY268" fmla="*/ 3005435 h 6858000"/>
              <a:gd name="connsiteX269" fmla="*/ 5519779 w 7467600"/>
              <a:gd name="connsiteY269" fmla="*/ 4359223 h 6858000"/>
              <a:gd name="connsiteX270" fmla="*/ 5520293 w 7467600"/>
              <a:gd name="connsiteY270" fmla="*/ 4360602 h 6858000"/>
              <a:gd name="connsiteX271" fmla="*/ 5767221 w 7467600"/>
              <a:gd name="connsiteY271" fmla="*/ 4665564 h 6858000"/>
              <a:gd name="connsiteX272" fmla="*/ 6937169 w 7467600"/>
              <a:gd name="connsiteY272" fmla="*/ 4815941 h 6858000"/>
              <a:gd name="connsiteX273" fmla="*/ 6953922 w 7467600"/>
              <a:gd name="connsiteY273" fmla="*/ 4890068 h 6858000"/>
              <a:gd name="connsiteX274" fmla="*/ 6071359 w 7467600"/>
              <a:gd name="connsiteY274" fmla="*/ 4770770 h 6858000"/>
              <a:gd name="connsiteX275" fmla="*/ 6038839 w 7467600"/>
              <a:gd name="connsiteY275" fmla="*/ 4764474 h 6858000"/>
              <a:gd name="connsiteX276" fmla="*/ 6038706 w 7467600"/>
              <a:gd name="connsiteY276" fmla="*/ 4763847 h 6858000"/>
              <a:gd name="connsiteX277" fmla="*/ 6037784 w 7467600"/>
              <a:gd name="connsiteY277" fmla="*/ 4764270 h 6858000"/>
              <a:gd name="connsiteX278" fmla="*/ 6038839 w 7467600"/>
              <a:gd name="connsiteY278" fmla="*/ 4764474 h 6858000"/>
              <a:gd name="connsiteX279" fmla="*/ 6040338 w 7467600"/>
              <a:gd name="connsiteY279" fmla="*/ 4771418 h 6858000"/>
              <a:gd name="connsiteX280" fmla="*/ 6024488 w 7467600"/>
              <a:gd name="connsiteY280" fmla="*/ 4809903 h 6858000"/>
              <a:gd name="connsiteX281" fmla="*/ 5599771 w 7467600"/>
              <a:gd name="connsiteY281" fmla="*/ 5509652 h 6858000"/>
              <a:gd name="connsiteX282" fmla="*/ 5548843 w 7467600"/>
              <a:gd name="connsiteY282" fmla="*/ 5563845 h 6858000"/>
              <a:gd name="connsiteX283" fmla="*/ 5940952 w 7467600"/>
              <a:gd name="connsiteY283" fmla="*/ 6250028 h 6858000"/>
              <a:gd name="connsiteX284" fmla="*/ 6043441 w 7467600"/>
              <a:gd name="connsiteY284" fmla="*/ 6665847 h 6858000"/>
              <a:gd name="connsiteX285" fmla="*/ 6093432 w 7467600"/>
              <a:gd name="connsiteY285" fmla="*/ 6858000 h 6858000"/>
              <a:gd name="connsiteX286" fmla="*/ 6034344 w 7467600"/>
              <a:gd name="connsiteY286" fmla="*/ 6858000 h 6858000"/>
              <a:gd name="connsiteX287" fmla="*/ 6026679 w 7467600"/>
              <a:gd name="connsiteY287" fmla="*/ 6836959 h 6858000"/>
              <a:gd name="connsiteX288" fmla="*/ 5800441 w 7467600"/>
              <a:gd name="connsiteY288" fmla="*/ 6335286 h 6858000"/>
              <a:gd name="connsiteX289" fmla="*/ 5526562 w 7467600"/>
              <a:gd name="connsiteY289" fmla="*/ 5705388 h 6858000"/>
              <a:gd name="connsiteX290" fmla="*/ 5519640 w 7467600"/>
              <a:gd name="connsiteY290" fmla="*/ 5683774 h 6858000"/>
              <a:gd name="connsiteX291" fmla="*/ 5844559 w 7467600"/>
              <a:gd name="connsiteY291" fmla="*/ 6553349 h 6858000"/>
              <a:gd name="connsiteX292" fmla="*/ 5975994 w 7467600"/>
              <a:gd name="connsiteY292" fmla="*/ 6858000 h 6858000"/>
              <a:gd name="connsiteX293" fmla="*/ 5898547 w 7467600"/>
              <a:gd name="connsiteY293" fmla="*/ 6858000 h 6858000"/>
              <a:gd name="connsiteX294" fmla="*/ 5682041 w 7467600"/>
              <a:gd name="connsiteY294" fmla="*/ 6355860 h 6858000"/>
              <a:gd name="connsiteX295" fmla="*/ 5461758 w 7467600"/>
              <a:gd name="connsiteY295" fmla="*/ 5820220 h 6858000"/>
              <a:gd name="connsiteX296" fmla="*/ 5237282 w 7467600"/>
              <a:gd name="connsiteY296" fmla="*/ 6579086 h 6858000"/>
              <a:gd name="connsiteX297" fmla="*/ 5115009 w 7467600"/>
              <a:gd name="connsiteY297" fmla="*/ 6858000 h 6858000"/>
              <a:gd name="connsiteX298" fmla="*/ 5028074 w 7467600"/>
              <a:gd name="connsiteY298" fmla="*/ 6858000 h 6858000"/>
              <a:gd name="connsiteX299" fmla="*/ 5079508 w 7467600"/>
              <a:gd name="connsiteY299" fmla="*/ 6749074 h 6858000"/>
              <a:gd name="connsiteX300" fmla="*/ 5371846 w 7467600"/>
              <a:gd name="connsiteY300" fmla="*/ 5924413 h 6858000"/>
              <a:gd name="connsiteX301" fmla="*/ 5270512 w 7467600"/>
              <a:gd name="connsiteY301" fmla="*/ 6138975 h 6858000"/>
              <a:gd name="connsiteX302" fmla="*/ 5062409 w 7467600"/>
              <a:gd name="connsiteY302" fmla="*/ 6653544 h 6858000"/>
              <a:gd name="connsiteX303" fmla="*/ 5036628 w 7467600"/>
              <a:gd name="connsiteY303" fmla="*/ 6754247 h 6858000"/>
              <a:gd name="connsiteX304" fmla="*/ 5009112 w 7467600"/>
              <a:gd name="connsiteY304" fmla="*/ 6858000 h 6858000"/>
              <a:gd name="connsiteX305" fmla="*/ 4976679 w 7467600"/>
              <a:gd name="connsiteY305" fmla="*/ 6858000 h 6858000"/>
              <a:gd name="connsiteX306" fmla="*/ 5006537 w 7467600"/>
              <a:gd name="connsiteY306" fmla="*/ 6747068 h 6858000"/>
              <a:gd name="connsiteX307" fmla="*/ 5032723 w 7467600"/>
              <a:gd name="connsiteY307" fmla="*/ 6644957 h 6858000"/>
              <a:gd name="connsiteX308" fmla="*/ 5242949 w 7467600"/>
              <a:gd name="connsiteY308" fmla="*/ 6125175 h 6858000"/>
              <a:gd name="connsiteX309" fmla="*/ 5286321 w 7467600"/>
              <a:gd name="connsiteY309" fmla="*/ 6033555 h 6858000"/>
              <a:gd name="connsiteX310" fmla="*/ 5008210 w 7467600"/>
              <a:gd name="connsiteY310" fmla="*/ 6649194 h 6858000"/>
              <a:gd name="connsiteX311" fmla="*/ 4986321 w 7467600"/>
              <a:gd name="connsiteY311" fmla="*/ 6765687 h 6858000"/>
              <a:gd name="connsiteX312" fmla="*/ 4973474 w 7467600"/>
              <a:gd name="connsiteY312" fmla="*/ 6858000 h 6858000"/>
              <a:gd name="connsiteX313" fmla="*/ 4907178 w 7467600"/>
              <a:gd name="connsiteY313" fmla="*/ 6858000 h 6858000"/>
              <a:gd name="connsiteX314" fmla="*/ 4910810 w 7467600"/>
              <a:gd name="connsiteY314" fmla="*/ 6829660 h 6858000"/>
              <a:gd name="connsiteX315" fmla="*/ 4987461 w 7467600"/>
              <a:gd name="connsiteY315" fmla="*/ 6432994 h 6858000"/>
              <a:gd name="connsiteX316" fmla="*/ 5179262 w 7467600"/>
              <a:gd name="connsiteY316" fmla="*/ 6035044 h 6858000"/>
              <a:gd name="connsiteX317" fmla="*/ 4689678 w 7467600"/>
              <a:gd name="connsiteY317" fmla="*/ 6440241 h 6858000"/>
              <a:gd name="connsiteX318" fmla="*/ 4477543 w 7467600"/>
              <a:gd name="connsiteY318" fmla="*/ 6674836 h 6858000"/>
              <a:gd name="connsiteX319" fmla="*/ 4329957 w 7467600"/>
              <a:gd name="connsiteY319" fmla="*/ 6858000 h 6858000"/>
              <a:gd name="connsiteX320" fmla="*/ 4218595 w 7467600"/>
              <a:gd name="connsiteY320" fmla="*/ 6858000 h 6858000"/>
              <a:gd name="connsiteX321" fmla="*/ 4368888 w 7467600"/>
              <a:gd name="connsiteY321" fmla="*/ 6668412 h 6858000"/>
              <a:gd name="connsiteX322" fmla="*/ 4563091 w 7467600"/>
              <a:gd name="connsiteY322" fmla="*/ 6442508 h 6858000"/>
              <a:gd name="connsiteX323" fmla="*/ 5387324 w 7467600"/>
              <a:gd name="connsiteY323" fmla="*/ 5705830 h 6858000"/>
              <a:gd name="connsiteX324" fmla="*/ 5073620 w 7467600"/>
              <a:gd name="connsiteY324" fmla="*/ 5955437 h 6858000"/>
              <a:gd name="connsiteX325" fmla="*/ 4689789 w 7467600"/>
              <a:gd name="connsiteY325" fmla="*/ 6268382 h 6858000"/>
              <a:gd name="connsiteX326" fmla="*/ 4418722 w 7467600"/>
              <a:gd name="connsiteY326" fmla="*/ 6570886 h 6858000"/>
              <a:gd name="connsiteX327" fmla="*/ 4214944 w 7467600"/>
              <a:gd name="connsiteY327" fmla="*/ 6858000 h 6858000"/>
              <a:gd name="connsiteX328" fmla="*/ 4177898 w 7467600"/>
              <a:gd name="connsiteY328" fmla="*/ 6858000 h 6858000"/>
              <a:gd name="connsiteX329" fmla="*/ 4391597 w 7467600"/>
              <a:gd name="connsiteY329" fmla="*/ 6556370 h 6858000"/>
              <a:gd name="connsiteX330" fmla="*/ 4668889 w 7467600"/>
              <a:gd name="connsiteY330" fmla="*/ 6246399 h 6858000"/>
              <a:gd name="connsiteX331" fmla="*/ 5055427 w 7467600"/>
              <a:gd name="connsiteY331" fmla="*/ 5931476 h 6858000"/>
              <a:gd name="connsiteX332" fmla="*/ 5371814 w 7467600"/>
              <a:gd name="connsiteY332" fmla="*/ 5678975 h 6858000"/>
              <a:gd name="connsiteX333" fmla="*/ 4987918 w 7467600"/>
              <a:gd name="connsiteY333" fmla="*/ 5838701 h 6858000"/>
              <a:gd name="connsiteX334" fmla="*/ 4317146 w 7467600"/>
              <a:gd name="connsiteY334" fmla="*/ 6587716 h 6858000"/>
              <a:gd name="connsiteX335" fmla="*/ 4171627 w 7467600"/>
              <a:gd name="connsiteY335" fmla="*/ 6858000 h 6858000"/>
              <a:gd name="connsiteX336" fmla="*/ 4081585 w 7467600"/>
              <a:gd name="connsiteY336" fmla="*/ 6858000 h 6858000"/>
              <a:gd name="connsiteX337" fmla="*/ 4238603 w 7467600"/>
              <a:gd name="connsiteY337" fmla="*/ 6559341 h 6858000"/>
              <a:gd name="connsiteX338" fmla="*/ 4778333 w 7467600"/>
              <a:gd name="connsiteY338" fmla="*/ 5873626 h 6858000"/>
              <a:gd name="connsiteX339" fmla="*/ 5414185 w 7467600"/>
              <a:gd name="connsiteY339" fmla="*/ 5573882 h 6858000"/>
              <a:gd name="connsiteX340" fmla="*/ 5959648 w 7467600"/>
              <a:gd name="connsiteY340" fmla="*/ 4760797 h 6858000"/>
              <a:gd name="connsiteX341" fmla="*/ 5355019 w 7467600"/>
              <a:gd name="connsiteY341" fmla="*/ 4734672 h 6858000"/>
              <a:gd name="connsiteX342" fmla="*/ 5083565 w 7467600"/>
              <a:gd name="connsiteY342" fmla="*/ 5179121 h 6858000"/>
              <a:gd name="connsiteX343" fmla="*/ 4713577 w 7467600"/>
              <a:gd name="connsiteY343" fmla="*/ 5616803 h 6858000"/>
              <a:gd name="connsiteX344" fmla="*/ 3989559 w 7467600"/>
              <a:gd name="connsiteY344" fmla="*/ 6145945 h 6858000"/>
              <a:gd name="connsiteX345" fmla="*/ 3939824 w 7467600"/>
              <a:gd name="connsiteY345" fmla="*/ 6066900 h 6858000"/>
              <a:gd name="connsiteX346" fmla="*/ 4584537 w 7467600"/>
              <a:gd name="connsiteY346" fmla="*/ 5324826 h 6858000"/>
              <a:gd name="connsiteX347" fmla="*/ 5037105 w 7467600"/>
              <a:gd name="connsiteY347" fmla="*/ 5088765 h 6858000"/>
              <a:gd name="connsiteX348" fmla="*/ 5039930 w 7467600"/>
              <a:gd name="connsiteY348" fmla="*/ 5089585 h 6858000"/>
              <a:gd name="connsiteX349" fmla="*/ 5263764 w 7467600"/>
              <a:gd name="connsiteY349" fmla="*/ 4735525 h 6858000"/>
              <a:gd name="connsiteX350" fmla="*/ 4086300 w 7467600"/>
              <a:gd name="connsiteY350" fmla="*/ 4884599 h 6858000"/>
              <a:gd name="connsiteX351" fmla="*/ 4085485 w 7467600"/>
              <a:gd name="connsiteY351" fmla="*/ 4899070 h 6858000"/>
              <a:gd name="connsiteX352" fmla="*/ 3871915 w 7467600"/>
              <a:gd name="connsiteY352" fmla="*/ 5253645 h 6858000"/>
              <a:gd name="connsiteX353" fmla="*/ 3799374 w 7467600"/>
              <a:gd name="connsiteY353" fmla="*/ 5466127 h 6858000"/>
              <a:gd name="connsiteX354" fmla="*/ 3498850 w 7467600"/>
              <a:gd name="connsiteY354" fmla="*/ 6661888 h 6858000"/>
              <a:gd name="connsiteX355" fmla="*/ 3399216 w 7467600"/>
              <a:gd name="connsiteY355" fmla="*/ 6858000 h 6858000"/>
              <a:gd name="connsiteX356" fmla="*/ 3303688 w 7467600"/>
              <a:gd name="connsiteY356" fmla="*/ 6858000 h 6858000"/>
              <a:gd name="connsiteX357" fmla="*/ 3391774 w 7467600"/>
              <a:gd name="connsiteY357" fmla="*/ 6697181 h 6858000"/>
              <a:gd name="connsiteX358" fmla="*/ 3735540 w 7467600"/>
              <a:gd name="connsiteY358" fmla="*/ 5546923 h 6858000"/>
              <a:gd name="connsiteX359" fmla="*/ 3729438 w 7467600"/>
              <a:gd name="connsiteY359" fmla="*/ 5569058 h 6858000"/>
              <a:gd name="connsiteX360" fmla="*/ 3707782 w 7467600"/>
              <a:gd name="connsiteY360" fmla="*/ 5644908 h 6858000"/>
              <a:gd name="connsiteX361" fmla="*/ 3583827 w 7467600"/>
              <a:gd name="connsiteY361" fmla="*/ 6039215 h 6858000"/>
              <a:gd name="connsiteX362" fmla="*/ 3547861 w 7467600"/>
              <a:gd name="connsiteY362" fmla="*/ 6129609 h 6858000"/>
              <a:gd name="connsiteX363" fmla="*/ 3490905 w 7467600"/>
              <a:gd name="connsiteY363" fmla="*/ 6277660 h 6858000"/>
              <a:gd name="connsiteX364" fmla="*/ 3455859 w 7467600"/>
              <a:gd name="connsiteY364" fmla="*/ 6391301 h 6858000"/>
              <a:gd name="connsiteX365" fmla="*/ 3429112 w 7467600"/>
              <a:gd name="connsiteY365" fmla="*/ 6479469 h 6858000"/>
              <a:gd name="connsiteX366" fmla="*/ 3304862 w 7467600"/>
              <a:gd name="connsiteY366" fmla="*/ 6796476 h 6858000"/>
              <a:gd name="connsiteX367" fmla="*/ 3276071 w 7467600"/>
              <a:gd name="connsiteY367" fmla="*/ 6858000 h 6858000"/>
              <a:gd name="connsiteX368" fmla="*/ 3240805 w 7467600"/>
              <a:gd name="connsiteY368" fmla="*/ 6858000 h 6858000"/>
              <a:gd name="connsiteX369" fmla="*/ 3275917 w 7467600"/>
              <a:gd name="connsiteY369" fmla="*/ 6783192 h 6858000"/>
              <a:gd name="connsiteX370" fmla="*/ 3399358 w 7467600"/>
              <a:gd name="connsiteY370" fmla="*/ 6469011 h 6858000"/>
              <a:gd name="connsiteX371" fmla="*/ 3425650 w 7467600"/>
              <a:gd name="connsiteY371" fmla="*/ 6381333 h 6858000"/>
              <a:gd name="connsiteX372" fmla="*/ 3460661 w 7467600"/>
              <a:gd name="connsiteY372" fmla="*/ 6266763 h 6858000"/>
              <a:gd name="connsiteX373" fmla="*/ 3518021 w 7467600"/>
              <a:gd name="connsiteY373" fmla="*/ 6117298 h 6858000"/>
              <a:gd name="connsiteX374" fmla="*/ 3554035 w 7467600"/>
              <a:gd name="connsiteY374" fmla="*/ 6027832 h 6858000"/>
              <a:gd name="connsiteX375" fmla="*/ 3677174 w 7467600"/>
              <a:gd name="connsiteY375" fmla="*/ 5636351 h 6858000"/>
              <a:gd name="connsiteX376" fmla="*/ 3698819 w 7467600"/>
              <a:gd name="connsiteY376" fmla="*/ 5560503 h 6858000"/>
              <a:gd name="connsiteX377" fmla="*/ 3702094 w 7467600"/>
              <a:gd name="connsiteY377" fmla="*/ 5549194 h 6858000"/>
              <a:gd name="connsiteX378" fmla="*/ 3398355 w 7467600"/>
              <a:gd name="connsiteY378" fmla="*/ 6094603 h 6858000"/>
              <a:gd name="connsiteX379" fmla="*/ 3193941 w 7467600"/>
              <a:gd name="connsiteY379" fmla="*/ 6798775 h 6858000"/>
              <a:gd name="connsiteX380" fmla="*/ 3184140 w 7467600"/>
              <a:gd name="connsiteY380" fmla="*/ 6858000 h 6858000"/>
              <a:gd name="connsiteX381" fmla="*/ 3099978 w 7467600"/>
              <a:gd name="connsiteY381" fmla="*/ 6858000 h 6858000"/>
              <a:gd name="connsiteX382" fmla="*/ 3101556 w 7467600"/>
              <a:gd name="connsiteY382" fmla="*/ 6843337 h 6858000"/>
              <a:gd name="connsiteX383" fmla="*/ 3370162 w 7467600"/>
              <a:gd name="connsiteY383" fmla="*/ 5785550 h 6858000"/>
              <a:gd name="connsiteX384" fmla="*/ 3746477 w 7467600"/>
              <a:gd name="connsiteY384" fmla="*/ 5377889 h 6858000"/>
              <a:gd name="connsiteX385" fmla="*/ 3863399 w 7467600"/>
              <a:gd name="connsiteY385" fmla="*/ 5087257 h 6858000"/>
              <a:gd name="connsiteX386" fmla="*/ 3968712 w 7467600"/>
              <a:gd name="connsiteY386" fmla="*/ 4913989 h 6858000"/>
              <a:gd name="connsiteX387" fmla="*/ 2792390 w 7467600"/>
              <a:gd name="connsiteY387" fmla="*/ 5382974 h 6858000"/>
              <a:gd name="connsiteX388" fmla="*/ 2714982 w 7467600"/>
              <a:gd name="connsiteY388" fmla="*/ 5427051 h 6858000"/>
              <a:gd name="connsiteX389" fmla="*/ 2813361 w 7467600"/>
              <a:gd name="connsiteY389" fmla="*/ 6023912 h 6858000"/>
              <a:gd name="connsiteX390" fmla="*/ 2688430 w 7467600"/>
              <a:gd name="connsiteY390" fmla="*/ 6801564 h 6858000"/>
              <a:gd name="connsiteX391" fmla="*/ 2629626 w 7467600"/>
              <a:gd name="connsiteY391" fmla="*/ 6763394 h 6858000"/>
              <a:gd name="connsiteX392" fmla="*/ 2565328 w 7467600"/>
              <a:gd name="connsiteY392" fmla="*/ 5516399 h 6858000"/>
              <a:gd name="connsiteX393" fmla="*/ 1922999 w 7467600"/>
              <a:gd name="connsiteY393" fmla="*/ 5980343 h 6858000"/>
              <a:gd name="connsiteX394" fmla="*/ 1950261 w 7467600"/>
              <a:gd name="connsiteY394" fmla="*/ 6405858 h 6858000"/>
              <a:gd name="connsiteX395" fmla="*/ 2365554 w 7467600"/>
              <a:gd name="connsiteY395" fmla="*/ 6759107 h 6858000"/>
              <a:gd name="connsiteX396" fmla="*/ 2424142 w 7467600"/>
              <a:gd name="connsiteY396" fmla="*/ 6858000 h 6858000"/>
              <a:gd name="connsiteX397" fmla="*/ 2395994 w 7467600"/>
              <a:gd name="connsiteY397" fmla="*/ 6858000 h 6858000"/>
              <a:gd name="connsiteX398" fmla="*/ 2392863 w 7467600"/>
              <a:gd name="connsiteY398" fmla="*/ 6852964 h 6858000"/>
              <a:gd name="connsiteX399" fmla="*/ 2017589 w 7467600"/>
              <a:gd name="connsiteY399" fmla="*/ 6493982 h 6858000"/>
              <a:gd name="connsiteX400" fmla="*/ 2147336 w 7467600"/>
              <a:gd name="connsiteY400" fmla="*/ 6594052 h 6858000"/>
              <a:gd name="connsiteX401" fmla="*/ 2207047 w 7467600"/>
              <a:gd name="connsiteY401" fmla="*/ 6654540 h 6858000"/>
              <a:gd name="connsiteX402" fmla="*/ 2299106 w 7467600"/>
              <a:gd name="connsiteY402" fmla="*/ 6778931 h 6858000"/>
              <a:gd name="connsiteX403" fmla="*/ 2314430 w 7467600"/>
              <a:gd name="connsiteY403" fmla="*/ 6801144 h 6858000"/>
              <a:gd name="connsiteX404" fmla="*/ 2352406 w 7467600"/>
              <a:gd name="connsiteY404" fmla="*/ 6858000 h 6858000"/>
              <a:gd name="connsiteX405" fmla="*/ 2314492 w 7467600"/>
              <a:gd name="connsiteY405" fmla="*/ 6858000 h 6858000"/>
              <a:gd name="connsiteX406" fmla="*/ 2288095 w 7467600"/>
              <a:gd name="connsiteY406" fmla="*/ 6818030 h 6858000"/>
              <a:gd name="connsiteX407" fmla="*/ 2272768 w 7467600"/>
              <a:gd name="connsiteY407" fmla="*/ 6795822 h 6858000"/>
              <a:gd name="connsiteX408" fmla="*/ 2182715 w 7467600"/>
              <a:gd name="connsiteY408" fmla="*/ 6675071 h 6858000"/>
              <a:gd name="connsiteX409" fmla="*/ 2032061 w 7467600"/>
              <a:gd name="connsiteY409" fmla="*/ 6541380 h 6858000"/>
              <a:gd name="connsiteX410" fmla="*/ 2257220 w 7467600"/>
              <a:gd name="connsiteY410" fmla="*/ 6826257 h 6858000"/>
              <a:gd name="connsiteX411" fmla="*/ 2281324 w 7467600"/>
              <a:gd name="connsiteY411" fmla="*/ 6858000 h 6858000"/>
              <a:gd name="connsiteX412" fmla="*/ 2242860 w 7467600"/>
              <a:gd name="connsiteY412" fmla="*/ 6858000 h 6858000"/>
              <a:gd name="connsiteX413" fmla="*/ 2232818 w 7467600"/>
              <a:gd name="connsiteY413" fmla="*/ 6844926 h 6858000"/>
              <a:gd name="connsiteX414" fmla="*/ 1990172 w 7467600"/>
              <a:gd name="connsiteY414" fmla="*/ 6542121 h 6858000"/>
              <a:gd name="connsiteX415" fmla="*/ 2124090 w 7467600"/>
              <a:gd name="connsiteY415" fmla="*/ 6761017 h 6858000"/>
              <a:gd name="connsiteX416" fmla="*/ 2200380 w 7467600"/>
              <a:gd name="connsiteY416" fmla="*/ 6858000 h 6858000"/>
              <a:gd name="connsiteX417" fmla="*/ 2147507 w 7467600"/>
              <a:gd name="connsiteY417" fmla="*/ 6858000 h 6858000"/>
              <a:gd name="connsiteX418" fmla="*/ 2070668 w 7467600"/>
              <a:gd name="connsiteY418" fmla="*/ 6761520 h 6858000"/>
              <a:gd name="connsiteX419" fmla="*/ 1975142 w 7467600"/>
              <a:gd name="connsiteY419" fmla="*/ 6585570 h 6858000"/>
              <a:gd name="connsiteX420" fmla="*/ 2050035 w 7467600"/>
              <a:gd name="connsiteY420" fmla="*/ 6813345 h 6858000"/>
              <a:gd name="connsiteX421" fmla="*/ 2063025 w 7467600"/>
              <a:gd name="connsiteY421" fmla="*/ 6858000 h 6858000"/>
              <a:gd name="connsiteX422" fmla="*/ 2021675 w 7467600"/>
              <a:gd name="connsiteY422" fmla="*/ 6858000 h 6858000"/>
              <a:gd name="connsiteX423" fmla="*/ 2019308 w 7467600"/>
              <a:gd name="connsiteY423" fmla="*/ 6847118 h 6858000"/>
              <a:gd name="connsiteX424" fmla="*/ 1938835 w 7467600"/>
              <a:gd name="connsiteY424" fmla="*/ 6551160 h 6858000"/>
              <a:gd name="connsiteX425" fmla="*/ 1953230 w 7467600"/>
              <a:gd name="connsiteY425" fmla="*/ 6759699 h 6858000"/>
              <a:gd name="connsiteX426" fmla="*/ 1956763 w 7467600"/>
              <a:gd name="connsiteY426" fmla="*/ 6778191 h 6858000"/>
              <a:gd name="connsiteX427" fmla="*/ 1967925 w 7467600"/>
              <a:gd name="connsiteY427" fmla="*/ 6858000 h 6858000"/>
              <a:gd name="connsiteX428" fmla="*/ 1936622 w 7467600"/>
              <a:gd name="connsiteY428" fmla="*/ 6858000 h 6858000"/>
              <a:gd name="connsiteX429" fmla="*/ 1926261 w 7467600"/>
              <a:gd name="connsiteY429" fmla="*/ 6784064 h 6858000"/>
              <a:gd name="connsiteX430" fmla="*/ 1922724 w 7467600"/>
              <a:gd name="connsiteY430" fmla="*/ 6765577 h 6858000"/>
              <a:gd name="connsiteX431" fmla="*/ 1904650 w 7467600"/>
              <a:gd name="connsiteY431" fmla="*/ 6639616 h 6858000"/>
              <a:gd name="connsiteX432" fmla="*/ 1885273 w 7467600"/>
              <a:gd name="connsiteY432" fmla="*/ 6858000 h 6858000"/>
              <a:gd name="connsiteX433" fmla="*/ 1854363 w 7467600"/>
              <a:gd name="connsiteY433" fmla="*/ 6858000 h 6858000"/>
              <a:gd name="connsiteX434" fmla="*/ 1880391 w 7467600"/>
              <a:gd name="connsiteY434" fmla="*/ 6603796 h 6858000"/>
              <a:gd name="connsiteX435" fmla="*/ 1818273 w 7467600"/>
              <a:gd name="connsiteY435" fmla="*/ 6715729 h 6858000"/>
              <a:gd name="connsiteX436" fmla="*/ 1794691 w 7467600"/>
              <a:gd name="connsiteY436" fmla="*/ 6843239 h 6858000"/>
              <a:gd name="connsiteX437" fmla="*/ 1794914 w 7467600"/>
              <a:gd name="connsiteY437" fmla="*/ 6858000 h 6858000"/>
              <a:gd name="connsiteX438" fmla="*/ 1746128 w 7467600"/>
              <a:gd name="connsiteY438" fmla="*/ 6858000 h 6858000"/>
              <a:gd name="connsiteX439" fmla="*/ 1753934 w 7467600"/>
              <a:gd name="connsiteY439" fmla="*/ 6724796 h 6858000"/>
              <a:gd name="connsiteX440" fmla="*/ 1792053 w 7467600"/>
              <a:gd name="connsiteY440" fmla="*/ 6572396 h 6858000"/>
              <a:gd name="connsiteX441" fmla="*/ 1862248 w 7467600"/>
              <a:gd name="connsiteY441" fmla="*/ 6266397 h 6858000"/>
              <a:gd name="connsiteX442" fmla="*/ 1862250 w 7467600"/>
              <a:gd name="connsiteY442" fmla="*/ 6033531 h 6858000"/>
              <a:gd name="connsiteX443" fmla="*/ 1211999 w 7467600"/>
              <a:gd name="connsiteY443" fmla="*/ 6683610 h 6858000"/>
              <a:gd name="connsiteX444" fmla="*/ 1213266 w 7467600"/>
              <a:gd name="connsiteY444" fmla="*/ 6691947 h 6858000"/>
              <a:gd name="connsiteX445" fmla="*/ 1203370 w 7467600"/>
              <a:gd name="connsiteY445" fmla="*/ 6850676 h 6858000"/>
              <a:gd name="connsiteX446" fmla="*/ 1203671 w 7467600"/>
              <a:gd name="connsiteY446" fmla="*/ 6858000 h 6858000"/>
              <a:gd name="connsiteX447" fmla="*/ 1143180 w 7467600"/>
              <a:gd name="connsiteY447" fmla="*/ 6858000 h 6858000"/>
              <a:gd name="connsiteX448" fmla="*/ 1142176 w 7467600"/>
              <a:gd name="connsiteY448" fmla="*/ 6766045 h 6858000"/>
              <a:gd name="connsiteX449" fmla="*/ 1067484 w 7467600"/>
              <a:gd name="connsiteY449" fmla="*/ 6858000 h 6858000"/>
              <a:gd name="connsiteX450" fmla="*/ 953928 w 7467600"/>
              <a:gd name="connsiteY450" fmla="*/ 6858000 h 6858000"/>
              <a:gd name="connsiteX451" fmla="*/ 959715 w 7467600"/>
              <a:gd name="connsiteY451" fmla="*/ 6850185 h 6858000"/>
              <a:gd name="connsiteX452" fmla="*/ 1483788 w 7467600"/>
              <a:gd name="connsiteY452" fmla="*/ 6259174 h 6858000"/>
              <a:gd name="connsiteX453" fmla="*/ 1100671 w 7467600"/>
              <a:gd name="connsiteY453" fmla="*/ 6252137 h 6858000"/>
              <a:gd name="connsiteX454" fmla="*/ 1090144 w 7467600"/>
              <a:gd name="connsiteY454" fmla="*/ 6256748 h 6858000"/>
              <a:gd name="connsiteX455" fmla="*/ 1095872 w 7467600"/>
              <a:gd name="connsiteY455" fmla="*/ 6271892 h 6858000"/>
              <a:gd name="connsiteX456" fmla="*/ 262785 w 7467600"/>
              <a:gd name="connsiteY456" fmla="*/ 6845450 h 6858000"/>
              <a:gd name="connsiteX457" fmla="*/ 209968 w 7467600"/>
              <a:gd name="connsiteY457" fmla="*/ 6770713 h 6858000"/>
              <a:gd name="connsiteX458" fmla="*/ 873460 w 7467600"/>
              <a:gd name="connsiteY458" fmla="*/ 6253768 h 6858000"/>
              <a:gd name="connsiteX459" fmla="*/ 192686 w 7467600"/>
              <a:gd name="connsiteY459" fmla="*/ 5849257 h 6858000"/>
              <a:gd name="connsiteX460" fmla="*/ 4696 w 7467600"/>
              <a:gd name="connsiteY460" fmla="*/ 5697668 h 6858000"/>
              <a:gd name="connsiteX461" fmla="*/ 0 w 7467600"/>
              <a:gd name="connsiteY461" fmla="*/ 5689984 h 6858000"/>
              <a:gd name="connsiteX462" fmla="*/ 0 w 7467600"/>
              <a:gd name="connsiteY462" fmla="*/ 5513472 h 6858000"/>
              <a:gd name="connsiteX463" fmla="*/ 174101 w 7467600"/>
              <a:gd name="connsiteY463" fmla="*/ 5620277 h 6858000"/>
              <a:gd name="connsiteX464" fmla="*/ 891800 w 7467600"/>
              <a:gd name="connsiteY464" fmla="*/ 6036935 h 6858000"/>
              <a:gd name="connsiteX465" fmla="*/ 1072219 w 7467600"/>
              <a:gd name="connsiteY465" fmla="*/ 6169443 h 6858000"/>
              <a:gd name="connsiteX466" fmla="*/ 1074117 w 7467600"/>
              <a:gd name="connsiteY466" fmla="*/ 6170301 h 6858000"/>
              <a:gd name="connsiteX467" fmla="*/ 1083114 w 7467600"/>
              <a:gd name="connsiteY467" fmla="*/ 6174131 h 6858000"/>
              <a:gd name="connsiteX468" fmla="*/ 1543010 w 7467600"/>
              <a:gd name="connsiteY468" fmla="*/ 6191140 h 6858000"/>
              <a:gd name="connsiteX469" fmla="*/ 1551080 w 7467600"/>
              <a:gd name="connsiteY469" fmla="*/ 6195006 h 6858000"/>
              <a:gd name="connsiteX470" fmla="*/ 2345443 w 7467600"/>
              <a:gd name="connsiteY470" fmla="*/ 5549882 h 6858000"/>
              <a:gd name="connsiteX471" fmla="*/ 1721499 w 7467600"/>
              <a:gd name="connsiteY471" fmla="*/ 5599969 h 6858000"/>
              <a:gd name="connsiteX472" fmla="*/ 767716 w 7467600"/>
              <a:gd name="connsiteY472" fmla="*/ 5472768 h 6858000"/>
              <a:gd name="connsiteX473" fmla="*/ 722147 w 7467600"/>
              <a:gd name="connsiteY473" fmla="*/ 5393091 h 6858000"/>
              <a:gd name="connsiteX474" fmla="*/ 1485552 w 7467600"/>
              <a:gd name="connsiteY474" fmla="*/ 5313202 h 6858000"/>
              <a:gd name="connsiteX475" fmla="*/ 2143004 w 7467600"/>
              <a:gd name="connsiteY475" fmla="*/ 5402420 h 6858000"/>
              <a:gd name="connsiteX476" fmla="*/ 1933391 w 7467600"/>
              <a:gd name="connsiteY476" fmla="*/ 5156971 h 6858000"/>
              <a:gd name="connsiteX477" fmla="*/ 1827118 w 7467600"/>
              <a:gd name="connsiteY477" fmla="*/ 4968410 h 6858000"/>
              <a:gd name="connsiteX478" fmla="*/ 1837349 w 7467600"/>
              <a:gd name="connsiteY478" fmla="*/ 4956357 h 6858000"/>
              <a:gd name="connsiteX479" fmla="*/ 2162835 w 7467600"/>
              <a:gd name="connsiteY479" fmla="*/ 5187853 h 6858000"/>
              <a:gd name="connsiteX480" fmla="*/ 2257167 w 7467600"/>
              <a:gd name="connsiteY480" fmla="*/ 5462123 h 6858000"/>
              <a:gd name="connsiteX481" fmla="*/ 2261598 w 7467600"/>
              <a:gd name="connsiteY481" fmla="*/ 5467998 h 6858000"/>
              <a:gd name="connsiteX482" fmla="*/ 2437177 w 7467600"/>
              <a:gd name="connsiteY482" fmla="*/ 5479608 h 6858000"/>
              <a:gd name="connsiteX483" fmla="*/ 2445247 w 7467600"/>
              <a:gd name="connsiteY483" fmla="*/ 5483476 h 6858000"/>
              <a:gd name="connsiteX484" fmla="*/ 2743626 w 7467600"/>
              <a:gd name="connsiteY484" fmla="*/ 5304819 h 6858000"/>
              <a:gd name="connsiteX485" fmla="*/ 3048102 w 7467600"/>
              <a:gd name="connsiteY485" fmla="*/ 5150595 h 6858000"/>
              <a:gd name="connsiteX486" fmla="*/ 1799414 w 7467600"/>
              <a:gd name="connsiteY486" fmla="*/ 4694732 h 6858000"/>
              <a:gd name="connsiteX487" fmla="*/ 1771735 w 7467600"/>
              <a:gd name="connsiteY487" fmla="*/ 4619929 h 6858000"/>
              <a:gd name="connsiteX488" fmla="*/ 3104273 w 7467600"/>
              <a:gd name="connsiteY488" fmla="*/ 5076159 h 6858000"/>
              <a:gd name="connsiteX489" fmla="*/ 3113245 w 7467600"/>
              <a:gd name="connsiteY489" fmla="*/ 5090705 h 6858000"/>
              <a:gd name="connsiteX490" fmla="*/ 3126294 w 7467600"/>
              <a:gd name="connsiteY490" fmla="*/ 5114400 h 6858000"/>
              <a:gd name="connsiteX491" fmla="*/ 3937433 w 7467600"/>
              <a:gd name="connsiteY491" fmla="*/ 4830473 h 6858000"/>
              <a:gd name="connsiteX492" fmla="*/ 3590475 w 7467600"/>
              <a:gd name="connsiteY492" fmla="*/ 4597974 h 6858000"/>
              <a:gd name="connsiteX493" fmla="*/ 3100264 w 7467600"/>
              <a:gd name="connsiteY493" fmla="*/ 4579845 h 6858000"/>
              <a:gd name="connsiteX494" fmla="*/ 2183576 w 7467600"/>
              <a:gd name="connsiteY494" fmla="*/ 4227150 h 6858000"/>
              <a:gd name="connsiteX495" fmla="*/ 2151029 w 7467600"/>
              <a:gd name="connsiteY495" fmla="*/ 4146947 h 6858000"/>
              <a:gd name="connsiteX496" fmla="*/ 3563434 w 7467600"/>
              <a:gd name="connsiteY496" fmla="*/ 4469115 h 6858000"/>
              <a:gd name="connsiteX497" fmla="*/ 3177952 w 7467600"/>
              <a:gd name="connsiteY497" fmla="*/ 3657386 h 6858000"/>
              <a:gd name="connsiteX498" fmla="*/ 3189263 w 7467600"/>
              <a:gd name="connsiteY498" fmla="*/ 3625726 h 6858000"/>
              <a:gd name="connsiteX499" fmla="*/ 3560912 w 7467600"/>
              <a:gd name="connsiteY499" fmla="*/ 4079863 h 6858000"/>
              <a:gd name="connsiteX500" fmla="*/ 3626636 w 7467600"/>
              <a:gd name="connsiteY500" fmla="*/ 4512230 h 6858000"/>
              <a:gd name="connsiteX501" fmla="*/ 3653088 w 7467600"/>
              <a:gd name="connsiteY501" fmla="*/ 4521417 h 6858000"/>
              <a:gd name="connsiteX502" fmla="*/ 3988128 w 7467600"/>
              <a:gd name="connsiteY502" fmla="*/ 4817267 h 6858000"/>
              <a:gd name="connsiteX503" fmla="*/ 4830582 w 7467600"/>
              <a:gd name="connsiteY503" fmla="*/ 4676000 h 6858000"/>
              <a:gd name="connsiteX504" fmla="*/ 4830100 w 7467600"/>
              <a:gd name="connsiteY504" fmla="*/ 4675554 h 6858000"/>
              <a:gd name="connsiteX505" fmla="*/ 4036318 w 7467600"/>
              <a:gd name="connsiteY505" fmla="*/ 4147013 h 6858000"/>
              <a:gd name="connsiteX506" fmla="*/ 3432098 w 7467600"/>
              <a:gd name="connsiteY506" fmla="*/ 3537312 h 6858000"/>
              <a:gd name="connsiteX507" fmla="*/ 3446761 w 7467600"/>
              <a:gd name="connsiteY507" fmla="*/ 3461278 h 6858000"/>
              <a:gd name="connsiteX508" fmla="*/ 4419733 w 7467600"/>
              <a:gd name="connsiteY508" fmla="*/ 3963555 h 6858000"/>
              <a:gd name="connsiteX509" fmla="*/ 4781371 w 7467600"/>
              <a:gd name="connsiteY509" fmla="*/ 4458604 h 6858000"/>
              <a:gd name="connsiteX510" fmla="*/ 4780440 w 7467600"/>
              <a:gd name="connsiteY510" fmla="*/ 4470290 h 6858000"/>
              <a:gd name="connsiteX511" fmla="*/ 4898954 w 7467600"/>
              <a:gd name="connsiteY511" fmla="*/ 4662092 h 6858000"/>
              <a:gd name="connsiteX512" fmla="*/ 4900699 w 7467600"/>
              <a:gd name="connsiteY512" fmla="*/ 4670867 h 6858000"/>
              <a:gd name="connsiteX513" fmla="*/ 5714511 w 7467600"/>
              <a:gd name="connsiteY513" fmla="*/ 4663483 h 6858000"/>
              <a:gd name="connsiteX514" fmla="*/ 5464793 w 7467600"/>
              <a:gd name="connsiteY514" fmla="*/ 4393556 h 6858000"/>
              <a:gd name="connsiteX515" fmla="*/ 5461897 w 7467600"/>
              <a:gd name="connsiteY515" fmla="*/ 4390879 h 6858000"/>
              <a:gd name="connsiteX516" fmla="*/ 4294126 w 7467600"/>
              <a:gd name="connsiteY516" fmla="*/ 3303048 h 6858000"/>
              <a:gd name="connsiteX517" fmla="*/ 4305321 w 7467600"/>
              <a:gd name="connsiteY517" fmla="*/ 3256953 h 6858000"/>
              <a:gd name="connsiteX518" fmla="*/ 4949299 w 7467600"/>
              <a:gd name="connsiteY518" fmla="*/ 3766336 h 6858000"/>
              <a:gd name="connsiteX519" fmla="*/ 5291452 w 7467600"/>
              <a:gd name="connsiteY519" fmla="*/ 4076801 h 6858000"/>
              <a:gd name="connsiteX520" fmla="*/ 5434998 w 7467600"/>
              <a:gd name="connsiteY520" fmla="*/ 4254100 h 6858000"/>
              <a:gd name="connsiteX521" fmla="*/ 5351015 w 7467600"/>
              <a:gd name="connsiteY521" fmla="*/ 3760989 h 6858000"/>
              <a:gd name="connsiteX522" fmla="*/ 5413780 w 7467600"/>
              <a:gd name="connsiteY522" fmla="*/ 2966265 h 6858000"/>
              <a:gd name="connsiteX523" fmla="*/ 5425627 w 7467600"/>
              <a:gd name="connsiteY523" fmla="*/ 2954192 h 6858000"/>
              <a:gd name="connsiteX524" fmla="*/ 6604735 w 7467600"/>
              <a:gd name="connsiteY524" fmla="*/ 2041381 h 6858000"/>
              <a:gd name="connsiteX525" fmla="*/ 7204487 w 7467600"/>
              <a:gd name="connsiteY525" fmla="*/ 2742112 h 6858000"/>
              <a:gd name="connsiteX526" fmla="*/ 7131592 w 7467600"/>
              <a:gd name="connsiteY526" fmla="*/ 2672096 h 6858000"/>
              <a:gd name="connsiteX527" fmla="*/ 6996344 w 7467600"/>
              <a:gd name="connsiteY527" fmla="*/ 2518310 h 6858000"/>
              <a:gd name="connsiteX528" fmla="*/ 6735495 w 7467600"/>
              <a:gd name="connsiteY528" fmla="*/ 2196890 h 6858000"/>
              <a:gd name="connsiteX529" fmla="*/ 6721901 w 7467600"/>
              <a:gd name="connsiteY529" fmla="*/ 2179274 h 6858000"/>
              <a:gd name="connsiteX530" fmla="*/ 6604735 w 7467600"/>
              <a:gd name="connsiteY530" fmla="*/ 2041381 h 6858000"/>
              <a:gd name="connsiteX531" fmla="*/ 6591670 w 7467600"/>
              <a:gd name="connsiteY531" fmla="*/ 1988277 h 6858000"/>
              <a:gd name="connsiteX532" fmla="*/ 6747349 w 7467600"/>
              <a:gd name="connsiteY532" fmla="*/ 2160069 h 6858000"/>
              <a:gd name="connsiteX533" fmla="*/ 6760943 w 7467600"/>
              <a:gd name="connsiteY533" fmla="*/ 2177686 h 6858000"/>
              <a:gd name="connsiteX534" fmla="*/ 7021065 w 7467600"/>
              <a:gd name="connsiteY534" fmla="*/ 2498102 h 6858000"/>
              <a:gd name="connsiteX535" fmla="*/ 7155223 w 7467600"/>
              <a:gd name="connsiteY535" fmla="*/ 2650386 h 6858000"/>
              <a:gd name="connsiteX536" fmla="*/ 7203167 w 7467600"/>
              <a:gd name="connsiteY536" fmla="*/ 2697288 h 6858000"/>
              <a:gd name="connsiteX537" fmla="*/ 6937703 w 7467600"/>
              <a:gd name="connsiteY537" fmla="*/ 2321981 h 6858000"/>
              <a:gd name="connsiteX538" fmla="*/ 6591670 w 7467600"/>
              <a:gd name="connsiteY538" fmla="*/ 1988277 h 6858000"/>
              <a:gd name="connsiteX539" fmla="*/ 5798671 w 7467600"/>
              <a:gd name="connsiteY539" fmla="*/ 1981601 h 6858000"/>
              <a:gd name="connsiteX540" fmla="*/ 5754709 w 7467600"/>
              <a:gd name="connsiteY540" fmla="*/ 2071454 h 6858000"/>
              <a:gd name="connsiteX541" fmla="*/ 5763044 w 7467600"/>
              <a:gd name="connsiteY541" fmla="*/ 2842206 h 6858000"/>
              <a:gd name="connsiteX542" fmla="*/ 5764974 w 7467600"/>
              <a:gd name="connsiteY542" fmla="*/ 2799609 h 6858000"/>
              <a:gd name="connsiteX543" fmla="*/ 5767665 w 7467600"/>
              <a:gd name="connsiteY543" fmla="*/ 2666409 h 6858000"/>
              <a:gd name="connsiteX544" fmla="*/ 5763055 w 7467600"/>
              <a:gd name="connsiteY544" fmla="*/ 2579705 h 6858000"/>
              <a:gd name="connsiteX545" fmla="*/ 5758079 w 7467600"/>
              <a:gd name="connsiteY545" fmla="*/ 2492508 h 6858000"/>
              <a:gd name="connsiteX546" fmla="*/ 5779325 w 7467600"/>
              <a:gd name="connsiteY546" fmla="*/ 2197069 h 6858000"/>
              <a:gd name="connsiteX547" fmla="*/ 5798671 w 7467600"/>
              <a:gd name="connsiteY547" fmla="*/ 1981601 h 6858000"/>
              <a:gd name="connsiteX548" fmla="*/ 5829202 w 7467600"/>
              <a:gd name="connsiteY548" fmla="*/ 1971679 h 6858000"/>
              <a:gd name="connsiteX549" fmla="*/ 5809558 w 7467600"/>
              <a:gd name="connsiteY549" fmla="*/ 2198043 h 6858000"/>
              <a:gd name="connsiteX550" fmla="*/ 5788653 w 7467600"/>
              <a:gd name="connsiteY550" fmla="*/ 2489430 h 6858000"/>
              <a:gd name="connsiteX551" fmla="*/ 5793439 w 7467600"/>
              <a:gd name="connsiteY551" fmla="*/ 2575235 h 6858000"/>
              <a:gd name="connsiteX552" fmla="*/ 5796837 w 7467600"/>
              <a:gd name="connsiteY552" fmla="*/ 2637633 h 6858000"/>
              <a:gd name="connsiteX553" fmla="*/ 5818614 w 7467600"/>
              <a:gd name="connsiteY553" fmla="*/ 2473055 h 6858000"/>
              <a:gd name="connsiteX554" fmla="*/ 5829202 w 7467600"/>
              <a:gd name="connsiteY554" fmla="*/ 1971679 h 6858000"/>
              <a:gd name="connsiteX555" fmla="*/ 5911389 w 7467600"/>
              <a:gd name="connsiteY555" fmla="*/ 1898371 h 6858000"/>
              <a:gd name="connsiteX556" fmla="*/ 6237627 w 7467600"/>
              <a:gd name="connsiteY556" fmla="*/ 2231921 h 6858000"/>
              <a:gd name="connsiteX557" fmla="*/ 5911389 w 7467600"/>
              <a:gd name="connsiteY557" fmla="*/ 1898371 h 6858000"/>
              <a:gd name="connsiteX558" fmla="*/ 6944437 w 7467600"/>
              <a:gd name="connsiteY558" fmla="*/ 1575402 h 6858000"/>
              <a:gd name="connsiteX559" fmla="*/ 6304730 w 7467600"/>
              <a:gd name="connsiteY559" fmla="*/ 1766654 h 6858000"/>
              <a:gd name="connsiteX560" fmla="*/ 6944437 w 7467600"/>
              <a:gd name="connsiteY560" fmla="*/ 1575402 h 6858000"/>
              <a:gd name="connsiteX561" fmla="*/ 7019523 w 7467600"/>
              <a:gd name="connsiteY561" fmla="*/ 1519450 h 6858000"/>
              <a:gd name="connsiteX562" fmla="*/ 6298091 w 7467600"/>
              <a:gd name="connsiteY562" fmla="*/ 1737122 h 6858000"/>
              <a:gd name="connsiteX563" fmla="*/ 7019523 w 7467600"/>
              <a:gd name="connsiteY563" fmla="*/ 1519450 h 6858000"/>
              <a:gd name="connsiteX564" fmla="*/ 2399523 w 7467600"/>
              <a:gd name="connsiteY564" fmla="*/ 1428234 h 6858000"/>
              <a:gd name="connsiteX565" fmla="*/ 2224982 w 7467600"/>
              <a:gd name="connsiteY565" fmla="*/ 1826201 h 6858000"/>
              <a:gd name="connsiteX566" fmla="*/ 2096099 w 7467600"/>
              <a:gd name="connsiteY566" fmla="*/ 2345900 h 6858000"/>
              <a:gd name="connsiteX567" fmla="*/ 2283317 w 7467600"/>
              <a:gd name="connsiteY567" fmla="*/ 1796925 h 6858000"/>
              <a:gd name="connsiteX568" fmla="*/ 2399523 w 7467600"/>
              <a:gd name="connsiteY568" fmla="*/ 1428234 h 6858000"/>
              <a:gd name="connsiteX569" fmla="*/ 2448558 w 7467600"/>
              <a:gd name="connsiteY569" fmla="*/ 1373435 h 6858000"/>
              <a:gd name="connsiteX570" fmla="*/ 2312521 w 7467600"/>
              <a:gd name="connsiteY570" fmla="*/ 1806140 h 6858000"/>
              <a:gd name="connsiteX571" fmla="*/ 2127533 w 7467600"/>
              <a:gd name="connsiteY571" fmla="*/ 2348380 h 6858000"/>
              <a:gd name="connsiteX572" fmla="*/ 2358080 w 7467600"/>
              <a:gd name="connsiteY572" fmla="*/ 1866134 h 6858000"/>
              <a:gd name="connsiteX573" fmla="*/ 2407436 w 7467600"/>
              <a:gd name="connsiteY573" fmla="*/ 1651070 h 6858000"/>
              <a:gd name="connsiteX574" fmla="*/ 2448558 w 7467600"/>
              <a:gd name="connsiteY574" fmla="*/ 1373435 h 6858000"/>
              <a:gd name="connsiteX575" fmla="*/ 278707 w 7467600"/>
              <a:gd name="connsiteY575" fmla="*/ 1352270 h 6858000"/>
              <a:gd name="connsiteX576" fmla="*/ 321570 w 7467600"/>
              <a:gd name="connsiteY576" fmla="*/ 1861610 h 6858000"/>
              <a:gd name="connsiteX577" fmla="*/ 294281 w 7467600"/>
              <a:gd name="connsiteY577" fmla="*/ 1440658 h 6858000"/>
              <a:gd name="connsiteX578" fmla="*/ 278707 w 7467600"/>
              <a:gd name="connsiteY578" fmla="*/ 1352270 h 6858000"/>
              <a:gd name="connsiteX579" fmla="*/ 1423821 w 7467600"/>
              <a:gd name="connsiteY579" fmla="*/ 1351958 h 6858000"/>
              <a:gd name="connsiteX580" fmla="*/ 1638521 w 7467600"/>
              <a:gd name="connsiteY580" fmla="*/ 1908470 h 6858000"/>
              <a:gd name="connsiteX581" fmla="*/ 1754199 w 7467600"/>
              <a:gd name="connsiteY581" fmla="*/ 2149284 h 6858000"/>
              <a:gd name="connsiteX582" fmla="*/ 1908359 w 7467600"/>
              <a:gd name="connsiteY582" fmla="*/ 2364988 h 6858000"/>
              <a:gd name="connsiteX583" fmla="*/ 1647661 w 7467600"/>
              <a:gd name="connsiteY583" fmla="*/ 1825945 h 6858000"/>
              <a:gd name="connsiteX584" fmla="*/ 1423821 w 7467600"/>
              <a:gd name="connsiteY584" fmla="*/ 1351958 h 6858000"/>
              <a:gd name="connsiteX585" fmla="*/ 1431890 w 7467600"/>
              <a:gd name="connsiteY585" fmla="*/ 1306475 h 6858000"/>
              <a:gd name="connsiteX586" fmla="*/ 1507597 w 7467600"/>
              <a:gd name="connsiteY586" fmla="*/ 1446132 h 6858000"/>
              <a:gd name="connsiteX587" fmla="*/ 1674586 w 7467600"/>
              <a:gd name="connsiteY587" fmla="*/ 1813832 h 6858000"/>
              <a:gd name="connsiteX588" fmla="*/ 1815950 w 7467600"/>
              <a:gd name="connsiteY588" fmla="*/ 2128564 h 6858000"/>
              <a:gd name="connsiteX589" fmla="*/ 1984242 w 7467600"/>
              <a:gd name="connsiteY589" fmla="*/ 2430829 h 6858000"/>
              <a:gd name="connsiteX590" fmla="*/ 2014023 w 7467600"/>
              <a:gd name="connsiteY590" fmla="*/ 2450995 h 6858000"/>
              <a:gd name="connsiteX591" fmla="*/ 1747337 w 7467600"/>
              <a:gd name="connsiteY591" fmla="*/ 1855264 h 6858000"/>
              <a:gd name="connsiteX592" fmla="*/ 1533749 w 7467600"/>
              <a:gd name="connsiteY592" fmla="*/ 1478656 h 6858000"/>
              <a:gd name="connsiteX593" fmla="*/ 1431890 w 7467600"/>
              <a:gd name="connsiteY593" fmla="*/ 1306475 h 6858000"/>
              <a:gd name="connsiteX594" fmla="*/ 5052692 w 7467600"/>
              <a:gd name="connsiteY594" fmla="*/ 1292994 h 6858000"/>
              <a:gd name="connsiteX595" fmla="*/ 5200661 w 7467600"/>
              <a:gd name="connsiteY595" fmla="*/ 1635186 h 6858000"/>
              <a:gd name="connsiteX596" fmla="*/ 5297138 w 7467600"/>
              <a:gd name="connsiteY596" fmla="*/ 1906351 h 6858000"/>
              <a:gd name="connsiteX597" fmla="*/ 5052692 w 7467600"/>
              <a:gd name="connsiteY597" fmla="*/ 1292994 h 6858000"/>
              <a:gd name="connsiteX598" fmla="*/ 5009948 w 7467600"/>
              <a:gd name="connsiteY598" fmla="*/ 1273619 h 6858000"/>
              <a:gd name="connsiteX599" fmla="*/ 5121777 w 7467600"/>
              <a:gd name="connsiteY599" fmla="*/ 1654213 h 6858000"/>
              <a:gd name="connsiteX600" fmla="*/ 5293545 w 7467600"/>
              <a:gd name="connsiteY600" fmla="*/ 2072247 h 6858000"/>
              <a:gd name="connsiteX601" fmla="*/ 5294042 w 7467600"/>
              <a:gd name="connsiteY601" fmla="*/ 2065019 h 6858000"/>
              <a:gd name="connsiteX602" fmla="*/ 5171936 w 7467600"/>
              <a:gd name="connsiteY602" fmla="*/ 1647613 h 6858000"/>
              <a:gd name="connsiteX603" fmla="*/ 5009948 w 7467600"/>
              <a:gd name="connsiteY603" fmla="*/ 1273619 h 6858000"/>
              <a:gd name="connsiteX604" fmla="*/ 655236 w 7467600"/>
              <a:gd name="connsiteY604" fmla="*/ 1268632 h 6858000"/>
              <a:gd name="connsiteX605" fmla="*/ 839521 w 7467600"/>
              <a:gd name="connsiteY605" fmla="*/ 1685315 h 6858000"/>
              <a:gd name="connsiteX606" fmla="*/ 1109416 w 7467600"/>
              <a:gd name="connsiteY606" fmla="*/ 2061663 h 6858000"/>
              <a:gd name="connsiteX607" fmla="*/ 1298300 w 7467600"/>
              <a:gd name="connsiteY607" fmla="*/ 2247742 h 6858000"/>
              <a:gd name="connsiteX608" fmla="*/ 1125871 w 7467600"/>
              <a:gd name="connsiteY608" fmla="*/ 1989513 h 6858000"/>
              <a:gd name="connsiteX609" fmla="*/ 981574 w 7467600"/>
              <a:gd name="connsiteY609" fmla="*/ 1783157 h 6858000"/>
              <a:gd name="connsiteX610" fmla="*/ 922198 w 7467600"/>
              <a:gd name="connsiteY610" fmla="*/ 1677437 h 6858000"/>
              <a:gd name="connsiteX611" fmla="*/ 869293 w 7467600"/>
              <a:gd name="connsiteY611" fmla="*/ 1583214 h 6858000"/>
              <a:gd name="connsiteX612" fmla="*/ 751431 w 7467600"/>
              <a:gd name="connsiteY612" fmla="*/ 1405731 h 6858000"/>
              <a:gd name="connsiteX613" fmla="*/ 655236 w 7467600"/>
              <a:gd name="connsiteY613" fmla="*/ 1268632 h 6858000"/>
              <a:gd name="connsiteX614" fmla="*/ 6516292 w 7467600"/>
              <a:gd name="connsiteY614" fmla="*/ 1263064 h 6858000"/>
              <a:gd name="connsiteX615" fmla="*/ 5736320 w 7467600"/>
              <a:gd name="connsiteY615" fmla="*/ 1501803 h 6858000"/>
              <a:gd name="connsiteX616" fmla="*/ 6516292 w 7467600"/>
              <a:gd name="connsiteY616" fmla="*/ 1263064 h 6858000"/>
              <a:gd name="connsiteX617" fmla="*/ 291466 w 7467600"/>
              <a:gd name="connsiteY617" fmla="*/ 1250369 h 6858000"/>
              <a:gd name="connsiteX618" fmla="*/ 323180 w 7467600"/>
              <a:gd name="connsiteY618" fmla="*/ 1435283 h 6858000"/>
              <a:gd name="connsiteX619" fmla="*/ 349381 w 7467600"/>
              <a:gd name="connsiteY619" fmla="*/ 1875041 h 6858000"/>
              <a:gd name="connsiteX620" fmla="*/ 374363 w 7467600"/>
              <a:gd name="connsiteY620" fmla="*/ 1506494 h 6858000"/>
              <a:gd name="connsiteX621" fmla="*/ 302168 w 7467600"/>
              <a:gd name="connsiteY621" fmla="*/ 1274495 h 6858000"/>
              <a:gd name="connsiteX622" fmla="*/ 291466 w 7467600"/>
              <a:gd name="connsiteY622" fmla="*/ 1250369 h 6858000"/>
              <a:gd name="connsiteX623" fmla="*/ 678222 w 7467600"/>
              <a:gd name="connsiteY623" fmla="*/ 1248670 h 6858000"/>
              <a:gd name="connsiteX624" fmla="*/ 775536 w 7467600"/>
              <a:gd name="connsiteY624" fmla="*/ 1388015 h 6858000"/>
              <a:gd name="connsiteX625" fmla="*/ 894529 w 7467600"/>
              <a:gd name="connsiteY625" fmla="*/ 1567739 h 6858000"/>
              <a:gd name="connsiteX626" fmla="*/ 948000 w 7467600"/>
              <a:gd name="connsiteY626" fmla="*/ 1663088 h 6858000"/>
              <a:gd name="connsiteX627" fmla="*/ 1006812 w 7467600"/>
              <a:gd name="connsiteY627" fmla="*/ 1767683 h 6858000"/>
              <a:gd name="connsiteX628" fmla="*/ 1149133 w 7467600"/>
              <a:gd name="connsiteY628" fmla="*/ 1971513 h 6858000"/>
              <a:gd name="connsiteX629" fmla="*/ 1333952 w 7467600"/>
              <a:gd name="connsiteY629" fmla="*/ 2251620 h 6858000"/>
              <a:gd name="connsiteX630" fmla="*/ 1337329 w 7467600"/>
              <a:gd name="connsiteY630" fmla="*/ 2258350 h 6858000"/>
              <a:gd name="connsiteX631" fmla="*/ 1014726 w 7467600"/>
              <a:gd name="connsiteY631" fmla="*/ 1615556 h 6858000"/>
              <a:gd name="connsiteX632" fmla="*/ 678222 w 7467600"/>
              <a:gd name="connsiteY632" fmla="*/ 1248670 h 6858000"/>
              <a:gd name="connsiteX633" fmla="*/ 6691602 w 7467600"/>
              <a:gd name="connsiteY633" fmla="*/ 1140573 h 6858000"/>
              <a:gd name="connsiteX634" fmla="*/ 6571100 w 7467600"/>
              <a:gd name="connsiteY634" fmla="*/ 1183662 h 6858000"/>
              <a:gd name="connsiteX635" fmla="*/ 6241687 w 7467600"/>
              <a:gd name="connsiteY635" fmla="*/ 1257600 h 6858000"/>
              <a:gd name="connsiteX636" fmla="*/ 5693009 w 7467600"/>
              <a:gd name="connsiteY636" fmla="*/ 1478256 h 6858000"/>
              <a:gd name="connsiteX637" fmla="*/ 6548420 w 7467600"/>
              <a:gd name="connsiteY637" fmla="*/ 1214599 h 6858000"/>
              <a:gd name="connsiteX638" fmla="*/ 6605473 w 7467600"/>
              <a:gd name="connsiteY638" fmla="*/ 1184686 h 6858000"/>
              <a:gd name="connsiteX639" fmla="*/ 6691602 w 7467600"/>
              <a:gd name="connsiteY639" fmla="*/ 1140573 h 6858000"/>
              <a:gd name="connsiteX640" fmla="*/ 4002475 w 7467600"/>
              <a:gd name="connsiteY640" fmla="*/ 1037802 h 6858000"/>
              <a:gd name="connsiteX641" fmla="*/ 4000324 w 7467600"/>
              <a:gd name="connsiteY641" fmla="*/ 1039362 h 6858000"/>
              <a:gd name="connsiteX642" fmla="*/ 4002862 w 7467600"/>
              <a:gd name="connsiteY642" fmla="*/ 1042866 h 6858000"/>
              <a:gd name="connsiteX643" fmla="*/ 4002475 w 7467600"/>
              <a:gd name="connsiteY643" fmla="*/ 1037802 h 6858000"/>
              <a:gd name="connsiteX644" fmla="*/ 506322 w 7467600"/>
              <a:gd name="connsiteY644" fmla="*/ 1020997 h 6858000"/>
              <a:gd name="connsiteX645" fmla="*/ 533068 w 7467600"/>
              <a:gd name="connsiteY645" fmla="*/ 1029409 h 6858000"/>
              <a:gd name="connsiteX646" fmla="*/ 1232525 w 7467600"/>
              <a:gd name="connsiteY646" fmla="*/ 1804675 h 6858000"/>
              <a:gd name="connsiteX647" fmla="*/ 1388858 w 7467600"/>
              <a:gd name="connsiteY647" fmla="*/ 2368011 h 6858000"/>
              <a:gd name="connsiteX648" fmla="*/ 1384098 w 7467600"/>
              <a:gd name="connsiteY648" fmla="*/ 2378125 h 6858000"/>
              <a:gd name="connsiteX649" fmla="*/ 1425393 w 7467600"/>
              <a:gd name="connsiteY649" fmla="*/ 2589124 h 6858000"/>
              <a:gd name="connsiteX650" fmla="*/ 1424001 w 7467600"/>
              <a:gd name="connsiteY650" fmla="*/ 2597541 h 6858000"/>
              <a:gd name="connsiteX651" fmla="*/ 2152729 w 7467600"/>
              <a:gd name="connsiteY651" fmla="*/ 2864487 h 6858000"/>
              <a:gd name="connsiteX652" fmla="*/ 2020609 w 7467600"/>
              <a:gd name="connsiteY652" fmla="*/ 2539671 h 6858000"/>
              <a:gd name="connsiteX653" fmla="*/ 2018920 w 7467600"/>
              <a:gd name="connsiteY653" fmla="*/ 2536309 h 6858000"/>
              <a:gd name="connsiteX654" fmla="*/ 1342441 w 7467600"/>
              <a:gd name="connsiteY654" fmla="*/ 1173017 h 6858000"/>
              <a:gd name="connsiteX655" fmla="*/ 1367925 w 7467600"/>
              <a:gd name="connsiteY655" fmla="*/ 1135648 h 6858000"/>
              <a:gd name="connsiteX656" fmla="*/ 1771401 w 7467600"/>
              <a:gd name="connsiteY656" fmla="*/ 1806673 h 6858000"/>
              <a:gd name="connsiteX657" fmla="*/ 1972385 w 7467600"/>
              <a:gd name="connsiteY657" fmla="*/ 2198735 h 6858000"/>
              <a:gd name="connsiteX658" fmla="*/ 2040892 w 7467600"/>
              <a:gd name="connsiteY658" fmla="*/ 2405205 h 6858000"/>
              <a:gd name="connsiteX659" fmla="*/ 2131689 w 7467600"/>
              <a:gd name="connsiteY659" fmla="*/ 1936926 h 6858000"/>
              <a:gd name="connsiteX660" fmla="*/ 2454820 w 7467600"/>
              <a:gd name="connsiteY660" fmla="*/ 1248808 h 6858000"/>
              <a:gd name="connsiteX661" fmla="*/ 2492512 w 7467600"/>
              <a:gd name="connsiteY661" fmla="*/ 1302920 h 6858000"/>
              <a:gd name="connsiteX662" fmla="*/ 2081216 w 7467600"/>
              <a:gd name="connsiteY662" fmla="*/ 2527513 h 6858000"/>
              <a:gd name="connsiteX663" fmla="*/ 2081211 w 7467600"/>
              <a:gd name="connsiteY663" fmla="*/ 2528916 h 6858000"/>
              <a:gd name="connsiteX664" fmla="*/ 2199067 w 7467600"/>
              <a:gd name="connsiteY664" fmla="*/ 2884061 h 6858000"/>
              <a:gd name="connsiteX665" fmla="*/ 3192586 w 7467600"/>
              <a:gd name="connsiteY665" fmla="*/ 3411496 h 6858000"/>
              <a:gd name="connsiteX666" fmla="*/ 3182620 w 7467600"/>
              <a:gd name="connsiteY666" fmla="*/ 3483279 h 6858000"/>
              <a:gd name="connsiteX667" fmla="*/ 2435119 w 7467600"/>
              <a:gd name="connsiteY667" fmla="*/ 3080173 h 6858000"/>
              <a:gd name="connsiteX668" fmla="*/ 2410152 w 7467600"/>
              <a:gd name="connsiteY668" fmla="*/ 3063751 h 6858000"/>
              <a:gd name="connsiteX669" fmla="*/ 2408099 w 7467600"/>
              <a:gd name="connsiteY669" fmla="*/ 3064403 h 6858000"/>
              <a:gd name="connsiteX670" fmla="*/ 2407218 w 7467600"/>
              <a:gd name="connsiteY670" fmla="*/ 3070324 h 6858000"/>
              <a:gd name="connsiteX671" fmla="*/ 2380138 w 7467600"/>
              <a:gd name="connsiteY671" fmla="*/ 3099341 h 6858000"/>
              <a:gd name="connsiteX672" fmla="*/ 1765923 w 7467600"/>
              <a:gd name="connsiteY672" fmla="*/ 3581043 h 6858000"/>
              <a:gd name="connsiteX673" fmla="*/ 1702258 w 7467600"/>
              <a:gd name="connsiteY673" fmla="*/ 3612286 h 6858000"/>
              <a:gd name="connsiteX674" fmla="*/ 1538370 w 7467600"/>
              <a:gd name="connsiteY674" fmla="*/ 3811804 h 6858000"/>
              <a:gd name="connsiteX675" fmla="*/ 542867 w 7467600"/>
              <a:gd name="connsiteY675" fmla="*/ 4944092 h 6858000"/>
              <a:gd name="connsiteX676" fmla="*/ 515800 w 7467600"/>
              <a:gd name="connsiteY676" fmla="*/ 4862180 h 6858000"/>
              <a:gd name="connsiteX677" fmla="*/ 909145 w 7467600"/>
              <a:gd name="connsiteY677" fmla="*/ 4199225 h 6858000"/>
              <a:gd name="connsiteX678" fmla="*/ 1214067 w 7467600"/>
              <a:gd name="connsiteY678" fmla="*/ 3908561 h 6858000"/>
              <a:gd name="connsiteX679" fmla="*/ 640967 w 7467600"/>
              <a:gd name="connsiteY679" fmla="*/ 4105601 h 6858000"/>
              <a:gd name="connsiteX680" fmla="*/ 112563 w 7467600"/>
              <a:gd name="connsiteY680" fmla="*/ 4396952 h 6858000"/>
              <a:gd name="connsiteX681" fmla="*/ 0 w 7467600"/>
              <a:gd name="connsiteY681" fmla="*/ 4466006 h 6858000"/>
              <a:gd name="connsiteX682" fmla="*/ 0 w 7467600"/>
              <a:gd name="connsiteY682" fmla="*/ 4233763 h 6858000"/>
              <a:gd name="connsiteX683" fmla="*/ 36881 w 7467600"/>
              <a:gd name="connsiteY683" fmla="*/ 4200118 h 6858000"/>
              <a:gd name="connsiteX684" fmla="*/ 910534 w 7467600"/>
              <a:gd name="connsiteY684" fmla="*/ 3629753 h 6858000"/>
              <a:gd name="connsiteX685" fmla="*/ 1578717 w 7467600"/>
              <a:gd name="connsiteY685" fmla="*/ 3575982 h 6858000"/>
              <a:gd name="connsiteX686" fmla="*/ 2338780 w 7467600"/>
              <a:gd name="connsiteY686" fmla="*/ 3033725 h 6858000"/>
              <a:gd name="connsiteX687" fmla="*/ 1807991 w 7467600"/>
              <a:gd name="connsiteY687" fmla="*/ 2807184 h 6858000"/>
              <a:gd name="connsiteX688" fmla="*/ 1416358 w 7467600"/>
              <a:gd name="connsiteY688" fmla="*/ 3112571 h 6858000"/>
              <a:gd name="connsiteX689" fmla="*/ 939066 w 7467600"/>
              <a:gd name="connsiteY689" fmla="*/ 3378798 h 6858000"/>
              <a:gd name="connsiteX690" fmla="*/ 115099 w 7467600"/>
              <a:gd name="connsiteY690" fmla="*/ 3607650 h 6858000"/>
              <a:gd name="connsiteX691" fmla="*/ 97284 w 7467600"/>
              <a:gd name="connsiteY691" fmla="*/ 3520393 h 6858000"/>
              <a:gd name="connsiteX692" fmla="*/ 922050 w 7467600"/>
              <a:gd name="connsiteY692" fmla="*/ 3074867 h 6858000"/>
              <a:gd name="connsiteX693" fmla="*/ 1405265 w 7467600"/>
              <a:gd name="connsiteY693" fmla="*/ 3016319 h 6858000"/>
              <a:gd name="connsiteX694" fmla="*/ 1407512 w 7467600"/>
              <a:gd name="connsiteY694" fmla="*/ 3018001 h 6858000"/>
              <a:gd name="connsiteX695" fmla="*/ 1726266 w 7467600"/>
              <a:gd name="connsiteY695" fmla="*/ 2777274 h 6858000"/>
              <a:gd name="connsiteX696" fmla="*/ 625390 w 7467600"/>
              <a:gd name="connsiteY696" fmla="*/ 2514541 h 6858000"/>
              <a:gd name="connsiteX697" fmla="*/ 619799 w 7467600"/>
              <a:gd name="connsiteY697" fmla="*/ 2527180 h 6858000"/>
              <a:gd name="connsiteX698" fmla="*/ 310030 w 7467600"/>
              <a:gd name="connsiteY698" fmla="*/ 2771818 h 6858000"/>
              <a:gd name="connsiteX699" fmla="*/ 173877 w 7467600"/>
              <a:gd name="connsiteY699" fmla="*/ 2937056 h 6858000"/>
              <a:gd name="connsiteX700" fmla="*/ 77889 w 7467600"/>
              <a:gd name="connsiteY700" fmla="*/ 3138440 h 6858000"/>
              <a:gd name="connsiteX701" fmla="*/ 0 w 7467600"/>
              <a:gd name="connsiteY701" fmla="*/ 3271395 h 6858000"/>
              <a:gd name="connsiteX702" fmla="*/ 0 w 7467600"/>
              <a:gd name="connsiteY702" fmla="*/ 3153002 h 6858000"/>
              <a:gd name="connsiteX703" fmla="*/ 2386 w 7467600"/>
              <a:gd name="connsiteY703" fmla="*/ 3149203 h 6858000"/>
              <a:gd name="connsiteX704" fmla="*/ 89753 w 7467600"/>
              <a:gd name="connsiteY704" fmla="*/ 2987702 h 6858000"/>
              <a:gd name="connsiteX705" fmla="*/ 76869 w 7467600"/>
              <a:gd name="connsiteY705" fmla="*/ 3005404 h 6858000"/>
              <a:gd name="connsiteX706" fmla="*/ 32049 w 7467600"/>
              <a:gd name="connsiteY706" fmla="*/ 3065814 h 6858000"/>
              <a:gd name="connsiteX707" fmla="*/ 0 w 7467600"/>
              <a:gd name="connsiteY707" fmla="*/ 3108744 h 6858000"/>
              <a:gd name="connsiteX708" fmla="*/ 0 w 7467600"/>
              <a:gd name="connsiteY708" fmla="*/ 3058059 h 6858000"/>
              <a:gd name="connsiteX709" fmla="*/ 7610 w 7467600"/>
              <a:gd name="connsiteY709" fmla="*/ 3047889 h 6858000"/>
              <a:gd name="connsiteX710" fmla="*/ 52419 w 7467600"/>
              <a:gd name="connsiteY710" fmla="*/ 2987479 h 6858000"/>
              <a:gd name="connsiteX711" fmla="*/ 59142 w 7467600"/>
              <a:gd name="connsiteY711" fmla="*/ 2978488 h 6858000"/>
              <a:gd name="connsiteX712" fmla="*/ 0 w 7467600"/>
              <a:gd name="connsiteY712" fmla="*/ 3015334 h 6858000"/>
              <a:gd name="connsiteX713" fmla="*/ 0 w 7467600"/>
              <a:gd name="connsiteY713" fmla="*/ 2914286 h 6858000"/>
              <a:gd name="connsiteX714" fmla="*/ 36383 w 7467600"/>
              <a:gd name="connsiteY714" fmla="*/ 2901128 h 6858000"/>
              <a:gd name="connsiteX715" fmla="*/ 156329 w 7467600"/>
              <a:gd name="connsiteY715" fmla="*/ 2840533 h 6858000"/>
              <a:gd name="connsiteX716" fmla="*/ 358355 w 7467600"/>
              <a:gd name="connsiteY716" fmla="*/ 2620471 h 6858000"/>
              <a:gd name="connsiteX717" fmla="*/ 510577 w 7467600"/>
              <a:gd name="connsiteY717" fmla="*/ 2501244 h 6858000"/>
              <a:gd name="connsiteX718" fmla="*/ 211967 w 7467600"/>
              <a:gd name="connsiteY718" fmla="*/ 2479171 h 6858000"/>
              <a:gd name="connsiteX719" fmla="*/ 0 w 7467600"/>
              <a:gd name="connsiteY719" fmla="*/ 2476398 h 6858000"/>
              <a:gd name="connsiteX720" fmla="*/ 0 w 7467600"/>
              <a:gd name="connsiteY720" fmla="*/ 2389189 h 6858000"/>
              <a:gd name="connsiteX721" fmla="*/ 103062 w 7467600"/>
              <a:gd name="connsiteY721" fmla="*/ 2389518 h 6858000"/>
              <a:gd name="connsiteX722" fmla="*/ 510734 w 7467600"/>
              <a:gd name="connsiteY722" fmla="*/ 2416201 h 6858000"/>
              <a:gd name="connsiteX723" fmla="*/ 279257 w 7467600"/>
              <a:gd name="connsiteY723" fmla="*/ 2092102 h 6858000"/>
              <a:gd name="connsiteX724" fmla="*/ 65265 w 7467600"/>
              <a:gd name="connsiteY724" fmla="*/ 2006049 h 6858000"/>
              <a:gd name="connsiteX725" fmla="*/ 0 w 7467600"/>
              <a:gd name="connsiteY725" fmla="*/ 1982532 h 6858000"/>
              <a:gd name="connsiteX726" fmla="*/ 0 w 7467600"/>
              <a:gd name="connsiteY726" fmla="*/ 1912789 h 6858000"/>
              <a:gd name="connsiteX727" fmla="*/ 97460 w 7467600"/>
              <a:gd name="connsiteY727" fmla="*/ 1953725 h 6858000"/>
              <a:gd name="connsiteX728" fmla="*/ 221272 w 7467600"/>
              <a:gd name="connsiteY728" fmla="*/ 1980766 h 6858000"/>
              <a:gd name="connsiteX729" fmla="*/ 116765 w 7467600"/>
              <a:gd name="connsiteY729" fmla="*/ 1911033 h 6858000"/>
              <a:gd name="connsiteX730" fmla="*/ 16405 w 7467600"/>
              <a:gd name="connsiteY730" fmla="*/ 1803412 h 6858000"/>
              <a:gd name="connsiteX731" fmla="*/ 0 w 7467600"/>
              <a:gd name="connsiteY731" fmla="*/ 1784777 h 6858000"/>
              <a:gd name="connsiteX732" fmla="*/ 0 w 7467600"/>
              <a:gd name="connsiteY732" fmla="*/ 1740082 h 6858000"/>
              <a:gd name="connsiteX733" fmla="*/ 39394 w 7467600"/>
              <a:gd name="connsiteY733" fmla="*/ 1784856 h 6858000"/>
              <a:gd name="connsiteX734" fmla="*/ 135813 w 7467600"/>
              <a:gd name="connsiteY734" fmla="*/ 1888838 h 6858000"/>
              <a:gd name="connsiteX735" fmla="*/ 242575 w 7467600"/>
              <a:gd name="connsiteY735" fmla="*/ 1958841 h 6858000"/>
              <a:gd name="connsiteX736" fmla="*/ 82197 w 7467600"/>
              <a:gd name="connsiteY736" fmla="*/ 1754826 h 6858000"/>
              <a:gd name="connsiteX737" fmla="*/ 0 w 7467600"/>
              <a:gd name="connsiteY737" fmla="*/ 1679650 h 6858000"/>
              <a:gd name="connsiteX738" fmla="*/ 0 w 7467600"/>
              <a:gd name="connsiteY738" fmla="*/ 1602463 h 6858000"/>
              <a:gd name="connsiteX739" fmla="*/ 84689 w 7467600"/>
              <a:gd name="connsiteY739" fmla="*/ 1677442 h 6858000"/>
              <a:gd name="connsiteX740" fmla="*/ 298437 w 7467600"/>
              <a:gd name="connsiteY740" fmla="*/ 1968019 h 6858000"/>
              <a:gd name="connsiteX741" fmla="*/ 227269 w 7467600"/>
              <a:gd name="connsiteY741" fmla="*/ 1114064 h 6858000"/>
              <a:gd name="connsiteX742" fmla="*/ 248003 w 7467600"/>
              <a:gd name="connsiteY742" fmla="*/ 1089613 h 6858000"/>
              <a:gd name="connsiteX743" fmla="*/ 427020 w 7467600"/>
              <a:gd name="connsiteY743" fmla="*/ 1619803 h 6858000"/>
              <a:gd name="connsiteX744" fmla="*/ 340345 w 7467600"/>
              <a:gd name="connsiteY744" fmla="*/ 2027739 h 6858000"/>
              <a:gd name="connsiteX745" fmla="*/ 360865 w 7467600"/>
              <a:gd name="connsiteY745" fmla="*/ 2044827 h 6858000"/>
              <a:gd name="connsiteX746" fmla="*/ 560414 w 7467600"/>
              <a:gd name="connsiteY746" fmla="*/ 2421457 h 6858000"/>
              <a:gd name="connsiteX747" fmla="*/ 1359703 w 7467600"/>
              <a:gd name="connsiteY747" fmla="*/ 2578554 h 6858000"/>
              <a:gd name="connsiteX748" fmla="*/ 1359422 w 7467600"/>
              <a:gd name="connsiteY748" fmla="*/ 2577994 h 6858000"/>
              <a:gd name="connsiteX749" fmla="*/ 828701 w 7467600"/>
              <a:gd name="connsiteY749" fmla="*/ 1839520 h 6858000"/>
              <a:gd name="connsiteX750" fmla="*/ 494427 w 7467600"/>
              <a:gd name="connsiteY750" fmla="*/ 1092333 h 6858000"/>
              <a:gd name="connsiteX751" fmla="*/ 506322 w 7467600"/>
              <a:gd name="connsiteY751" fmla="*/ 1020997 h 6858000"/>
              <a:gd name="connsiteX752" fmla="*/ 4570198 w 7467600"/>
              <a:gd name="connsiteY752" fmla="*/ 978081 h 6858000"/>
              <a:gd name="connsiteX753" fmla="*/ 4523691 w 7467600"/>
              <a:gd name="connsiteY753" fmla="*/ 1127776 h 6858000"/>
              <a:gd name="connsiteX754" fmla="*/ 4509875 w 7467600"/>
              <a:gd name="connsiteY754" fmla="*/ 1167552 h 6858000"/>
              <a:gd name="connsiteX755" fmla="*/ 4478168 w 7467600"/>
              <a:gd name="connsiteY755" fmla="*/ 1260735 h 6858000"/>
              <a:gd name="connsiteX756" fmla="*/ 4409309 w 7467600"/>
              <a:gd name="connsiteY756" fmla="*/ 1666996 h 6858000"/>
              <a:gd name="connsiteX757" fmla="*/ 4370031 w 7467600"/>
              <a:gd name="connsiteY757" fmla="*/ 1955666 h 6858000"/>
              <a:gd name="connsiteX758" fmla="*/ 4570198 w 7467600"/>
              <a:gd name="connsiteY758" fmla="*/ 978081 h 6858000"/>
              <a:gd name="connsiteX759" fmla="*/ 4557898 w 7467600"/>
              <a:gd name="connsiteY759" fmla="*/ 900011 h 6858000"/>
              <a:gd name="connsiteX760" fmla="*/ 4344840 w 7467600"/>
              <a:gd name="connsiteY760" fmla="*/ 1922038 h 6858000"/>
              <a:gd name="connsiteX761" fmla="*/ 4378710 w 7467600"/>
              <a:gd name="connsiteY761" fmla="*/ 1665516 h 6858000"/>
              <a:gd name="connsiteX762" fmla="*/ 4448798 w 7467600"/>
              <a:gd name="connsiteY762" fmla="*/ 1253024 h 6858000"/>
              <a:gd name="connsiteX763" fmla="*/ 4480315 w 7467600"/>
              <a:gd name="connsiteY763" fmla="*/ 1158454 h 6858000"/>
              <a:gd name="connsiteX764" fmla="*/ 4494133 w 7467600"/>
              <a:gd name="connsiteY764" fmla="*/ 1118676 h 6858000"/>
              <a:gd name="connsiteX765" fmla="*/ 4557898 w 7467600"/>
              <a:gd name="connsiteY765" fmla="*/ 900011 h 6858000"/>
              <a:gd name="connsiteX766" fmla="*/ 5870151 w 7467600"/>
              <a:gd name="connsiteY766" fmla="*/ 898890 h 6858000"/>
              <a:gd name="connsiteX767" fmla="*/ 5861335 w 7467600"/>
              <a:gd name="connsiteY767" fmla="*/ 899177 h 6858000"/>
              <a:gd name="connsiteX768" fmla="*/ 5843702 w 7467600"/>
              <a:gd name="connsiteY768" fmla="*/ 899748 h 6858000"/>
              <a:gd name="connsiteX769" fmla="*/ 5651107 w 7467600"/>
              <a:gd name="connsiteY769" fmla="*/ 920306 h 6858000"/>
              <a:gd name="connsiteX770" fmla="*/ 5459407 w 7467600"/>
              <a:gd name="connsiteY770" fmla="*/ 940975 h 6858000"/>
              <a:gd name="connsiteX771" fmla="*/ 5374846 w 7467600"/>
              <a:gd name="connsiteY771" fmla="*/ 941988 h 6858000"/>
              <a:gd name="connsiteX772" fmla="*/ 5256105 w 7467600"/>
              <a:gd name="connsiteY772" fmla="*/ 945632 h 6858000"/>
              <a:gd name="connsiteX773" fmla="*/ 5107071 w 7467600"/>
              <a:gd name="connsiteY773" fmla="*/ 969720 h 6858000"/>
              <a:gd name="connsiteX774" fmla="*/ 4998681 w 7467600"/>
              <a:gd name="connsiteY774" fmla="*/ 988771 h 6858000"/>
              <a:gd name="connsiteX775" fmla="*/ 5870151 w 7467600"/>
              <a:gd name="connsiteY775" fmla="*/ 898890 h 6858000"/>
              <a:gd name="connsiteX776" fmla="*/ 5504425 w 7467600"/>
              <a:gd name="connsiteY776" fmla="*/ 848067 h 6858000"/>
              <a:gd name="connsiteX777" fmla="*/ 4968849 w 7467600"/>
              <a:gd name="connsiteY777" fmla="*/ 962318 h 6858000"/>
              <a:gd name="connsiteX778" fmla="*/ 5104039 w 7467600"/>
              <a:gd name="connsiteY778" fmla="*/ 940634 h 6858000"/>
              <a:gd name="connsiteX779" fmla="*/ 5256311 w 7467600"/>
              <a:gd name="connsiteY779" fmla="*/ 916490 h 6858000"/>
              <a:gd name="connsiteX780" fmla="*/ 5377381 w 7467600"/>
              <a:gd name="connsiteY780" fmla="*/ 912671 h 6858000"/>
              <a:gd name="connsiteX781" fmla="*/ 5460148 w 7467600"/>
              <a:gd name="connsiteY781" fmla="*/ 911442 h 6858000"/>
              <a:gd name="connsiteX782" fmla="*/ 5648971 w 7467600"/>
              <a:gd name="connsiteY782" fmla="*/ 891331 h 6858000"/>
              <a:gd name="connsiteX783" fmla="*/ 5844807 w 7467600"/>
              <a:gd name="connsiteY783" fmla="*/ 870718 h 6858000"/>
              <a:gd name="connsiteX784" fmla="*/ 5862975 w 7467600"/>
              <a:gd name="connsiteY784" fmla="*/ 869756 h 6858000"/>
              <a:gd name="connsiteX785" fmla="*/ 5920887 w 7467600"/>
              <a:gd name="connsiteY785" fmla="*/ 865929 h 6858000"/>
              <a:gd name="connsiteX786" fmla="*/ 5504425 w 7467600"/>
              <a:gd name="connsiteY786" fmla="*/ 848067 h 6858000"/>
              <a:gd name="connsiteX787" fmla="*/ 3607114 w 7467600"/>
              <a:gd name="connsiteY787" fmla="*/ 467441 h 6858000"/>
              <a:gd name="connsiteX788" fmla="*/ 3296242 w 7467600"/>
              <a:gd name="connsiteY788" fmla="*/ 807991 h 6858000"/>
              <a:gd name="connsiteX789" fmla="*/ 3174674 w 7467600"/>
              <a:gd name="connsiteY789" fmla="*/ 919759 h 6858000"/>
              <a:gd name="connsiteX790" fmla="*/ 3042978 w 7467600"/>
              <a:gd name="connsiteY790" fmla="*/ 1054894 h 6858000"/>
              <a:gd name="connsiteX791" fmla="*/ 2968914 w 7467600"/>
              <a:gd name="connsiteY791" fmla="*/ 1133756 h 6858000"/>
              <a:gd name="connsiteX792" fmla="*/ 3103823 w 7467600"/>
              <a:gd name="connsiteY792" fmla="*/ 1026814 h 6858000"/>
              <a:gd name="connsiteX793" fmla="*/ 3607114 w 7467600"/>
              <a:gd name="connsiteY793" fmla="*/ 467441 h 6858000"/>
              <a:gd name="connsiteX794" fmla="*/ 3744487 w 7467600"/>
              <a:gd name="connsiteY794" fmla="*/ 383136 h 6858000"/>
              <a:gd name="connsiteX795" fmla="*/ 3970213 w 7467600"/>
              <a:gd name="connsiteY795" fmla="*/ 995559 h 6858000"/>
              <a:gd name="connsiteX796" fmla="*/ 3744487 w 7467600"/>
              <a:gd name="connsiteY796" fmla="*/ 383136 h 6858000"/>
              <a:gd name="connsiteX797" fmla="*/ 3624562 w 7467600"/>
              <a:gd name="connsiteY797" fmla="*/ 367041 h 6858000"/>
              <a:gd name="connsiteX798" fmla="*/ 3489712 w 7467600"/>
              <a:gd name="connsiteY798" fmla="*/ 485386 h 6858000"/>
              <a:gd name="connsiteX799" fmla="*/ 3182994 w 7467600"/>
              <a:gd name="connsiteY799" fmla="*/ 828265 h 6858000"/>
              <a:gd name="connsiteX800" fmla="*/ 2892114 w 7467600"/>
              <a:gd name="connsiteY800" fmla="*/ 1172635 h 6858000"/>
              <a:gd name="connsiteX801" fmla="*/ 3021459 w 7467600"/>
              <a:gd name="connsiteY801" fmla="*/ 1035385 h 6858000"/>
              <a:gd name="connsiteX802" fmla="*/ 3153873 w 7467600"/>
              <a:gd name="connsiteY802" fmla="*/ 898971 h 6858000"/>
              <a:gd name="connsiteX803" fmla="*/ 3276511 w 7467600"/>
              <a:gd name="connsiteY803" fmla="*/ 786423 h 6858000"/>
              <a:gd name="connsiteX804" fmla="*/ 3584154 w 7467600"/>
              <a:gd name="connsiteY804" fmla="*/ 448218 h 6858000"/>
              <a:gd name="connsiteX805" fmla="*/ 3624562 w 7467600"/>
              <a:gd name="connsiteY805" fmla="*/ 367041 h 6858000"/>
              <a:gd name="connsiteX806" fmla="*/ 3766672 w 7467600"/>
              <a:gd name="connsiteY806" fmla="*/ 359429 h 6858000"/>
              <a:gd name="connsiteX807" fmla="*/ 3996338 w 7467600"/>
              <a:gd name="connsiteY807" fmla="*/ 968237 h 6858000"/>
              <a:gd name="connsiteX808" fmla="*/ 3766672 w 7467600"/>
              <a:gd name="connsiteY808" fmla="*/ 359429 h 6858000"/>
              <a:gd name="connsiteX809" fmla="*/ 5805386 w 7467600"/>
              <a:gd name="connsiteY809" fmla="*/ 239240 h 6858000"/>
              <a:gd name="connsiteX810" fmla="*/ 5736947 w 7467600"/>
              <a:gd name="connsiteY810" fmla="*/ 261367 h 6858000"/>
              <a:gd name="connsiteX811" fmla="*/ 5427012 w 7467600"/>
              <a:gd name="connsiteY811" fmla="*/ 311272 h 6858000"/>
              <a:gd name="connsiteX812" fmla="*/ 5147818 w 7467600"/>
              <a:gd name="connsiteY812" fmla="*/ 322112 h 6858000"/>
              <a:gd name="connsiteX813" fmla="*/ 5060854 w 7467600"/>
              <a:gd name="connsiteY813" fmla="*/ 311882 h 6858000"/>
              <a:gd name="connsiteX814" fmla="*/ 4945989 w 7467600"/>
              <a:gd name="connsiteY814" fmla="*/ 300516 h 6858000"/>
              <a:gd name="connsiteX815" fmla="*/ 5410479 w 7467600"/>
              <a:gd name="connsiteY815" fmla="*/ 348434 h 6858000"/>
              <a:gd name="connsiteX816" fmla="*/ 5805386 w 7467600"/>
              <a:gd name="connsiteY816" fmla="*/ 239240 h 6858000"/>
              <a:gd name="connsiteX817" fmla="*/ 5905192 w 7467600"/>
              <a:gd name="connsiteY817" fmla="*/ 163079 h 6858000"/>
              <a:gd name="connsiteX818" fmla="*/ 5865655 w 7467600"/>
              <a:gd name="connsiteY818" fmla="*/ 171901 h 6858000"/>
              <a:gd name="connsiteX819" fmla="*/ 5259740 w 7467600"/>
              <a:gd name="connsiteY819" fmla="*/ 257013 h 6858000"/>
              <a:gd name="connsiteX820" fmla="*/ 5208466 w 7467600"/>
              <a:gd name="connsiteY820" fmla="*/ 257550 h 6858000"/>
              <a:gd name="connsiteX821" fmla="*/ 4980204 w 7467600"/>
              <a:gd name="connsiteY821" fmla="*/ 271903 h 6858000"/>
              <a:gd name="connsiteX822" fmla="*/ 5068068 w 7467600"/>
              <a:gd name="connsiteY822" fmla="*/ 282244 h 6858000"/>
              <a:gd name="connsiteX823" fmla="*/ 5153231 w 7467600"/>
              <a:gd name="connsiteY823" fmla="*/ 292240 h 6858000"/>
              <a:gd name="connsiteX824" fmla="*/ 5426491 w 7467600"/>
              <a:gd name="connsiteY824" fmla="*/ 281128 h 6858000"/>
              <a:gd name="connsiteX825" fmla="*/ 5731212 w 7467600"/>
              <a:gd name="connsiteY825" fmla="*/ 231951 h 6858000"/>
              <a:gd name="connsiteX826" fmla="*/ 5905192 w 7467600"/>
              <a:gd name="connsiteY826" fmla="*/ 163079 h 6858000"/>
              <a:gd name="connsiteX827" fmla="*/ 5944437 w 7467600"/>
              <a:gd name="connsiteY827" fmla="*/ 113829 h 6858000"/>
              <a:gd name="connsiteX828" fmla="*/ 5825032 w 7467600"/>
              <a:gd name="connsiteY828" fmla="*/ 146405 h 6858000"/>
              <a:gd name="connsiteX829" fmla="*/ 4955599 w 7467600"/>
              <a:gd name="connsiteY829" fmla="*/ 247008 h 6858000"/>
              <a:gd name="connsiteX830" fmla="*/ 5210104 w 7467600"/>
              <a:gd name="connsiteY830" fmla="*/ 228123 h 6858000"/>
              <a:gd name="connsiteX831" fmla="*/ 5261015 w 7467600"/>
              <a:gd name="connsiteY831" fmla="*/ 227087 h 6858000"/>
              <a:gd name="connsiteX832" fmla="*/ 5861181 w 7467600"/>
              <a:gd name="connsiteY832" fmla="*/ 143093 h 6858000"/>
              <a:gd name="connsiteX833" fmla="*/ 5961252 w 7467600"/>
              <a:gd name="connsiteY833" fmla="*/ 114820 h 6858000"/>
              <a:gd name="connsiteX834" fmla="*/ 5944437 w 7467600"/>
              <a:gd name="connsiteY834" fmla="*/ 113829 h 6858000"/>
              <a:gd name="connsiteX835" fmla="*/ 3882765 w 7467600"/>
              <a:gd name="connsiteY835" fmla="*/ 0 h 6858000"/>
              <a:gd name="connsiteX836" fmla="*/ 3995099 w 7467600"/>
              <a:gd name="connsiteY836" fmla="*/ 0 h 6858000"/>
              <a:gd name="connsiteX837" fmla="*/ 4163818 w 7467600"/>
              <a:gd name="connsiteY837" fmla="*/ 234104 h 6858000"/>
              <a:gd name="connsiteX838" fmla="*/ 4172099 w 7467600"/>
              <a:gd name="connsiteY838" fmla="*/ 234207 h 6858000"/>
              <a:gd name="connsiteX839" fmla="*/ 4784282 w 7467600"/>
              <a:gd name="connsiteY839" fmla="*/ 276561 h 6858000"/>
              <a:gd name="connsiteX840" fmla="*/ 4801687 w 7467600"/>
              <a:gd name="connsiteY840" fmla="*/ 267764 h 6858000"/>
              <a:gd name="connsiteX841" fmla="*/ 6082788 w 7467600"/>
              <a:gd name="connsiteY841" fmla="*/ 64119 h 6858000"/>
              <a:gd name="connsiteX842" fmla="*/ 6099442 w 7467600"/>
              <a:gd name="connsiteY842" fmla="*/ 82568 h 6858000"/>
              <a:gd name="connsiteX843" fmla="*/ 4804137 w 7467600"/>
              <a:gd name="connsiteY843" fmla="*/ 320931 h 6858000"/>
              <a:gd name="connsiteX844" fmla="*/ 4227047 w 7467600"/>
              <a:gd name="connsiteY844" fmla="*/ 313415 h 6858000"/>
              <a:gd name="connsiteX845" fmla="*/ 4346041 w 7467600"/>
              <a:gd name="connsiteY845" fmla="*/ 456086 h 6858000"/>
              <a:gd name="connsiteX846" fmla="*/ 4870967 w 7467600"/>
              <a:gd name="connsiteY846" fmla="*/ 963061 h 6858000"/>
              <a:gd name="connsiteX847" fmla="*/ 4889647 w 7467600"/>
              <a:gd name="connsiteY847" fmla="*/ 957147 h 6858000"/>
              <a:gd name="connsiteX848" fmla="*/ 5422504 w 7467600"/>
              <a:gd name="connsiteY848" fmla="*/ 805191 h 6858000"/>
              <a:gd name="connsiteX849" fmla="*/ 6087656 w 7467600"/>
              <a:gd name="connsiteY849" fmla="*/ 826703 h 6858000"/>
              <a:gd name="connsiteX850" fmla="*/ 6058717 w 7467600"/>
              <a:gd name="connsiteY850" fmla="*/ 865992 h 6858000"/>
              <a:gd name="connsiteX851" fmla="*/ 4974153 w 7467600"/>
              <a:gd name="connsiteY851" fmla="*/ 1045456 h 6858000"/>
              <a:gd name="connsiteX852" fmla="*/ 5627835 w 7467600"/>
              <a:gd name="connsiteY852" fmla="*/ 1472077 h 6858000"/>
              <a:gd name="connsiteX853" fmla="*/ 5629817 w 7467600"/>
              <a:gd name="connsiteY853" fmla="*/ 1471412 h 6858000"/>
              <a:gd name="connsiteX854" fmla="*/ 5634124 w 7467600"/>
              <a:gd name="connsiteY854" fmla="*/ 1470572 h 6858000"/>
              <a:gd name="connsiteX855" fmla="*/ 5755832 w 7467600"/>
              <a:gd name="connsiteY855" fmla="*/ 1383886 h 6858000"/>
              <a:gd name="connsiteX856" fmla="*/ 6014186 w 7467600"/>
              <a:gd name="connsiteY856" fmla="*/ 1279799 h 6858000"/>
              <a:gd name="connsiteX857" fmla="*/ 6901619 w 7467600"/>
              <a:gd name="connsiteY857" fmla="*/ 1047874 h 6858000"/>
              <a:gd name="connsiteX858" fmla="*/ 6931566 w 7467600"/>
              <a:gd name="connsiteY858" fmla="*/ 1062034 h 6858000"/>
              <a:gd name="connsiteX859" fmla="*/ 5790982 w 7467600"/>
              <a:gd name="connsiteY859" fmla="*/ 1561380 h 6858000"/>
              <a:gd name="connsiteX860" fmla="*/ 6188971 w 7467600"/>
              <a:gd name="connsiteY860" fmla="*/ 1755168 h 6858000"/>
              <a:gd name="connsiteX861" fmla="*/ 6202446 w 7467600"/>
              <a:gd name="connsiteY861" fmla="*/ 1752268 h 6858000"/>
              <a:gd name="connsiteX862" fmla="*/ 7179560 w 7467600"/>
              <a:gd name="connsiteY862" fmla="*/ 1467551 h 6858000"/>
              <a:gd name="connsiteX863" fmla="*/ 7158730 w 7467600"/>
              <a:gd name="connsiteY863" fmla="*/ 1507835 h 6858000"/>
              <a:gd name="connsiteX864" fmla="*/ 6326959 w 7467600"/>
              <a:gd name="connsiteY864" fmla="*/ 1817686 h 6858000"/>
              <a:gd name="connsiteX865" fmla="*/ 6537433 w 7467600"/>
              <a:gd name="connsiteY865" fmla="*/ 1907790 h 6858000"/>
              <a:gd name="connsiteX866" fmla="*/ 6550221 w 7467600"/>
              <a:gd name="connsiteY866" fmla="*/ 1910729 h 6858000"/>
              <a:gd name="connsiteX867" fmla="*/ 6964438 w 7467600"/>
              <a:gd name="connsiteY867" fmla="*/ 2209505 h 6858000"/>
              <a:gd name="connsiteX868" fmla="*/ 7367862 w 7467600"/>
              <a:gd name="connsiteY868" fmla="*/ 2806833 h 6858000"/>
              <a:gd name="connsiteX869" fmla="*/ 7364329 w 7467600"/>
              <a:gd name="connsiteY869" fmla="*/ 2826907 h 6858000"/>
              <a:gd name="connsiteX870" fmla="*/ 7290545 w 7467600"/>
              <a:gd name="connsiteY870" fmla="*/ 2850663 h 6858000"/>
              <a:gd name="connsiteX871" fmla="*/ 6472036 w 7467600"/>
              <a:gd name="connsiteY871" fmla="*/ 1959003 h 6858000"/>
              <a:gd name="connsiteX872" fmla="*/ 5792897 w 7467600"/>
              <a:gd name="connsiteY872" fmla="*/ 1647747 h 6858000"/>
              <a:gd name="connsiteX873" fmla="*/ 5842751 w 7467600"/>
              <a:gd name="connsiteY873" fmla="*/ 1816112 h 6858000"/>
              <a:gd name="connsiteX874" fmla="*/ 5847424 w 7467600"/>
              <a:gd name="connsiteY874" fmla="*/ 1815776 h 6858000"/>
              <a:gd name="connsiteX875" fmla="*/ 6399821 w 7467600"/>
              <a:gd name="connsiteY875" fmla="*/ 2344799 h 6858000"/>
              <a:gd name="connsiteX876" fmla="*/ 6323232 w 7467600"/>
              <a:gd name="connsiteY876" fmla="*/ 2389634 h 6858000"/>
              <a:gd name="connsiteX877" fmla="*/ 5942958 w 7467600"/>
              <a:gd name="connsiteY877" fmla="*/ 2077708 h 6858000"/>
              <a:gd name="connsiteX878" fmla="*/ 5921559 w 7467600"/>
              <a:gd name="connsiteY878" fmla="*/ 2378596 h 6858000"/>
              <a:gd name="connsiteX879" fmla="*/ 5817651 w 7467600"/>
              <a:gd name="connsiteY879" fmla="*/ 3023919 h 6858000"/>
              <a:gd name="connsiteX880" fmla="*/ 5729634 w 7467600"/>
              <a:gd name="connsiteY880" fmla="*/ 3051849 h 6858000"/>
              <a:gd name="connsiteX881" fmla="*/ 5611018 w 7467600"/>
              <a:gd name="connsiteY881" fmla="*/ 2316769 h 6858000"/>
              <a:gd name="connsiteX882" fmla="*/ 5687608 w 7467600"/>
              <a:gd name="connsiteY882" fmla="*/ 2039972 h 6858000"/>
              <a:gd name="connsiteX883" fmla="*/ 5657554 w 7467600"/>
              <a:gd name="connsiteY883" fmla="*/ 1576445 h 6858000"/>
              <a:gd name="connsiteX884" fmla="*/ 5150475 w 7467600"/>
              <a:gd name="connsiteY884" fmla="*/ 1274012 h 6858000"/>
              <a:gd name="connsiteX885" fmla="*/ 5349142 w 7467600"/>
              <a:gd name="connsiteY885" fmla="*/ 2204405 h 6858000"/>
              <a:gd name="connsiteX886" fmla="*/ 5262214 w 7467600"/>
              <a:gd name="connsiteY886" fmla="*/ 2233836 h 6858000"/>
              <a:gd name="connsiteX887" fmla="*/ 4981539 w 7467600"/>
              <a:gd name="connsiteY887" fmla="*/ 1542201 h 6858000"/>
              <a:gd name="connsiteX888" fmla="*/ 4958461 w 7467600"/>
              <a:gd name="connsiteY888" fmla="*/ 1136957 h 6858000"/>
              <a:gd name="connsiteX889" fmla="*/ 4655015 w 7467600"/>
              <a:gd name="connsiteY889" fmla="*/ 891426 h 6858000"/>
              <a:gd name="connsiteX890" fmla="*/ 4348002 w 7467600"/>
              <a:gd name="connsiteY890" fmla="*/ 2205895 h 6858000"/>
              <a:gd name="connsiteX891" fmla="*/ 4262250 w 7467600"/>
              <a:gd name="connsiteY891" fmla="*/ 2219972 h 6858000"/>
              <a:gd name="connsiteX892" fmla="*/ 4550611 w 7467600"/>
              <a:gd name="connsiteY892" fmla="*/ 817540 h 6858000"/>
              <a:gd name="connsiteX893" fmla="*/ 4564418 w 7467600"/>
              <a:gd name="connsiteY893" fmla="*/ 808293 h 6858000"/>
              <a:gd name="connsiteX894" fmla="*/ 4266388 w 7467600"/>
              <a:gd name="connsiteY894" fmla="*/ 500083 h 6858000"/>
              <a:gd name="connsiteX895" fmla="*/ 4032842 w 7467600"/>
              <a:gd name="connsiteY895" fmla="*/ 211809 h 6858000"/>
              <a:gd name="connsiteX896" fmla="*/ 3882765 w 7467600"/>
              <a:gd name="connsiteY896" fmla="*/ 0 h 6858000"/>
              <a:gd name="connsiteX897" fmla="*/ 3721337 w 7467600"/>
              <a:gd name="connsiteY897" fmla="*/ 0 h 6858000"/>
              <a:gd name="connsiteX898" fmla="*/ 3797544 w 7467600"/>
              <a:gd name="connsiteY898" fmla="*/ 0 h 6858000"/>
              <a:gd name="connsiteX899" fmla="*/ 3775734 w 7467600"/>
              <a:gd name="connsiteY899" fmla="*/ 95131 h 6858000"/>
              <a:gd name="connsiteX900" fmla="*/ 3724807 w 7467600"/>
              <a:gd name="connsiteY900" fmla="*/ 272257 h 6858000"/>
              <a:gd name="connsiteX901" fmla="*/ 3726844 w 7467600"/>
              <a:gd name="connsiteY901" fmla="*/ 282988 h 6858000"/>
              <a:gd name="connsiteX902" fmla="*/ 3742664 w 7467600"/>
              <a:gd name="connsiteY902" fmla="*/ 279918 h 6858000"/>
              <a:gd name="connsiteX903" fmla="*/ 4103910 w 7467600"/>
              <a:gd name="connsiteY903" fmla="*/ 1161917 h 6858000"/>
              <a:gd name="connsiteX904" fmla="*/ 4020269 w 7467600"/>
              <a:gd name="connsiteY904" fmla="*/ 1200406 h 6858000"/>
              <a:gd name="connsiteX905" fmla="*/ 3674882 w 7467600"/>
              <a:gd name="connsiteY905" fmla="*/ 488524 h 6858000"/>
              <a:gd name="connsiteX906" fmla="*/ 3132682 w 7467600"/>
              <a:gd name="connsiteY906" fmla="*/ 1072284 h 6858000"/>
              <a:gd name="connsiteX907" fmla="*/ 2716346 w 7467600"/>
              <a:gd name="connsiteY907" fmla="*/ 1276376 h 6858000"/>
              <a:gd name="connsiteX908" fmla="*/ 2716772 w 7467600"/>
              <a:gd name="connsiteY908" fmla="*/ 1255462 h 6858000"/>
              <a:gd name="connsiteX909" fmla="*/ 3471096 w 7467600"/>
              <a:gd name="connsiteY909" fmla="*/ 437072 h 6858000"/>
              <a:gd name="connsiteX910" fmla="*/ 3639057 w 7467600"/>
              <a:gd name="connsiteY910" fmla="*/ 286334 h 6858000"/>
              <a:gd name="connsiteX911" fmla="*/ 3640309 w 7467600"/>
              <a:gd name="connsiteY911" fmla="*/ 284664 h 6858000"/>
              <a:gd name="connsiteX912" fmla="*/ 3646022 w 7467600"/>
              <a:gd name="connsiteY912" fmla="*/ 276711 h 6858000"/>
              <a:gd name="connsiteX913" fmla="*/ 3707943 w 7467600"/>
              <a:gd name="connsiteY913" fmla="*/ 65958 h 6858000"/>
              <a:gd name="connsiteX914" fmla="*/ 3721337 w 7467600"/>
              <a:gd name="connsiteY914" fmla="*/ 0 h 6858000"/>
              <a:gd name="connsiteX915" fmla="*/ 2867960 w 7467600"/>
              <a:gd name="connsiteY915" fmla="*/ 0 h 6858000"/>
              <a:gd name="connsiteX916" fmla="*/ 2926351 w 7467600"/>
              <a:gd name="connsiteY916" fmla="*/ 0 h 6858000"/>
              <a:gd name="connsiteX917" fmla="*/ 2902823 w 7467600"/>
              <a:gd name="connsiteY917" fmla="*/ 262929 h 6858000"/>
              <a:gd name="connsiteX918" fmla="*/ 2940663 w 7467600"/>
              <a:gd name="connsiteY918" fmla="*/ 140884 h 6858000"/>
              <a:gd name="connsiteX919" fmla="*/ 2947039 w 7467600"/>
              <a:gd name="connsiteY919" fmla="*/ 122524 h 6858000"/>
              <a:gd name="connsiteX920" fmla="*/ 2984316 w 7467600"/>
              <a:gd name="connsiteY920" fmla="*/ 0 h 6858000"/>
              <a:gd name="connsiteX921" fmla="*/ 3016114 w 7467600"/>
              <a:gd name="connsiteY921" fmla="*/ 0 h 6858000"/>
              <a:gd name="connsiteX922" fmla="*/ 2979949 w 7467600"/>
              <a:gd name="connsiteY922" fmla="*/ 119274 h 6858000"/>
              <a:gd name="connsiteX923" fmla="*/ 3023879 w 7467600"/>
              <a:gd name="connsiteY923" fmla="*/ 0 h 6858000"/>
              <a:gd name="connsiteX924" fmla="*/ 3105400 w 7467600"/>
              <a:gd name="connsiteY924" fmla="*/ 0 h 6858000"/>
              <a:gd name="connsiteX925" fmla="*/ 3094669 w 7467600"/>
              <a:gd name="connsiteY925" fmla="*/ 30308 h 6858000"/>
              <a:gd name="connsiteX926" fmla="*/ 2901945 w 7467600"/>
              <a:gd name="connsiteY926" fmla="*/ 466538 h 6858000"/>
              <a:gd name="connsiteX927" fmla="*/ 2815209 w 7467600"/>
              <a:gd name="connsiteY927" fmla="*/ 497361 h 6858000"/>
              <a:gd name="connsiteX928" fmla="*/ 2844845 w 7467600"/>
              <a:gd name="connsiteY928" fmla="*/ 127638 h 6858000"/>
              <a:gd name="connsiteX929" fmla="*/ 2867960 w 7467600"/>
              <a:gd name="connsiteY929" fmla="*/ 0 h 6858000"/>
              <a:gd name="connsiteX930" fmla="*/ 1057230 w 7467600"/>
              <a:gd name="connsiteY930" fmla="*/ 0 h 6858000"/>
              <a:gd name="connsiteX931" fmla="*/ 1111003 w 7467600"/>
              <a:gd name="connsiteY931" fmla="*/ 0 h 6858000"/>
              <a:gd name="connsiteX932" fmla="*/ 1125553 w 7467600"/>
              <a:gd name="connsiteY932" fmla="*/ 52588 h 6858000"/>
              <a:gd name="connsiteX933" fmla="*/ 1304276 w 7467600"/>
              <a:gd name="connsiteY933" fmla="*/ 476275 h 6858000"/>
              <a:gd name="connsiteX934" fmla="*/ 1492066 w 7467600"/>
              <a:gd name="connsiteY934" fmla="*/ 886333 h 6858000"/>
              <a:gd name="connsiteX935" fmla="*/ 1423698 w 7467600"/>
              <a:gd name="connsiteY935" fmla="*/ 710817 h 6858000"/>
              <a:gd name="connsiteX936" fmla="*/ 1357609 w 7467600"/>
              <a:gd name="connsiteY936" fmla="*/ 532892 h 6858000"/>
              <a:gd name="connsiteX937" fmla="*/ 1309550 w 7467600"/>
              <a:gd name="connsiteY937" fmla="*/ 374031 h 6858000"/>
              <a:gd name="connsiteX938" fmla="*/ 1193673 w 7467600"/>
              <a:gd name="connsiteY938" fmla="*/ 49533 h 6858000"/>
              <a:gd name="connsiteX939" fmla="*/ 1164391 w 7467600"/>
              <a:gd name="connsiteY939" fmla="*/ 0 h 6858000"/>
              <a:gd name="connsiteX940" fmla="*/ 1200666 w 7467600"/>
              <a:gd name="connsiteY940" fmla="*/ 0 h 6858000"/>
              <a:gd name="connsiteX941" fmla="*/ 1223408 w 7467600"/>
              <a:gd name="connsiteY941" fmla="*/ 38996 h 6858000"/>
              <a:gd name="connsiteX942" fmla="*/ 1339635 w 7467600"/>
              <a:gd name="connsiteY942" fmla="*/ 365517 h 6858000"/>
              <a:gd name="connsiteX943" fmla="*/ 1387469 w 7467600"/>
              <a:gd name="connsiteY943" fmla="*/ 523079 h 6858000"/>
              <a:gd name="connsiteX944" fmla="*/ 1452685 w 7467600"/>
              <a:gd name="connsiteY944" fmla="*/ 699806 h 6858000"/>
              <a:gd name="connsiteX945" fmla="*/ 1492092 w 7467600"/>
              <a:gd name="connsiteY945" fmla="*/ 800424 h 6858000"/>
              <a:gd name="connsiteX946" fmla="*/ 1455302 w 7467600"/>
              <a:gd name="connsiteY946" fmla="*/ 632913 h 6858000"/>
              <a:gd name="connsiteX947" fmla="*/ 1222336 w 7467600"/>
              <a:gd name="connsiteY947" fmla="*/ 9480 h 6858000"/>
              <a:gd name="connsiteX948" fmla="*/ 1214634 w 7467600"/>
              <a:gd name="connsiteY948" fmla="*/ 0 h 6858000"/>
              <a:gd name="connsiteX949" fmla="*/ 1289827 w 7467600"/>
              <a:gd name="connsiteY949" fmla="*/ 0 h 6858000"/>
              <a:gd name="connsiteX950" fmla="*/ 1321076 w 7467600"/>
              <a:gd name="connsiteY950" fmla="*/ 59722 h 6858000"/>
              <a:gd name="connsiteX951" fmla="*/ 1512579 w 7467600"/>
              <a:gd name="connsiteY951" fmla="*/ 626441 h 6858000"/>
              <a:gd name="connsiteX952" fmla="*/ 1506076 w 7467600"/>
              <a:gd name="connsiteY952" fmla="*/ 1089289 h 6858000"/>
              <a:gd name="connsiteX953" fmla="*/ 1486346 w 7467600"/>
              <a:gd name="connsiteY953" fmla="*/ 1079919 h 6858000"/>
              <a:gd name="connsiteX954" fmla="*/ 1070511 w 7467600"/>
              <a:gd name="connsiteY954" fmla="*/ 48609 h 6858000"/>
              <a:gd name="connsiteX955" fmla="*/ 1057230 w 7467600"/>
              <a:gd name="connsiteY955" fmla="*/ 0 h 6858000"/>
              <a:gd name="connsiteX956" fmla="*/ 43151 w 7467600"/>
              <a:gd name="connsiteY956" fmla="*/ 0 h 6858000"/>
              <a:gd name="connsiteX957" fmla="*/ 95283 w 7467600"/>
              <a:gd name="connsiteY957" fmla="*/ 0 h 6858000"/>
              <a:gd name="connsiteX958" fmla="*/ 300708 w 7467600"/>
              <a:gd name="connsiteY958" fmla="*/ 154571 h 6858000"/>
              <a:gd name="connsiteX959" fmla="*/ 530414 w 7467600"/>
              <a:gd name="connsiteY959" fmla="*/ 354673 h 6858000"/>
              <a:gd name="connsiteX960" fmla="*/ 333785 w 7467600"/>
              <a:gd name="connsiteY960" fmla="*/ 161564 h 6858000"/>
              <a:gd name="connsiteX961" fmla="*/ 147005 w 7467600"/>
              <a:gd name="connsiteY961" fmla="*/ 0 h 6858000"/>
              <a:gd name="connsiteX962" fmla="*/ 272509 w 7467600"/>
              <a:gd name="connsiteY962" fmla="*/ 0 h 6858000"/>
              <a:gd name="connsiteX963" fmla="*/ 326276 w 7467600"/>
              <a:gd name="connsiteY963" fmla="*/ 45847 h 6858000"/>
              <a:gd name="connsiteX964" fmla="*/ 823759 w 7467600"/>
              <a:gd name="connsiteY964" fmla="*/ 574145 h 6858000"/>
              <a:gd name="connsiteX965" fmla="*/ 811254 w 7467600"/>
              <a:gd name="connsiteY965" fmla="*/ 665546 h 6858000"/>
              <a:gd name="connsiteX966" fmla="*/ 154042 w 7467600"/>
              <a:gd name="connsiteY966" fmla="*/ 261522 h 6858000"/>
              <a:gd name="connsiteX967" fmla="*/ 13550 w 7467600"/>
              <a:gd name="connsiteY967" fmla="*/ 158423 h 6858000"/>
              <a:gd name="connsiteX968" fmla="*/ 0 w 7467600"/>
              <a:gd name="connsiteY968" fmla="*/ 146618 h 6858000"/>
              <a:gd name="connsiteX969" fmla="*/ 0 w 7467600"/>
              <a:gd name="connsiteY969" fmla="*/ 59161 h 6858000"/>
              <a:gd name="connsiteX970" fmla="*/ 45427 w 7467600"/>
              <a:gd name="connsiteY970" fmla="*/ 101078 h 6858000"/>
              <a:gd name="connsiteX971" fmla="*/ 630103 w 7467600"/>
              <a:gd name="connsiteY971" fmla="*/ 485885 h 6858000"/>
              <a:gd name="connsiteX972" fmla="*/ 532040 w 7467600"/>
              <a:gd name="connsiteY972" fmla="*/ 399359 h 6858000"/>
              <a:gd name="connsiteX973" fmla="*/ 517618 w 7467600"/>
              <a:gd name="connsiteY973" fmla="*/ 385726 h 6858000"/>
              <a:gd name="connsiteX974" fmla="*/ 285074 w 7467600"/>
              <a:gd name="connsiteY974" fmla="*/ 182755 h 6858000"/>
              <a:gd name="connsiteX975" fmla="*/ 43151 w 7467600"/>
              <a:gd name="connsiteY97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271900 w 7467600"/>
              <a:gd name="connsiteY78" fmla="*/ 5734551 h 6858000"/>
              <a:gd name="connsiteX79" fmla="*/ 7015907 w 7467600"/>
              <a:gd name="connsiteY79" fmla="*/ 5541548 h 6858000"/>
              <a:gd name="connsiteX80" fmla="*/ 7259646 w 7467600"/>
              <a:gd name="connsiteY80" fmla="*/ 5765985 h 6858000"/>
              <a:gd name="connsiteX81" fmla="*/ 7467600 w 7467600"/>
              <a:gd name="connsiteY81" fmla="*/ 6012219 h 6858000"/>
              <a:gd name="connsiteX82" fmla="*/ 6946849 w 7467600"/>
              <a:gd name="connsiteY82" fmla="*/ 5523271 h 6858000"/>
              <a:gd name="connsiteX83" fmla="*/ 6946972 w 7467600"/>
              <a:gd name="connsiteY83" fmla="*/ 5526491 h 6858000"/>
              <a:gd name="connsiteX84" fmla="*/ 7105827 w 7467600"/>
              <a:gd name="connsiteY84" fmla="*/ 5718700 h 6858000"/>
              <a:gd name="connsiteX85" fmla="*/ 7356878 w 7467600"/>
              <a:gd name="connsiteY85" fmla="*/ 5981332 h 6858000"/>
              <a:gd name="connsiteX86" fmla="*/ 7467600 w 7467600"/>
              <a:gd name="connsiteY86" fmla="*/ 6117703 h 6858000"/>
              <a:gd name="connsiteX87" fmla="*/ 7467600 w 7467600"/>
              <a:gd name="connsiteY87" fmla="*/ 6163634 h 6858000"/>
              <a:gd name="connsiteX88" fmla="*/ 7403637 w 7467600"/>
              <a:gd name="connsiteY88" fmla="*/ 6083957 h 6858000"/>
              <a:gd name="connsiteX89" fmla="*/ 7254615 w 7467600"/>
              <a:gd name="connsiteY89" fmla="*/ 5911918 h 6858000"/>
              <a:gd name="connsiteX90" fmla="*/ 7312589 w 7467600"/>
              <a:gd name="connsiteY90" fmla="*/ 5982309 h 6858000"/>
              <a:gd name="connsiteX91" fmla="*/ 7448321 w 7467600"/>
              <a:gd name="connsiteY91" fmla="*/ 6190991 h 6858000"/>
              <a:gd name="connsiteX92" fmla="*/ 7467600 w 7467600"/>
              <a:gd name="connsiteY92" fmla="*/ 6221686 h 6858000"/>
              <a:gd name="connsiteX93" fmla="*/ 7467600 w 7467600"/>
              <a:gd name="connsiteY93" fmla="*/ 6334256 h 6858000"/>
              <a:gd name="connsiteX94" fmla="*/ 7454976 w 7467600"/>
              <a:gd name="connsiteY94" fmla="*/ 6318297 h 6858000"/>
              <a:gd name="connsiteX95" fmla="*/ 7042773 w 7467600"/>
              <a:gd name="connsiteY95" fmla="*/ 5734011 h 6858000"/>
              <a:gd name="connsiteX96" fmla="*/ 1456157 w 7467600"/>
              <a:gd name="connsiteY96" fmla="*/ 5371404 h 6858000"/>
              <a:gd name="connsiteX97" fmla="*/ 1244432 w 7467600"/>
              <a:gd name="connsiteY97" fmla="*/ 5385601 h 6858000"/>
              <a:gd name="connsiteX98" fmla="*/ 973990 w 7467600"/>
              <a:gd name="connsiteY98" fmla="*/ 5424940 h 6858000"/>
              <a:gd name="connsiteX99" fmla="*/ 1103809 w 7467600"/>
              <a:gd name="connsiteY99" fmla="*/ 5433720 h 6858000"/>
              <a:gd name="connsiteX100" fmla="*/ 1123454 w 7467600"/>
              <a:gd name="connsiteY100" fmla="*/ 5435727 h 6858000"/>
              <a:gd name="connsiteX101" fmla="*/ 1737017 w 7467600"/>
              <a:gd name="connsiteY101" fmla="*/ 5452183 h 6858000"/>
              <a:gd name="connsiteX102" fmla="*/ 1824397 w 7467600"/>
              <a:gd name="connsiteY102" fmla="*/ 5447757 h 6858000"/>
              <a:gd name="connsiteX103" fmla="*/ 2070059 w 7467600"/>
              <a:gd name="connsiteY103" fmla="*/ 5441660 h 6858000"/>
              <a:gd name="connsiteX104" fmla="*/ 1456157 w 7467600"/>
              <a:gd name="connsiteY104" fmla="*/ 5371404 h 6858000"/>
              <a:gd name="connsiteX105" fmla="*/ 4988186 w 7467600"/>
              <a:gd name="connsiteY105" fmla="*/ 5216467 h 6858000"/>
              <a:gd name="connsiteX106" fmla="*/ 4777334 w 7467600"/>
              <a:gd name="connsiteY106" fmla="*/ 5406072 h 6858000"/>
              <a:gd name="connsiteX107" fmla="*/ 4718341 w 7467600"/>
              <a:gd name="connsiteY107" fmla="*/ 5468043 h 6858000"/>
              <a:gd name="connsiteX108" fmla="*/ 4604655 w 7467600"/>
              <a:gd name="connsiteY108" fmla="*/ 5583434 h 6858000"/>
              <a:gd name="connsiteX109" fmla="*/ 4565074 w 7467600"/>
              <a:gd name="connsiteY109" fmla="*/ 5618550 h 6858000"/>
              <a:gd name="connsiteX110" fmla="*/ 4988186 w 7467600"/>
              <a:gd name="connsiteY110" fmla="*/ 5216467 h 6858000"/>
              <a:gd name="connsiteX111" fmla="*/ 4978032 w 7467600"/>
              <a:gd name="connsiteY111" fmla="*/ 5183809 h 6858000"/>
              <a:gd name="connsiteX112" fmla="*/ 4463413 w 7467600"/>
              <a:gd name="connsiteY112" fmla="*/ 5615162 h 6858000"/>
              <a:gd name="connsiteX113" fmla="*/ 4358134 w 7467600"/>
              <a:gd name="connsiteY113" fmla="*/ 5742791 h 6858000"/>
              <a:gd name="connsiteX114" fmla="*/ 4376219 w 7467600"/>
              <a:gd name="connsiteY114" fmla="*/ 5729027 h 6858000"/>
              <a:gd name="connsiteX115" fmla="*/ 4582340 w 7467600"/>
              <a:gd name="connsiteY115" fmla="*/ 5561037 h 6858000"/>
              <a:gd name="connsiteX116" fmla="*/ 4694684 w 7467600"/>
              <a:gd name="connsiteY116" fmla="*/ 5447098 h 6858000"/>
              <a:gd name="connsiteX117" fmla="*/ 4754123 w 7467600"/>
              <a:gd name="connsiteY117" fmla="*/ 5384643 h 6858000"/>
              <a:gd name="connsiteX118" fmla="*/ 4978032 w 7467600"/>
              <a:gd name="connsiteY118" fmla="*/ 5183809 h 6858000"/>
              <a:gd name="connsiteX119" fmla="*/ 1903353 w 7467600"/>
              <a:gd name="connsiteY119" fmla="*/ 5044827 h 6858000"/>
              <a:gd name="connsiteX120" fmla="*/ 1936931 w 7467600"/>
              <a:gd name="connsiteY120" fmla="*/ 5093954 h 6858000"/>
              <a:gd name="connsiteX121" fmla="*/ 2195868 w 7467600"/>
              <a:gd name="connsiteY121" fmla="*/ 5396574 h 6858000"/>
              <a:gd name="connsiteX122" fmla="*/ 2088852 w 7467600"/>
              <a:gd name="connsiteY122" fmla="*/ 5166123 h 6858000"/>
              <a:gd name="connsiteX123" fmla="*/ 1958241 w 7467600"/>
              <a:gd name="connsiteY123" fmla="*/ 5067955 h 6858000"/>
              <a:gd name="connsiteX124" fmla="*/ 1903353 w 7467600"/>
              <a:gd name="connsiteY124" fmla="*/ 5044827 h 6858000"/>
              <a:gd name="connsiteX125" fmla="*/ 1979378 w 7467600"/>
              <a:gd name="connsiteY125" fmla="*/ 4769504 h 6858000"/>
              <a:gd name="connsiteX126" fmla="*/ 2882120 w 7467600"/>
              <a:gd name="connsiteY126" fmla="*/ 5064547 h 6858000"/>
              <a:gd name="connsiteX127" fmla="*/ 2793103 w 7467600"/>
              <a:gd name="connsiteY127" fmla="*/ 5039699 h 6858000"/>
              <a:gd name="connsiteX128" fmla="*/ 2770041 w 7467600"/>
              <a:gd name="connsiteY128" fmla="*/ 5033634 h 6858000"/>
              <a:gd name="connsiteX129" fmla="*/ 1979378 w 7467600"/>
              <a:gd name="connsiteY129" fmla="*/ 4769504 h 6858000"/>
              <a:gd name="connsiteX130" fmla="*/ 1927410 w 7467600"/>
              <a:gd name="connsiteY130" fmla="*/ 4716164 h 6858000"/>
              <a:gd name="connsiteX131" fmla="*/ 1959587 w 7467600"/>
              <a:gd name="connsiteY131" fmla="*/ 4728849 h 6858000"/>
              <a:gd name="connsiteX132" fmla="*/ 2777707 w 7467600"/>
              <a:gd name="connsiteY132" fmla="*/ 5003991 h 6858000"/>
              <a:gd name="connsiteX133" fmla="*/ 2800768 w 7467600"/>
              <a:gd name="connsiteY133" fmla="*/ 5010056 h 6858000"/>
              <a:gd name="connsiteX134" fmla="*/ 2879408 w 7467600"/>
              <a:gd name="connsiteY134" fmla="*/ 5031590 h 6858000"/>
              <a:gd name="connsiteX135" fmla="*/ 2862295 w 7467600"/>
              <a:gd name="connsiteY135" fmla="*/ 5022958 h 6858000"/>
              <a:gd name="connsiteX136" fmla="*/ 2813343 w 7467600"/>
              <a:gd name="connsiteY136" fmla="*/ 4998369 h 6858000"/>
              <a:gd name="connsiteX137" fmla="*/ 2646245 w 7467600"/>
              <a:gd name="connsiteY137" fmla="*/ 4930999 h 6858000"/>
              <a:gd name="connsiteX138" fmla="*/ 1999243 w 7467600"/>
              <a:gd name="connsiteY138" fmla="*/ 4730524 h 6858000"/>
              <a:gd name="connsiteX139" fmla="*/ 1979527 w 7467600"/>
              <a:gd name="connsiteY139" fmla="*/ 4726651 h 6858000"/>
              <a:gd name="connsiteX140" fmla="*/ 1927410 w 7467600"/>
              <a:gd name="connsiteY140" fmla="*/ 4716164 h 6858000"/>
              <a:gd name="connsiteX141" fmla="*/ 1997014 w 7467600"/>
              <a:gd name="connsiteY141" fmla="*/ 4698007 h 6858000"/>
              <a:gd name="connsiteX142" fmla="*/ 2005458 w 7467600"/>
              <a:gd name="connsiteY142" fmla="*/ 4699540 h 6858000"/>
              <a:gd name="connsiteX143" fmla="*/ 2657186 w 7467600"/>
              <a:gd name="connsiteY143" fmla="*/ 4901687 h 6858000"/>
              <a:gd name="connsiteX144" fmla="*/ 2826662 w 7467600"/>
              <a:gd name="connsiteY144" fmla="*/ 4970362 h 6858000"/>
              <a:gd name="connsiteX145" fmla="*/ 2876100 w 7467600"/>
              <a:gd name="connsiteY145" fmla="*/ 4995397 h 6858000"/>
              <a:gd name="connsiteX146" fmla="*/ 3042600 w 7467600"/>
              <a:gd name="connsiteY146" fmla="*/ 5059532 h 6858000"/>
              <a:gd name="connsiteX147" fmla="*/ 1997014 w 7467600"/>
              <a:gd name="connsiteY147" fmla="*/ 4698007 h 6858000"/>
              <a:gd name="connsiteX148" fmla="*/ 2305292 w 7467600"/>
              <a:gd name="connsiteY148" fmla="*/ 4219492 h 6858000"/>
              <a:gd name="connsiteX149" fmla="*/ 3360922 w 7467600"/>
              <a:gd name="connsiteY149" fmla="*/ 4529373 h 6858000"/>
              <a:gd name="connsiteX150" fmla="*/ 3492420 w 7467600"/>
              <a:gd name="connsiteY150" fmla="*/ 4510145 h 6858000"/>
              <a:gd name="connsiteX151" fmla="*/ 3364086 w 7467600"/>
              <a:gd name="connsiteY151" fmla="*/ 4480340 h 6858000"/>
              <a:gd name="connsiteX152" fmla="*/ 3225818 w 7467600"/>
              <a:gd name="connsiteY152" fmla="*/ 4411822 h 6858000"/>
              <a:gd name="connsiteX153" fmla="*/ 3129696 w 7467600"/>
              <a:gd name="connsiteY153" fmla="*/ 4360704 h 6858000"/>
              <a:gd name="connsiteX154" fmla="*/ 2814545 w 7467600"/>
              <a:gd name="connsiteY154" fmla="*/ 4282955 h 6858000"/>
              <a:gd name="connsiteX155" fmla="*/ 2305292 w 7467600"/>
              <a:gd name="connsiteY155" fmla="*/ 4219492 h 6858000"/>
              <a:gd name="connsiteX156" fmla="*/ 2626982 w 7467600"/>
              <a:gd name="connsiteY156" fmla="*/ 4206450 h 6858000"/>
              <a:gd name="connsiteX157" fmla="*/ 2490617 w 7467600"/>
              <a:gd name="connsiteY157" fmla="*/ 4206951 h 6858000"/>
              <a:gd name="connsiteX158" fmla="*/ 2819869 w 7467600"/>
              <a:gd name="connsiteY158" fmla="*/ 4252936 h 6858000"/>
              <a:gd name="connsiteX159" fmla="*/ 3143018 w 7467600"/>
              <a:gd name="connsiteY159" fmla="*/ 4332698 h 6858000"/>
              <a:gd name="connsiteX160" fmla="*/ 3241520 w 7467600"/>
              <a:gd name="connsiteY160" fmla="*/ 4385112 h 6858000"/>
              <a:gd name="connsiteX161" fmla="*/ 3374575 w 7467600"/>
              <a:gd name="connsiteY161" fmla="*/ 4451517 h 6858000"/>
              <a:gd name="connsiteX162" fmla="*/ 3505221 w 7467600"/>
              <a:gd name="connsiteY162" fmla="*/ 4480757 h 6858000"/>
              <a:gd name="connsiteX163" fmla="*/ 2626982 w 7467600"/>
              <a:gd name="connsiteY163" fmla="*/ 4206450 h 6858000"/>
              <a:gd name="connsiteX164" fmla="*/ 1310106 w 7467600"/>
              <a:gd name="connsiteY164" fmla="*/ 3943217 h 6858000"/>
              <a:gd name="connsiteX165" fmla="*/ 854994 w 7467600"/>
              <a:gd name="connsiteY165" fmla="*/ 4399136 h 6858000"/>
              <a:gd name="connsiteX166" fmla="*/ 742462 w 7467600"/>
              <a:gd name="connsiteY166" fmla="*/ 4594648 h 6858000"/>
              <a:gd name="connsiteX167" fmla="*/ 820602 w 7467600"/>
              <a:gd name="connsiteY167" fmla="*/ 4485915 h 6858000"/>
              <a:gd name="connsiteX168" fmla="*/ 878295 w 7467600"/>
              <a:gd name="connsiteY168" fmla="*/ 4403594 h 6858000"/>
              <a:gd name="connsiteX169" fmla="*/ 1240607 w 7467600"/>
              <a:gd name="connsiteY169" fmla="*/ 4010401 h 6858000"/>
              <a:gd name="connsiteX170" fmla="*/ 1310106 w 7467600"/>
              <a:gd name="connsiteY170" fmla="*/ 3943217 h 6858000"/>
              <a:gd name="connsiteX171" fmla="*/ 1423113 w 7467600"/>
              <a:gd name="connsiteY171" fmla="*/ 3874565 h 6858000"/>
              <a:gd name="connsiteX172" fmla="*/ 1260565 w 7467600"/>
              <a:gd name="connsiteY172" fmla="*/ 4031982 h 6858000"/>
              <a:gd name="connsiteX173" fmla="*/ 901900 w 7467600"/>
              <a:gd name="connsiteY173" fmla="*/ 4421236 h 6858000"/>
              <a:gd name="connsiteX174" fmla="*/ 845044 w 7467600"/>
              <a:gd name="connsiteY174" fmla="*/ 4502436 h 6858000"/>
              <a:gd name="connsiteX175" fmla="*/ 685926 w 7467600"/>
              <a:gd name="connsiteY175" fmla="*/ 4703069 h 6858000"/>
              <a:gd name="connsiteX176" fmla="*/ 684248 w 7467600"/>
              <a:gd name="connsiteY176" fmla="*/ 4706721 h 6858000"/>
              <a:gd name="connsiteX177" fmla="*/ 1423113 w 7467600"/>
              <a:gd name="connsiteY177" fmla="*/ 3874565 h 6858000"/>
              <a:gd name="connsiteX178" fmla="*/ 3316479 w 7467600"/>
              <a:gd name="connsiteY178" fmla="*/ 3872136 h 6858000"/>
              <a:gd name="connsiteX179" fmla="*/ 3546806 w 7467600"/>
              <a:gd name="connsiteY179" fmla="*/ 4356139 h 6858000"/>
              <a:gd name="connsiteX180" fmla="*/ 3364433 w 7467600"/>
              <a:gd name="connsiteY180" fmla="*/ 3953121 h 6858000"/>
              <a:gd name="connsiteX181" fmla="*/ 3316479 w 7467600"/>
              <a:gd name="connsiteY181" fmla="*/ 3872136 h 6858000"/>
              <a:gd name="connsiteX182" fmla="*/ 3291335 w 7467600"/>
              <a:gd name="connsiteY182" fmla="*/ 3767420 h 6858000"/>
              <a:gd name="connsiteX183" fmla="*/ 3390805 w 7467600"/>
              <a:gd name="connsiteY183" fmla="*/ 3937163 h 6858000"/>
              <a:gd name="connsiteX184" fmla="*/ 3579062 w 7467600"/>
              <a:gd name="connsiteY184" fmla="*/ 4359040 h 6858000"/>
              <a:gd name="connsiteX185" fmla="*/ 3467355 w 7467600"/>
              <a:gd name="connsiteY185" fmla="*/ 3988130 h 6858000"/>
              <a:gd name="connsiteX186" fmla="*/ 3310753 w 7467600"/>
              <a:gd name="connsiteY186" fmla="*/ 3787140 h 6858000"/>
              <a:gd name="connsiteX187" fmla="*/ 3291335 w 7467600"/>
              <a:gd name="connsiteY187" fmla="*/ 3767420 h 6858000"/>
              <a:gd name="connsiteX188" fmla="*/ 1635889 w 7467600"/>
              <a:gd name="connsiteY188" fmla="*/ 3709494 h 6858000"/>
              <a:gd name="connsiteX189" fmla="*/ 1634800 w 7467600"/>
              <a:gd name="connsiteY189" fmla="*/ 3731111 h 6858000"/>
              <a:gd name="connsiteX190" fmla="*/ 1635889 w 7467600"/>
              <a:gd name="connsiteY190" fmla="*/ 3709494 h 6858000"/>
              <a:gd name="connsiteX191" fmla="*/ 1510397 w 7467600"/>
              <a:gd name="connsiteY191" fmla="*/ 3684705 h 6858000"/>
              <a:gd name="connsiteX192" fmla="*/ 1146550 w 7467600"/>
              <a:gd name="connsiteY192" fmla="*/ 3802012 h 6858000"/>
              <a:gd name="connsiteX193" fmla="*/ 698834 w 7467600"/>
              <a:gd name="connsiteY193" fmla="*/ 3952272 h 6858000"/>
              <a:gd name="connsiteX194" fmla="*/ 34256 w 7467600"/>
              <a:gd name="connsiteY194" fmla="*/ 4347603 h 6858000"/>
              <a:gd name="connsiteX195" fmla="*/ 527241 w 7467600"/>
              <a:gd name="connsiteY195" fmla="*/ 4065078 h 6858000"/>
              <a:gd name="connsiteX196" fmla="*/ 1510397 w 7467600"/>
              <a:gd name="connsiteY196" fmla="*/ 3684705 h 6858000"/>
              <a:gd name="connsiteX197" fmla="*/ 1313114 w 7467600"/>
              <a:gd name="connsiteY197" fmla="*/ 3655216 h 6858000"/>
              <a:gd name="connsiteX198" fmla="*/ 1109304 w 7467600"/>
              <a:gd name="connsiteY198" fmla="*/ 3669030 h 6858000"/>
              <a:gd name="connsiteX199" fmla="*/ 8129 w 7467600"/>
              <a:gd name="connsiteY199" fmla="*/ 4330519 h 6858000"/>
              <a:gd name="connsiteX200" fmla="*/ 687572 w 7467600"/>
              <a:gd name="connsiteY200" fmla="*/ 3925629 h 6858000"/>
              <a:gd name="connsiteX201" fmla="*/ 1138365 w 7467600"/>
              <a:gd name="connsiteY201" fmla="*/ 3774515 h 6858000"/>
              <a:gd name="connsiteX202" fmla="*/ 1505579 w 7467600"/>
              <a:gd name="connsiteY202" fmla="*/ 3655526 h 6858000"/>
              <a:gd name="connsiteX203" fmla="*/ 1313114 w 7467600"/>
              <a:gd name="connsiteY203" fmla="*/ 3655216 h 6858000"/>
              <a:gd name="connsiteX204" fmla="*/ 3655073 w 7467600"/>
              <a:gd name="connsiteY204" fmla="*/ 3650884 h 6858000"/>
              <a:gd name="connsiteX205" fmla="*/ 3989938 w 7467600"/>
              <a:gd name="connsiteY205" fmla="*/ 3991685 h 6858000"/>
              <a:gd name="connsiteX206" fmla="*/ 4393907 w 7467600"/>
              <a:gd name="connsiteY206" fmla="*/ 4261258 h 6858000"/>
              <a:gd name="connsiteX207" fmla="*/ 4648051 w 7467600"/>
              <a:gd name="connsiteY207" fmla="*/ 4374051 h 6858000"/>
              <a:gd name="connsiteX208" fmla="*/ 4383389 w 7467600"/>
              <a:gd name="connsiteY208" fmla="*/ 4184369 h 6858000"/>
              <a:gd name="connsiteX209" fmla="*/ 4165508 w 7467600"/>
              <a:gd name="connsiteY209" fmla="*/ 4035196 h 6858000"/>
              <a:gd name="connsiteX210" fmla="*/ 4068162 w 7467600"/>
              <a:gd name="connsiteY210" fmla="*/ 3953394 h 6858000"/>
              <a:gd name="connsiteX211" fmla="*/ 3981416 w 7467600"/>
              <a:gd name="connsiteY211" fmla="*/ 3880482 h 6858000"/>
              <a:gd name="connsiteX212" fmla="*/ 3800147 w 7467600"/>
              <a:gd name="connsiteY212" fmla="*/ 3749872 h 6858000"/>
              <a:gd name="connsiteX213" fmla="*/ 3655073 w 7467600"/>
              <a:gd name="connsiteY213" fmla="*/ 3650884 h 6858000"/>
              <a:gd name="connsiteX214" fmla="*/ 3670252 w 7467600"/>
              <a:gd name="connsiteY214" fmla="*/ 3622798 h 6858000"/>
              <a:gd name="connsiteX215" fmla="*/ 3817258 w 7467600"/>
              <a:gd name="connsiteY215" fmla="*/ 3723577 h 6858000"/>
              <a:gd name="connsiteX216" fmla="*/ 4000461 w 7467600"/>
              <a:gd name="connsiteY216" fmla="*/ 3855966 h 6858000"/>
              <a:gd name="connsiteX217" fmla="*/ 4088180 w 7467600"/>
              <a:gd name="connsiteY217" fmla="*/ 3929774 h 6858000"/>
              <a:gd name="connsiteX218" fmla="*/ 4184555 w 7467600"/>
              <a:gd name="connsiteY218" fmla="*/ 4010683 h 6858000"/>
              <a:gd name="connsiteX219" fmla="*/ 4399563 w 7467600"/>
              <a:gd name="connsiteY219" fmla="*/ 4158106 h 6858000"/>
              <a:gd name="connsiteX220" fmla="*/ 4684469 w 7467600"/>
              <a:gd name="connsiteY220" fmla="*/ 4364680 h 6858000"/>
              <a:gd name="connsiteX221" fmla="*/ 4690271 w 7467600"/>
              <a:gd name="connsiteY221" fmla="*/ 4370034 h 6858000"/>
              <a:gd name="connsiteX222" fmla="*/ 4136093 w 7467600"/>
              <a:gd name="connsiteY222" fmla="*/ 3858466 h 6858000"/>
              <a:gd name="connsiteX223" fmla="*/ 3670252 w 7467600"/>
              <a:gd name="connsiteY223" fmla="*/ 3622798 h 6858000"/>
              <a:gd name="connsiteX224" fmla="*/ 4440129 w 7467600"/>
              <a:gd name="connsiteY224" fmla="*/ 3448571 h 6858000"/>
              <a:gd name="connsiteX225" fmla="*/ 4856525 w 7467600"/>
              <a:gd name="connsiteY225" fmla="*/ 3915351 h 6858000"/>
              <a:gd name="connsiteX226" fmla="*/ 5059055 w 7467600"/>
              <a:gd name="connsiteY226" fmla="*/ 4108918 h 6858000"/>
              <a:gd name="connsiteX227" fmla="*/ 5290070 w 7467600"/>
              <a:gd name="connsiteY227" fmla="*/ 4263619 h 6858000"/>
              <a:gd name="connsiteX228" fmla="*/ 4834991 w 7467600"/>
              <a:gd name="connsiteY228" fmla="*/ 3830985 h 6858000"/>
              <a:gd name="connsiteX229" fmla="*/ 4440129 w 7467600"/>
              <a:gd name="connsiteY229" fmla="*/ 3448571 h 6858000"/>
              <a:gd name="connsiteX230" fmla="*/ 4441737 w 7467600"/>
              <a:gd name="connsiteY230" fmla="*/ 3399734 h 6858000"/>
              <a:gd name="connsiteX231" fmla="*/ 4431236 w 7467600"/>
              <a:gd name="connsiteY231" fmla="*/ 3400954 h 6858000"/>
              <a:gd name="connsiteX232" fmla="*/ 4557150 w 7467600"/>
              <a:gd name="connsiteY232" fmla="*/ 3510023 h 6858000"/>
              <a:gd name="connsiteX233" fmla="*/ 4856936 w 7467600"/>
              <a:gd name="connsiteY233" fmla="*/ 3809146 h 6858000"/>
              <a:gd name="connsiteX234" fmla="*/ 5111996 w 7467600"/>
              <a:gd name="connsiteY234" fmla="*/ 4065759 h 6858000"/>
              <a:gd name="connsiteX235" fmla="*/ 5388878 w 7467600"/>
              <a:gd name="connsiteY235" fmla="*/ 4300185 h 6858000"/>
              <a:gd name="connsiteX236" fmla="*/ 5425556 w 7467600"/>
              <a:gd name="connsiteY236" fmla="*/ 4308967 h 6858000"/>
              <a:gd name="connsiteX237" fmla="*/ 4943646 w 7467600"/>
              <a:gd name="connsiteY237" fmla="*/ 3822916 h 6858000"/>
              <a:gd name="connsiteX238" fmla="*/ 4594837 w 7467600"/>
              <a:gd name="connsiteY238" fmla="*/ 3532274 h 6858000"/>
              <a:gd name="connsiteX239" fmla="*/ 4441737 w 7467600"/>
              <a:gd name="connsiteY239" fmla="*/ 3399734 h 6858000"/>
              <a:gd name="connsiteX240" fmla="*/ 5425834 w 7467600"/>
              <a:gd name="connsiteY240" fmla="*/ 3162785 h 6858000"/>
              <a:gd name="connsiteX241" fmla="*/ 5401644 w 7467600"/>
              <a:gd name="connsiteY241" fmla="*/ 3617847 h 6858000"/>
              <a:gd name="connsiteX242" fmla="*/ 5467256 w 7467600"/>
              <a:gd name="connsiteY242" fmla="*/ 4175494 h 6858000"/>
              <a:gd name="connsiteX243" fmla="*/ 5448069 w 7467600"/>
              <a:gd name="connsiteY243" fmla="*/ 3567554 h 6858000"/>
              <a:gd name="connsiteX244" fmla="*/ 5425834 w 7467600"/>
              <a:gd name="connsiteY244" fmla="*/ 3162785 h 6858000"/>
              <a:gd name="connsiteX245" fmla="*/ 1318687 w 7467600"/>
              <a:gd name="connsiteY245" fmla="*/ 3113840 h 6858000"/>
              <a:gd name="connsiteX246" fmla="*/ 1066793 w 7467600"/>
              <a:gd name="connsiteY246" fmla="*/ 3212171 h 6858000"/>
              <a:gd name="connsiteX247" fmla="*/ 993319 w 7467600"/>
              <a:gd name="connsiteY247" fmla="*/ 3247648 h 6858000"/>
              <a:gd name="connsiteX248" fmla="*/ 853081 w 7467600"/>
              <a:gd name="connsiteY248" fmla="*/ 3312410 h 6858000"/>
              <a:gd name="connsiteX249" fmla="*/ 805957 w 7467600"/>
              <a:gd name="connsiteY249" fmla="*/ 3330443 h 6858000"/>
              <a:gd name="connsiteX250" fmla="*/ 1318687 w 7467600"/>
              <a:gd name="connsiteY250" fmla="*/ 3113840 h 6858000"/>
              <a:gd name="connsiteX251" fmla="*/ 5453702 w 7467600"/>
              <a:gd name="connsiteY251" fmla="*/ 3090882 h 6858000"/>
              <a:gd name="connsiteX252" fmla="*/ 5480135 w 7467600"/>
              <a:gd name="connsiteY252" fmla="*/ 3565802 h 6858000"/>
              <a:gd name="connsiteX253" fmla="*/ 5499023 w 7467600"/>
              <a:gd name="connsiteY253" fmla="*/ 4166310 h 6858000"/>
              <a:gd name="connsiteX254" fmla="*/ 5547022 w 7467600"/>
              <a:gd name="connsiteY254" fmla="*/ 3607838 h 6858000"/>
              <a:gd name="connsiteX255" fmla="*/ 5515964 w 7467600"/>
              <a:gd name="connsiteY255" fmla="*/ 3378541 h 6858000"/>
              <a:gd name="connsiteX256" fmla="*/ 5453702 w 7467600"/>
              <a:gd name="connsiteY256" fmla="*/ 3090882 h 6858000"/>
              <a:gd name="connsiteX257" fmla="*/ 1238695 w 7467600"/>
              <a:gd name="connsiteY257" fmla="*/ 3076820 h 6858000"/>
              <a:gd name="connsiteX258" fmla="*/ 716371 w 7467600"/>
              <a:gd name="connsiteY258" fmla="*/ 3293249 h 6858000"/>
              <a:gd name="connsiteX259" fmla="*/ 579522 w 7467600"/>
              <a:gd name="connsiteY259" fmla="*/ 3371759 h 6858000"/>
              <a:gd name="connsiteX260" fmla="*/ 600288 w 7467600"/>
              <a:gd name="connsiteY260" fmla="*/ 3365555 h 6858000"/>
              <a:gd name="connsiteX261" fmla="*/ 840692 w 7467600"/>
              <a:gd name="connsiteY261" fmla="*/ 3284921 h 6858000"/>
              <a:gd name="connsiteX262" fmla="*/ 979248 w 7467600"/>
              <a:gd name="connsiteY262" fmla="*/ 3221003 h 6858000"/>
              <a:gd name="connsiteX263" fmla="*/ 1053282 w 7467600"/>
              <a:gd name="connsiteY263" fmla="*/ 3185247 h 6858000"/>
              <a:gd name="connsiteX264" fmla="*/ 1320603 w 7467600"/>
              <a:gd name="connsiteY264" fmla="*/ 3081281 h 6858000"/>
              <a:gd name="connsiteX265" fmla="*/ 1238695 w 7467600"/>
              <a:gd name="connsiteY265" fmla="*/ 3076820 h 6858000"/>
              <a:gd name="connsiteX266" fmla="*/ 5425627 w 7467600"/>
              <a:gd name="connsiteY266" fmla="*/ 2954192 h 6858000"/>
              <a:gd name="connsiteX267" fmla="*/ 5470770 w 7467600"/>
              <a:gd name="connsiteY267" fmla="*/ 3005435 h 6858000"/>
              <a:gd name="connsiteX268" fmla="*/ 5519779 w 7467600"/>
              <a:gd name="connsiteY268" fmla="*/ 4359223 h 6858000"/>
              <a:gd name="connsiteX269" fmla="*/ 5520293 w 7467600"/>
              <a:gd name="connsiteY269" fmla="*/ 4360602 h 6858000"/>
              <a:gd name="connsiteX270" fmla="*/ 5767221 w 7467600"/>
              <a:gd name="connsiteY270" fmla="*/ 4665564 h 6858000"/>
              <a:gd name="connsiteX271" fmla="*/ 6937169 w 7467600"/>
              <a:gd name="connsiteY271" fmla="*/ 4815941 h 6858000"/>
              <a:gd name="connsiteX272" fmla="*/ 6953922 w 7467600"/>
              <a:gd name="connsiteY272" fmla="*/ 4890068 h 6858000"/>
              <a:gd name="connsiteX273" fmla="*/ 6071359 w 7467600"/>
              <a:gd name="connsiteY273" fmla="*/ 4770770 h 6858000"/>
              <a:gd name="connsiteX274" fmla="*/ 6038839 w 7467600"/>
              <a:gd name="connsiteY274" fmla="*/ 4764474 h 6858000"/>
              <a:gd name="connsiteX275" fmla="*/ 6038706 w 7467600"/>
              <a:gd name="connsiteY275" fmla="*/ 4763847 h 6858000"/>
              <a:gd name="connsiteX276" fmla="*/ 6037784 w 7467600"/>
              <a:gd name="connsiteY276" fmla="*/ 4764270 h 6858000"/>
              <a:gd name="connsiteX277" fmla="*/ 6038839 w 7467600"/>
              <a:gd name="connsiteY277" fmla="*/ 4764474 h 6858000"/>
              <a:gd name="connsiteX278" fmla="*/ 6040338 w 7467600"/>
              <a:gd name="connsiteY278" fmla="*/ 4771418 h 6858000"/>
              <a:gd name="connsiteX279" fmla="*/ 6024488 w 7467600"/>
              <a:gd name="connsiteY279" fmla="*/ 4809903 h 6858000"/>
              <a:gd name="connsiteX280" fmla="*/ 5599771 w 7467600"/>
              <a:gd name="connsiteY280" fmla="*/ 5509652 h 6858000"/>
              <a:gd name="connsiteX281" fmla="*/ 5548843 w 7467600"/>
              <a:gd name="connsiteY281" fmla="*/ 5563845 h 6858000"/>
              <a:gd name="connsiteX282" fmla="*/ 5940952 w 7467600"/>
              <a:gd name="connsiteY282" fmla="*/ 6250028 h 6858000"/>
              <a:gd name="connsiteX283" fmla="*/ 6043441 w 7467600"/>
              <a:gd name="connsiteY283" fmla="*/ 6665847 h 6858000"/>
              <a:gd name="connsiteX284" fmla="*/ 6093432 w 7467600"/>
              <a:gd name="connsiteY284" fmla="*/ 6858000 h 6858000"/>
              <a:gd name="connsiteX285" fmla="*/ 6034344 w 7467600"/>
              <a:gd name="connsiteY285" fmla="*/ 6858000 h 6858000"/>
              <a:gd name="connsiteX286" fmla="*/ 6026679 w 7467600"/>
              <a:gd name="connsiteY286" fmla="*/ 6836959 h 6858000"/>
              <a:gd name="connsiteX287" fmla="*/ 5800441 w 7467600"/>
              <a:gd name="connsiteY287" fmla="*/ 6335286 h 6858000"/>
              <a:gd name="connsiteX288" fmla="*/ 5526562 w 7467600"/>
              <a:gd name="connsiteY288" fmla="*/ 5705388 h 6858000"/>
              <a:gd name="connsiteX289" fmla="*/ 5519640 w 7467600"/>
              <a:gd name="connsiteY289" fmla="*/ 5683774 h 6858000"/>
              <a:gd name="connsiteX290" fmla="*/ 5844559 w 7467600"/>
              <a:gd name="connsiteY290" fmla="*/ 6553349 h 6858000"/>
              <a:gd name="connsiteX291" fmla="*/ 5975994 w 7467600"/>
              <a:gd name="connsiteY291" fmla="*/ 6858000 h 6858000"/>
              <a:gd name="connsiteX292" fmla="*/ 5898547 w 7467600"/>
              <a:gd name="connsiteY292" fmla="*/ 6858000 h 6858000"/>
              <a:gd name="connsiteX293" fmla="*/ 5682041 w 7467600"/>
              <a:gd name="connsiteY293" fmla="*/ 6355860 h 6858000"/>
              <a:gd name="connsiteX294" fmla="*/ 5461758 w 7467600"/>
              <a:gd name="connsiteY294" fmla="*/ 5820220 h 6858000"/>
              <a:gd name="connsiteX295" fmla="*/ 5237282 w 7467600"/>
              <a:gd name="connsiteY295" fmla="*/ 6579086 h 6858000"/>
              <a:gd name="connsiteX296" fmla="*/ 5115009 w 7467600"/>
              <a:gd name="connsiteY296" fmla="*/ 6858000 h 6858000"/>
              <a:gd name="connsiteX297" fmla="*/ 5028074 w 7467600"/>
              <a:gd name="connsiteY297" fmla="*/ 6858000 h 6858000"/>
              <a:gd name="connsiteX298" fmla="*/ 5079508 w 7467600"/>
              <a:gd name="connsiteY298" fmla="*/ 6749074 h 6858000"/>
              <a:gd name="connsiteX299" fmla="*/ 5371846 w 7467600"/>
              <a:gd name="connsiteY299" fmla="*/ 5924413 h 6858000"/>
              <a:gd name="connsiteX300" fmla="*/ 5270512 w 7467600"/>
              <a:gd name="connsiteY300" fmla="*/ 6138975 h 6858000"/>
              <a:gd name="connsiteX301" fmla="*/ 5062409 w 7467600"/>
              <a:gd name="connsiteY301" fmla="*/ 6653544 h 6858000"/>
              <a:gd name="connsiteX302" fmla="*/ 5036628 w 7467600"/>
              <a:gd name="connsiteY302" fmla="*/ 6754247 h 6858000"/>
              <a:gd name="connsiteX303" fmla="*/ 5009112 w 7467600"/>
              <a:gd name="connsiteY303" fmla="*/ 6858000 h 6858000"/>
              <a:gd name="connsiteX304" fmla="*/ 4976679 w 7467600"/>
              <a:gd name="connsiteY304" fmla="*/ 6858000 h 6858000"/>
              <a:gd name="connsiteX305" fmla="*/ 5006537 w 7467600"/>
              <a:gd name="connsiteY305" fmla="*/ 6747068 h 6858000"/>
              <a:gd name="connsiteX306" fmla="*/ 5032723 w 7467600"/>
              <a:gd name="connsiteY306" fmla="*/ 6644957 h 6858000"/>
              <a:gd name="connsiteX307" fmla="*/ 5242949 w 7467600"/>
              <a:gd name="connsiteY307" fmla="*/ 6125175 h 6858000"/>
              <a:gd name="connsiteX308" fmla="*/ 5286321 w 7467600"/>
              <a:gd name="connsiteY308" fmla="*/ 6033555 h 6858000"/>
              <a:gd name="connsiteX309" fmla="*/ 5008210 w 7467600"/>
              <a:gd name="connsiteY309" fmla="*/ 6649194 h 6858000"/>
              <a:gd name="connsiteX310" fmla="*/ 4986321 w 7467600"/>
              <a:gd name="connsiteY310" fmla="*/ 6765687 h 6858000"/>
              <a:gd name="connsiteX311" fmla="*/ 4973474 w 7467600"/>
              <a:gd name="connsiteY311" fmla="*/ 6858000 h 6858000"/>
              <a:gd name="connsiteX312" fmla="*/ 4907178 w 7467600"/>
              <a:gd name="connsiteY312" fmla="*/ 6858000 h 6858000"/>
              <a:gd name="connsiteX313" fmla="*/ 4910810 w 7467600"/>
              <a:gd name="connsiteY313" fmla="*/ 6829660 h 6858000"/>
              <a:gd name="connsiteX314" fmla="*/ 4987461 w 7467600"/>
              <a:gd name="connsiteY314" fmla="*/ 6432994 h 6858000"/>
              <a:gd name="connsiteX315" fmla="*/ 5179262 w 7467600"/>
              <a:gd name="connsiteY315" fmla="*/ 6035044 h 6858000"/>
              <a:gd name="connsiteX316" fmla="*/ 4689678 w 7467600"/>
              <a:gd name="connsiteY316" fmla="*/ 6440241 h 6858000"/>
              <a:gd name="connsiteX317" fmla="*/ 4477543 w 7467600"/>
              <a:gd name="connsiteY317" fmla="*/ 6674836 h 6858000"/>
              <a:gd name="connsiteX318" fmla="*/ 4329957 w 7467600"/>
              <a:gd name="connsiteY318" fmla="*/ 6858000 h 6858000"/>
              <a:gd name="connsiteX319" fmla="*/ 4218595 w 7467600"/>
              <a:gd name="connsiteY319" fmla="*/ 6858000 h 6858000"/>
              <a:gd name="connsiteX320" fmla="*/ 4368888 w 7467600"/>
              <a:gd name="connsiteY320" fmla="*/ 6668412 h 6858000"/>
              <a:gd name="connsiteX321" fmla="*/ 4563091 w 7467600"/>
              <a:gd name="connsiteY321" fmla="*/ 6442508 h 6858000"/>
              <a:gd name="connsiteX322" fmla="*/ 5387324 w 7467600"/>
              <a:gd name="connsiteY322" fmla="*/ 5705830 h 6858000"/>
              <a:gd name="connsiteX323" fmla="*/ 5073620 w 7467600"/>
              <a:gd name="connsiteY323" fmla="*/ 5955437 h 6858000"/>
              <a:gd name="connsiteX324" fmla="*/ 4689789 w 7467600"/>
              <a:gd name="connsiteY324" fmla="*/ 6268382 h 6858000"/>
              <a:gd name="connsiteX325" fmla="*/ 4418722 w 7467600"/>
              <a:gd name="connsiteY325" fmla="*/ 6570886 h 6858000"/>
              <a:gd name="connsiteX326" fmla="*/ 4214944 w 7467600"/>
              <a:gd name="connsiteY326" fmla="*/ 6858000 h 6858000"/>
              <a:gd name="connsiteX327" fmla="*/ 4177898 w 7467600"/>
              <a:gd name="connsiteY327" fmla="*/ 6858000 h 6858000"/>
              <a:gd name="connsiteX328" fmla="*/ 4391597 w 7467600"/>
              <a:gd name="connsiteY328" fmla="*/ 6556370 h 6858000"/>
              <a:gd name="connsiteX329" fmla="*/ 4668889 w 7467600"/>
              <a:gd name="connsiteY329" fmla="*/ 6246399 h 6858000"/>
              <a:gd name="connsiteX330" fmla="*/ 5055427 w 7467600"/>
              <a:gd name="connsiteY330" fmla="*/ 5931476 h 6858000"/>
              <a:gd name="connsiteX331" fmla="*/ 5371814 w 7467600"/>
              <a:gd name="connsiteY331" fmla="*/ 5678975 h 6858000"/>
              <a:gd name="connsiteX332" fmla="*/ 4987918 w 7467600"/>
              <a:gd name="connsiteY332" fmla="*/ 5838701 h 6858000"/>
              <a:gd name="connsiteX333" fmla="*/ 4317146 w 7467600"/>
              <a:gd name="connsiteY333" fmla="*/ 6587716 h 6858000"/>
              <a:gd name="connsiteX334" fmla="*/ 4171627 w 7467600"/>
              <a:gd name="connsiteY334" fmla="*/ 6858000 h 6858000"/>
              <a:gd name="connsiteX335" fmla="*/ 4081585 w 7467600"/>
              <a:gd name="connsiteY335" fmla="*/ 6858000 h 6858000"/>
              <a:gd name="connsiteX336" fmla="*/ 4238603 w 7467600"/>
              <a:gd name="connsiteY336" fmla="*/ 6559341 h 6858000"/>
              <a:gd name="connsiteX337" fmla="*/ 4778333 w 7467600"/>
              <a:gd name="connsiteY337" fmla="*/ 5873626 h 6858000"/>
              <a:gd name="connsiteX338" fmla="*/ 5414185 w 7467600"/>
              <a:gd name="connsiteY338" fmla="*/ 5573882 h 6858000"/>
              <a:gd name="connsiteX339" fmla="*/ 5959648 w 7467600"/>
              <a:gd name="connsiteY339" fmla="*/ 4760797 h 6858000"/>
              <a:gd name="connsiteX340" fmla="*/ 5355019 w 7467600"/>
              <a:gd name="connsiteY340" fmla="*/ 4734672 h 6858000"/>
              <a:gd name="connsiteX341" fmla="*/ 5083565 w 7467600"/>
              <a:gd name="connsiteY341" fmla="*/ 5179121 h 6858000"/>
              <a:gd name="connsiteX342" fmla="*/ 4713577 w 7467600"/>
              <a:gd name="connsiteY342" fmla="*/ 5616803 h 6858000"/>
              <a:gd name="connsiteX343" fmla="*/ 3989559 w 7467600"/>
              <a:gd name="connsiteY343" fmla="*/ 6145945 h 6858000"/>
              <a:gd name="connsiteX344" fmla="*/ 3939824 w 7467600"/>
              <a:gd name="connsiteY344" fmla="*/ 6066900 h 6858000"/>
              <a:gd name="connsiteX345" fmla="*/ 4584537 w 7467600"/>
              <a:gd name="connsiteY345" fmla="*/ 5324826 h 6858000"/>
              <a:gd name="connsiteX346" fmla="*/ 5037105 w 7467600"/>
              <a:gd name="connsiteY346" fmla="*/ 5088765 h 6858000"/>
              <a:gd name="connsiteX347" fmla="*/ 5039930 w 7467600"/>
              <a:gd name="connsiteY347" fmla="*/ 5089585 h 6858000"/>
              <a:gd name="connsiteX348" fmla="*/ 5263764 w 7467600"/>
              <a:gd name="connsiteY348" fmla="*/ 4735525 h 6858000"/>
              <a:gd name="connsiteX349" fmla="*/ 4086300 w 7467600"/>
              <a:gd name="connsiteY349" fmla="*/ 4884599 h 6858000"/>
              <a:gd name="connsiteX350" fmla="*/ 4085485 w 7467600"/>
              <a:gd name="connsiteY350" fmla="*/ 4899070 h 6858000"/>
              <a:gd name="connsiteX351" fmla="*/ 3871915 w 7467600"/>
              <a:gd name="connsiteY351" fmla="*/ 5253645 h 6858000"/>
              <a:gd name="connsiteX352" fmla="*/ 3799374 w 7467600"/>
              <a:gd name="connsiteY352" fmla="*/ 5466127 h 6858000"/>
              <a:gd name="connsiteX353" fmla="*/ 3498850 w 7467600"/>
              <a:gd name="connsiteY353" fmla="*/ 6661888 h 6858000"/>
              <a:gd name="connsiteX354" fmla="*/ 3399216 w 7467600"/>
              <a:gd name="connsiteY354" fmla="*/ 6858000 h 6858000"/>
              <a:gd name="connsiteX355" fmla="*/ 3303688 w 7467600"/>
              <a:gd name="connsiteY355" fmla="*/ 6858000 h 6858000"/>
              <a:gd name="connsiteX356" fmla="*/ 3391774 w 7467600"/>
              <a:gd name="connsiteY356" fmla="*/ 6697181 h 6858000"/>
              <a:gd name="connsiteX357" fmla="*/ 3735540 w 7467600"/>
              <a:gd name="connsiteY357" fmla="*/ 5546923 h 6858000"/>
              <a:gd name="connsiteX358" fmla="*/ 3729438 w 7467600"/>
              <a:gd name="connsiteY358" fmla="*/ 5569058 h 6858000"/>
              <a:gd name="connsiteX359" fmla="*/ 3707782 w 7467600"/>
              <a:gd name="connsiteY359" fmla="*/ 5644908 h 6858000"/>
              <a:gd name="connsiteX360" fmla="*/ 3583827 w 7467600"/>
              <a:gd name="connsiteY360" fmla="*/ 6039215 h 6858000"/>
              <a:gd name="connsiteX361" fmla="*/ 3547861 w 7467600"/>
              <a:gd name="connsiteY361" fmla="*/ 6129609 h 6858000"/>
              <a:gd name="connsiteX362" fmla="*/ 3490905 w 7467600"/>
              <a:gd name="connsiteY362" fmla="*/ 6277660 h 6858000"/>
              <a:gd name="connsiteX363" fmla="*/ 3455859 w 7467600"/>
              <a:gd name="connsiteY363" fmla="*/ 6391301 h 6858000"/>
              <a:gd name="connsiteX364" fmla="*/ 3429112 w 7467600"/>
              <a:gd name="connsiteY364" fmla="*/ 6479469 h 6858000"/>
              <a:gd name="connsiteX365" fmla="*/ 3304862 w 7467600"/>
              <a:gd name="connsiteY365" fmla="*/ 6796476 h 6858000"/>
              <a:gd name="connsiteX366" fmla="*/ 3276071 w 7467600"/>
              <a:gd name="connsiteY366" fmla="*/ 6858000 h 6858000"/>
              <a:gd name="connsiteX367" fmla="*/ 3240805 w 7467600"/>
              <a:gd name="connsiteY367" fmla="*/ 6858000 h 6858000"/>
              <a:gd name="connsiteX368" fmla="*/ 3275917 w 7467600"/>
              <a:gd name="connsiteY368" fmla="*/ 6783192 h 6858000"/>
              <a:gd name="connsiteX369" fmla="*/ 3399358 w 7467600"/>
              <a:gd name="connsiteY369" fmla="*/ 6469011 h 6858000"/>
              <a:gd name="connsiteX370" fmla="*/ 3425650 w 7467600"/>
              <a:gd name="connsiteY370" fmla="*/ 6381333 h 6858000"/>
              <a:gd name="connsiteX371" fmla="*/ 3460661 w 7467600"/>
              <a:gd name="connsiteY371" fmla="*/ 6266763 h 6858000"/>
              <a:gd name="connsiteX372" fmla="*/ 3518021 w 7467600"/>
              <a:gd name="connsiteY372" fmla="*/ 6117298 h 6858000"/>
              <a:gd name="connsiteX373" fmla="*/ 3554035 w 7467600"/>
              <a:gd name="connsiteY373" fmla="*/ 6027832 h 6858000"/>
              <a:gd name="connsiteX374" fmla="*/ 3677174 w 7467600"/>
              <a:gd name="connsiteY374" fmla="*/ 5636351 h 6858000"/>
              <a:gd name="connsiteX375" fmla="*/ 3698819 w 7467600"/>
              <a:gd name="connsiteY375" fmla="*/ 5560503 h 6858000"/>
              <a:gd name="connsiteX376" fmla="*/ 3702094 w 7467600"/>
              <a:gd name="connsiteY376" fmla="*/ 5549194 h 6858000"/>
              <a:gd name="connsiteX377" fmla="*/ 3398355 w 7467600"/>
              <a:gd name="connsiteY377" fmla="*/ 6094603 h 6858000"/>
              <a:gd name="connsiteX378" fmla="*/ 3193941 w 7467600"/>
              <a:gd name="connsiteY378" fmla="*/ 6798775 h 6858000"/>
              <a:gd name="connsiteX379" fmla="*/ 3184140 w 7467600"/>
              <a:gd name="connsiteY379" fmla="*/ 6858000 h 6858000"/>
              <a:gd name="connsiteX380" fmla="*/ 3099978 w 7467600"/>
              <a:gd name="connsiteY380" fmla="*/ 6858000 h 6858000"/>
              <a:gd name="connsiteX381" fmla="*/ 3101556 w 7467600"/>
              <a:gd name="connsiteY381" fmla="*/ 6843337 h 6858000"/>
              <a:gd name="connsiteX382" fmla="*/ 3370162 w 7467600"/>
              <a:gd name="connsiteY382" fmla="*/ 5785550 h 6858000"/>
              <a:gd name="connsiteX383" fmla="*/ 3746477 w 7467600"/>
              <a:gd name="connsiteY383" fmla="*/ 5377889 h 6858000"/>
              <a:gd name="connsiteX384" fmla="*/ 3863399 w 7467600"/>
              <a:gd name="connsiteY384" fmla="*/ 5087257 h 6858000"/>
              <a:gd name="connsiteX385" fmla="*/ 3968712 w 7467600"/>
              <a:gd name="connsiteY385" fmla="*/ 4913989 h 6858000"/>
              <a:gd name="connsiteX386" fmla="*/ 2792390 w 7467600"/>
              <a:gd name="connsiteY386" fmla="*/ 5382974 h 6858000"/>
              <a:gd name="connsiteX387" fmla="*/ 2714982 w 7467600"/>
              <a:gd name="connsiteY387" fmla="*/ 5427051 h 6858000"/>
              <a:gd name="connsiteX388" fmla="*/ 2813361 w 7467600"/>
              <a:gd name="connsiteY388" fmla="*/ 6023912 h 6858000"/>
              <a:gd name="connsiteX389" fmla="*/ 2688430 w 7467600"/>
              <a:gd name="connsiteY389" fmla="*/ 6801564 h 6858000"/>
              <a:gd name="connsiteX390" fmla="*/ 2629626 w 7467600"/>
              <a:gd name="connsiteY390" fmla="*/ 6763394 h 6858000"/>
              <a:gd name="connsiteX391" fmla="*/ 2565328 w 7467600"/>
              <a:gd name="connsiteY391" fmla="*/ 5516399 h 6858000"/>
              <a:gd name="connsiteX392" fmla="*/ 1922999 w 7467600"/>
              <a:gd name="connsiteY392" fmla="*/ 5980343 h 6858000"/>
              <a:gd name="connsiteX393" fmla="*/ 1950261 w 7467600"/>
              <a:gd name="connsiteY393" fmla="*/ 6405858 h 6858000"/>
              <a:gd name="connsiteX394" fmla="*/ 2365554 w 7467600"/>
              <a:gd name="connsiteY394" fmla="*/ 6759107 h 6858000"/>
              <a:gd name="connsiteX395" fmla="*/ 2424142 w 7467600"/>
              <a:gd name="connsiteY395" fmla="*/ 6858000 h 6858000"/>
              <a:gd name="connsiteX396" fmla="*/ 2395994 w 7467600"/>
              <a:gd name="connsiteY396" fmla="*/ 6858000 h 6858000"/>
              <a:gd name="connsiteX397" fmla="*/ 2392863 w 7467600"/>
              <a:gd name="connsiteY397" fmla="*/ 6852964 h 6858000"/>
              <a:gd name="connsiteX398" fmla="*/ 2017589 w 7467600"/>
              <a:gd name="connsiteY398" fmla="*/ 6493982 h 6858000"/>
              <a:gd name="connsiteX399" fmla="*/ 2147336 w 7467600"/>
              <a:gd name="connsiteY399" fmla="*/ 6594052 h 6858000"/>
              <a:gd name="connsiteX400" fmla="*/ 2207047 w 7467600"/>
              <a:gd name="connsiteY400" fmla="*/ 6654540 h 6858000"/>
              <a:gd name="connsiteX401" fmla="*/ 2299106 w 7467600"/>
              <a:gd name="connsiteY401" fmla="*/ 6778931 h 6858000"/>
              <a:gd name="connsiteX402" fmla="*/ 2314430 w 7467600"/>
              <a:gd name="connsiteY402" fmla="*/ 6801144 h 6858000"/>
              <a:gd name="connsiteX403" fmla="*/ 2352406 w 7467600"/>
              <a:gd name="connsiteY403" fmla="*/ 6858000 h 6858000"/>
              <a:gd name="connsiteX404" fmla="*/ 2314492 w 7467600"/>
              <a:gd name="connsiteY404" fmla="*/ 6858000 h 6858000"/>
              <a:gd name="connsiteX405" fmla="*/ 2288095 w 7467600"/>
              <a:gd name="connsiteY405" fmla="*/ 6818030 h 6858000"/>
              <a:gd name="connsiteX406" fmla="*/ 2272768 w 7467600"/>
              <a:gd name="connsiteY406" fmla="*/ 6795822 h 6858000"/>
              <a:gd name="connsiteX407" fmla="*/ 2182715 w 7467600"/>
              <a:gd name="connsiteY407" fmla="*/ 6675071 h 6858000"/>
              <a:gd name="connsiteX408" fmla="*/ 2032061 w 7467600"/>
              <a:gd name="connsiteY408" fmla="*/ 6541380 h 6858000"/>
              <a:gd name="connsiteX409" fmla="*/ 2257220 w 7467600"/>
              <a:gd name="connsiteY409" fmla="*/ 6826257 h 6858000"/>
              <a:gd name="connsiteX410" fmla="*/ 2281324 w 7467600"/>
              <a:gd name="connsiteY410" fmla="*/ 6858000 h 6858000"/>
              <a:gd name="connsiteX411" fmla="*/ 2242860 w 7467600"/>
              <a:gd name="connsiteY411" fmla="*/ 6858000 h 6858000"/>
              <a:gd name="connsiteX412" fmla="*/ 2232818 w 7467600"/>
              <a:gd name="connsiteY412" fmla="*/ 6844926 h 6858000"/>
              <a:gd name="connsiteX413" fmla="*/ 1990172 w 7467600"/>
              <a:gd name="connsiteY413" fmla="*/ 6542121 h 6858000"/>
              <a:gd name="connsiteX414" fmla="*/ 2124090 w 7467600"/>
              <a:gd name="connsiteY414" fmla="*/ 6761017 h 6858000"/>
              <a:gd name="connsiteX415" fmla="*/ 2200380 w 7467600"/>
              <a:gd name="connsiteY415" fmla="*/ 6858000 h 6858000"/>
              <a:gd name="connsiteX416" fmla="*/ 2147507 w 7467600"/>
              <a:gd name="connsiteY416" fmla="*/ 6858000 h 6858000"/>
              <a:gd name="connsiteX417" fmla="*/ 2070668 w 7467600"/>
              <a:gd name="connsiteY417" fmla="*/ 6761520 h 6858000"/>
              <a:gd name="connsiteX418" fmla="*/ 1975142 w 7467600"/>
              <a:gd name="connsiteY418" fmla="*/ 6585570 h 6858000"/>
              <a:gd name="connsiteX419" fmla="*/ 2050035 w 7467600"/>
              <a:gd name="connsiteY419" fmla="*/ 6813345 h 6858000"/>
              <a:gd name="connsiteX420" fmla="*/ 2063025 w 7467600"/>
              <a:gd name="connsiteY420" fmla="*/ 6858000 h 6858000"/>
              <a:gd name="connsiteX421" fmla="*/ 2021675 w 7467600"/>
              <a:gd name="connsiteY421" fmla="*/ 6858000 h 6858000"/>
              <a:gd name="connsiteX422" fmla="*/ 2019308 w 7467600"/>
              <a:gd name="connsiteY422" fmla="*/ 6847118 h 6858000"/>
              <a:gd name="connsiteX423" fmla="*/ 1938835 w 7467600"/>
              <a:gd name="connsiteY423" fmla="*/ 6551160 h 6858000"/>
              <a:gd name="connsiteX424" fmla="*/ 1953230 w 7467600"/>
              <a:gd name="connsiteY424" fmla="*/ 6759699 h 6858000"/>
              <a:gd name="connsiteX425" fmla="*/ 1956763 w 7467600"/>
              <a:gd name="connsiteY425" fmla="*/ 6778191 h 6858000"/>
              <a:gd name="connsiteX426" fmla="*/ 1967925 w 7467600"/>
              <a:gd name="connsiteY426" fmla="*/ 6858000 h 6858000"/>
              <a:gd name="connsiteX427" fmla="*/ 1936622 w 7467600"/>
              <a:gd name="connsiteY427" fmla="*/ 6858000 h 6858000"/>
              <a:gd name="connsiteX428" fmla="*/ 1926261 w 7467600"/>
              <a:gd name="connsiteY428" fmla="*/ 6784064 h 6858000"/>
              <a:gd name="connsiteX429" fmla="*/ 1922724 w 7467600"/>
              <a:gd name="connsiteY429" fmla="*/ 6765577 h 6858000"/>
              <a:gd name="connsiteX430" fmla="*/ 1904650 w 7467600"/>
              <a:gd name="connsiteY430" fmla="*/ 6639616 h 6858000"/>
              <a:gd name="connsiteX431" fmla="*/ 1885273 w 7467600"/>
              <a:gd name="connsiteY431" fmla="*/ 6858000 h 6858000"/>
              <a:gd name="connsiteX432" fmla="*/ 1854363 w 7467600"/>
              <a:gd name="connsiteY432" fmla="*/ 6858000 h 6858000"/>
              <a:gd name="connsiteX433" fmla="*/ 1880391 w 7467600"/>
              <a:gd name="connsiteY433" fmla="*/ 6603796 h 6858000"/>
              <a:gd name="connsiteX434" fmla="*/ 1818273 w 7467600"/>
              <a:gd name="connsiteY434" fmla="*/ 6715729 h 6858000"/>
              <a:gd name="connsiteX435" fmla="*/ 1794691 w 7467600"/>
              <a:gd name="connsiteY435" fmla="*/ 6843239 h 6858000"/>
              <a:gd name="connsiteX436" fmla="*/ 1794914 w 7467600"/>
              <a:gd name="connsiteY436" fmla="*/ 6858000 h 6858000"/>
              <a:gd name="connsiteX437" fmla="*/ 1746128 w 7467600"/>
              <a:gd name="connsiteY437" fmla="*/ 6858000 h 6858000"/>
              <a:gd name="connsiteX438" fmla="*/ 1753934 w 7467600"/>
              <a:gd name="connsiteY438" fmla="*/ 6724796 h 6858000"/>
              <a:gd name="connsiteX439" fmla="*/ 1792053 w 7467600"/>
              <a:gd name="connsiteY439" fmla="*/ 6572396 h 6858000"/>
              <a:gd name="connsiteX440" fmla="*/ 1862248 w 7467600"/>
              <a:gd name="connsiteY440" fmla="*/ 6266397 h 6858000"/>
              <a:gd name="connsiteX441" fmla="*/ 1862250 w 7467600"/>
              <a:gd name="connsiteY441" fmla="*/ 6033531 h 6858000"/>
              <a:gd name="connsiteX442" fmla="*/ 1211999 w 7467600"/>
              <a:gd name="connsiteY442" fmla="*/ 6683610 h 6858000"/>
              <a:gd name="connsiteX443" fmla="*/ 1213266 w 7467600"/>
              <a:gd name="connsiteY443" fmla="*/ 6691947 h 6858000"/>
              <a:gd name="connsiteX444" fmla="*/ 1203370 w 7467600"/>
              <a:gd name="connsiteY444" fmla="*/ 6850676 h 6858000"/>
              <a:gd name="connsiteX445" fmla="*/ 1203671 w 7467600"/>
              <a:gd name="connsiteY445" fmla="*/ 6858000 h 6858000"/>
              <a:gd name="connsiteX446" fmla="*/ 1143180 w 7467600"/>
              <a:gd name="connsiteY446" fmla="*/ 6858000 h 6858000"/>
              <a:gd name="connsiteX447" fmla="*/ 1142176 w 7467600"/>
              <a:gd name="connsiteY447" fmla="*/ 6766045 h 6858000"/>
              <a:gd name="connsiteX448" fmla="*/ 1067484 w 7467600"/>
              <a:gd name="connsiteY448" fmla="*/ 6858000 h 6858000"/>
              <a:gd name="connsiteX449" fmla="*/ 953928 w 7467600"/>
              <a:gd name="connsiteY449" fmla="*/ 6858000 h 6858000"/>
              <a:gd name="connsiteX450" fmla="*/ 959715 w 7467600"/>
              <a:gd name="connsiteY450" fmla="*/ 6850185 h 6858000"/>
              <a:gd name="connsiteX451" fmla="*/ 1483788 w 7467600"/>
              <a:gd name="connsiteY451" fmla="*/ 6259174 h 6858000"/>
              <a:gd name="connsiteX452" fmla="*/ 1100671 w 7467600"/>
              <a:gd name="connsiteY452" fmla="*/ 6252137 h 6858000"/>
              <a:gd name="connsiteX453" fmla="*/ 1090144 w 7467600"/>
              <a:gd name="connsiteY453" fmla="*/ 6256748 h 6858000"/>
              <a:gd name="connsiteX454" fmla="*/ 1095872 w 7467600"/>
              <a:gd name="connsiteY454" fmla="*/ 6271892 h 6858000"/>
              <a:gd name="connsiteX455" fmla="*/ 262785 w 7467600"/>
              <a:gd name="connsiteY455" fmla="*/ 6845450 h 6858000"/>
              <a:gd name="connsiteX456" fmla="*/ 209968 w 7467600"/>
              <a:gd name="connsiteY456" fmla="*/ 6770713 h 6858000"/>
              <a:gd name="connsiteX457" fmla="*/ 873460 w 7467600"/>
              <a:gd name="connsiteY457" fmla="*/ 6253768 h 6858000"/>
              <a:gd name="connsiteX458" fmla="*/ 192686 w 7467600"/>
              <a:gd name="connsiteY458" fmla="*/ 5849257 h 6858000"/>
              <a:gd name="connsiteX459" fmla="*/ 4696 w 7467600"/>
              <a:gd name="connsiteY459" fmla="*/ 5697668 h 6858000"/>
              <a:gd name="connsiteX460" fmla="*/ 0 w 7467600"/>
              <a:gd name="connsiteY460" fmla="*/ 5689984 h 6858000"/>
              <a:gd name="connsiteX461" fmla="*/ 0 w 7467600"/>
              <a:gd name="connsiteY461" fmla="*/ 5513472 h 6858000"/>
              <a:gd name="connsiteX462" fmla="*/ 174101 w 7467600"/>
              <a:gd name="connsiteY462" fmla="*/ 5620277 h 6858000"/>
              <a:gd name="connsiteX463" fmla="*/ 891800 w 7467600"/>
              <a:gd name="connsiteY463" fmla="*/ 6036935 h 6858000"/>
              <a:gd name="connsiteX464" fmla="*/ 1072219 w 7467600"/>
              <a:gd name="connsiteY464" fmla="*/ 6169443 h 6858000"/>
              <a:gd name="connsiteX465" fmla="*/ 1074117 w 7467600"/>
              <a:gd name="connsiteY465" fmla="*/ 6170301 h 6858000"/>
              <a:gd name="connsiteX466" fmla="*/ 1083114 w 7467600"/>
              <a:gd name="connsiteY466" fmla="*/ 6174131 h 6858000"/>
              <a:gd name="connsiteX467" fmla="*/ 1543010 w 7467600"/>
              <a:gd name="connsiteY467" fmla="*/ 6191140 h 6858000"/>
              <a:gd name="connsiteX468" fmla="*/ 1551080 w 7467600"/>
              <a:gd name="connsiteY468" fmla="*/ 6195006 h 6858000"/>
              <a:gd name="connsiteX469" fmla="*/ 2345443 w 7467600"/>
              <a:gd name="connsiteY469" fmla="*/ 5549882 h 6858000"/>
              <a:gd name="connsiteX470" fmla="*/ 1721499 w 7467600"/>
              <a:gd name="connsiteY470" fmla="*/ 5599969 h 6858000"/>
              <a:gd name="connsiteX471" fmla="*/ 767716 w 7467600"/>
              <a:gd name="connsiteY471" fmla="*/ 5472768 h 6858000"/>
              <a:gd name="connsiteX472" fmla="*/ 722147 w 7467600"/>
              <a:gd name="connsiteY472" fmla="*/ 5393091 h 6858000"/>
              <a:gd name="connsiteX473" fmla="*/ 1485552 w 7467600"/>
              <a:gd name="connsiteY473" fmla="*/ 5313202 h 6858000"/>
              <a:gd name="connsiteX474" fmla="*/ 2143004 w 7467600"/>
              <a:gd name="connsiteY474" fmla="*/ 5402420 h 6858000"/>
              <a:gd name="connsiteX475" fmla="*/ 1933391 w 7467600"/>
              <a:gd name="connsiteY475" fmla="*/ 5156971 h 6858000"/>
              <a:gd name="connsiteX476" fmla="*/ 1827118 w 7467600"/>
              <a:gd name="connsiteY476" fmla="*/ 4968410 h 6858000"/>
              <a:gd name="connsiteX477" fmla="*/ 1837349 w 7467600"/>
              <a:gd name="connsiteY477" fmla="*/ 4956357 h 6858000"/>
              <a:gd name="connsiteX478" fmla="*/ 2162835 w 7467600"/>
              <a:gd name="connsiteY478" fmla="*/ 5187853 h 6858000"/>
              <a:gd name="connsiteX479" fmla="*/ 2257167 w 7467600"/>
              <a:gd name="connsiteY479" fmla="*/ 5462123 h 6858000"/>
              <a:gd name="connsiteX480" fmla="*/ 2261598 w 7467600"/>
              <a:gd name="connsiteY480" fmla="*/ 5467998 h 6858000"/>
              <a:gd name="connsiteX481" fmla="*/ 2437177 w 7467600"/>
              <a:gd name="connsiteY481" fmla="*/ 5479608 h 6858000"/>
              <a:gd name="connsiteX482" fmla="*/ 2445247 w 7467600"/>
              <a:gd name="connsiteY482" fmla="*/ 5483476 h 6858000"/>
              <a:gd name="connsiteX483" fmla="*/ 2743626 w 7467600"/>
              <a:gd name="connsiteY483" fmla="*/ 5304819 h 6858000"/>
              <a:gd name="connsiteX484" fmla="*/ 3048102 w 7467600"/>
              <a:gd name="connsiteY484" fmla="*/ 5150595 h 6858000"/>
              <a:gd name="connsiteX485" fmla="*/ 1799414 w 7467600"/>
              <a:gd name="connsiteY485" fmla="*/ 4694732 h 6858000"/>
              <a:gd name="connsiteX486" fmla="*/ 1771735 w 7467600"/>
              <a:gd name="connsiteY486" fmla="*/ 4619929 h 6858000"/>
              <a:gd name="connsiteX487" fmla="*/ 3104273 w 7467600"/>
              <a:gd name="connsiteY487" fmla="*/ 5076159 h 6858000"/>
              <a:gd name="connsiteX488" fmla="*/ 3113245 w 7467600"/>
              <a:gd name="connsiteY488" fmla="*/ 5090705 h 6858000"/>
              <a:gd name="connsiteX489" fmla="*/ 3126294 w 7467600"/>
              <a:gd name="connsiteY489" fmla="*/ 5114400 h 6858000"/>
              <a:gd name="connsiteX490" fmla="*/ 3937433 w 7467600"/>
              <a:gd name="connsiteY490" fmla="*/ 4830473 h 6858000"/>
              <a:gd name="connsiteX491" fmla="*/ 3590475 w 7467600"/>
              <a:gd name="connsiteY491" fmla="*/ 4597974 h 6858000"/>
              <a:gd name="connsiteX492" fmla="*/ 3100264 w 7467600"/>
              <a:gd name="connsiteY492" fmla="*/ 4579845 h 6858000"/>
              <a:gd name="connsiteX493" fmla="*/ 2183576 w 7467600"/>
              <a:gd name="connsiteY493" fmla="*/ 4227150 h 6858000"/>
              <a:gd name="connsiteX494" fmla="*/ 2151029 w 7467600"/>
              <a:gd name="connsiteY494" fmla="*/ 4146947 h 6858000"/>
              <a:gd name="connsiteX495" fmla="*/ 3563434 w 7467600"/>
              <a:gd name="connsiteY495" fmla="*/ 4469115 h 6858000"/>
              <a:gd name="connsiteX496" fmla="*/ 3177952 w 7467600"/>
              <a:gd name="connsiteY496" fmla="*/ 3657386 h 6858000"/>
              <a:gd name="connsiteX497" fmla="*/ 3189263 w 7467600"/>
              <a:gd name="connsiteY497" fmla="*/ 3625726 h 6858000"/>
              <a:gd name="connsiteX498" fmla="*/ 3560912 w 7467600"/>
              <a:gd name="connsiteY498" fmla="*/ 4079863 h 6858000"/>
              <a:gd name="connsiteX499" fmla="*/ 3626636 w 7467600"/>
              <a:gd name="connsiteY499" fmla="*/ 4512230 h 6858000"/>
              <a:gd name="connsiteX500" fmla="*/ 3653088 w 7467600"/>
              <a:gd name="connsiteY500" fmla="*/ 4521417 h 6858000"/>
              <a:gd name="connsiteX501" fmla="*/ 3988128 w 7467600"/>
              <a:gd name="connsiteY501" fmla="*/ 4817267 h 6858000"/>
              <a:gd name="connsiteX502" fmla="*/ 4830582 w 7467600"/>
              <a:gd name="connsiteY502" fmla="*/ 4676000 h 6858000"/>
              <a:gd name="connsiteX503" fmla="*/ 4830100 w 7467600"/>
              <a:gd name="connsiteY503" fmla="*/ 4675554 h 6858000"/>
              <a:gd name="connsiteX504" fmla="*/ 4036318 w 7467600"/>
              <a:gd name="connsiteY504" fmla="*/ 4147013 h 6858000"/>
              <a:gd name="connsiteX505" fmla="*/ 3432098 w 7467600"/>
              <a:gd name="connsiteY505" fmla="*/ 3537312 h 6858000"/>
              <a:gd name="connsiteX506" fmla="*/ 3446761 w 7467600"/>
              <a:gd name="connsiteY506" fmla="*/ 3461278 h 6858000"/>
              <a:gd name="connsiteX507" fmla="*/ 4419733 w 7467600"/>
              <a:gd name="connsiteY507" fmla="*/ 3963555 h 6858000"/>
              <a:gd name="connsiteX508" fmla="*/ 4781371 w 7467600"/>
              <a:gd name="connsiteY508" fmla="*/ 4458604 h 6858000"/>
              <a:gd name="connsiteX509" fmla="*/ 4780440 w 7467600"/>
              <a:gd name="connsiteY509" fmla="*/ 4470290 h 6858000"/>
              <a:gd name="connsiteX510" fmla="*/ 4898954 w 7467600"/>
              <a:gd name="connsiteY510" fmla="*/ 4662092 h 6858000"/>
              <a:gd name="connsiteX511" fmla="*/ 4900699 w 7467600"/>
              <a:gd name="connsiteY511" fmla="*/ 4670867 h 6858000"/>
              <a:gd name="connsiteX512" fmla="*/ 5714511 w 7467600"/>
              <a:gd name="connsiteY512" fmla="*/ 4663483 h 6858000"/>
              <a:gd name="connsiteX513" fmla="*/ 5464793 w 7467600"/>
              <a:gd name="connsiteY513" fmla="*/ 4393556 h 6858000"/>
              <a:gd name="connsiteX514" fmla="*/ 5461897 w 7467600"/>
              <a:gd name="connsiteY514" fmla="*/ 4390879 h 6858000"/>
              <a:gd name="connsiteX515" fmla="*/ 4294126 w 7467600"/>
              <a:gd name="connsiteY515" fmla="*/ 3303048 h 6858000"/>
              <a:gd name="connsiteX516" fmla="*/ 4305321 w 7467600"/>
              <a:gd name="connsiteY516" fmla="*/ 3256953 h 6858000"/>
              <a:gd name="connsiteX517" fmla="*/ 4949299 w 7467600"/>
              <a:gd name="connsiteY517" fmla="*/ 3766336 h 6858000"/>
              <a:gd name="connsiteX518" fmla="*/ 5291452 w 7467600"/>
              <a:gd name="connsiteY518" fmla="*/ 4076801 h 6858000"/>
              <a:gd name="connsiteX519" fmla="*/ 5434998 w 7467600"/>
              <a:gd name="connsiteY519" fmla="*/ 4254100 h 6858000"/>
              <a:gd name="connsiteX520" fmla="*/ 5351015 w 7467600"/>
              <a:gd name="connsiteY520" fmla="*/ 3760989 h 6858000"/>
              <a:gd name="connsiteX521" fmla="*/ 5413780 w 7467600"/>
              <a:gd name="connsiteY521" fmla="*/ 2966265 h 6858000"/>
              <a:gd name="connsiteX522" fmla="*/ 5425627 w 7467600"/>
              <a:gd name="connsiteY522" fmla="*/ 2954192 h 6858000"/>
              <a:gd name="connsiteX523" fmla="*/ 6604735 w 7467600"/>
              <a:gd name="connsiteY523" fmla="*/ 2041381 h 6858000"/>
              <a:gd name="connsiteX524" fmla="*/ 7204487 w 7467600"/>
              <a:gd name="connsiteY524" fmla="*/ 2742112 h 6858000"/>
              <a:gd name="connsiteX525" fmla="*/ 7131592 w 7467600"/>
              <a:gd name="connsiteY525" fmla="*/ 2672096 h 6858000"/>
              <a:gd name="connsiteX526" fmla="*/ 6996344 w 7467600"/>
              <a:gd name="connsiteY526" fmla="*/ 2518310 h 6858000"/>
              <a:gd name="connsiteX527" fmla="*/ 6735495 w 7467600"/>
              <a:gd name="connsiteY527" fmla="*/ 2196890 h 6858000"/>
              <a:gd name="connsiteX528" fmla="*/ 6721901 w 7467600"/>
              <a:gd name="connsiteY528" fmla="*/ 2179274 h 6858000"/>
              <a:gd name="connsiteX529" fmla="*/ 6604735 w 7467600"/>
              <a:gd name="connsiteY529" fmla="*/ 2041381 h 6858000"/>
              <a:gd name="connsiteX530" fmla="*/ 6591670 w 7467600"/>
              <a:gd name="connsiteY530" fmla="*/ 1988277 h 6858000"/>
              <a:gd name="connsiteX531" fmla="*/ 6747349 w 7467600"/>
              <a:gd name="connsiteY531" fmla="*/ 2160069 h 6858000"/>
              <a:gd name="connsiteX532" fmla="*/ 6760943 w 7467600"/>
              <a:gd name="connsiteY532" fmla="*/ 2177686 h 6858000"/>
              <a:gd name="connsiteX533" fmla="*/ 7021065 w 7467600"/>
              <a:gd name="connsiteY533" fmla="*/ 2498102 h 6858000"/>
              <a:gd name="connsiteX534" fmla="*/ 7155223 w 7467600"/>
              <a:gd name="connsiteY534" fmla="*/ 2650386 h 6858000"/>
              <a:gd name="connsiteX535" fmla="*/ 7203167 w 7467600"/>
              <a:gd name="connsiteY535" fmla="*/ 2697288 h 6858000"/>
              <a:gd name="connsiteX536" fmla="*/ 6937703 w 7467600"/>
              <a:gd name="connsiteY536" fmla="*/ 2321981 h 6858000"/>
              <a:gd name="connsiteX537" fmla="*/ 6591670 w 7467600"/>
              <a:gd name="connsiteY537" fmla="*/ 1988277 h 6858000"/>
              <a:gd name="connsiteX538" fmla="*/ 5798671 w 7467600"/>
              <a:gd name="connsiteY538" fmla="*/ 1981601 h 6858000"/>
              <a:gd name="connsiteX539" fmla="*/ 5754709 w 7467600"/>
              <a:gd name="connsiteY539" fmla="*/ 2071454 h 6858000"/>
              <a:gd name="connsiteX540" fmla="*/ 5763044 w 7467600"/>
              <a:gd name="connsiteY540" fmla="*/ 2842206 h 6858000"/>
              <a:gd name="connsiteX541" fmla="*/ 5764974 w 7467600"/>
              <a:gd name="connsiteY541" fmla="*/ 2799609 h 6858000"/>
              <a:gd name="connsiteX542" fmla="*/ 5767665 w 7467600"/>
              <a:gd name="connsiteY542" fmla="*/ 2666409 h 6858000"/>
              <a:gd name="connsiteX543" fmla="*/ 5763055 w 7467600"/>
              <a:gd name="connsiteY543" fmla="*/ 2579705 h 6858000"/>
              <a:gd name="connsiteX544" fmla="*/ 5758079 w 7467600"/>
              <a:gd name="connsiteY544" fmla="*/ 2492508 h 6858000"/>
              <a:gd name="connsiteX545" fmla="*/ 5779325 w 7467600"/>
              <a:gd name="connsiteY545" fmla="*/ 2197069 h 6858000"/>
              <a:gd name="connsiteX546" fmla="*/ 5798671 w 7467600"/>
              <a:gd name="connsiteY546" fmla="*/ 1981601 h 6858000"/>
              <a:gd name="connsiteX547" fmla="*/ 5829202 w 7467600"/>
              <a:gd name="connsiteY547" fmla="*/ 1971679 h 6858000"/>
              <a:gd name="connsiteX548" fmla="*/ 5809558 w 7467600"/>
              <a:gd name="connsiteY548" fmla="*/ 2198043 h 6858000"/>
              <a:gd name="connsiteX549" fmla="*/ 5788653 w 7467600"/>
              <a:gd name="connsiteY549" fmla="*/ 2489430 h 6858000"/>
              <a:gd name="connsiteX550" fmla="*/ 5793439 w 7467600"/>
              <a:gd name="connsiteY550" fmla="*/ 2575235 h 6858000"/>
              <a:gd name="connsiteX551" fmla="*/ 5796837 w 7467600"/>
              <a:gd name="connsiteY551" fmla="*/ 2637633 h 6858000"/>
              <a:gd name="connsiteX552" fmla="*/ 5818614 w 7467600"/>
              <a:gd name="connsiteY552" fmla="*/ 2473055 h 6858000"/>
              <a:gd name="connsiteX553" fmla="*/ 5829202 w 7467600"/>
              <a:gd name="connsiteY553" fmla="*/ 1971679 h 6858000"/>
              <a:gd name="connsiteX554" fmla="*/ 5911389 w 7467600"/>
              <a:gd name="connsiteY554" fmla="*/ 1898371 h 6858000"/>
              <a:gd name="connsiteX555" fmla="*/ 6237627 w 7467600"/>
              <a:gd name="connsiteY555" fmla="*/ 2231921 h 6858000"/>
              <a:gd name="connsiteX556" fmla="*/ 5911389 w 7467600"/>
              <a:gd name="connsiteY556" fmla="*/ 1898371 h 6858000"/>
              <a:gd name="connsiteX557" fmla="*/ 6944437 w 7467600"/>
              <a:gd name="connsiteY557" fmla="*/ 1575402 h 6858000"/>
              <a:gd name="connsiteX558" fmla="*/ 6304730 w 7467600"/>
              <a:gd name="connsiteY558" fmla="*/ 1766654 h 6858000"/>
              <a:gd name="connsiteX559" fmla="*/ 6944437 w 7467600"/>
              <a:gd name="connsiteY559" fmla="*/ 1575402 h 6858000"/>
              <a:gd name="connsiteX560" fmla="*/ 7019523 w 7467600"/>
              <a:gd name="connsiteY560" fmla="*/ 1519450 h 6858000"/>
              <a:gd name="connsiteX561" fmla="*/ 6298091 w 7467600"/>
              <a:gd name="connsiteY561" fmla="*/ 1737122 h 6858000"/>
              <a:gd name="connsiteX562" fmla="*/ 7019523 w 7467600"/>
              <a:gd name="connsiteY562" fmla="*/ 1519450 h 6858000"/>
              <a:gd name="connsiteX563" fmla="*/ 2399523 w 7467600"/>
              <a:gd name="connsiteY563" fmla="*/ 1428234 h 6858000"/>
              <a:gd name="connsiteX564" fmla="*/ 2224982 w 7467600"/>
              <a:gd name="connsiteY564" fmla="*/ 1826201 h 6858000"/>
              <a:gd name="connsiteX565" fmla="*/ 2096099 w 7467600"/>
              <a:gd name="connsiteY565" fmla="*/ 2345900 h 6858000"/>
              <a:gd name="connsiteX566" fmla="*/ 2283317 w 7467600"/>
              <a:gd name="connsiteY566" fmla="*/ 1796925 h 6858000"/>
              <a:gd name="connsiteX567" fmla="*/ 2399523 w 7467600"/>
              <a:gd name="connsiteY567" fmla="*/ 1428234 h 6858000"/>
              <a:gd name="connsiteX568" fmla="*/ 2448558 w 7467600"/>
              <a:gd name="connsiteY568" fmla="*/ 1373435 h 6858000"/>
              <a:gd name="connsiteX569" fmla="*/ 2312521 w 7467600"/>
              <a:gd name="connsiteY569" fmla="*/ 1806140 h 6858000"/>
              <a:gd name="connsiteX570" fmla="*/ 2127533 w 7467600"/>
              <a:gd name="connsiteY570" fmla="*/ 2348380 h 6858000"/>
              <a:gd name="connsiteX571" fmla="*/ 2358080 w 7467600"/>
              <a:gd name="connsiteY571" fmla="*/ 1866134 h 6858000"/>
              <a:gd name="connsiteX572" fmla="*/ 2407436 w 7467600"/>
              <a:gd name="connsiteY572" fmla="*/ 1651070 h 6858000"/>
              <a:gd name="connsiteX573" fmla="*/ 2448558 w 7467600"/>
              <a:gd name="connsiteY573" fmla="*/ 1373435 h 6858000"/>
              <a:gd name="connsiteX574" fmla="*/ 278707 w 7467600"/>
              <a:gd name="connsiteY574" fmla="*/ 1352270 h 6858000"/>
              <a:gd name="connsiteX575" fmla="*/ 321570 w 7467600"/>
              <a:gd name="connsiteY575" fmla="*/ 1861610 h 6858000"/>
              <a:gd name="connsiteX576" fmla="*/ 294281 w 7467600"/>
              <a:gd name="connsiteY576" fmla="*/ 1440658 h 6858000"/>
              <a:gd name="connsiteX577" fmla="*/ 278707 w 7467600"/>
              <a:gd name="connsiteY577" fmla="*/ 1352270 h 6858000"/>
              <a:gd name="connsiteX578" fmla="*/ 1423821 w 7467600"/>
              <a:gd name="connsiteY578" fmla="*/ 1351958 h 6858000"/>
              <a:gd name="connsiteX579" fmla="*/ 1638521 w 7467600"/>
              <a:gd name="connsiteY579" fmla="*/ 1908470 h 6858000"/>
              <a:gd name="connsiteX580" fmla="*/ 1754199 w 7467600"/>
              <a:gd name="connsiteY580" fmla="*/ 2149284 h 6858000"/>
              <a:gd name="connsiteX581" fmla="*/ 1908359 w 7467600"/>
              <a:gd name="connsiteY581" fmla="*/ 2364988 h 6858000"/>
              <a:gd name="connsiteX582" fmla="*/ 1647661 w 7467600"/>
              <a:gd name="connsiteY582" fmla="*/ 1825945 h 6858000"/>
              <a:gd name="connsiteX583" fmla="*/ 1423821 w 7467600"/>
              <a:gd name="connsiteY583" fmla="*/ 1351958 h 6858000"/>
              <a:gd name="connsiteX584" fmla="*/ 1431890 w 7467600"/>
              <a:gd name="connsiteY584" fmla="*/ 1306475 h 6858000"/>
              <a:gd name="connsiteX585" fmla="*/ 1507597 w 7467600"/>
              <a:gd name="connsiteY585" fmla="*/ 1446132 h 6858000"/>
              <a:gd name="connsiteX586" fmla="*/ 1674586 w 7467600"/>
              <a:gd name="connsiteY586" fmla="*/ 1813832 h 6858000"/>
              <a:gd name="connsiteX587" fmla="*/ 1815950 w 7467600"/>
              <a:gd name="connsiteY587" fmla="*/ 2128564 h 6858000"/>
              <a:gd name="connsiteX588" fmla="*/ 1984242 w 7467600"/>
              <a:gd name="connsiteY588" fmla="*/ 2430829 h 6858000"/>
              <a:gd name="connsiteX589" fmla="*/ 2014023 w 7467600"/>
              <a:gd name="connsiteY589" fmla="*/ 2450995 h 6858000"/>
              <a:gd name="connsiteX590" fmla="*/ 1747337 w 7467600"/>
              <a:gd name="connsiteY590" fmla="*/ 1855264 h 6858000"/>
              <a:gd name="connsiteX591" fmla="*/ 1533749 w 7467600"/>
              <a:gd name="connsiteY591" fmla="*/ 1478656 h 6858000"/>
              <a:gd name="connsiteX592" fmla="*/ 1431890 w 7467600"/>
              <a:gd name="connsiteY592" fmla="*/ 1306475 h 6858000"/>
              <a:gd name="connsiteX593" fmla="*/ 5052692 w 7467600"/>
              <a:gd name="connsiteY593" fmla="*/ 1292994 h 6858000"/>
              <a:gd name="connsiteX594" fmla="*/ 5200661 w 7467600"/>
              <a:gd name="connsiteY594" fmla="*/ 1635186 h 6858000"/>
              <a:gd name="connsiteX595" fmla="*/ 5297138 w 7467600"/>
              <a:gd name="connsiteY595" fmla="*/ 1906351 h 6858000"/>
              <a:gd name="connsiteX596" fmla="*/ 5052692 w 7467600"/>
              <a:gd name="connsiteY596" fmla="*/ 1292994 h 6858000"/>
              <a:gd name="connsiteX597" fmla="*/ 5009948 w 7467600"/>
              <a:gd name="connsiteY597" fmla="*/ 1273619 h 6858000"/>
              <a:gd name="connsiteX598" fmla="*/ 5121777 w 7467600"/>
              <a:gd name="connsiteY598" fmla="*/ 1654213 h 6858000"/>
              <a:gd name="connsiteX599" fmla="*/ 5293545 w 7467600"/>
              <a:gd name="connsiteY599" fmla="*/ 2072247 h 6858000"/>
              <a:gd name="connsiteX600" fmla="*/ 5294042 w 7467600"/>
              <a:gd name="connsiteY600" fmla="*/ 2065019 h 6858000"/>
              <a:gd name="connsiteX601" fmla="*/ 5171936 w 7467600"/>
              <a:gd name="connsiteY601" fmla="*/ 1647613 h 6858000"/>
              <a:gd name="connsiteX602" fmla="*/ 5009948 w 7467600"/>
              <a:gd name="connsiteY602" fmla="*/ 1273619 h 6858000"/>
              <a:gd name="connsiteX603" fmla="*/ 655236 w 7467600"/>
              <a:gd name="connsiteY603" fmla="*/ 1268632 h 6858000"/>
              <a:gd name="connsiteX604" fmla="*/ 839521 w 7467600"/>
              <a:gd name="connsiteY604" fmla="*/ 1685315 h 6858000"/>
              <a:gd name="connsiteX605" fmla="*/ 1109416 w 7467600"/>
              <a:gd name="connsiteY605" fmla="*/ 2061663 h 6858000"/>
              <a:gd name="connsiteX606" fmla="*/ 1298300 w 7467600"/>
              <a:gd name="connsiteY606" fmla="*/ 2247742 h 6858000"/>
              <a:gd name="connsiteX607" fmla="*/ 1125871 w 7467600"/>
              <a:gd name="connsiteY607" fmla="*/ 1989513 h 6858000"/>
              <a:gd name="connsiteX608" fmla="*/ 981574 w 7467600"/>
              <a:gd name="connsiteY608" fmla="*/ 1783157 h 6858000"/>
              <a:gd name="connsiteX609" fmla="*/ 922198 w 7467600"/>
              <a:gd name="connsiteY609" fmla="*/ 1677437 h 6858000"/>
              <a:gd name="connsiteX610" fmla="*/ 869293 w 7467600"/>
              <a:gd name="connsiteY610" fmla="*/ 1583214 h 6858000"/>
              <a:gd name="connsiteX611" fmla="*/ 751431 w 7467600"/>
              <a:gd name="connsiteY611" fmla="*/ 1405731 h 6858000"/>
              <a:gd name="connsiteX612" fmla="*/ 655236 w 7467600"/>
              <a:gd name="connsiteY612" fmla="*/ 1268632 h 6858000"/>
              <a:gd name="connsiteX613" fmla="*/ 6516292 w 7467600"/>
              <a:gd name="connsiteY613" fmla="*/ 1263064 h 6858000"/>
              <a:gd name="connsiteX614" fmla="*/ 5736320 w 7467600"/>
              <a:gd name="connsiteY614" fmla="*/ 1501803 h 6858000"/>
              <a:gd name="connsiteX615" fmla="*/ 6516292 w 7467600"/>
              <a:gd name="connsiteY615" fmla="*/ 1263064 h 6858000"/>
              <a:gd name="connsiteX616" fmla="*/ 291466 w 7467600"/>
              <a:gd name="connsiteY616" fmla="*/ 1250369 h 6858000"/>
              <a:gd name="connsiteX617" fmla="*/ 323180 w 7467600"/>
              <a:gd name="connsiteY617" fmla="*/ 1435283 h 6858000"/>
              <a:gd name="connsiteX618" fmla="*/ 349381 w 7467600"/>
              <a:gd name="connsiteY618" fmla="*/ 1875041 h 6858000"/>
              <a:gd name="connsiteX619" fmla="*/ 374363 w 7467600"/>
              <a:gd name="connsiteY619" fmla="*/ 1506494 h 6858000"/>
              <a:gd name="connsiteX620" fmla="*/ 302168 w 7467600"/>
              <a:gd name="connsiteY620" fmla="*/ 1274495 h 6858000"/>
              <a:gd name="connsiteX621" fmla="*/ 291466 w 7467600"/>
              <a:gd name="connsiteY621" fmla="*/ 1250369 h 6858000"/>
              <a:gd name="connsiteX622" fmla="*/ 678222 w 7467600"/>
              <a:gd name="connsiteY622" fmla="*/ 1248670 h 6858000"/>
              <a:gd name="connsiteX623" fmla="*/ 775536 w 7467600"/>
              <a:gd name="connsiteY623" fmla="*/ 1388015 h 6858000"/>
              <a:gd name="connsiteX624" fmla="*/ 894529 w 7467600"/>
              <a:gd name="connsiteY624" fmla="*/ 1567739 h 6858000"/>
              <a:gd name="connsiteX625" fmla="*/ 948000 w 7467600"/>
              <a:gd name="connsiteY625" fmla="*/ 1663088 h 6858000"/>
              <a:gd name="connsiteX626" fmla="*/ 1006812 w 7467600"/>
              <a:gd name="connsiteY626" fmla="*/ 1767683 h 6858000"/>
              <a:gd name="connsiteX627" fmla="*/ 1149133 w 7467600"/>
              <a:gd name="connsiteY627" fmla="*/ 1971513 h 6858000"/>
              <a:gd name="connsiteX628" fmla="*/ 1333952 w 7467600"/>
              <a:gd name="connsiteY628" fmla="*/ 2251620 h 6858000"/>
              <a:gd name="connsiteX629" fmla="*/ 1337329 w 7467600"/>
              <a:gd name="connsiteY629" fmla="*/ 2258350 h 6858000"/>
              <a:gd name="connsiteX630" fmla="*/ 1014726 w 7467600"/>
              <a:gd name="connsiteY630" fmla="*/ 1615556 h 6858000"/>
              <a:gd name="connsiteX631" fmla="*/ 678222 w 7467600"/>
              <a:gd name="connsiteY631" fmla="*/ 1248670 h 6858000"/>
              <a:gd name="connsiteX632" fmla="*/ 6691602 w 7467600"/>
              <a:gd name="connsiteY632" fmla="*/ 1140573 h 6858000"/>
              <a:gd name="connsiteX633" fmla="*/ 6571100 w 7467600"/>
              <a:gd name="connsiteY633" fmla="*/ 1183662 h 6858000"/>
              <a:gd name="connsiteX634" fmla="*/ 6241687 w 7467600"/>
              <a:gd name="connsiteY634" fmla="*/ 1257600 h 6858000"/>
              <a:gd name="connsiteX635" fmla="*/ 5693009 w 7467600"/>
              <a:gd name="connsiteY635" fmla="*/ 1478256 h 6858000"/>
              <a:gd name="connsiteX636" fmla="*/ 6548420 w 7467600"/>
              <a:gd name="connsiteY636" fmla="*/ 1214599 h 6858000"/>
              <a:gd name="connsiteX637" fmla="*/ 6605473 w 7467600"/>
              <a:gd name="connsiteY637" fmla="*/ 1184686 h 6858000"/>
              <a:gd name="connsiteX638" fmla="*/ 6691602 w 7467600"/>
              <a:gd name="connsiteY638" fmla="*/ 1140573 h 6858000"/>
              <a:gd name="connsiteX639" fmla="*/ 4002475 w 7467600"/>
              <a:gd name="connsiteY639" fmla="*/ 1037802 h 6858000"/>
              <a:gd name="connsiteX640" fmla="*/ 4000324 w 7467600"/>
              <a:gd name="connsiteY640" fmla="*/ 1039362 h 6858000"/>
              <a:gd name="connsiteX641" fmla="*/ 4002862 w 7467600"/>
              <a:gd name="connsiteY641" fmla="*/ 1042866 h 6858000"/>
              <a:gd name="connsiteX642" fmla="*/ 4002475 w 7467600"/>
              <a:gd name="connsiteY642" fmla="*/ 1037802 h 6858000"/>
              <a:gd name="connsiteX643" fmla="*/ 506322 w 7467600"/>
              <a:gd name="connsiteY643" fmla="*/ 1020997 h 6858000"/>
              <a:gd name="connsiteX644" fmla="*/ 533068 w 7467600"/>
              <a:gd name="connsiteY644" fmla="*/ 1029409 h 6858000"/>
              <a:gd name="connsiteX645" fmla="*/ 1232525 w 7467600"/>
              <a:gd name="connsiteY645" fmla="*/ 1804675 h 6858000"/>
              <a:gd name="connsiteX646" fmla="*/ 1388858 w 7467600"/>
              <a:gd name="connsiteY646" fmla="*/ 2368011 h 6858000"/>
              <a:gd name="connsiteX647" fmla="*/ 1384098 w 7467600"/>
              <a:gd name="connsiteY647" fmla="*/ 2378125 h 6858000"/>
              <a:gd name="connsiteX648" fmla="*/ 1425393 w 7467600"/>
              <a:gd name="connsiteY648" fmla="*/ 2589124 h 6858000"/>
              <a:gd name="connsiteX649" fmla="*/ 1424001 w 7467600"/>
              <a:gd name="connsiteY649" fmla="*/ 2597541 h 6858000"/>
              <a:gd name="connsiteX650" fmla="*/ 2152729 w 7467600"/>
              <a:gd name="connsiteY650" fmla="*/ 2864487 h 6858000"/>
              <a:gd name="connsiteX651" fmla="*/ 2020609 w 7467600"/>
              <a:gd name="connsiteY651" fmla="*/ 2539671 h 6858000"/>
              <a:gd name="connsiteX652" fmla="*/ 2018920 w 7467600"/>
              <a:gd name="connsiteY652" fmla="*/ 2536309 h 6858000"/>
              <a:gd name="connsiteX653" fmla="*/ 1342441 w 7467600"/>
              <a:gd name="connsiteY653" fmla="*/ 1173017 h 6858000"/>
              <a:gd name="connsiteX654" fmla="*/ 1367925 w 7467600"/>
              <a:gd name="connsiteY654" fmla="*/ 1135648 h 6858000"/>
              <a:gd name="connsiteX655" fmla="*/ 1771401 w 7467600"/>
              <a:gd name="connsiteY655" fmla="*/ 1806673 h 6858000"/>
              <a:gd name="connsiteX656" fmla="*/ 1972385 w 7467600"/>
              <a:gd name="connsiteY656" fmla="*/ 2198735 h 6858000"/>
              <a:gd name="connsiteX657" fmla="*/ 2040892 w 7467600"/>
              <a:gd name="connsiteY657" fmla="*/ 2405205 h 6858000"/>
              <a:gd name="connsiteX658" fmla="*/ 2131689 w 7467600"/>
              <a:gd name="connsiteY658" fmla="*/ 1936926 h 6858000"/>
              <a:gd name="connsiteX659" fmla="*/ 2454820 w 7467600"/>
              <a:gd name="connsiteY659" fmla="*/ 1248808 h 6858000"/>
              <a:gd name="connsiteX660" fmla="*/ 2492512 w 7467600"/>
              <a:gd name="connsiteY660" fmla="*/ 1302920 h 6858000"/>
              <a:gd name="connsiteX661" fmla="*/ 2081216 w 7467600"/>
              <a:gd name="connsiteY661" fmla="*/ 2527513 h 6858000"/>
              <a:gd name="connsiteX662" fmla="*/ 2081211 w 7467600"/>
              <a:gd name="connsiteY662" fmla="*/ 2528916 h 6858000"/>
              <a:gd name="connsiteX663" fmla="*/ 2199067 w 7467600"/>
              <a:gd name="connsiteY663" fmla="*/ 2884061 h 6858000"/>
              <a:gd name="connsiteX664" fmla="*/ 3192586 w 7467600"/>
              <a:gd name="connsiteY664" fmla="*/ 3411496 h 6858000"/>
              <a:gd name="connsiteX665" fmla="*/ 3182620 w 7467600"/>
              <a:gd name="connsiteY665" fmla="*/ 3483279 h 6858000"/>
              <a:gd name="connsiteX666" fmla="*/ 2435119 w 7467600"/>
              <a:gd name="connsiteY666" fmla="*/ 3080173 h 6858000"/>
              <a:gd name="connsiteX667" fmla="*/ 2410152 w 7467600"/>
              <a:gd name="connsiteY667" fmla="*/ 3063751 h 6858000"/>
              <a:gd name="connsiteX668" fmla="*/ 2408099 w 7467600"/>
              <a:gd name="connsiteY668" fmla="*/ 3064403 h 6858000"/>
              <a:gd name="connsiteX669" fmla="*/ 2407218 w 7467600"/>
              <a:gd name="connsiteY669" fmla="*/ 3070324 h 6858000"/>
              <a:gd name="connsiteX670" fmla="*/ 2380138 w 7467600"/>
              <a:gd name="connsiteY670" fmla="*/ 3099341 h 6858000"/>
              <a:gd name="connsiteX671" fmla="*/ 1765923 w 7467600"/>
              <a:gd name="connsiteY671" fmla="*/ 3581043 h 6858000"/>
              <a:gd name="connsiteX672" fmla="*/ 1702258 w 7467600"/>
              <a:gd name="connsiteY672" fmla="*/ 3612286 h 6858000"/>
              <a:gd name="connsiteX673" fmla="*/ 1538370 w 7467600"/>
              <a:gd name="connsiteY673" fmla="*/ 3811804 h 6858000"/>
              <a:gd name="connsiteX674" fmla="*/ 542867 w 7467600"/>
              <a:gd name="connsiteY674" fmla="*/ 4944092 h 6858000"/>
              <a:gd name="connsiteX675" fmla="*/ 515800 w 7467600"/>
              <a:gd name="connsiteY675" fmla="*/ 4862180 h 6858000"/>
              <a:gd name="connsiteX676" fmla="*/ 909145 w 7467600"/>
              <a:gd name="connsiteY676" fmla="*/ 4199225 h 6858000"/>
              <a:gd name="connsiteX677" fmla="*/ 1214067 w 7467600"/>
              <a:gd name="connsiteY677" fmla="*/ 3908561 h 6858000"/>
              <a:gd name="connsiteX678" fmla="*/ 640967 w 7467600"/>
              <a:gd name="connsiteY678" fmla="*/ 4105601 h 6858000"/>
              <a:gd name="connsiteX679" fmla="*/ 112563 w 7467600"/>
              <a:gd name="connsiteY679" fmla="*/ 4396952 h 6858000"/>
              <a:gd name="connsiteX680" fmla="*/ 0 w 7467600"/>
              <a:gd name="connsiteY680" fmla="*/ 4466006 h 6858000"/>
              <a:gd name="connsiteX681" fmla="*/ 0 w 7467600"/>
              <a:gd name="connsiteY681" fmla="*/ 4233763 h 6858000"/>
              <a:gd name="connsiteX682" fmla="*/ 36881 w 7467600"/>
              <a:gd name="connsiteY682" fmla="*/ 4200118 h 6858000"/>
              <a:gd name="connsiteX683" fmla="*/ 910534 w 7467600"/>
              <a:gd name="connsiteY683" fmla="*/ 3629753 h 6858000"/>
              <a:gd name="connsiteX684" fmla="*/ 1578717 w 7467600"/>
              <a:gd name="connsiteY684" fmla="*/ 3575982 h 6858000"/>
              <a:gd name="connsiteX685" fmla="*/ 2338780 w 7467600"/>
              <a:gd name="connsiteY685" fmla="*/ 3033725 h 6858000"/>
              <a:gd name="connsiteX686" fmla="*/ 1807991 w 7467600"/>
              <a:gd name="connsiteY686" fmla="*/ 2807184 h 6858000"/>
              <a:gd name="connsiteX687" fmla="*/ 1416358 w 7467600"/>
              <a:gd name="connsiteY687" fmla="*/ 3112571 h 6858000"/>
              <a:gd name="connsiteX688" fmla="*/ 939066 w 7467600"/>
              <a:gd name="connsiteY688" fmla="*/ 3378798 h 6858000"/>
              <a:gd name="connsiteX689" fmla="*/ 115099 w 7467600"/>
              <a:gd name="connsiteY689" fmla="*/ 3607650 h 6858000"/>
              <a:gd name="connsiteX690" fmla="*/ 97284 w 7467600"/>
              <a:gd name="connsiteY690" fmla="*/ 3520393 h 6858000"/>
              <a:gd name="connsiteX691" fmla="*/ 922050 w 7467600"/>
              <a:gd name="connsiteY691" fmla="*/ 3074867 h 6858000"/>
              <a:gd name="connsiteX692" fmla="*/ 1405265 w 7467600"/>
              <a:gd name="connsiteY692" fmla="*/ 3016319 h 6858000"/>
              <a:gd name="connsiteX693" fmla="*/ 1407512 w 7467600"/>
              <a:gd name="connsiteY693" fmla="*/ 3018001 h 6858000"/>
              <a:gd name="connsiteX694" fmla="*/ 1726266 w 7467600"/>
              <a:gd name="connsiteY694" fmla="*/ 2777274 h 6858000"/>
              <a:gd name="connsiteX695" fmla="*/ 625390 w 7467600"/>
              <a:gd name="connsiteY695" fmla="*/ 2514541 h 6858000"/>
              <a:gd name="connsiteX696" fmla="*/ 619799 w 7467600"/>
              <a:gd name="connsiteY696" fmla="*/ 2527180 h 6858000"/>
              <a:gd name="connsiteX697" fmla="*/ 310030 w 7467600"/>
              <a:gd name="connsiteY697" fmla="*/ 2771818 h 6858000"/>
              <a:gd name="connsiteX698" fmla="*/ 173877 w 7467600"/>
              <a:gd name="connsiteY698" fmla="*/ 2937056 h 6858000"/>
              <a:gd name="connsiteX699" fmla="*/ 77889 w 7467600"/>
              <a:gd name="connsiteY699" fmla="*/ 3138440 h 6858000"/>
              <a:gd name="connsiteX700" fmla="*/ 0 w 7467600"/>
              <a:gd name="connsiteY700" fmla="*/ 3271395 h 6858000"/>
              <a:gd name="connsiteX701" fmla="*/ 0 w 7467600"/>
              <a:gd name="connsiteY701" fmla="*/ 3153002 h 6858000"/>
              <a:gd name="connsiteX702" fmla="*/ 2386 w 7467600"/>
              <a:gd name="connsiteY702" fmla="*/ 3149203 h 6858000"/>
              <a:gd name="connsiteX703" fmla="*/ 89753 w 7467600"/>
              <a:gd name="connsiteY703" fmla="*/ 2987702 h 6858000"/>
              <a:gd name="connsiteX704" fmla="*/ 76869 w 7467600"/>
              <a:gd name="connsiteY704" fmla="*/ 3005404 h 6858000"/>
              <a:gd name="connsiteX705" fmla="*/ 32049 w 7467600"/>
              <a:gd name="connsiteY705" fmla="*/ 3065814 h 6858000"/>
              <a:gd name="connsiteX706" fmla="*/ 0 w 7467600"/>
              <a:gd name="connsiteY706" fmla="*/ 3108744 h 6858000"/>
              <a:gd name="connsiteX707" fmla="*/ 0 w 7467600"/>
              <a:gd name="connsiteY707" fmla="*/ 3058059 h 6858000"/>
              <a:gd name="connsiteX708" fmla="*/ 7610 w 7467600"/>
              <a:gd name="connsiteY708" fmla="*/ 3047889 h 6858000"/>
              <a:gd name="connsiteX709" fmla="*/ 52419 w 7467600"/>
              <a:gd name="connsiteY709" fmla="*/ 2987479 h 6858000"/>
              <a:gd name="connsiteX710" fmla="*/ 59142 w 7467600"/>
              <a:gd name="connsiteY710" fmla="*/ 2978488 h 6858000"/>
              <a:gd name="connsiteX711" fmla="*/ 0 w 7467600"/>
              <a:gd name="connsiteY711" fmla="*/ 3015334 h 6858000"/>
              <a:gd name="connsiteX712" fmla="*/ 0 w 7467600"/>
              <a:gd name="connsiteY712" fmla="*/ 2914286 h 6858000"/>
              <a:gd name="connsiteX713" fmla="*/ 36383 w 7467600"/>
              <a:gd name="connsiteY713" fmla="*/ 2901128 h 6858000"/>
              <a:gd name="connsiteX714" fmla="*/ 156329 w 7467600"/>
              <a:gd name="connsiteY714" fmla="*/ 2840533 h 6858000"/>
              <a:gd name="connsiteX715" fmla="*/ 358355 w 7467600"/>
              <a:gd name="connsiteY715" fmla="*/ 2620471 h 6858000"/>
              <a:gd name="connsiteX716" fmla="*/ 510577 w 7467600"/>
              <a:gd name="connsiteY716" fmla="*/ 2501244 h 6858000"/>
              <a:gd name="connsiteX717" fmla="*/ 211967 w 7467600"/>
              <a:gd name="connsiteY717" fmla="*/ 2479171 h 6858000"/>
              <a:gd name="connsiteX718" fmla="*/ 0 w 7467600"/>
              <a:gd name="connsiteY718" fmla="*/ 2476398 h 6858000"/>
              <a:gd name="connsiteX719" fmla="*/ 0 w 7467600"/>
              <a:gd name="connsiteY719" fmla="*/ 2389189 h 6858000"/>
              <a:gd name="connsiteX720" fmla="*/ 103062 w 7467600"/>
              <a:gd name="connsiteY720" fmla="*/ 2389518 h 6858000"/>
              <a:gd name="connsiteX721" fmla="*/ 510734 w 7467600"/>
              <a:gd name="connsiteY721" fmla="*/ 2416201 h 6858000"/>
              <a:gd name="connsiteX722" fmla="*/ 279257 w 7467600"/>
              <a:gd name="connsiteY722" fmla="*/ 2092102 h 6858000"/>
              <a:gd name="connsiteX723" fmla="*/ 65265 w 7467600"/>
              <a:gd name="connsiteY723" fmla="*/ 2006049 h 6858000"/>
              <a:gd name="connsiteX724" fmla="*/ 0 w 7467600"/>
              <a:gd name="connsiteY724" fmla="*/ 1982532 h 6858000"/>
              <a:gd name="connsiteX725" fmla="*/ 0 w 7467600"/>
              <a:gd name="connsiteY725" fmla="*/ 1912789 h 6858000"/>
              <a:gd name="connsiteX726" fmla="*/ 97460 w 7467600"/>
              <a:gd name="connsiteY726" fmla="*/ 1953725 h 6858000"/>
              <a:gd name="connsiteX727" fmla="*/ 221272 w 7467600"/>
              <a:gd name="connsiteY727" fmla="*/ 1980766 h 6858000"/>
              <a:gd name="connsiteX728" fmla="*/ 116765 w 7467600"/>
              <a:gd name="connsiteY728" fmla="*/ 1911033 h 6858000"/>
              <a:gd name="connsiteX729" fmla="*/ 16405 w 7467600"/>
              <a:gd name="connsiteY729" fmla="*/ 1803412 h 6858000"/>
              <a:gd name="connsiteX730" fmla="*/ 0 w 7467600"/>
              <a:gd name="connsiteY730" fmla="*/ 1784777 h 6858000"/>
              <a:gd name="connsiteX731" fmla="*/ 0 w 7467600"/>
              <a:gd name="connsiteY731" fmla="*/ 1740082 h 6858000"/>
              <a:gd name="connsiteX732" fmla="*/ 39394 w 7467600"/>
              <a:gd name="connsiteY732" fmla="*/ 1784856 h 6858000"/>
              <a:gd name="connsiteX733" fmla="*/ 135813 w 7467600"/>
              <a:gd name="connsiteY733" fmla="*/ 1888838 h 6858000"/>
              <a:gd name="connsiteX734" fmla="*/ 242575 w 7467600"/>
              <a:gd name="connsiteY734" fmla="*/ 1958841 h 6858000"/>
              <a:gd name="connsiteX735" fmla="*/ 82197 w 7467600"/>
              <a:gd name="connsiteY735" fmla="*/ 1754826 h 6858000"/>
              <a:gd name="connsiteX736" fmla="*/ 0 w 7467600"/>
              <a:gd name="connsiteY736" fmla="*/ 1679650 h 6858000"/>
              <a:gd name="connsiteX737" fmla="*/ 0 w 7467600"/>
              <a:gd name="connsiteY737" fmla="*/ 1602463 h 6858000"/>
              <a:gd name="connsiteX738" fmla="*/ 84689 w 7467600"/>
              <a:gd name="connsiteY738" fmla="*/ 1677442 h 6858000"/>
              <a:gd name="connsiteX739" fmla="*/ 298437 w 7467600"/>
              <a:gd name="connsiteY739" fmla="*/ 1968019 h 6858000"/>
              <a:gd name="connsiteX740" fmla="*/ 227269 w 7467600"/>
              <a:gd name="connsiteY740" fmla="*/ 1114064 h 6858000"/>
              <a:gd name="connsiteX741" fmla="*/ 248003 w 7467600"/>
              <a:gd name="connsiteY741" fmla="*/ 1089613 h 6858000"/>
              <a:gd name="connsiteX742" fmla="*/ 427020 w 7467600"/>
              <a:gd name="connsiteY742" fmla="*/ 1619803 h 6858000"/>
              <a:gd name="connsiteX743" fmla="*/ 340345 w 7467600"/>
              <a:gd name="connsiteY743" fmla="*/ 2027739 h 6858000"/>
              <a:gd name="connsiteX744" fmla="*/ 360865 w 7467600"/>
              <a:gd name="connsiteY744" fmla="*/ 2044827 h 6858000"/>
              <a:gd name="connsiteX745" fmla="*/ 560414 w 7467600"/>
              <a:gd name="connsiteY745" fmla="*/ 2421457 h 6858000"/>
              <a:gd name="connsiteX746" fmla="*/ 1359703 w 7467600"/>
              <a:gd name="connsiteY746" fmla="*/ 2578554 h 6858000"/>
              <a:gd name="connsiteX747" fmla="*/ 1359422 w 7467600"/>
              <a:gd name="connsiteY747" fmla="*/ 2577994 h 6858000"/>
              <a:gd name="connsiteX748" fmla="*/ 828701 w 7467600"/>
              <a:gd name="connsiteY748" fmla="*/ 1839520 h 6858000"/>
              <a:gd name="connsiteX749" fmla="*/ 494427 w 7467600"/>
              <a:gd name="connsiteY749" fmla="*/ 1092333 h 6858000"/>
              <a:gd name="connsiteX750" fmla="*/ 506322 w 7467600"/>
              <a:gd name="connsiteY750" fmla="*/ 1020997 h 6858000"/>
              <a:gd name="connsiteX751" fmla="*/ 4570198 w 7467600"/>
              <a:gd name="connsiteY751" fmla="*/ 978081 h 6858000"/>
              <a:gd name="connsiteX752" fmla="*/ 4523691 w 7467600"/>
              <a:gd name="connsiteY752" fmla="*/ 1127776 h 6858000"/>
              <a:gd name="connsiteX753" fmla="*/ 4509875 w 7467600"/>
              <a:gd name="connsiteY753" fmla="*/ 1167552 h 6858000"/>
              <a:gd name="connsiteX754" fmla="*/ 4478168 w 7467600"/>
              <a:gd name="connsiteY754" fmla="*/ 1260735 h 6858000"/>
              <a:gd name="connsiteX755" fmla="*/ 4409309 w 7467600"/>
              <a:gd name="connsiteY755" fmla="*/ 1666996 h 6858000"/>
              <a:gd name="connsiteX756" fmla="*/ 4370031 w 7467600"/>
              <a:gd name="connsiteY756" fmla="*/ 1955666 h 6858000"/>
              <a:gd name="connsiteX757" fmla="*/ 4570198 w 7467600"/>
              <a:gd name="connsiteY757" fmla="*/ 978081 h 6858000"/>
              <a:gd name="connsiteX758" fmla="*/ 4557898 w 7467600"/>
              <a:gd name="connsiteY758" fmla="*/ 900011 h 6858000"/>
              <a:gd name="connsiteX759" fmla="*/ 4344840 w 7467600"/>
              <a:gd name="connsiteY759" fmla="*/ 1922038 h 6858000"/>
              <a:gd name="connsiteX760" fmla="*/ 4378710 w 7467600"/>
              <a:gd name="connsiteY760" fmla="*/ 1665516 h 6858000"/>
              <a:gd name="connsiteX761" fmla="*/ 4448798 w 7467600"/>
              <a:gd name="connsiteY761" fmla="*/ 1253024 h 6858000"/>
              <a:gd name="connsiteX762" fmla="*/ 4480315 w 7467600"/>
              <a:gd name="connsiteY762" fmla="*/ 1158454 h 6858000"/>
              <a:gd name="connsiteX763" fmla="*/ 4494133 w 7467600"/>
              <a:gd name="connsiteY763" fmla="*/ 1118676 h 6858000"/>
              <a:gd name="connsiteX764" fmla="*/ 4557898 w 7467600"/>
              <a:gd name="connsiteY764" fmla="*/ 900011 h 6858000"/>
              <a:gd name="connsiteX765" fmla="*/ 5870151 w 7467600"/>
              <a:gd name="connsiteY765" fmla="*/ 898890 h 6858000"/>
              <a:gd name="connsiteX766" fmla="*/ 5861335 w 7467600"/>
              <a:gd name="connsiteY766" fmla="*/ 899177 h 6858000"/>
              <a:gd name="connsiteX767" fmla="*/ 5843702 w 7467600"/>
              <a:gd name="connsiteY767" fmla="*/ 899748 h 6858000"/>
              <a:gd name="connsiteX768" fmla="*/ 5651107 w 7467600"/>
              <a:gd name="connsiteY768" fmla="*/ 920306 h 6858000"/>
              <a:gd name="connsiteX769" fmla="*/ 5459407 w 7467600"/>
              <a:gd name="connsiteY769" fmla="*/ 940975 h 6858000"/>
              <a:gd name="connsiteX770" fmla="*/ 5374846 w 7467600"/>
              <a:gd name="connsiteY770" fmla="*/ 941988 h 6858000"/>
              <a:gd name="connsiteX771" fmla="*/ 5256105 w 7467600"/>
              <a:gd name="connsiteY771" fmla="*/ 945632 h 6858000"/>
              <a:gd name="connsiteX772" fmla="*/ 5107071 w 7467600"/>
              <a:gd name="connsiteY772" fmla="*/ 969720 h 6858000"/>
              <a:gd name="connsiteX773" fmla="*/ 4998681 w 7467600"/>
              <a:gd name="connsiteY773" fmla="*/ 988771 h 6858000"/>
              <a:gd name="connsiteX774" fmla="*/ 5870151 w 7467600"/>
              <a:gd name="connsiteY774" fmla="*/ 898890 h 6858000"/>
              <a:gd name="connsiteX775" fmla="*/ 5504425 w 7467600"/>
              <a:gd name="connsiteY775" fmla="*/ 848067 h 6858000"/>
              <a:gd name="connsiteX776" fmla="*/ 4968849 w 7467600"/>
              <a:gd name="connsiteY776" fmla="*/ 962318 h 6858000"/>
              <a:gd name="connsiteX777" fmla="*/ 5104039 w 7467600"/>
              <a:gd name="connsiteY777" fmla="*/ 940634 h 6858000"/>
              <a:gd name="connsiteX778" fmla="*/ 5256311 w 7467600"/>
              <a:gd name="connsiteY778" fmla="*/ 916490 h 6858000"/>
              <a:gd name="connsiteX779" fmla="*/ 5377381 w 7467600"/>
              <a:gd name="connsiteY779" fmla="*/ 912671 h 6858000"/>
              <a:gd name="connsiteX780" fmla="*/ 5460148 w 7467600"/>
              <a:gd name="connsiteY780" fmla="*/ 911442 h 6858000"/>
              <a:gd name="connsiteX781" fmla="*/ 5648971 w 7467600"/>
              <a:gd name="connsiteY781" fmla="*/ 891331 h 6858000"/>
              <a:gd name="connsiteX782" fmla="*/ 5844807 w 7467600"/>
              <a:gd name="connsiteY782" fmla="*/ 870718 h 6858000"/>
              <a:gd name="connsiteX783" fmla="*/ 5862975 w 7467600"/>
              <a:gd name="connsiteY783" fmla="*/ 869756 h 6858000"/>
              <a:gd name="connsiteX784" fmla="*/ 5920887 w 7467600"/>
              <a:gd name="connsiteY784" fmla="*/ 865929 h 6858000"/>
              <a:gd name="connsiteX785" fmla="*/ 5504425 w 7467600"/>
              <a:gd name="connsiteY785" fmla="*/ 848067 h 6858000"/>
              <a:gd name="connsiteX786" fmla="*/ 3607114 w 7467600"/>
              <a:gd name="connsiteY786" fmla="*/ 467441 h 6858000"/>
              <a:gd name="connsiteX787" fmla="*/ 3296242 w 7467600"/>
              <a:gd name="connsiteY787" fmla="*/ 807991 h 6858000"/>
              <a:gd name="connsiteX788" fmla="*/ 3174674 w 7467600"/>
              <a:gd name="connsiteY788" fmla="*/ 919759 h 6858000"/>
              <a:gd name="connsiteX789" fmla="*/ 3042978 w 7467600"/>
              <a:gd name="connsiteY789" fmla="*/ 1054894 h 6858000"/>
              <a:gd name="connsiteX790" fmla="*/ 2968914 w 7467600"/>
              <a:gd name="connsiteY790" fmla="*/ 1133756 h 6858000"/>
              <a:gd name="connsiteX791" fmla="*/ 3103823 w 7467600"/>
              <a:gd name="connsiteY791" fmla="*/ 1026814 h 6858000"/>
              <a:gd name="connsiteX792" fmla="*/ 3607114 w 7467600"/>
              <a:gd name="connsiteY792" fmla="*/ 467441 h 6858000"/>
              <a:gd name="connsiteX793" fmla="*/ 3744487 w 7467600"/>
              <a:gd name="connsiteY793" fmla="*/ 383136 h 6858000"/>
              <a:gd name="connsiteX794" fmla="*/ 3970213 w 7467600"/>
              <a:gd name="connsiteY794" fmla="*/ 995559 h 6858000"/>
              <a:gd name="connsiteX795" fmla="*/ 3744487 w 7467600"/>
              <a:gd name="connsiteY795" fmla="*/ 383136 h 6858000"/>
              <a:gd name="connsiteX796" fmla="*/ 3624562 w 7467600"/>
              <a:gd name="connsiteY796" fmla="*/ 367041 h 6858000"/>
              <a:gd name="connsiteX797" fmla="*/ 3489712 w 7467600"/>
              <a:gd name="connsiteY797" fmla="*/ 485386 h 6858000"/>
              <a:gd name="connsiteX798" fmla="*/ 3182994 w 7467600"/>
              <a:gd name="connsiteY798" fmla="*/ 828265 h 6858000"/>
              <a:gd name="connsiteX799" fmla="*/ 2892114 w 7467600"/>
              <a:gd name="connsiteY799" fmla="*/ 1172635 h 6858000"/>
              <a:gd name="connsiteX800" fmla="*/ 3021459 w 7467600"/>
              <a:gd name="connsiteY800" fmla="*/ 1035385 h 6858000"/>
              <a:gd name="connsiteX801" fmla="*/ 3153873 w 7467600"/>
              <a:gd name="connsiteY801" fmla="*/ 898971 h 6858000"/>
              <a:gd name="connsiteX802" fmla="*/ 3276511 w 7467600"/>
              <a:gd name="connsiteY802" fmla="*/ 786423 h 6858000"/>
              <a:gd name="connsiteX803" fmla="*/ 3584154 w 7467600"/>
              <a:gd name="connsiteY803" fmla="*/ 448218 h 6858000"/>
              <a:gd name="connsiteX804" fmla="*/ 3624562 w 7467600"/>
              <a:gd name="connsiteY804" fmla="*/ 367041 h 6858000"/>
              <a:gd name="connsiteX805" fmla="*/ 3766672 w 7467600"/>
              <a:gd name="connsiteY805" fmla="*/ 359429 h 6858000"/>
              <a:gd name="connsiteX806" fmla="*/ 3996338 w 7467600"/>
              <a:gd name="connsiteY806" fmla="*/ 968237 h 6858000"/>
              <a:gd name="connsiteX807" fmla="*/ 3766672 w 7467600"/>
              <a:gd name="connsiteY807" fmla="*/ 359429 h 6858000"/>
              <a:gd name="connsiteX808" fmla="*/ 5805386 w 7467600"/>
              <a:gd name="connsiteY808" fmla="*/ 239240 h 6858000"/>
              <a:gd name="connsiteX809" fmla="*/ 5736947 w 7467600"/>
              <a:gd name="connsiteY809" fmla="*/ 261367 h 6858000"/>
              <a:gd name="connsiteX810" fmla="*/ 5427012 w 7467600"/>
              <a:gd name="connsiteY810" fmla="*/ 311272 h 6858000"/>
              <a:gd name="connsiteX811" fmla="*/ 5147818 w 7467600"/>
              <a:gd name="connsiteY811" fmla="*/ 322112 h 6858000"/>
              <a:gd name="connsiteX812" fmla="*/ 5060854 w 7467600"/>
              <a:gd name="connsiteY812" fmla="*/ 311882 h 6858000"/>
              <a:gd name="connsiteX813" fmla="*/ 4945989 w 7467600"/>
              <a:gd name="connsiteY813" fmla="*/ 300516 h 6858000"/>
              <a:gd name="connsiteX814" fmla="*/ 5410479 w 7467600"/>
              <a:gd name="connsiteY814" fmla="*/ 348434 h 6858000"/>
              <a:gd name="connsiteX815" fmla="*/ 5805386 w 7467600"/>
              <a:gd name="connsiteY815" fmla="*/ 239240 h 6858000"/>
              <a:gd name="connsiteX816" fmla="*/ 5905192 w 7467600"/>
              <a:gd name="connsiteY816" fmla="*/ 163079 h 6858000"/>
              <a:gd name="connsiteX817" fmla="*/ 5865655 w 7467600"/>
              <a:gd name="connsiteY817" fmla="*/ 171901 h 6858000"/>
              <a:gd name="connsiteX818" fmla="*/ 5259740 w 7467600"/>
              <a:gd name="connsiteY818" fmla="*/ 257013 h 6858000"/>
              <a:gd name="connsiteX819" fmla="*/ 5208466 w 7467600"/>
              <a:gd name="connsiteY819" fmla="*/ 257550 h 6858000"/>
              <a:gd name="connsiteX820" fmla="*/ 4980204 w 7467600"/>
              <a:gd name="connsiteY820" fmla="*/ 271903 h 6858000"/>
              <a:gd name="connsiteX821" fmla="*/ 5068068 w 7467600"/>
              <a:gd name="connsiteY821" fmla="*/ 282244 h 6858000"/>
              <a:gd name="connsiteX822" fmla="*/ 5153231 w 7467600"/>
              <a:gd name="connsiteY822" fmla="*/ 292240 h 6858000"/>
              <a:gd name="connsiteX823" fmla="*/ 5426491 w 7467600"/>
              <a:gd name="connsiteY823" fmla="*/ 281128 h 6858000"/>
              <a:gd name="connsiteX824" fmla="*/ 5731212 w 7467600"/>
              <a:gd name="connsiteY824" fmla="*/ 231951 h 6858000"/>
              <a:gd name="connsiteX825" fmla="*/ 5905192 w 7467600"/>
              <a:gd name="connsiteY825" fmla="*/ 163079 h 6858000"/>
              <a:gd name="connsiteX826" fmla="*/ 5944437 w 7467600"/>
              <a:gd name="connsiteY826" fmla="*/ 113829 h 6858000"/>
              <a:gd name="connsiteX827" fmla="*/ 5825032 w 7467600"/>
              <a:gd name="connsiteY827" fmla="*/ 146405 h 6858000"/>
              <a:gd name="connsiteX828" fmla="*/ 4955599 w 7467600"/>
              <a:gd name="connsiteY828" fmla="*/ 247008 h 6858000"/>
              <a:gd name="connsiteX829" fmla="*/ 5210104 w 7467600"/>
              <a:gd name="connsiteY829" fmla="*/ 228123 h 6858000"/>
              <a:gd name="connsiteX830" fmla="*/ 5261015 w 7467600"/>
              <a:gd name="connsiteY830" fmla="*/ 227087 h 6858000"/>
              <a:gd name="connsiteX831" fmla="*/ 5861181 w 7467600"/>
              <a:gd name="connsiteY831" fmla="*/ 143093 h 6858000"/>
              <a:gd name="connsiteX832" fmla="*/ 5961252 w 7467600"/>
              <a:gd name="connsiteY832" fmla="*/ 114820 h 6858000"/>
              <a:gd name="connsiteX833" fmla="*/ 5944437 w 7467600"/>
              <a:gd name="connsiteY833" fmla="*/ 113829 h 6858000"/>
              <a:gd name="connsiteX834" fmla="*/ 3882765 w 7467600"/>
              <a:gd name="connsiteY834" fmla="*/ 0 h 6858000"/>
              <a:gd name="connsiteX835" fmla="*/ 3995099 w 7467600"/>
              <a:gd name="connsiteY835" fmla="*/ 0 h 6858000"/>
              <a:gd name="connsiteX836" fmla="*/ 4163818 w 7467600"/>
              <a:gd name="connsiteY836" fmla="*/ 234104 h 6858000"/>
              <a:gd name="connsiteX837" fmla="*/ 4172099 w 7467600"/>
              <a:gd name="connsiteY837" fmla="*/ 234207 h 6858000"/>
              <a:gd name="connsiteX838" fmla="*/ 4784282 w 7467600"/>
              <a:gd name="connsiteY838" fmla="*/ 276561 h 6858000"/>
              <a:gd name="connsiteX839" fmla="*/ 4801687 w 7467600"/>
              <a:gd name="connsiteY839" fmla="*/ 267764 h 6858000"/>
              <a:gd name="connsiteX840" fmla="*/ 6082788 w 7467600"/>
              <a:gd name="connsiteY840" fmla="*/ 64119 h 6858000"/>
              <a:gd name="connsiteX841" fmla="*/ 6099442 w 7467600"/>
              <a:gd name="connsiteY841" fmla="*/ 82568 h 6858000"/>
              <a:gd name="connsiteX842" fmla="*/ 4804137 w 7467600"/>
              <a:gd name="connsiteY842" fmla="*/ 320931 h 6858000"/>
              <a:gd name="connsiteX843" fmla="*/ 4227047 w 7467600"/>
              <a:gd name="connsiteY843" fmla="*/ 313415 h 6858000"/>
              <a:gd name="connsiteX844" fmla="*/ 4346041 w 7467600"/>
              <a:gd name="connsiteY844" fmla="*/ 456086 h 6858000"/>
              <a:gd name="connsiteX845" fmla="*/ 4870967 w 7467600"/>
              <a:gd name="connsiteY845" fmla="*/ 963061 h 6858000"/>
              <a:gd name="connsiteX846" fmla="*/ 4889647 w 7467600"/>
              <a:gd name="connsiteY846" fmla="*/ 957147 h 6858000"/>
              <a:gd name="connsiteX847" fmla="*/ 5422504 w 7467600"/>
              <a:gd name="connsiteY847" fmla="*/ 805191 h 6858000"/>
              <a:gd name="connsiteX848" fmla="*/ 6087656 w 7467600"/>
              <a:gd name="connsiteY848" fmla="*/ 826703 h 6858000"/>
              <a:gd name="connsiteX849" fmla="*/ 6058717 w 7467600"/>
              <a:gd name="connsiteY849" fmla="*/ 865992 h 6858000"/>
              <a:gd name="connsiteX850" fmla="*/ 4974153 w 7467600"/>
              <a:gd name="connsiteY850" fmla="*/ 1045456 h 6858000"/>
              <a:gd name="connsiteX851" fmla="*/ 5627835 w 7467600"/>
              <a:gd name="connsiteY851" fmla="*/ 1472077 h 6858000"/>
              <a:gd name="connsiteX852" fmla="*/ 5629817 w 7467600"/>
              <a:gd name="connsiteY852" fmla="*/ 1471412 h 6858000"/>
              <a:gd name="connsiteX853" fmla="*/ 5634124 w 7467600"/>
              <a:gd name="connsiteY853" fmla="*/ 1470572 h 6858000"/>
              <a:gd name="connsiteX854" fmla="*/ 5755832 w 7467600"/>
              <a:gd name="connsiteY854" fmla="*/ 1383886 h 6858000"/>
              <a:gd name="connsiteX855" fmla="*/ 6014186 w 7467600"/>
              <a:gd name="connsiteY855" fmla="*/ 1279799 h 6858000"/>
              <a:gd name="connsiteX856" fmla="*/ 6901619 w 7467600"/>
              <a:gd name="connsiteY856" fmla="*/ 1047874 h 6858000"/>
              <a:gd name="connsiteX857" fmla="*/ 6931566 w 7467600"/>
              <a:gd name="connsiteY857" fmla="*/ 1062034 h 6858000"/>
              <a:gd name="connsiteX858" fmla="*/ 5790982 w 7467600"/>
              <a:gd name="connsiteY858" fmla="*/ 1561380 h 6858000"/>
              <a:gd name="connsiteX859" fmla="*/ 6188971 w 7467600"/>
              <a:gd name="connsiteY859" fmla="*/ 1755168 h 6858000"/>
              <a:gd name="connsiteX860" fmla="*/ 6202446 w 7467600"/>
              <a:gd name="connsiteY860" fmla="*/ 1752268 h 6858000"/>
              <a:gd name="connsiteX861" fmla="*/ 7179560 w 7467600"/>
              <a:gd name="connsiteY861" fmla="*/ 1467551 h 6858000"/>
              <a:gd name="connsiteX862" fmla="*/ 7158730 w 7467600"/>
              <a:gd name="connsiteY862" fmla="*/ 1507835 h 6858000"/>
              <a:gd name="connsiteX863" fmla="*/ 6326959 w 7467600"/>
              <a:gd name="connsiteY863" fmla="*/ 1817686 h 6858000"/>
              <a:gd name="connsiteX864" fmla="*/ 6537433 w 7467600"/>
              <a:gd name="connsiteY864" fmla="*/ 1907790 h 6858000"/>
              <a:gd name="connsiteX865" fmla="*/ 6550221 w 7467600"/>
              <a:gd name="connsiteY865" fmla="*/ 1910729 h 6858000"/>
              <a:gd name="connsiteX866" fmla="*/ 6964438 w 7467600"/>
              <a:gd name="connsiteY866" fmla="*/ 2209505 h 6858000"/>
              <a:gd name="connsiteX867" fmla="*/ 7367862 w 7467600"/>
              <a:gd name="connsiteY867" fmla="*/ 2806833 h 6858000"/>
              <a:gd name="connsiteX868" fmla="*/ 7364329 w 7467600"/>
              <a:gd name="connsiteY868" fmla="*/ 2826907 h 6858000"/>
              <a:gd name="connsiteX869" fmla="*/ 7290545 w 7467600"/>
              <a:gd name="connsiteY869" fmla="*/ 2850663 h 6858000"/>
              <a:gd name="connsiteX870" fmla="*/ 6472036 w 7467600"/>
              <a:gd name="connsiteY870" fmla="*/ 1959003 h 6858000"/>
              <a:gd name="connsiteX871" fmla="*/ 5792897 w 7467600"/>
              <a:gd name="connsiteY871" fmla="*/ 1647747 h 6858000"/>
              <a:gd name="connsiteX872" fmla="*/ 5842751 w 7467600"/>
              <a:gd name="connsiteY872" fmla="*/ 1816112 h 6858000"/>
              <a:gd name="connsiteX873" fmla="*/ 5847424 w 7467600"/>
              <a:gd name="connsiteY873" fmla="*/ 1815776 h 6858000"/>
              <a:gd name="connsiteX874" fmla="*/ 6399821 w 7467600"/>
              <a:gd name="connsiteY874" fmla="*/ 2344799 h 6858000"/>
              <a:gd name="connsiteX875" fmla="*/ 6323232 w 7467600"/>
              <a:gd name="connsiteY875" fmla="*/ 2389634 h 6858000"/>
              <a:gd name="connsiteX876" fmla="*/ 5942958 w 7467600"/>
              <a:gd name="connsiteY876" fmla="*/ 2077708 h 6858000"/>
              <a:gd name="connsiteX877" fmla="*/ 5921559 w 7467600"/>
              <a:gd name="connsiteY877" fmla="*/ 2378596 h 6858000"/>
              <a:gd name="connsiteX878" fmla="*/ 5817651 w 7467600"/>
              <a:gd name="connsiteY878" fmla="*/ 3023919 h 6858000"/>
              <a:gd name="connsiteX879" fmla="*/ 5729634 w 7467600"/>
              <a:gd name="connsiteY879" fmla="*/ 3051849 h 6858000"/>
              <a:gd name="connsiteX880" fmla="*/ 5611018 w 7467600"/>
              <a:gd name="connsiteY880" fmla="*/ 2316769 h 6858000"/>
              <a:gd name="connsiteX881" fmla="*/ 5687608 w 7467600"/>
              <a:gd name="connsiteY881" fmla="*/ 2039972 h 6858000"/>
              <a:gd name="connsiteX882" fmla="*/ 5657554 w 7467600"/>
              <a:gd name="connsiteY882" fmla="*/ 1576445 h 6858000"/>
              <a:gd name="connsiteX883" fmla="*/ 5150475 w 7467600"/>
              <a:gd name="connsiteY883" fmla="*/ 1274012 h 6858000"/>
              <a:gd name="connsiteX884" fmla="*/ 5349142 w 7467600"/>
              <a:gd name="connsiteY884" fmla="*/ 2204405 h 6858000"/>
              <a:gd name="connsiteX885" fmla="*/ 5262214 w 7467600"/>
              <a:gd name="connsiteY885" fmla="*/ 2233836 h 6858000"/>
              <a:gd name="connsiteX886" fmla="*/ 4981539 w 7467600"/>
              <a:gd name="connsiteY886" fmla="*/ 1542201 h 6858000"/>
              <a:gd name="connsiteX887" fmla="*/ 4958461 w 7467600"/>
              <a:gd name="connsiteY887" fmla="*/ 1136957 h 6858000"/>
              <a:gd name="connsiteX888" fmla="*/ 4655015 w 7467600"/>
              <a:gd name="connsiteY888" fmla="*/ 891426 h 6858000"/>
              <a:gd name="connsiteX889" fmla="*/ 4348002 w 7467600"/>
              <a:gd name="connsiteY889" fmla="*/ 2205895 h 6858000"/>
              <a:gd name="connsiteX890" fmla="*/ 4262250 w 7467600"/>
              <a:gd name="connsiteY890" fmla="*/ 2219972 h 6858000"/>
              <a:gd name="connsiteX891" fmla="*/ 4550611 w 7467600"/>
              <a:gd name="connsiteY891" fmla="*/ 817540 h 6858000"/>
              <a:gd name="connsiteX892" fmla="*/ 4564418 w 7467600"/>
              <a:gd name="connsiteY892" fmla="*/ 808293 h 6858000"/>
              <a:gd name="connsiteX893" fmla="*/ 4266388 w 7467600"/>
              <a:gd name="connsiteY893" fmla="*/ 500083 h 6858000"/>
              <a:gd name="connsiteX894" fmla="*/ 4032842 w 7467600"/>
              <a:gd name="connsiteY894" fmla="*/ 211809 h 6858000"/>
              <a:gd name="connsiteX895" fmla="*/ 3882765 w 7467600"/>
              <a:gd name="connsiteY895" fmla="*/ 0 h 6858000"/>
              <a:gd name="connsiteX896" fmla="*/ 3721337 w 7467600"/>
              <a:gd name="connsiteY896" fmla="*/ 0 h 6858000"/>
              <a:gd name="connsiteX897" fmla="*/ 3797544 w 7467600"/>
              <a:gd name="connsiteY897" fmla="*/ 0 h 6858000"/>
              <a:gd name="connsiteX898" fmla="*/ 3775734 w 7467600"/>
              <a:gd name="connsiteY898" fmla="*/ 95131 h 6858000"/>
              <a:gd name="connsiteX899" fmla="*/ 3724807 w 7467600"/>
              <a:gd name="connsiteY899" fmla="*/ 272257 h 6858000"/>
              <a:gd name="connsiteX900" fmla="*/ 3726844 w 7467600"/>
              <a:gd name="connsiteY900" fmla="*/ 282988 h 6858000"/>
              <a:gd name="connsiteX901" fmla="*/ 3742664 w 7467600"/>
              <a:gd name="connsiteY901" fmla="*/ 279918 h 6858000"/>
              <a:gd name="connsiteX902" fmla="*/ 4103910 w 7467600"/>
              <a:gd name="connsiteY902" fmla="*/ 1161917 h 6858000"/>
              <a:gd name="connsiteX903" fmla="*/ 4020269 w 7467600"/>
              <a:gd name="connsiteY903" fmla="*/ 1200406 h 6858000"/>
              <a:gd name="connsiteX904" fmla="*/ 3674882 w 7467600"/>
              <a:gd name="connsiteY904" fmla="*/ 488524 h 6858000"/>
              <a:gd name="connsiteX905" fmla="*/ 3132682 w 7467600"/>
              <a:gd name="connsiteY905" fmla="*/ 1072284 h 6858000"/>
              <a:gd name="connsiteX906" fmla="*/ 2716346 w 7467600"/>
              <a:gd name="connsiteY906" fmla="*/ 1276376 h 6858000"/>
              <a:gd name="connsiteX907" fmla="*/ 2716772 w 7467600"/>
              <a:gd name="connsiteY907" fmla="*/ 1255462 h 6858000"/>
              <a:gd name="connsiteX908" fmla="*/ 3471096 w 7467600"/>
              <a:gd name="connsiteY908" fmla="*/ 437072 h 6858000"/>
              <a:gd name="connsiteX909" fmla="*/ 3639057 w 7467600"/>
              <a:gd name="connsiteY909" fmla="*/ 286334 h 6858000"/>
              <a:gd name="connsiteX910" fmla="*/ 3640309 w 7467600"/>
              <a:gd name="connsiteY910" fmla="*/ 284664 h 6858000"/>
              <a:gd name="connsiteX911" fmla="*/ 3646022 w 7467600"/>
              <a:gd name="connsiteY911" fmla="*/ 276711 h 6858000"/>
              <a:gd name="connsiteX912" fmla="*/ 3707943 w 7467600"/>
              <a:gd name="connsiteY912" fmla="*/ 65958 h 6858000"/>
              <a:gd name="connsiteX913" fmla="*/ 3721337 w 7467600"/>
              <a:gd name="connsiteY913" fmla="*/ 0 h 6858000"/>
              <a:gd name="connsiteX914" fmla="*/ 2867960 w 7467600"/>
              <a:gd name="connsiteY914" fmla="*/ 0 h 6858000"/>
              <a:gd name="connsiteX915" fmla="*/ 2926351 w 7467600"/>
              <a:gd name="connsiteY915" fmla="*/ 0 h 6858000"/>
              <a:gd name="connsiteX916" fmla="*/ 2902823 w 7467600"/>
              <a:gd name="connsiteY916" fmla="*/ 262929 h 6858000"/>
              <a:gd name="connsiteX917" fmla="*/ 2940663 w 7467600"/>
              <a:gd name="connsiteY917" fmla="*/ 140884 h 6858000"/>
              <a:gd name="connsiteX918" fmla="*/ 2947039 w 7467600"/>
              <a:gd name="connsiteY918" fmla="*/ 122524 h 6858000"/>
              <a:gd name="connsiteX919" fmla="*/ 2984316 w 7467600"/>
              <a:gd name="connsiteY919" fmla="*/ 0 h 6858000"/>
              <a:gd name="connsiteX920" fmla="*/ 3016114 w 7467600"/>
              <a:gd name="connsiteY920" fmla="*/ 0 h 6858000"/>
              <a:gd name="connsiteX921" fmla="*/ 2979949 w 7467600"/>
              <a:gd name="connsiteY921" fmla="*/ 119274 h 6858000"/>
              <a:gd name="connsiteX922" fmla="*/ 3023879 w 7467600"/>
              <a:gd name="connsiteY922" fmla="*/ 0 h 6858000"/>
              <a:gd name="connsiteX923" fmla="*/ 3105400 w 7467600"/>
              <a:gd name="connsiteY923" fmla="*/ 0 h 6858000"/>
              <a:gd name="connsiteX924" fmla="*/ 3094669 w 7467600"/>
              <a:gd name="connsiteY924" fmla="*/ 30308 h 6858000"/>
              <a:gd name="connsiteX925" fmla="*/ 2901945 w 7467600"/>
              <a:gd name="connsiteY925" fmla="*/ 466538 h 6858000"/>
              <a:gd name="connsiteX926" fmla="*/ 2815209 w 7467600"/>
              <a:gd name="connsiteY926" fmla="*/ 497361 h 6858000"/>
              <a:gd name="connsiteX927" fmla="*/ 2844845 w 7467600"/>
              <a:gd name="connsiteY927" fmla="*/ 127638 h 6858000"/>
              <a:gd name="connsiteX928" fmla="*/ 2867960 w 7467600"/>
              <a:gd name="connsiteY928" fmla="*/ 0 h 6858000"/>
              <a:gd name="connsiteX929" fmla="*/ 1057230 w 7467600"/>
              <a:gd name="connsiteY929" fmla="*/ 0 h 6858000"/>
              <a:gd name="connsiteX930" fmla="*/ 1111003 w 7467600"/>
              <a:gd name="connsiteY930" fmla="*/ 0 h 6858000"/>
              <a:gd name="connsiteX931" fmla="*/ 1125553 w 7467600"/>
              <a:gd name="connsiteY931" fmla="*/ 52588 h 6858000"/>
              <a:gd name="connsiteX932" fmla="*/ 1304276 w 7467600"/>
              <a:gd name="connsiteY932" fmla="*/ 476275 h 6858000"/>
              <a:gd name="connsiteX933" fmla="*/ 1492066 w 7467600"/>
              <a:gd name="connsiteY933" fmla="*/ 886333 h 6858000"/>
              <a:gd name="connsiteX934" fmla="*/ 1423698 w 7467600"/>
              <a:gd name="connsiteY934" fmla="*/ 710817 h 6858000"/>
              <a:gd name="connsiteX935" fmla="*/ 1357609 w 7467600"/>
              <a:gd name="connsiteY935" fmla="*/ 532892 h 6858000"/>
              <a:gd name="connsiteX936" fmla="*/ 1309550 w 7467600"/>
              <a:gd name="connsiteY936" fmla="*/ 374031 h 6858000"/>
              <a:gd name="connsiteX937" fmla="*/ 1193673 w 7467600"/>
              <a:gd name="connsiteY937" fmla="*/ 49533 h 6858000"/>
              <a:gd name="connsiteX938" fmla="*/ 1164391 w 7467600"/>
              <a:gd name="connsiteY938" fmla="*/ 0 h 6858000"/>
              <a:gd name="connsiteX939" fmla="*/ 1200666 w 7467600"/>
              <a:gd name="connsiteY939" fmla="*/ 0 h 6858000"/>
              <a:gd name="connsiteX940" fmla="*/ 1223408 w 7467600"/>
              <a:gd name="connsiteY940" fmla="*/ 38996 h 6858000"/>
              <a:gd name="connsiteX941" fmla="*/ 1339635 w 7467600"/>
              <a:gd name="connsiteY941" fmla="*/ 365517 h 6858000"/>
              <a:gd name="connsiteX942" fmla="*/ 1387469 w 7467600"/>
              <a:gd name="connsiteY942" fmla="*/ 523079 h 6858000"/>
              <a:gd name="connsiteX943" fmla="*/ 1452685 w 7467600"/>
              <a:gd name="connsiteY943" fmla="*/ 699806 h 6858000"/>
              <a:gd name="connsiteX944" fmla="*/ 1492092 w 7467600"/>
              <a:gd name="connsiteY944" fmla="*/ 800424 h 6858000"/>
              <a:gd name="connsiteX945" fmla="*/ 1455302 w 7467600"/>
              <a:gd name="connsiteY945" fmla="*/ 632913 h 6858000"/>
              <a:gd name="connsiteX946" fmla="*/ 1222336 w 7467600"/>
              <a:gd name="connsiteY946" fmla="*/ 9480 h 6858000"/>
              <a:gd name="connsiteX947" fmla="*/ 1214634 w 7467600"/>
              <a:gd name="connsiteY947" fmla="*/ 0 h 6858000"/>
              <a:gd name="connsiteX948" fmla="*/ 1289827 w 7467600"/>
              <a:gd name="connsiteY948" fmla="*/ 0 h 6858000"/>
              <a:gd name="connsiteX949" fmla="*/ 1321076 w 7467600"/>
              <a:gd name="connsiteY949" fmla="*/ 59722 h 6858000"/>
              <a:gd name="connsiteX950" fmla="*/ 1512579 w 7467600"/>
              <a:gd name="connsiteY950" fmla="*/ 626441 h 6858000"/>
              <a:gd name="connsiteX951" fmla="*/ 1506076 w 7467600"/>
              <a:gd name="connsiteY951" fmla="*/ 1089289 h 6858000"/>
              <a:gd name="connsiteX952" fmla="*/ 1486346 w 7467600"/>
              <a:gd name="connsiteY952" fmla="*/ 1079919 h 6858000"/>
              <a:gd name="connsiteX953" fmla="*/ 1070511 w 7467600"/>
              <a:gd name="connsiteY953" fmla="*/ 48609 h 6858000"/>
              <a:gd name="connsiteX954" fmla="*/ 1057230 w 7467600"/>
              <a:gd name="connsiteY954" fmla="*/ 0 h 6858000"/>
              <a:gd name="connsiteX955" fmla="*/ 43151 w 7467600"/>
              <a:gd name="connsiteY955" fmla="*/ 0 h 6858000"/>
              <a:gd name="connsiteX956" fmla="*/ 95283 w 7467600"/>
              <a:gd name="connsiteY956" fmla="*/ 0 h 6858000"/>
              <a:gd name="connsiteX957" fmla="*/ 300708 w 7467600"/>
              <a:gd name="connsiteY957" fmla="*/ 154571 h 6858000"/>
              <a:gd name="connsiteX958" fmla="*/ 530414 w 7467600"/>
              <a:gd name="connsiteY958" fmla="*/ 354673 h 6858000"/>
              <a:gd name="connsiteX959" fmla="*/ 333785 w 7467600"/>
              <a:gd name="connsiteY959" fmla="*/ 161564 h 6858000"/>
              <a:gd name="connsiteX960" fmla="*/ 147005 w 7467600"/>
              <a:gd name="connsiteY960" fmla="*/ 0 h 6858000"/>
              <a:gd name="connsiteX961" fmla="*/ 272509 w 7467600"/>
              <a:gd name="connsiteY961" fmla="*/ 0 h 6858000"/>
              <a:gd name="connsiteX962" fmla="*/ 326276 w 7467600"/>
              <a:gd name="connsiteY962" fmla="*/ 45847 h 6858000"/>
              <a:gd name="connsiteX963" fmla="*/ 823759 w 7467600"/>
              <a:gd name="connsiteY963" fmla="*/ 574145 h 6858000"/>
              <a:gd name="connsiteX964" fmla="*/ 811254 w 7467600"/>
              <a:gd name="connsiteY964" fmla="*/ 665546 h 6858000"/>
              <a:gd name="connsiteX965" fmla="*/ 154042 w 7467600"/>
              <a:gd name="connsiteY965" fmla="*/ 261522 h 6858000"/>
              <a:gd name="connsiteX966" fmla="*/ 13550 w 7467600"/>
              <a:gd name="connsiteY966" fmla="*/ 158423 h 6858000"/>
              <a:gd name="connsiteX967" fmla="*/ 0 w 7467600"/>
              <a:gd name="connsiteY967" fmla="*/ 146618 h 6858000"/>
              <a:gd name="connsiteX968" fmla="*/ 0 w 7467600"/>
              <a:gd name="connsiteY968" fmla="*/ 59161 h 6858000"/>
              <a:gd name="connsiteX969" fmla="*/ 45427 w 7467600"/>
              <a:gd name="connsiteY969" fmla="*/ 101078 h 6858000"/>
              <a:gd name="connsiteX970" fmla="*/ 630103 w 7467600"/>
              <a:gd name="connsiteY970" fmla="*/ 485885 h 6858000"/>
              <a:gd name="connsiteX971" fmla="*/ 532040 w 7467600"/>
              <a:gd name="connsiteY971" fmla="*/ 399359 h 6858000"/>
              <a:gd name="connsiteX972" fmla="*/ 517618 w 7467600"/>
              <a:gd name="connsiteY972" fmla="*/ 385726 h 6858000"/>
              <a:gd name="connsiteX973" fmla="*/ 285074 w 7467600"/>
              <a:gd name="connsiteY973" fmla="*/ 182755 h 6858000"/>
              <a:gd name="connsiteX974" fmla="*/ 43151 w 7467600"/>
              <a:gd name="connsiteY974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271900 w 7467600"/>
              <a:gd name="connsiteY78" fmla="*/ 5734551 h 6858000"/>
              <a:gd name="connsiteX79" fmla="*/ 7015907 w 7467600"/>
              <a:gd name="connsiteY79" fmla="*/ 5541548 h 6858000"/>
              <a:gd name="connsiteX80" fmla="*/ 7259646 w 7467600"/>
              <a:gd name="connsiteY80" fmla="*/ 5765985 h 6858000"/>
              <a:gd name="connsiteX81" fmla="*/ 7467600 w 7467600"/>
              <a:gd name="connsiteY81" fmla="*/ 6012219 h 6858000"/>
              <a:gd name="connsiteX82" fmla="*/ 6946849 w 7467600"/>
              <a:gd name="connsiteY82" fmla="*/ 5523271 h 6858000"/>
              <a:gd name="connsiteX83" fmla="*/ 7105827 w 7467600"/>
              <a:gd name="connsiteY83" fmla="*/ 5718700 h 6858000"/>
              <a:gd name="connsiteX84" fmla="*/ 7356878 w 7467600"/>
              <a:gd name="connsiteY84" fmla="*/ 5981332 h 6858000"/>
              <a:gd name="connsiteX85" fmla="*/ 7467600 w 7467600"/>
              <a:gd name="connsiteY85" fmla="*/ 6117703 h 6858000"/>
              <a:gd name="connsiteX86" fmla="*/ 7467600 w 7467600"/>
              <a:gd name="connsiteY86" fmla="*/ 6163634 h 6858000"/>
              <a:gd name="connsiteX87" fmla="*/ 7403637 w 7467600"/>
              <a:gd name="connsiteY87" fmla="*/ 6083957 h 6858000"/>
              <a:gd name="connsiteX88" fmla="*/ 7254615 w 7467600"/>
              <a:gd name="connsiteY88" fmla="*/ 5911918 h 6858000"/>
              <a:gd name="connsiteX89" fmla="*/ 7312589 w 7467600"/>
              <a:gd name="connsiteY89" fmla="*/ 5982309 h 6858000"/>
              <a:gd name="connsiteX90" fmla="*/ 7448321 w 7467600"/>
              <a:gd name="connsiteY90" fmla="*/ 6190991 h 6858000"/>
              <a:gd name="connsiteX91" fmla="*/ 7467600 w 7467600"/>
              <a:gd name="connsiteY91" fmla="*/ 6221686 h 6858000"/>
              <a:gd name="connsiteX92" fmla="*/ 7467600 w 7467600"/>
              <a:gd name="connsiteY92" fmla="*/ 6334256 h 6858000"/>
              <a:gd name="connsiteX93" fmla="*/ 7454976 w 7467600"/>
              <a:gd name="connsiteY93" fmla="*/ 6318297 h 6858000"/>
              <a:gd name="connsiteX94" fmla="*/ 7042773 w 7467600"/>
              <a:gd name="connsiteY94" fmla="*/ 5734011 h 6858000"/>
              <a:gd name="connsiteX95" fmla="*/ 1456157 w 7467600"/>
              <a:gd name="connsiteY95" fmla="*/ 5371404 h 6858000"/>
              <a:gd name="connsiteX96" fmla="*/ 1244432 w 7467600"/>
              <a:gd name="connsiteY96" fmla="*/ 5385601 h 6858000"/>
              <a:gd name="connsiteX97" fmla="*/ 973990 w 7467600"/>
              <a:gd name="connsiteY97" fmla="*/ 5424940 h 6858000"/>
              <a:gd name="connsiteX98" fmla="*/ 1103809 w 7467600"/>
              <a:gd name="connsiteY98" fmla="*/ 5433720 h 6858000"/>
              <a:gd name="connsiteX99" fmla="*/ 1123454 w 7467600"/>
              <a:gd name="connsiteY99" fmla="*/ 5435727 h 6858000"/>
              <a:gd name="connsiteX100" fmla="*/ 1737017 w 7467600"/>
              <a:gd name="connsiteY100" fmla="*/ 5452183 h 6858000"/>
              <a:gd name="connsiteX101" fmla="*/ 1824397 w 7467600"/>
              <a:gd name="connsiteY101" fmla="*/ 5447757 h 6858000"/>
              <a:gd name="connsiteX102" fmla="*/ 2070059 w 7467600"/>
              <a:gd name="connsiteY102" fmla="*/ 5441660 h 6858000"/>
              <a:gd name="connsiteX103" fmla="*/ 1456157 w 7467600"/>
              <a:gd name="connsiteY103" fmla="*/ 5371404 h 6858000"/>
              <a:gd name="connsiteX104" fmla="*/ 4988186 w 7467600"/>
              <a:gd name="connsiteY104" fmla="*/ 5216467 h 6858000"/>
              <a:gd name="connsiteX105" fmla="*/ 4777334 w 7467600"/>
              <a:gd name="connsiteY105" fmla="*/ 5406072 h 6858000"/>
              <a:gd name="connsiteX106" fmla="*/ 4718341 w 7467600"/>
              <a:gd name="connsiteY106" fmla="*/ 5468043 h 6858000"/>
              <a:gd name="connsiteX107" fmla="*/ 4604655 w 7467600"/>
              <a:gd name="connsiteY107" fmla="*/ 5583434 h 6858000"/>
              <a:gd name="connsiteX108" fmla="*/ 4565074 w 7467600"/>
              <a:gd name="connsiteY108" fmla="*/ 5618550 h 6858000"/>
              <a:gd name="connsiteX109" fmla="*/ 4988186 w 7467600"/>
              <a:gd name="connsiteY109" fmla="*/ 5216467 h 6858000"/>
              <a:gd name="connsiteX110" fmla="*/ 4978032 w 7467600"/>
              <a:gd name="connsiteY110" fmla="*/ 5183809 h 6858000"/>
              <a:gd name="connsiteX111" fmla="*/ 4463413 w 7467600"/>
              <a:gd name="connsiteY111" fmla="*/ 5615162 h 6858000"/>
              <a:gd name="connsiteX112" fmla="*/ 4358134 w 7467600"/>
              <a:gd name="connsiteY112" fmla="*/ 5742791 h 6858000"/>
              <a:gd name="connsiteX113" fmla="*/ 4376219 w 7467600"/>
              <a:gd name="connsiteY113" fmla="*/ 5729027 h 6858000"/>
              <a:gd name="connsiteX114" fmla="*/ 4582340 w 7467600"/>
              <a:gd name="connsiteY114" fmla="*/ 5561037 h 6858000"/>
              <a:gd name="connsiteX115" fmla="*/ 4694684 w 7467600"/>
              <a:gd name="connsiteY115" fmla="*/ 5447098 h 6858000"/>
              <a:gd name="connsiteX116" fmla="*/ 4754123 w 7467600"/>
              <a:gd name="connsiteY116" fmla="*/ 5384643 h 6858000"/>
              <a:gd name="connsiteX117" fmla="*/ 4978032 w 7467600"/>
              <a:gd name="connsiteY117" fmla="*/ 5183809 h 6858000"/>
              <a:gd name="connsiteX118" fmla="*/ 1903353 w 7467600"/>
              <a:gd name="connsiteY118" fmla="*/ 5044827 h 6858000"/>
              <a:gd name="connsiteX119" fmla="*/ 1936931 w 7467600"/>
              <a:gd name="connsiteY119" fmla="*/ 5093954 h 6858000"/>
              <a:gd name="connsiteX120" fmla="*/ 2195868 w 7467600"/>
              <a:gd name="connsiteY120" fmla="*/ 5396574 h 6858000"/>
              <a:gd name="connsiteX121" fmla="*/ 2088852 w 7467600"/>
              <a:gd name="connsiteY121" fmla="*/ 5166123 h 6858000"/>
              <a:gd name="connsiteX122" fmla="*/ 1958241 w 7467600"/>
              <a:gd name="connsiteY122" fmla="*/ 5067955 h 6858000"/>
              <a:gd name="connsiteX123" fmla="*/ 1903353 w 7467600"/>
              <a:gd name="connsiteY123" fmla="*/ 5044827 h 6858000"/>
              <a:gd name="connsiteX124" fmla="*/ 1979378 w 7467600"/>
              <a:gd name="connsiteY124" fmla="*/ 4769504 h 6858000"/>
              <a:gd name="connsiteX125" fmla="*/ 2882120 w 7467600"/>
              <a:gd name="connsiteY125" fmla="*/ 5064547 h 6858000"/>
              <a:gd name="connsiteX126" fmla="*/ 2793103 w 7467600"/>
              <a:gd name="connsiteY126" fmla="*/ 5039699 h 6858000"/>
              <a:gd name="connsiteX127" fmla="*/ 2770041 w 7467600"/>
              <a:gd name="connsiteY127" fmla="*/ 5033634 h 6858000"/>
              <a:gd name="connsiteX128" fmla="*/ 1979378 w 7467600"/>
              <a:gd name="connsiteY128" fmla="*/ 4769504 h 6858000"/>
              <a:gd name="connsiteX129" fmla="*/ 1927410 w 7467600"/>
              <a:gd name="connsiteY129" fmla="*/ 4716164 h 6858000"/>
              <a:gd name="connsiteX130" fmla="*/ 1959587 w 7467600"/>
              <a:gd name="connsiteY130" fmla="*/ 4728849 h 6858000"/>
              <a:gd name="connsiteX131" fmla="*/ 2777707 w 7467600"/>
              <a:gd name="connsiteY131" fmla="*/ 5003991 h 6858000"/>
              <a:gd name="connsiteX132" fmla="*/ 2800768 w 7467600"/>
              <a:gd name="connsiteY132" fmla="*/ 5010056 h 6858000"/>
              <a:gd name="connsiteX133" fmla="*/ 2879408 w 7467600"/>
              <a:gd name="connsiteY133" fmla="*/ 5031590 h 6858000"/>
              <a:gd name="connsiteX134" fmla="*/ 2862295 w 7467600"/>
              <a:gd name="connsiteY134" fmla="*/ 5022958 h 6858000"/>
              <a:gd name="connsiteX135" fmla="*/ 2813343 w 7467600"/>
              <a:gd name="connsiteY135" fmla="*/ 4998369 h 6858000"/>
              <a:gd name="connsiteX136" fmla="*/ 2646245 w 7467600"/>
              <a:gd name="connsiteY136" fmla="*/ 4930999 h 6858000"/>
              <a:gd name="connsiteX137" fmla="*/ 1999243 w 7467600"/>
              <a:gd name="connsiteY137" fmla="*/ 4730524 h 6858000"/>
              <a:gd name="connsiteX138" fmla="*/ 1979527 w 7467600"/>
              <a:gd name="connsiteY138" fmla="*/ 4726651 h 6858000"/>
              <a:gd name="connsiteX139" fmla="*/ 1927410 w 7467600"/>
              <a:gd name="connsiteY139" fmla="*/ 4716164 h 6858000"/>
              <a:gd name="connsiteX140" fmla="*/ 1997014 w 7467600"/>
              <a:gd name="connsiteY140" fmla="*/ 4698007 h 6858000"/>
              <a:gd name="connsiteX141" fmla="*/ 2005458 w 7467600"/>
              <a:gd name="connsiteY141" fmla="*/ 4699540 h 6858000"/>
              <a:gd name="connsiteX142" fmla="*/ 2657186 w 7467600"/>
              <a:gd name="connsiteY142" fmla="*/ 4901687 h 6858000"/>
              <a:gd name="connsiteX143" fmla="*/ 2826662 w 7467600"/>
              <a:gd name="connsiteY143" fmla="*/ 4970362 h 6858000"/>
              <a:gd name="connsiteX144" fmla="*/ 2876100 w 7467600"/>
              <a:gd name="connsiteY144" fmla="*/ 4995397 h 6858000"/>
              <a:gd name="connsiteX145" fmla="*/ 3042600 w 7467600"/>
              <a:gd name="connsiteY145" fmla="*/ 5059532 h 6858000"/>
              <a:gd name="connsiteX146" fmla="*/ 1997014 w 7467600"/>
              <a:gd name="connsiteY146" fmla="*/ 4698007 h 6858000"/>
              <a:gd name="connsiteX147" fmla="*/ 2305292 w 7467600"/>
              <a:gd name="connsiteY147" fmla="*/ 4219492 h 6858000"/>
              <a:gd name="connsiteX148" fmla="*/ 3360922 w 7467600"/>
              <a:gd name="connsiteY148" fmla="*/ 4529373 h 6858000"/>
              <a:gd name="connsiteX149" fmla="*/ 3492420 w 7467600"/>
              <a:gd name="connsiteY149" fmla="*/ 4510145 h 6858000"/>
              <a:gd name="connsiteX150" fmla="*/ 3364086 w 7467600"/>
              <a:gd name="connsiteY150" fmla="*/ 4480340 h 6858000"/>
              <a:gd name="connsiteX151" fmla="*/ 3225818 w 7467600"/>
              <a:gd name="connsiteY151" fmla="*/ 4411822 h 6858000"/>
              <a:gd name="connsiteX152" fmla="*/ 3129696 w 7467600"/>
              <a:gd name="connsiteY152" fmla="*/ 4360704 h 6858000"/>
              <a:gd name="connsiteX153" fmla="*/ 2814545 w 7467600"/>
              <a:gd name="connsiteY153" fmla="*/ 4282955 h 6858000"/>
              <a:gd name="connsiteX154" fmla="*/ 2305292 w 7467600"/>
              <a:gd name="connsiteY154" fmla="*/ 4219492 h 6858000"/>
              <a:gd name="connsiteX155" fmla="*/ 2626982 w 7467600"/>
              <a:gd name="connsiteY155" fmla="*/ 4206450 h 6858000"/>
              <a:gd name="connsiteX156" fmla="*/ 2490617 w 7467600"/>
              <a:gd name="connsiteY156" fmla="*/ 4206951 h 6858000"/>
              <a:gd name="connsiteX157" fmla="*/ 2819869 w 7467600"/>
              <a:gd name="connsiteY157" fmla="*/ 4252936 h 6858000"/>
              <a:gd name="connsiteX158" fmla="*/ 3143018 w 7467600"/>
              <a:gd name="connsiteY158" fmla="*/ 4332698 h 6858000"/>
              <a:gd name="connsiteX159" fmla="*/ 3241520 w 7467600"/>
              <a:gd name="connsiteY159" fmla="*/ 4385112 h 6858000"/>
              <a:gd name="connsiteX160" fmla="*/ 3374575 w 7467600"/>
              <a:gd name="connsiteY160" fmla="*/ 4451517 h 6858000"/>
              <a:gd name="connsiteX161" fmla="*/ 3505221 w 7467600"/>
              <a:gd name="connsiteY161" fmla="*/ 4480757 h 6858000"/>
              <a:gd name="connsiteX162" fmla="*/ 2626982 w 7467600"/>
              <a:gd name="connsiteY162" fmla="*/ 4206450 h 6858000"/>
              <a:gd name="connsiteX163" fmla="*/ 1310106 w 7467600"/>
              <a:gd name="connsiteY163" fmla="*/ 3943217 h 6858000"/>
              <a:gd name="connsiteX164" fmla="*/ 854994 w 7467600"/>
              <a:gd name="connsiteY164" fmla="*/ 4399136 h 6858000"/>
              <a:gd name="connsiteX165" fmla="*/ 742462 w 7467600"/>
              <a:gd name="connsiteY165" fmla="*/ 4594648 h 6858000"/>
              <a:gd name="connsiteX166" fmla="*/ 820602 w 7467600"/>
              <a:gd name="connsiteY166" fmla="*/ 4485915 h 6858000"/>
              <a:gd name="connsiteX167" fmla="*/ 878295 w 7467600"/>
              <a:gd name="connsiteY167" fmla="*/ 4403594 h 6858000"/>
              <a:gd name="connsiteX168" fmla="*/ 1240607 w 7467600"/>
              <a:gd name="connsiteY168" fmla="*/ 4010401 h 6858000"/>
              <a:gd name="connsiteX169" fmla="*/ 1310106 w 7467600"/>
              <a:gd name="connsiteY169" fmla="*/ 3943217 h 6858000"/>
              <a:gd name="connsiteX170" fmla="*/ 1423113 w 7467600"/>
              <a:gd name="connsiteY170" fmla="*/ 3874565 h 6858000"/>
              <a:gd name="connsiteX171" fmla="*/ 1260565 w 7467600"/>
              <a:gd name="connsiteY171" fmla="*/ 4031982 h 6858000"/>
              <a:gd name="connsiteX172" fmla="*/ 901900 w 7467600"/>
              <a:gd name="connsiteY172" fmla="*/ 4421236 h 6858000"/>
              <a:gd name="connsiteX173" fmla="*/ 845044 w 7467600"/>
              <a:gd name="connsiteY173" fmla="*/ 4502436 h 6858000"/>
              <a:gd name="connsiteX174" fmla="*/ 685926 w 7467600"/>
              <a:gd name="connsiteY174" fmla="*/ 4703069 h 6858000"/>
              <a:gd name="connsiteX175" fmla="*/ 684248 w 7467600"/>
              <a:gd name="connsiteY175" fmla="*/ 4706721 h 6858000"/>
              <a:gd name="connsiteX176" fmla="*/ 1423113 w 7467600"/>
              <a:gd name="connsiteY176" fmla="*/ 3874565 h 6858000"/>
              <a:gd name="connsiteX177" fmla="*/ 3316479 w 7467600"/>
              <a:gd name="connsiteY177" fmla="*/ 3872136 h 6858000"/>
              <a:gd name="connsiteX178" fmla="*/ 3546806 w 7467600"/>
              <a:gd name="connsiteY178" fmla="*/ 4356139 h 6858000"/>
              <a:gd name="connsiteX179" fmla="*/ 3364433 w 7467600"/>
              <a:gd name="connsiteY179" fmla="*/ 3953121 h 6858000"/>
              <a:gd name="connsiteX180" fmla="*/ 3316479 w 7467600"/>
              <a:gd name="connsiteY180" fmla="*/ 3872136 h 6858000"/>
              <a:gd name="connsiteX181" fmla="*/ 3291335 w 7467600"/>
              <a:gd name="connsiteY181" fmla="*/ 3767420 h 6858000"/>
              <a:gd name="connsiteX182" fmla="*/ 3390805 w 7467600"/>
              <a:gd name="connsiteY182" fmla="*/ 3937163 h 6858000"/>
              <a:gd name="connsiteX183" fmla="*/ 3579062 w 7467600"/>
              <a:gd name="connsiteY183" fmla="*/ 4359040 h 6858000"/>
              <a:gd name="connsiteX184" fmla="*/ 3467355 w 7467600"/>
              <a:gd name="connsiteY184" fmla="*/ 3988130 h 6858000"/>
              <a:gd name="connsiteX185" fmla="*/ 3310753 w 7467600"/>
              <a:gd name="connsiteY185" fmla="*/ 3787140 h 6858000"/>
              <a:gd name="connsiteX186" fmla="*/ 3291335 w 7467600"/>
              <a:gd name="connsiteY186" fmla="*/ 3767420 h 6858000"/>
              <a:gd name="connsiteX187" fmla="*/ 1635889 w 7467600"/>
              <a:gd name="connsiteY187" fmla="*/ 3709494 h 6858000"/>
              <a:gd name="connsiteX188" fmla="*/ 1634800 w 7467600"/>
              <a:gd name="connsiteY188" fmla="*/ 3731111 h 6858000"/>
              <a:gd name="connsiteX189" fmla="*/ 1635889 w 7467600"/>
              <a:gd name="connsiteY189" fmla="*/ 3709494 h 6858000"/>
              <a:gd name="connsiteX190" fmla="*/ 1510397 w 7467600"/>
              <a:gd name="connsiteY190" fmla="*/ 3684705 h 6858000"/>
              <a:gd name="connsiteX191" fmla="*/ 1146550 w 7467600"/>
              <a:gd name="connsiteY191" fmla="*/ 3802012 h 6858000"/>
              <a:gd name="connsiteX192" fmla="*/ 698834 w 7467600"/>
              <a:gd name="connsiteY192" fmla="*/ 3952272 h 6858000"/>
              <a:gd name="connsiteX193" fmla="*/ 34256 w 7467600"/>
              <a:gd name="connsiteY193" fmla="*/ 4347603 h 6858000"/>
              <a:gd name="connsiteX194" fmla="*/ 527241 w 7467600"/>
              <a:gd name="connsiteY194" fmla="*/ 4065078 h 6858000"/>
              <a:gd name="connsiteX195" fmla="*/ 1510397 w 7467600"/>
              <a:gd name="connsiteY195" fmla="*/ 3684705 h 6858000"/>
              <a:gd name="connsiteX196" fmla="*/ 1313114 w 7467600"/>
              <a:gd name="connsiteY196" fmla="*/ 3655216 h 6858000"/>
              <a:gd name="connsiteX197" fmla="*/ 1109304 w 7467600"/>
              <a:gd name="connsiteY197" fmla="*/ 3669030 h 6858000"/>
              <a:gd name="connsiteX198" fmla="*/ 8129 w 7467600"/>
              <a:gd name="connsiteY198" fmla="*/ 4330519 h 6858000"/>
              <a:gd name="connsiteX199" fmla="*/ 687572 w 7467600"/>
              <a:gd name="connsiteY199" fmla="*/ 3925629 h 6858000"/>
              <a:gd name="connsiteX200" fmla="*/ 1138365 w 7467600"/>
              <a:gd name="connsiteY200" fmla="*/ 3774515 h 6858000"/>
              <a:gd name="connsiteX201" fmla="*/ 1505579 w 7467600"/>
              <a:gd name="connsiteY201" fmla="*/ 3655526 h 6858000"/>
              <a:gd name="connsiteX202" fmla="*/ 1313114 w 7467600"/>
              <a:gd name="connsiteY202" fmla="*/ 3655216 h 6858000"/>
              <a:gd name="connsiteX203" fmla="*/ 3655073 w 7467600"/>
              <a:gd name="connsiteY203" fmla="*/ 3650884 h 6858000"/>
              <a:gd name="connsiteX204" fmla="*/ 3989938 w 7467600"/>
              <a:gd name="connsiteY204" fmla="*/ 3991685 h 6858000"/>
              <a:gd name="connsiteX205" fmla="*/ 4393907 w 7467600"/>
              <a:gd name="connsiteY205" fmla="*/ 4261258 h 6858000"/>
              <a:gd name="connsiteX206" fmla="*/ 4648051 w 7467600"/>
              <a:gd name="connsiteY206" fmla="*/ 4374051 h 6858000"/>
              <a:gd name="connsiteX207" fmla="*/ 4383389 w 7467600"/>
              <a:gd name="connsiteY207" fmla="*/ 4184369 h 6858000"/>
              <a:gd name="connsiteX208" fmla="*/ 4165508 w 7467600"/>
              <a:gd name="connsiteY208" fmla="*/ 4035196 h 6858000"/>
              <a:gd name="connsiteX209" fmla="*/ 4068162 w 7467600"/>
              <a:gd name="connsiteY209" fmla="*/ 3953394 h 6858000"/>
              <a:gd name="connsiteX210" fmla="*/ 3981416 w 7467600"/>
              <a:gd name="connsiteY210" fmla="*/ 3880482 h 6858000"/>
              <a:gd name="connsiteX211" fmla="*/ 3800147 w 7467600"/>
              <a:gd name="connsiteY211" fmla="*/ 3749872 h 6858000"/>
              <a:gd name="connsiteX212" fmla="*/ 3655073 w 7467600"/>
              <a:gd name="connsiteY212" fmla="*/ 3650884 h 6858000"/>
              <a:gd name="connsiteX213" fmla="*/ 3670252 w 7467600"/>
              <a:gd name="connsiteY213" fmla="*/ 3622798 h 6858000"/>
              <a:gd name="connsiteX214" fmla="*/ 3817258 w 7467600"/>
              <a:gd name="connsiteY214" fmla="*/ 3723577 h 6858000"/>
              <a:gd name="connsiteX215" fmla="*/ 4000461 w 7467600"/>
              <a:gd name="connsiteY215" fmla="*/ 3855966 h 6858000"/>
              <a:gd name="connsiteX216" fmla="*/ 4088180 w 7467600"/>
              <a:gd name="connsiteY216" fmla="*/ 3929774 h 6858000"/>
              <a:gd name="connsiteX217" fmla="*/ 4184555 w 7467600"/>
              <a:gd name="connsiteY217" fmla="*/ 4010683 h 6858000"/>
              <a:gd name="connsiteX218" fmla="*/ 4399563 w 7467600"/>
              <a:gd name="connsiteY218" fmla="*/ 4158106 h 6858000"/>
              <a:gd name="connsiteX219" fmla="*/ 4684469 w 7467600"/>
              <a:gd name="connsiteY219" fmla="*/ 4364680 h 6858000"/>
              <a:gd name="connsiteX220" fmla="*/ 4690271 w 7467600"/>
              <a:gd name="connsiteY220" fmla="*/ 4370034 h 6858000"/>
              <a:gd name="connsiteX221" fmla="*/ 4136093 w 7467600"/>
              <a:gd name="connsiteY221" fmla="*/ 3858466 h 6858000"/>
              <a:gd name="connsiteX222" fmla="*/ 3670252 w 7467600"/>
              <a:gd name="connsiteY222" fmla="*/ 3622798 h 6858000"/>
              <a:gd name="connsiteX223" fmla="*/ 4440129 w 7467600"/>
              <a:gd name="connsiteY223" fmla="*/ 3448571 h 6858000"/>
              <a:gd name="connsiteX224" fmla="*/ 4856525 w 7467600"/>
              <a:gd name="connsiteY224" fmla="*/ 3915351 h 6858000"/>
              <a:gd name="connsiteX225" fmla="*/ 5059055 w 7467600"/>
              <a:gd name="connsiteY225" fmla="*/ 4108918 h 6858000"/>
              <a:gd name="connsiteX226" fmla="*/ 5290070 w 7467600"/>
              <a:gd name="connsiteY226" fmla="*/ 4263619 h 6858000"/>
              <a:gd name="connsiteX227" fmla="*/ 4834991 w 7467600"/>
              <a:gd name="connsiteY227" fmla="*/ 3830985 h 6858000"/>
              <a:gd name="connsiteX228" fmla="*/ 4440129 w 7467600"/>
              <a:gd name="connsiteY228" fmla="*/ 3448571 h 6858000"/>
              <a:gd name="connsiteX229" fmla="*/ 4441737 w 7467600"/>
              <a:gd name="connsiteY229" fmla="*/ 3399734 h 6858000"/>
              <a:gd name="connsiteX230" fmla="*/ 4431236 w 7467600"/>
              <a:gd name="connsiteY230" fmla="*/ 3400954 h 6858000"/>
              <a:gd name="connsiteX231" fmla="*/ 4557150 w 7467600"/>
              <a:gd name="connsiteY231" fmla="*/ 3510023 h 6858000"/>
              <a:gd name="connsiteX232" fmla="*/ 4856936 w 7467600"/>
              <a:gd name="connsiteY232" fmla="*/ 3809146 h 6858000"/>
              <a:gd name="connsiteX233" fmla="*/ 5111996 w 7467600"/>
              <a:gd name="connsiteY233" fmla="*/ 4065759 h 6858000"/>
              <a:gd name="connsiteX234" fmla="*/ 5388878 w 7467600"/>
              <a:gd name="connsiteY234" fmla="*/ 4300185 h 6858000"/>
              <a:gd name="connsiteX235" fmla="*/ 5425556 w 7467600"/>
              <a:gd name="connsiteY235" fmla="*/ 4308967 h 6858000"/>
              <a:gd name="connsiteX236" fmla="*/ 4943646 w 7467600"/>
              <a:gd name="connsiteY236" fmla="*/ 3822916 h 6858000"/>
              <a:gd name="connsiteX237" fmla="*/ 4594837 w 7467600"/>
              <a:gd name="connsiteY237" fmla="*/ 3532274 h 6858000"/>
              <a:gd name="connsiteX238" fmla="*/ 4441737 w 7467600"/>
              <a:gd name="connsiteY238" fmla="*/ 3399734 h 6858000"/>
              <a:gd name="connsiteX239" fmla="*/ 5425834 w 7467600"/>
              <a:gd name="connsiteY239" fmla="*/ 3162785 h 6858000"/>
              <a:gd name="connsiteX240" fmla="*/ 5401644 w 7467600"/>
              <a:gd name="connsiteY240" fmla="*/ 3617847 h 6858000"/>
              <a:gd name="connsiteX241" fmla="*/ 5467256 w 7467600"/>
              <a:gd name="connsiteY241" fmla="*/ 4175494 h 6858000"/>
              <a:gd name="connsiteX242" fmla="*/ 5448069 w 7467600"/>
              <a:gd name="connsiteY242" fmla="*/ 3567554 h 6858000"/>
              <a:gd name="connsiteX243" fmla="*/ 5425834 w 7467600"/>
              <a:gd name="connsiteY243" fmla="*/ 3162785 h 6858000"/>
              <a:gd name="connsiteX244" fmla="*/ 1318687 w 7467600"/>
              <a:gd name="connsiteY244" fmla="*/ 3113840 h 6858000"/>
              <a:gd name="connsiteX245" fmla="*/ 1066793 w 7467600"/>
              <a:gd name="connsiteY245" fmla="*/ 3212171 h 6858000"/>
              <a:gd name="connsiteX246" fmla="*/ 993319 w 7467600"/>
              <a:gd name="connsiteY246" fmla="*/ 3247648 h 6858000"/>
              <a:gd name="connsiteX247" fmla="*/ 853081 w 7467600"/>
              <a:gd name="connsiteY247" fmla="*/ 3312410 h 6858000"/>
              <a:gd name="connsiteX248" fmla="*/ 805957 w 7467600"/>
              <a:gd name="connsiteY248" fmla="*/ 3330443 h 6858000"/>
              <a:gd name="connsiteX249" fmla="*/ 1318687 w 7467600"/>
              <a:gd name="connsiteY249" fmla="*/ 3113840 h 6858000"/>
              <a:gd name="connsiteX250" fmla="*/ 5453702 w 7467600"/>
              <a:gd name="connsiteY250" fmla="*/ 3090882 h 6858000"/>
              <a:gd name="connsiteX251" fmla="*/ 5480135 w 7467600"/>
              <a:gd name="connsiteY251" fmla="*/ 3565802 h 6858000"/>
              <a:gd name="connsiteX252" fmla="*/ 5499023 w 7467600"/>
              <a:gd name="connsiteY252" fmla="*/ 4166310 h 6858000"/>
              <a:gd name="connsiteX253" fmla="*/ 5547022 w 7467600"/>
              <a:gd name="connsiteY253" fmla="*/ 3607838 h 6858000"/>
              <a:gd name="connsiteX254" fmla="*/ 5515964 w 7467600"/>
              <a:gd name="connsiteY254" fmla="*/ 3378541 h 6858000"/>
              <a:gd name="connsiteX255" fmla="*/ 5453702 w 7467600"/>
              <a:gd name="connsiteY255" fmla="*/ 3090882 h 6858000"/>
              <a:gd name="connsiteX256" fmla="*/ 1238695 w 7467600"/>
              <a:gd name="connsiteY256" fmla="*/ 3076820 h 6858000"/>
              <a:gd name="connsiteX257" fmla="*/ 716371 w 7467600"/>
              <a:gd name="connsiteY257" fmla="*/ 3293249 h 6858000"/>
              <a:gd name="connsiteX258" fmla="*/ 579522 w 7467600"/>
              <a:gd name="connsiteY258" fmla="*/ 3371759 h 6858000"/>
              <a:gd name="connsiteX259" fmla="*/ 600288 w 7467600"/>
              <a:gd name="connsiteY259" fmla="*/ 3365555 h 6858000"/>
              <a:gd name="connsiteX260" fmla="*/ 840692 w 7467600"/>
              <a:gd name="connsiteY260" fmla="*/ 3284921 h 6858000"/>
              <a:gd name="connsiteX261" fmla="*/ 979248 w 7467600"/>
              <a:gd name="connsiteY261" fmla="*/ 3221003 h 6858000"/>
              <a:gd name="connsiteX262" fmla="*/ 1053282 w 7467600"/>
              <a:gd name="connsiteY262" fmla="*/ 3185247 h 6858000"/>
              <a:gd name="connsiteX263" fmla="*/ 1320603 w 7467600"/>
              <a:gd name="connsiteY263" fmla="*/ 3081281 h 6858000"/>
              <a:gd name="connsiteX264" fmla="*/ 1238695 w 7467600"/>
              <a:gd name="connsiteY264" fmla="*/ 3076820 h 6858000"/>
              <a:gd name="connsiteX265" fmla="*/ 5425627 w 7467600"/>
              <a:gd name="connsiteY265" fmla="*/ 2954192 h 6858000"/>
              <a:gd name="connsiteX266" fmla="*/ 5470770 w 7467600"/>
              <a:gd name="connsiteY266" fmla="*/ 3005435 h 6858000"/>
              <a:gd name="connsiteX267" fmla="*/ 5519779 w 7467600"/>
              <a:gd name="connsiteY267" fmla="*/ 4359223 h 6858000"/>
              <a:gd name="connsiteX268" fmla="*/ 5520293 w 7467600"/>
              <a:gd name="connsiteY268" fmla="*/ 4360602 h 6858000"/>
              <a:gd name="connsiteX269" fmla="*/ 5767221 w 7467600"/>
              <a:gd name="connsiteY269" fmla="*/ 4665564 h 6858000"/>
              <a:gd name="connsiteX270" fmla="*/ 6937169 w 7467600"/>
              <a:gd name="connsiteY270" fmla="*/ 4815941 h 6858000"/>
              <a:gd name="connsiteX271" fmla="*/ 6953922 w 7467600"/>
              <a:gd name="connsiteY271" fmla="*/ 4890068 h 6858000"/>
              <a:gd name="connsiteX272" fmla="*/ 6071359 w 7467600"/>
              <a:gd name="connsiteY272" fmla="*/ 4770770 h 6858000"/>
              <a:gd name="connsiteX273" fmla="*/ 6038839 w 7467600"/>
              <a:gd name="connsiteY273" fmla="*/ 4764474 h 6858000"/>
              <a:gd name="connsiteX274" fmla="*/ 6038706 w 7467600"/>
              <a:gd name="connsiteY274" fmla="*/ 4763847 h 6858000"/>
              <a:gd name="connsiteX275" fmla="*/ 6037784 w 7467600"/>
              <a:gd name="connsiteY275" fmla="*/ 4764270 h 6858000"/>
              <a:gd name="connsiteX276" fmla="*/ 6038839 w 7467600"/>
              <a:gd name="connsiteY276" fmla="*/ 4764474 h 6858000"/>
              <a:gd name="connsiteX277" fmla="*/ 6040338 w 7467600"/>
              <a:gd name="connsiteY277" fmla="*/ 4771418 h 6858000"/>
              <a:gd name="connsiteX278" fmla="*/ 6024488 w 7467600"/>
              <a:gd name="connsiteY278" fmla="*/ 4809903 h 6858000"/>
              <a:gd name="connsiteX279" fmla="*/ 5599771 w 7467600"/>
              <a:gd name="connsiteY279" fmla="*/ 5509652 h 6858000"/>
              <a:gd name="connsiteX280" fmla="*/ 5548843 w 7467600"/>
              <a:gd name="connsiteY280" fmla="*/ 5563845 h 6858000"/>
              <a:gd name="connsiteX281" fmla="*/ 5940952 w 7467600"/>
              <a:gd name="connsiteY281" fmla="*/ 6250028 h 6858000"/>
              <a:gd name="connsiteX282" fmla="*/ 6043441 w 7467600"/>
              <a:gd name="connsiteY282" fmla="*/ 6665847 h 6858000"/>
              <a:gd name="connsiteX283" fmla="*/ 6093432 w 7467600"/>
              <a:gd name="connsiteY283" fmla="*/ 6858000 h 6858000"/>
              <a:gd name="connsiteX284" fmla="*/ 6034344 w 7467600"/>
              <a:gd name="connsiteY284" fmla="*/ 6858000 h 6858000"/>
              <a:gd name="connsiteX285" fmla="*/ 6026679 w 7467600"/>
              <a:gd name="connsiteY285" fmla="*/ 6836959 h 6858000"/>
              <a:gd name="connsiteX286" fmla="*/ 5800441 w 7467600"/>
              <a:gd name="connsiteY286" fmla="*/ 6335286 h 6858000"/>
              <a:gd name="connsiteX287" fmla="*/ 5526562 w 7467600"/>
              <a:gd name="connsiteY287" fmla="*/ 5705388 h 6858000"/>
              <a:gd name="connsiteX288" fmla="*/ 5519640 w 7467600"/>
              <a:gd name="connsiteY288" fmla="*/ 5683774 h 6858000"/>
              <a:gd name="connsiteX289" fmla="*/ 5844559 w 7467600"/>
              <a:gd name="connsiteY289" fmla="*/ 6553349 h 6858000"/>
              <a:gd name="connsiteX290" fmla="*/ 5975994 w 7467600"/>
              <a:gd name="connsiteY290" fmla="*/ 6858000 h 6858000"/>
              <a:gd name="connsiteX291" fmla="*/ 5898547 w 7467600"/>
              <a:gd name="connsiteY291" fmla="*/ 6858000 h 6858000"/>
              <a:gd name="connsiteX292" fmla="*/ 5682041 w 7467600"/>
              <a:gd name="connsiteY292" fmla="*/ 6355860 h 6858000"/>
              <a:gd name="connsiteX293" fmla="*/ 5461758 w 7467600"/>
              <a:gd name="connsiteY293" fmla="*/ 5820220 h 6858000"/>
              <a:gd name="connsiteX294" fmla="*/ 5237282 w 7467600"/>
              <a:gd name="connsiteY294" fmla="*/ 6579086 h 6858000"/>
              <a:gd name="connsiteX295" fmla="*/ 5115009 w 7467600"/>
              <a:gd name="connsiteY295" fmla="*/ 6858000 h 6858000"/>
              <a:gd name="connsiteX296" fmla="*/ 5028074 w 7467600"/>
              <a:gd name="connsiteY296" fmla="*/ 6858000 h 6858000"/>
              <a:gd name="connsiteX297" fmla="*/ 5079508 w 7467600"/>
              <a:gd name="connsiteY297" fmla="*/ 6749074 h 6858000"/>
              <a:gd name="connsiteX298" fmla="*/ 5371846 w 7467600"/>
              <a:gd name="connsiteY298" fmla="*/ 5924413 h 6858000"/>
              <a:gd name="connsiteX299" fmla="*/ 5270512 w 7467600"/>
              <a:gd name="connsiteY299" fmla="*/ 6138975 h 6858000"/>
              <a:gd name="connsiteX300" fmla="*/ 5062409 w 7467600"/>
              <a:gd name="connsiteY300" fmla="*/ 6653544 h 6858000"/>
              <a:gd name="connsiteX301" fmla="*/ 5036628 w 7467600"/>
              <a:gd name="connsiteY301" fmla="*/ 6754247 h 6858000"/>
              <a:gd name="connsiteX302" fmla="*/ 5009112 w 7467600"/>
              <a:gd name="connsiteY302" fmla="*/ 6858000 h 6858000"/>
              <a:gd name="connsiteX303" fmla="*/ 4976679 w 7467600"/>
              <a:gd name="connsiteY303" fmla="*/ 6858000 h 6858000"/>
              <a:gd name="connsiteX304" fmla="*/ 5006537 w 7467600"/>
              <a:gd name="connsiteY304" fmla="*/ 6747068 h 6858000"/>
              <a:gd name="connsiteX305" fmla="*/ 5032723 w 7467600"/>
              <a:gd name="connsiteY305" fmla="*/ 6644957 h 6858000"/>
              <a:gd name="connsiteX306" fmla="*/ 5242949 w 7467600"/>
              <a:gd name="connsiteY306" fmla="*/ 6125175 h 6858000"/>
              <a:gd name="connsiteX307" fmla="*/ 5286321 w 7467600"/>
              <a:gd name="connsiteY307" fmla="*/ 6033555 h 6858000"/>
              <a:gd name="connsiteX308" fmla="*/ 5008210 w 7467600"/>
              <a:gd name="connsiteY308" fmla="*/ 6649194 h 6858000"/>
              <a:gd name="connsiteX309" fmla="*/ 4986321 w 7467600"/>
              <a:gd name="connsiteY309" fmla="*/ 6765687 h 6858000"/>
              <a:gd name="connsiteX310" fmla="*/ 4973474 w 7467600"/>
              <a:gd name="connsiteY310" fmla="*/ 6858000 h 6858000"/>
              <a:gd name="connsiteX311" fmla="*/ 4907178 w 7467600"/>
              <a:gd name="connsiteY311" fmla="*/ 6858000 h 6858000"/>
              <a:gd name="connsiteX312" fmla="*/ 4910810 w 7467600"/>
              <a:gd name="connsiteY312" fmla="*/ 6829660 h 6858000"/>
              <a:gd name="connsiteX313" fmla="*/ 4987461 w 7467600"/>
              <a:gd name="connsiteY313" fmla="*/ 6432994 h 6858000"/>
              <a:gd name="connsiteX314" fmla="*/ 5179262 w 7467600"/>
              <a:gd name="connsiteY314" fmla="*/ 6035044 h 6858000"/>
              <a:gd name="connsiteX315" fmla="*/ 4689678 w 7467600"/>
              <a:gd name="connsiteY315" fmla="*/ 6440241 h 6858000"/>
              <a:gd name="connsiteX316" fmla="*/ 4477543 w 7467600"/>
              <a:gd name="connsiteY316" fmla="*/ 6674836 h 6858000"/>
              <a:gd name="connsiteX317" fmla="*/ 4329957 w 7467600"/>
              <a:gd name="connsiteY317" fmla="*/ 6858000 h 6858000"/>
              <a:gd name="connsiteX318" fmla="*/ 4218595 w 7467600"/>
              <a:gd name="connsiteY318" fmla="*/ 6858000 h 6858000"/>
              <a:gd name="connsiteX319" fmla="*/ 4368888 w 7467600"/>
              <a:gd name="connsiteY319" fmla="*/ 6668412 h 6858000"/>
              <a:gd name="connsiteX320" fmla="*/ 4563091 w 7467600"/>
              <a:gd name="connsiteY320" fmla="*/ 6442508 h 6858000"/>
              <a:gd name="connsiteX321" fmla="*/ 5387324 w 7467600"/>
              <a:gd name="connsiteY321" fmla="*/ 5705830 h 6858000"/>
              <a:gd name="connsiteX322" fmla="*/ 5073620 w 7467600"/>
              <a:gd name="connsiteY322" fmla="*/ 5955437 h 6858000"/>
              <a:gd name="connsiteX323" fmla="*/ 4689789 w 7467600"/>
              <a:gd name="connsiteY323" fmla="*/ 6268382 h 6858000"/>
              <a:gd name="connsiteX324" fmla="*/ 4418722 w 7467600"/>
              <a:gd name="connsiteY324" fmla="*/ 6570886 h 6858000"/>
              <a:gd name="connsiteX325" fmla="*/ 4214944 w 7467600"/>
              <a:gd name="connsiteY325" fmla="*/ 6858000 h 6858000"/>
              <a:gd name="connsiteX326" fmla="*/ 4177898 w 7467600"/>
              <a:gd name="connsiteY326" fmla="*/ 6858000 h 6858000"/>
              <a:gd name="connsiteX327" fmla="*/ 4391597 w 7467600"/>
              <a:gd name="connsiteY327" fmla="*/ 6556370 h 6858000"/>
              <a:gd name="connsiteX328" fmla="*/ 4668889 w 7467600"/>
              <a:gd name="connsiteY328" fmla="*/ 6246399 h 6858000"/>
              <a:gd name="connsiteX329" fmla="*/ 5055427 w 7467600"/>
              <a:gd name="connsiteY329" fmla="*/ 5931476 h 6858000"/>
              <a:gd name="connsiteX330" fmla="*/ 5371814 w 7467600"/>
              <a:gd name="connsiteY330" fmla="*/ 5678975 h 6858000"/>
              <a:gd name="connsiteX331" fmla="*/ 4987918 w 7467600"/>
              <a:gd name="connsiteY331" fmla="*/ 5838701 h 6858000"/>
              <a:gd name="connsiteX332" fmla="*/ 4317146 w 7467600"/>
              <a:gd name="connsiteY332" fmla="*/ 6587716 h 6858000"/>
              <a:gd name="connsiteX333" fmla="*/ 4171627 w 7467600"/>
              <a:gd name="connsiteY333" fmla="*/ 6858000 h 6858000"/>
              <a:gd name="connsiteX334" fmla="*/ 4081585 w 7467600"/>
              <a:gd name="connsiteY334" fmla="*/ 6858000 h 6858000"/>
              <a:gd name="connsiteX335" fmla="*/ 4238603 w 7467600"/>
              <a:gd name="connsiteY335" fmla="*/ 6559341 h 6858000"/>
              <a:gd name="connsiteX336" fmla="*/ 4778333 w 7467600"/>
              <a:gd name="connsiteY336" fmla="*/ 5873626 h 6858000"/>
              <a:gd name="connsiteX337" fmla="*/ 5414185 w 7467600"/>
              <a:gd name="connsiteY337" fmla="*/ 5573882 h 6858000"/>
              <a:gd name="connsiteX338" fmla="*/ 5959648 w 7467600"/>
              <a:gd name="connsiteY338" fmla="*/ 4760797 h 6858000"/>
              <a:gd name="connsiteX339" fmla="*/ 5355019 w 7467600"/>
              <a:gd name="connsiteY339" fmla="*/ 4734672 h 6858000"/>
              <a:gd name="connsiteX340" fmla="*/ 5083565 w 7467600"/>
              <a:gd name="connsiteY340" fmla="*/ 5179121 h 6858000"/>
              <a:gd name="connsiteX341" fmla="*/ 4713577 w 7467600"/>
              <a:gd name="connsiteY341" fmla="*/ 5616803 h 6858000"/>
              <a:gd name="connsiteX342" fmla="*/ 3989559 w 7467600"/>
              <a:gd name="connsiteY342" fmla="*/ 6145945 h 6858000"/>
              <a:gd name="connsiteX343" fmla="*/ 3939824 w 7467600"/>
              <a:gd name="connsiteY343" fmla="*/ 6066900 h 6858000"/>
              <a:gd name="connsiteX344" fmla="*/ 4584537 w 7467600"/>
              <a:gd name="connsiteY344" fmla="*/ 5324826 h 6858000"/>
              <a:gd name="connsiteX345" fmla="*/ 5037105 w 7467600"/>
              <a:gd name="connsiteY345" fmla="*/ 5088765 h 6858000"/>
              <a:gd name="connsiteX346" fmla="*/ 5039930 w 7467600"/>
              <a:gd name="connsiteY346" fmla="*/ 5089585 h 6858000"/>
              <a:gd name="connsiteX347" fmla="*/ 5263764 w 7467600"/>
              <a:gd name="connsiteY347" fmla="*/ 4735525 h 6858000"/>
              <a:gd name="connsiteX348" fmla="*/ 4086300 w 7467600"/>
              <a:gd name="connsiteY348" fmla="*/ 4884599 h 6858000"/>
              <a:gd name="connsiteX349" fmla="*/ 4085485 w 7467600"/>
              <a:gd name="connsiteY349" fmla="*/ 4899070 h 6858000"/>
              <a:gd name="connsiteX350" fmla="*/ 3871915 w 7467600"/>
              <a:gd name="connsiteY350" fmla="*/ 5253645 h 6858000"/>
              <a:gd name="connsiteX351" fmla="*/ 3799374 w 7467600"/>
              <a:gd name="connsiteY351" fmla="*/ 5466127 h 6858000"/>
              <a:gd name="connsiteX352" fmla="*/ 3498850 w 7467600"/>
              <a:gd name="connsiteY352" fmla="*/ 6661888 h 6858000"/>
              <a:gd name="connsiteX353" fmla="*/ 3399216 w 7467600"/>
              <a:gd name="connsiteY353" fmla="*/ 6858000 h 6858000"/>
              <a:gd name="connsiteX354" fmla="*/ 3303688 w 7467600"/>
              <a:gd name="connsiteY354" fmla="*/ 6858000 h 6858000"/>
              <a:gd name="connsiteX355" fmla="*/ 3391774 w 7467600"/>
              <a:gd name="connsiteY355" fmla="*/ 6697181 h 6858000"/>
              <a:gd name="connsiteX356" fmla="*/ 3735540 w 7467600"/>
              <a:gd name="connsiteY356" fmla="*/ 5546923 h 6858000"/>
              <a:gd name="connsiteX357" fmla="*/ 3729438 w 7467600"/>
              <a:gd name="connsiteY357" fmla="*/ 5569058 h 6858000"/>
              <a:gd name="connsiteX358" fmla="*/ 3707782 w 7467600"/>
              <a:gd name="connsiteY358" fmla="*/ 5644908 h 6858000"/>
              <a:gd name="connsiteX359" fmla="*/ 3583827 w 7467600"/>
              <a:gd name="connsiteY359" fmla="*/ 6039215 h 6858000"/>
              <a:gd name="connsiteX360" fmla="*/ 3547861 w 7467600"/>
              <a:gd name="connsiteY360" fmla="*/ 6129609 h 6858000"/>
              <a:gd name="connsiteX361" fmla="*/ 3490905 w 7467600"/>
              <a:gd name="connsiteY361" fmla="*/ 6277660 h 6858000"/>
              <a:gd name="connsiteX362" fmla="*/ 3455859 w 7467600"/>
              <a:gd name="connsiteY362" fmla="*/ 6391301 h 6858000"/>
              <a:gd name="connsiteX363" fmla="*/ 3429112 w 7467600"/>
              <a:gd name="connsiteY363" fmla="*/ 6479469 h 6858000"/>
              <a:gd name="connsiteX364" fmla="*/ 3304862 w 7467600"/>
              <a:gd name="connsiteY364" fmla="*/ 6796476 h 6858000"/>
              <a:gd name="connsiteX365" fmla="*/ 3276071 w 7467600"/>
              <a:gd name="connsiteY365" fmla="*/ 6858000 h 6858000"/>
              <a:gd name="connsiteX366" fmla="*/ 3240805 w 7467600"/>
              <a:gd name="connsiteY366" fmla="*/ 6858000 h 6858000"/>
              <a:gd name="connsiteX367" fmla="*/ 3275917 w 7467600"/>
              <a:gd name="connsiteY367" fmla="*/ 6783192 h 6858000"/>
              <a:gd name="connsiteX368" fmla="*/ 3399358 w 7467600"/>
              <a:gd name="connsiteY368" fmla="*/ 6469011 h 6858000"/>
              <a:gd name="connsiteX369" fmla="*/ 3425650 w 7467600"/>
              <a:gd name="connsiteY369" fmla="*/ 6381333 h 6858000"/>
              <a:gd name="connsiteX370" fmla="*/ 3460661 w 7467600"/>
              <a:gd name="connsiteY370" fmla="*/ 6266763 h 6858000"/>
              <a:gd name="connsiteX371" fmla="*/ 3518021 w 7467600"/>
              <a:gd name="connsiteY371" fmla="*/ 6117298 h 6858000"/>
              <a:gd name="connsiteX372" fmla="*/ 3554035 w 7467600"/>
              <a:gd name="connsiteY372" fmla="*/ 6027832 h 6858000"/>
              <a:gd name="connsiteX373" fmla="*/ 3677174 w 7467600"/>
              <a:gd name="connsiteY373" fmla="*/ 5636351 h 6858000"/>
              <a:gd name="connsiteX374" fmla="*/ 3698819 w 7467600"/>
              <a:gd name="connsiteY374" fmla="*/ 5560503 h 6858000"/>
              <a:gd name="connsiteX375" fmla="*/ 3702094 w 7467600"/>
              <a:gd name="connsiteY375" fmla="*/ 5549194 h 6858000"/>
              <a:gd name="connsiteX376" fmla="*/ 3398355 w 7467600"/>
              <a:gd name="connsiteY376" fmla="*/ 6094603 h 6858000"/>
              <a:gd name="connsiteX377" fmla="*/ 3193941 w 7467600"/>
              <a:gd name="connsiteY377" fmla="*/ 6798775 h 6858000"/>
              <a:gd name="connsiteX378" fmla="*/ 3184140 w 7467600"/>
              <a:gd name="connsiteY378" fmla="*/ 6858000 h 6858000"/>
              <a:gd name="connsiteX379" fmla="*/ 3099978 w 7467600"/>
              <a:gd name="connsiteY379" fmla="*/ 6858000 h 6858000"/>
              <a:gd name="connsiteX380" fmla="*/ 3101556 w 7467600"/>
              <a:gd name="connsiteY380" fmla="*/ 6843337 h 6858000"/>
              <a:gd name="connsiteX381" fmla="*/ 3370162 w 7467600"/>
              <a:gd name="connsiteY381" fmla="*/ 5785550 h 6858000"/>
              <a:gd name="connsiteX382" fmla="*/ 3746477 w 7467600"/>
              <a:gd name="connsiteY382" fmla="*/ 5377889 h 6858000"/>
              <a:gd name="connsiteX383" fmla="*/ 3863399 w 7467600"/>
              <a:gd name="connsiteY383" fmla="*/ 5087257 h 6858000"/>
              <a:gd name="connsiteX384" fmla="*/ 3968712 w 7467600"/>
              <a:gd name="connsiteY384" fmla="*/ 4913989 h 6858000"/>
              <a:gd name="connsiteX385" fmla="*/ 2792390 w 7467600"/>
              <a:gd name="connsiteY385" fmla="*/ 5382974 h 6858000"/>
              <a:gd name="connsiteX386" fmla="*/ 2714982 w 7467600"/>
              <a:gd name="connsiteY386" fmla="*/ 5427051 h 6858000"/>
              <a:gd name="connsiteX387" fmla="*/ 2813361 w 7467600"/>
              <a:gd name="connsiteY387" fmla="*/ 6023912 h 6858000"/>
              <a:gd name="connsiteX388" fmla="*/ 2688430 w 7467600"/>
              <a:gd name="connsiteY388" fmla="*/ 6801564 h 6858000"/>
              <a:gd name="connsiteX389" fmla="*/ 2629626 w 7467600"/>
              <a:gd name="connsiteY389" fmla="*/ 6763394 h 6858000"/>
              <a:gd name="connsiteX390" fmla="*/ 2565328 w 7467600"/>
              <a:gd name="connsiteY390" fmla="*/ 5516399 h 6858000"/>
              <a:gd name="connsiteX391" fmla="*/ 1922999 w 7467600"/>
              <a:gd name="connsiteY391" fmla="*/ 5980343 h 6858000"/>
              <a:gd name="connsiteX392" fmla="*/ 1950261 w 7467600"/>
              <a:gd name="connsiteY392" fmla="*/ 6405858 h 6858000"/>
              <a:gd name="connsiteX393" fmla="*/ 2365554 w 7467600"/>
              <a:gd name="connsiteY393" fmla="*/ 6759107 h 6858000"/>
              <a:gd name="connsiteX394" fmla="*/ 2424142 w 7467600"/>
              <a:gd name="connsiteY394" fmla="*/ 6858000 h 6858000"/>
              <a:gd name="connsiteX395" fmla="*/ 2395994 w 7467600"/>
              <a:gd name="connsiteY395" fmla="*/ 6858000 h 6858000"/>
              <a:gd name="connsiteX396" fmla="*/ 2392863 w 7467600"/>
              <a:gd name="connsiteY396" fmla="*/ 6852964 h 6858000"/>
              <a:gd name="connsiteX397" fmla="*/ 2017589 w 7467600"/>
              <a:gd name="connsiteY397" fmla="*/ 6493982 h 6858000"/>
              <a:gd name="connsiteX398" fmla="*/ 2147336 w 7467600"/>
              <a:gd name="connsiteY398" fmla="*/ 6594052 h 6858000"/>
              <a:gd name="connsiteX399" fmla="*/ 2207047 w 7467600"/>
              <a:gd name="connsiteY399" fmla="*/ 6654540 h 6858000"/>
              <a:gd name="connsiteX400" fmla="*/ 2299106 w 7467600"/>
              <a:gd name="connsiteY400" fmla="*/ 6778931 h 6858000"/>
              <a:gd name="connsiteX401" fmla="*/ 2314430 w 7467600"/>
              <a:gd name="connsiteY401" fmla="*/ 6801144 h 6858000"/>
              <a:gd name="connsiteX402" fmla="*/ 2352406 w 7467600"/>
              <a:gd name="connsiteY402" fmla="*/ 6858000 h 6858000"/>
              <a:gd name="connsiteX403" fmla="*/ 2314492 w 7467600"/>
              <a:gd name="connsiteY403" fmla="*/ 6858000 h 6858000"/>
              <a:gd name="connsiteX404" fmla="*/ 2288095 w 7467600"/>
              <a:gd name="connsiteY404" fmla="*/ 6818030 h 6858000"/>
              <a:gd name="connsiteX405" fmla="*/ 2272768 w 7467600"/>
              <a:gd name="connsiteY405" fmla="*/ 6795822 h 6858000"/>
              <a:gd name="connsiteX406" fmla="*/ 2182715 w 7467600"/>
              <a:gd name="connsiteY406" fmla="*/ 6675071 h 6858000"/>
              <a:gd name="connsiteX407" fmla="*/ 2032061 w 7467600"/>
              <a:gd name="connsiteY407" fmla="*/ 6541380 h 6858000"/>
              <a:gd name="connsiteX408" fmla="*/ 2257220 w 7467600"/>
              <a:gd name="connsiteY408" fmla="*/ 6826257 h 6858000"/>
              <a:gd name="connsiteX409" fmla="*/ 2281324 w 7467600"/>
              <a:gd name="connsiteY409" fmla="*/ 6858000 h 6858000"/>
              <a:gd name="connsiteX410" fmla="*/ 2242860 w 7467600"/>
              <a:gd name="connsiteY410" fmla="*/ 6858000 h 6858000"/>
              <a:gd name="connsiteX411" fmla="*/ 2232818 w 7467600"/>
              <a:gd name="connsiteY411" fmla="*/ 6844926 h 6858000"/>
              <a:gd name="connsiteX412" fmla="*/ 1990172 w 7467600"/>
              <a:gd name="connsiteY412" fmla="*/ 6542121 h 6858000"/>
              <a:gd name="connsiteX413" fmla="*/ 2124090 w 7467600"/>
              <a:gd name="connsiteY413" fmla="*/ 6761017 h 6858000"/>
              <a:gd name="connsiteX414" fmla="*/ 2200380 w 7467600"/>
              <a:gd name="connsiteY414" fmla="*/ 6858000 h 6858000"/>
              <a:gd name="connsiteX415" fmla="*/ 2147507 w 7467600"/>
              <a:gd name="connsiteY415" fmla="*/ 6858000 h 6858000"/>
              <a:gd name="connsiteX416" fmla="*/ 2070668 w 7467600"/>
              <a:gd name="connsiteY416" fmla="*/ 6761520 h 6858000"/>
              <a:gd name="connsiteX417" fmla="*/ 1975142 w 7467600"/>
              <a:gd name="connsiteY417" fmla="*/ 6585570 h 6858000"/>
              <a:gd name="connsiteX418" fmla="*/ 2050035 w 7467600"/>
              <a:gd name="connsiteY418" fmla="*/ 6813345 h 6858000"/>
              <a:gd name="connsiteX419" fmla="*/ 2063025 w 7467600"/>
              <a:gd name="connsiteY419" fmla="*/ 6858000 h 6858000"/>
              <a:gd name="connsiteX420" fmla="*/ 2021675 w 7467600"/>
              <a:gd name="connsiteY420" fmla="*/ 6858000 h 6858000"/>
              <a:gd name="connsiteX421" fmla="*/ 2019308 w 7467600"/>
              <a:gd name="connsiteY421" fmla="*/ 6847118 h 6858000"/>
              <a:gd name="connsiteX422" fmla="*/ 1938835 w 7467600"/>
              <a:gd name="connsiteY422" fmla="*/ 6551160 h 6858000"/>
              <a:gd name="connsiteX423" fmla="*/ 1953230 w 7467600"/>
              <a:gd name="connsiteY423" fmla="*/ 6759699 h 6858000"/>
              <a:gd name="connsiteX424" fmla="*/ 1956763 w 7467600"/>
              <a:gd name="connsiteY424" fmla="*/ 6778191 h 6858000"/>
              <a:gd name="connsiteX425" fmla="*/ 1967925 w 7467600"/>
              <a:gd name="connsiteY425" fmla="*/ 6858000 h 6858000"/>
              <a:gd name="connsiteX426" fmla="*/ 1936622 w 7467600"/>
              <a:gd name="connsiteY426" fmla="*/ 6858000 h 6858000"/>
              <a:gd name="connsiteX427" fmla="*/ 1926261 w 7467600"/>
              <a:gd name="connsiteY427" fmla="*/ 6784064 h 6858000"/>
              <a:gd name="connsiteX428" fmla="*/ 1922724 w 7467600"/>
              <a:gd name="connsiteY428" fmla="*/ 6765577 h 6858000"/>
              <a:gd name="connsiteX429" fmla="*/ 1904650 w 7467600"/>
              <a:gd name="connsiteY429" fmla="*/ 6639616 h 6858000"/>
              <a:gd name="connsiteX430" fmla="*/ 1885273 w 7467600"/>
              <a:gd name="connsiteY430" fmla="*/ 6858000 h 6858000"/>
              <a:gd name="connsiteX431" fmla="*/ 1854363 w 7467600"/>
              <a:gd name="connsiteY431" fmla="*/ 6858000 h 6858000"/>
              <a:gd name="connsiteX432" fmla="*/ 1880391 w 7467600"/>
              <a:gd name="connsiteY432" fmla="*/ 6603796 h 6858000"/>
              <a:gd name="connsiteX433" fmla="*/ 1818273 w 7467600"/>
              <a:gd name="connsiteY433" fmla="*/ 6715729 h 6858000"/>
              <a:gd name="connsiteX434" fmla="*/ 1794691 w 7467600"/>
              <a:gd name="connsiteY434" fmla="*/ 6843239 h 6858000"/>
              <a:gd name="connsiteX435" fmla="*/ 1794914 w 7467600"/>
              <a:gd name="connsiteY435" fmla="*/ 6858000 h 6858000"/>
              <a:gd name="connsiteX436" fmla="*/ 1746128 w 7467600"/>
              <a:gd name="connsiteY436" fmla="*/ 6858000 h 6858000"/>
              <a:gd name="connsiteX437" fmla="*/ 1753934 w 7467600"/>
              <a:gd name="connsiteY437" fmla="*/ 6724796 h 6858000"/>
              <a:gd name="connsiteX438" fmla="*/ 1792053 w 7467600"/>
              <a:gd name="connsiteY438" fmla="*/ 6572396 h 6858000"/>
              <a:gd name="connsiteX439" fmla="*/ 1862248 w 7467600"/>
              <a:gd name="connsiteY439" fmla="*/ 6266397 h 6858000"/>
              <a:gd name="connsiteX440" fmla="*/ 1862250 w 7467600"/>
              <a:gd name="connsiteY440" fmla="*/ 6033531 h 6858000"/>
              <a:gd name="connsiteX441" fmla="*/ 1211999 w 7467600"/>
              <a:gd name="connsiteY441" fmla="*/ 6683610 h 6858000"/>
              <a:gd name="connsiteX442" fmla="*/ 1213266 w 7467600"/>
              <a:gd name="connsiteY442" fmla="*/ 6691947 h 6858000"/>
              <a:gd name="connsiteX443" fmla="*/ 1203370 w 7467600"/>
              <a:gd name="connsiteY443" fmla="*/ 6850676 h 6858000"/>
              <a:gd name="connsiteX444" fmla="*/ 1203671 w 7467600"/>
              <a:gd name="connsiteY444" fmla="*/ 6858000 h 6858000"/>
              <a:gd name="connsiteX445" fmla="*/ 1143180 w 7467600"/>
              <a:gd name="connsiteY445" fmla="*/ 6858000 h 6858000"/>
              <a:gd name="connsiteX446" fmla="*/ 1142176 w 7467600"/>
              <a:gd name="connsiteY446" fmla="*/ 6766045 h 6858000"/>
              <a:gd name="connsiteX447" fmla="*/ 1067484 w 7467600"/>
              <a:gd name="connsiteY447" fmla="*/ 6858000 h 6858000"/>
              <a:gd name="connsiteX448" fmla="*/ 953928 w 7467600"/>
              <a:gd name="connsiteY448" fmla="*/ 6858000 h 6858000"/>
              <a:gd name="connsiteX449" fmla="*/ 959715 w 7467600"/>
              <a:gd name="connsiteY449" fmla="*/ 6850185 h 6858000"/>
              <a:gd name="connsiteX450" fmla="*/ 1483788 w 7467600"/>
              <a:gd name="connsiteY450" fmla="*/ 6259174 h 6858000"/>
              <a:gd name="connsiteX451" fmla="*/ 1100671 w 7467600"/>
              <a:gd name="connsiteY451" fmla="*/ 6252137 h 6858000"/>
              <a:gd name="connsiteX452" fmla="*/ 1090144 w 7467600"/>
              <a:gd name="connsiteY452" fmla="*/ 6256748 h 6858000"/>
              <a:gd name="connsiteX453" fmla="*/ 1095872 w 7467600"/>
              <a:gd name="connsiteY453" fmla="*/ 6271892 h 6858000"/>
              <a:gd name="connsiteX454" fmla="*/ 262785 w 7467600"/>
              <a:gd name="connsiteY454" fmla="*/ 6845450 h 6858000"/>
              <a:gd name="connsiteX455" fmla="*/ 209968 w 7467600"/>
              <a:gd name="connsiteY455" fmla="*/ 6770713 h 6858000"/>
              <a:gd name="connsiteX456" fmla="*/ 873460 w 7467600"/>
              <a:gd name="connsiteY456" fmla="*/ 6253768 h 6858000"/>
              <a:gd name="connsiteX457" fmla="*/ 192686 w 7467600"/>
              <a:gd name="connsiteY457" fmla="*/ 5849257 h 6858000"/>
              <a:gd name="connsiteX458" fmla="*/ 4696 w 7467600"/>
              <a:gd name="connsiteY458" fmla="*/ 5697668 h 6858000"/>
              <a:gd name="connsiteX459" fmla="*/ 0 w 7467600"/>
              <a:gd name="connsiteY459" fmla="*/ 5689984 h 6858000"/>
              <a:gd name="connsiteX460" fmla="*/ 0 w 7467600"/>
              <a:gd name="connsiteY460" fmla="*/ 5513472 h 6858000"/>
              <a:gd name="connsiteX461" fmla="*/ 174101 w 7467600"/>
              <a:gd name="connsiteY461" fmla="*/ 5620277 h 6858000"/>
              <a:gd name="connsiteX462" fmla="*/ 891800 w 7467600"/>
              <a:gd name="connsiteY462" fmla="*/ 6036935 h 6858000"/>
              <a:gd name="connsiteX463" fmla="*/ 1072219 w 7467600"/>
              <a:gd name="connsiteY463" fmla="*/ 6169443 h 6858000"/>
              <a:gd name="connsiteX464" fmla="*/ 1074117 w 7467600"/>
              <a:gd name="connsiteY464" fmla="*/ 6170301 h 6858000"/>
              <a:gd name="connsiteX465" fmla="*/ 1083114 w 7467600"/>
              <a:gd name="connsiteY465" fmla="*/ 6174131 h 6858000"/>
              <a:gd name="connsiteX466" fmla="*/ 1543010 w 7467600"/>
              <a:gd name="connsiteY466" fmla="*/ 6191140 h 6858000"/>
              <a:gd name="connsiteX467" fmla="*/ 1551080 w 7467600"/>
              <a:gd name="connsiteY467" fmla="*/ 6195006 h 6858000"/>
              <a:gd name="connsiteX468" fmla="*/ 2345443 w 7467600"/>
              <a:gd name="connsiteY468" fmla="*/ 5549882 h 6858000"/>
              <a:gd name="connsiteX469" fmla="*/ 1721499 w 7467600"/>
              <a:gd name="connsiteY469" fmla="*/ 5599969 h 6858000"/>
              <a:gd name="connsiteX470" fmla="*/ 767716 w 7467600"/>
              <a:gd name="connsiteY470" fmla="*/ 5472768 h 6858000"/>
              <a:gd name="connsiteX471" fmla="*/ 722147 w 7467600"/>
              <a:gd name="connsiteY471" fmla="*/ 5393091 h 6858000"/>
              <a:gd name="connsiteX472" fmla="*/ 1485552 w 7467600"/>
              <a:gd name="connsiteY472" fmla="*/ 5313202 h 6858000"/>
              <a:gd name="connsiteX473" fmla="*/ 2143004 w 7467600"/>
              <a:gd name="connsiteY473" fmla="*/ 5402420 h 6858000"/>
              <a:gd name="connsiteX474" fmla="*/ 1933391 w 7467600"/>
              <a:gd name="connsiteY474" fmla="*/ 5156971 h 6858000"/>
              <a:gd name="connsiteX475" fmla="*/ 1827118 w 7467600"/>
              <a:gd name="connsiteY475" fmla="*/ 4968410 h 6858000"/>
              <a:gd name="connsiteX476" fmla="*/ 1837349 w 7467600"/>
              <a:gd name="connsiteY476" fmla="*/ 4956357 h 6858000"/>
              <a:gd name="connsiteX477" fmla="*/ 2162835 w 7467600"/>
              <a:gd name="connsiteY477" fmla="*/ 5187853 h 6858000"/>
              <a:gd name="connsiteX478" fmla="*/ 2257167 w 7467600"/>
              <a:gd name="connsiteY478" fmla="*/ 5462123 h 6858000"/>
              <a:gd name="connsiteX479" fmla="*/ 2261598 w 7467600"/>
              <a:gd name="connsiteY479" fmla="*/ 5467998 h 6858000"/>
              <a:gd name="connsiteX480" fmla="*/ 2437177 w 7467600"/>
              <a:gd name="connsiteY480" fmla="*/ 5479608 h 6858000"/>
              <a:gd name="connsiteX481" fmla="*/ 2445247 w 7467600"/>
              <a:gd name="connsiteY481" fmla="*/ 5483476 h 6858000"/>
              <a:gd name="connsiteX482" fmla="*/ 2743626 w 7467600"/>
              <a:gd name="connsiteY482" fmla="*/ 5304819 h 6858000"/>
              <a:gd name="connsiteX483" fmla="*/ 3048102 w 7467600"/>
              <a:gd name="connsiteY483" fmla="*/ 5150595 h 6858000"/>
              <a:gd name="connsiteX484" fmla="*/ 1799414 w 7467600"/>
              <a:gd name="connsiteY484" fmla="*/ 4694732 h 6858000"/>
              <a:gd name="connsiteX485" fmla="*/ 1771735 w 7467600"/>
              <a:gd name="connsiteY485" fmla="*/ 4619929 h 6858000"/>
              <a:gd name="connsiteX486" fmla="*/ 3104273 w 7467600"/>
              <a:gd name="connsiteY486" fmla="*/ 5076159 h 6858000"/>
              <a:gd name="connsiteX487" fmla="*/ 3113245 w 7467600"/>
              <a:gd name="connsiteY487" fmla="*/ 5090705 h 6858000"/>
              <a:gd name="connsiteX488" fmla="*/ 3126294 w 7467600"/>
              <a:gd name="connsiteY488" fmla="*/ 5114400 h 6858000"/>
              <a:gd name="connsiteX489" fmla="*/ 3937433 w 7467600"/>
              <a:gd name="connsiteY489" fmla="*/ 4830473 h 6858000"/>
              <a:gd name="connsiteX490" fmla="*/ 3590475 w 7467600"/>
              <a:gd name="connsiteY490" fmla="*/ 4597974 h 6858000"/>
              <a:gd name="connsiteX491" fmla="*/ 3100264 w 7467600"/>
              <a:gd name="connsiteY491" fmla="*/ 4579845 h 6858000"/>
              <a:gd name="connsiteX492" fmla="*/ 2183576 w 7467600"/>
              <a:gd name="connsiteY492" fmla="*/ 4227150 h 6858000"/>
              <a:gd name="connsiteX493" fmla="*/ 2151029 w 7467600"/>
              <a:gd name="connsiteY493" fmla="*/ 4146947 h 6858000"/>
              <a:gd name="connsiteX494" fmla="*/ 3563434 w 7467600"/>
              <a:gd name="connsiteY494" fmla="*/ 4469115 h 6858000"/>
              <a:gd name="connsiteX495" fmla="*/ 3177952 w 7467600"/>
              <a:gd name="connsiteY495" fmla="*/ 3657386 h 6858000"/>
              <a:gd name="connsiteX496" fmla="*/ 3189263 w 7467600"/>
              <a:gd name="connsiteY496" fmla="*/ 3625726 h 6858000"/>
              <a:gd name="connsiteX497" fmla="*/ 3560912 w 7467600"/>
              <a:gd name="connsiteY497" fmla="*/ 4079863 h 6858000"/>
              <a:gd name="connsiteX498" fmla="*/ 3626636 w 7467600"/>
              <a:gd name="connsiteY498" fmla="*/ 4512230 h 6858000"/>
              <a:gd name="connsiteX499" fmla="*/ 3653088 w 7467600"/>
              <a:gd name="connsiteY499" fmla="*/ 4521417 h 6858000"/>
              <a:gd name="connsiteX500" fmla="*/ 3988128 w 7467600"/>
              <a:gd name="connsiteY500" fmla="*/ 4817267 h 6858000"/>
              <a:gd name="connsiteX501" fmla="*/ 4830582 w 7467600"/>
              <a:gd name="connsiteY501" fmla="*/ 4676000 h 6858000"/>
              <a:gd name="connsiteX502" fmla="*/ 4830100 w 7467600"/>
              <a:gd name="connsiteY502" fmla="*/ 4675554 h 6858000"/>
              <a:gd name="connsiteX503" fmla="*/ 4036318 w 7467600"/>
              <a:gd name="connsiteY503" fmla="*/ 4147013 h 6858000"/>
              <a:gd name="connsiteX504" fmla="*/ 3432098 w 7467600"/>
              <a:gd name="connsiteY504" fmla="*/ 3537312 h 6858000"/>
              <a:gd name="connsiteX505" fmla="*/ 3446761 w 7467600"/>
              <a:gd name="connsiteY505" fmla="*/ 3461278 h 6858000"/>
              <a:gd name="connsiteX506" fmla="*/ 4419733 w 7467600"/>
              <a:gd name="connsiteY506" fmla="*/ 3963555 h 6858000"/>
              <a:gd name="connsiteX507" fmla="*/ 4781371 w 7467600"/>
              <a:gd name="connsiteY507" fmla="*/ 4458604 h 6858000"/>
              <a:gd name="connsiteX508" fmla="*/ 4780440 w 7467600"/>
              <a:gd name="connsiteY508" fmla="*/ 4470290 h 6858000"/>
              <a:gd name="connsiteX509" fmla="*/ 4898954 w 7467600"/>
              <a:gd name="connsiteY509" fmla="*/ 4662092 h 6858000"/>
              <a:gd name="connsiteX510" fmla="*/ 4900699 w 7467600"/>
              <a:gd name="connsiteY510" fmla="*/ 4670867 h 6858000"/>
              <a:gd name="connsiteX511" fmla="*/ 5714511 w 7467600"/>
              <a:gd name="connsiteY511" fmla="*/ 4663483 h 6858000"/>
              <a:gd name="connsiteX512" fmla="*/ 5464793 w 7467600"/>
              <a:gd name="connsiteY512" fmla="*/ 4393556 h 6858000"/>
              <a:gd name="connsiteX513" fmla="*/ 5461897 w 7467600"/>
              <a:gd name="connsiteY513" fmla="*/ 4390879 h 6858000"/>
              <a:gd name="connsiteX514" fmla="*/ 4294126 w 7467600"/>
              <a:gd name="connsiteY514" fmla="*/ 3303048 h 6858000"/>
              <a:gd name="connsiteX515" fmla="*/ 4305321 w 7467600"/>
              <a:gd name="connsiteY515" fmla="*/ 3256953 h 6858000"/>
              <a:gd name="connsiteX516" fmla="*/ 4949299 w 7467600"/>
              <a:gd name="connsiteY516" fmla="*/ 3766336 h 6858000"/>
              <a:gd name="connsiteX517" fmla="*/ 5291452 w 7467600"/>
              <a:gd name="connsiteY517" fmla="*/ 4076801 h 6858000"/>
              <a:gd name="connsiteX518" fmla="*/ 5434998 w 7467600"/>
              <a:gd name="connsiteY518" fmla="*/ 4254100 h 6858000"/>
              <a:gd name="connsiteX519" fmla="*/ 5351015 w 7467600"/>
              <a:gd name="connsiteY519" fmla="*/ 3760989 h 6858000"/>
              <a:gd name="connsiteX520" fmla="*/ 5413780 w 7467600"/>
              <a:gd name="connsiteY520" fmla="*/ 2966265 h 6858000"/>
              <a:gd name="connsiteX521" fmla="*/ 5425627 w 7467600"/>
              <a:gd name="connsiteY521" fmla="*/ 2954192 h 6858000"/>
              <a:gd name="connsiteX522" fmla="*/ 6604735 w 7467600"/>
              <a:gd name="connsiteY522" fmla="*/ 2041381 h 6858000"/>
              <a:gd name="connsiteX523" fmla="*/ 7204487 w 7467600"/>
              <a:gd name="connsiteY523" fmla="*/ 2742112 h 6858000"/>
              <a:gd name="connsiteX524" fmla="*/ 7131592 w 7467600"/>
              <a:gd name="connsiteY524" fmla="*/ 2672096 h 6858000"/>
              <a:gd name="connsiteX525" fmla="*/ 6996344 w 7467600"/>
              <a:gd name="connsiteY525" fmla="*/ 2518310 h 6858000"/>
              <a:gd name="connsiteX526" fmla="*/ 6735495 w 7467600"/>
              <a:gd name="connsiteY526" fmla="*/ 2196890 h 6858000"/>
              <a:gd name="connsiteX527" fmla="*/ 6721901 w 7467600"/>
              <a:gd name="connsiteY527" fmla="*/ 2179274 h 6858000"/>
              <a:gd name="connsiteX528" fmla="*/ 6604735 w 7467600"/>
              <a:gd name="connsiteY528" fmla="*/ 2041381 h 6858000"/>
              <a:gd name="connsiteX529" fmla="*/ 6591670 w 7467600"/>
              <a:gd name="connsiteY529" fmla="*/ 1988277 h 6858000"/>
              <a:gd name="connsiteX530" fmla="*/ 6747349 w 7467600"/>
              <a:gd name="connsiteY530" fmla="*/ 2160069 h 6858000"/>
              <a:gd name="connsiteX531" fmla="*/ 6760943 w 7467600"/>
              <a:gd name="connsiteY531" fmla="*/ 2177686 h 6858000"/>
              <a:gd name="connsiteX532" fmla="*/ 7021065 w 7467600"/>
              <a:gd name="connsiteY532" fmla="*/ 2498102 h 6858000"/>
              <a:gd name="connsiteX533" fmla="*/ 7155223 w 7467600"/>
              <a:gd name="connsiteY533" fmla="*/ 2650386 h 6858000"/>
              <a:gd name="connsiteX534" fmla="*/ 7203167 w 7467600"/>
              <a:gd name="connsiteY534" fmla="*/ 2697288 h 6858000"/>
              <a:gd name="connsiteX535" fmla="*/ 6937703 w 7467600"/>
              <a:gd name="connsiteY535" fmla="*/ 2321981 h 6858000"/>
              <a:gd name="connsiteX536" fmla="*/ 6591670 w 7467600"/>
              <a:gd name="connsiteY536" fmla="*/ 1988277 h 6858000"/>
              <a:gd name="connsiteX537" fmla="*/ 5798671 w 7467600"/>
              <a:gd name="connsiteY537" fmla="*/ 1981601 h 6858000"/>
              <a:gd name="connsiteX538" fmla="*/ 5754709 w 7467600"/>
              <a:gd name="connsiteY538" fmla="*/ 2071454 h 6858000"/>
              <a:gd name="connsiteX539" fmla="*/ 5763044 w 7467600"/>
              <a:gd name="connsiteY539" fmla="*/ 2842206 h 6858000"/>
              <a:gd name="connsiteX540" fmla="*/ 5764974 w 7467600"/>
              <a:gd name="connsiteY540" fmla="*/ 2799609 h 6858000"/>
              <a:gd name="connsiteX541" fmla="*/ 5767665 w 7467600"/>
              <a:gd name="connsiteY541" fmla="*/ 2666409 h 6858000"/>
              <a:gd name="connsiteX542" fmla="*/ 5763055 w 7467600"/>
              <a:gd name="connsiteY542" fmla="*/ 2579705 h 6858000"/>
              <a:gd name="connsiteX543" fmla="*/ 5758079 w 7467600"/>
              <a:gd name="connsiteY543" fmla="*/ 2492508 h 6858000"/>
              <a:gd name="connsiteX544" fmla="*/ 5779325 w 7467600"/>
              <a:gd name="connsiteY544" fmla="*/ 2197069 h 6858000"/>
              <a:gd name="connsiteX545" fmla="*/ 5798671 w 7467600"/>
              <a:gd name="connsiteY545" fmla="*/ 1981601 h 6858000"/>
              <a:gd name="connsiteX546" fmla="*/ 5829202 w 7467600"/>
              <a:gd name="connsiteY546" fmla="*/ 1971679 h 6858000"/>
              <a:gd name="connsiteX547" fmla="*/ 5809558 w 7467600"/>
              <a:gd name="connsiteY547" fmla="*/ 2198043 h 6858000"/>
              <a:gd name="connsiteX548" fmla="*/ 5788653 w 7467600"/>
              <a:gd name="connsiteY548" fmla="*/ 2489430 h 6858000"/>
              <a:gd name="connsiteX549" fmla="*/ 5793439 w 7467600"/>
              <a:gd name="connsiteY549" fmla="*/ 2575235 h 6858000"/>
              <a:gd name="connsiteX550" fmla="*/ 5796837 w 7467600"/>
              <a:gd name="connsiteY550" fmla="*/ 2637633 h 6858000"/>
              <a:gd name="connsiteX551" fmla="*/ 5818614 w 7467600"/>
              <a:gd name="connsiteY551" fmla="*/ 2473055 h 6858000"/>
              <a:gd name="connsiteX552" fmla="*/ 5829202 w 7467600"/>
              <a:gd name="connsiteY552" fmla="*/ 1971679 h 6858000"/>
              <a:gd name="connsiteX553" fmla="*/ 5911389 w 7467600"/>
              <a:gd name="connsiteY553" fmla="*/ 1898371 h 6858000"/>
              <a:gd name="connsiteX554" fmla="*/ 6237627 w 7467600"/>
              <a:gd name="connsiteY554" fmla="*/ 2231921 h 6858000"/>
              <a:gd name="connsiteX555" fmla="*/ 5911389 w 7467600"/>
              <a:gd name="connsiteY555" fmla="*/ 1898371 h 6858000"/>
              <a:gd name="connsiteX556" fmla="*/ 6944437 w 7467600"/>
              <a:gd name="connsiteY556" fmla="*/ 1575402 h 6858000"/>
              <a:gd name="connsiteX557" fmla="*/ 6304730 w 7467600"/>
              <a:gd name="connsiteY557" fmla="*/ 1766654 h 6858000"/>
              <a:gd name="connsiteX558" fmla="*/ 6944437 w 7467600"/>
              <a:gd name="connsiteY558" fmla="*/ 1575402 h 6858000"/>
              <a:gd name="connsiteX559" fmla="*/ 7019523 w 7467600"/>
              <a:gd name="connsiteY559" fmla="*/ 1519450 h 6858000"/>
              <a:gd name="connsiteX560" fmla="*/ 6298091 w 7467600"/>
              <a:gd name="connsiteY560" fmla="*/ 1737122 h 6858000"/>
              <a:gd name="connsiteX561" fmla="*/ 7019523 w 7467600"/>
              <a:gd name="connsiteY561" fmla="*/ 1519450 h 6858000"/>
              <a:gd name="connsiteX562" fmla="*/ 2399523 w 7467600"/>
              <a:gd name="connsiteY562" fmla="*/ 1428234 h 6858000"/>
              <a:gd name="connsiteX563" fmla="*/ 2224982 w 7467600"/>
              <a:gd name="connsiteY563" fmla="*/ 1826201 h 6858000"/>
              <a:gd name="connsiteX564" fmla="*/ 2096099 w 7467600"/>
              <a:gd name="connsiteY564" fmla="*/ 2345900 h 6858000"/>
              <a:gd name="connsiteX565" fmla="*/ 2283317 w 7467600"/>
              <a:gd name="connsiteY565" fmla="*/ 1796925 h 6858000"/>
              <a:gd name="connsiteX566" fmla="*/ 2399523 w 7467600"/>
              <a:gd name="connsiteY566" fmla="*/ 1428234 h 6858000"/>
              <a:gd name="connsiteX567" fmla="*/ 2448558 w 7467600"/>
              <a:gd name="connsiteY567" fmla="*/ 1373435 h 6858000"/>
              <a:gd name="connsiteX568" fmla="*/ 2312521 w 7467600"/>
              <a:gd name="connsiteY568" fmla="*/ 1806140 h 6858000"/>
              <a:gd name="connsiteX569" fmla="*/ 2127533 w 7467600"/>
              <a:gd name="connsiteY569" fmla="*/ 2348380 h 6858000"/>
              <a:gd name="connsiteX570" fmla="*/ 2358080 w 7467600"/>
              <a:gd name="connsiteY570" fmla="*/ 1866134 h 6858000"/>
              <a:gd name="connsiteX571" fmla="*/ 2407436 w 7467600"/>
              <a:gd name="connsiteY571" fmla="*/ 1651070 h 6858000"/>
              <a:gd name="connsiteX572" fmla="*/ 2448558 w 7467600"/>
              <a:gd name="connsiteY572" fmla="*/ 1373435 h 6858000"/>
              <a:gd name="connsiteX573" fmla="*/ 278707 w 7467600"/>
              <a:gd name="connsiteY573" fmla="*/ 1352270 h 6858000"/>
              <a:gd name="connsiteX574" fmla="*/ 321570 w 7467600"/>
              <a:gd name="connsiteY574" fmla="*/ 1861610 h 6858000"/>
              <a:gd name="connsiteX575" fmla="*/ 294281 w 7467600"/>
              <a:gd name="connsiteY575" fmla="*/ 1440658 h 6858000"/>
              <a:gd name="connsiteX576" fmla="*/ 278707 w 7467600"/>
              <a:gd name="connsiteY576" fmla="*/ 1352270 h 6858000"/>
              <a:gd name="connsiteX577" fmla="*/ 1423821 w 7467600"/>
              <a:gd name="connsiteY577" fmla="*/ 1351958 h 6858000"/>
              <a:gd name="connsiteX578" fmla="*/ 1638521 w 7467600"/>
              <a:gd name="connsiteY578" fmla="*/ 1908470 h 6858000"/>
              <a:gd name="connsiteX579" fmla="*/ 1754199 w 7467600"/>
              <a:gd name="connsiteY579" fmla="*/ 2149284 h 6858000"/>
              <a:gd name="connsiteX580" fmla="*/ 1908359 w 7467600"/>
              <a:gd name="connsiteY580" fmla="*/ 2364988 h 6858000"/>
              <a:gd name="connsiteX581" fmla="*/ 1647661 w 7467600"/>
              <a:gd name="connsiteY581" fmla="*/ 1825945 h 6858000"/>
              <a:gd name="connsiteX582" fmla="*/ 1423821 w 7467600"/>
              <a:gd name="connsiteY582" fmla="*/ 1351958 h 6858000"/>
              <a:gd name="connsiteX583" fmla="*/ 1431890 w 7467600"/>
              <a:gd name="connsiteY583" fmla="*/ 1306475 h 6858000"/>
              <a:gd name="connsiteX584" fmla="*/ 1507597 w 7467600"/>
              <a:gd name="connsiteY584" fmla="*/ 1446132 h 6858000"/>
              <a:gd name="connsiteX585" fmla="*/ 1674586 w 7467600"/>
              <a:gd name="connsiteY585" fmla="*/ 1813832 h 6858000"/>
              <a:gd name="connsiteX586" fmla="*/ 1815950 w 7467600"/>
              <a:gd name="connsiteY586" fmla="*/ 2128564 h 6858000"/>
              <a:gd name="connsiteX587" fmla="*/ 1984242 w 7467600"/>
              <a:gd name="connsiteY587" fmla="*/ 2430829 h 6858000"/>
              <a:gd name="connsiteX588" fmla="*/ 2014023 w 7467600"/>
              <a:gd name="connsiteY588" fmla="*/ 2450995 h 6858000"/>
              <a:gd name="connsiteX589" fmla="*/ 1747337 w 7467600"/>
              <a:gd name="connsiteY589" fmla="*/ 1855264 h 6858000"/>
              <a:gd name="connsiteX590" fmla="*/ 1533749 w 7467600"/>
              <a:gd name="connsiteY590" fmla="*/ 1478656 h 6858000"/>
              <a:gd name="connsiteX591" fmla="*/ 1431890 w 7467600"/>
              <a:gd name="connsiteY591" fmla="*/ 1306475 h 6858000"/>
              <a:gd name="connsiteX592" fmla="*/ 5052692 w 7467600"/>
              <a:gd name="connsiteY592" fmla="*/ 1292994 h 6858000"/>
              <a:gd name="connsiteX593" fmla="*/ 5200661 w 7467600"/>
              <a:gd name="connsiteY593" fmla="*/ 1635186 h 6858000"/>
              <a:gd name="connsiteX594" fmla="*/ 5297138 w 7467600"/>
              <a:gd name="connsiteY594" fmla="*/ 1906351 h 6858000"/>
              <a:gd name="connsiteX595" fmla="*/ 5052692 w 7467600"/>
              <a:gd name="connsiteY595" fmla="*/ 1292994 h 6858000"/>
              <a:gd name="connsiteX596" fmla="*/ 5009948 w 7467600"/>
              <a:gd name="connsiteY596" fmla="*/ 1273619 h 6858000"/>
              <a:gd name="connsiteX597" fmla="*/ 5121777 w 7467600"/>
              <a:gd name="connsiteY597" fmla="*/ 1654213 h 6858000"/>
              <a:gd name="connsiteX598" fmla="*/ 5293545 w 7467600"/>
              <a:gd name="connsiteY598" fmla="*/ 2072247 h 6858000"/>
              <a:gd name="connsiteX599" fmla="*/ 5294042 w 7467600"/>
              <a:gd name="connsiteY599" fmla="*/ 2065019 h 6858000"/>
              <a:gd name="connsiteX600" fmla="*/ 5171936 w 7467600"/>
              <a:gd name="connsiteY600" fmla="*/ 1647613 h 6858000"/>
              <a:gd name="connsiteX601" fmla="*/ 5009948 w 7467600"/>
              <a:gd name="connsiteY601" fmla="*/ 1273619 h 6858000"/>
              <a:gd name="connsiteX602" fmla="*/ 655236 w 7467600"/>
              <a:gd name="connsiteY602" fmla="*/ 1268632 h 6858000"/>
              <a:gd name="connsiteX603" fmla="*/ 839521 w 7467600"/>
              <a:gd name="connsiteY603" fmla="*/ 1685315 h 6858000"/>
              <a:gd name="connsiteX604" fmla="*/ 1109416 w 7467600"/>
              <a:gd name="connsiteY604" fmla="*/ 2061663 h 6858000"/>
              <a:gd name="connsiteX605" fmla="*/ 1298300 w 7467600"/>
              <a:gd name="connsiteY605" fmla="*/ 2247742 h 6858000"/>
              <a:gd name="connsiteX606" fmla="*/ 1125871 w 7467600"/>
              <a:gd name="connsiteY606" fmla="*/ 1989513 h 6858000"/>
              <a:gd name="connsiteX607" fmla="*/ 981574 w 7467600"/>
              <a:gd name="connsiteY607" fmla="*/ 1783157 h 6858000"/>
              <a:gd name="connsiteX608" fmla="*/ 922198 w 7467600"/>
              <a:gd name="connsiteY608" fmla="*/ 1677437 h 6858000"/>
              <a:gd name="connsiteX609" fmla="*/ 869293 w 7467600"/>
              <a:gd name="connsiteY609" fmla="*/ 1583214 h 6858000"/>
              <a:gd name="connsiteX610" fmla="*/ 751431 w 7467600"/>
              <a:gd name="connsiteY610" fmla="*/ 1405731 h 6858000"/>
              <a:gd name="connsiteX611" fmla="*/ 655236 w 7467600"/>
              <a:gd name="connsiteY611" fmla="*/ 1268632 h 6858000"/>
              <a:gd name="connsiteX612" fmla="*/ 6516292 w 7467600"/>
              <a:gd name="connsiteY612" fmla="*/ 1263064 h 6858000"/>
              <a:gd name="connsiteX613" fmla="*/ 5736320 w 7467600"/>
              <a:gd name="connsiteY613" fmla="*/ 1501803 h 6858000"/>
              <a:gd name="connsiteX614" fmla="*/ 6516292 w 7467600"/>
              <a:gd name="connsiteY614" fmla="*/ 1263064 h 6858000"/>
              <a:gd name="connsiteX615" fmla="*/ 291466 w 7467600"/>
              <a:gd name="connsiteY615" fmla="*/ 1250369 h 6858000"/>
              <a:gd name="connsiteX616" fmla="*/ 323180 w 7467600"/>
              <a:gd name="connsiteY616" fmla="*/ 1435283 h 6858000"/>
              <a:gd name="connsiteX617" fmla="*/ 349381 w 7467600"/>
              <a:gd name="connsiteY617" fmla="*/ 1875041 h 6858000"/>
              <a:gd name="connsiteX618" fmla="*/ 374363 w 7467600"/>
              <a:gd name="connsiteY618" fmla="*/ 1506494 h 6858000"/>
              <a:gd name="connsiteX619" fmla="*/ 302168 w 7467600"/>
              <a:gd name="connsiteY619" fmla="*/ 1274495 h 6858000"/>
              <a:gd name="connsiteX620" fmla="*/ 291466 w 7467600"/>
              <a:gd name="connsiteY620" fmla="*/ 1250369 h 6858000"/>
              <a:gd name="connsiteX621" fmla="*/ 678222 w 7467600"/>
              <a:gd name="connsiteY621" fmla="*/ 1248670 h 6858000"/>
              <a:gd name="connsiteX622" fmla="*/ 775536 w 7467600"/>
              <a:gd name="connsiteY622" fmla="*/ 1388015 h 6858000"/>
              <a:gd name="connsiteX623" fmla="*/ 894529 w 7467600"/>
              <a:gd name="connsiteY623" fmla="*/ 1567739 h 6858000"/>
              <a:gd name="connsiteX624" fmla="*/ 948000 w 7467600"/>
              <a:gd name="connsiteY624" fmla="*/ 1663088 h 6858000"/>
              <a:gd name="connsiteX625" fmla="*/ 1006812 w 7467600"/>
              <a:gd name="connsiteY625" fmla="*/ 1767683 h 6858000"/>
              <a:gd name="connsiteX626" fmla="*/ 1149133 w 7467600"/>
              <a:gd name="connsiteY626" fmla="*/ 1971513 h 6858000"/>
              <a:gd name="connsiteX627" fmla="*/ 1333952 w 7467600"/>
              <a:gd name="connsiteY627" fmla="*/ 2251620 h 6858000"/>
              <a:gd name="connsiteX628" fmla="*/ 1337329 w 7467600"/>
              <a:gd name="connsiteY628" fmla="*/ 2258350 h 6858000"/>
              <a:gd name="connsiteX629" fmla="*/ 1014726 w 7467600"/>
              <a:gd name="connsiteY629" fmla="*/ 1615556 h 6858000"/>
              <a:gd name="connsiteX630" fmla="*/ 678222 w 7467600"/>
              <a:gd name="connsiteY630" fmla="*/ 1248670 h 6858000"/>
              <a:gd name="connsiteX631" fmla="*/ 6691602 w 7467600"/>
              <a:gd name="connsiteY631" fmla="*/ 1140573 h 6858000"/>
              <a:gd name="connsiteX632" fmla="*/ 6571100 w 7467600"/>
              <a:gd name="connsiteY632" fmla="*/ 1183662 h 6858000"/>
              <a:gd name="connsiteX633" fmla="*/ 6241687 w 7467600"/>
              <a:gd name="connsiteY633" fmla="*/ 1257600 h 6858000"/>
              <a:gd name="connsiteX634" fmla="*/ 5693009 w 7467600"/>
              <a:gd name="connsiteY634" fmla="*/ 1478256 h 6858000"/>
              <a:gd name="connsiteX635" fmla="*/ 6548420 w 7467600"/>
              <a:gd name="connsiteY635" fmla="*/ 1214599 h 6858000"/>
              <a:gd name="connsiteX636" fmla="*/ 6605473 w 7467600"/>
              <a:gd name="connsiteY636" fmla="*/ 1184686 h 6858000"/>
              <a:gd name="connsiteX637" fmla="*/ 6691602 w 7467600"/>
              <a:gd name="connsiteY637" fmla="*/ 1140573 h 6858000"/>
              <a:gd name="connsiteX638" fmla="*/ 4002475 w 7467600"/>
              <a:gd name="connsiteY638" fmla="*/ 1037802 h 6858000"/>
              <a:gd name="connsiteX639" fmla="*/ 4000324 w 7467600"/>
              <a:gd name="connsiteY639" fmla="*/ 1039362 h 6858000"/>
              <a:gd name="connsiteX640" fmla="*/ 4002862 w 7467600"/>
              <a:gd name="connsiteY640" fmla="*/ 1042866 h 6858000"/>
              <a:gd name="connsiteX641" fmla="*/ 4002475 w 7467600"/>
              <a:gd name="connsiteY641" fmla="*/ 1037802 h 6858000"/>
              <a:gd name="connsiteX642" fmla="*/ 506322 w 7467600"/>
              <a:gd name="connsiteY642" fmla="*/ 1020997 h 6858000"/>
              <a:gd name="connsiteX643" fmla="*/ 533068 w 7467600"/>
              <a:gd name="connsiteY643" fmla="*/ 1029409 h 6858000"/>
              <a:gd name="connsiteX644" fmla="*/ 1232525 w 7467600"/>
              <a:gd name="connsiteY644" fmla="*/ 1804675 h 6858000"/>
              <a:gd name="connsiteX645" fmla="*/ 1388858 w 7467600"/>
              <a:gd name="connsiteY645" fmla="*/ 2368011 h 6858000"/>
              <a:gd name="connsiteX646" fmla="*/ 1384098 w 7467600"/>
              <a:gd name="connsiteY646" fmla="*/ 2378125 h 6858000"/>
              <a:gd name="connsiteX647" fmla="*/ 1425393 w 7467600"/>
              <a:gd name="connsiteY647" fmla="*/ 2589124 h 6858000"/>
              <a:gd name="connsiteX648" fmla="*/ 1424001 w 7467600"/>
              <a:gd name="connsiteY648" fmla="*/ 2597541 h 6858000"/>
              <a:gd name="connsiteX649" fmla="*/ 2152729 w 7467600"/>
              <a:gd name="connsiteY649" fmla="*/ 2864487 h 6858000"/>
              <a:gd name="connsiteX650" fmla="*/ 2020609 w 7467600"/>
              <a:gd name="connsiteY650" fmla="*/ 2539671 h 6858000"/>
              <a:gd name="connsiteX651" fmla="*/ 2018920 w 7467600"/>
              <a:gd name="connsiteY651" fmla="*/ 2536309 h 6858000"/>
              <a:gd name="connsiteX652" fmla="*/ 1342441 w 7467600"/>
              <a:gd name="connsiteY652" fmla="*/ 1173017 h 6858000"/>
              <a:gd name="connsiteX653" fmla="*/ 1367925 w 7467600"/>
              <a:gd name="connsiteY653" fmla="*/ 1135648 h 6858000"/>
              <a:gd name="connsiteX654" fmla="*/ 1771401 w 7467600"/>
              <a:gd name="connsiteY654" fmla="*/ 1806673 h 6858000"/>
              <a:gd name="connsiteX655" fmla="*/ 1972385 w 7467600"/>
              <a:gd name="connsiteY655" fmla="*/ 2198735 h 6858000"/>
              <a:gd name="connsiteX656" fmla="*/ 2040892 w 7467600"/>
              <a:gd name="connsiteY656" fmla="*/ 2405205 h 6858000"/>
              <a:gd name="connsiteX657" fmla="*/ 2131689 w 7467600"/>
              <a:gd name="connsiteY657" fmla="*/ 1936926 h 6858000"/>
              <a:gd name="connsiteX658" fmla="*/ 2454820 w 7467600"/>
              <a:gd name="connsiteY658" fmla="*/ 1248808 h 6858000"/>
              <a:gd name="connsiteX659" fmla="*/ 2492512 w 7467600"/>
              <a:gd name="connsiteY659" fmla="*/ 1302920 h 6858000"/>
              <a:gd name="connsiteX660" fmla="*/ 2081216 w 7467600"/>
              <a:gd name="connsiteY660" fmla="*/ 2527513 h 6858000"/>
              <a:gd name="connsiteX661" fmla="*/ 2081211 w 7467600"/>
              <a:gd name="connsiteY661" fmla="*/ 2528916 h 6858000"/>
              <a:gd name="connsiteX662" fmla="*/ 2199067 w 7467600"/>
              <a:gd name="connsiteY662" fmla="*/ 2884061 h 6858000"/>
              <a:gd name="connsiteX663" fmla="*/ 3192586 w 7467600"/>
              <a:gd name="connsiteY663" fmla="*/ 3411496 h 6858000"/>
              <a:gd name="connsiteX664" fmla="*/ 3182620 w 7467600"/>
              <a:gd name="connsiteY664" fmla="*/ 3483279 h 6858000"/>
              <a:gd name="connsiteX665" fmla="*/ 2435119 w 7467600"/>
              <a:gd name="connsiteY665" fmla="*/ 3080173 h 6858000"/>
              <a:gd name="connsiteX666" fmla="*/ 2410152 w 7467600"/>
              <a:gd name="connsiteY666" fmla="*/ 3063751 h 6858000"/>
              <a:gd name="connsiteX667" fmla="*/ 2408099 w 7467600"/>
              <a:gd name="connsiteY667" fmla="*/ 3064403 h 6858000"/>
              <a:gd name="connsiteX668" fmla="*/ 2407218 w 7467600"/>
              <a:gd name="connsiteY668" fmla="*/ 3070324 h 6858000"/>
              <a:gd name="connsiteX669" fmla="*/ 2380138 w 7467600"/>
              <a:gd name="connsiteY669" fmla="*/ 3099341 h 6858000"/>
              <a:gd name="connsiteX670" fmla="*/ 1765923 w 7467600"/>
              <a:gd name="connsiteY670" fmla="*/ 3581043 h 6858000"/>
              <a:gd name="connsiteX671" fmla="*/ 1702258 w 7467600"/>
              <a:gd name="connsiteY671" fmla="*/ 3612286 h 6858000"/>
              <a:gd name="connsiteX672" fmla="*/ 1538370 w 7467600"/>
              <a:gd name="connsiteY672" fmla="*/ 3811804 h 6858000"/>
              <a:gd name="connsiteX673" fmla="*/ 542867 w 7467600"/>
              <a:gd name="connsiteY673" fmla="*/ 4944092 h 6858000"/>
              <a:gd name="connsiteX674" fmla="*/ 515800 w 7467600"/>
              <a:gd name="connsiteY674" fmla="*/ 4862180 h 6858000"/>
              <a:gd name="connsiteX675" fmla="*/ 909145 w 7467600"/>
              <a:gd name="connsiteY675" fmla="*/ 4199225 h 6858000"/>
              <a:gd name="connsiteX676" fmla="*/ 1214067 w 7467600"/>
              <a:gd name="connsiteY676" fmla="*/ 3908561 h 6858000"/>
              <a:gd name="connsiteX677" fmla="*/ 640967 w 7467600"/>
              <a:gd name="connsiteY677" fmla="*/ 4105601 h 6858000"/>
              <a:gd name="connsiteX678" fmla="*/ 112563 w 7467600"/>
              <a:gd name="connsiteY678" fmla="*/ 4396952 h 6858000"/>
              <a:gd name="connsiteX679" fmla="*/ 0 w 7467600"/>
              <a:gd name="connsiteY679" fmla="*/ 4466006 h 6858000"/>
              <a:gd name="connsiteX680" fmla="*/ 0 w 7467600"/>
              <a:gd name="connsiteY680" fmla="*/ 4233763 h 6858000"/>
              <a:gd name="connsiteX681" fmla="*/ 36881 w 7467600"/>
              <a:gd name="connsiteY681" fmla="*/ 4200118 h 6858000"/>
              <a:gd name="connsiteX682" fmla="*/ 910534 w 7467600"/>
              <a:gd name="connsiteY682" fmla="*/ 3629753 h 6858000"/>
              <a:gd name="connsiteX683" fmla="*/ 1578717 w 7467600"/>
              <a:gd name="connsiteY683" fmla="*/ 3575982 h 6858000"/>
              <a:gd name="connsiteX684" fmla="*/ 2338780 w 7467600"/>
              <a:gd name="connsiteY684" fmla="*/ 3033725 h 6858000"/>
              <a:gd name="connsiteX685" fmla="*/ 1807991 w 7467600"/>
              <a:gd name="connsiteY685" fmla="*/ 2807184 h 6858000"/>
              <a:gd name="connsiteX686" fmla="*/ 1416358 w 7467600"/>
              <a:gd name="connsiteY686" fmla="*/ 3112571 h 6858000"/>
              <a:gd name="connsiteX687" fmla="*/ 939066 w 7467600"/>
              <a:gd name="connsiteY687" fmla="*/ 3378798 h 6858000"/>
              <a:gd name="connsiteX688" fmla="*/ 115099 w 7467600"/>
              <a:gd name="connsiteY688" fmla="*/ 3607650 h 6858000"/>
              <a:gd name="connsiteX689" fmla="*/ 97284 w 7467600"/>
              <a:gd name="connsiteY689" fmla="*/ 3520393 h 6858000"/>
              <a:gd name="connsiteX690" fmla="*/ 922050 w 7467600"/>
              <a:gd name="connsiteY690" fmla="*/ 3074867 h 6858000"/>
              <a:gd name="connsiteX691" fmla="*/ 1405265 w 7467600"/>
              <a:gd name="connsiteY691" fmla="*/ 3016319 h 6858000"/>
              <a:gd name="connsiteX692" fmla="*/ 1407512 w 7467600"/>
              <a:gd name="connsiteY692" fmla="*/ 3018001 h 6858000"/>
              <a:gd name="connsiteX693" fmla="*/ 1726266 w 7467600"/>
              <a:gd name="connsiteY693" fmla="*/ 2777274 h 6858000"/>
              <a:gd name="connsiteX694" fmla="*/ 625390 w 7467600"/>
              <a:gd name="connsiteY694" fmla="*/ 2514541 h 6858000"/>
              <a:gd name="connsiteX695" fmla="*/ 619799 w 7467600"/>
              <a:gd name="connsiteY695" fmla="*/ 2527180 h 6858000"/>
              <a:gd name="connsiteX696" fmla="*/ 310030 w 7467600"/>
              <a:gd name="connsiteY696" fmla="*/ 2771818 h 6858000"/>
              <a:gd name="connsiteX697" fmla="*/ 173877 w 7467600"/>
              <a:gd name="connsiteY697" fmla="*/ 2937056 h 6858000"/>
              <a:gd name="connsiteX698" fmla="*/ 77889 w 7467600"/>
              <a:gd name="connsiteY698" fmla="*/ 3138440 h 6858000"/>
              <a:gd name="connsiteX699" fmla="*/ 0 w 7467600"/>
              <a:gd name="connsiteY699" fmla="*/ 3271395 h 6858000"/>
              <a:gd name="connsiteX700" fmla="*/ 0 w 7467600"/>
              <a:gd name="connsiteY700" fmla="*/ 3153002 h 6858000"/>
              <a:gd name="connsiteX701" fmla="*/ 2386 w 7467600"/>
              <a:gd name="connsiteY701" fmla="*/ 3149203 h 6858000"/>
              <a:gd name="connsiteX702" fmla="*/ 89753 w 7467600"/>
              <a:gd name="connsiteY702" fmla="*/ 2987702 h 6858000"/>
              <a:gd name="connsiteX703" fmla="*/ 76869 w 7467600"/>
              <a:gd name="connsiteY703" fmla="*/ 3005404 h 6858000"/>
              <a:gd name="connsiteX704" fmla="*/ 32049 w 7467600"/>
              <a:gd name="connsiteY704" fmla="*/ 3065814 h 6858000"/>
              <a:gd name="connsiteX705" fmla="*/ 0 w 7467600"/>
              <a:gd name="connsiteY705" fmla="*/ 3108744 h 6858000"/>
              <a:gd name="connsiteX706" fmla="*/ 0 w 7467600"/>
              <a:gd name="connsiteY706" fmla="*/ 3058059 h 6858000"/>
              <a:gd name="connsiteX707" fmla="*/ 7610 w 7467600"/>
              <a:gd name="connsiteY707" fmla="*/ 3047889 h 6858000"/>
              <a:gd name="connsiteX708" fmla="*/ 52419 w 7467600"/>
              <a:gd name="connsiteY708" fmla="*/ 2987479 h 6858000"/>
              <a:gd name="connsiteX709" fmla="*/ 59142 w 7467600"/>
              <a:gd name="connsiteY709" fmla="*/ 2978488 h 6858000"/>
              <a:gd name="connsiteX710" fmla="*/ 0 w 7467600"/>
              <a:gd name="connsiteY710" fmla="*/ 3015334 h 6858000"/>
              <a:gd name="connsiteX711" fmla="*/ 0 w 7467600"/>
              <a:gd name="connsiteY711" fmla="*/ 2914286 h 6858000"/>
              <a:gd name="connsiteX712" fmla="*/ 36383 w 7467600"/>
              <a:gd name="connsiteY712" fmla="*/ 2901128 h 6858000"/>
              <a:gd name="connsiteX713" fmla="*/ 156329 w 7467600"/>
              <a:gd name="connsiteY713" fmla="*/ 2840533 h 6858000"/>
              <a:gd name="connsiteX714" fmla="*/ 358355 w 7467600"/>
              <a:gd name="connsiteY714" fmla="*/ 2620471 h 6858000"/>
              <a:gd name="connsiteX715" fmla="*/ 510577 w 7467600"/>
              <a:gd name="connsiteY715" fmla="*/ 2501244 h 6858000"/>
              <a:gd name="connsiteX716" fmla="*/ 211967 w 7467600"/>
              <a:gd name="connsiteY716" fmla="*/ 2479171 h 6858000"/>
              <a:gd name="connsiteX717" fmla="*/ 0 w 7467600"/>
              <a:gd name="connsiteY717" fmla="*/ 2476398 h 6858000"/>
              <a:gd name="connsiteX718" fmla="*/ 0 w 7467600"/>
              <a:gd name="connsiteY718" fmla="*/ 2389189 h 6858000"/>
              <a:gd name="connsiteX719" fmla="*/ 103062 w 7467600"/>
              <a:gd name="connsiteY719" fmla="*/ 2389518 h 6858000"/>
              <a:gd name="connsiteX720" fmla="*/ 510734 w 7467600"/>
              <a:gd name="connsiteY720" fmla="*/ 2416201 h 6858000"/>
              <a:gd name="connsiteX721" fmla="*/ 279257 w 7467600"/>
              <a:gd name="connsiteY721" fmla="*/ 2092102 h 6858000"/>
              <a:gd name="connsiteX722" fmla="*/ 65265 w 7467600"/>
              <a:gd name="connsiteY722" fmla="*/ 2006049 h 6858000"/>
              <a:gd name="connsiteX723" fmla="*/ 0 w 7467600"/>
              <a:gd name="connsiteY723" fmla="*/ 1982532 h 6858000"/>
              <a:gd name="connsiteX724" fmla="*/ 0 w 7467600"/>
              <a:gd name="connsiteY724" fmla="*/ 1912789 h 6858000"/>
              <a:gd name="connsiteX725" fmla="*/ 97460 w 7467600"/>
              <a:gd name="connsiteY725" fmla="*/ 1953725 h 6858000"/>
              <a:gd name="connsiteX726" fmla="*/ 221272 w 7467600"/>
              <a:gd name="connsiteY726" fmla="*/ 1980766 h 6858000"/>
              <a:gd name="connsiteX727" fmla="*/ 116765 w 7467600"/>
              <a:gd name="connsiteY727" fmla="*/ 1911033 h 6858000"/>
              <a:gd name="connsiteX728" fmla="*/ 16405 w 7467600"/>
              <a:gd name="connsiteY728" fmla="*/ 1803412 h 6858000"/>
              <a:gd name="connsiteX729" fmla="*/ 0 w 7467600"/>
              <a:gd name="connsiteY729" fmla="*/ 1784777 h 6858000"/>
              <a:gd name="connsiteX730" fmla="*/ 0 w 7467600"/>
              <a:gd name="connsiteY730" fmla="*/ 1740082 h 6858000"/>
              <a:gd name="connsiteX731" fmla="*/ 39394 w 7467600"/>
              <a:gd name="connsiteY731" fmla="*/ 1784856 h 6858000"/>
              <a:gd name="connsiteX732" fmla="*/ 135813 w 7467600"/>
              <a:gd name="connsiteY732" fmla="*/ 1888838 h 6858000"/>
              <a:gd name="connsiteX733" fmla="*/ 242575 w 7467600"/>
              <a:gd name="connsiteY733" fmla="*/ 1958841 h 6858000"/>
              <a:gd name="connsiteX734" fmla="*/ 82197 w 7467600"/>
              <a:gd name="connsiteY734" fmla="*/ 1754826 h 6858000"/>
              <a:gd name="connsiteX735" fmla="*/ 0 w 7467600"/>
              <a:gd name="connsiteY735" fmla="*/ 1679650 h 6858000"/>
              <a:gd name="connsiteX736" fmla="*/ 0 w 7467600"/>
              <a:gd name="connsiteY736" fmla="*/ 1602463 h 6858000"/>
              <a:gd name="connsiteX737" fmla="*/ 84689 w 7467600"/>
              <a:gd name="connsiteY737" fmla="*/ 1677442 h 6858000"/>
              <a:gd name="connsiteX738" fmla="*/ 298437 w 7467600"/>
              <a:gd name="connsiteY738" fmla="*/ 1968019 h 6858000"/>
              <a:gd name="connsiteX739" fmla="*/ 227269 w 7467600"/>
              <a:gd name="connsiteY739" fmla="*/ 1114064 h 6858000"/>
              <a:gd name="connsiteX740" fmla="*/ 248003 w 7467600"/>
              <a:gd name="connsiteY740" fmla="*/ 1089613 h 6858000"/>
              <a:gd name="connsiteX741" fmla="*/ 427020 w 7467600"/>
              <a:gd name="connsiteY741" fmla="*/ 1619803 h 6858000"/>
              <a:gd name="connsiteX742" fmla="*/ 340345 w 7467600"/>
              <a:gd name="connsiteY742" fmla="*/ 2027739 h 6858000"/>
              <a:gd name="connsiteX743" fmla="*/ 360865 w 7467600"/>
              <a:gd name="connsiteY743" fmla="*/ 2044827 h 6858000"/>
              <a:gd name="connsiteX744" fmla="*/ 560414 w 7467600"/>
              <a:gd name="connsiteY744" fmla="*/ 2421457 h 6858000"/>
              <a:gd name="connsiteX745" fmla="*/ 1359703 w 7467600"/>
              <a:gd name="connsiteY745" fmla="*/ 2578554 h 6858000"/>
              <a:gd name="connsiteX746" fmla="*/ 1359422 w 7467600"/>
              <a:gd name="connsiteY746" fmla="*/ 2577994 h 6858000"/>
              <a:gd name="connsiteX747" fmla="*/ 828701 w 7467600"/>
              <a:gd name="connsiteY747" fmla="*/ 1839520 h 6858000"/>
              <a:gd name="connsiteX748" fmla="*/ 494427 w 7467600"/>
              <a:gd name="connsiteY748" fmla="*/ 1092333 h 6858000"/>
              <a:gd name="connsiteX749" fmla="*/ 506322 w 7467600"/>
              <a:gd name="connsiteY749" fmla="*/ 1020997 h 6858000"/>
              <a:gd name="connsiteX750" fmla="*/ 4570198 w 7467600"/>
              <a:gd name="connsiteY750" fmla="*/ 978081 h 6858000"/>
              <a:gd name="connsiteX751" fmla="*/ 4523691 w 7467600"/>
              <a:gd name="connsiteY751" fmla="*/ 1127776 h 6858000"/>
              <a:gd name="connsiteX752" fmla="*/ 4509875 w 7467600"/>
              <a:gd name="connsiteY752" fmla="*/ 1167552 h 6858000"/>
              <a:gd name="connsiteX753" fmla="*/ 4478168 w 7467600"/>
              <a:gd name="connsiteY753" fmla="*/ 1260735 h 6858000"/>
              <a:gd name="connsiteX754" fmla="*/ 4409309 w 7467600"/>
              <a:gd name="connsiteY754" fmla="*/ 1666996 h 6858000"/>
              <a:gd name="connsiteX755" fmla="*/ 4370031 w 7467600"/>
              <a:gd name="connsiteY755" fmla="*/ 1955666 h 6858000"/>
              <a:gd name="connsiteX756" fmla="*/ 4570198 w 7467600"/>
              <a:gd name="connsiteY756" fmla="*/ 978081 h 6858000"/>
              <a:gd name="connsiteX757" fmla="*/ 4557898 w 7467600"/>
              <a:gd name="connsiteY757" fmla="*/ 900011 h 6858000"/>
              <a:gd name="connsiteX758" fmla="*/ 4344840 w 7467600"/>
              <a:gd name="connsiteY758" fmla="*/ 1922038 h 6858000"/>
              <a:gd name="connsiteX759" fmla="*/ 4378710 w 7467600"/>
              <a:gd name="connsiteY759" fmla="*/ 1665516 h 6858000"/>
              <a:gd name="connsiteX760" fmla="*/ 4448798 w 7467600"/>
              <a:gd name="connsiteY760" fmla="*/ 1253024 h 6858000"/>
              <a:gd name="connsiteX761" fmla="*/ 4480315 w 7467600"/>
              <a:gd name="connsiteY761" fmla="*/ 1158454 h 6858000"/>
              <a:gd name="connsiteX762" fmla="*/ 4494133 w 7467600"/>
              <a:gd name="connsiteY762" fmla="*/ 1118676 h 6858000"/>
              <a:gd name="connsiteX763" fmla="*/ 4557898 w 7467600"/>
              <a:gd name="connsiteY763" fmla="*/ 900011 h 6858000"/>
              <a:gd name="connsiteX764" fmla="*/ 5870151 w 7467600"/>
              <a:gd name="connsiteY764" fmla="*/ 898890 h 6858000"/>
              <a:gd name="connsiteX765" fmla="*/ 5861335 w 7467600"/>
              <a:gd name="connsiteY765" fmla="*/ 899177 h 6858000"/>
              <a:gd name="connsiteX766" fmla="*/ 5843702 w 7467600"/>
              <a:gd name="connsiteY766" fmla="*/ 899748 h 6858000"/>
              <a:gd name="connsiteX767" fmla="*/ 5651107 w 7467600"/>
              <a:gd name="connsiteY767" fmla="*/ 920306 h 6858000"/>
              <a:gd name="connsiteX768" fmla="*/ 5459407 w 7467600"/>
              <a:gd name="connsiteY768" fmla="*/ 940975 h 6858000"/>
              <a:gd name="connsiteX769" fmla="*/ 5374846 w 7467600"/>
              <a:gd name="connsiteY769" fmla="*/ 941988 h 6858000"/>
              <a:gd name="connsiteX770" fmla="*/ 5256105 w 7467600"/>
              <a:gd name="connsiteY770" fmla="*/ 945632 h 6858000"/>
              <a:gd name="connsiteX771" fmla="*/ 5107071 w 7467600"/>
              <a:gd name="connsiteY771" fmla="*/ 969720 h 6858000"/>
              <a:gd name="connsiteX772" fmla="*/ 4998681 w 7467600"/>
              <a:gd name="connsiteY772" fmla="*/ 988771 h 6858000"/>
              <a:gd name="connsiteX773" fmla="*/ 5870151 w 7467600"/>
              <a:gd name="connsiteY773" fmla="*/ 898890 h 6858000"/>
              <a:gd name="connsiteX774" fmla="*/ 5504425 w 7467600"/>
              <a:gd name="connsiteY774" fmla="*/ 848067 h 6858000"/>
              <a:gd name="connsiteX775" fmla="*/ 4968849 w 7467600"/>
              <a:gd name="connsiteY775" fmla="*/ 962318 h 6858000"/>
              <a:gd name="connsiteX776" fmla="*/ 5104039 w 7467600"/>
              <a:gd name="connsiteY776" fmla="*/ 940634 h 6858000"/>
              <a:gd name="connsiteX777" fmla="*/ 5256311 w 7467600"/>
              <a:gd name="connsiteY777" fmla="*/ 916490 h 6858000"/>
              <a:gd name="connsiteX778" fmla="*/ 5377381 w 7467600"/>
              <a:gd name="connsiteY778" fmla="*/ 912671 h 6858000"/>
              <a:gd name="connsiteX779" fmla="*/ 5460148 w 7467600"/>
              <a:gd name="connsiteY779" fmla="*/ 911442 h 6858000"/>
              <a:gd name="connsiteX780" fmla="*/ 5648971 w 7467600"/>
              <a:gd name="connsiteY780" fmla="*/ 891331 h 6858000"/>
              <a:gd name="connsiteX781" fmla="*/ 5844807 w 7467600"/>
              <a:gd name="connsiteY781" fmla="*/ 870718 h 6858000"/>
              <a:gd name="connsiteX782" fmla="*/ 5862975 w 7467600"/>
              <a:gd name="connsiteY782" fmla="*/ 869756 h 6858000"/>
              <a:gd name="connsiteX783" fmla="*/ 5920887 w 7467600"/>
              <a:gd name="connsiteY783" fmla="*/ 865929 h 6858000"/>
              <a:gd name="connsiteX784" fmla="*/ 5504425 w 7467600"/>
              <a:gd name="connsiteY784" fmla="*/ 848067 h 6858000"/>
              <a:gd name="connsiteX785" fmla="*/ 3607114 w 7467600"/>
              <a:gd name="connsiteY785" fmla="*/ 467441 h 6858000"/>
              <a:gd name="connsiteX786" fmla="*/ 3296242 w 7467600"/>
              <a:gd name="connsiteY786" fmla="*/ 807991 h 6858000"/>
              <a:gd name="connsiteX787" fmla="*/ 3174674 w 7467600"/>
              <a:gd name="connsiteY787" fmla="*/ 919759 h 6858000"/>
              <a:gd name="connsiteX788" fmla="*/ 3042978 w 7467600"/>
              <a:gd name="connsiteY788" fmla="*/ 1054894 h 6858000"/>
              <a:gd name="connsiteX789" fmla="*/ 2968914 w 7467600"/>
              <a:gd name="connsiteY789" fmla="*/ 1133756 h 6858000"/>
              <a:gd name="connsiteX790" fmla="*/ 3103823 w 7467600"/>
              <a:gd name="connsiteY790" fmla="*/ 1026814 h 6858000"/>
              <a:gd name="connsiteX791" fmla="*/ 3607114 w 7467600"/>
              <a:gd name="connsiteY791" fmla="*/ 467441 h 6858000"/>
              <a:gd name="connsiteX792" fmla="*/ 3744487 w 7467600"/>
              <a:gd name="connsiteY792" fmla="*/ 383136 h 6858000"/>
              <a:gd name="connsiteX793" fmla="*/ 3970213 w 7467600"/>
              <a:gd name="connsiteY793" fmla="*/ 995559 h 6858000"/>
              <a:gd name="connsiteX794" fmla="*/ 3744487 w 7467600"/>
              <a:gd name="connsiteY794" fmla="*/ 383136 h 6858000"/>
              <a:gd name="connsiteX795" fmla="*/ 3624562 w 7467600"/>
              <a:gd name="connsiteY795" fmla="*/ 367041 h 6858000"/>
              <a:gd name="connsiteX796" fmla="*/ 3489712 w 7467600"/>
              <a:gd name="connsiteY796" fmla="*/ 485386 h 6858000"/>
              <a:gd name="connsiteX797" fmla="*/ 3182994 w 7467600"/>
              <a:gd name="connsiteY797" fmla="*/ 828265 h 6858000"/>
              <a:gd name="connsiteX798" fmla="*/ 2892114 w 7467600"/>
              <a:gd name="connsiteY798" fmla="*/ 1172635 h 6858000"/>
              <a:gd name="connsiteX799" fmla="*/ 3021459 w 7467600"/>
              <a:gd name="connsiteY799" fmla="*/ 1035385 h 6858000"/>
              <a:gd name="connsiteX800" fmla="*/ 3153873 w 7467600"/>
              <a:gd name="connsiteY800" fmla="*/ 898971 h 6858000"/>
              <a:gd name="connsiteX801" fmla="*/ 3276511 w 7467600"/>
              <a:gd name="connsiteY801" fmla="*/ 786423 h 6858000"/>
              <a:gd name="connsiteX802" fmla="*/ 3584154 w 7467600"/>
              <a:gd name="connsiteY802" fmla="*/ 448218 h 6858000"/>
              <a:gd name="connsiteX803" fmla="*/ 3624562 w 7467600"/>
              <a:gd name="connsiteY803" fmla="*/ 367041 h 6858000"/>
              <a:gd name="connsiteX804" fmla="*/ 3766672 w 7467600"/>
              <a:gd name="connsiteY804" fmla="*/ 359429 h 6858000"/>
              <a:gd name="connsiteX805" fmla="*/ 3996338 w 7467600"/>
              <a:gd name="connsiteY805" fmla="*/ 968237 h 6858000"/>
              <a:gd name="connsiteX806" fmla="*/ 3766672 w 7467600"/>
              <a:gd name="connsiteY806" fmla="*/ 359429 h 6858000"/>
              <a:gd name="connsiteX807" fmla="*/ 5805386 w 7467600"/>
              <a:gd name="connsiteY807" fmla="*/ 239240 h 6858000"/>
              <a:gd name="connsiteX808" fmla="*/ 5736947 w 7467600"/>
              <a:gd name="connsiteY808" fmla="*/ 261367 h 6858000"/>
              <a:gd name="connsiteX809" fmla="*/ 5427012 w 7467600"/>
              <a:gd name="connsiteY809" fmla="*/ 311272 h 6858000"/>
              <a:gd name="connsiteX810" fmla="*/ 5147818 w 7467600"/>
              <a:gd name="connsiteY810" fmla="*/ 322112 h 6858000"/>
              <a:gd name="connsiteX811" fmla="*/ 5060854 w 7467600"/>
              <a:gd name="connsiteY811" fmla="*/ 311882 h 6858000"/>
              <a:gd name="connsiteX812" fmla="*/ 4945989 w 7467600"/>
              <a:gd name="connsiteY812" fmla="*/ 300516 h 6858000"/>
              <a:gd name="connsiteX813" fmla="*/ 5410479 w 7467600"/>
              <a:gd name="connsiteY813" fmla="*/ 348434 h 6858000"/>
              <a:gd name="connsiteX814" fmla="*/ 5805386 w 7467600"/>
              <a:gd name="connsiteY814" fmla="*/ 239240 h 6858000"/>
              <a:gd name="connsiteX815" fmla="*/ 5905192 w 7467600"/>
              <a:gd name="connsiteY815" fmla="*/ 163079 h 6858000"/>
              <a:gd name="connsiteX816" fmla="*/ 5865655 w 7467600"/>
              <a:gd name="connsiteY816" fmla="*/ 171901 h 6858000"/>
              <a:gd name="connsiteX817" fmla="*/ 5259740 w 7467600"/>
              <a:gd name="connsiteY817" fmla="*/ 257013 h 6858000"/>
              <a:gd name="connsiteX818" fmla="*/ 5208466 w 7467600"/>
              <a:gd name="connsiteY818" fmla="*/ 257550 h 6858000"/>
              <a:gd name="connsiteX819" fmla="*/ 4980204 w 7467600"/>
              <a:gd name="connsiteY819" fmla="*/ 271903 h 6858000"/>
              <a:gd name="connsiteX820" fmla="*/ 5068068 w 7467600"/>
              <a:gd name="connsiteY820" fmla="*/ 282244 h 6858000"/>
              <a:gd name="connsiteX821" fmla="*/ 5153231 w 7467600"/>
              <a:gd name="connsiteY821" fmla="*/ 292240 h 6858000"/>
              <a:gd name="connsiteX822" fmla="*/ 5426491 w 7467600"/>
              <a:gd name="connsiteY822" fmla="*/ 281128 h 6858000"/>
              <a:gd name="connsiteX823" fmla="*/ 5731212 w 7467600"/>
              <a:gd name="connsiteY823" fmla="*/ 231951 h 6858000"/>
              <a:gd name="connsiteX824" fmla="*/ 5905192 w 7467600"/>
              <a:gd name="connsiteY824" fmla="*/ 163079 h 6858000"/>
              <a:gd name="connsiteX825" fmla="*/ 5944437 w 7467600"/>
              <a:gd name="connsiteY825" fmla="*/ 113829 h 6858000"/>
              <a:gd name="connsiteX826" fmla="*/ 5825032 w 7467600"/>
              <a:gd name="connsiteY826" fmla="*/ 146405 h 6858000"/>
              <a:gd name="connsiteX827" fmla="*/ 4955599 w 7467600"/>
              <a:gd name="connsiteY827" fmla="*/ 247008 h 6858000"/>
              <a:gd name="connsiteX828" fmla="*/ 5210104 w 7467600"/>
              <a:gd name="connsiteY828" fmla="*/ 228123 h 6858000"/>
              <a:gd name="connsiteX829" fmla="*/ 5261015 w 7467600"/>
              <a:gd name="connsiteY829" fmla="*/ 227087 h 6858000"/>
              <a:gd name="connsiteX830" fmla="*/ 5861181 w 7467600"/>
              <a:gd name="connsiteY830" fmla="*/ 143093 h 6858000"/>
              <a:gd name="connsiteX831" fmla="*/ 5961252 w 7467600"/>
              <a:gd name="connsiteY831" fmla="*/ 114820 h 6858000"/>
              <a:gd name="connsiteX832" fmla="*/ 5944437 w 7467600"/>
              <a:gd name="connsiteY832" fmla="*/ 113829 h 6858000"/>
              <a:gd name="connsiteX833" fmla="*/ 3882765 w 7467600"/>
              <a:gd name="connsiteY833" fmla="*/ 0 h 6858000"/>
              <a:gd name="connsiteX834" fmla="*/ 3995099 w 7467600"/>
              <a:gd name="connsiteY834" fmla="*/ 0 h 6858000"/>
              <a:gd name="connsiteX835" fmla="*/ 4163818 w 7467600"/>
              <a:gd name="connsiteY835" fmla="*/ 234104 h 6858000"/>
              <a:gd name="connsiteX836" fmla="*/ 4172099 w 7467600"/>
              <a:gd name="connsiteY836" fmla="*/ 234207 h 6858000"/>
              <a:gd name="connsiteX837" fmla="*/ 4784282 w 7467600"/>
              <a:gd name="connsiteY837" fmla="*/ 276561 h 6858000"/>
              <a:gd name="connsiteX838" fmla="*/ 4801687 w 7467600"/>
              <a:gd name="connsiteY838" fmla="*/ 267764 h 6858000"/>
              <a:gd name="connsiteX839" fmla="*/ 6082788 w 7467600"/>
              <a:gd name="connsiteY839" fmla="*/ 64119 h 6858000"/>
              <a:gd name="connsiteX840" fmla="*/ 6099442 w 7467600"/>
              <a:gd name="connsiteY840" fmla="*/ 82568 h 6858000"/>
              <a:gd name="connsiteX841" fmla="*/ 4804137 w 7467600"/>
              <a:gd name="connsiteY841" fmla="*/ 320931 h 6858000"/>
              <a:gd name="connsiteX842" fmla="*/ 4227047 w 7467600"/>
              <a:gd name="connsiteY842" fmla="*/ 313415 h 6858000"/>
              <a:gd name="connsiteX843" fmla="*/ 4346041 w 7467600"/>
              <a:gd name="connsiteY843" fmla="*/ 456086 h 6858000"/>
              <a:gd name="connsiteX844" fmla="*/ 4870967 w 7467600"/>
              <a:gd name="connsiteY844" fmla="*/ 963061 h 6858000"/>
              <a:gd name="connsiteX845" fmla="*/ 4889647 w 7467600"/>
              <a:gd name="connsiteY845" fmla="*/ 957147 h 6858000"/>
              <a:gd name="connsiteX846" fmla="*/ 5422504 w 7467600"/>
              <a:gd name="connsiteY846" fmla="*/ 805191 h 6858000"/>
              <a:gd name="connsiteX847" fmla="*/ 6087656 w 7467600"/>
              <a:gd name="connsiteY847" fmla="*/ 826703 h 6858000"/>
              <a:gd name="connsiteX848" fmla="*/ 6058717 w 7467600"/>
              <a:gd name="connsiteY848" fmla="*/ 865992 h 6858000"/>
              <a:gd name="connsiteX849" fmla="*/ 4974153 w 7467600"/>
              <a:gd name="connsiteY849" fmla="*/ 1045456 h 6858000"/>
              <a:gd name="connsiteX850" fmla="*/ 5627835 w 7467600"/>
              <a:gd name="connsiteY850" fmla="*/ 1472077 h 6858000"/>
              <a:gd name="connsiteX851" fmla="*/ 5629817 w 7467600"/>
              <a:gd name="connsiteY851" fmla="*/ 1471412 h 6858000"/>
              <a:gd name="connsiteX852" fmla="*/ 5634124 w 7467600"/>
              <a:gd name="connsiteY852" fmla="*/ 1470572 h 6858000"/>
              <a:gd name="connsiteX853" fmla="*/ 5755832 w 7467600"/>
              <a:gd name="connsiteY853" fmla="*/ 1383886 h 6858000"/>
              <a:gd name="connsiteX854" fmla="*/ 6014186 w 7467600"/>
              <a:gd name="connsiteY854" fmla="*/ 1279799 h 6858000"/>
              <a:gd name="connsiteX855" fmla="*/ 6901619 w 7467600"/>
              <a:gd name="connsiteY855" fmla="*/ 1047874 h 6858000"/>
              <a:gd name="connsiteX856" fmla="*/ 6931566 w 7467600"/>
              <a:gd name="connsiteY856" fmla="*/ 1062034 h 6858000"/>
              <a:gd name="connsiteX857" fmla="*/ 5790982 w 7467600"/>
              <a:gd name="connsiteY857" fmla="*/ 1561380 h 6858000"/>
              <a:gd name="connsiteX858" fmla="*/ 6188971 w 7467600"/>
              <a:gd name="connsiteY858" fmla="*/ 1755168 h 6858000"/>
              <a:gd name="connsiteX859" fmla="*/ 6202446 w 7467600"/>
              <a:gd name="connsiteY859" fmla="*/ 1752268 h 6858000"/>
              <a:gd name="connsiteX860" fmla="*/ 7179560 w 7467600"/>
              <a:gd name="connsiteY860" fmla="*/ 1467551 h 6858000"/>
              <a:gd name="connsiteX861" fmla="*/ 7158730 w 7467600"/>
              <a:gd name="connsiteY861" fmla="*/ 1507835 h 6858000"/>
              <a:gd name="connsiteX862" fmla="*/ 6326959 w 7467600"/>
              <a:gd name="connsiteY862" fmla="*/ 1817686 h 6858000"/>
              <a:gd name="connsiteX863" fmla="*/ 6537433 w 7467600"/>
              <a:gd name="connsiteY863" fmla="*/ 1907790 h 6858000"/>
              <a:gd name="connsiteX864" fmla="*/ 6550221 w 7467600"/>
              <a:gd name="connsiteY864" fmla="*/ 1910729 h 6858000"/>
              <a:gd name="connsiteX865" fmla="*/ 6964438 w 7467600"/>
              <a:gd name="connsiteY865" fmla="*/ 2209505 h 6858000"/>
              <a:gd name="connsiteX866" fmla="*/ 7367862 w 7467600"/>
              <a:gd name="connsiteY866" fmla="*/ 2806833 h 6858000"/>
              <a:gd name="connsiteX867" fmla="*/ 7364329 w 7467600"/>
              <a:gd name="connsiteY867" fmla="*/ 2826907 h 6858000"/>
              <a:gd name="connsiteX868" fmla="*/ 7290545 w 7467600"/>
              <a:gd name="connsiteY868" fmla="*/ 2850663 h 6858000"/>
              <a:gd name="connsiteX869" fmla="*/ 6472036 w 7467600"/>
              <a:gd name="connsiteY869" fmla="*/ 1959003 h 6858000"/>
              <a:gd name="connsiteX870" fmla="*/ 5792897 w 7467600"/>
              <a:gd name="connsiteY870" fmla="*/ 1647747 h 6858000"/>
              <a:gd name="connsiteX871" fmla="*/ 5842751 w 7467600"/>
              <a:gd name="connsiteY871" fmla="*/ 1816112 h 6858000"/>
              <a:gd name="connsiteX872" fmla="*/ 5847424 w 7467600"/>
              <a:gd name="connsiteY872" fmla="*/ 1815776 h 6858000"/>
              <a:gd name="connsiteX873" fmla="*/ 6399821 w 7467600"/>
              <a:gd name="connsiteY873" fmla="*/ 2344799 h 6858000"/>
              <a:gd name="connsiteX874" fmla="*/ 6323232 w 7467600"/>
              <a:gd name="connsiteY874" fmla="*/ 2389634 h 6858000"/>
              <a:gd name="connsiteX875" fmla="*/ 5942958 w 7467600"/>
              <a:gd name="connsiteY875" fmla="*/ 2077708 h 6858000"/>
              <a:gd name="connsiteX876" fmla="*/ 5921559 w 7467600"/>
              <a:gd name="connsiteY876" fmla="*/ 2378596 h 6858000"/>
              <a:gd name="connsiteX877" fmla="*/ 5817651 w 7467600"/>
              <a:gd name="connsiteY877" fmla="*/ 3023919 h 6858000"/>
              <a:gd name="connsiteX878" fmla="*/ 5729634 w 7467600"/>
              <a:gd name="connsiteY878" fmla="*/ 3051849 h 6858000"/>
              <a:gd name="connsiteX879" fmla="*/ 5611018 w 7467600"/>
              <a:gd name="connsiteY879" fmla="*/ 2316769 h 6858000"/>
              <a:gd name="connsiteX880" fmla="*/ 5687608 w 7467600"/>
              <a:gd name="connsiteY880" fmla="*/ 2039972 h 6858000"/>
              <a:gd name="connsiteX881" fmla="*/ 5657554 w 7467600"/>
              <a:gd name="connsiteY881" fmla="*/ 1576445 h 6858000"/>
              <a:gd name="connsiteX882" fmla="*/ 5150475 w 7467600"/>
              <a:gd name="connsiteY882" fmla="*/ 1274012 h 6858000"/>
              <a:gd name="connsiteX883" fmla="*/ 5349142 w 7467600"/>
              <a:gd name="connsiteY883" fmla="*/ 2204405 h 6858000"/>
              <a:gd name="connsiteX884" fmla="*/ 5262214 w 7467600"/>
              <a:gd name="connsiteY884" fmla="*/ 2233836 h 6858000"/>
              <a:gd name="connsiteX885" fmla="*/ 4981539 w 7467600"/>
              <a:gd name="connsiteY885" fmla="*/ 1542201 h 6858000"/>
              <a:gd name="connsiteX886" fmla="*/ 4958461 w 7467600"/>
              <a:gd name="connsiteY886" fmla="*/ 1136957 h 6858000"/>
              <a:gd name="connsiteX887" fmla="*/ 4655015 w 7467600"/>
              <a:gd name="connsiteY887" fmla="*/ 891426 h 6858000"/>
              <a:gd name="connsiteX888" fmla="*/ 4348002 w 7467600"/>
              <a:gd name="connsiteY888" fmla="*/ 2205895 h 6858000"/>
              <a:gd name="connsiteX889" fmla="*/ 4262250 w 7467600"/>
              <a:gd name="connsiteY889" fmla="*/ 2219972 h 6858000"/>
              <a:gd name="connsiteX890" fmla="*/ 4550611 w 7467600"/>
              <a:gd name="connsiteY890" fmla="*/ 817540 h 6858000"/>
              <a:gd name="connsiteX891" fmla="*/ 4564418 w 7467600"/>
              <a:gd name="connsiteY891" fmla="*/ 808293 h 6858000"/>
              <a:gd name="connsiteX892" fmla="*/ 4266388 w 7467600"/>
              <a:gd name="connsiteY892" fmla="*/ 500083 h 6858000"/>
              <a:gd name="connsiteX893" fmla="*/ 4032842 w 7467600"/>
              <a:gd name="connsiteY893" fmla="*/ 211809 h 6858000"/>
              <a:gd name="connsiteX894" fmla="*/ 3882765 w 7467600"/>
              <a:gd name="connsiteY894" fmla="*/ 0 h 6858000"/>
              <a:gd name="connsiteX895" fmla="*/ 3721337 w 7467600"/>
              <a:gd name="connsiteY895" fmla="*/ 0 h 6858000"/>
              <a:gd name="connsiteX896" fmla="*/ 3797544 w 7467600"/>
              <a:gd name="connsiteY896" fmla="*/ 0 h 6858000"/>
              <a:gd name="connsiteX897" fmla="*/ 3775734 w 7467600"/>
              <a:gd name="connsiteY897" fmla="*/ 95131 h 6858000"/>
              <a:gd name="connsiteX898" fmla="*/ 3724807 w 7467600"/>
              <a:gd name="connsiteY898" fmla="*/ 272257 h 6858000"/>
              <a:gd name="connsiteX899" fmla="*/ 3726844 w 7467600"/>
              <a:gd name="connsiteY899" fmla="*/ 282988 h 6858000"/>
              <a:gd name="connsiteX900" fmla="*/ 3742664 w 7467600"/>
              <a:gd name="connsiteY900" fmla="*/ 279918 h 6858000"/>
              <a:gd name="connsiteX901" fmla="*/ 4103910 w 7467600"/>
              <a:gd name="connsiteY901" fmla="*/ 1161917 h 6858000"/>
              <a:gd name="connsiteX902" fmla="*/ 4020269 w 7467600"/>
              <a:gd name="connsiteY902" fmla="*/ 1200406 h 6858000"/>
              <a:gd name="connsiteX903" fmla="*/ 3674882 w 7467600"/>
              <a:gd name="connsiteY903" fmla="*/ 488524 h 6858000"/>
              <a:gd name="connsiteX904" fmla="*/ 3132682 w 7467600"/>
              <a:gd name="connsiteY904" fmla="*/ 1072284 h 6858000"/>
              <a:gd name="connsiteX905" fmla="*/ 2716346 w 7467600"/>
              <a:gd name="connsiteY905" fmla="*/ 1276376 h 6858000"/>
              <a:gd name="connsiteX906" fmla="*/ 2716772 w 7467600"/>
              <a:gd name="connsiteY906" fmla="*/ 1255462 h 6858000"/>
              <a:gd name="connsiteX907" fmla="*/ 3471096 w 7467600"/>
              <a:gd name="connsiteY907" fmla="*/ 437072 h 6858000"/>
              <a:gd name="connsiteX908" fmla="*/ 3639057 w 7467600"/>
              <a:gd name="connsiteY908" fmla="*/ 286334 h 6858000"/>
              <a:gd name="connsiteX909" fmla="*/ 3640309 w 7467600"/>
              <a:gd name="connsiteY909" fmla="*/ 284664 h 6858000"/>
              <a:gd name="connsiteX910" fmla="*/ 3646022 w 7467600"/>
              <a:gd name="connsiteY910" fmla="*/ 276711 h 6858000"/>
              <a:gd name="connsiteX911" fmla="*/ 3707943 w 7467600"/>
              <a:gd name="connsiteY911" fmla="*/ 65958 h 6858000"/>
              <a:gd name="connsiteX912" fmla="*/ 3721337 w 7467600"/>
              <a:gd name="connsiteY912" fmla="*/ 0 h 6858000"/>
              <a:gd name="connsiteX913" fmla="*/ 2867960 w 7467600"/>
              <a:gd name="connsiteY913" fmla="*/ 0 h 6858000"/>
              <a:gd name="connsiteX914" fmla="*/ 2926351 w 7467600"/>
              <a:gd name="connsiteY914" fmla="*/ 0 h 6858000"/>
              <a:gd name="connsiteX915" fmla="*/ 2902823 w 7467600"/>
              <a:gd name="connsiteY915" fmla="*/ 262929 h 6858000"/>
              <a:gd name="connsiteX916" fmla="*/ 2940663 w 7467600"/>
              <a:gd name="connsiteY916" fmla="*/ 140884 h 6858000"/>
              <a:gd name="connsiteX917" fmla="*/ 2947039 w 7467600"/>
              <a:gd name="connsiteY917" fmla="*/ 122524 h 6858000"/>
              <a:gd name="connsiteX918" fmla="*/ 2984316 w 7467600"/>
              <a:gd name="connsiteY918" fmla="*/ 0 h 6858000"/>
              <a:gd name="connsiteX919" fmla="*/ 3016114 w 7467600"/>
              <a:gd name="connsiteY919" fmla="*/ 0 h 6858000"/>
              <a:gd name="connsiteX920" fmla="*/ 2979949 w 7467600"/>
              <a:gd name="connsiteY920" fmla="*/ 119274 h 6858000"/>
              <a:gd name="connsiteX921" fmla="*/ 3023879 w 7467600"/>
              <a:gd name="connsiteY921" fmla="*/ 0 h 6858000"/>
              <a:gd name="connsiteX922" fmla="*/ 3105400 w 7467600"/>
              <a:gd name="connsiteY922" fmla="*/ 0 h 6858000"/>
              <a:gd name="connsiteX923" fmla="*/ 3094669 w 7467600"/>
              <a:gd name="connsiteY923" fmla="*/ 30308 h 6858000"/>
              <a:gd name="connsiteX924" fmla="*/ 2901945 w 7467600"/>
              <a:gd name="connsiteY924" fmla="*/ 466538 h 6858000"/>
              <a:gd name="connsiteX925" fmla="*/ 2815209 w 7467600"/>
              <a:gd name="connsiteY925" fmla="*/ 497361 h 6858000"/>
              <a:gd name="connsiteX926" fmla="*/ 2844845 w 7467600"/>
              <a:gd name="connsiteY926" fmla="*/ 127638 h 6858000"/>
              <a:gd name="connsiteX927" fmla="*/ 2867960 w 7467600"/>
              <a:gd name="connsiteY927" fmla="*/ 0 h 6858000"/>
              <a:gd name="connsiteX928" fmla="*/ 1057230 w 7467600"/>
              <a:gd name="connsiteY928" fmla="*/ 0 h 6858000"/>
              <a:gd name="connsiteX929" fmla="*/ 1111003 w 7467600"/>
              <a:gd name="connsiteY929" fmla="*/ 0 h 6858000"/>
              <a:gd name="connsiteX930" fmla="*/ 1125553 w 7467600"/>
              <a:gd name="connsiteY930" fmla="*/ 52588 h 6858000"/>
              <a:gd name="connsiteX931" fmla="*/ 1304276 w 7467600"/>
              <a:gd name="connsiteY931" fmla="*/ 476275 h 6858000"/>
              <a:gd name="connsiteX932" fmla="*/ 1492066 w 7467600"/>
              <a:gd name="connsiteY932" fmla="*/ 886333 h 6858000"/>
              <a:gd name="connsiteX933" fmla="*/ 1423698 w 7467600"/>
              <a:gd name="connsiteY933" fmla="*/ 710817 h 6858000"/>
              <a:gd name="connsiteX934" fmla="*/ 1357609 w 7467600"/>
              <a:gd name="connsiteY934" fmla="*/ 532892 h 6858000"/>
              <a:gd name="connsiteX935" fmla="*/ 1309550 w 7467600"/>
              <a:gd name="connsiteY935" fmla="*/ 374031 h 6858000"/>
              <a:gd name="connsiteX936" fmla="*/ 1193673 w 7467600"/>
              <a:gd name="connsiteY936" fmla="*/ 49533 h 6858000"/>
              <a:gd name="connsiteX937" fmla="*/ 1164391 w 7467600"/>
              <a:gd name="connsiteY937" fmla="*/ 0 h 6858000"/>
              <a:gd name="connsiteX938" fmla="*/ 1200666 w 7467600"/>
              <a:gd name="connsiteY938" fmla="*/ 0 h 6858000"/>
              <a:gd name="connsiteX939" fmla="*/ 1223408 w 7467600"/>
              <a:gd name="connsiteY939" fmla="*/ 38996 h 6858000"/>
              <a:gd name="connsiteX940" fmla="*/ 1339635 w 7467600"/>
              <a:gd name="connsiteY940" fmla="*/ 365517 h 6858000"/>
              <a:gd name="connsiteX941" fmla="*/ 1387469 w 7467600"/>
              <a:gd name="connsiteY941" fmla="*/ 523079 h 6858000"/>
              <a:gd name="connsiteX942" fmla="*/ 1452685 w 7467600"/>
              <a:gd name="connsiteY942" fmla="*/ 699806 h 6858000"/>
              <a:gd name="connsiteX943" fmla="*/ 1492092 w 7467600"/>
              <a:gd name="connsiteY943" fmla="*/ 800424 h 6858000"/>
              <a:gd name="connsiteX944" fmla="*/ 1455302 w 7467600"/>
              <a:gd name="connsiteY944" fmla="*/ 632913 h 6858000"/>
              <a:gd name="connsiteX945" fmla="*/ 1222336 w 7467600"/>
              <a:gd name="connsiteY945" fmla="*/ 9480 h 6858000"/>
              <a:gd name="connsiteX946" fmla="*/ 1214634 w 7467600"/>
              <a:gd name="connsiteY946" fmla="*/ 0 h 6858000"/>
              <a:gd name="connsiteX947" fmla="*/ 1289827 w 7467600"/>
              <a:gd name="connsiteY947" fmla="*/ 0 h 6858000"/>
              <a:gd name="connsiteX948" fmla="*/ 1321076 w 7467600"/>
              <a:gd name="connsiteY948" fmla="*/ 59722 h 6858000"/>
              <a:gd name="connsiteX949" fmla="*/ 1512579 w 7467600"/>
              <a:gd name="connsiteY949" fmla="*/ 626441 h 6858000"/>
              <a:gd name="connsiteX950" fmla="*/ 1506076 w 7467600"/>
              <a:gd name="connsiteY950" fmla="*/ 1089289 h 6858000"/>
              <a:gd name="connsiteX951" fmla="*/ 1486346 w 7467600"/>
              <a:gd name="connsiteY951" fmla="*/ 1079919 h 6858000"/>
              <a:gd name="connsiteX952" fmla="*/ 1070511 w 7467600"/>
              <a:gd name="connsiteY952" fmla="*/ 48609 h 6858000"/>
              <a:gd name="connsiteX953" fmla="*/ 1057230 w 7467600"/>
              <a:gd name="connsiteY953" fmla="*/ 0 h 6858000"/>
              <a:gd name="connsiteX954" fmla="*/ 43151 w 7467600"/>
              <a:gd name="connsiteY954" fmla="*/ 0 h 6858000"/>
              <a:gd name="connsiteX955" fmla="*/ 95283 w 7467600"/>
              <a:gd name="connsiteY955" fmla="*/ 0 h 6858000"/>
              <a:gd name="connsiteX956" fmla="*/ 300708 w 7467600"/>
              <a:gd name="connsiteY956" fmla="*/ 154571 h 6858000"/>
              <a:gd name="connsiteX957" fmla="*/ 530414 w 7467600"/>
              <a:gd name="connsiteY957" fmla="*/ 354673 h 6858000"/>
              <a:gd name="connsiteX958" fmla="*/ 333785 w 7467600"/>
              <a:gd name="connsiteY958" fmla="*/ 161564 h 6858000"/>
              <a:gd name="connsiteX959" fmla="*/ 147005 w 7467600"/>
              <a:gd name="connsiteY959" fmla="*/ 0 h 6858000"/>
              <a:gd name="connsiteX960" fmla="*/ 272509 w 7467600"/>
              <a:gd name="connsiteY960" fmla="*/ 0 h 6858000"/>
              <a:gd name="connsiteX961" fmla="*/ 326276 w 7467600"/>
              <a:gd name="connsiteY961" fmla="*/ 45847 h 6858000"/>
              <a:gd name="connsiteX962" fmla="*/ 823759 w 7467600"/>
              <a:gd name="connsiteY962" fmla="*/ 574145 h 6858000"/>
              <a:gd name="connsiteX963" fmla="*/ 811254 w 7467600"/>
              <a:gd name="connsiteY963" fmla="*/ 665546 h 6858000"/>
              <a:gd name="connsiteX964" fmla="*/ 154042 w 7467600"/>
              <a:gd name="connsiteY964" fmla="*/ 261522 h 6858000"/>
              <a:gd name="connsiteX965" fmla="*/ 13550 w 7467600"/>
              <a:gd name="connsiteY965" fmla="*/ 158423 h 6858000"/>
              <a:gd name="connsiteX966" fmla="*/ 0 w 7467600"/>
              <a:gd name="connsiteY966" fmla="*/ 146618 h 6858000"/>
              <a:gd name="connsiteX967" fmla="*/ 0 w 7467600"/>
              <a:gd name="connsiteY967" fmla="*/ 59161 h 6858000"/>
              <a:gd name="connsiteX968" fmla="*/ 45427 w 7467600"/>
              <a:gd name="connsiteY968" fmla="*/ 101078 h 6858000"/>
              <a:gd name="connsiteX969" fmla="*/ 630103 w 7467600"/>
              <a:gd name="connsiteY969" fmla="*/ 485885 h 6858000"/>
              <a:gd name="connsiteX970" fmla="*/ 532040 w 7467600"/>
              <a:gd name="connsiteY970" fmla="*/ 399359 h 6858000"/>
              <a:gd name="connsiteX971" fmla="*/ 517618 w 7467600"/>
              <a:gd name="connsiteY971" fmla="*/ 385726 h 6858000"/>
              <a:gd name="connsiteX972" fmla="*/ 285074 w 7467600"/>
              <a:gd name="connsiteY972" fmla="*/ 182755 h 6858000"/>
              <a:gd name="connsiteX973" fmla="*/ 43151 w 7467600"/>
              <a:gd name="connsiteY973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015907 w 7467600"/>
              <a:gd name="connsiteY78" fmla="*/ 5541548 h 6858000"/>
              <a:gd name="connsiteX79" fmla="*/ 7259646 w 7467600"/>
              <a:gd name="connsiteY79" fmla="*/ 5765985 h 6858000"/>
              <a:gd name="connsiteX80" fmla="*/ 7467600 w 7467600"/>
              <a:gd name="connsiteY80" fmla="*/ 6012219 h 6858000"/>
              <a:gd name="connsiteX81" fmla="*/ 6946849 w 7467600"/>
              <a:gd name="connsiteY81" fmla="*/ 5523271 h 6858000"/>
              <a:gd name="connsiteX82" fmla="*/ 7105827 w 7467600"/>
              <a:gd name="connsiteY82" fmla="*/ 5718700 h 6858000"/>
              <a:gd name="connsiteX83" fmla="*/ 7356878 w 7467600"/>
              <a:gd name="connsiteY83" fmla="*/ 5981332 h 6858000"/>
              <a:gd name="connsiteX84" fmla="*/ 7467600 w 7467600"/>
              <a:gd name="connsiteY84" fmla="*/ 6117703 h 6858000"/>
              <a:gd name="connsiteX85" fmla="*/ 7467600 w 7467600"/>
              <a:gd name="connsiteY85" fmla="*/ 6163634 h 6858000"/>
              <a:gd name="connsiteX86" fmla="*/ 7403637 w 7467600"/>
              <a:gd name="connsiteY86" fmla="*/ 6083957 h 6858000"/>
              <a:gd name="connsiteX87" fmla="*/ 7254615 w 7467600"/>
              <a:gd name="connsiteY87" fmla="*/ 5911918 h 6858000"/>
              <a:gd name="connsiteX88" fmla="*/ 7312589 w 7467600"/>
              <a:gd name="connsiteY88" fmla="*/ 5982309 h 6858000"/>
              <a:gd name="connsiteX89" fmla="*/ 7448321 w 7467600"/>
              <a:gd name="connsiteY89" fmla="*/ 6190991 h 6858000"/>
              <a:gd name="connsiteX90" fmla="*/ 7467600 w 7467600"/>
              <a:gd name="connsiteY90" fmla="*/ 6221686 h 6858000"/>
              <a:gd name="connsiteX91" fmla="*/ 7467600 w 7467600"/>
              <a:gd name="connsiteY91" fmla="*/ 6334256 h 6858000"/>
              <a:gd name="connsiteX92" fmla="*/ 7454976 w 7467600"/>
              <a:gd name="connsiteY92" fmla="*/ 6318297 h 6858000"/>
              <a:gd name="connsiteX93" fmla="*/ 7042773 w 7467600"/>
              <a:gd name="connsiteY93" fmla="*/ 5734011 h 6858000"/>
              <a:gd name="connsiteX94" fmla="*/ 1456157 w 7467600"/>
              <a:gd name="connsiteY94" fmla="*/ 5371404 h 6858000"/>
              <a:gd name="connsiteX95" fmla="*/ 1244432 w 7467600"/>
              <a:gd name="connsiteY95" fmla="*/ 5385601 h 6858000"/>
              <a:gd name="connsiteX96" fmla="*/ 973990 w 7467600"/>
              <a:gd name="connsiteY96" fmla="*/ 5424940 h 6858000"/>
              <a:gd name="connsiteX97" fmla="*/ 1103809 w 7467600"/>
              <a:gd name="connsiteY97" fmla="*/ 5433720 h 6858000"/>
              <a:gd name="connsiteX98" fmla="*/ 1123454 w 7467600"/>
              <a:gd name="connsiteY98" fmla="*/ 5435727 h 6858000"/>
              <a:gd name="connsiteX99" fmla="*/ 1737017 w 7467600"/>
              <a:gd name="connsiteY99" fmla="*/ 5452183 h 6858000"/>
              <a:gd name="connsiteX100" fmla="*/ 1824397 w 7467600"/>
              <a:gd name="connsiteY100" fmla="*/ 5447757 h 6858000"/>
              <a:gd name="connsiteX101" fmla="*/ 2070059 w 7467600"/>
              <a:gd name="connsiteY101" fmla="*/ 5441660 h 6858000"/>
              <a:gd name="connsiteX102" fmla="*/ 1456157 w 7467600"/>
              <a:gd name="connsiteY102" fmla="*/ 5371404 h 6858000"/>
              <a:gd name="connsiteX103" fmla="*/ 4988186 w 7467600"/>
              <a:gd name="connsiteY103" fmla="*/ 5216467 h 6858000"/>
              <a:gd name="connsiteX104" fmla="*/ 4777334 w 7467600"/>
              <a:gd name="connsiteY104" fmla="*/ 5406072 h 6858000"/>
              <a:gd name="connsiteX105" fmla="*/ 4718341 w 7467600"/>
              <a:gd name="connsiteY105" fmla="*/ 5468043 h 6858000"/>
              <a:gd name="connsiteX106" fmla="*/ 4604655 w 7467600"/>
              <a:gd name="connsiteY106" fmla="*/ 5583434 h 6858000"/>
              <a:gd name="connsiteX107" fmla="*/ 4565074 w 7467600"/>
              <a:gd name="connsiteY107" fmla="*/ 5618550 h 6858000"/>
              <a:gd name="connsiteX108" fmla="*/ 4988186 w 7467600"/>
              <a:gd name="connsiteY108" fmla="*/ 5216467 h 6858000"/>
              <a:gd name="connsiteX109" fmla="*/ 4978032 w 7467600"/>
              <a:gd name="connsiteY109" fmla="*/ 5183809 h 6858000"/>
              <a:gd name="connsiteX110" fmla="*/ 4463413 w 7467600"/>
              <a:gd name="connsiteY110" fmla="*/ 5615162 h 6858000"/>
              <a:gd name="connsiteX111" fmla="*/ 4358134 w 7467600"/>
              <a:gd name="connsiteY111" fmla="*/ 5742791 h 6858000"/>
              <a:gd name="connsiteX112" fmla="*/ 4376219 w 7467600"/>
              <a:gd name="connsiteY112" fmla="*/ 5729027 h 6858000"/>
              <a:gd name="connsiteX113" fmla="*/ 4582340 w 7467600"/>
              <a:gd name="connsiteY113" fmla="*/ 5561037 h 6858000"/>
              <a:gd name="connsiteX114" fmla="*/ 4694684 w 7467600"/>
              <a:gd name="connsiteY114" fmla="*/ 5447098 h 6858000"/>
              <a:gd name="connsiteX115" fmla="*/ 4754123 w 7467600"/>
              <a:gd name="connsiteY115" fmla="*/ 5384643 h 6858000"/>
              <a:gd name="connsiteX116" fmla="*/ 4978032 w 7467600"/>
              <a:gd name="connsiteY116" fmla="*/ 5183809 h 6858000"/>
              <a:gd name="connsiteX117" fmla="*/ 1903353 w 7467600"/>
              <a:gd name="connsiteY117" fmla="*/ 5044827 h 6858000"/>
              <a:gd name="connsiteX118" fmla="*/ 1936931 w 7467600"/>
              <a:gd name="connsiteY118" fmla="*/ 5093954 h 6858000"/>
              <a:gd name="connsiteX119" fmla="*/ 2195868 w 7467600"/>
              <a:gd name="connsiteY119" fmla="*/ 5396574 h 6858000"/>
              <a:gd name="connsiteX120" fmla="*/ 2088852 w 7467600"/>
              <a:gd name="connsiteY120" fmla="*/ 5166123 h 6858000"/>
              <a:gd name="connsiteX121" fmla="*/ 1958241 w 7467600"/>
              <a:gd name="connsiteY121" fmla="*/ 5067955 h 6858000"/>
              <a:gd name="connsiteX122" fmla="*/ 1903353 w 7467600"/>
              <a:gd name="connsiteY122" fmla="*/ 5044827 h 6858000"/>
              <a:gd name="connsiteX123" fmla="*/ 1979378 w 7467600"/>
              <a:gd name="connsiteY123" fmla="*/ 4769504 h 6858000"/>
              <a:gd name="connsiteX124" fmla="*/ 2882120 w 7467600"/>
              <a:gd name="connsiteY124" fmla="*/ 5064547 h 6858000"/>
              <a:gd name="connsiteX125" fmla="*/ 2793103 w 7467600"/>
              <a:gd name="connsiteY125" fmla="*/ 5039699 h 6858000"/>
              <a:gd name="connsiteX126" fmla="*/ 2770041 w 7467600"/>
              <a:gd name="connsiteY126" fmla="*/ 5033634 h 6858000"/>
              <a:gd name="connsiteX127" fmla="*/ 1979378 w 7467600"/>
              <a:gd name="connsiteY127" fmla="*/ 4769504 h 6858000"/>
              <a:gd name="connsiteX128" fmla="*/ 1927410 w 7467600"/>
              <a:gd name="connsiteY128" fmla="*/ 4716164 h 6858000"/>
              <a:gd name="connsiteX129" fmla="*/ 1959587 w 7467600"/>
              <a:gd name="connsiteY129" fmla="*/ 4728849 h 6858000"/>
              <a:gd name="connsiteX130" fmla="*/ 2777707 w 7467600"/>
              <a:gd name="connsiteY130" fmla="*/ 5003991 h 6858000"/>
              <a:gd name="connsiteX131" fmla="*/ 2800768 w 7467600"/>
              <a:gd name="connsiteY131" fmla="*/ 5010056 h 6858000"/>
              <a:gd name="connsiteX132" fmla="*/ 2879408 w 7467600"/>
              <a:gd name="connsiteY132" fmla="*/ 5031590 h 6858000"/>
              <a:gd name="connsiteX133" fmla="*/ 2862295 w 7467600"/>
              <a:gd name="connsiteY133" fmla="*/ 5022958 h 6858000"/>
              <a:gd name="connsiteX134" fmla="*/ 2813343 w 7467600"/>
              <a:gd name="connsiteY134" fmla="*/ 4998369 h 6858000"/>
              <a:gd name="connsiteX135" fmla="*/ 2646245 w 7467600"/>
              <a:gd name="connsiteY135" fmla="*/ 4930999 h 6858000"/>
              <a:gd name="connsiteX136" fmla="*/ 1999243 w 7467600"/>
              <a:gd name="connsiteY136" fmla="*/ 4730524 h 6858000"/>
              <a:gd name="connsiteX137" fmla="*/ 1979527 w 7467600"/>
              <a:gd name="connsiteY137" fmla="*/ 4726651 h 6858000"/>
              <a:gd name="connsiteX138" fmla="*/ 1927410 w 7467600"/>
              <a:gd name="connsiteY138" fmla="*/ 4716164 h 6858000"/>
              <a:gd name="connsiteX139" fmla="*/ 1997014 w 7467600"/>
              <a:gd name="connsiteY139" fmla="*/ 4698007 h 6858000"/>
              <a:gd name="connsiteX140" fmla="*/ 2005458 w 7467600"/>
              <a:gd name="connsiteY140" fmla="*/ 4699540 h 6858000"/>
              <a:gd name="connsiteX141" fmla="*/ 2657186 w 7467600"/>
              <a:gd name="connsiteY141" fmla="*/ 4901687 h 6858000"/>
              <a:gd name="connsiteX142" fmla="*/ 2826662 w 7467600"/>
              <a:gd name="connsiteY142" fmla="*/ 4970362 h 6858000"/>
              <a:gd name="connsiteX143" fmla="*/ 2876100 w 7467600"/>
              <a:gd name="connsiteY143" fmla="*/ 4995397 h 6858000"/>
              <a:gd name="connsiteX144" fmla="*/ 3042600 w 7467600"/>
              <a:gd name="connsiteY144" fmla="*/ 5059532 h 6858000"/>
              <a:gd name="connsiteX145" fmla="*/ 1997014 w 7467600"/>
              <a:gd name="connsiteY145" fmla="*/ 4698007 h 6858000"/>
              <a:gd name="connsiteX146" fmla="*/ 2305292 w 7467600"/>
              <a:gd name="connsiteY146" fmla="*/ 4219492 h 6858000"/>
              <a:gd name="connsiteX147" fmla="*/ 3360922 w 7467600"/>
              <a:gd name="connsiteY147" fmla="*/ 4529373 h 6858000"/>
              <a:gd name="connsiteX148" fmla="*/ 3492420 w 7467600"/>
              <a:gd name="connsiteY148" fmla="*/ 4510145 h 6858000"/>
              <a:gd name="connsiteX149" fmla="*/ 3364086 w 7467600"/>
              <a:gd name="connsiteY149" fmla="*/ 4480340 h 6858000"/>
              <a:gd name="connsiteX150" fmla="*/ 3225818 w 7467600"/>
              <a:gd name="connsiteY150" fmla="*/ 4411822 h 6858000"/>
              <a:gd name="connsiteX151" fmla="*/ 3129696 w 7467600"/>
              <a:gd name="connsiteY151" fmla="*/ 4360704 h 6858000"/>
              <a:gd name="connsiteX152" fmla="*/ 2814545 w 7467600"/>
              <a:gd name="connsiteY152" fmla="*/ 4282955 h 6858000"/>
              <a:gd name="connsiteX153" fmla="*/ 2305292 w 7467600"/>
              <a:gd name="connsiteY153" fmla="*/ 4219492 h 6858000"/>
              <a:gd name="connsiteX154" fmla="*/ 2626982 w 7467600"/>
              <a:gd name="connsiteY154" fmla="*/ 4206450 h 6858000"/>
              <a:gd name="connsiteX155" fmla="*/ 2490617 w 7467600"/>
              <a:gd name="connsiteY155" fmla="*/ 4206951 h 6858000"/>
              <a:gd name="connsiteX156" fmla="*/ 2819869 w 7467600"/>
              <a:gd name="connsiteY156" fmla="*/ 4252936 h 6858000"/>
              <a:gd name="connsiteX157" fmla="*/ 3143018 w 7467600"/>
              <a:gd name="connsiteY157" fmla="*/ 4332698 h 6858000"/>
              <a:gd name="connsiteX158" fmla="*/ 3241520 w 7467600"/>
              <a:gd name="connsiteY158" fmla="*/ 4385112 h 6858000"/>
              <a:gd name="connsiteX159" fmla="*/ 3374575 w 7467600"/>
              <a:gd name="connsiteY159" fmla="*/ 4451517 h 6858000"/>
              <a:gd name="connsiteX160" fmla="*/ 3505221 w 7467600"/>
              <a:gd name="connsiteY160" fmla="*/ 4480757 h 6858000"/>
              <a:gd name="connsiteX161" fmla="*/ 2626982 w 7467600"/>
              <a:gd name="connsiteY161" fmla="*/ 4206450 h 6858000"/>
              <a:gd name="connsiteX162" fmla="*/ 1310106 w 7467600"/>
              <a:gd name="connsiteY162" fmla="*/ 3943217 h 6858000"/>
              <a:gd name="connsiteX163" fmla="*/ 854994 w 7467600"/>
              <a:gd name="connsiteY163" fmla="*/ 4399136 h 6858000"/>
              <a:gd name="connsiteX164" fmla="*/ 742462 w 7467600"/>
              <a:gd name="connsiteY164" fmla="*/ 4594648 h 6858000"/>
              <a:gd name="connsiteX165" fmla="*/ 820602 w 7467600"/>
              <a:gd name="connsiteY165" fmla="*/ 4485915 h 6858000"/>
              <a:gd name="connsiteX166" fmla="*/ 878295 w 7467600"/>
              <a:gd name="connsiteY166" fmla="*/ 4403594 h 6858000"/>
              <a:gd name="connsiteX167" fmla="*/ 1240607 w 7467600"/>
              <a:gd name="connsiteY167" fmla="*/ 4010401 h 6858000"/>
              <a:gd name="connsiteX168" fmla="*/ 1310106 w 7467600"/>
              <a:gd name="connsiteY168" fmla="*/ 3943217 h 6858000"/>
              <a:gd name="connsiteX169" fmla="*/ 1423113 w 7467600"/>
              <a:gd name="connsiteY169" fmla="*/ 3874565 h 6858000"/>
              <a:gd name="connsiteX170" fmla="*/ 1260565 w 7467600"/>
              <a:gd name="connsiteY170" fmla="*/ 4031982 h 6858000"/>
              <a:gd name="connsiteX171" fmla="*/ 901900 w 7467600"/>
              <a:gd name="connsiteY171" fmla="*/ 4421236 h 6858000"/>
              <a:gd name="connsiteX172" fmla="*/ 845044 w 7467600"/>
              <a:gd name="connsiteY172" fmla="*/ 4502436 h 6858000"/>
              <a:gd name="connsiteX173" fmla="*/ 685926 w 7467600"/>
              <a:gd name="connsiteY173" fmla="*/ 4703069 h 6858000"/>
              <a:gd name="connsiteX174" fmla="*/ 684248 w 7467600"/>
              <a:gd name="connsiteY174" fmla="*/ 4706721 h 6858000"/>
              <a:gd name="connsiteX175" fmla="*/ 1423113 w 7467600"/>
              <a:gd name="connsiteY175" fmla="*/ 3874565 h 6858000"/>
              <a:gd name="connsiteX176" fmla="*/ 3316479 w 7467600"/>
              <a:gd name="connsiteY176" fmla="*/ 3872136 h 6858000"/>
              <a:gd name="connsiteX177" fmla="*/ 3546806 w 7467600"/>
              <a:gd name="connsiteY177" fmla="*/ 4356139 h 6858000"/>
              <a:gd name="connsiteX178" fmla="*/ 3364433 w 7467600"/>
              <a:gd name="connsiteY178" fmla="*/ 3953121 h 6858000"/>
              <a:gd name="connsiteX179" fmla="*/ 3316479 w 7467600"/>
              <a:gd name="connsiteY179" fmla="*/ 3872136 h 6858000"/>
              <a:gd name="connsiteX180" fmla="*/ 3291335 w 7467600"/>
              <a:gd name="connsiteY180" fmla="*/ 3767420 h 6858000"/>
              <a:gd name="connsiteX181" fmla="*/ 3390805 w 7467600"/>
              <a:gd name="connsiteY181" fmla="*/ 3937163 h 6858000"/>
              <a:gd name="connsiteX182" fmla="*/ 3579062 w 7467600"/>
              <a:gd name="connsiteY182" fmla="*/ 4359040 h 6858000"/>
              <a:gd name="connsiteX183" fmla="*/ 3467355 w 7467600"/>
              <a:gd name="connsiteY183" fmla="*/ 3988130 h 6858000"/>
              <a:gd name="connsiteX184" fmla="*/ 3310753 w 7467600"/>
              <a:gd name="connsiteY184" fmla="*/ 3787140 h 6858000"/>
              <a:gd name="connsiteX185" fmla="*/ 3291335 w 7467600"/>
              <a:gd name="connsiteY185" fmla="*/ 3767420 h 6858000"/>
              <a:gd name="connsiteX186" fmla="*/ 1635889 w 7467600"/>
              <a:gd name="connsiteY186" fmla="*/ 3709494 h 6858000"/>
              <a:gd name="connsiteX187" fmla="*/ 1634800 w 7467600"/>
              <a:gd name="connsiteY187" fmla="*/ 3731111 h 6858000"/>
              <a:gd name="connsiteX188" fmla="*/ 1635889 w 7467600"/>
              <a:gd name="connsiteY188" fmla="*/ 3709494 h 6858000"/>
              <a:gd name="connsiteX189" fmla="*/ 1510397 w 7467600"/>
              <a:gd name="connsiteY189" fmla="*/ 3684705 h 6858000"/>
              <a:gd name="connsiteX190" fmla="*/ 1146550 w 7467600"/>
              <a:gd name="connsiteY190" fmla="*/ 3802012 h 6858000"/>
              <a:gd name="connsiteX191" fmla="*/ 698834 w 7467600"/>
              <a:gd name="connsiteY191" fmla="*/ 3952272 h 6858000"/>
              <a:gd name="connsiteX192" fmla="*/ 34256 w 7467600"/>
              <a:gd name="connsiteY192" fmla="*/ 4347603 h 6858000"/>
              <a:gd name="connsiteX193" fmla="*/ 527241 w 7467600"/>
              <a:gd name="connsiteY193" fmla="*/ 4065078 h 6858000"/>
              <a:gd name="connsiteX194" fmla="*/ 1510397 w 7467600"/>
              <a:gd name="connsiteY194" fmla="*/ 3684705 h 6858000"/>
              <a:gd name="connsiteX195" fmla="*/ 1313114 w 7467600"/>
              <a:gd name="connsiteY195" fmla="*/ 3655216 h 6858000"/>
              <a:gd name="connsiteX196" fmla="*/ 1109304 w 7467600"/>
              <a:gd name="connsiteY196" fmla="*/ 3669030 h 6858000"/>
              <a:gd name="connsiteX197" fmla="*/ 8129 w 7467600"/>
              <a:gd name="connsiteY197" fmla="*/ 4330519 h 6858000"/>
              <a:gd name="connsiteX198" fmla="*/ 687572 w 7467600"/>
              <a:gd name="connsiteY198" fmla="*/ 3925629 h 6858000"/>
              <a:gd name="connsiteX199" fmla="*/ 1138365 w 7467600"/>
              <a:gd name="connsiteY199" fmla="*/ 3774515 h 6858000"/>
              <a:gd name="connsiteX200" fmla="*/ 1505579 w 7467600"/>
              <a:gd name="connsiteY200" fmla="*/ 3655526 h 6858000"/>
              <a:gd name="connsiteX201" fmla="*/ 1313114 w 7467600"/>
              <a:gd name="connsiteY201" fmla="*/ 3655216 h 6858000"/>
              <a:gd name="connsiteX202" fmla="*/ 3655073 w 7467600"/>
              <a:gd name="connsiteY202" fmla="*/ 3650884 h 6858000"/>
              <a:gd name="connsiteX203" fmla="*/ 3989938 w 7467600"/>
              <a:gd name="connsiteY203" fmla="*/ 3991685 h 6858000"/>
              <a:gd name="connsiteX204" fmla="*/ 4393907 w 7467600"/>
              <a:gd name="connsiteY204" fmla="*/ 4261258 h 6858000"/>
              <a:gd name="connsiteX205" fmla="*/ 4648051 w 7467600"/>
              <a:gd name="connsiteY205" fmla="*/ 4374051 h 6858000"/>
              <a:gd name="connsiteX206" fmla="*/ 4383389 w 7467600"/>
              <a:gd name="connsiteY206" fmla="*/ 4184369 h 6858000"/>
              <a:gd name="connsiteX207" fmla="*/ 4165508 w 7467600"/>
              <a:gd name="connsiteY207" fmla="*/ 4035196 h 6858000"/>
              <a:gd name="connsiteX208" fmla="*/ 4068162 w 7467600"/>
              <a:gd name="connsiteY208" fmla="*/ 3953394 h 6858000"/>
              <a:gd name="connsiteX209" fmla="*/ 3981416 w 7467600"/>
              <a:gd name="connsiteY209" fmla="*/ 3880482 h 6858000"/>
              <a:gd name="connsiteX210" fmla="*/ 3800147 w 7467600"/>
              <a:gd name="connsiteY210" fmla="*/ 3749872 h 6858000"/>
              <a:gd name="connsiteX211" fmla="*/ 3655073 w 7467600"/>
              <a:gd name="connsiteY211" fmla="*/ 3650884 h 6858000"/>
              <a:gd name="connsiteX212" fmla="*/ 3670252 w 7467600"/>
              <a:gd name="connsiteY212" fmla="*/ 3622798 h 6858000"/>
              <a:gd name="connsiteX213" fmla="*/ 3817258 w 7467600"/>
              <a:gd name="connsiteY213" fmla="*/ 3723577 h 6858000"/>
              <a:gd name="connsiteX214" fmla="*/ 4000461 w 7467600"/>
              <a:gd name="connsiteY214" fmla="*/ 3855966 h 6858000"/>
              <a:gd name="connsiteX215" fmla="*/ 4088180 w 7467600"/>
              <a:gd name="connsiteY215" fmla="*/ 3929774 h 6858000"/>
              <a:gd name="connsiteX216" fmla="*/ 4184555 w 7467600"/>
              <a:gd name="connsiteY216" fmla="*/ 4010683 h 6858000"/>
              <a:gd name="connsiteX217" fmla="*/ 4399563 w 7467600"/>
              <a:gd name="connsiteY217" fmla="*/ 4158106 h 6858000"/>
              <a:gd name="connsiteX218" fmla="*/ 4684469 w 7467600"/>
              <a:gd name="connsiteY218" fmla="*/ 4364680 h 6858000"/>
              <a:gd name="connsiteX219" fmla="*/ 4690271 w 7467600"/>
              <a:gd name="connsiteY219" fmla="*/ 4370034 h 6858000"/>
              <a:gd name="connsiteX220" fmla="*/ 4136093 w 7467600"/>
              <a:gd name="connsiteY220" fmla="*/ 3858466 h 6858000"/>
              <a:gd name="connsiteX221" fmla="*/ 3670252 w 7467600"/>
              <a:gd name="connsiteY221" fmla="*/ 3622798 h 6858000"/>
              <a:gd name="connsiteX222" fmla="*/ 4440129 w 7467600"/>
              <a:gd name="connsiteY222" fmla="*/ 3448571 h 6858000"/>
              <a:gd name="connsiteX223" fmla="*/ 4856525 w 7467600"/>
              <a:gd name="connsiteY223" fmla="*/ 3915351 h 6858000"/>
              <a:gd name="connsiteX224" fmla="*/ 5059055 w 7467600"/>
              <a:gd name="connsiteY224" fmla="*/ 4108918 h 6858000"/>
              <a:gd name="connsiteX225" fmla="*/ 5290070 w 7467600"/>
              <a:gd name="connsiteY225" fmla="*/ 4263619 h 6858000"/>
              <a:gd name="connsiteX226" fmla="*/ 4834991 w 7467600"/>
              <a:gd name="connsiteY226" fmla="*/ 3830985 h 6858000"/>
              <a:gd name="connsiteX227" fmla="*/ 4440129 w 7467600"/>
              <a:gd name="connsiteY227" fmla="*/ 3448571 h 6858000"/>
              <a:gd name="connsiteX228" fmla="*/ 4441737 w 7467600"/>
              <a:gd name="connsiteY228" fmla="*/ 3399734 h 6858000"/>
              <a:gd name="connsiteX229" fmla="*/ 4431236 w 7467600"/>
              <a:gd name="connsiteY229" fmla="*/ 3400954 h 6858000"/>
              <a:gd name="connsiteX230" fmla="*/ 4557150 w 7467600"/>
              <a:gd name="connsiteY230" fmla="*/ 3510023 h 6858000"/>
              <a:gd name="connsiteX231" fmla="*/ 4856936 w 7467600"/>
              <a:gd name="connsiteY231" fmla="*/ 3809146 h 6858000"/>
              <a:gd name="connsiteX232" fmla="*/ 5111996 w 7467600"/>
              <a:gd name="connsiteY232" fmla="*/ 4065759 h 6858000"/>
              <a:gd name="connsiteX233" fmla="*/ 5388878 w 7467600"/>
              <a:gd name="connsiteY233" fmla="*/ 4300185 h 6858000"/>
              <a:gd name="connsiteX234" fmla="*/ 5425556 w 7467600"/>
              <a:gd name="connsiteY234" fmla="*/ 4308967 h 6858000"/>
              <a:gd name="connsiteX235" fmla="*/ 4943646 w 7467600"/>
              <a:gd name="connsiteY235" fmla="*/ 3822916 h 6858000"/>
              <a:gd name="connsiteX236" fmla="*/ 4594837 w 7467600"/>
              <a:gd name="connsiteY236" fmla="*/ 3532274 h 6858000"/>
              <a:gd name="connsiteX237" fmla="*/ 4441737 w 7467600"/>
              <a:gd name="connsiteY237" fmla="*/ 3399734 h 6858000"/>
              <a:gd name="connsiteX238" fmla="*/ 5425834 w 7467600"/>
              <a:gd name="connsiteY238" fmla="*/ 3162785 h 6858000"/>
              <a:gd name="connsiteX239" fmla="*/ 5401644 w 7467600"/>
              <a:gd name="connsiteY239" fmla="*/ 3617847 h 6858000"/>
              <a:gd name="connsiteX240" fmla="*/ 5467256 w 7467600"/>
              <a:gd name="connsiteY240" fmla="*/ 4175494 h 6858000"/>
              <a:gd name="connsiteX241" fmla="*/ 5448069 w 7467600"/>
              <a:gd name="connsiteY241" fmla="*/ 3567554 h 6858000"/>
              <a:gd name="connsiteX242" fmla="*/ 5425834 w 7467600"/>
              <a:gd name="connsiteY242" fmla="*/ 3162785 h 6858000"/>
              <a:gd name="connsiteX243" fmla="*/ 1318687 w 7467600"/>
              <a:gd name="connsiteY243" fmla="*/ 3113840 h 6858000"/>
              <a:gd name="connsiteX244" fmla="*/ 1066793 w 7467600"/>
              <a:gd name="connsiteY244" fmla="*/ 3212171 h 6858000"/>
              <a:gd name="connsiteX245" fmla="*/ 993319 w 7467600"/>
              <a:gd name="connsiteY245" fmla="*/ 3247648 h 6858000"/>
              <a:gd name="connsiteX246" fmla="*/ 853081 w 7467600"/>
              <a:gd name="connsiteY246" fmla="*/ 3312410 h 6858000"/>
              <a:gd name="connsiteX247" fmla="*/ 805957 w 7467600"/>
              <a:gd name="connsiteY247" fmla="*/ 3330443 h 6858000"/>
              <a:gd name="connsiteX248" fmla="*/ 1318687 w 7467600"/>
              <a:gd name="connsiteY248" fmla="*/ 3113840 h 6858000"/>
              <a:gd name="connsiteX249" fmla="*/ 5453702 w 7467600"/>
              <a:gd name="connsiteY249" fmla="*/ 3090882 h 6858000"/>
              <a:gd name="connsiteX250" fmla="*/ 5480135 w 7467600"/>
              <a:gd name="connsiteY250" fmla="*/ 3565802 h 6858000"/>
              <a:gd name="connsiteX251" fmla="*/ 5499023 w 7467600"/>
              <a:gd name="connsiteY251" fmla="*/ 4166310 h 6858000"/>
              <a:gd name="connsiteX252" fmla="*/ 5547022 w 7467600"/>
              <a:gd name="connsiteY252" fmla="*/ 3607838 h 6858000"/>
              <a:gd name="connsiteX253" fmla="*/ 5515964 w 7467600"/>
              <a:gd name="connsiteY253" fmla="*/ 3378541 h 6858000"/>
              <a:gd name="connsiteX254" fmla="*/ 5453702 w 7467600"/>
              <a:gd name="connsiteY254" fmla="*/ 3090882 h 6858000"/>
              <a:gd name="connsiteX255" fmla="*/ 1238695 w 7467600"/>
              <a:gd name="connsiteY255" fmla="*/ 3076820 h 6858000"/>
              <a:gd name="connsiteX256" fmla="*/ 716371 w 7467600"/>
              <a:gd name="connsiteY256" fmla="*/ 3293249 h 6858000"/>
              <a:gd name="connsiteX257" fmla="*/ 579522 w 7467600"/>
              <a:gd name="connsiteY257" fmla="*/ 3371759 h 6858000"/>
              <a:gd name="connsiteX258" fmla="*/ 600288 w 7467600"/>
              <a:gd name="connsiteY258" fmla="*/ 3365555 h 6858000"/>
              <a:gd name="connsiteX259" fmla="*/ 840692 w 7467600"/>
              <a:gd name="connsiteY259" fmla="*/ 3284921 h 6858000"/>
              <a:gd name="connsiteX260" fmla="*/ 979248 w 7467600"/>
              <a:gd name="connsiteY260" fmla="*/ 3221003 h 6858000"/>
              <a:gd name="connsiteX261" fmla="*/ 1053282 w 7467600"/>
              <a:gd name="connsiteY261" fmla="*/ 3185247 h 6858000"/>
              <a:gd name="connsiteX262" fmla="*/ 1320603 w 7467600"/>
              <a:gd name="connsiteY262" fmla="*/ 3081281 h 6858000"/>
              <a:gd name="connsiteX263" fmla="*/ 1238695 w 7467600"/>
              <a:gd name="connsiteY263" fmla="*/ 3076820 h 6858000"/>
              <a:gd name="connsiteX264" fmla="*/ 5425627 w 7467600"/>
              <a:gd name="connsiteY264" fmla="*/ 2954192 h 6858000"/>
              <a:gd name="connsiteX265" fmla="*/ 5470770 w 7467600"/>
              <a:gd name="connsiteY265" fmla="*/ 3005435 h 6858000"/>
              <a:gd name="connsiteX266" fmla="*/ 5519779 w 7467600"/>
              <a:gd name="connsiteY266" fmla="*/ 4359223 h 6858000"/>
              <a:gd name="connsiteX267" fmla="*/ 5520293 w 7467600"/>
              <a:gd name="connsiteY267" fmla="*/ 4360602 h 6858000"/>
              <a:gd name="connsiteX268" fmla="*/ 5767221 w 7467600"/>
              <a:gd name="connsiteY268" fmla="*/ 4665564 h 6858000"/>
              <a:gd name="connsiteX269" fmla="*/ 6937169 w 7467600"/>
              <a:gd name="connsiteY269" fmla="*/ 4815941 h 6858000"/>
              <a:gd name="connsiteX270" fmla="*/ 6953922 w 7467600"/>
              <a:gd name="connsiteY270" fmla="*/ 4890068 h 6858000"/>
              <a:gd name="connsiteX271" fmla="*/ 6071359 w 7467600"/>
              <a:gd name="connsiteY271" fmla="*/ 4770770 h 6858000"/>
              <a:gd name="connsiteX272" fmla="*/ 6038839 w 7467600"/>
              <a:gd name="connsiteY272" fmla="*/ 4764474 h 6858000"/>
              <a:gd name="connsiteX273" fmla="*/ 6038706 w 7467600"/>
              <a:gd name="connsiteY273" fmla="*/ 4763847 h 6858000"/>
              <a:gd name="connsiteX274" fmla="*/ 6037784 w 7467600"/>
              <a:gd name="connsiteY274" fmla="*/ 4764270 h 6858000"/>
              <a:gd name="connsiteX275" fmla="*/ 6038839 w 7467600"/>
              <a:gd name="connsiteY275" fmla="*/ 4764474 h 6858000"/>
              <a:gd name="connsiteX276" fmla="*/ 6040338 w 7467600"/>
              <a:gd name="connsiteY276" fmla="*/ 4771418 h 6858000"/>
              <a:gd name="connsiteX277" fmla="*/ 6024488 w 7467600"/>
              <a:gd name="connsiteY277" fmla="*/ 4809903 h 6858000"/>
              <a:gd name="connsiteX278" fmla="*/ 5599771 w 7467600"/>
              <a:gd name="connsiteY278" fmla="*/ 5509652 h 6858000"/>
              <a:gd name="connsiteX279" fmla="*/ 5548843 w 7467600"/>
              <a:gd name="connsiteY279" fmla="*/ 5563845 h 6858000"/>
              <a:gd name="connsiteX280" fmla="*/ 5940952 w 7467600"/>
              <a:gd name="connsiteY280" fmla="*/ 6250028 h 6858000"/>
              <a:gd name="connsiteX281" fmla="*/ 6043441 w 7467600"/>
              <a:gd name="connsiteY281" fmla="*/ 6665847 h 6858000"/>
              <a:gd name="connsiteX282" fmla="*/ 6093432 w 7467600"/>
              <a:gd name="connsiteY282" fmla="*/ 6858000 h 6858000"/>
              <a:gd name="connsiteX283" fmla="*/ 6034344 w 7467600"/>
              <a:gd name="connsiteY283" fmla="*/ 6858000 h 6858000"/>
              <a:gd name="connsiteX284" fmla="*/ 6026679 w 7467600"/>
              <a:gd name="connsiteY284" fmla="*/ 6836959 h 6858000"/>
              <a:gd name="connsiteX285" fmla="*/ 5800441 w 7467600"/>
              <a:gd name="connsiteY285" fmla="*/ 6335286 h 6858000"/>
              <a:gd name="connsiteX286" fmla="*/ 5526562 w 7467600"/>
              <a:gd name="connsiteY286" fmla="*/ 5705388 h 6858000"/>
              <a:gd name="connsiteX287" fmla="*/ 5519640 w 7467600"/>
              <a:gd name="connsiteY287" fmla="*/ 5683774 h 6858000"/>
              <a:gd name="connsiteX288" fmla="*/ 5844559 w 7467600"/>
              <a:gd name="connsiteY288" fmla="*/ 6553349 h 6858000"/>
              <a:gd name="connsiteX289" fmla="*/ 5975994 w 7467600"/>
              <a:gd name="connsiteY289" fmla="*/ 6858000 h 6858000"/>
              <a:gd name="connsiteX290" fmla="*/ 5898547 w 7467600"/>
              <a:gd name="connsiteY290" fmla="*/ 6858000 h 6858000"/>
              <a:gd name="connsiteX291" fmla="*/ 5682041 w 7467600"/>
              <a:gd name="connsiteY291" fmla="*/ 6355860 h 6858000"/>
              <a:gd name="connsiteX292" fmla="*/ 5461758 w 7467600"/>
              <a:gd name="connsiteY292" fmla="*/ 5820220 h 6858000"/>
              <a:gd name="connsiteX293" fmla="*/ 5237282 w 7467600"/>
              <a:gd name="connsiteY293" fmla="*/ 6579086 h 6858000"/>
              <a:gd name="connsiteX294" fmla="*/ 5115009 w 7467600"/>
              <a:gd name="connsiteY294" fmla="*/ 6858000 h 6858000"/>
              <a:gd name="connsiteX295" fmla="*/ 5028074 w 7467600"/>
              <a:gd name="connsiteY295" fmla="*/ 6858000 h 6858000"/>
              <a:gd name="connsiteX296" fmla="*/ 5079508 w 7467600"/>
              <a:gd name="connsiteY296" fmla="*/ 6749074 h 6858000"/>
              <a:gd name="connsiteX297" fmla="*/ 5371846 w 7467600"/>
              <a:gd name="connsiteY297" fmla="*/ 5924413 h 6858000"/>
              <a:gd name="connsiteX298" fmla="*/ 5270512 w 7467600"/>
              <a:gd name="connsiteY298" fmla="*/ 6138975 h 6858000"/>
              <a:gd name="connsiteX299" fmla="*/ 5062409 w 7467600"/>
              <a:gd name="connsiteY299" fmla="*/ 6653544 h 6858000"/>
              <a:gd name="connsiteX300" fmla="*/ 5036628 w 7467600"/>
              <a:gd name="connsiteY300" fmla="*/ 6754247 h 6858000"/>
              <a:gd name="connsiteX301" fmla="*/ 5009112 w 7467600"/>
              <a:gd name="connsiteY301" fmla="*/ 6858000 h 6858000"/>
              <a:gd name="connsiteX302" fmla="*/ 4976679 w 7467600"/>
              <a:gd name="connsiteY302" fmla="*/ 6858000 h 6858000"/>
              <a:gd name="connsiteX303" fmla="*/ 5006537 w 7467600"/>
              <a:gd name="connsiteY303" fmla="*/ 6747068 h 6858000"/>
              <a:gd name="connsiteX304" fmla="*/ 5032723 w 7467600"/>
              <a:gd name="connsiteY304" fmla="*/ 6644957 h 6858000"/>
              <a:gd name="connsiteX305" fmla="*/ 5242949 w 7467600"/>
              <a:gd name="connsiteY305" fmla="*/ 6125175 h 6858000"/>
              <a:gd name="connsiteX306" fmla="*/ 5286321 w 7467600"/>
              <a:gd name="connsiteY306" fmla="*/ 6033555 h 6858000"/>
              <a:gd name="connsiteX307" fmla="*/ 5008210 w 7467600"/>
              <a:gd name="connsiteY307" fmla="*/ 6649194 h 6858000"/>
              <a:gd name="connsiteX308" fmla="*/ 4986321 w 7467600"/>
              <a:gd name="connsiteY308" fmla="*/ 6765687 h 6858000"/>
              <a:gd name="connsiteX309" fmla="*/ 4973474 w 7467600"/>
              <a:gd name="connsiteY309" fmla="*/ 6858000 h 6858000"/>
              <a:gd name="connsiteX310" fmla="*/ 4907178 w 7467600"/>
              <a:gd name="connsiteY310" fmla="*/ 6858000 h 6858000"/>
              <a:gd name="connsiteX311" fmla="*/ 4910810 w 7467600"/>
              <a:gd name="connsiteY311" fmla="*/ 6829660 h 6858000"/>
              <a:gd name="connsiteX312" fmla="*/ 4987461 w 7467600"/>
              <a:gd name="connsiteY312" fmla="*/ 6432994 h 6858000"/>
              <a:gd name="connsiteX313" fmla="*/ 5179262 w 7467600"/>
              <a:gd name="connsiteY313" fmla="*/ 6035044 h 6858000"/>
              <a:gd name="connsiteX314" fmla="*/ 4689678 w 7467600"/>
              <a:gd name="connsiteY314" fmla="*/ 6440241 h 6858000"/>
              <a:gd name="connsiteX315" fmla="*/ 4477543 w 7467600"/>
              <a:gd name="connsiteY315" fmla="*/ 6674836 h 6858000"/>
              <a:gd name="connsiteX316" fmla="*/ 4329957 w 7467600"/>
              <a:gd name="connsiteY316" fmla="*/ 6858000 h 6858000"/>
              <a:gd name="connsiteX317" fmla="*/ 4218595 w 7467600"/>
              <a:gd name="connsiteY317" fmla="*/ 6858000 h 6858000"/>
              <a:gd name="connsiteX318" fmla="*/ 4368888 w 7467600"/>
              <a:gd name="connsiteY318" fmla="*/ 6668412 h 6858000"/>
              <a:gd name="connsiteX319" fmla="*/ 4563091 w 7467600"/>
              <a:gd name="connsiteY319" fmla="*/ 6442508 h 6858000"/>
              <a:gd name="connsiteX320" fmla="*/ 5387324 w 7467600"/>
              <a:gd name="connsiteY320" fmla="*/ 5705830 h 6858000"/>
              <a:gd name="connsiteX321" fmla="*/ 5073620 w 7467600"/>
              <a:gd name="connsiteY321" fmla="*/ 5955437 h 6858000"/>
              <a:gd name="connsiteX322" fmla="*/ 4689789 w 7467600"/>
              <a:gd name="connsiteY322" fmla="*/ 6268382 h 6858000"/>
              <a:gd name="connsiteX323" fmla="*/ 4418722 w 7467600"/>
              <a:gd name="connsiteY323" fmla="*/ 6570886 h 6858000"/>
              <a:gd name="connsiteX324" fmla="*/ 4214944 w 7467600"/>
              <a:gd name="connsiteY324" fmla="*/ 6858000 h 6858000"/>
              <a:gd name="connsiteX325" fmla="*/ 4177898 w 7467600"/>
              <a:gd name="connsiteY325" fmla="*/ 6858000 h 6858000"/>
              <a:gd name="connsiteX326" fmla="*/ 4391597 w 7467600"/>
              <a:gd name="connsiteY326" fmla="*/ 6556370 h 6858000"/>
              <a:gd name="connsiteX327" fmla="*/ 4668889 w 7467600"/>
              <a:gd name="connsiteY327" fmla="*/ 6246399 h 6858000"/>
              <a:gd name="connsiteX328" fmla="*/ 5055427 w 7467600"/>
              <a:gd name="connsiteY328" fmla="*/ 5931476 h 6858000"/>
              <a:gd name="connsiteX329" fmla="*/ 5371814 w 7467600"/>
              <a:gd name="connsiteY329" fmla="*/ 5678975 h 6858000"/>
              <a:gd name="connsiteX330" fmla="*/ 4987918 w 7467600"/>
              <a:gd name="connsiteY330" fmla="*/ 5838701 h 6858000"/>
              <a:gd name="connsiteX331" fmla="*/ 4317146 w 7467600"/>
              <a:gd name="connsiteY331" fmla="*/ 6587716 h 6858000"/>
              <a:gd name="connsiteX332" fmla="*/ 4171627 w 7467600"/>
              <a:gd name="connsiteY332" fmla="*/ 6858000 h 6858000"/>
              <a:gd name="connsiteX333" fmla="*/ 4081585 w 7467600"/>
              <a:gd name="connsiteY333" fmla="*/ 6858000 h 6858000"/>
              <a:gd name="connsiteX334" fmla="*/ 4238603 w 7467600"/>
              <a:gd name="connsiteY334" fmla="*/ 6559341 h 6858000"/>
              <a:gd name="connsiteX335" fmla="*/ 4778333 w 7467600"/>
              <a:gd name="connsiteY335" fmla="*/ 5873626 h 6858000"/>
              <a:gd name="connsiteX336" fmla="*/ 5414185 w 7467600"/>
              <a:gd name="connsiteY336" fmla="*/ 5573882 h 6858000"/>
              <a:gd name="connsiteX337" fmla="*/ 5959648 w 7467600"/>
              <a:gd name="connsiteY337" fmla="*/ 4760797 h 6858000"/>
              <a:gd name="connsiteX338" fmla="*/ 5355019 w 7467600"/>
              <a:gd name="connsiteY338" fmla="*/ 4734672 h 6858000"/>
              <a:gd name="connsiteX339" fmla="*/ 5083565 w 7467600"/>
              <a:gd name="connsiteY339" fmla="*/ 5179121 h 6858000"/>
              <a:gd name="connsiteX340" fmla="*/ 4713577 w 7467600"/>
              <a:gd name="connsiteY340" fmla="*/ 5616803 h 6858000"/>
              <a:gd name="connsiteX341" fmla="*/ 3989559 w 7467600"/>
              <a:gd name="connsiteY341" fmla="*/ 6145945 h 6858000"/>
              <a:gd name="connsiteX342" fmla="*/ 3939824 w 7467600"/>
              <a:gd name="connsiteY342" fmla="*/ 6066900 h 6858000"/>
              <a:gd name="connsiteX343" fmla="*/ 4584537 w 7467600"/>
              <a:gd name="connsiteY343" fmla="*/ 5324826 h 6858000"/>
              <a:gd name="connsiteX344" fmla="*/ 5037105 w 7467600"/>
              <a:gd name="connsiteY344" fmla="*/ 5088765 h 6858000"/>
              <a:gd name="connsiteX345" fmla="*/ 5039930 w 7467600"/>
              <a:gd name="connsiteY345" fmla="*/ 5089585 h 6858000"/>
              <a:gd name="connsiteX346" fmla="*/ 5263764 w 7467600"/>
              <a:gd name="connsiteY346" fmla="*/ 4735525 h 6858000"/>
              <a:gd name="connsiteX347" fmla="*/ 4086300 w 7467600"/>
              <a:gd name="connsiteY347" fmla="*/ 4884599 h 6858000"/>
              <a:gd name="connsiteX348" fmla="*/ 4085485 w 7467600"/>
              <a:gd name="connsiteY348" fmla="*/ 4899070 h 6858000"/>
              <a:gd name="connsiteX349" fmla="*/ 3871915 w 7467600"/>
              <a:gd name="connsiteY349" fmla="*/ 5253645 h 6858000"/>
              <a:gd name="connsiteX350" fmla="*/ 3799374 w 7467600"/>
              <a:gd name="connsiteY350" fmla="*/ 5466127 h 6858000"/>
              <a:gd name="connsiteX351" fmla="*/ 3498850 w 7467600"/>
              <a:gd name="connsiteY351" fmla="*/ 6661888 h 6858000"/>
              <a:gd name="connsiteX352" fmla="*/ 3399216 w 7467600"/>
              <a:gd name="connsiteY352" fmla="*/ 6858000 h 6858000"/>
              <a:gd name="connsiteX353" fmla="*/ 3303688 w 7467600"/>
              <a:gd name="connsiteY353" fmla="*/ 6858000 h 6858000"/>
              <a:gd name="connsiteX354" fmla="*/ 3391774 w 7467600"/>
              <a:gd name="connsiteY354" fmla="*/ 6697181 h 6858000"/>
              <a:gd name="connsiteX355" fmla="*/ 3735540 w 7467600"/>
              <a:gd name="connsiteY355" fmla="*/ 5546923 h 6858000"/>
              <a:gd name="connsiteX356" fmla="*/ 3729438 w 7467600"/>
              <a:gd name="connsiteY356" fmla="*/ 5569058 h 6858000"/>
              <a:gd name="connsiteX357" fmla="*/ 3707782 w 7467600"/>
              <a:gd name="connsiteY357" fmla="*/ 5644908 h 6858000"/>
              <a:gd name="connsiteX358" fmla="*/ 3583827 w 7467600"/>
              <a:gd name="connsiteY358" fmla="*/ 6039215 h 6858000"/>
              <a:gd name="connsiteX359" fmla="*/ 3547861 w 7467600"/>
              <a:gd name="connsiteY359" fmla="*/ 6129609 h 6858000"/>
              <a:gd name="connsiteX360" fmla="*/ 3490905 w 7467600"/>
              <a:gd name="connsiteY360" fmla="*/ 6277660 h 6858000"/>
              <a:gd name="connsiteX361" fmla="*/ 3455859 w 7467600"/>
              <a:gd name="connsiteY361" fmla="*/ 6391301 h 6858000"/>
              <a:gd name="connsiteX362" fmla="*/ 3429112 w 7467600"/>
              <a:gd name="connsiteY362" fmla="*/ 6479469 h 6858000"/>
              <a:gd name="connsiteX363" fmla="*/ 3304862 w 7467600"/>
              <a:gd name="connsiteY363" fmla="*/ 6796476 h 6858000"/>
              <a:gd name="connsiteX364" fmla="*/ 3276071 w 7467600"/>
              <a:gd name="connsiteY364" fmla="*/ 6858000 h 6858000"/>
              <a:gd name="connsiteX365" fmla="*/ 3240805 w 7467600"/>
              <a:gd name="connsiteY365" fmla="*/ 6858000 h 6858000"/>
              <a:gd name="connsiteX366" fmla="*/ 3275917 w 7467600"/>
              <a:gd name="connsiteY366" fmla="*/ 6783192 h 6858000"/>
              <a:gd name="connsiteX367" fmla="*/ 3399358 w 7467600"/>
              <a:gd name="connsiteY367" fmla="*/ 6469011 h 6858000"/>
              <a:gd name="connsiteX368" fmla="*/ 3425650 w 7467600"/>
              <a:gd name="connsiteY368" fmla="*/ 6381333 h 6858000"/>
              <a:gd name="connsiteX369" fmla="*/ 3460661 w 7467600"/>
              <a:gd name="connsiteY369" fmla="*/ 6266763 h 6858000"/>
              <a:gd name="connsiteX370" fmla="*/ 3518021 w 7467600"/>
              <a:gd name="connsiteY370" fmla="*/ 6117298 h 6858000"/>
              <a:gd name="connsiteX371" fmla="*/ 3554035 w 7467600"/>
              <a:gd name="connsiteY371" fmla="*/ 6027832 h 6858000"/>
              <a:gd name="connsiteX372" fmla="*/ 3677174 w 7467600"/>
              <a:gd name="connsiteY372" fmla="*/ 5636351 h 6858000"/>
              <a:gd name="connsiteX373" fmla="*/ 3698819 w 7467600"/>
              <a:gd name="connsiteY373" fmla="*/ 5560503 h 6858000"/>
              <a:gd name="connsiteX374" fmla="*/ 3702094 w 7467600"/>
              <a:gd name="connsiteY374" fmla="*/ 5549194 h 6858000"/>
              <a:gd name="connsiteX375" fmla="*/ 3398355 w 7467600"/>
              <a:gd name="connsiteY375" fmla="*/ 6094603 h 6858000"/>
              <a:gd name="connsiteX376" fmla="*/ 3193941 w 7467600"/>
              <a:gd name="connsiteY376" fmla="*/ 6798775 h 6858000"/>
              <a:gd name="connsiteX377" fmla="*/ 3184140 w 7467600"/>
              <a:gd name="connsiteY377" fmla="*/ 6858000 h 6858000"/>
              <a:gd name="connsiteX378" fmla="*/ 3099978 w 7467600"/>
              <a:gd name="connsiteY378" fmla="*/ 6858000 h 6858000"/>
              <a:gd name="connsiteX379" fmla="*/ 3101556 w 7467600"/>
              <a:gd name="connsiteY379" fmla="*/ 6843337 h 6858000"/>
              <a:gd name="connsiteX380" fmla="*/ 3370162 w 7467600"/>
              <a:gd name="connsiteY380" fmla="*/ 5785550 h 6858000"/>
              <a:gd name="connsiteX381" fmla="*/ 3746477 w 7467600"/>
              <a:gd name="connsiteY381" fmla="*/ 5377889 h 6858000"/>
              <a:gd name="connsiteX382" fmla="*/ 3863399 w 7467600"/>
              <a:gd name="connsiteY382" fmla="*/ 5087257 h 6858000"/>
              <a:gd name="connsiteX383" fmla="*/ 3968712 w 7467600"/>
              <a:gd name="connsiteY383" fmla="*/ 4913989 h 6858000"/>
              <a:gd name="connsiteX384" fmla="*/ 2792390 w 7467600"/>
              <a:gd name="connsiteY384" fmla="*/ 5382974 h 6858000"/>
              <a:gd name="connsiteX385" fmla="*/ 2714982 w 7467600"/>
              <a:gd name="connsiteY385" fmla="*/ 5427051 h 6858000"/>
              <a:gd name="connsiteX386" fmla="*/ 2813361 w 7467600"/>
              <a:gd name="connsiteY386" fmla="*/ 6023912 h 6858000"/>
              <a:gd name="connsiteX387" fmla="*/ 2688430 w 7467600"/>
              <a:gd name="connsiteY387" fmla="*/ 6801564 h 6858000"/>
              <a:gd name="connsiteX388" fmla="*/ 2629626 w 7467600"/>
              <a:gd name="connsiteY388" fmla="*/ 6763394 h 6858000"/>
              <a:gd name="connsiteX389" fmla="*/ 2565328 w 7467600"/>
              <a:gd name="connsiteY389" fmla="*/ 5516399 h 6858000"/>
              <a:gd name="connsiteX390" fmla="*/ 1922999 w 7467600"/>
              <a:gd name="connsiteY390" fmla="*/ 5980343 h 6858000"/>
              <a:gd name="connsiteX391" fmla="*/ 1950261 w 7467600"/>
              <a:gd name="connsiteY391" fmla="*/ 6405858 h 6858000"/>
              <a:gd name="connsiteX392" fmla="*/ 2365554 w 7467600"/>
              <a:gd name="connsiteY392" fmla="*/ 6759107 h 6858000"/>
              <a:gd name="connsiteX393" fmla="*/ 2424142 w 7467600"/>
              <a:gd name="connsiteY393" fmla="*/ 6858000 h 6858000"/>
              <a:gd name="connsiteX394" fmla="*/ 2395994 w 7467600"/>
              <a:gd name="connsiteY394" fmla="*/ 6858000 h 6858000"/>
              <a:gd name="connsiteX395" fmla="*/ 2392863 w 7467600"/>
              <a:gd name="connsiteY395" fmla="*/ 6852964 h 6858000"/>
              <a:gd name="connsiteX396" fmla="*/ 2017589 w 7467600"/>
              <a:gd name="connsiteY396" fmla="*/ 6493982 h 6858000"/>
              <a:gd name="connsiteX397" fmla="*/ 2147336 w 7467600"/>
              <a:gd name="connsiteY397" fmla="*/ 6594052 h 6858000"/>
              <a:gd name="connsiteX398" fmla="*/ 2207047 w 7467600"/>
              <a:gd name="connsiteY398" fmla="*/ 6654540 h 6858000"/>
              <a:gd name="connsiteX399" fmla="*/ 2299106 w 7467600"/>
              <a:gd name="connsiteY399" fmla="*/ 6778931 h 6858000"/>
              <a:gd name="connsiteX400" fmla="*/ 2314430 w 7467600"/>
              <a:gd name="connsiteY400" fmla="*/ 6801144 h 6858000"/>
              <a:gd name="connsiteX401" fmla="*/ 2352406 w 7467600"/>
              <a:gd name="connsiteY401" fmla="*/ 6858000 h 6858000"/>
              <a:gd name="connsiteX402" fmla="*/ 2314492 w 7467600"/>
              <a:gd name="connsiteY402" fmla="*/ 6858000 h 6858000"/>
              <a:gd name="connsiteX403" fmla="*/ 2288095 w 7467600"/>
              <a:gd name="connsiteY403" fmla="*/ 6818030 h 6858000"/>
              <a:gd name="connsiteX404" fmla="*/ 2272768 w 7467600"/>
              <a:gd name="connsiteY404" fmla="*/ 6795822 h 6858000"/>
              <a:gd name="connsiteX405" fmla="*/ 2182715 w 7467600"/>
              <a:gd name="connsiteY405" fmla="*/ 6675071 h 6858000"/>
              <a:gd name="connsiteX406" fmla="*/ 2032061 w 7467600"/>
              <a:gd name="connsiteY406" fmla="*/ 6541380 h 6858000"/>
              <a:gd name="connsiteX407" fmla="*/ 2257220 w 7467600"/>
              <a:gd name="connsiteY407" fmla="*/ 6826257 h 6858000"/>
              <a:gd name="connsiteX408" fmla="*/ 2281324 w 7467600"/>
              <a:gd name="connsiteY408" fmla="*/ 6858000 h 6858000"/>
              <a:gd name="connsiteX409" fmla="*/ 2242860 w 7467600"/>
              <a:gd name="connsiteY409" fmla="*/ 6858000 h 6858000"/>
              <a:gd name="connsiteX410" fmla="*/ 2232818 w 7467600"/>
              <a:gd name="connsiteY410" fmla="*/ 6844926 h 6858000"/>
              <a:gd name="connsiteX411" fmla="*/ 1990172 w 7467600"/>
              <a:gd name="connsiteY411" fmla="*/ 6542121 h 6858000"/>
              <a:gd name="connsiteX412" fmla="*/ 2124090 w 7467600"/>
              <a:gd name="connsiteY412" fmla="*/ 6761017 h 6858000"/>
              <a:gd name="connsiteX413" fmla="*/ 2200380 w 7467600"/>
              <a:gd name="connsiteY413" fmla="*/ 6858000 h 6858000"/>
              <a:gd name="connsiteX414" fmla="*/ 2147507 w 7467600"/>
              <a:gd name="connsiteY414" fmla="*/ 6858000 h 6858000"/>
              <a:gd name="connsiteX415" fmla="*/ 2070668 w 7467600"/>
              <a:gd name="connsiteY415" fmla="*/ 6761520 h 6858000"/>
              <a:gd name="connsiteX416" fmla="*/ 1975142 w 7467600"/>
              <a:gd name="connsiteY416" fmla="*/ 6585570 h 6858000"/>
              <a:gd name="connsiteX417" fmla="*/ 2050035 w 7467600"/>
              <a:gd name="connsiteY417" fmla="*/ 6813345 h 6858000"/>
              <a:gd name="connsiteX418" fmla="*/ 2063025 w 7467600"/>
              <a:gd name="connsiteY418" fmla="*/ 6858000 h 6858000"/>
              <a:gd name="connsiteX419" fmla="*/ 2021675 w 7467600"/>
              <a:gd name="connsiteY419" fmla="*/ 6858000 h 6858000"/>
              <a:gd name="connsiteX420" fmla="*/ 2019308 w 7467600"/>
              <a:gd name="connsiteY420" fmla="*/ 6847118 h 6858000"/>
              <a:gd name="connsiteX421" fmla="*/ 1938835 w 7467600"/>
              <a:gd name="connsiteY421" fmla="*/ 6551160 h 6858000"/>
              <a:gd name="connsiteX422" fmla="*/ 1953230 w 7467600"/>
              <a:gd name="connsiteY422" fmla="*/ 6759699 h 6858000"/>
              <a:gd name="connsiteX423" fmla="*/ 1956763 w 7467600"/>
              <a:gd name="connsiteY423" fmla="*/ 6778191 h 6858000"/>
              <a:gd name="connsiteX424" fmla="*/ 1967925 w 7467600"/>
              <a:gd name="connsiteY424" fmla="*/ 6858000 h 6858000"/>
              <a:gd name="connsiteX425" fmla="*/ 1936622 w 7467600"/>
              <a:gd name="connsiteY425" fmla="*/ 6858000 h 6858000"/>
              <a:gd name="connsiteX426" fmla="*/ 1926261 w 7467600"/>
              <a:gd name="connsiteY426" fmla="*/ 6784064 h 6858000"/>
              <a:gd name="connsiteX427" fmla="*/ 1922724 w 7467600"/>
              <a:gd name="connsiteY427" fmla="*/ 6765577 h 6858000"/>
              <a:gd name="connsiteX428" fmla="*/ 1904650 w 7467600"/>
              <a:gd name="connsiteY428" fmla="*/ 6639616 h 6858000"/>
              <a:gd name="connsiteX429" fmla="*/ 1885273 w 7467600"/>
              <a:gd name="connsiteY429" fmla="*/ 6858000 h 6858000"/>
              <a:gd name="connsiteX430" fmla="*/ 1854363 w 7467600"/>
              <a:gd name="connsiteY430" fmla="*/ 6858000 h 6858000"/>
              <a:gd name="connsiteX431" fmla="*/ 1880391 w 7467600"/>
              <a:gd name="connsiteY431" fmla="*/ 6603796 h 6858000"/>
              <a:gd name="connsiteX432" fmla="*/ 1818273 w 7467600"/>
              <a:gd name="connsiteY432" fmla="*/ 6715729 h 6858000"/>
              <a:gd name="connsiteX433" fmla="*/ 1794691 w 7467600"/>
              <a:gd name="connsiteY433" fmla="*/ 6843239 h 6858000"/>
              <a:gd name="connsiteX434" fmla="*/ 1794914 w 7467600"/>
              <a:gd name="connsiteY434" fmla="*/ 6858000 h 6858000"/>
              <a:gd name="connsiteX435" fmla="*/ 1746128 w 7467600"/>
              <a:gd name="connsiteY435" fmla="*/ 6858000 h 6858000"/>
              <a:gd name="connsiteX436" fmla="*/ 1753934 w 7467600"/>
              <a:gd name="connsiteY436" fmla="*/ 6724796 h 6858000"/>
              <a:gd name="connsiteX437" fmla="*/ 1792053 w 7467600"/>
              <a:gd name="connsiteY437" fmla="*/ 6572396 h 6858000"/>
              <a:gd name="connsiteX438" fmla="*/ 1862248 w 7467600"/>
              <a:gd name="connsiteY438" fmla="*/ 6266397 h 6858000"/>
              <a:gd name="connsiteX439" fmla="*/ 1862250 w 7467600"/>
              <a:gd name="connsiteY439" fmla="*/ 6033531 h 6858000"/>
              <a:gd name="connsiteX440" fmla="*/ 1211999 w 7467600"/>
              <a:gd name="connsiteY440" fmla="*/ 6683610 h 6858000"/>
              <a:gd name="connsiteX441" fmla="*/ 1213266 w 7467600"/>
              <a:gd name="connsiteY441" fmla="*/ 6691947 h 6858000"/>
              <a:gd name="connsiteX442" fmla="*/ 1203370 w 7467600"/>
              <a:gd name="connsiteY442" fmla="*/ 6850676 h 6858000"/>
              <a:gd name="connsiteX443" fmla="*/ 1203671 w 7467600"/>
              <a:gd name="connsiteY443" fmla="*/ 6858000 h 6858000"/>
              <a:gd name="connsiteX444" fmla="*/ 1143180 w 7467600"/>
              <a:gd name="connsiteY444" fmla="*/ 6858000 h 6858000"/>
              <a:gd name="connsiteX445" fmla="*/ 1142176 w 7467600"/>
              <a:gd name="connsiteY445" fmla="*/ 6766045 h 6858000"/>
              <a:gd name="connsiteX446" fmla="*/ 1067484 w 7467600"/>
              <a:gd name="connsiteY446" fmla="*/ 6858000 h 6858000"/>
              <a:gd name="connsiteX447" fmla="*/ 953928 w 7467600"/>
              <a:gd name="connsiteY447" fmla="*/ 6858000 h 6858000"/>
              <a:gd name="connsiteX448" fmla="*/ 959715 w 7467600"/>
              <a:gd name="connsiteY448" fmla="*/ 6850185 h 6858000"/>
              <a:gd name="connsiteX449" fmla="*/ 1483788 w 7467600"/>
              <a:gd name="connsiteY449" fmla="*/ 6259174 h 6858000"/>
              <a:gd name="connsiteX450" fmla="*/ 1100671 w 7467600"/>
              <a:gd name="connsiteY450" fmla="*/ 6252137 h 6858000"/>
              <a:gd name="connsiteX451" fmla="*/ 1090144 w 7467600"/>
              <a:gd name="connsiteY451" fmla="*/ 6256748 h 6858000"/>
              <a:gd name="connsiteX452" fmla="*/ 1095872 w 7467600"/>
              <a:gd name="connsiteY452" fmla="*/ 6271892 h 6858000"/>
              <a:gd name="connsiteX453" fmla="*/ 262785 w 7467600"/>
              <a:gd name="connsiteY453" fmla="*/ 6845450 h 6858000"/>
              <a:gd name="connsiteX454" fmla="*/ 209968 w 7467600"/>
              <a:gd name="connsiteY454" fmla="*/ 6770713 h 6858000"/>
              <a:gd name="connsiteX455" fmla="*/ 873460 w 7467600"/>
              <a:gd name="connsiteY455" fmla="*/ 6253768 h 6858000"/>
              <a:gd name="connsiteX456" fmla="*/ 192686 w 7467600"/>
              <a:gd name="connsiteY456" fmla="*/ 5849257 h 6858000"/>
              <a:gd name="connsiteX457" fmla="*/ 4696 w 7467600"/>
              <a:gd name="connsiteY457" fmla="*/ 5697668 h 6858000"/>
              <a:gd name="connsiteX458" fmla="*/ 0 w 7467600"/>
              <a:gd name="connsiteY458" fmla="*/ 5689984 h 6858000"/>
              <a:gd name="connsiteX459" fmla="*/ 0 w 7467600"/>
              <a:gd name="connsiteY459" fmla="*/ 5513472 h 6858000"/>
              <a:gd name="connsiteX460" fmla="*/ 174101 w 7467600"/>
              <a:gd name="connsiteY460" fmla="*/ 5620277 h 6858000"/>
              <a:gd name="connsiteX461" fmla="*/ 891800 w 7467600"/>
              <a:gd name="connsiteY461" fmla="*/ 6036935 h 6858000"/>
              <a:gd name="connsiteX462" fmla="*/ 1072219 w 7467600"/>
              <a:gd name="connsiteY462" fmla="*/ 6169443 h 6858000"/>
              <a:gd name="connsiteX463" fmla="*/ 1074117 w 7467600"/>
              <a:gd name="connsiteY463" fmla="*/ 6170301 h 6858000"/>
              <a:gd name="connsiteX464" fmla="*/ 1083114 w 7467600"/>
              <a:gd name="connsiteY464" fmla="*/ 6174131 h 6858000"/>
              <a:gd name="connsiteX465" fmla="*/ 1543010 w 7467600"/>
              <a:gd name="connsiteY465" fmla="*/ 6191140 h 6858000"/>
              <a:gd name="connsiteX466" fmla="*/ 1551080 w 7467600"/>
              <a:gd name="connsiteY466" fmla="*/ 6195006 h 6858000"/>
              <a:gd name="connsiteX467" fmla="*/ 2345443 w 7467600"/>
              <a:gd name="connsiteY467" fmla="*/ 5549882 h 6858000"/>
              <a:gd name="connsiteX468" fmla="*/ 1721499 w 7467600"/>
              <a:gd name="connsiteY468" fmla="*/ 5599969 h 6858000"/>
              <a:gd name="connsiteX469" fmla="*/ 767716 w 7467600"/>
              <a:gd name="connsiteY469" fmla="*/ 5472768 h 6858000"/>
              <a:gd name="connsiteX470" fmla="*/ 722147 w 7467600"/>
              <a:gd name="connsiteY470" fmla="*/ 5393091 h 6858000"/>
              <a:gd name="connsiteX471" fmla="*/ 1485552 w 7467600"/>
              <a:gd name="connsiteY471" fmla="*/ 5313202 h 6858000"/>
              <a:gd name="connsiteX472" fmla="*/ 2143004 w 7467600"/>
              <a:gd name="connsiteY472" fmla="*/ 5402420 h 6858000"/>
              <a:gd name="connsiteX473" fmla="*/ 1933391 w 7467600"/>
              <a:gd name="connsiteY473" fmla="*/ 5156971 h 6858000"/>
              <a:gd name="connsiteX474" fmla="*/ 1827118 w 7467600"/>
              <a:gd name="connsiteY474" fmla="*/ 4968410 h 6858000"/>
              <a:gd name="connsiteX475" fmla="*/ 1837349 w 7467600"/>
              <a:gd name="connsiteY475" fmla="*/ 4956357 h 6858000"/>
              <a:gd name="connsiteX476" fmla="*/ 2162835 w 7467600"/>
              <a:gd name="connsiteY476" fmla="*/ 5187853 h 6858000"/>
              <a:gd name="connsiteX477" fmla="*/ 2257167 w 7467600"/>
              <a:gd name="connsiteY477" fmla="*/ 5462123 h 6858000"/>
              <a:gd name="connsiteX478" fmla="*/ 2261598 w 7467600"/>
              <a:gd name="connsiteY478" fmla="*/ 5467998 h 6858000"/>
              <a:gd name="connsiteX479" fmla="*/ 2437177 w 7467600"/>
              <a:gd name="connsiteY479" fmla="*/ 5479608 h 6858000"/>
              <a:gd name="connsiteX480" fmla="*/ 2445247 w 7467600"/>
              <a:gd name="connsiteY480" fmla="*/ 5483476 h 6858000"/>
              <a:gd name="connsiteX481" fmla="*/ 2743626 w 7467600"/>
              <a:gd name="connsiteY481" fmla="*/ 5304819 h 6858000"/>
              <a:gd name="connsiteX482" fmla="*/ 3048102 w 7467600"/>
              <a:gd name="connsiteY482" fmla="*/ 5150595 h 6858000"/>
              <a:gd name="connsiteX483" fmla="*/ 1799414 w 7467600"/>
              <a:gd name="connsiteY483" fmla="*/ 4694732 h 6858000"/>
              <a:gd name="connsiteX484" fmla="*/ 1771735 w 7467600"/>
              <a:gd name="connsiteY484" fmla="*/ 4619929 h 6858000"/>
              <a:gd name="connsiteX485" fmla="*/ 3104273 w 7467600"/>
              <a:gd name="connsiteY485" fmla="*/ 5076159 h 6858000"/>
              <a:gd name="connsiteX486" fmla="*/ 3113245 w 7467600"/>
              <a:gd name="connsiteY486" fmla="*/ 5090705 h 6858000"/>
              <a:gd name="connsiteX487" fmla="*/ 3126294 w 7467600"/>
              <a:gd name="connsiteY487" fmla="*/ 5114400 h 6858000"/>
              <a:gd name="connsiteX488" fmla="*/ 3937433 w 7467600"/>
              <a:gd name="connsiteY488" fmla="*/ 4830473 h 6858000"/>
              <a:gd name="connsiteX489" fmla="*/ 3590475 w 7467600"/>
              <a:gd name="connsiteY489" fmla="*/ 4597974 h 6858000"/>
              <a:gd name="connsiteX490" fmla="*/ 3100264 w 7467600"/>
              <a:gd name="connsiteY490" fmla="*/ 4579845 h 6858000"/>
              <a:gd name="connsiteX491" fmla="*/ 2183576 w 7467600"/>
              <a:gd name="connsiteY491" fmla="*/ 4227150 h 6858000"/>
              <a:gd name="connsiteX492" fmla="*/ 2151029 w 7467600"/>
              <a:gd name="connsiteY492" fmla="*/ 4146947 h 6858000"/>
              <a:gd name="connsiteX493" fmla="*/ 3563434 w 7467600"/>
              <a:gd name="connsiteY493" fmla="*/ 4469115 h 6858000"/>
              <a:gd name="connsiteX494" fmla="*/ 3177952 w 7467600"/>
              <a:gd name="connsiteY494" fmla="*/ 3657386 h 6858000"/>
              <a:gd name="connsiteX495" fmla="*/ 3189263 w 7467600"/>
              <a:gd name="connsiteY495" fmla="*/ 3625726 h 6858000"/>
              <a:gd name="connsiteX496" fmla="*/ 3560912 w 7467600"/>
              <a:gd name="connsiteY496" fmla="*/ 4079863 h 6858000"/>
              <a:gd name="connsiteX497" fmla="*/ 3626636 w 7467600"/>
              <a:gd name="connsiteY497" fmla="*/ 4512230 h 6858000"/>
              <a:gd name="connsiteX498" fmla="*/ 3653088 w 7467600"/>
              <a:gd name="connsiteY498" fmla="*/ 4521417 h 6858000"/>
              <a:gd name="connsiteX499" fmla="*/ 3988128 w 7467600"/>
              <a:gd name="connsiteY499" fmla="*/ 4817267 h 6858000"/>
              <a:gd name="connsiteX500" fmla="*/ 4830582 w 7467600"/>
              <a:gd name="connsiteY500" fmla="*/ 4676000 h 6858000"/>
              <a:gd name="connsiteX501" fmla="*/ 4830100 w 7467600"/>
              <a:gd name="connsiteY501" fmla="*/ 4675554 h 6858000"/>
              <a:gd name="connsiteX502" fmla="*/ 4036318 w 7467600"/>
              <a:gd name="connsiteY502" fmla="*/ 4147013 h 6858000"/>
              <a:gd name="connsiteX503" fmla="*/ 3432098 w 7467600"/>
              <a:gd name="connsiteY503" fmla="*/ 3537312 h 6858000"/>
              <a:gd name="connsiteX504" fmla="*/ 3446761 w 7467600"/>
              <a:gd name="connsiteY504" fmla="*/ 3461278 h 6858000"/>
              <a:gd name="connsiteX505" fmla="*/ 4419733 w 7467600"/>
              <a:gd name="connsiteY505" fmla="*/ 3963555 h 6858000"/>
              <a:gd name="connsiteX506" fmla="*/ 4781371 w 7467600"/>
              <a:gd name="connsiteY506" fmla="*/ 4458604 h 6858000"/>
              <a:gd name="connsiteX507" fmla="*/ 4780440 w 7467600"/>
              <a:gd name="connsiteY507" fmla="*/ 4470290 h 6858000"/>
              <a:gd name="connsiteX508" fmla="*/ 4898954 w 7467600"/>
              <a:gd name="connsiteY508" fmla="*/ 4662092 h 6858000"/>
              <a:gd name="connsiteX509" fmla="*/ 4900699 w 7467600"/>
              <a:gd name="connsiteY509" fmla="*/ 4670867 h 6858000"/>
              <a:gd name="connsiteX510" fmla="*/ 5714511 w 7467600"/>
              <a:gd name="connsiteY510" fmla="*/ 4663483 h 6858000"/>
              <a:gd name="connsiteX511" fmla="*/ 5464793 w 7467600"/>
              <a:gd name="connsiteY511" fmla="*/ 4393556 h 6858000"/>
              <a:gd name="connsiteX512" fmla="*/ 5461897 w 7467600"/>
              <a:gd name="connsiteY512" fmla="*/ 4390879 h 6858000"/>
              <a:gd name="connsiteX513" fmla="*/ 4294126 w 7467600"/>
              <a:gd name="connsiteY513" fmla="*/ 3303048 h 6858000"/>
              <a:gd name="connsiteX514" fmla="*/ 4305321 w 7467600"/>
              <a:gd name="connsiteY514" fmla="*/ 3256953 h 6858000"/>
              <a:gd name="connsiteX515" fmla="*/ 4949299 w 7467600"/>
              <a:gd name="connsiteY515" fmla="*/ 3766336 h 6858000"/>
              <a:gd name="connsiteX516" fmla="*/ 5291452 w 7467600"/>
              <a:gd name="connsiteY516" fmla="*/ 4076801 h 6858000"/>
              <a:gd name="connsiteX517" fmla="*/ 5434998 w 7467600"/>
              <a:gd name="connsiteY517" fmla="*/ 4254100 h 6858000"/>
              <a:gd name="connsiteX518" fmla="*/ 5351015 w 7467600"/>
              <a:gd name="connsiteY518" fmla="*/ 3760989 h 6858000"/>
              <a:gd name="connsiteX519" fmla="*/ 5413780 w 7467600"/>
              <a:gd name="connsiteY519" fmla="*/ 2966265 h 6858000"/>
              <a:gd name="connsiteX520" fmla="*/ 5425627 w 7467600"/>
              <a:gd name="connsiteY520" fmla="*/ 2954192 h 6858000"/>
              <a:gd name="connsiteX521" fmla="*/ 6604735 w 7467600"/>
              <a:gd name="connsiteY521" fmla="*/ 2041381 h 6858000"/>
              <a:gd name="connsiteX522" fmla="*/ 7204487 w 7467600"/>
              <a:gd name="connsiteY522" fmla="*/ 2742112 h 6858000"/>
              <a:gd name="connsiteX523" fmla="*/ 7131592 w 7467600"/>
              <a:gd name="connsiteY523" fmla="*/ 2672096 h 6858000"/>
              <a:gd name="connsiteX524" fmla="*/ 6996344 w 7467600"/>
              <a:gd name="connsiteY524" fmla="*/ 2518310 h 6858000"/>
              <a:gd name="connsiteX525" fmla="*/ 6735495 w 7467600"/>
              <a:gd name="connsiteY525" fmla="*/ 2196890 h 6858000"/>
              <a:gd name="connsiteX526" fmla="*/ 6721901 w 7467600"/>
              <a:gd name="connsiteY526" fmla="*/ 2179274 h 6858000"/>
              <a:gd name="connsiteX527" fmla="*/ 6604735 w 7467600"/>
              <a:gd name="connsiteY527" fmla="*/ 2041381 h 6858000"/>
              <a:gd name="connsiteX528" fmla="*/ 6591670 w 7467600"/>
              <a:gd name="connsiteY528" fmla="*/ 1988277 h 6858000"/>
              <a:gd name="connsiteX529" fmla="*/ 6747349 w 7467600"/>
              <a:gd name="connsiteY529" fmla="*/ 2160069 h 6858000"/>
              <a:gd name="connsiteX530" fmla="*/ 6760943 w 7467600"/>
              <a:gd name="connsiteY530" fmla="*/ 2177686 h 6858000"/>
              <a:gd name="connsiteX531" fmla="*/ 7021065 w 7467600"/>
              <a:gd name="connsiteY531" fmla="*/ 2498102 h 6858000"/>
              <a:gd name="connsiteX532" fmla="*/ 7155223 w 7467600"/>
              <a:gd name="connsiteY532" fmla="*/ 2650386 h 6858000"/>
              <a:gd name="connsiteX533" fmla="*/ 7203167 w 7467600"/>
              <a:gd name="connsiteY533" fmla="*/ 2697288 h 6858000"/>
              <a:gd name="connsiteX534" fmla="*/ 6937703 w 7467600"/>
              <a:gd name="connsiteY534" fmla="*/ 2321981 h 6858000"/>
              <a:gd name="connsiteX535" fmla="*/ 6591670 w 7467600"/>
              <a:gd name="connsiteY535" fmla="*/ 1988277 h 6858000"/>
              <a:gd name="connsiteX536" fmla="*/ 5798671 w 7467600"/>
              <a:gd name="connsiteY536" fmla="*/ 1981601 h 6858000"/>
              <a:gd name="connsiteX537" fmla="*/ 5754709 w 7467600"/>
              <a:gd name="connsiteY537" fmla="*/ 2071454 h 6858000"/>
              <a:gd name="connsiteX538" fmla="*/ 5763044 w 7467600"/>
              <a:gd name="connsiteY538" fmla="*/ 2842206 h 6858000"/>
              <a:gd name="connsiteX539" fmla="*/ 5764974 w 7467600"/>
              <a:gd name="connsiteY539" fmla="*/ 2799609 h 6858000"/>
              <a:gd name="connsiteX540" fmla="*/ 5767665 w 7467600"/>
              <a:gd name="connsiteY540" fmla="*/ 2666409 h 6858000"/>
              <a:gd name="connsiteX541" fmla="*/ 5763055 w 7467600"/>
              <a:gd name="connsiteY541" fmla="*/ 2579705 h 6858000"/>
              <a:gd name="connsiteX542" fmla="*/ 5758079 w 7467600"/>
              <a:gd name="connsiteY542" fmla="*/ 2492508 h 6858000"/>
              <a:gd name="connsiteX543" fmla="*/ 5779325 w 7467600"/>
              <a:gd name="connsiteY543" fmla="*/ 2197069 h 6858000"/>
              <a:gd name="connsiteX544" fmla="*/ 5798671 w 7467600"/>
              <a:gd name="connsiteY544" fmla="*/ 1981601 h 6858000"/>
              <a:gd name="connsiteX545" fmla="*/ 5829202 w 7467600"/>
              <a:gd name="connsiteY545" fmla="*/ 1971679 h 6858000"/>
              <a:gd name="connsiteX546" fmla="*/ 5809558 w 7467600"/>
              <a:gd name="connsiteY546" fmla="*/ 2198043 h 6858000"/>
              <a:gd name="connsiteX547" fmla="*/ 5788653 w 7467600"/>
              <a:gd name="connsiteY547" fmla="*/ 2489430 h 6858000"/>
              <a:gd name="connsiteX548" fmla="*/ 5793439 w 7467600"/>
              <a:gd name="connsiteY548" fmla="*/ 2575235 h 6858000"/>
              <a:gd name="connsiteX549" fmla="*/ 5796837 w 7467600"/>
              <a:gd name="connsiteY549" fmla="*/ 2637633 h 6858000"/>
              <a:gd name="connsiteX550" fmla="*/ 5818614 w 7467600"/>
              <a:gd name="connsiteY550" fmla="*/ 2473055 h 6858000"/>
              <a:gd name="connsiteX551" fmla="*/ 5829202 w 7467600"/>
              <a:gd name="connsiteY551" fmla="*/ 1971679 h 6858000"/>
              <a:gd name="connsiteX552" fmla="*/ 5911389 w 7467600"/>
              <a:gd name="connsiteY552" fmla="*/ 1898371 h 6858000"/>
              <a:gd name="connsiteX553" fmla="*/ 6237627 w 7467600"/>
              <a:gd name="connsiteY553" fmla="*/ 2231921 h 6858000"/>
              <a:gd name="connsiteX554" fmla="*/ 5911389 w 7467600"/>
              <a:gd name="connsiteY554" fmla="*/ 1898371 h 6858000"/>
              <a:gd name="connsiteX555" fmla="*/ 6944437 w 7467600"/>
              <a:gd name="connsiteY555" fmla="*/ 1575402 h 6858000"/>
              <a:gd name="connsiteX556" fmla="*/ 6304730 w 7467600"/>
              <a:gd name="connsiteY556" fmla="*/ 1766654 h 6858000"/>
              <a:gd name="connsiteX557" fmla="*/ 6944437 w 7467600"/>
              <a:gd name="connsiteY557" fmla="*/ 1575402 h 6858000"/>
              <a:gd name="connsiteX558" fmla="*/ 7019523 w 7467600"/>
              <a:gd name="connsiteY558" fmla="*/ 1519450 h 6858000"/>
              <a:gd name="connsiteX559" fmla="*/ 6298091 w 7467600"/>
              <a:gd name="connsiteY559" fmla="*/ 1737122 h 6858000"/>
              <a:gd name="connsiteX560" fmla="*/ 7019523 w 7467600"/>
              <a:gd name="connsiteY560" fmla="*/ 1519450 h 6858000"/>
              <a:gd name="connsiteX561" fmla="*/ 2399523 w 7467600"/>
              <a:gd name="connsiteY561" fmla="*/ 1428234 h 6858000"/>
              <a:gd name="connsiteX562" fmla="*/ 2224982 w 7467600"/>
              <a:gd name="connsiteY562" fmla="*/ 1826201 h 6858000"/>
              <a:gd name="connsiteX563" fmla="*/ 2096099 w 7467600"/>
              <a:gd name="connsiteY563" fmla="*/ 2345900 h 6858000"/>
              <a:gd name="connsiteX564" fmla="*/ 2283317 w 7467600"/>
              <a:gd name="connsiteY564" fmla="*/ 1796925 h 6858000"/>
              <a:gd name="connsiteX565" fmla="*/ 2399523 w 7467600"/>
              <a:gd name="connsiteY565" fmla="*/ 1428234 h 6858000"/>
              <a:gd name="connsiteX566" fmla="*/ 2448558 w 7467600"/>
              <a:gd name="connsiteY566" fmla="*/ 1373435 h 6858000"/>
              <a:gd name="connsiteX567" fmla="*/ 2312521 w 7467600"/>
              <a:gd name="connsiteY567" fmla="*/ 1806140 h 6858000"/>
              <a:gd name="connsiteX568" fmla="*/ 2127533 w 7467600"/>
              <a:gd name="connsiteY568" fmla="*/ 2348380 h 6858000"/>
              <a:gd name="connsiteX569" fmla="*/ 2358080 w 7467600"/>
              <a:gd name="connsiteY569" fmla="*/ 1866134 h 6858000"/>
              <a:gd name="connsiteX570" fmla="*/ 2407436 w 7467600"/>
              <a:gd name="connsiteY570" fmla="*/ 1651070 h 6858000"/>
              <a:gd name="connsiteX571" fmla="*/ 2448558 w 7467600"/>
              <a:gd name="connsiteY571" fmla="*/ 1373435 h 6858000"/>
              <a:gd name="connsiteX572" fmla="*/ 278707 w 7467600"/>
              <a:gd name="connsiteY572" fmla="*/ 1352270 h 6858000"/>
              <a:gd name="connsiteX573" fmla="*/ 321570 w 7467600"/>
              <a:gd name="connsiteY573" fmla="*/ 1861610 h 6858000"/>
              <a:gd name="connsiteX574" fmla="*/ 294281 w 7467600"/>
              <a:gd name="connsiteY574" fmla="*/ 1440658 h 6858000"/>
              <a:gd name="connsiteX575" fmla="*/ 278707 w 7467600"/>
              <a:gd name="connsiteY575" fmla="*/ 1352270 h 6858000"/>
              <a:gd name="connsiteX576" fmla="*/ 1423821 w 7467600"/>
              <a:gd name="connsiteY576" fmla="*/ 1351958 h 6858000"/>
              <a:gd name="connsiteX577" fmla="*/ 1638521 w 7467600"/>
              <a:gd name="connsiteY577" fmla="*/ 1908470 h 6858000"/>
              <a:gd name="connsiteX578" fmla="*/ 1754199 w 7467600"/>
              <a:gd name="connsiteY578" fmla="*/ 2149284 h 6858000"/>
              <a:gd name="connsiteX579" fmla="*/ 1908359 w 7467600"/>
              <a:gd name="connsiteY579" fmla="*/ 2364988 h 6858000"/>
              <a:gd name="connsiteX580" fmla="*/ 1647661 w 7467600"/>
              <a:gd name="connsiteY580" fmla="*/ 1825945 h 6858000"/>
              <a:gd name="connsiteX581" fmla="*/ 1423821 w 7467600"/>
              <a:gd name="connsiteY581" fmla="*/ 1351958 h 6858000"/>
              <a:gd name="connsiteX582" fmla="*/ 1431890 w 7467600"/>
              <a:gd name="connsiteY582" fmla="*/ 1306475 h 6858000"/>
              <a:gd name="connsiteX583" fmla="*/ 1507597 w 7467600"/>
              <a:gd name="connsiteY583" fmla="*/ 1446132 h 6858000"/>
              <a:gd name="connsiteX584" fmla="*/ 1674586 w 7467600"/>
              <a:gd name="connsiteY584" fmla="*/ 1813832 h 6858000"/>
              <a:gd name="connsiteX585" fmla="*/ 1815950 w 7467600"/>
              <a:gd name="connsiteY585" fmla="*/ 2128564 h 6858000"/>
              <a:gd name="connsiteX586" fmla="*/ 1984242 w 7467600"/>
              <a:gd name="connsiteY586" fmla="*/ 2430829 h 6858000"/>
              <a:gd name="connsiteX587" fmla="*/ 2014023 w 7467600"/>
              <a:gd name="connsiteY587" fmla="*/ 2450995 h 6858000"/>
              <a:gd name="connsiteX588" fmla="*/ 1747337 w 7467600"/>
              <a:gd name="connsiteY588" fmla="*/ 1855264 h 6858000"/>
              <a:gd name="connsiteX589" fmla="*/ 1533749 w 7467600"/>
              <a:gd name="connsiteY589" fmla="*/ 1478656 h 6858000"/>
              <a:gd name="connsiteX590" fmla="*/ 1431890 w 7467600"/>
              <a:gd name="connsiteY590" fmla="*/ 1306475 h 6858000"/>
              <a:gd name="connsiteX591" fmla="*/ 5052692 w 7467600"/>
              <a:gd name="connsiteY591" fmla="*/ 1292994 h 6858000"/>
              <a:gd name="connsiteX592" fmla="*/ 5200661 w 7467600"/>
              <a:gd name="connsiteY592" fmla="*/ 1635186 h 6858000"/>
              <a:gd name="connsiteX593" fmla="*/ 5297138 w 7467600"/>
              <a:gd name="connsiteY593" fmla="*/ 1906351 h 6858000"/>
              <a:gd name="connsiteX594" fmla="*/ 5052692 w 7467600"/>
              <a:gd name="connsiteY594" fmla="*/ 1292994 h 6858000"/>
              <a:gd name="connsiteX595" fmla="*/ 5009948 w 7467600"/>
              <a:gd name="connsiteY595" fmla="*/ 1273619 h 6858000"/>
              <a:gd name="connsiteX596" fmla="*/ 5121777 w 7467600"/>
              <a:gd name="connsiteY596" fmla="*/ 1654213 h 6858000"/>
              <a:gd name="connsiteX597" fmla="*/ 5293545 w 7467600"/>
              <a:gd name="connsiteY597" fmla="*/ 2072247 h 6858000"/>
              <a:gd name="connsiteX598" fmla="*/ 5294042 w 7467600"/>
              <a:gd name="connsiteY598" fmla="*/ 2065019 h 6858000"/>
              <a:gd name="connsiteX599" fmla="*/ 5171936 w 7467600"/>
              <a:gd name="connsiteY599" fmla="*/ 1647613 h 6858000"/>
              <a:gd name="connsiteX600" fmla="*/ 5009948 w 7467600"/>
              <a:gd name="connsiteY600" fmla="*/ 1273619 h 6858000"/>
              <a:gd name="connsiteX601" fmla="*/ 655236 w 7467600"/>
              <a:gd name="connsiteY601" fmla="*/ 1268632 h 6858000"/>
              <a:gd name="connsiteX602" fmla="*/ 839521 w 7467600"/>
              <a:gd name="connsiteY602" fmla="*/ 1685315 h 6858000"/>
              <a:gd name="connsiteX603" fmla="*/ 1109416 w 7467600"/>
              <a:gd name="connsiteY603" fmla="*/ 2061663 h 6858000"/>
              <a:gd name="connsiteX604" fmla="*/ 1298300 w 7467600"/>
              <a:gd name="connsiteY604" fmla="*/ 2247742 h 6858000"/>
              <a:gd name="connsiteX605" fmla="*/ 1125871 w 7467600"/>
              <a:gd name="connsiteY605" fmla="*/ 1989513 h 6858000"/>
              <a:gd name="connsiteX606" fmla="*/ 981574 w 7467600"/>
              <a:gd name="connsiteY606" fmla="*/ 1783157 h 6858000"/>
              <a:gd name="connsiteX607" fmla="*/ 922198 w 7467600"/>
              <a:gd name="connsiteY607" fmla="*/ 1677437 h 6858000"/>
              <a:gd name="connsiteX608" fmla="*/ 869293 w 7467600"/>
              <a:gd name="connsiteY608" fmla="*/ 1583214 h 6858000"/>
              <a:gd name="connsiteX609" fmla="*/ 751431 w 7467600"/>
              <a:gd name="connsiteY609" fmla="*/ 1405731 h 6858000"/>
              <a:gd name="connsiteX610" fmla="*/ 655236 w 7467600"/>
              <a:gd name="connsiteY610" fmla="*/ 1268632 h 6858000"/>
              <a:gd name="connsiteX611" fmla="*/ 6516292 w 7467600"/>
              <a:gd name="connsiteY611" fmla="*/ 1263064 h 6858000"/>
              <a:gd name="connsiteX612" fmla="*/ 5736320 w 7467600"/>
              <a:gd name="connsiteY612" fmla="*/ 1501803 h 6858000"/>
              <a:gd name="connsiteX613" fmla="*/ 6516292 w 7467600"/>
              <a:gd name="connsiteY613" fmla="*/ 1263064 h 6858000"/>
              <a:gd name="connsiteX614" fmla="*/ 291466 w 7467600"/>
              <a:gd name="connsiteY614" fmla="*/ 1250369 h 6858000"/>
              <a:gd name="connsiteX615" fmla="*/ 323180 w 7467600"/>
              <a:gd name="connsiteY615" fmla="*/ 1435283 h 6858000"/>
              <a:gd name="connsiteX616" fmla="*/ 349381 w 7467600"/>
              <a:gd name="connsiteY616" fmla="*/ 1875041 h 6858000"/>
              <a:gd name="connsiteX617" fmla="*/ 374363 w 7467600"/>
              <a:gd name="connsiteY617" fmla="*/ 1506494 h 6858000"/>
              <a:gd name="connsiteX618" fmla="*/ 302168 w 7467600"/>
              <a:gd name="connsiteY618" fmla="*/ 1274495 h 6858000"/>
              <a:gd name="connsiteX619" fmla="*/ 291466 w 7467600"/>
              <a:gd name="connsiteY619" fmla="*/ 1250369 h 6858000"/>
              <a:gd name="connsiteX620" fmla="*/ 678222 w 7467600"/>
              <a:gd name="connsiteY620" fmla="*/ 1248670 h 6858000"/>
              <a:gd name="connsiteX621" fmla="*/ 775536 w 7467600"/>
              <a:gd name="connsiteY621" fmla="*/ 1388015 h 6858000"/>
              <a:gd name="connsiteX622" fmla="*/ 894529 w 7467600"/>
              <a:gd name="connsiteY622" fmla="*/ 1567739 h 6858000"/>
              <a:gd name="connsiteX623" fmla="*/ 948000 w 7467600"/>
              <a:gd name="connsiteY623" fmla="*/ 1663088 h 6858000"/>
              <a:gd name="connsiteX624" fmla="*/ 1006812 w 7467600"/>
              <a:gd name="connsiteY624" fmla="*/ 1767683 h 6858000"/>
              <a:gd name="connsiteX625" fmla="*/ 1149133 w 7467600"/>
              <a:gd name="connsiteY625" fmla="*/ 1971513 h 6858000"/>
              <a:gd name="connsiteX626" fmla="*/ 1333952 w 7467600"/>
              <a:gd name="connsiteY626" fmla="*/ 2251620 h 6858000"/>
              <a:gd name="connsiteX627" fmla="*/ 1337329 w 7467600"/>
              <a:gd name="connsiteY627" fmla="*/ 2258350 h 6858000"/>
              <a:gd name="connsiteX628" fmla="*/ 1014726 w 7467600"/>
              <a:gd name="connsiteY628" fmla="*/ 1615556 h 6858000"/>
              <a:gd name="connsiteX629" fmla="*/ 678222 w 7467600"/>
              <a:gd name="connsiteY629" fmla="*/ 1248670 h 6858000"/>
              <a:gd name="connsiteX630" fmla="*/ 6691602 w 7467600"/>
              <a:gd name="connsiteY630" fmla="*/ 1140573 h 6858000"/>
              <a:gd name="connsiteX631" fmla="*/ 6571100 w 7467600"/>
              <a:gd name="connsiteY631" fmla="*/ 1183662 h 6858000"/>
              <a:gd name="connsiteX632" fmla="*/ 6241687 w 7467600"/>
              <a:gd name="connsiteY632" fmla="*/ 1257600 h 6858000"/>
              <a:gd name="connsiteX633" fmla="*/ 5693009 w 7467600"/>
              <a:gd name="connsiteY633" fmla="*/ 1478256 h 6858000"/>
              <a:gd name="connsiteX634" fmla="*/ 6548420 w 7467600"/>
              <a:gd name="connsiteY634" fmla="*/ 1214599 h 6858000"/>
              <a:gd name="connsiteX635" fmla="*/ 6605473 w 7467600"/>
              <a:gd name="connsiteY635" fmla="*/ 1184686 h 6858000"/>
              <a:gd name="connsiteX636" fmla="*/ 6691602 w 7467600"/>
              <a:gd name="connsiteY636" fmla="*/ 1140573 h 6858000"/>
              <a:gd name="connsiteX637" fmla="*/ 4002475 w 7467600"/>
              <a:gd name="connsiteY637" fmla="*/ 1037802 h 6858000"/>
              <a:gd name="connsiteX638" fmla="*/ 4000324 w 7467600"/>
              <a:gd name="connsiteY638" fmla="*/ 1039362 h 6858000"/>
              <a:gd name="connsiteX639" fmla="*/ 4002862 w 7467600"/>
              <a:gd name="connsiteY639" fmla="*/ 1042866 h 6858000"/>
              <a:gd name="connsiteX640" fmla="*/ 4002475 w 7467600"/>
              <a:gd name="connsiteY640" fmla="*/ 1037802 h 6858000"/>
              <a:gd name="connsiteX641" fmla="*/ 506322 w 7467600"/>
              <a:gd name="connsiteY641" fmla="*/ 1020997 h 6858000"/>
              <a:gd name="connsiteX642" fmla="*/ 533068 w 7467600"/>
              <a:gd name="connsiteY642" fmla="*/ 1029409 h 6858000"/>
              <a:gd name="connsiteX643" fmla="*/ 1232525 w 7467600"/>
              <a:gd name="connsiteY643" fmla="*/ 1804675 h 6858000"/>
              <a:gd name="connsiteX644" fmla="*/ 1388858 w 7467600"/>
              <a:gd name="connsiteY644" fmla="*/ 2368011 h 6858000"/>
              <a:gd name="connsiteX645" fmla="*/ 1384098 w 7467600"/>
              <a:gd name="connsiteY645" fmla="*/ 2378125 h 6858000"/>
              <a:gd name="connsiteX646" fmla="*/ 1425393 w 7467600"/>
              <a:gd name="connsiteY646" fmla="*/ 2589124 h 6858000"/>
              <a:gd name="connsiteX647" fmla="*/ 1424001 w 7467600"/>
              <a:gd name="connsiteY647" fmla="*/ 2597541 h 6858000"/>
              <a:gd name="connsiteX648" fmla="*/ 2152729 w 7467600"/>
              <a:gd name="connsiteY648" fmla="*/ 2864487 h 6858000"/>
              <a:gd name="connsiteX649" fmla="*/ 2020609 w 7467600"/>
              <a:gd name="connsiteY649" fmla="*/ 2539671 h 6858000"/>
              <a:gd name="connsiteX650" fmla="*/ 2018920 w 7467600"/>
              <a:gd name="connsiteY650" fmla="*/ 2536309 h 6858000"/>
              <a:gd name="connsiteX651" fmla="*/ 1342441 w 7467600"/>
              <a:gd name="connsiteY651" fmla="*/ 1173017 h 6858000"/>
              <a:gd name="connsiteX652" fmla="*/ 1367925 w 7467600"/>
              <a:gd name="connsiteY652" fmla="*/ 1135648 h 6858000"/>
              <a:gd name="connsiteX653" fmla="*/ 1771401 w 7467600"/>
              <a:gd name="connsiteY653" fmla="*/ 1806673 h 6858000"/>
              <a:gd name="connsiteX654" fmla="*/ 1972385 w 7467600"/>
              <a:gd name="connsiteY654" fmla="*/ 2198735 h 6858000"/>
              <a:gd name="connsiteX655" fmla="*/ 2040892 w 7467600"/>
              <a:gd name="connsiteY655" fmla="*/ 2405205 h 6858000"/>
              <a:gd name="connsiteX656" fmla="*/ 2131689 w 7467600"/>
              <a:gd name="connsiteY656" fmla="*/ 1936926 h 6858000"/>
              <a:gd name="connsiteX657" fmla="*/ 2454820 w 7467600"/>
              <a:gd name="connsiteY657" fmla="*/ 1248808 h 6858000"/>
              <a:gd name="connsiteX658" fmla="*/ 2492512 w 7467600"/>
              <a:gd name="connsiteY658" fmla="*/ 1302920 h 6858000"/>
              <a:gd name="connsiteX659" fmla="*/ 2081216 w 7467600"/>
              <a:gd name="connsiteY659" fmla="*/ 2527513 h 6858000"/>
              <a:gd name="connsiteX660" fmla="*/ 2081211 w 7467600"/>
              <a:gd name="connsiteY660" fmla="*/ 2528916 h 6858000"/>
              <a:gd name="connsiteX661" fmla="*/ 2199067 w 7467600"/>
              <a:gd name="connsiteY661" fmla="*/ 2884061 h 6858000"/>
              <a:gd name="connsiteX662" fmla="*/ 3192586 w 7467600"/>
              <a:gd name="connsiteY662" fmla="*/ 3411496 h 6858000"/>
              <a:gd name="connsiteX663" fmla="*/ 3182620 w 7467600"/>
              <a:gd name="connsiteY663" fmla="*/ 3483279 h 6858000"/>
              <a:gd name="connsiteX664" fmla="*/ 2435119 w 7467600"/>
              <a:gd name="connsiteY664" fmla="*/ 3080173 h 6858000"/>
              <a:gd name="connsiteX665" fmla="*/ 2410152 w 7467600"/>
              <a:gd name="connsiteY665" fmla="*/ 3063751 h 6858000"/>
              <a:gd name="connsiteX666" fmla="*/ 2408099 w 7467600"/>
              <a:gd name="connsiteY666" fmla="*/ 3064403 h 6858000"/>
              <a:gd name="connsiteX667" fmla="*/ 2407218 w 7467600"/>
              <a:gd name="connsiteY667" fmla="*/ 3070324 h 6858000"/>
              <a:gd name="connsiteX668" fmla="*/ 2380138 w 7467600"/>
              <a:gd name="connsiteY668" fmla="*/ 3099341 h 6858000"/>
              <a:gd name="connsiteX669" fmla="*/ 1765923 w 7467600"/>
              <a:gd name="connsiteY669" fmla="*/ 3581043 h 6858000"/>
              <a:gd name="connsiteX670" fmla="*/ 1702258 w 7467600"/>
              <a:gd name="connsiteY670" fmla="*/ 3612286 h 6858000"/>
              <a:gd name="connsiteX671" fmla="*/ 1538370 w 7467600"/>
              <a:gd name="connsiteY671" fmla="*/ 3811804 h 6858000"/>
              <a:gd name="connsiteX672" fmla="*/ 542867 w 7467600"/>
              <a:gd name="connsiteY672" fmla="*/ 4944092 h 6858000"/>
              <a:gd name="connsiteX673" fmla="*/ 515800 w 7467600"/>
              <a:gd name="connsiteY673" fmla="*/ 4862180 h 6858000"/>
              <a:gd name="connsiteX674" fmla="*/ 909145 w 7467600"/>
              <a:gd name="connsiteY674" fmla="*/ 4199225 h 6858000"/>
              <a:gd name="connsiteX675" fmla="*/ 1214067 w 7467600"/>
              <a:gd name="connsiteY675" fmla="*/ 3908561 h 6858000"/>
              <a:gd name="connsiteX676" fmla="*/ 640967 w 7467600"/>
              <a:gd name="connsiteY676" fmla="*/ 4105601 h 6858000"/>
              <a:gd name="connsiteX677" fmla="*/ 112563 w 7467600"/>
              <a:gd name="connsiteY677" fmla="*/ 4396952 h 6858000"/>
              <a:gd name="connsiteX678" fmla="*/ 0 w 7467600"/>
              <a:gd name="connsiteY678" fmla="*/ 4466006 h 6858000"/>
              <a:gd name="connsiteX679" fmla="*/ 0 w 7467600"/>
              <a:gd name="connsiteY679" fmla="*/ 4233763 h 6858000"/>
              <a:gd name="connsiteX680" fmla="*/ 36881 w 7467600"/>
              <a:gd name="connsiteY680" fmla="*/ 4200118 h 6858000"/>
              <a:gd name="connsiteX681" fmla="*/ 910534 w 7467600"/>
              <a:gd name="connsiteY681" fmla="*/ 3629753 h 6858000"/>
              <a:gd name="connsiteX682" fmla="*/ 1578717 w 7467600"/>
              <a:gd name="connsiteY682" fmla="*/ 3575982 h 6858000"/>
              <a:gd name="connsiteX683" fmla="*/ 2338780 w 7467600"/>
              <a:gd name="connsiteY683" fmla="*/ 3033725 h 6858000"/>
              <a:gd name="connsiteX684" fmla="*/ 1807991 w 7467600"/>
              <a:gd name="connsiteY684" fmla="*/ 2807184 h 6858000"/>
              <a:gd name="connsiteX685" fmla="*/ 1416358 w 7467600"/>
              <a:gd name="connsiteY685" fmla="*/ 3112571 h 6858000"/>
              <a:gd name="connsiteX686" fmla="*/ 939066 w 7467600"/>
              <a:gd name="connsiteY686" fmla="*/ 3378798 h 6858000"/>
              <a:gd name="connsiteX687" fmla="*/ 115099 w 7467600"/>
              <a:gd name="connsiteY687" fmla="*/ 3607650 h 6858000"/>
              <a:gd name="connsiteX688" fmla="*/ 97284 w 7467600"/>
              <a:gd name="connsiteY688" fmla="*/ 3520393 h 6858000"/>
              <a:gd name="connsiteX689" fmla="*/ 922050 w 7467600"/>
              <a:gd name="connsiteY689" fmla="*/ 3074867 h 6858000"/>
              <a:gd name="connsiteX690" fmla="*/ 1405265 w 7467600"/>
              <a:gd name="connsiteY690" fmla="*/ 3016319 h 6858000"/>
              <a:gd name="connsiteX691" fmla="*/ 1407512 w 7467600"/>
              <a:gd name="connsiteY691" fmla="*/ 3018001 h 6858000"/>
              <a:gd name="connsiteX692" fmla="*/ 1726266 w 7467600"/>
              <a:gd name="connsiteY692" fmla="*/ 2777274 h 6858000"/>
              <a:gd name="connsiteX693" fmla="*/ 625390 w 7467600"/>
              <a:gd name="connsiteY693" fmla="*/ 2514541 h 6858000"/>
              <a:gd name="connsiteX694" fmla="*/ 619799 w 7467600"/>
              <a:gd name="connsiteY694" fmla="*/ 2527180 h 6858000"/>
              <a:gd name="connsiteX695" fmla="*/ 310030 w 7467600"/>
              <a:gd name="connsiteY695" fmla="*/ 2771818 h 6858000"/>
              <a:gd name="connsiteX696" fmla="*/ 173877 w 7467600"/>
              <a:gd name="connsiteY696" fmla="*/ 2937056 h 6858000"/>
              <a:gd name="connsiteX697" fmla="*/ 77889 w 7467600"/>
              <a:gd name="connsiteY697" fmla="*/ 3138440 h 6858000"/>
              <a:gd name="connsiteX698" fmla="*/ 0 w 7467600"/>
              <a:gd name="connsiteY698" fmla="*/ 3271395 h 6858000"/>
              <a:gd name="connsiteX699" fmla="*/ 0 w 7467600"/>
              <a:gd name="connsiteY699" fmla="*/ 3153002 h 6858000"/>
              <a:gd name="connsiteX700" fmla="*/ 2386 w 7467600"/>
              <a:gd name="connsiteY700" fmla="*/ 3149203 h 6858000"/>
              <a:gd name="connsiteX701" fmla="*/ 89753 w 7467600"/>
              <a:gd name="connsiteY701" fmla="*/ 2987702 h 6858000"/>
              <a:gd name="connsiteX702" fmla="*/ 76869 w 7467600"/>
              <a:gd name="connsiteY702" fmla="*/ 3005404 h 6858000"/>
              <a:gd name="connsiteX703" fmla="*/ 32049 w 7467600"/>
              <a:gd name="connsiteY703" fmla="*/ 3065814 h 6858000"/>
              <a:gd name="connsiteX704" fmla="*/ 0 w 7467600"/>
              <a:gd name="connsiteY704" fmla="*/ 3108744 h 6858000"/>
              <a:gd name="connsiteX705" fmla="*/ 0 w 7467600"/>
              <a:gd name="connsiteY705" fmla="*/ 3058059 h 6858000"/>
              <a:gd name="connsiteX706" fmla="*/ 7610 w 7467600"/>
              <a:gd name="connsiteY706" fmla="*/ 3047889 h 6858000"/>
              <a:gd name="connsiteX707" fmla="*/ 52419 w 7467600"/>
              <a:gd name="connsiteY707" fmla="*/ 2987479 h 6858000"/>
              <a:gd name="connsiteX708" fmla="*/ 59142 w 7467600"/>
              <a:gd name="connsiteY708" fmla="*/ 2978488 h 6858000"/>
              <a:gd name="connsiteX709" fmla="*/ 0 w 7467600"/>
              <a:gd name="connsiteY709" fmla="*/ 3015334 h 6858000"/>
              <a:gd name="connsiteX710" fmla="*/ 0 w 7467600"/>
              <a:gd name="connsiteY710" fmla="*/ 2914286 h 6858000"/>
              <a:gd name="connsiteX711" fmla="*/ 36383 w 7467600"/>
              <a:gd name="connsiteY711" fmla="*/ 2901128 h 6858000"/>
              <a:gd name="connsiteX712" fmla="*/ 156329 w 7467600"/>
              <a:gd name="connsiteY712" fmla="*/ 2840533 h 6858000"/>
              <a:gd name="connsiteX713" fmla="*/ 358355 w 7467600"/>
              <a:gd name="connsiteY713" fmla="*/ 2620471 h 6858000"/>
              <a:gd name="connsiteX714" fmla="*/ 510577 w 7467600"/>
              <a:gd name="connsiteY714" fmla="*/ 2501244 h 6858000"/>
              <a:gd name="connsiteX715" fmla="*/ 211967 w 7467600"/>
              <a:gd name="connsiteY715" fmla="*/ 2479171 h 6858000"/>
              <a:gd name="connsiteX716" fmla="*/ 0 w 7467600"/>
              <a:gd name="connsiteY716" fmla="*/ 2476398 h 6858000"/>
              <a:gd name="connsiteX717" fmla="*/ 0 w 7467600"/>
              <a:gd name="connsiteY717" fmla="*/ 2389189 h 6858000"/>
              <a:gd name="connsiteX718" fmla="*/ 103062 w 7467600"/>
              <a:gd name="connsiteY718" fmla="*/ 2389518 h 6858000"/>
              <a:gd name="connsiteX719" fmla="*/ 510734 w 7467600"/>
              <a:gd name="connsiteY719" fmla="*/ 2416201 h 6858000"/>
              <a:gd name="connsiteX720" fmla="*/ 279257 w 7467600"/>
              <a:gd name="connsiteY720" fmla="*/ 2092102 h 6858000"/>
              <a:gd name="connsiteX721" fmla="*/ 65265 w 7467600"/>
              <a:gd name="connsiteY721" fmla="*/ 2006049 h 6858000"/>
              <a:gd name="connsiteX722" fmla="*/ 0 w 7467600"/>
              <a:gd name="connsiteY722" fmla="*/ 1982532 h 6858000"/>
              <a:gd name="connsiteX723" fmla="*/ 0 w 7467600"/>
              <a:gd name="connsiteY723" fmla="*/ 1912789 h 6858000"/>
              <a:gd name="connsiteX724" fmla="*/ 97460 w 7467600"/>
              <a:gd name="connsiteY724" fmla="*/ 1953725 h 6858000"/>
              <a:gd name="connsiteX725" fmla="*/ 221272 w 7467600"/>
              <a:gd name="connsiteY725" fmla="*/ 1980766 h 6858000"/>
              <a:gd name="connsiteX726" fmla="*/ 116765 w 7467600"/>
              <a:gd name="connsiteY726" fmla="*/ 1911033 h 6858000"/>
              <a:gd name="connsiteX727" fmla="*/ 16405 w 7467600"/>
              <a:gd name="connsiteY727" fmla="*/ 1803412 h 6858000"/>
              <a:gd name="connsiteX728" fmla="*/ 0 w 7467600"/>
              <a:gd name="connsiteY728" fmla="*/ 1784777 h 6858000"/>
              <a:gd name="connsiteX729" fmla="*/ 0 w 7467600"/>
              <a:gd name="connsiteY729" fmla="*/ 1740082 h 6858000"/>
              <a:gd name="connsiteX730" fmla="*/ 39394 w 7467600"/>
              <a:gd name="connsiteY730" fmla="*/ 1784856 h 6858000"/>
              <a:gd name="connsiteX731" fmla="*/ 135813 w 7467600"/>
              <a:gd name="connsiteY731" fmla="*/ 1888838 h 6858000"/>
              <a:gd name="connsiteX732" fmla="*/ 242575 w 7467600"/>
              <a:gd name="connsiteY732" fmla="*/ 1958841 h 6858000"/>
              <a:gd name="connsiteX733" fmla="*/ 82197 w 7467600"/>
              <a:gd name="connsiteY733" fmla="*/ 1754826 h 6858000"/>
              <a:gd name="connsiteX734" fmla="*/ 0 w 7467600"/>
              <a:gd name="connsiteY734" fmla="*/ 1679650 h 6858000"/>
              <a:gd name="connsiteX735" fmla="*/ 0 w 7467600"/>
              <a:gd name="connsiteY735" fmla="*/ 1602463 h 6858000"/>
              <a:gd name="connsiteX736" fmla="*/ 84689 w 7467600"/>
              <a:gd name="connsiteY736" fmla="*/ 1677442 h 6858000"/>
              <a:gd name="connsiteX737" fmla="*/ 298437 w 7467600"/>
              <a:gd name="connsiteY737" fmla="*/ 1968019 h 6858000"/>
              <a:gd name="connsiteX738" fmla="*/ 227269 w 7467600"/>
              <a:gd name="connsiteY738" fmla="*/ 1114064 h 6858000"/>
              <a:gd name="connsiteX739" fmla="*/ 248003 w 7467600"/>
              <a:gd name="connsiteY739" fmla="*/ 1089613 h 6858000"/>
              <a:gd name="connsiteX740" fmla="*/ 427020 w 7467600"/>
              <a:gd name="connsiteY740" fmla="*/ 1619803 h 6858000"/>
              <a:gd name="connsiteX741" fmla="*/ 340345 w 7467600"/>
              <a:gd name="connsiteY741" fmla="*/ 2027739 h 6858000"/>
              <a:gd name="connsiteX742" fmla="*/ 360865 w 7467600"/>
              <a:gd name="connsiteY742" fmla="*/ 2044827 h 6858000"/>
              <a:gd name="connsiteX743" fmla="*/ 560414 w 7467600"/>
              <a:gd name="connsiteY743" fmla="*/ 2421457 h 6858000"/>
              <a:gd name="connsiteX744" fmla="*/ 1359703 w 7467600"/>
              <a:gd name="connsiteY744" fmla="*/ 2578554 h 6858000"/>
              <a:gd name="connsiteX745" fmla="*/ 1359422 w 7467600"/>
              <a:gd name="connsiteY745" fmla="*/ 2577994 h 6858000"/>
              <a:gd name="connsiteX746" fmla="*/ 828701 w 7467600"/>
              <a:gd name="connsiteY746" fmla="*/ 1839520 h 6858000"/>
              <a:gd name="connsiteX747" fmla="*/ 494427 w 7467600"/>
              <a:gd name="connsiteY747" fmla="*/ 1092333 h 6858000"/>
              <a:gd name="connsiteX748" fmla="*/ 506322 w 7467600"/>
              <a:gd name="connsiteY748" fmla="*/ 1020997 h 6858000"/>
              <a:gd name="connsiteX749" fmla="*/ 4570198 w 7467600"/>
              <a:gd name="connsiteY749" fmla="*/ 978081 h 6858000"/>
              <a:gd name="connsiteX750" fmla="*/ 4523691 w 7467600"/>
              <a:gd name="connsiteY750" fmla="*/ 1127776 h 6858000"/>
              <a:gd name="connsiteX751" fmla="*/ 4509875 w 7467600"/>
              <a:gd name="connsiteY751" fmla="*/ 1167552 h 6858000"/>
              <a:gd name="connsiteX752" fmla="*/ 4478168 w 7467600"/>
              <a:gd name="connsiteY752" fmla="*/ 1260735 h 6858000"/>
              <a:gd name="connsiteX753" fmla="*/ 4409309 w 7467600"/>
              <a:gd name="connsiteY753" fmla="*/ 1666996 h 6858000"/>
              <a:gd name="connsiteX754" fmla="*/ 4370031 w 7467600"/>
              <a:gd name="connsiteY754" fmla="*/ 1955666 h 6858000"/>
              <a:gd name="connsiteX755" fmla="*/ 4570198 w 7467600"/>
              <a:gd name="connsiteY755" fmla="*/ 978081 h 6858000"/>
              <a:gd name="connsiteX756" fmla="*/ 4557898 w 7467600"/>
              <a:gd name="connsiteY756" fmla="*/ 900011 h 6858000"/>
              <a:gd name="connsiteX757" fmla="*/ 4344840 w 7467600"/>
              <a:gd name="connsiteY757" fmla="*/ 1922038 h 6858000"/>
              <a:gd name="connsiteX758" fmla="*/ 4378710 w 7467600"/>
              <a:gd name="connsiteY758" fmla="*/ 1665516 h 6858000"/>
              <a:gd name="connsiteX759" fmla="*/ 4448798 w 7467600"/>
              <a:gd name="connsiteY759" fmla="*/ 1253024 h 6858000"/>
              <a:gd name="connsiteX760" fmla="*/ 4480315 w 7467600"/>
              <a:gd name="connsiteY760" fmla="*/ 1158454 h 6858000"/>
              <a:gd name="connsiteX761" fmla="*/ 4494133 w 7467600"/>
              <a:gd name="connsiteY761" fmla="*/ 1118676 h 6858000"/>
              <a:gd name="connsiteX762" fmla="*/ 4557898 w 7467600"/>
              <a:gd name="connsiteY762" fmla="*/ 900011 h 6858000"/>
              <a:gd name="connsiteX763" fmla="*/ 5870151 w 7467600"/>
              <a:gd name="connsiteY763" fmla="*/ 898890 h 6858000"/>
              <a:gd name="connsiteX764" fmla="*/ 5861335 w 7467600"/>
              <a:gd name="connsiteY764" fmla="*/ 899177 h 6858000"/>
              <a:gd name="connsiteX765" fmla="*/ 5843702 w 7467600"/>
              <a:gd name="connsiteY765" fmla="*/ 899748 h 6858000"/>
              <a:gd name="connsiteX766" fmla="*/ 5651107 w 7467600"/>
              <a:gd name="connsiteY766" fmla="*/ 920306 h 6858000"/>
              <a:gd name="connsiteX767" fmla="*/ 5459407 w 7467600"/>
              <a:gd name="connsiteY767" fmla="*/ 940975 h 6858000"/>
              <a:gd name="connsiteX768" fmla="*/ 5374846 w 7467600"/>
              <a:gd name="connsiteY768" fmla="*/ 941988 h 6858000"/>
              <a:gd name="connsiteX769" fmla="*/ 5256105 w 7467600"/>
              <a:gd name="connsiteY769" fmla="*/ 945632 h 6858000"/>
              <a:gd name="connsiteX770" fmla="*/ 5107071 w 7467600"/>
              <a:gd name="connsiteY770" fmla="*/ 969720 h 6858000"/>
              <a:gd name="connsiteX771" fmla="*/ 4998681 w 7467600"/>
              <a:gd name="connsiteY771" fmla="*/ 988771 h 6858000"/>
              <a:gd name="connsiteX772" fmla="*/ 5870151 w 7467600"/>
              <a:gd name="connsiteY772" fmla="*/ 898890 h 6858000"/>
              <a:gd name="connsiteX773" fmla="*/ 5504425 w 7467600"/>
              <a:gd name="connsiteY773" fmla="*/ 848067 h 6858000"/>
              <a:gd name="connsiteX774" fmla="*/ 4968849 w 7467600"/>
              <a:gd name="connsiteY774" fmla="*/ 962318 h 6858000"/>
              <a:gd name="connsiteX775" fmla="*/ 5104039 w 7467600"/>
              <a:gd name="connsiteY775" fmla="*/ 940634 h 6858000"/>
              <a:gd name="connsiteX776" fmla="*/ 5256311 w 7467600"/>
              <a:gd name="connsiteY776" fmla="*/ 916490 h 6858000"/>
              <a:gd name="connsiteX777" fmla="*/ 5377381 w 7467600"/>
              <a:gd name="connsiteY777" fmla="*/ 912671 h 6858000"/>
              <a:gd name="connsiteX778" fmla="*/ 5460148 w 7467600"/>
              <a:gd name="connsiteY778" fmla="*/ 911442 h 6858000"/>
              <a:gd name="connsiteX779" fmla="*/ 5648971 w 7467600"/>
              <a:gd name="connsiteY779" fmla="*/ 891331 h 6858000"/>
              <a:gd name="connsiteX780" fmla="*/ 5844807 w 7467600"/>
              <a:gd name="connsiteY780" fmla="*/ 870718 h 6858000"/>
              <a:gd name="connsiteX781" fmla="*/ 5862975 w 7467600"/>
              <a:gd name="connsiteY781" fmla="*/ 869756 h 6858000"/>
              <a:gd name="connsiteX782" fmla="*/ 5920887 w 7467600"/>
              <a:gd name="connsiteY782" fmla="*/ 865929 h 6858000"/>
              <a:gd name="connsiteX783" fmla="*/ 5504425 w 7467600"/>
              <a:gd name="connsiteY783" fmla="*/ 848067 h 6858000"/>
              <a:gd name="connsiteX784" fmla="*/ 3607114 w 7467600"/>
              <a:gd name="connsiteY784" fmla="*/ 467441 h 6858000"/>
              <a:gd name="connsiteX785" fmla="*/ 3296242 w 7467600"/>
              <a:gd name="connsiteY785" fmla="*/ 807991 h 6858000"/>
              <a:gd name="connsiteX786" fmla="*/ 3174674 w 7467600"/>
              <a:gd name="connsiteY786" fmla="*/ 919759 h 6858000"/>
              <a:gd name="connsiteX787" fmla="*/ 3042978 w 7467600"/>
              <a:gd name="connsiteY787" fmla="*/ 1054894 h 6858000"/>
              <a:gd name="connsiteX788" fmla="*/ 2968914 w 7467600"/>
              <a:gd name="connsiteY788" fmla="*/ 1133756 h 6858000"/>
              <a:gd name="connsiteX789" fmla="*/ 3103823 w 7467600"/>
              <a:gd name="connsiteY789" fmla="*/ 1026814 h 6858000"/>
              <a:gd name="connsiteX790" fmla="*/ 3607114 w 7467600"/>
              <a:gd name="connsiteY790" fmla="*/ 467441 h 6858000"/>
              <a:gd name="connsiteX791" fmla="*/ 3744487 w 7467600"/>
              <a:gd name="connsiteY791" fmla="*/ 383136 h 6858000"/>
              <a:gd name="connsiteX792" fmla="*/ 3970213 w 7467600"/>
              <a:gd name="connsiteY792" fmla="*/ 995559 h 6858000"/>
              <a:gd name="connsiteX793" fmla="*/ 3744487 w 7467600"/>
              <a:gd name="connsiteY793" fmla="*/ 383136 h 6858000"/>
              <a:gd name="connsiteX794" fmla="*/ 3624562 w 7467600"/>
              <a:gd name="connsiteY794" fmla="*/ 367041 h 6858000"/>
              <a:gd name="connsiteX795" fmla="*/ 3489712 w 7467600"/>
              <a:gd name="connsiteY795" fmla="*/ 485386 h 6858000"/>
              <a:gd name="connsiteX796" fmla="*/ 3182994 w 7467600"/>
              <a:gd name="connsiteY796" fmla="*/ 828265 h 6858000"/>
              <a:gd name="connsiteX797" fmla="*/ 2892114 w 7467600"/>
              <a:gd name="connsiteY797" fmla="*/ 1172635 h 6858000"/>
              <a:gd name="connsiteX798" fmla="*/ 3021459 w 7467600"/>
              <a:gd name="connsiteY798" fmla="*/ 1035385 h 6858000"/>
              <a:gd name="connsiteX799" fmla="*/ 3153873 w 7467600"/>
              <a:gd name="connsiteY799" fmla="*/ 898971 h 6858000"/>
              <a:gd name="connsiteX800" fmla="*/ 3276511 w 7467600"/>
              <a:gd name="connsiteY800" fmla="*/ 786423 h 6858000"/>
              <a:gd name="connsiteX801" fmla="*/ 3584154 w 7467600"/>
              <a:gd name="connsiteY801" fmla="*/ 448218 h 6858000"/>
              <a:gd name="connsiteX802" fmla="*/ 3624562 w 7467600"/>
              <a:gd name="connsiteY802" fmla="*/ 367041 h 6858000"/>
              <a:gd name="connsiteX803" fmla="*/ 3766672 w 7467600"/>
              <a:gd name="connsiteY803" fmla="*/ 359429 h 6858000"/>
              <a:gd name="connsiteX804" fmla="*/ 3996338 w 7467600"/>
              <a:gd name="connsiteY804" fmla="*/ 968237 h 6858000"/>
              <a:gd name="connsiteX805" fmla="*/ 3766672 w 7467600"/>
              <a:gd name="connsiteY805" fmla="*/ 359429 h 6858000"/>
              <a:gd name="connsiteX806" fmla="*/ 5805386 w 7467600"/>
              <a:gd name="connsiteY806" fmla="*/ 239240 h 6858000"/>
              <a:gd name="connsiteX807" fmla="*/ 5736947 w 7467600"/>
              <a:gd name="connsiteY807" fmla="*/ 261367 h 6858000"/>
              <a:gd name="connsiteX808" fmla="*/ 5427012 w 7467600"/>
              <a:gd name="connsiteY808" fmla="*/ 311272 h 6858000"/>
              <a:gd name="connsiteX809" fmla="*/ 5147818 w 7467600"/>
              <a:gd name="connsiteY809" fmla="*/ 322112 h 6858000"/>
              <a:gd name="connsiteX810" fmla="*/ 5060854 w 7467600"/>
              <a:gd name="connsiteY810" fmla="*/ 311882 h 6858000"/>
              <a:gd name="connsiteX811" fmla="*/ 4945989 w 7467600"/>
              <a:gd name="connsiteY811" fmla="*/ 300516 h 6858000"/>
              <a:gd name="connsiteX812" fmla="*/ 5410479 w 7467600"/>
              <a:gd name="connsiteY812" fmla="*/ 348434 h 6858000"/>
              <a:gd name="connsiteX813" fmla="*/ 5805386 w 7467600"/>
              <a:gd name="connsiteY813" fmla="*/ 239240 h 6858000"/>
              <a:gd name="connsiteX814" fmla="*/ 5905192 w 7467600"/>
              <a:gd name="connsiteY814" fmla="*/ 163079 h 6858000"/>
              <a:gd name="connsiteX815" fmla="*/ 5865655 w 7467600"/>
              <a:gd name="connsiteY815" fmla="*/ 171901 h 6858000"/>
              <a:gd name="connsiteX816" fmla="*/ 5259740 w 7467600"/>
              <a:gd name="connsiteY816" fmla="*/ 257013 h 6858000"/>
              <a:gd name="connsiteX817" fmla="*/ 5208466 w 7467600"/>
              <a:gd name="connsiteY817" fmla="*/ 257550 h 6858000"/>
              <a:gd name="connsiteX818" fmla="*/ 4980204 w 7467600"/>
              <a:gd name="connsiteY818" fmla="*/ 271903 h 6858000"/>
              <a:gd name="connsiteX819" fmla="*/ 5068068 w 7467600"/>
              <a:gd name="connsiteY819" fmla="*/ 282244 h 6858000"/>
              <a:gd name="connsiteX820" fmla="*/ 5153231 w 7467600"/>
              <a:gd name="connsiteY820" fmla="*/ 292240 h 6858000"/>
              <a:gd name="connsiteX821" fmla="*/ 5426491 w 7467600"/>
              <a:gd name="connsiteY821" fmla="*/ 281128 h 6858000"/>
              <a:gd name="connsiteX822" fmla="*/ 5731212 w 7467600"/>
              <a:gd name="connsiteY822" fmla="*/ 231951 h 6858000"/>
              <a:gd name="connsiteX823" fmla="*/ 5905192 w 7467600"/>
              <a:gd name="connsiteY823" fmla="*/ 163079 h 6858000"/>
              <a:gd name="connsiteX824" fmla="*/ 5944437 w 7467600"/>
              <a:gd name="connsiteY824" fmla="*/ 113829 h 6858000"/>
              <a:gd name="connsiteX825" fmla="*/ 5825032 w 7467600"/>
              <a:gd name="connsiteY825" fmla="*/ 146405 h 6858000"/>
              <a:gd name="connsiteX826" fmla="*/ 4955599 w 7467600"/>
              <a:gd name="connsiteY826" fmla="*/ 247008 h 6858000"/>
              <a:gd name="connsiteX827" fmla="*/ 5210104 w 7467600"/>
              <a:gd name="connsiteY827" fmla="*/ 228123 h 6858000"/>
              <a:gd name="connsiteX828" fmla="*/ 5261015 w 7467600"/>
              <a:gd name="connsiteY828" fmla="*/ 227087 h 6858000"/>
              <a:gd name="connsiteX829" fmla="*/ 5861181 w 7467600"/>
              <a:gd name="connsiteY829" fmla="*/ 143093 h 6858000"/>
              <a:gd name="connsiteX830" fmla="*/ 5961252 w 7467600"/>
              <a:gd name="connsiteY830" fmla="*/ 114820 h 6858000"/>
              <a:gd name="connsiteX831" fmla="*/ 5944437 w 7467600"/>
              <a:gd name="connsiteY831" fmla="*/ 113829 h 6858000"/>
              <a:gd name="connsiteX832" fmla="*/ 3882765 w 7467600"/>
              <a:gd name="connsiteY832" fmla="*/ 0 h 6858000"/>
              <a:gd name="connsiteX833" fmla="*/ 3995099 w 7467600"/>
              <a:gd name="connsiteY833" fmla="*/ 0 h 6858000"/>
              <a:gd name="connsiteX834" fmla="*/ 4163818 w 7467600"/>
              <a:gd name="connsiteY834" fmla="*/ 234104 h 6858000"/>
              <a:gd name="connsiteX835" fmla="*/ 4172099 w 7467600"/>
              <a:gd name="connsiteY835" fmla="*/ 234207 h 6858000"/>
              <a:gd name="connsiteX836" fmla="*/ 4784282 w 7467600"/>
              <a:gd name="connsiteY836" fmla="*/ 276561 h 6858000"/>
              <a:gd name="connsiteX837" fmla="*/ 4801687 w 7467600"/>
              <a:gd name="connsiteY837" fmla="*/ 267764 h 6858000"/>
              <a:gd name="connsiteX838" fmla="*/ 6082788 w 7467600"/>
              <a:gd name="connsiteY838" fmla="*/ 64119 h 6858000"/>
              <a:gd name="connsiteX839" fmla="*/ 6099442 w 7467600"/>
              <a:gd name="connsiteY839" fmla="*/ 82568 h 6858000"/>
              <a:gd name="connsiteX840" fmla="*/ 4804137 w 7467600"/>
              <a:gd name="connsiteY840" fmla="*/ 320931 h 6858000"/>
              <a:gd name="connsiteX841" fmla="*/ 4227047 w 7467600"/>
              <a:gd name="connsiteY841" fmla="*/ 313415 h 6858000"/>
              <a:gd name="connsiteX842" fmla="*/ 4346041 w 7467600"/>
              <a:gd name="connsiteY842" fmla="*/ 456086 h 6858000"/>
              <a:gd name="connsiteX843" fmla="*/ 4870967 w 7467600"/>
              <a:gd name="connsiteY843" fmla="*/ 963061 h 6858000"/>
              <a:gd name="connsiteX844" fmla="*/ 4889647 w 7467600"/>
              <a:gd name="connsiteY844" fmla="*/ 957147 h 6858000"/>
              <a:gd name="connsiteX845" fmla="*/ 5422504 w 7467600"/>
              <a:gd name="connsiteY845" fmla="*/ 805191 h 6858000"/>
              <a:gd name="connsiteX846" fmla="*/ 6087656 w 7467600"/>
              <a:gd name="connsiteY846" fmla="*/ 826703 h 6858000"/>
              <a:gd name="connsiteX847" fmla="*/ 6058717 w 7467600"/>
              <a:gd name="connsiteY847" fmla="*/ 865992 h 6858000"/>
              <a:gd name="connsiteX848" fmla="*/ 4974153 w 7467600"/>
              <a:gd name="connsiteY848" fmla="*/ 1045456 h 6858000"/>
              <a:gd name="connsiteX849" fmla="*/ 5627835 w 7467600"/>
              <a:gd name="connsiteY849" fmla="*/ 1472077 h 6858000"/>
              <a:gd name="connsiteX850" fmla="*/ 5629817 w 7467600"/>
              <a:gd name="connsiteY850" fmla="*/ 1471412 h 6858000"/>
              <a:gd name="connsiteX851" fmla="*/ 5634124 w 7467600"/>
              <a:gd name="connsiteY851" fmla="*/ 1470572 h 6858000"/>
              <a:gd name="connsiteX852" fmla="*/ 5755832 w 7467600"/>
              <a:gd name="connsiteY852" fmla="*/ 1383886 h 6858000"/>
              <a:gd name="connsiteX853" fmla="*/ 6014186 w 7467600"/>
              <a:gd name="connsiteY853" fmla="*/ 1279799 h 6858000"/>
              <a:gd name="connsiteX854" fmla="*/ 6901619 w 7467600"/>
              <a:gd name="connsiteY854" fmla="*/ 1047874 h 6858000"/>
              <a:gd name="connsiteX855" fmla="*/ 6931566 w 7467600"/>
              <a:gd name="connsiteY855" fmla="*/ 1062034 h 6858000"/>
              <a:gd name="connsiteX856" fmla="*/ 5790982 w 7467600"/>
              <a:gd name="connsiteY856" fmla="*/ 1561380 h 6858000"/>
              <a:gd name="connsiteX857" fmla="*/ 6188971 w 7467600"/>
              <a:gd name="connsiteY857" fmla="*/ 1755168 h 6858000"/>
              <a:gd name="connsiteX858" fmla="*/ 6202446 w 7467600"/>
              <a:gd name="connsiteY858" fmla="*/ 1752268 h 6858000"/>
              <a:gd name="connsiteX859" fmla="*/ 7179560 w 7467600"/>
              <a:gd name="connsiteY859" fmla="*/ 1467551 h 6858000"/>
              <a:gd name="connsiteX860" fmla="*/ 7158730 w 7467600"/>
              <a:gd name="connsiteY860" fmla="*/ 1507835 h 6858000"/>
              <a:gd name="connsiteX861" fmla="*/ 6326959 w 7467600"/>
              <a:gd name="connsiteY861" fmla="*/ 1817686 h 6858000"/>
              <a:gd name="connsiteX862" fmla="*/ 6537433 w 7467600"/>
              <a:gd name="connsiteY862" fmla="*/ 1907790 h 6858000"/>
              <a:gd name="connsiteX863" fmla="*/ 6550221 w 7467600"/>
              <a:gd name="connsiteY863" fmla="*/ 1910729 h 6858000"/>
              <a:gd name="connsiteX864" fmla="*/ 6964438 w 7467600"/>
              <a:gd name="connsiteY864" fmla="*/ 2209505 h 6858000"/>
              <a:gd name="connsiteX865" fmla="*/ 7367862 w 7467600"/>
              <a:gd name="connsiteY865" fmla="*/ 2806833 h 6858000"/>
              <a:gd name="connsiteX866" fmla="*/ 7364329 w 7467600"/>
              <a:gd name="connsiteY866" fmla="*/ 2826907 h 6858000"/>
              <a:gd name="connsiteX867" fmla="*/ 7290545 w 7467600"/>
              <a:gd name="connsiteY867" fmla="*/ 2850663 h 6858000"/>
              <a:gd name="connsiteX868" fmla="*/ 6472036 w 7467600"/>
              <a:gd name="connsiteY868" fmla="*/ 1959003 h 6858000"/>
              <a:gd name="connsiteX869" fmla="*/ 5792897 w 7467600"/>
              <a:gd name="connsiteY869" fmla="*/ 1647747 h 6858000"/>
              <a:gd name="connsiteX870" fmla="*/ 5842751 w 7467600"/>
              <a:gd name="connsiteY870" fmla="*/ 1816112 h 6858000"/>
              <a:gd name="connsiteX871" fmla="*/ 5847424 w 7467600"/>
              <a:gd name="connsiteY871" fmla="*/ 1815776 h 6858000"/>
              <a:gd name="connsiteX872" fmla="*/ 6399821 w 7467600"/>
              <a:gd name="connsiteY872" fmla="*/ 2344799 h 6858000"/>
              <a:gd name="connsiteX873" fmla="*/ 6323232 w 7467600"/>
              <a:gd name="connsiteY873" fmla="*/ 2389634 h 6858000"/>
              <a:gd name="connsiteX874" fmla="*/ 5942958 w 7467600"/>
              <a:gd name="connsiteY874" fmla="*/ 2077708 h 6858000"/>
              <a:gd name="connsiteX875" fmla="*/ 5921559 w 7467600"/>
              <a:gd name="connsiteY875" fmla="*/ 2378596 h 6858000"/>
              <a:gd name="connsiteX876" fmla="*/ 5817651 w 7467600"/>
              <a:gd name="connsiteY876" fmla="*/ 3023919 h 6858000"/>
              <a:gd name="connsiteX877" fmla="*/ 5729634 w 7467600"/>
              <a:gd name="connsiteY877" fmla="*/ 3051849 h 6858000"/>
              <a:gd name="connsiteX878" fmla="*/ 5611018 w 7467600"/>
              <a:gd name="connsiteY878" fmla="*/ 2316769 h 6858000"/>
              <a:gd name="connsiteX879" fmla="*/ 5687608 w 7467600"/>
              <a:gd name="connsiteY879" fmla="*/ 2039972 h 6858000"/>
              <a:gd name="connsiteX880" fmla="*/ 5657554 w 7467600"/>
              <a:gd name="connsiteY880" fmla="*/ 1576445 h 6858000"/>
              <a:gd name="connsiteX881" fmla="*/ 5150475 w 7467600"/>
              <a:gd name="connsiteY881" fmla="*/ 1274012 h 6858000"/>
              <a:gd name="connsiteX882" fmla="*/ 5349142 w 7467600"/>
              <a:gd name="connsiteY882" fmla="*/ 2204405 h 6858000"/>
              <a:gd name="connsiteX883" fmla="*/ 5262214 w 7467600"/>
              <a:gd name="connsiteY883" fmla="*/ 2233836 h 6858000"/>
              <a:gd name="connsiteX884" fmla="*/ 4981539 w 7467600"/>
              <a:gd name="connsiteY884" fmla="*/ 1542201 h 6858000"/>
              <a:gd name="connsiteX885" fmla="*/ 4958461 w 7467600"/>
              <a:gd name="connsiteY885" fmla="*/ 1136957 h 6858000"/>
              <a:gd name="connsiteX886" fmla="*/ 4655015 w 7467600"/>
              <a:gd name="connsiteY886" fmla="*/ 891426 h 6858000"/>
              <a:gd name="connsiteX887" fmla="*/ 4348002 w 7467600"/>
              <a:gd name="connsiteY887" fmla="*/ 2205895 h 6858000"/>
              <a:gd name="connsiteX888" fmla="*/ 4262250 w 7467600"/>
              <a:gd name="connsiteY888" fmla="*/ 2219972 h 6858000"/>
              <a:gd name="connsiteX889" fmla="*/ 4550611 w 7467600"/>
              <a:gd name="connsiteY889" fmla="*/ 817540 h 6858000"/>
              <a:gd name="connsiteX890" fmla="*/ 4564418 w 7467600"/>
              <a:gd name="connsiteY890" fmla="*/ 808293 h 6858000"/>
              <a:gd name="connsiteX891" fmla="*/ 4266388 w 7467600"/>
              <a:gd name="connsiteY891" fmla="*/ 500083 h 6858000"/>
              <a:gd name="connsiteX892" fmla="*/ 4032842 w 7467600"/>
              <a:gd name="connsiteY892" fmla="*/ 211809 h 6858000"/>
              <a:gd name="connsiteX893" fmla="*/ 3882765 w 7467600"/>
              <a:gd name="connsiteY893" fmla="*/ 0 h 6858000"/>
              <a:gd name="connsiteX894" fmla="*/ 3721337 w 7467600"/>
              <a:gd name="connsiteY894" fmla="*/ 0 h 6858000"/>
              <a:gd name="connsiteX895" fmla="*/ 3797544 w 7467600"/>
              <a:gd name="connsiteY895" fmla="*/ 0 h 6858000"/>
              <a:gd name="connsiteX896" fmla="*/ 3775734 w 7467600"/>
              <a:gd name="connsiteY896" fmla="*/ 95131 h 6858000"/>
              <a:gd name="connsiteX897" fmla="*/ 3724807 w 7467600"/>
              <a:gd name="connsiteY897" fmla="*/ 272257 h 6858000"/>
              <a:gd name="connsiteX898" fmla="*/ 3726844 w 7467600"/>
              <a:gd name="connsiteY898" fmla="*/ 282988 h 6858000"/>
              <a:gd name="connsiteX899" fmla="*/ 3742664 w 7467600"/>
              <a:gd name="connsiteY899" fmla="*/ 279918 h 6858000"/>
              <a:gd name="connsiteX900" fmla="*/ 4103910 w 7467600"/>
              <a:gd name="connsiteY900" fmla="*/ 1161917 h 6858000"/>
              <a:gd name="connsiteX901" fmla="*/ 4020269 w 7467600"/>
              <a:gd name="connsiteY901" fmla="*/ 1200406 h 6858000"/>
              <a:gd name="connsiteX902" fmla="*/ 3674882 w 7467600"/>
              <a:gd name="connsiteY902" fmla="*/ 488524 h 6858000"/>
              <a:gd name="connsiteX903" fmla="*/ 3132682 w 7467600"/>
              <a:gd name="connsiteY903" fmla="*/ 1072284 h 6858000"/>
              <a:gd name="connsiteX904" fmla="*/ 2716346 w 7467600"/>
              <a:gd name="connsiteY904" fmla="*/ 1276376 h 6858000"/>
              <a:gd name="connsiteX905" fmla="*/ 2716772 w 7467600"/>
              <a:gd name="connsiteY905" fmla="*/ 1255462 h 6858000"/>
              <a:gd name="connsiteX906" fmla="*/ 3471096 w 7467600"/>
              <a:gd name="connsiteY906" fmla="*/ 437072 h 6858000"/>
              <a:gd name="connsiteX907" fmla="*/ 3639057 w 7467600"/>
              <a:gd name="connsiteY907" fmla="*/ 286334 h 6858000"/>
              <a:gd name="connsiteX908" fmla="*/ 3640309 w 7467600"/>
              <a:gd name="connsiteY908" fmla="*/ 284664 h 6858000"/>
              <a:gd name="connsiteX909" fmla="*/ 3646022 w 7467600"/>
              <a:gd name="connsiteY909" fmla="*/ 276711 h 6858000"/>
              <a:gd name="connsiteX910" fmla="*/ 3707943 w 7467600"/>
              <a:gd name="connsiteY910" fmla="*/ 65958 h 6858000"/>
              <a:gd name="connsiteX911" fmla="*/ 3721337 w 7467600"/>
              <a:gd name="connsiteY911" fmla="*/ 0 h 6858000"/>
              <a:gd name="connsiteX912" fmla="*/ 2867960 w 7467600"/>
              <a:gd name="connsiteY912" fmla="*/ 0 h 6858000"/>
              <a:gd name="connsiteX913" fmla="*/ 2926351 w 7467600"/>
              <a:gd name="connsiteY913" fmla="*/ 0 h 6858000"/>
              <a:gd name="connsiteX914" fmla="*/ 2902823 w 7467600"/>
              <a:gd name="connsiteY914" fmla="*/ 262929 h 6858000"/>
              <a:gd name="connsiteX915" fmla="*/ 2940663 w 7467600"/>
              <a:gd name="connsiteY915" fmla="*/ 140884 h 6858000"/>
              <a:gd name="connsiteX916" fmla="*/ 2947039 w 7467600"/>
              <a:gd name="connsiteY916" fmla="*/ 122524 h 6858000"/>
              <a:gd name="connsiteX917" fmla="*/ 2984316 w 7467600"/>
              <a:gd name="connsiteY917" fmla="*/ 0 h 6858000"/>
              <a:gd name="connsiteX918" fmla="*/ 3016114 w 7467600"/>
              <a:gd name="connsiteY918" fmla="*/ 0 h 6858000"/>
              <a:gd name="connsiteX919" fmla="*/ 2979949 w 7467600"/>
              <a:gd name="connsiteY919" fmla="*/ 119274 h 6858000"/>
              <a:gd name="connsiteX920" fmla="*/ 3023879 w 7467600"/>
              <a:gd name="connsiteY920" fmla="*/ 0 h 6858000"/>
              <a:gd name="connsiteX921" fmla="*/ 3105400 w 7467600"/>
              <a:gd name="connsiteY921" fmla="*/ 0 h 6858000"/>
              <a:gd name="connsiteX922" fmla="*/ 3094669 w 7467600"/>
              <a:gd name="connsiteY922" fmla="*/ 30308 h 6858000"/>
              <a:gd name="connsiteX923" fmla="*/ 2901945 w 7467600"/>
              <a:gd name="connsiteY923" fmla="*/ 466538 h 6858000"/>
              <a:gd name="connsiteX924" fmla="*/ 2815209 w 7467600"/>
              <a:gd name="connsiteY924" fmla="*/ 497361 h 6858000"/>
              <a:gd name="connsiteX925" fmla="*/ 2844845 w 7467600"/>
              <a:gd name="connsiteY925" fmla="*/ 127638 h 6858000"/>
              <a:gd name="connsiteX926" fmla="*/ 2867960 w 7467600"/>
              <a:gd name="connsiteY926" fmla="*/ 0 h 6858000"/>
              <a:gd name="connsiteX927" fmla="*/ 1057230 w 7467600"/>
              <a:gd name="connsiteY927" fmla="*/ 0 h 6858000"/>
              <a:gd name="connsiteX928" fmla="*/ 1111003 w 7467600"/>
              <a:gd name="connsiteY928" fmla="*/ 0 h 6858000"/>
              <a:gd name="connsiteX929" fmla="*/ 1125553 w 7467600"/>
              <a:gd name="connsiteY929" fmla="*/ 52588 h 6858000"/>
              <a:gd name="connsiteX930" fmla="*/ 1304276 w 7467600"/>
              <a:gd name="connsiteY930" fmla="*/ 476275 h 6858000"/>
              <a:gd name="connsiteX931" fmla="*/ 1492066 w 7467600"/>
              <a:gd name="connsiteY931" fmla="*/ 886333 h 6858000"/>
              <a:gd name="connsiteX932" fmla="*/ 1423698 w 7467600"/>
              <a:gd name="connsiteY932" fmla="*/ 710817 h 6858000"/>
              <a:gd name="connsiteX933" fmla="*/ 1357609 w 7467600"/>
              <a:gd name="connsiteY933" fmla="*/ 532892 h 6858000"/>
              <a:gd name="connsiteX934" fmla="*/ 1309550 w 7467600"/>
              <a:gd name="connsiteY934" fmla="*/ 374031 h 6858000"/>
              <a:gd name="connsiteX935" fmla="*/ 1193673 w 7467600"/>
              <a:gd name="connsiteY935" fmla="*/ 49533 h 6858000"/>
              <a:gd name="connsiteX936" fmla="*/ 1164391 w 7467600"/>
              <a:gd name="connsiteY936" fmla="*/ 0 h 6858000"/>
              <a:gd name="connsiteX937" fmla="*/ 1200666 w 7467600"/>
              <a:gd name="connsiteY937" fmla="*/ 0 h 6858000"/>
              <a:gd name="connsiteX938" fmla="*/ 1223408 w 7467600"/>
              <a:gd name="connsiteY938" fmla="*/ 38996 h 6858000"/>
              <a:gd name="connsiteX939" fmla="*/ 1339635 w 7467600"/>
              <a:gd name="connsiteY939" fmla="*/ 365517 h 6858000"/>
              <a:gd name="connsiteX940" fmla="*/ 1387469 w 7467600"/>
              <a:gd name="connsiteY940" fmla="*/ 523079 h 6858000"/>
              <a:gd name="connsiteX941" fmla="*/ 1452685 w 7467600"/>
              <a:gd name="connsiteY941" fmla="*/ 699806 h 6858000"/>
              <a:gd name="connsiteX942" fmla="*/ 1492092 w 7467600"/>
              <a:gd name="connsiteY942" fmla="*/ 800424 h 6858000"/>
              <a:gd name="connsiteX943" fmla="*/ 1455302 w 7467600"/>
              <a:gd name="connsiteY943" fmla="*/ 632913 h 6858000"/>
              <a:gd name="connsiteX944" fmla="*/ 1222336 w 7467600"/>
              <a:gd name="connsiteY944" fmla="*/ 9480 h 6858000"/>
              <a:gd name="connsiteX945" fmla="*/ 1214634 w 7467600"/>
              <a:gd name="connsiteY945" fmla="*/ 0 h 6858000"/>
              <a:gd name="connsiteX946" fmla="*/ 1289827 w 7467600"/>
              <a:gd name="connsiteY946" fmla="*/ 0 h 6858000"/>
              <a:gd name="connsiteX947" fmla="*/ 1321076 w 7467600"/>
              <a:gd name="connsiteY947" fmla="*/ 59722 h 6858000"/>
              <a:gd name="connsiteX948" fmla="*/ 1512579 w 7467600"/>
              <a:gd name="connsiteY948" fmla="*/ 626441 h 6858000"/>
              <a:gd name="connsiteX949" fmla="*/ 1506076 w 7467600"/>
              <a:gd name="connsiteY949" fmla="*/ 1089289 h 6858000"/>
              <a:gd name="connsiteX950" fmla="*/ 1486346 w 7467600"/>
              <a:gd name="connsiteY950" fmla="*/ 1079919 h 6858000"/>
              <a:gd name="connsiteX951" fmla="*/ 1070511 w 7467600"/>
              <a:gd name="connsiteY951" fmla="*/ 48609 h 6858000"/>
              <a:gd name="connsiteX952" fmla="*/ 1057230 w 7467600"/>
              <a:gd name="connsiteY952" fmla="*/ 0 h 6858000"/>
              <a:gd name="connsiteX953" fmla="*/ 43151 w 7467600"/>
              <a:gd name="connsiteY953" fmla="*/ 0 h 6858000"/>
              <a:gd name="connsiteX954" fmla="*/ 95283 w 7467600"/>
              <a:gd name="connsiteY954" fmla="*/ 0 h 6858000"/>
              <a:gd name="connsiteX955" fmla="*/ 300708 w 7467600"/>
              <a:gd name="connsiteY955" fmla="*/ 154571 h 6858000"/>
              <a:gd name="connsiteX956" fmla="*/ 530414 w 7467600"/>
              <a:gd name="connsiteY956" fmla="*/ 354673 h 6858000"/>
              <a:gd name="connsiteX957" fmla="*/ 333785 w 7467600"/>
              <a:gd name="connsiteY957" fmla="*/ 161564 h 6858000"/>
              <a:gd name="connsiteX958" fmla="*/ 147005 w 7467600"/>
              <a:gd name="connsiteY958" fmla="*/ 0 h 6858000"/>
              <a:gd name="connsiteX959" fmla="*/ 272509 w 7467600"/>
              <a:gd name="connsiteY959" fmla="*/ 0 h 6858000"/>
              <a:gd name="connsiteX960" fmla="*/ 326276 w 7467600"/>
              <a:gd name="connsiteY960" fmla="*/ 45847 h 6858000"/>
              <a:gd name="connsiteX961" fmla="*/ 823759 w 7467600"/>
              <a:gd name="connsiteY961" fmla="*/ 574145 h 6858000"/>
              <a:gd name="connsiteX962" fmla="*/ 811254 w 7467600"/>
              <a:gd name="connsiteY962" fmla="*/ 665546 h 6858000"/>
              <a:gd name="connsiteX963" fmla="*/ 154042 w 7467600"/>
              <a:gd name="connsiteY963" fmla="*/ 261522 h 6858000"/>
              <a:gd name="connsiteX964" fmla="*/ 13550 w 7467600"/>
              <a:gd name="connsiteY964" fmla="*/ 158423 h 6858000"/>
              <a:gd name="connsiteX965" fmla="*/ 0 w 7467600"/>
              <a:gd name="connsiteY965" fmla="*/ 146618 h 6858000"/>
              <a:gd name="connsiteX966" fmla="*/ 0 w 7467600"/>
              <a:gd name="connsiteY966" fmla="*/ 59161 h 6858000"/>
              <a:gd name="connsiteX967" fmla="*/ 45427 w 7467600"/>
              <a:gd name="connsiteY967" fmla="*/ 101078 h 6858000"/>
              <a:gd name="connsiteX968" fmla="*/ 630103 w 7467600"/>
              <a:gd name="connsiteY968" fmla="*/ 485885 h 6858000"/>
              <a:gd name="connsiteX969" fmla="*/ 532040 w 7467600"/>
              <a:gd name="connsiteY969" fmla="*/ 399359 h 6858000"/>
              <a:gd name="connsiteX970" fmla="*/ 517618 w 7467600"/>
              <a:gd name="connsiteY970" fmla="*/ 385726 h 6858000"/>
              <a:gd name="connsiteX971" fmla="*/ 285074 w 7467600"/>
              <a:gd name="connsiteY971" fmla="*/ 182755 h 6858000"/>
              <a:gd name="connsiteX972" fmla="*/ 43151 w 7467600"/>
              <a:gd name="connsiteY97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015907 w 7467600"/>
              <a:gd name="connsiteY78" fmla="*/ 5541548 h 6858000"/>
              <a:gd name="connsiteX79" fmla="*/ 7259646 w 7467600"/>
              <a:gd name="connsiteY79" fmla="*/ 5765985 h 6858000"/>
              <a:gd name="connsiteX80" fmla="*/ 7467600 w 7467600"/>
              <a:gd name="connsiteY80" fmla="*/ 6012219 h 6858000"/>
              <a:gd name="connsiteX81" fmla="*/ 7105827 w 7467600"/>
              <a:gd name="connsiteY81" fmla="*/ 5718700 h 6858000"/>
              <a:gd name="connsiteX82" fmla="*/ 7356878 w 7467600"/>
              <a:gd name="connsiteY82" fmla="*/ 5981332 h 6858000"/>
              <a:gd name="connsiteX83" fmla="*/ 7467600 w 7467600"/>
              <a:gd name="connsiteY83" fmla="*/ 6117703 h 6858000"/>
              <a:gd name="connsiteX84" fmla="*/ 7467600 w 7467600"/>
              <a:gd name="connsiteY84" fmla="*/ 6163634 h 6858000"/>
              <a:gd name="connsiteX85" fmla="*/ 7403637 w 7467600"/>
              <a:gd name="connsiteY85" fmla="*/ 6083957 h 6858000"/>
              <a:gd name="connsiteX86" fmla="*/ 7254615 w 7467600"/>
              <a:gd name="connsiteY86" fmla="*/ 5911918 h 6858000"/>
              <a:gd name="connsiteX87" fmla="*/ 7312589 w 7467600"/>
              <a:gd name="connsiteY87" fmla="*/ 5982309 h 6858000"/>
              <a:gd name="connsiteX88" fmla="*/ 7448321 w 7467600"/>
              <a:gd name="connsiteY88" fmla="*/ 6190991 h 6858000"/>
              <a:gd name="connsiteX89" fmla="*/ 7467600 w 7467600"/>
              <a:gd name="connsiteY89" fmla="*/ 6221686 h 6858000"/>
              <a:gd name="connsiteX90" fmla="*/ 7467600 w 7467600"/>
              <a:gd name="connsiteY90" fmla="*/ 6334256 h 6858000"/>
              <a:gd name="connsiteX91" fmla="*/ 7454976 w 7467600"/>
              <a:gd name="connsiteY91" fmla="*/ 6318297 h 6858000"/>
              <a:gd name="connsiteX92" fmla="*/ 7042773 w 7467600"/>
              <a:gd name="connsiteY92" fmla="*/ 5734011 h 6858000"/>
              <a:gd name="connsiteX93" fmla="*/ 1456157 w 7467600"/>
              <a:gd name="connsiteY93" fmla="*/ 5371404 h 6858000"/>
              <a:gd name="connsiteX94" fmla="*/ 1244432 w 7467600"/>
              <a:gd name="connsiteY94" fmla="*/ 5385601 h 6858000"/>
              <a:gd name="connsiteX95" fmla="*/ 973990 w 7467600"/>
              <a:gd name="connsiteY95" fmla="*/ 5424940 h 6858000"/>
              <a:gd name="connsiteX96" fmla="*/ 1103809 w 7467600"/>
              <a:gd name="connsiteY96" fmla="*/ 5433720 h 6858000"/>
              <a:gd name="connsiteX97" fmla="*/ 1123454 w 7467600"/>
              <a:gd name="connsiteY97" fmla="*/ 5435727 h 6858000"/>
              <a:gd name="connsiteX98" fmla="*/ 1737017 w 7467600"/>
              <a:gd name="connsiteY98" fmla="*/ 5452183 h 6858000"/>
              <a:gd name="connsiteX99" fmla="*/ 1824397 w 7467600"/>
              <a:gd name="connsiteY99" fmla="*/ 5447757 h 6858000"/>
              <a:gd name="connsiteX100" fmla="*/ 2070059 w 7467600"/>
              <a:gd name="connsiteY100" fmla="*/ 5441660 h 6858000"/>
              <a:gd name="connsiteX101" fmla="*/ 1456157 w 7467600"/>
              <a:gd name="connsiteY101" fmla="*/ 5371404 h 6858000"/>
              <a:gd name="connsiteX102" fmla="*/ 4988186 w 7467600"/>
              <a:gd name="connsiteY102" fmla="*/ 5216467 h 6858000"/>
              <a:gd name="connsiteX103" fmla="*/ 4777334 w 7467600"/>
              <a:gd name="connsiteY103" fmla="*/ 5406072 h 6858000"/>
              <a:gd name="connsiteX104" fmla="*/ 4718341 w 7467600"/>
              <a:gd name="connsiteY104" fmla="*/ 5468043 h 6858000"/>
              <a:gd name="connsiteX105" fmla="*/ 4604655 w 7467600"/>
              <a:gd name="connsiteY105" fmla="*/ 5583434 h 6858000"/>
              <a:gd name="connsiteX106" fmla="*/ 4565074 w 7467600"/>
              <a:gd name="connsiteY106" fmla="*/ 5618550 h 6858000"/>
              <a:gd name="connsiteX107" fmla="*/ 4988186 w 7467600"/>
              <a:gd name="connsiteY107" fmla="*/ 5216467 h 6858000"/>
              <a:gd name="connsiteX108" fmla="*/ 4978032 w 7467600"/>
              <a:gd name="connsiteY108" fmla="*/ 5183809 h 6858000"/>
              <a:gd name="connsiteX109" fmla="*/ 4463413 w 7467600"/>
              <a:gd name="connsiteY109" fmla="*/ 5615162 h 6858000"/>
              <a:gd name="connsiteX110" fmla="*/ 4358134 w 7467600"/>
              <a:gd name="connsiteY110" fmla="*/ 5742791 h 6858000"/>
              <a:gd name="connsiteX111" fmla="*/ 4376219 w 7467600"/>
              <a:gd name="connsiteY111" fmla="*/ 5729027 h 6858000"/>
              <a:gd name="connsiteX112" fmla="*/ 4582340 w 7467600"/>
              <a:gd name="connsiteY112" fmla="*/ 5561037 h 6858000"/>
              <a:gd name="connsiteX113" fmla="*/ 4694684 w 7467600"/>
              <a:gd name="connsiteY113" fmla="*/ 5447098 h 6858000"/>
              <a:gd name="connsiteX114" fmla="*/ 4754123 w 7467600"/>
              <a:gd name="connsiteY114" fmla="*/ 5384643 h 6858000"/>
              <a:gd name="connsiteX115" fmla="*/ 4978032 w 7467600"/>
              <a:gd name="connsiteY115" fmla="*/ 5183809 h 6858000"/>
              <a:gd name="connsiteX116" fmla="*/ 1903353 w 7467600"/>
              <a:gd name="connsiteY116" fmla="*/ 5044827 h 6858000"/>
              <a:gd name="connsiteX117" fmla="*/ 1936931 w 7467600"/>
              <a:gd name="connsiteY117" fmla="*/ 5093954 h 6858000"/>
              <a:gd name="connsiteX118" fmla="*/ 2195868 w 7467600"/>
              <a:gd name="connsiteY118" fmla="*/ 5396574 h 6858000"/>
              <a:gd name="connsiteX119" fmla="*/ 2088852 w 7467600"/>
              <a:gd name="connsiteY119" fmla="*/ 5166123 h 6858000"/>
              <a:gd name="connsiteX120" fmla="*/ 1958241 w 7467600"/>
              <a:gd name="connsiteY120" fmla="*/ 5067955 h 6858000"/>
              <a:gd name="connsiteX121" fmla="*/ 1903353 w 7467600"/>
              <a:gd name="connsiteY121" fmla="*/ 5044827 h 6858000"/>
              <a:gd name="connsiteX122" fmla="*/ 1979378 w 7467600"/>
              <a:gd name="connsiteY122" fmla="*/ 4769504 h 6858000"/>
              <a:gd name="connsiteX123" fmla="*/ 2882120 w 7467600"/>
              <a:gd name="connsiteY123" fmla="*/ 5064547 h 6858000"/>
              <a:gd name="connsiteX124" fmla="*/ 2793103 w 7467600"/>
              <a:gd name="connsiteY124" fmla="*/ 5039699 h 6858000"/>
              <a:gd name="connsiteX125" fmla="*/ 2770041 w 7467600"/>
              <a:gd name="connsiteY125" fmla="*/ 5033634 h 6858000"/>
              <a:gd name="connsiteX126" fmla="*/ 1979378 w 7467600"/>
              <a:gd name="connsiteY126" fmla="*/ 4769504 h 6858000"/>
              <a:gd name="connsiteX127" fmla="*/ 1927410 w 7467600"/>
              <a:gd name="connsiteY127" fmla="*/ 4716164 h 6858000"/>
              <a:gd name="connsiteX128" fmla="*/ 1959587 w 7467600"/>
              <a:gd name="connsiteY128" fmla="*/ 4728849 h 6858000"/>
              <a:gd name="connsiteX129" fmla="*/ 2777707 w 7467600"/>
              <a:gd name="connsiteY129" fmla="*/ 5003991 h 6858000"/>
              <a:gd name="connsiteX130" fmla="*/ 2800768 w 7467600"/>
              <a:gd name="connsiteY130" fmla="*/ 5010056 h 6858000"/>
              <a:gd name="connsiteX131" fmla="*/ 2879408 w 7467600"/>
              <a:gd name="connsiteY131" fmla="*/ 5031590 h 6858000"/>
              <a:gd name="connsiteX132" fmla="*/ 2862295 w 7467600"/>
              <a:gd name="connsiteY132" fmla="*/ 5022958 h 6858000"/>
              <a:gd name="connsiteX133" fmla="*/ 2813343 w 7467600"/>
              <a:gd name="connsiteY133" fmla="*/ 4998369 h 6858000"/>
              <a:gd name="connsiteX134" fmla="*/ 2646245 w 7467600"/>
              <a:gd name="connsiteY134" fmla="*/ 4930999 h 6858000"/>
              <a:gd name="connsiteX135" fmla="*/ 1999243 w 7467600"/>
              <a:gd name="connsiteY135" fmla="*/ 4730524 h 6858000"/>
              <a:gd name="connsiteX136" fmla="*/ 1979527 w 7467600"/>
              <a:gd name="connsiteY136" fmla="*/ 4726651 h 6858000"/>
              <a:gd name="connsiteX137" fmla="*/ 1927410 w 7467600"/>
              <a:gd name="connsiteY137" fmla="*/ 4716164 h 6858000"/>
              <a:gd name="connsiteX138" fmla="*/ 1997014 w 7467600"/>
              <a:gd name="connsiteY138" fmla="*/ 4698007 h 6858000"/>
              <a:gd name="connsiteX139" fmla="*/ 2005458 w 7467600"/>
              <a:gd name="connsiteY139" fmla="*/ 4699540 h 6858000"/>
              <a:gd name="connsiteX140" fmla="*/ 2657186 w 7467600"/>
              <a:gd name="connsiteY140" fmla="*/ 4901687 h 6858000"/>
              <a:gd name="connsiteX141" fmla="*/ 2826662 w 7467600"/>
              <a:gd name="connsiteY141" fmla="*/ 4970362 h 6858000"/>
              <a:gd name="connsiteX142" fmla="*/ 2876100 w 7467600"/>
              <a:gd name="connsiteY142" fmla="*/ 4995397 h 6858000"/>
              <a:gd name="connsiteX143" fmla="*/ 3042600 w 7467600"/>
              <a:gd name="connsiteY143" fmla="*/ 5059532 h 6858000"/>
              <a:gd name="connsiteX144" fmla="*/ 1997014 w 7467600"/>
              <a:gd name="connsiteY144" fmla="*/ 4698007 h 6858000"/>
              <a:gd name="connsiteX145" fmla="*/ 2305292 w 7467600"/>
              <a:gd name="connsiteY145" fmla="*/ 4219492 h 6858000"/>
              <a:gd name="connsiteX146" fmla="*/ 3360922 w 7467600"/>
              <a:gd name="connsiteY146" fmla="*/ 4529373 h 6858000"/>
              <a:gd name="connsiteX147" fmla="*/ 3492420 w 7467600"/>
              <a:gd name="connsiteY147" fmla="*/ 4510145 h 6858000"/>
              <a:gd name="connsiteX148" fmla="*/ 3364086 w 7467600"/>
              <a:gd name="connsiteY148" fmla="*/ 4480340 h 6858000"/>
              <a:gd name="connsiteX149" fmla="*/ 3225818 w 7467600"/>
              <a:gd name="connsiteY149" fmla="*/ 4411822 h 6858000"/>
              <a:gd name="connsiteX150" fmla="*/ 3129696 w 7467600"/>
              <a:gd name="connsiteY150" fmla="*/ 4360704 h 6858000"/>
              <a:gd name="connsiteX151" fmla="*/ 2814545 w 7467600"/>
              <a:gd name="connsiteY151" fmla="*/ 4282955 h 6858000"/>
              <a:gd name="connsiteX152" fmla="*/ 2305292 w 7467600"/>
              <a:gd name="connsiteY152" fmla="*/ 4219492 h 6858000"/>
              <a:gd name="connsiteX153" fmla="*/ 2626982 w 7467600"/>
              <a:gd name="connsiteY153" fmla="*/ 4206450 h 6858000"/>
              <a:gd name="connsiteX154" fmla="*/ 2490617 w 7467600"/>
              <a:gd name="connsiteY154" fmla="*/ 4206951 h 6858000"/>
              <a:gd name="connsiteX155" fmla="*/ 2819869 w 7467600"/>
              <a:gd name="connsiteY155" fmla="*/ 4252936 h 6858000"/>
              <a:gd name="connsiteX156" fmla="*/ 3143018 w 7467600"/>
              <a:gd name="connsiteY156" fmla="*/ 4332698 h 6858000"/>
              <a:gd name="connsiteX157" fmla="*/ 3241520 w 7467600"/>
              <a:gd name="connsiteY157" fmla="*/ 4385112 h 6858000"/>
              <a:gd name="connsiteX158" fmla="*/ 3374575 w 7467600"/>
              <a:gd name="connsiteY158" fmla="*/ 4451517 h 6858000"/>
              <a:gd name="connsiteX159" fmla="*/ 3505221 w 7467600"/>
              <a:gd name="connsiteY159" fmla="*/ 4480757 h 6858000"/>
              <a:gd name="connsiteX160" fmla="*/ 2626982 w 7467600"/>
              <a:gd name="connsiteY160" fmla="*/ 4206450 h 6858000"/>
              <a:gd name="connsiteX161" fmla="*/ 1310106 w 7467600"/>
              <a:gd name="connsiteY161" fmla="*/ 3943217 h 6858000"/>
              <a:gd name="connsiteX162" fmla="*/ 854994 w 7467600"/>
              <a:gd name="connsiteY162" fmla="*/ 4399136 h 6858000"/>
              <a:gd name="connsiteX163" fmla="*/ 742462 w 7467600"/>
              <a:gd name="connsiteY163" fmla="*/ 4594648 h 6858000"/>
              <a:gd name="connsiteX164" fmla="*/ 820602 w 7467600"/>
              <a:gd name="connsiteY164" fmla="*/ 4485915 h 6858000"/>
              <a:gd name="connsiteX165" fmla="*/ 878295 w 7467600"/>
              <a:gd name="connsiteY165" fmla="*/ 4403594 h 6858000"/>
              <a:gd name="connsiteX166" fmla="*/ 1240607 w 7467600"/>
              <a:gd name="connsiteY166" fmla="*/ 4010401 h 6858000"/>
              <a:gd name="connsiteX167" fmla="*/ 1310106 w 7467600"/>
              <a:gd name="connsiteY167" fmla="*/ 3943217 h 6858000"/>
              <a:gd name="connsiteX168" fmla="*/ 1423113 w 7467600"/>
              <a:gd name="connsiteY168" fmla="*/ 3874565 h 6858000"/>
              <a:gd name="connsiteX169" fmla="*/ 1260565 w 7467600"/>
              <a:gd name="connsiteY169" fmla="*/ 4031982 h 6858000"/>
              <a:gd name="connsiteX170" fmla="*/ 901900 w 7467600"/>
              <a:gd name="connsiteY170" fmla="*/ 4421236 h 6858000"/>
              <a:gd name="connsiteX171" fmla="*/ 845044 w 7467600"/>
              <a:gd name="connsiteY171" fmla="*/ 4502436 h 6858000"/>
              <a:gd name="connsiteX172" fmla="*/ 685926 w 7467600"/>
              <a:gd name="connsiteY172" fmla="*/ 4703069 h 6858000"/>
              <a:gd name="connsiteX173" fmla="*/ 684248 w 7467600"/>
              <a:gd name="connsiteY173" fmla="*/ 4706721 h 6858000"/>
              <a:gd name="connsiteX174" fmla="*/ 1423113 w 7467600"/>
              <a:gd name="connsiteY174" fmla="*/ 3874565 h 6858000"/>
              <a:gd name="connsiteX175" fmla="*/ 3316479 w 7467600"/>
              <a:gd name="connsiteY175" fmla="*/ 3872136 h 6858000"/>
              <a:gd name="connsiteX176" fmla="*/ 3546806 w 7467600"/>
              <a:gd name="connsiteY176" fmla="*/ 4356139 h 6858000"/>
              <a:gd name="connsiteX177" fmla="*/ 3364433 w 7467600"/>
              <a:gd name="connsiteY177" fmla="*/ 3953121 h 6858000"/>
              <a:gd name="connsiteX178" fmla="*/ 3316479 w 7467600"/>
              <a:gd name="connsiteY178" fmla="*/ 3872136 h 6858000"/>
              <a:gd name="connsiteX179" fmla="*/ 3291335 w 7467600"/>
              <a:gd name="connsiteY179" fmla="*/ 3767420 h 6858000"/>
              <a:gd name="connsiteX180" fmla="*/ 3390805 w 7467600"/>
              <a:gd name="connsiteY180" fmla="*/ 3937163 h 6858000"/>
              <a:gd name="connsiteX181" fmla="*/ 3579062 w 7467600"/>
              <a:gd name="connsiteY181" fmla="*/ 4359040 h 6858000"/>
              <a:gd name="connsiteX182" fmla="*/ 3467355 w 7467600"/>
              <a:gd name="connsiteY182" fmla="*/ 3988130 h 6858000"/>
              <a:gd name="connsiteX183" fmla="*/ 3310753 w 7467600"/>
              <a:gd name="connsiteY183" fmla="*/ 3787140 h 6858000"/>
              <a:gd name="connsiteX184" fmla="*/ 3291335 w 7467600"/>
              <a:gd name="connsiteY184" fmla="*/ 3767420 h 6858000"/>
              <a:gd name="connsiteX185" fmla="*/ 1635889 w 7467600"/>
              <a:gd name="connsiteY185" fmla="*/ 3709494 h 6858000"/>
              <a:gd name="connsiteX186" fmla="*/ 1634800 w 7467600"/>
              <a:gd name="connsiteY186" fmla="*/ 3731111 h 6858000"/>
              <a:gd name="connsiteX187" fmla="*/ 1635889 w 7467600"/>
              <a:gd name="connsiteY187" fmla="*/ 3709494 h 6858000"/>
              <a:gd name="connsiteX188" fmla="*/ 1510397 w 7467600"/>
              <a:gd name="connsiteY188" fmla="*/ 3684705 h 6858000"/>
              <a:gd name="connsiteX189" fmla="*/ 1146550 w 7467600"/>
              <a:gd name="connsiteY189" fmla="*/ 3802012 h 6858000"/>
              <a:gd name="connsiteX190" fmla="*/ 698834 w 7467600"/>
              <a:gd name="connsiteY190" fmla="*/ 3952272 h 6858000"/>
              <a:gd name="connsiteX191" fmla="*/ 34256 w 7467600"/>
              <a:gd name="connsiteY191" fmla="*/ 4347603 h 6858000"/>
              <a:gd name="connsiteX192" fmla="*/ 527241 w 7467600"/>
              <a:gd name="connsiteY192" fmla="*/ 4065078 h 6858000"/>
              <a:gd name="connsiteX193" fmla="*/ 1510397 w 7467600"/>
              <a:gd name="connsiteY193" fmla="*/ 3684705 h 6858000"/>
              <a:gd name="connsiteX194" fmla="*/ 1313114 w 7467600"/>
              <a:gd name="connsiteY194" fmla="*/ 3655216 h 6858000"/>
              <a:gd name="connsiteX195" fmla="*/ 1109304 w 7467600"/>
              <a:gd name="connsiteY195" fmla="*/ 3669030 h 6858000"/>
              <a:gd name="connsiteX196" fmla="*/ 8129 w 7467600"/>
              <a:gd name="connsiteY196" fmla="*/ 4330519 h 6858000"/>
              <a:gd name="connsiteX197" fmla="*/ 687572 w 7467600"/>
              <a:gd name="connsiteY197" fmla="*/ 3925629 h 6858000"/>
              <a:gd name="connsiteX198" fmla="*/ 1138365 w 7467600"/>
              <a:gd name="connsiteY198" fmla="*/ 3774515 h 6858000"/>
              <a:gd name="connsiteX199" fmla="*/ 1505579 w 7467600"/>
              <a:gd name="connsiteY199" fmla="*/ 3655526 h 6858000"/>
              <a:gd name="connsiteX200" fmla="*/ 1313114 w 7467600"/>
              <a:gd name="connsiteY200" fmla="*/ 3655216 h 6858000"/>
              <a:gd name="connsiteX201" fmla="*/ 3655073 w 7467600"/>
              <a:gd name="connsiteY201" fmla="*/ 3650884 h 6858000"/>
              <a:gd name="connsiteX202" fmla="*/ 3989938 w 7467600"/>
              <a:gd name="connsiteY202" fmla="*/ 3991685 h 6858000"/>
              <a:gd name="connsiteX203" fmla="*/ 4393907 w 7467600"/>
              <a:gd name="connsiteY203" fmla="*/ 4261258 h 6858000"/>
              <a:gd name="connsiteX204" fmla="*/ 4648051 w 7467600"/>
              <a:gd name="connsiteY204" fmla="*/ 4374051 h 6858000"/>
              <a:gd name="connsiteX205" fmla="*/ 4383389 w 7467600"/>
              <a:gd name="connsiteY205" fmla="*/ 4184369 h 6858000"/>
              <a:gd name="connsiteX206" fmla="*/ 4165508 w 7467600"/>
              <a:gd name="connsiteY206" fmla="*/ 4035196 h 6858000"/>
              <a:gd name="connsiteX207" fmla="*/ 4068162 w 7467600"/>
              <a:gd name="connsiteY207" fmla="*/ 3953394 h 6858000"/>
              <a:gd name="connsiteX208" fmla="*/ 3981416 w 7467600"/>
              <a:gd name="connsiteY208" fmla="*/ 3880482 h 6858000"/>
              <a:gd name="connsiteX209" fmla="*/ 3800147 w 7467600"/>
              <a:gd name="connsiteY209" fmla="*/ 3749872 h 6858000"/>
              <a:gd name="connsiteX210" fmla="*/ 3655073 w 7467600"/>
              <a:gd name="connsiteY210" fmla="*/ 3650884 h 6858000"/>
              <a:gd name="connsiteX211" fmla="*/ 3670252 w 7467600"/>
              <a:gd name="connsiteY211" fmla="*/ 3622798 h 6858000"/>
              <a:gd name="connsiteX212" fmla="*/ 3817258 w 7467600"/>
              <a:gd name="connsiteY212" fmla="*/ 3723577 h 6858000"/>
              <a:gd name="connsiteX213" fmla="*/ 4000461 w 7467600"/>
              <a:gd name="connsiteY213" fmla="*/ 3855966 h 6858000"/>
              <a:gd name="connsiteX214" fmla="*/ 4088180 w 7467600"/>
              <a:gd name="connsiteY214" fmla="*/ 3929774 h 6858000"/>
              <a:gd name="connsiteX215" fmla="*/ 4184555 w 7467600"/>
              <a:gd name="connsiteY215" fmla="*/ 4010683 h 6858000"/>
              <a:gd name="connsiteX216" fmla="*/ 4399563 w 7467600"/>
              <a:gd name="connsiteY216" fmla="*/ 4158106 h 6858000"/>
              <a:gd name="connsiteX217" fmla="*/ 4684469 w 7467600"/>
              <a:gd name="connsiteY217" fmla="*/ 4364680 h 6858000"/>
              <a:gd name="connsiteX218" fmla="*/ 4690271 w 7467600"/>
              <a:gd name="connsiteY218" fmla="*/ 4370034 h 6858000"/>
              <a:gd name="connsiteX219" fmla="*/ 4136093 w 7467600"/>
              <a:gd name="connsiteY219" fmla="*/ 3858466 h 6858000"/>
              <a:gd name="connsiteX220" fmla="*/ 3670252 w 7467600"/>
              <a:gd name="connsiteY220" fmla="*/ 3622798 h 6858000"/>
              <a:gd name="connsiteX221" fmla="*/ 4440129 w 7467600"/>
              <a:gd name="connsiteY221" fmla="*/ 3448571 h 6858000"/>
              <a:gd name="connsiteX222" fmla="*/ 4856525 w 7467600"/>
              <a:gd name="connsiteY222" fmla="*/ 3915351 h 6858000"/>
              <a:gd name="connsiteX223" fmla="*/ 5059055 w 7467600"/>
              <a:gd name="connsiteY223" fmla="*/ 4108918 h 6858000"/>
              <a:gd name="connsiteX224" fmla="*/ 5290070 w 7467600"/>
              <a:gd name="connsiteY224" fmla="*/ 4263619 h 6858000"/>
              <a:gd name="connsiteX225" fmla="*/ 4834991 w 7467600"/>
              <a:gd name="connsiteY225" fmla="*/ 3830985 h 6858000"/>
              <a:gd name="connsiteX226" fmla="*/ 4440129 w 7467600"/>
              <a:gd name="connsiteY226" fmla="*/ 3448571 h 6858000"/>
              <a:gd name="connsiteX227" fmla="*/ 4441737 w 7467600"/>
              <a:gd name="connsiteY227" fmla="*/ 3399734 h 6858000"/>
              <a:gd name="connsiteX228" fmla="*/ 4431236 w 7467600"/>
              <a:gd name="connsiteY228" fmla="*/ 3400954 h 6858000"/>
              <a:gd name="connsiteX229" fmla="*/ 4557150 w 7467600"/>
              <a:gd name="connsiteY229" fmla="*/ 3510023 h 6858000"/>
              <a:gd name="connsiteX230" fmla="*/ 4856936 w 7467600"/>
              <a:gd name="connsiteY230" fmla="*/ 3809146 h 6858000"/>
              <a:gd name="connsiteX231" fmla="*/ 5111996 w 7467600"/>
              <a:gd name="connsiteY231" fmla="*/ 4065759 h 6858000"/>
              <a:gd name="connsiteX232" fmla="*/ 5388878 w 7467600"/>
              <a:gd name="connsiteY232" fmla="*/ 4300185 h 6858000"/>
              <a:gd name="connsiteX233" fmla="*/ 5425556 w 7467600"/>
              <a:gd name="connsiteY233" fmla="*/ 4308967 h 6858000"/>
              <a:gd name="connsiteX234" fmla="*/ 4943646 w 7467600"/>
              <a:gd name="connsiteY234" fmla="*/ 3822916 h 6858000"/>
              <a:gd name="connsiteX235" fmla="*/ 4594837 w 7467600"/>
              <a:gd name="connsiteY235" fmla="*/ 3532274 h 6858000"/>
              <a:gd name="connsiteX236" fmla="*/ 4441737 w 7467600"/>
              <a:gd name="connsiteY236" fmla="*/ 3399734 h 6858000"/>
              <a:gd name="connsiteX237" fmla="*/ 5425834 w 7467600"/>
              <a:gd name="connsiteY237" fmla="*/ 3162785 h 6858000"/>
              <a:gd name="connsiteX238" fmla="*/ 5401644 w 7467600"/>
              <a:gd name="connsiteY238" fmla="*/ 3617847 h 6858000"/>
              <a:gd name="connsiteX239" fmla="*/ 5467256 w 7467600"/>
              <a:gd name="connsiteY239" fmla="*/ 4175494 h 6858000"/>
              <a:gd name="connsiteX240" fmla="*/ 5448069 w 7467600"/>
              <a:gd name="connsiteY240" fmla="*/ 3567554 h 6858000"/>
              <a:gd name="connsiteX241" fmla="*/ 5425834 w 7467600"/>
              <a:gd name="connsiteY241" fmla="*/ 3162785 h 6858000"/>
              <a:gd name="connsiteX242" fmla="*/ 1318687 w 7467600"/>
              <a:gd name="connsiteY242" fmla="*/ 3113840 h 6858000"/>
              <a:gd name="connsiteX243" fmla="*/ 1066793 w 7467600"/>
              <a:gd name="connsiteY243" fmla="*/ 3212171 h 6858000"/>
              <a:gd name="connsiteX244" fmla="*/ 993319 w 7467600"/>
              <a:gd name="connsiteY244" fmla="*/ 3247648 h 6858000"/>
              <a:gd name="connsiteX245" fmla="*/ 853081 w 7467600"/>
              <a:gd name="connsiteY245" fmla="*/ 3312410 h 6858000"/>
              <a:gd name="connsiteX246" fmla="*/ 805957 w 7467600"/>
              <a:gd name="connsiteY246" fmla="*/ 3330443 h 6858000"/>
              <a:gd name="connsiteX247" fmla="*/ 1318687 w 7467600"/>
              <a:gd name="connsiteY247" fmla="*/ 3113840 h 6858000"/>
              <a:gd name="connsiteX248" fmla="*/ 5453702 w 7467600"/>
              <a:gd name="connsiteY248" fmla="*/ 3090882 h 6858000"/>
              <a:gd name="connsiteX249" fmla="*/ 5480135 w 7467600"/>
              <a:gd name="connsiteY249" fmla="*/ 3565802 h 6858000"/>
              <a:gd name="connsiteX250" fmla="*/ 5499023 w 7467600"/>
              <a:gd name="connsiteY250" fmla="*/ 4166310 h 6858000"/>
              <a:gd name="connsiteX251" fmla="*/ 5547022 w 7467600"/>
              <a:gd name="connsiteY251" fmla="*/ 3607838 h 6858000"/>
              <a:gd name="connsiteX252" fmla="*/ 5515964 w 7467600"/>
              <a:gd name="connsiteY252" fmla="*/ 3378541 h 6858000"/>
              <a:gd name="connsiteX253" fmla="*/ 5453702 w 7467600"/>
              <a:gd name="connsiteY253" fmla="*/ 3090882 h 6858000"/>
              <a:gd name="connsiteX254" fmla="*/ 1238695 w 7467600"/>
              <a:gd name="connsiteY254" fmla="*/ 3076820 h 6858000"/>
              <a:gd name="connsiteX255" fmla="*/ 716371 w 7467600"/>
              <a:gd name="connsiteY255" fmla="*/ 3293249 h 6858000"/>
              <a:gd name="connsiteX256" fmla="*/ 579522 w 7467600"/>
              <a:gd name="connsiteY256" fmla="*/ 3371759 h 6858000"/>
              <a:gd name="connsiteX257" fmla="*/ 600288 w 7467600"/>
              <a:gd name="connsiteY257" fmla="*/ 3365555 h 6858000"/>
              <a:gd name="connsiteX258" fmla="*/ 840692 w 7467600"/>
              <a:gd name="connsiteY258" fmla="*/ 3284921 h 6858000"/>
              <a:gd name="connsiteX259" fmla="*/ 979248 w 7467600"/>
              <a:gd name="connsiteY259" fmla="*/ 3221003 h 6858000"/>
              <a:gd name="connsiteX260" fmla="*/ 1053282 w 7467600"/>
              <a:gd name="connsiteY260" fmla="*/ 3185247 h 6858000"/>
              <a:gd name="connsiteX261" fmla="*/ 1320603 w 7467600"/>
              <a:gd name="connsiteY261" fmla="*/ 3081281 h 6858000"/>
              <a:gd name="connsiteX262" fmla="*/ 1238695 w 7467600"/>
              <a:gd name="connsiteY262" fmla="*/ 3076820 h 6858000"/>
              <a:gd name="connsiteX263" fmla="*/ 5425627 w 7467600"/>
              <a:gd name="connsiteY263" fmla="*/ 2954192 h 6858000"/>
              <a:gd name="connsiteX264" fmla="*/ 5470770 w 7467600"/>
              <a:gd name="connsiteY264" fmla="*/ 3005435 h 6858000"/>
              <a:gd name="connsiteX265" fmla="*/ 5519779 w 7467600"/>
              <a:gd name="connsiteY265" fmla="*/ 4359223 h 6858000"/>
              <a:gd name="connsiteX266" fmla="*/ 5520293 w 7467600"/>
              <a:gd name="connsiteY266" fmla="*/ 4360602 h 6858000"/>
              <a:gd name="connsiteX267" fmla="*/ 5767221 w 7467600"/>
              <a:gd name="connsiteY267" fmla="*/ 4665564 h 6858000"/>
              <a:gd name="connsiteX268" fmla="*/ 6937169 w 7467600"/>
              <a:gd name="connsiteY268" fmla="*/ 4815941 h 6858000"/>
              <a:gd name="connsiteX269" fmla="*/ 6953922 w 7467600"/>
              <a:gd name="connsiteY269" fmla="*/ 4890068 h 6858000"/>
              <a:gd name="connsiteX270" fmla="*/ 6071359 w 7467600"/>
              <a:gd name="connsiteY270" fmla="*/ 4770770 h 6858000"/>
              <a:gd name="connsiteX271" fmla="*/ 6038839 w 7467600"/>
              <a:gd name="connsiteY271" fmla="*/ 4764474 h 6858000"/>
              <a:gd name="connsiteX272" fmla="*/ 6038706 w 7467600"/>
              <a:gd name="connsiteY272" fmla="*/ 4763847 h 6858000"/>
              <a:gd name="connsiteX273" fmla="*/ 6037784 w 7467600"/>
              <a:gd name="connsiteY273" fmla="*/ 4764270 h 6858000"/>
              <a:gd name="connsiteX274" fmla="*/ 6038839 w 7467600"/>
              <a:gd name="connsiteY274" fmla="*/ 4764474 h 6858000"/>
              <a:gd name="connsiteX275" fmla="*/ 6040338 w 7467600"/>
              <a:gd name="connsiteY275" fmla="*/ 4771418 h 6858000"/>
              <a:gd name="connsiteX276" fmla="*/ 6024488 w 7467600"/>
              <a:gd name="connsiteY276" fmla="*/ 4809903 h 6858000"/>
              <a:gd name="connsiteX277" fmla="*/ 5599771 w 7467600"/>
              <a:gd name="connsiteY277" fmla="*/ 5509652 h 6858000"/>
              <a:gd name="connsiteX278" fmla="*/ 5548843 w 7467600"/>
              <a:gd name="connsiteY278" fmla="*/ 5563845 h 6858000"/>
              <a:gd name="connsiteX279" fmla="*/ 5940952 w 7467600"/>
              <a:gd name="connsiteY279" fmla="*/ 6250028 h 6858000"/>
              <a:gd name="connsiteX280" fmla="*/ 6043441 w 7467600"/>
              <a:gd name="connsiteY280" fmla="*/ 6665847 h 6858000"/>
              <a:gd name="connsiteX281" fmla="*/ 6093432 w 7467600"/>
              <a:gd name="connsiteY281" fmla="*/ 6858000 h 6858000"/>
              <a:gd name="connsiteX282" fmla="*/ 6034344 w 7467600"/>
              <a:gd name="connsiteY282" fmla="*/ 6858000 h 6858000"/>
              <a:gd name="connsiteX283" fmla="*/ 6026679 w 7467600"/>
              <a:gd name="connsiteY283" fmla="*/ 6836959 h 6858000"/>
              <a:gd name="connsiteX284" fmla="*/ 5800441 w 7467600"/>
              <a:gd name="connsiteY284" fmla="*/ 6335286 h 6858000"/>
              <a:gd name="connsiteX285" fmla="*/ 5526562 w 7467600"/>
              <a:gd name="connsiteY285" fmla="*/ 5705388 h 6858000"/>
              <a:gd name="connsiteX286" fmla="*/ 5519640 w 7467600"/>
              <a:gd name="connsiteY286" fmla="*/ 5683774 h 6858000"/>
              <a:gd name="connsiteX287" fmla="*/ 5844559 w 7467600"/>
              <a:gd name="connsiteY287" fmla="*/ 6553349 h 6858000"/>
              <a:gd name="connsiteX288" fmla="*/ 5975994 w 7467600"/>
              <a:gd name="connsiteY288" fmla="*/ 6858000 h 6858000"/>
              <a:gd name="connsiteX289" fmla="*/ 5898547 w 7467600"/>
              <a:gd name="connsiteY289" fmla="*/ 6858000 h 6858000"/>
              <a:gd name="connsiteX290" fmla="*/ 5682041 w 7467600"/>
              <a:gd name="connsiteY290" fmla="*/ 6355860 h 6858000"/>
              <a:gd name="connsiteX291" fmla="*/ 5461758 w 7467600"/>
              <a:gd name="connsiteY291" fmla="*/ 5820220 h 6858000"/>
              <a:gd name="connsiteX292" fmla="*/ 5237282 w 7467600"/>
              <a:gd name="connsiteY292" fmla="*/ 6579086 h 6858000"/>
              <a:gd name="connsiteX293" fmla="*/ 5115009 w 7467600"/>
              <a:gd name="connsiteY293" fmla="*/ 6858000 h 6858000"/>
              <a:gd name="connsiteX294" fmla="*/ 5028074 w 7467600"/>
              <a:gd name="connsiteY294" fmla="*/ 6858000 h 6858000"/>
              <a:gd name="connsiteX295" fmla="*/ 5079508 w 7467600"/>
              <a:gd name="connsiteY295" fmla="*/ 6749074 h 6858000"/>
              <a:gd name="connsiteX296" fmla="*/ 5371846 w 7467600"/>
              <a:gd name="connsiteY296" fmla="*/ 5924413 h 6858000"/>
              <a:gd name="connsiteX297" fmla="*/ 5270512 w 7467600"/>
              <a:gd name="connsiteY297" fmla="*/ 6138975 h 6858000"/>
              <a:gd name="connsiteX298" fmla="*/ 5062409 w 7467600"/>
              <a:gd name="connsiteY298" fmla="*/ 6653544 h 6858000"/>
              <a:gd name="connsiteX299" fmla="*/ 5036628 w 7467600"/>
              <a:gd name="connsiteY299" fmla="*/ 6754247 h 6858000"/>
              <a:gd name="connsiteX300" fmla="*/ 5009112 w 7467600"/>
              <a:gd name="connsiteY300" fmla="*/ 6858000 h 6858000"/>
              <a:gd name="connsiteX301" fmla="*/ 4976679 w 7467600"/>
              <a:gd name="connsiteY301" fmla="*/ 6858000 h 6858000"/>
              <a:gd name="connsiteX302" fmla="*/ 5006537 w 7467600"/>
              <a:gd name="connsiteY302" fmla="*/ 6747068 h 6858000"/>
              <a:gd name="connsiteX303" fmla="*/ 5032723 w 7467600"/>
              <a:gd name="connsiteY303" fmla="*/ 6644957 h 6858000"/>
              <a:gd name="connsiteX304" fmla="*/ 5242949 w 7467600"/>
              <a:gd name="connsiteY304" fmla="*/ 6125175 h 6858000"/>
              <a:gd name="connsiteX305" fmla="*/ 5286321 w 7467600"/>
              <a:gd name="connsiteY305" fmla="*/ 6033555 h 6858000"/>
              <a:gd name="connsiteX306" fmla="*/ 5008210 w 7467600"/>
              <a:gd name="connsiteY306" fmla="*/ 6649194 h 6858000"/>
              <a:gd name="connsiteX307" fmla="*/ 4986321 w 7467600"/>
              <a:gd name="connsiteY307" fmla="*/ 6765687 h 6858000"/>
              <a:gd name="connsiteX308" fmla="*/ 4973474 w 7467600"/>
              <a:gd name="connsiteY308" fmla="*/ 6858000 h 6858000"/>
              <a:gd name="connsiteX309" fmla="*/ 4907178 w 7467600"/>
              <a:gd name="connsiteY309" fmla="*/ 6858000 h 6858000"/>
              <a:gd name="connsiteX310" fmla="*/ 4910810 w 7467600"/>
              <a:gd name="connsiteY310" fmla="*/ 6829660 h 6858000"/>
              <a:gd name="connsiteX311" fmla="*/ 4987461 w 7467600"/>
              <a:gd name="connsiteY311" fmla="*/ 6432994 h 6858000"/>
              <a:gd name="connsiteX312" fmla="*/ 5179262 w 7467600"/>
              <a:gd name="connsiteY312" fmla="*/ 6035044 h 6858000"/>
              <a:gd name="connsiteX313" fmla="*/ 4689678 w 7467600"/>
              <a:gd name="connsiteY313" fmla="*/ 6440241 h 6858000"/>
              <a:gd name="connsiteX314" fmla="*/ 4477543 w 7467600"/>
              <a:gd name="connsiteY314" fmla="*/ 6674836 h 6858000"/>
              <a:gd name="connsiteX315" fmla="*/ 4329957 w 7467600"/>
              <a:gd name="connsiteY315" fmla="*/ 6858000 h 6858000"/>
              <a:gd name="connsiteX316" fmla="*/ 4218595 w 7467600"/>
              <a:gd name="connsiteY316" fmla="*/ 6858000 h 6858000"/>
              <a:gd name="connsiteX317" fmla="*/ 4368888 w 7467600"/>
              <a:gd name="connsiteY317" fmla="*/ 6668412 h 6858000"/>
              <a:gd name="connsiteX318" fmla="*/ 4563091 w 7467600"/>
              <a:gd name="connsiteY318" fmla="*/ 6442508 h 6858000"/>
              <a:gd name="connsiteX319" fmla="*/ 5387324 w 7467600"/>
              <a:gd name="connsiteY319" fmla="*/ 5705830 h 6858000"/>
              <a:gd name="connsiteX320" fmla="*/ 5073620 w 7467600"/>
              <a:gd name="connsiteY320" fmla="*/ 5955437 h 6858000"/>
              <a:gd name="connsiteX321" fmla="*/ 4689789 w 7467600"/>
              <a:gd name="connsiteY321" fmla="*/ 6268382 h 6858000"/>
              <a:gd name="connsiteX322" fmla="*/ 4418722 w 7467600"/>
              <a:gd name="connsiteY322" fmla="*/ 6570886 h 6858000"/>
              <a:gd name="connsiteX323" fmla="*/ 4214944 w 7467600"/>
              <a:gd name="connsiteY323" fmla="*/ 6858000 h 6858000"/>
              <a:gd name="connsiteX324" fmla="*/ 4177898 w 7467600"/>
              <a:gd name="connsiteY324" fmla="*/ 6858000 h 6858000"/>
              <a:gd name="connsiteX325" fmla="*/ 4391597 w 7467600"/>
              <a:gd name="connsiteY325" fmla="*/ 6556370 h 6858000"/>
              <a:gd name="connsiteX326" fmla="*/ 4668889 w 7467600"/>
              <a:gd name="connsiteY326" fmla="*/ 6246399 h 6858000"/>
              <a:gd name="connsiteX327" fmla="*/ 5055427 w 7467600"/>
              <a:gd name="connsiteY327" fmla="*/ 5931476 h 6858000"/>
              <a:gd name="connsiteX328" fmla="*/ 5371814 w 7467600"/>
              <a:gd name="connsiteY328" fmla="*/ 5678975 h 6858000"/>
              <a:gd name="connsiteX329" fmla="*/ 4987918 w 7467600"/>
              <a:gd name="connsiteY329" fmla="*/ 5838701 h 6858000"/>
              <a:gd name="connsiteX330" fmla="*/ 4317146 w 7467600"/>
              <a:gd name="connsiteY330" fmla="*/ 6587716 h 6858000"/>
              <a:gd name="connsiteX331" fmla="*/ 4171627 w 7467600"/>
              <a:gd name="connsiteY331" fmla="*/ 6858000 h 6858000"/>
              <a:gd name="connsiteX332" fmla="*/ 4081585 w 7467600"/>
              <a:gd name="connsiteY332" fmla="*/ 6858000 h 6858000"/>
              <a:gd name="connsiteX333" fmla="*/ 4238603 w 7467600"/>
              <a:gd name="connsiteY333" fmla="*/ 6559341 h 6858000"/>
              <a:gd name="connsiteX334" fmla="*/ 4778333 w 7467600"/>
              <a:gd name="connsiteY334" fmla="*/ 5873626 h 6858000"/>
              <a:gd name="connsiteX335" fmla="*/ 5414185 w 7467600"/>
              <a:gd name="connsiteY335" fmla="*/ 5573882 h 6858000"/>
              <a:gd name="connsiteX336" fmla="*/ 5959648 w 7467600"/>
              <a:gd name="connsiteY336" fmla="*/ 4760797 h 6858000"/>
              <a:gd name="connsiteX337" fmla="*/ 5355019 w 7467600"/>
              <a:gd name="connsiteY337" fmla="*/ 4734672 h 6858000"/>
              <a:gd name="connsiteX338" fmla="*/ 5083565 w 7467600"/>
              <a:gd name="connsiteY338" fmla="*/ 5179121 h 6858000"/>
              <a:gd name="connsiteX339" fmla="*/ 4713577 w 7467600"/>
              <a:gd name="connsiteY339" fmla="*/ 5616803 h 6858000"/>
              <a:gd name="connsiteX340" fmla="*/ 3989559 w 7467600"/>
              <a:gd name="connsiteY340" fmla="*/ 6145945 h 6858000"/>
              <a:gd name="connsiteX341" fmla="*/ 3939824 w 7467600"/>
              <a:gd name="connsiteY341" fmla="*/ 6066900 h 6858000"/>
              <a:gd name="connsiteX342" fmla="*/ 4584537 w 7467600"/>
              <a:gd name="connsiteY342" fmla="*/ 5324826 h 6858000"/>
              <a:gd name="connsiteX343" fmla="*/ 5037105 w 7467600"/>
              <a:gd name="connsiteY343" fmla="*/ 5088765 h 6858000"/>
              <a:gd name="connsiteX344" fmla="*/ 5039930 w 7467600"/>
              <a:gd name="connsiteY344" fmla="*/ 5089585 h 6858000"/>
              <a:gd name="connsiteX345" fmla="*/ 5263764 w 7467600"/>
              <a:gd name="connsiteY345" fmla="*/ 4735525 h 6858000"/>
              <a:gd name="connsiteX346" fmla="*/ 4086300 w 7467600"/>
              <a:gd name="connsiteY346" fmla="*/ 4884599 h 6858000"/>
              <a:gd name="connsiteX347" fmla="*/ 4085485 w 7467600"/>
              <a:gd name="connsiteY347" fmla="*/ 4899070 h 6858000"/>
              <a:gd name="connsiteX348" fmla="*/ 3871915 w 7467600"/>
              <a:gd name="connsiteY348" fmla="*/ 5253645 h 6858000"/>
              <a:gd name="connsiteX349" fmla="*/ 3799374 w 7467600"/>
              <a:gd name="connsiteY349" fmla="*/ 5466127 h 6858000"/>
              <a:gd name="connsiteX350" fmla="*/ 3498850 w 7467600"/>
              <a:gd name="connsiteY350" fmla="*/ 6661888 h 6858000"/>
              <a:gd name="connsiteX351" fmla="*/ 3399216 w 7467600"/>
              <a:gd name="connsiteY351" fmla="*/ 6858000 h 6858000"/>
              <a:gd name="connsiteX352" fmla="*/ 3303688 w 7467600"/>
              <a:gd name="connsiteY352" fmla="*/ 6858000 h 6858000"/>
              <a:gd name="connsiteX353" fmla="*/ 3391774 w 7467600"/>
              <a:gd name="connsiteY353" fmla="*/ 6697181 h 6858000"/>
              <a:gd name="connsiteX354" fmla="*/ 3735540 w 7467600"/>
              <a:gd name="connsiteY354" fmla="*/ 5546923 h 6858000"/>
              <a:gd name="connsiteX355" fmla="*/ 3729438 w 7467600"/>
              <a:gd name="connsiteY355" fmla="*/ 5569058 h 6858000"/>
              <a:gd name="connsiteX356" fmla="*/ 3707782 w 7467600"/>
              <a:gd name="connsiteY356" fmla="*/ 5644908 h 6858000"/>
              <a:gd name="connsiteX357" fmla="*/ 3583827 w 7467600"/>
              <a:gd name="connsiteY357" fmla="*/ 6039215 h 6858000"/>
              <a:gd name="connsiteX358" fmla="*/ 3547861 w 7467600"/>
              <a:gd name="connsiteY358" fmla="*/ 6129609 h 6858000"/>
              <a:gd name="connsiteX359" fmla="*/ 3490905 w 7467600"/>
              <a:gd name="connsiteY359" fmla="*/ 6277660 h 6858000"/>
              <a:gd name="connsiteX360" fmla="*/ 3455859 w 7467600"/>
              <a:gd name="connsiteY360" fmla="*/ 6391301 h 6858000"/>
              <a:gd name="connsiteX361" fmla="*/ 3429112 w 7467600"/>
              <a:gd name="connsiteY361" fmla="*/ 6479469 h 6858000"/>
              <a:gd name="connsiteX362" fmla="*/ 3304862 w 7467600"/>
              <a:gd name="connsiteY362" fmla="*/ 6796476 h 6858000"/>
              <a:gd name="connsiteX363" fmla="*/ 3276071 w 7467600"/>
              <a:gd name="connsiteY363" fmla="*/ 6858000 h 6858000"/>
              <a:gd name="connsiteX364" fmla="*/ 3240805 w 7467600"/>
              <a:gd name="connsiteY364" fmla="*/ 6858000 h 6858000"/>
              <a:gd name="connsiteX365" fmla="*/ 3275917 w 7467600"/>
              <a:gd name="connsiteY365" fmla="*/ 6783192 h 6858000"/>
              <a:gd name="connsiteX366" fmla="*/ 3399358 w 7467600"/>
              <a:gd name="connsiteY366" fmla="*/ 6469011 h 6858000"/>
              <a:gd name="connsiteX367" fmla="*/ 3425650 w 7467600"/>
              <a:gd name="connsiteY367" fmla="*/ 6381333 h 6858000"/>
              <a:gd name="connsiteX368" fmla="*/ 3460661 w 7467600"/>
              <a:gd name="connsiteY368" fmla="*/ 6266763 h 6858000"/>
              <a:gd name="connsiteX369" fmla="*/ 3518021 w 7467600"/>
              <a:gd name="connsiteY369" fmla="*/ 6117298 h 6858000"/>
              <a:gd name="connsiteX370" fmla="*/ 3554035 w 7467600"/>
              <a:gd name="connsiteY370" fmla="*/ 6027832 h 6858000"/>
              <a:gd name="connsiteX371" fmla="*/ 3677174 w 7467600"/>
              <a:gd name="connsiteY371" fmla="*/ 5636351 h 6858000"/>
              <a:gd name="connsiteX372" fmla="*/ 3698819 w 7467600"/>
              <a:gd name="connsiteY372" fmla="*/ 5560503 h 6858000"/>
              <a:gd name="connsiteX373" fmla="*/ 3702094 w 7467600"/>
              <a:gd name="connsiteY373" fmla="*/ 5549194 h 6858000"/>
              <a:gd name="connsiteX374" fmla="*/ 3398355 w 7467600"/>
              <a:gd name="connsiteY374" fmla="*/ 6094603 h 6858000"/>
              <a:gd name="connsiteX375" fmla="*/ 3193941 w 7467600"/>
              <a:gd name="connsiteY375" fmla="*/ 6798775 h 6858000"/>
              <a:gd name="connsiteX376" fmla="*/ 3184140 w 7467600"/>
              <a:gd name="connsiteY376" fmla="*/ 6858000 h 6858000"/>
              <a:gd name="connsiteX377" fmla="*/ 3099978 w 7467600"/>
              <a:gd name="connsiteY377" fmla="*/ 6858000 h 6858000"/>
              <a:gd name="connsiteX378" fmla="*/ 3101556 w 7467600"/>
              <a:gd name="connsiteY378" fmla="*/ 6843337 h 6858000"/>
              <a:gd name="connsiteX379" fmla="*/ 3370162 w 7467600"/>
              <a:gd name="connsiteY379" fmla="*/ 5785550 h 6858000"/>
              <a:gd name="connsiteX380" fmla="*/ 3746477 w 7467600"/>
              <a:gd name="connsiteY380" fmla="*/ 5377889 h 6858000"/>
              <a:gd name="connsiteX381" fmla="*/ 3863399 w 7467600"/>
              <a:gd name="connsiteY381" fmla="*/ 5087257 h 6858000"/>
              <a:gd name="connsiteX382" fmla="*/ 3968712 w 7467600"/>
              <a:gd name="connsiteY382" fmla="*/ 4913989 h 6858000"/>
              <a:gd name="connsiteX383" fmla="*/ 2792390 w 7467600"/>
              <a:gd name="connsiteY383" fmla="*/ 5382974 h 6858000"/>
              <a:gd name="connsiteX384" fmla="*/ 2714982 w 7467600"/>
              <a:gd name="connsiteY384" fmla="*/ 5427051 h 6858000"/>
              <a:gd name="connsiteX385" fmla="*/ 2813361 w 7467600"/>
              <a:gd name="connsiteY385" fmla="*/ 6023912 h 6858000"/>
              <a:gd name="connsiteX386" fmla="*/ 2688430 w 7467600"/>
              <a:gd name="connsiteY386" fmla="*/ 6801564 h 6858000"/>
              <a:gd name="connsiteX387" fmla="*/ 2629626 w 7467600"/>
              <a:gd name="connsiteY387" fmla="*/ 6763394 h 6858000"/>
              <a:gd name="connsiteX388" fmla="*/ 2565328 w 7467600"/>
              <a:gd name="connsiteY388" fmla="*/ 5516399 h 6858000"/>
              <a:gd name="connsiteX389" fmla="*/ 1922999 w 7467600"/>
              <a:gd name="connsiteY389" fmla="*/ 5980343 h 6858000"/>
              <a:gd name="connsiteX390" fmla="*/ 1950261 w 7467600"/>
              <a:gd name="connsiteY390" fmla="*/ 6405858 h 6858000"/>
              <a:gd name="connsiteX391" fmla="*/ 2365554 w 7467600"/>
              <a:gd name="connsiteY391" fmla="*/ 6759107 h 6858000"/>
              <a:gd name="connsiteX392" fmla="*/ 2424142 w 7467600"/>
              <a:gd name="connsiteY392" fmla="*/ 6858000 h 6858000"/>
              <a:gd name="connsiteX393" fmla="*/ 2395994 w 7467600"/>
              <a:gd name="connsiteY393" fmla="*/ 6858000 h 6858000"/>
              <a:gd name="connsiteX394" fmla="*/ 2392863 w 7467600"/>
              <a:gd name="connsiteY394" fmla="*/ 6852964 h 6858000"/>
              <a:gd name="connsiteX395" fmla="*/ 2017589 w 7467600"/>
              <a:gd name="connsiteY395" fmla="*/ 6493982 h 6858000"/>
              <a:gd name="connsiteX396" fmla="*/ 2147336 w 7467600"/>
              <a:gd name="connsiteY396" fmla="*/ 6594052 h 6858000"/>
              <a:gd name="connsiteX397" fmla="*/ 2207047 w 7467600"/>
              <a:gd name="connsiteY397" fmla="*/ 6654540 h 6858000"/>
              <a:gd name="connsiteX398" fmla="*/ 2299106 w 7467600"/>
              <a:gd name="connsiteY398" fmla="*/ 6778931 h 6858000"/>
              <a:gd name="connsiteX399" fmla="*/ 2314430 w 7467600"/>
              <a:gd name="connsiteY399" fmla="*/ 6801144 h 6858000"/>
              <a:gd name="connsiteX400" fmla="*/ 2352406 w 7467600"/>
              <a:gd name="connsiteY400" fmla="*/ 6858000 h 6858000"/>
              <a:gd name="connsiteX401" fmla="*/ 2314492 w 7467600"/>
              <a:gd name="connsiteY401" fmla="*/ 6858000 h 6858000"/>
              <a:gd name="connsiteX402" fmla="*/ 2288095 w 7467600"/>
              <a:gd name="connsiteY402" fmla="*/ 6818030 h 6858000"/>
              <a:gd name="connsiteX403" fmla="*/ 2272768 w 7467600"/>
              <a:gd name="connsiteY403" fmla="*/ 6795822 h 6858000"/>
              <a:gd name="connsiteX404" fmla="*/ 2182715 w 7467600"/>
              <a:gd name="connsiteY404" fmla="*/ 6675071 h 6858000"/>
              <a:gd name="connsiteX405" fmla="*/ 2032061 w 7467600"/>
              <a:gd name="connsiteY405" fmla="*/ 6541380 h 6858000"/>
              <a:gd name="connsiteX406" fmla="*/ 2257220 w 7467600"/>
              <a:gd name="connsiteY406" fmla="*/ 6826257 h 6858000"/>
              <a:gd name="connsiteX407" fmla="*/ 2281324 w 7467600"/>
              <a:gd name="connsiteY407" fmla="*/ 6858000 h 6858000"/>
              <a:gd name="connsiteX408" fmla="*/ 2242860 w 7467600"/>
              <a:gd name="connsiteY408" fmla="*/ 6858000 h 6858000"/>
              <a:gd name="connsiteX409" fmla="*/ 2232818 w 7467600"/>
              <a:gd name="connsiteY409" fmla="*/ 6844926 h 6858000"/>
              <a:gd name="connsiteX410" fmla="*/ 1990172 w 7467600"/>
              <a:gd name="connsiteY410" fmla="*/ 6542121 h 6858000"/>
              <a:gd name="connsiteX411" fmla="*/ 2124090 w 7467600"/>
              <a:gd name="connsiteY411" fmla="*/ 6761017 h 6858000"/>
              <a:gd name="connsiteX412" fmla="*/ 2200380 w 7467600"/>
              <a:gd name="connsiteY412" fmla="*/ 6858000 h 6858000"/>
              <a:gd name="connsiteX413" fmla="*/ 2147507 w 7467600"/>
              <a:gd name="connsiteY413" fmla="*/ 6858000 h 6858000"/>
              <a:gd name="connsiteX414" fmla="*/ 2070668 w 7467600"/>
              <a:gd name="connsiteY414" fmla="*/ 6761520 h 6858000"/>
              <a:gd name="connsiteX415" fmla="*/ 1975142 w 7467600"/>
              <a:gd name="connsiteY415" fmla="*/ 6585570 h 6858000"/>
              <a:gd name="connsiteX416" fmla="*/ 2050035 w 7467600"/>
              <a:gd name="connsiteY416" fmla="*/ 6813345 h 6858000"/>
              <a:gd name="connsiteX417" fmla="*/ 2063025 w 7467600"/>
              <a:gd name="connsiteY417" fmla="*/ 6858000 h 6858000"/>
              <a:gd name="connsiteX418" fmla="*/ 2021675 w 7467600"/>
              <a:gd name="connsiteY418" fmla="*/ 6858000 h 6858000"/>
              <a:gd name="connsiteX419" fmla="*/ 2019308 w 7467600"/>
              <a:gd name="connsiteY419" fmla="*/ 6847118 h 6858000"/>
              <a:gd name="connsiteX420" fmla="*/ 1938835 w 7467600"/>
              <a:gd name="connsiteY420" fmla="*/ 6551160 h 6858000"/>
              <a:gd name="connsiteX421" fmla="*/ 1953230 w 7467600"/>
              <a:gd name="connsiteY421" fmla="*/ 6759699 h 6858000"/>
              <a:gd name="connsiteX422" fmla="*/ 1956763 w 7467600"/>
              <a:gd name="connsiteY422" fmla="*/ 6778191 h 6858000"/>
              <a:gd name="connsiteX423" fmla="*/ 1967925 w 7467600"/>
              <a:gd name="connsiteY423" fmla="*/ 6858000 h 6858000"/>
              <a:gd name="connsiteX424" fmla="*/ 1936622 w 7467600"/>
              <a:gd name="connsiteY424" fmla="*/ 6858000 h 6858000"/>
              <a:gd name="connsiteX425" fmla="*/ 1926261 w 7467600"/>
              <a:gd name="connsiteY425" fmla="*/ 6784064 h 6858000"/>
              <a:gd name="connsiteX426" fmla="*/ 1922724 w 7467600"/>
              <a:gd name="connsiteY426" fmla="*/ 6765577 h 6858000"/>
              <a:gd name="connsiteX427" fmla="*/ 1904650 w 7467600"/>
              <a:gd name="connsiteY427" fmla="*/ 6639616 h 6858000"/>
              <a:gd name="connsiteX428" fmla="*/ 1885273 w 7467600"/>
              <a:gd name="connsiteY428" fmla="*/ 6858000 h 6858000"/>
              <a:gd name="connsiteX429" fmla="*/ 1854363 w 7467600"/>
              <a:gd name="connsiteY429" fmla="*/ 6858000 h 6858000"/>
              <a:gd name="connsiteX430" fmla="*/ 1880391 w 7467600"/>
              <a:gd name="connsiteY430" fmla="*/ 6603796 h 6858000"/>
              <a:gd name="connsiteX431" fmla="*/ 1818273 w 7467600"/>
              <a:gd name="connsiteY431" fmla="*/ 6715729 h 6858000"/>
              <a:gd name="connsiteX432" fmla="*/ 1794691 w 7467600"/>
              <a:gd name="connsiteY432" fmla="*/ 6843239 h 6858000"/>
              <a:gd name="connsiteX433" fmla="*/ 1794914 w 7467600"/>
              <a:gd name="connsiteY433" fmla="*/ 6858000 h 6858000"/>
              <a:gd name="connsiteX434" fmla="*/ 1746128 w 7467600"/>
              <a:gd name="connsiteY434" fmla="*/ 6858000 h 6858000"/>
              <a:gd name="connsiteX435" fmla="*/ 1753934 w 7467600"/>
              <a:gd name="connsiteY435" fmla="*/ 6724796 h 6858000"/>
              <a:gd name="connsiteX436" fmla="*/ 1792053 w 7467600"/>
              <a:gd name="connsiteY436" fmla="*/ 6572396 h 6858000"/>
              <a:gd name="connsiteX437" fmla="*/ 1862248 w 7467600"/>
              <a:gd name="connsiteY437" fmla="*/ 6266397 h 6858000"/>
              <a:gd name="connsiteX438" fmla="*/ 1862250 w 7467600"/>
              <a:gd name="connsiteY438" fmla="*/ 6033531 h 6858000"/>
              <a:gd name="connsiteX439" fmla="*/ 1211999 w 7467600"/>
              <a:gd name="connsiteY439" fmla="*/ 6683610 h 6858000"/>
              <a:gd name="connsiteX440" fmla="*/ 1213266 w 7467600"/>
              <a:gd name="connsiteY440" fmla="*/ 6691947 h 6858000"/>
              <a:gd name="connsiteX441" fmla="*/ 1203370 w 7467600"/>
              <a:gd name="connsiteY441" fmla="*/ 6850676 h 6858000"/>
              <a:gd name="connsiteX442" fmla="*/ 1203671 w 7467600"/>
              <a:gd name="connsiteY442" fmla="*/ 6858000 h 6858000"/>
              <a:gd name="connsiteX443" fmla="*/ 1143180 w 7467600"/>
              <a:gd name="connsiteY443" fmla="*/ 6858000 h 6858000"/>
              <a:gd name="connsiteX444" fmla="*/ 1142176 w 7467600"/>
              <a:gd name="connsiteY444" fmla="*/ 6766045 h 6858000"/>
              <a:gd name="connsiteX445" fmla="*/ 1067484 w 7467600"/>
              <a:gd name="connsiteY445" fmla="*/ 6858000 h 6858000"/>
              <a:gd name="connsiteX446" fmla="*/ 953928 w 7467600"/>
              <a:gd name="connsiteY446" fmla="*/ 6858000 h 6858000"/>
              <a:gd name="connsiteX447" fmla="*/ 959715 w 7467600"/>
              <a:gd name="connsiteY447" fmla="*/ 6850185 h 6858000"/>
              <a:gd name="connsiteX448" fmla="*/ 1483788 w 7467600"/>
              <a:gd name="connsiteY448" fmla="*/ 6259174 h 6858000"/>
              <a:gd name="connsiteX449" fmla="*/ 1100671 w 7467600"/>
              <a:gd name="connsiteY449" fmla="*/ 6252137 h 6858000"/>
              <a:gd name="connsiteX450" fmla="*/ 1090144 w 7467600"/>
              <a:gd name="connsiteY450" fmla="*/ 6256748 h 6858000"/>
              <a:gd name="connsiteX451" fmla="*/ 1095872 w 7467600"/>
              <a:gd name="connsiteY451" fmla="*/ 6271892 h 6858000"/>
              <a:gd name="connsiteX452" fmla="*/ 262785 w 7467600"/>
              <a:gd name="connsiteY452" fmla="*/ 6845450 h 6858000"/>
              <a:gd name="connsiteX453" fmla="*/ 209968 w 7467600"/>
              <a:gd name="connsiteY453" fmla="*/ 6770713 h 6858000"/>
              <a:gd name="connsiteX454" fmla="*/ 873460 w 7467600"/>
              <a:gd name="connsiteY454" fmla="*/ 6253768 h 6858000"/>
              <a:gd name="connsiteX455" fmla="*/ 192686 w 7467600"/>
              <a:gd name="connsiteY455" fmla="*/ 5849257 h 6858000"/>
              <a:gd name="connsiteX456" fmla="*/ 4696 w 7467600"/>
              <a:gd name="connsiteY456" fmla="*/ 5697668 h 6858000"/>
              <a:gd name="connsiteX457" fmla="*/ 0 w 7467600"/>
              <a:gd name="connsiteY457" fmla="*/ 5689984 h 6858000"/>
              <a:gd name="connsiteX458" fmla="*/ 0 w 7467600"/>
              <a:gd name="connsiteY458" fmla="*/ 5513472 h 6858000"/>
              <a:gd name="connsiteX459" fmla="*/ 174101 w 7467600"/>
              <a:gd name="connsiteY459" fmla="*/ 5620277 h 6858000"/>
              <a:gd name="connsiteX460" fmla="*/ 891800 w 7467600"/>
              <a:gd name="connsiteY460" fmla="*/ 6036935 h 6858000"/>
              <a:gd name="connsiteX461" fmla="*/ 1072219 w 7467600"/>
              <a:gd name="connsiteY461" fmla="*/ 6169443 h 6858000"/>
              <a:gd name="connsiteX462" fmla="*/ 1074117 w 7467600"/>
              <a:gd name="connsiteY462" fmla="*/ 6170301 h 6858000"/>
              <a:gd name="connsiteX463" fmla="*/ 1083114 w 7467600"/>
              <a:gd name="connsiteY463" fmla="*/ 6174131 h 6858000"/>
              <a:gd name="connsiteX464" fmla="*/ 1543010 w 7467600"/>
              <a:gd name="connsiteY464" fmla="*/ 6191140 h 6858000"/>
              <a:gd name="connsiteX465" fmla="*/ 1551080 w 7467600"/>
              <a:gd name="connsiteY465" fmla="*/ 6195006 h 6858000"/>
              <a:gd name="connsiteX466" fmla="*/ 2345443 w 7467600"/>
              <a:gd name="connsiteY466" fmla="*/ 5549882 h 6858000"/>
              <a:gd name="connsiteX467" fmla="*/ 1721499 w 7467600"/>
              <a:gd name="connsiteY467" fmla="*/ 5599969 h 6858000"/>
              <a:gd name="connsiteX468" fmla="*/ 767716 w 7467600"/>
              <a:gd name="connsiteY468" fmla="*/ 5472768 h 6858000"/>
              <a:gd name="connsiteX469" fmla="*/ 722147 w 7467600"/>
              <a:gd name="connsiteY469" fmla="*/ 5393091 h 6858000"/>
              <a:gd name="connsiteX470" fmla="*/ 1485552 w 7467600"/>
              <a:gd name="connsiteY470" fmla="*/ 5313202 h 6858000"/>
              <a:gd name="connsiteX471" fmla="*/ 2143004 w 7467600"/>
              <a:gd name="connsiteY471" fmla="*/ 5402420 h 6858000"/>
              <a:gd name="connsiteX472" fmla="*/ 1933391 w 7467600"/>
              <a:gd name="connsiteY472" fmla="*/ 5156971 h 6858000"/>
              <a:gd name="connsiteX473" fmla="*/ 1827118 w 7467600"/>
              <a:gd name="connsiteY473" fmla="*/ 4968410 h 6858000"/>
              <a:gd name="connsiteX474" fmla="*/ 1837349 w 7467600"/>
              <a:gd name="connsiteY474" fmla="*/ 4956357 h 6858000"/>
              <a:gd name="connsiteX475" fmla="*/ 2162835 w 7467600"/>
              <a:gd name="connsiteY475" fmla="*/ 5187853 h 6858000"/>
              <a:gd name="connsiteX476" fmla="*/ 2257167 w 7467600"/>
              <a:gd name="connsiteY476" fmla="*/ 5462123 h 6858000"/>
              <a:gd name="connsiteX477" fmla="*/ 2261598 w 7467600"/>
              <a:gd name="connsiteY477" fmla="*/ 5467998 h 6858000"/>
              <a:gd name="connsiteX478" fmla="*/ 2437177 w 7467600"/>
              <a:gd name="connsiteY478" fmla="*/ 5479608 h 6858000"/>
              <a:gd name="connsiteX479" fmla="*/ 2445247 w 7467600"/>
              <a:gd name="connsiteY479" fmla="*/ 5483476 h 6858000"/>
              <a:gd name="connsiteX480" fmla="*/ 2743626 w 7467600"/>
              <a:gd name="connsiteY480" fmla="*/ 5304819 h 6858000"/>
              <a:gd name="connsiteX481" fmla="*/ 3048102 w 7467600"/>
              <a:gd name="connsiteY481" fmla="*/ 5150595 h 6858000"/>
              <a:gd name="connsiteX482" fmla="*/ 1799414 w 7467600"/>
              <a:gd name="connsiteY482" fmla="*/ 4694732 h 6858000"/>
              <a:gd name="connsiteX483" fmla="*/ 1771735 w 7467600"/>
              <a:gd name="connsiteY483" fmla="*/ 4619929 h 6858000"/>
              <a:gd name="connsiteX484" fmla="*/ 3104273 w 7467600"/>
              <a:gd name="connsiteY484" fmla="*/ 5076159 h 6858000"/>
              <a:gd name="connsiteX485" fmla="*/ 3113245 w 7467600"/>
              <a:gd name="connsiteY485" fmla="*/ 5090705 h 6858000"/>
              <a:gd name="connsiteX486" fmla="*/ 3126294 w 7467600"/>
              <a:gd name="connsiteY486" fmla="*/ 5114400 h 6858000"/>
              <a:gd name="connsiteX487" fmla="*/ 3937433 w 7467600"/>
              <a:gd name="connsiteY487" fmla="*/ 4830473 h 6858000"/>
              <a:gd name="connsiteX488" fmla="*/ 3590475 w 7467600"/>
              <a:gd name="connsiteY488" fmla="*/ 4597974 h 6858000"/>
              <a:gd name="connsiteX489" fmla="*/ 3100264 w 7467600"/>
              <a:gd name="connsiteY489" fmla="*/ 4579845 h 6858000"/>
              <a:gd name="connsiteX490" fmla="*/ 2183576 w 7467600"/>
              <a:gd name="connsiteY490" fmla="*/ 4227150 h 6858000"/>
              <a:gd name="connsiteX491" fmla="*/ 2151029 w 7467600"/>
              <a:gd name="connsiteY491" fmla="*/ 4146947 h 6858000"/>
              <a:gd name="connsiteX492" fmla="*/ 3563434 w 7467600"/>
              <a:gd name="connsiteY492" fmla="*/ 4469115 h 6858000"/>
              <a:gd name="connsiteX493" fmla="*/ 3177952 w 7467600"/>
              <a:gd name="connsiteY493" fmla="*/ 3657386 h 6858000"/>
              <a:gd name="connsiteX494" fmla="*/ 3189263 w 7467600"/>
              <a:gd name="connsiteY494" fmla="*/ 3625726 h 6858000"/>
              <a:gd name="connsiteX495" fmla="*/ 3560912 w 7467600"/>
              <a:gd name="connsiteY495" fmla="*/ 4079863 h 6858000"/>
              <a:gd name="connsiteX496" fmla="*/ 3626636 w 7467600"/>
              <a:gd name="connsiteY496" fmla="*/ 4512230 h 6858000"/>
              <a:gd name="connsiteX497" fmla="*/ 3653088 w 7467600"/>
              <a:gd name="connsiteY497" fmla="*/ 4521417 h 6858000"/>
              <a:gd name="connsiteX498" fmla="*/ 3988128 w 7467600"/>
              <a:gd name="connsiteY498" fmla="*/ 4817267 h 6858000"/>
              <a:gd name="connsiteX499" fmla="*/ 4830582 w 7467600"/>
              <a:gd name="connsiteY499" fmla="*/ 4676000 h 6858000"/>
              <a:gd name="connsiteX500" fmla="*/ 4830100 w 7467600"/>
              <a:gd name="connsiteY500" fmla="*/ 4675554 h 6858000"/>
              <a:gd name="connsiteX501" fmla="*/ 4036318 w 7467600"/>
              <a:gd name="connsiteY501" fmla="*/ 4147013 h 6858000"/>
              <a:gd name="connsiteX502" fmla="*/ 3432098 w 7467600"/>
              <a:gd name="connsiteY502" fmla="*/ 3537312 h 6858000"/>
              <a:gd name="connsiteX503" fmla="*/ 3446761 w 7467600"/>
              <a:gd name="connsiteY503" fmla="*/ 3461278 h 6858000"/>
              <a:gd name="connsiteX504" fmla="*/ 4419733 w 7467600"/>
              <a:gd name="connsiteY504" fmla="*/ 3963555 h 6858000"/>
              <a:gd name="connsiteX505" fmla="*/ 4781371 w 7467600"/>
              <a:gd name="connsiteY505" fmla="*/ 4458604 h 6858000"/>
              <a:gd name="connsiteX506" fmla="*/ 4780440 w 7467600"/>
              <a:gd name="connsiteY506" fmla="*/ 4470290 h 6858000"/>
              <a:gd name="connsiteX507" fmla="*/ 4898954 w 7467600"/>
              <a:gd name="connsiteY507" fmla="*/ 4662092 h 6858000"/>
              <a:gd name="connsiteX508" fmla="*/ 4900699 w 7467600"/>
              <a:gd name="connsiteY508" fmla="*/ 4670867 h 6858000"/>
              <a:gd name="connsiteX509" fmla="*/ 5714511 w 7467600"/>
              <a:gd name="connsiteY509" fmla="*/ 4663483 h 6858000"/>
              <a:gd name="connsiteX510" fmla="*/ 5464793 w 7467600"/>
              <a:gd name="connsiteY510" fmla="*/ 4393556 h 6858000"/>
              <a:gd name="connsiteX511" fmla="*/ 5461897 w 7467600"/>
              <a:gd name="connsiteY511" fmla="*/ 4390879 h 6858000"/>
              <a:gd name="connsiteX512" fmla="*/ 4294126 w 7467600"/>
              <a:gd name="connsiteY512" fmla="*/ 3303048 h 6858000"/>
              <a:gd name="connsiteX513" fmla="*/ 4305321 w 7467600"/>
              <a:gd name="connsiteY513" fmla="*/ 3256953 h 6858000"/>
              <a:gd name="connsiteX514" fmla="*/ 4949299 w 7467600"/>
              <a:gd name="connsiteY514" fmla="*/ 3766336 h 6858000"/>
              <a:gd name="connsiteX515" fmla="*/ 5291452 w 7467600"/>
              <a:gd name="connsiteY515" fmla="*/ 4076801 h 6858000"/>
              <a:gd name="connsiteX516" fmla="*/ 5434998 w 7467600"/>
              <a:gd name="connsiteY516" fmla="*/ 4254100 h 6858000"/>
              <a:gd name="connsiteX517" fmla="*/ 5351015 w 7467600"/>
              <a:gd name="connsiteY517" fmla="*/ 3760989 h 6858000"/>
              <a:gd name="connsiteX518" fmla="*/ 5413780 w 7467600"/>
              <a:gd name="connsiteY518" fmla="*/ 2966265 h 6858000"/>
              <a:gd name="connsiteX519" fmla="*/ 5425627 w 7467600"/>
              <a:gd name="connsiteY519" fmla="*/ 2954192 h 6858000"/>
              <a:gd name="connsiteX520" fmla="*/ 6604735 w 7467600"/>
              <a:gd name="connsiteY520" fmla="*/ 2041381 h 6858000"/>
              <a:gd name="connsiteX521" fmla="*/ 7204487 w 7467600"/>
              <a:gd name="connsiteY521" fmla="*/ 2742112 h 6858000"/>
              <a:gd name="connsiteX522" fmla="*/ 7131592 w 7467600"/>
              <a:gd name="connsiteY522" fmla="*/ 2672096 h 6858000"/>
              <a:gd name="connsiteX523" fmla="*/ 6996344 w 7467600"/>
              <a:gd name="connsiteY523" fmla="*/ 2518310 h 6858000"/>
              <a:gd name="connsiteX524" fmla="*/ 6735495 w 7467600"/>
              <a:gd name="connsiteY524" fmla="*/ 2196890 h 6858000"/>
              <a:gd name="connsiteX525" fmla="*/ 6721901 w 7467600"/>
              <a:gd name="connsiteY525" fmla="*/ 2179274 h 6858000"/>
              <a:gd name="connsiteX526" fmla="*/ 6604735 w 7467600"/>
              <a:gd name="connsiteY526" fmla="*/ 2041381 h 6858000"/>
              <a:gd name="connsiteX527" fmla="*/ 6591670 w 7467600"/>
              <a:gd name="connsiteY527" fmla="*/ 1988277 h 6858000"/>
              <a:gd name="connsiteX528" fmla="*/ 6747349 w 7467600"/>
              <a:gd name="connsiteY528" fmla="*/ 2160069 h 6858000"/>
              <a:gd name="connsiteX529" fmla="*/ 6760943 w 7467600"/>
              <a:gd name="connsiteY529" fmla="*/ 2177686 h 6858000"/>
              <a:gd name="connsiteX530" fmla="*/ 7021065 w 7467600"/>
              <a:gd name="connsiteY530" fmla="*/ 2498102 h 6858000"/>
              <a:gd name="connsiteX531" fmla="*/ 7155223 w 7467600"/>
              <a:gd name="connsiteY531" fmla="*/ 2650386 h 6858000"/>
              <a:gd name="connsiteX532" fmla="*/ 7203167 w 7467600"/>
              <a:gd name="connsiteY532" fmla="*/ 2697288 h 6858000"/>
              <a:gd name="connsiteX533" fmla="*/ 6937703 w 7467600"/>
              <a:gd name="connsiteY533" fmla="*/ 2321981 h 6858000"/>
              <a:gd name="connsiteX534" fmla="*/ 6591670 w 7467600"/>
              <a:gd name="connsiteY534" fmla="*/ 1988277 h 6858000"/>
              <a:gd name="connsiteX535" fmla="*/ 5798671 w 7467600"/>
              <a:gd name="connsiteY535" fmla="*/ 1981601 h 6858000"/>
              <a:gd name="connsiteX536" fmla="*/ 5754709 w 7467600"/>
              <a:gd name="connsiteY536" fmla="*/ 2071454 h 6858000"/>
              <a:gd name="connsiteX537" fmla="*/ 5763044 w 7467600"/>
              <a:gd name="connsiteY537" fmla="*/ 2842206 h 6858000"/>
              <a:gd name="connsiteX538" fmla="*/ 5764974 w 7467600"/>
              <a:gd name="connsiteY538" fmla="*/ 2799609 h 6858000"/>
              <a:gd name="connsiteX539" fmla="*/ 5767665 w 7467600"/>
              <a:gd name="connsiteY539" fmla="*/ 2666409 h 6858000"/>
              <a:gd name="connsiteX540" fmla="*/ 5763055 w 7467600"/>
              <a:gd name="connsiteY540" fmla="*/ 2579705 h 6858000"/>
              <a:gd name="connsiteX541" fmla="*/ 5758079 w 7467600"/>
              <a:gd name="connsiteY541" fmla="*/ 2492508 h 6858000"/>
              <a:gd name="connsiteX542" fmla="*/ 5779325 w 7467600"/>
              <a:gd name="connsiteY542" fmla="*/ 2197069 h 6858000"/>
              <a:gd name="connsiteX543" fmla="*/ 5798671 w 7467600"/>
              <a:gd name="connsiteY543" fmla="*/ 1981601 h 6858000"/>
              <a:gd name="connsiteX544" fmla="*/ 5829202 w 7467600"/>
              <a:gd name="connsiteY544" fmla="*/ 1971679 h 6858000"/>
              <a:gd name="connsiteX545" fmla="*/ 5809558 w 7467600"/>
              <a:gd name="connsiteY545" fmla="*/ 2198043 h 6858000"/>
              <a:gd name="connsiteX546" fmla="*/ 5788653 w 7467600"/>
              <a:gd name="connsiteY546" fmla="*/ 2489430 h 6858000"/>
              <a:gd name="connsiteX547" fmla="*/ 5793439 w 7467600"/>
              <a:gd name="connsiteY547" fmla="*/ 2575235 h 6858000"/>
              <a:gd name="connsiteX548" fmla="*/ 5796837 w 7467600"/>
              <a:gd name="connsiteY548" fmla="*/ 2637633 h 6858000"/>
              <a:gd name="connsiteX549" fmla="*/ 5818614 w 7467600"/>
              <a:gd name="connsiteY549" fmla="*/ 2473055 h 6858000"/>
              <a:gd name="connsiteX550" fmla="*/ 5829202 w 7467600"/>
              <a:gd name="connsiteY550" fmla="*/ 1971679 h 6858000"/>
              <a:gd name="connsiteX551" fmla="*/ 5911389 w 7467600"/>
              <a:gd name="connsiteY551" fmla="*/ 1898371 h 6858000"/>
              <a:gd name="connsiteX552" fmla="*/ 6237627 w 7467600"/>
              <a:gd name="connsiteY552" fmla="*/ 2231921 h 6858000"/>
              <a:gd name="connsiteX553" fmla="*/ 5911389 w 7467600"/>
              <a:gd name="connsiteY553" fmla="*/ 1898371 h 6858000"/>
              <a:gd name="connsiteX554" fmla="*/ 6944437 w 7467600"/>
              <a:gd name="connsiteY554" fmla="*/ 1575402 h 6858000"/>
              <a:gd name="connsiteX555" fmla="*/ 6304730 w 7467600"/>
              <a:gd name="connsiteY555" fmla="*/ 1766654 h 6858000"/>
              <a:gd name="connsiteX556" fmla="*/ 6944437 w 7467600"/>
              <a:gd name="connsiteY556" fmla="*/ 1575402 h 6858000"/>
              <a:gd name="connsiteX557" fmla="*/ 7019523 w 7467600"/>
              <a:gd name="connsiteY557" fmla="*/ 1519450 h 6858000"/>
              <a:gd name="connsiteX558" fmla="*/ 6298091 w 7467600"/>
              <a:gd name="connsiteY558" fmla="*/ 1737122 h 6858000"/>
              <a:gd name="connsiteX559" fmla="*/ 7019523 w 7467600"/>
              <a:gd name="connsiteY559" fmla="*/ 1519450 h 6858000"/>
              <a:gd name="connsiteX560" fmla="*/ 2399523 w 7467600"/>
              <a:gd name="connsiteY560" fmla="*/ 1428234 h 6858000"/>
              <a:gd name="connsiteX561" fmla="*/ 2224982 w 7467600"/>
              <a:gd name="connsiteY561" fmla="*/ 1826201 h 6858000"/>
              <a:gd name="connsiteX562" fmla="*/ 2096099 w 7467600"/>
              <a:gd name="connsiteY562" fmla="*/ 2345900 h 6858000"/>
              <a:gd name="connsiteX563" fmla="*/ 2283317 w 7467600"/>
              <a:gd name="connsiteY563" fmla="*/ 1796925 h 6858000"/>
              <a:gd name="connsiteX564" fmla="*/ 2399523 w 7467600"/>
              <a:gd name="connsiteY564" fmla="*/ 1428234 h 6858000"/>
              <a:gd name="connsiteX565" fmla="*/ 2448558 w 7467600"/>
              <a:gd name="connsiteY565" fmla="*/ 1373435 h 6858000"/>
              <a:gd name="connsiteX566" fmla="*/ 2312521 w 7467600"/>
              <a:gd name="connsiteY566" fmla="*/ 1806140 h 6858000"/>
              <a:gd name="connsiteX567" fmla="*/ 2127533 w 7467600"/>
              <a:gd name="connsiteY567" fmla="*/ 2348380 h 6858000"/>
              <a:gd name="connsiteX568" fmla="*/ 2358080 w 7467600"/>
              <a:gd name="connsiteY568" fmla="*/ 1866134 h 6858000"/>
              <a:gd name="connsiteX569" fmla="*/ 2407436 w 7467600"/>
              <a:gd name="connsiteY569" fmla="*/ 1651070 h 6858000"/>
              <a:gd name="connsiteX570" fmla="*/ 2448558 w 7467600"/>
              <a:gd name="connsiteY570" fmla="*/ 1373435 h 6858000"/>
              <a:gd name="connsiteX571" fmla="*/ 278707 w 7467600"/>
              <a:gd name="connsiteY571" fmla="*/ 1352270 h 6858000"/>
              <a:gd name="connsiteX572" fmla="*/ 321570 w 7467600"/>
              <a:gd name="connsiteY572" fmla="*/ 1861610 h 6858000"/>
              <a:gd name="connsiteX573" fmla="*/ 294281 w 7467600"/>
              <a:gd name="connsiteY573" fmla="*/ 1440658 h 6858000"/>
              <a:gd name="connsiteX574" fmla="*/ 278707 w 7467600"/>
              <a:gd name="connsiteY574" fmla="*/ 1352270 h 6858000"/>
              <a:gd name="connsiteX575" fmla="*/ 1423821 w 7467600"/>
              <a:gd name="connsiteY575" fmla="*/ 1351958 h 6858000"/>
              <a:gd name="connsiteX576" fmla="*/ 1638521 w 7467600"/>
              <a:gd name="connsiteY576" fmla="*/ 1908470 h 6858000"/>
              <a:gd name="connsiteX577" fmla="*/ 1754199 w 7467600"/>
              <a:gd name="connsiteY577" fmla="*/ 2149284 h 6858000"/>
              <a:gd name="connsiteX578" fmla="*/ 1908359 w 7467600"/>
              <a:gd name="connsiteY578" fmla="*/ 2364988 h 6858000"/>
              <a:gd name="connsiteX579" fmla="*/ 1647661 w 7467600"/>
              <a:gd name="connsiteY579" fmla="*/ 1825945 h 6858000"/>
              <a:gd name="connsiteX580" fmla="*/ 1423821 w 7467600"/>
              <a:gd name="connsiteY580" fmla="*/ 1351958 h 6858000"/>
              <a:gd name="connsiteX581" fmla="*/ 1431890 w 7467600"/>
              <a:gd name="connsiteY581" fmla="*/ 1306475 h 6858000"/>
              <a:gd name="connsiteX582" fmla="*/ 1507597 w 7467600"/>
              <a:gd name="connsiteY582" fmla="*/ 1446132 h 6858000"/>
              <a:gd name="connsiteX583" fmla="*/ 1674586 w 7467600"/>
              <a:gd name="connsiteY583" fmla="*/ 1813832 h 6858000"/>
              <a:gd name="connsiteX584" fmla="*/ 1815950 w 7467600"/>
              <a:gd name="connsiteY584" fmla="*/ 2128564 h 6858000"/>
              <a:gd name="connsiteX585" fmla="*/ 1984242 w 7467600"/>
              <a:gd name="connsiteY585" fmla="*/ 2430829 h 6858000"/>
              <a:gd name="connsiteX586" fmla="*/ 2014023 w 7467600"/>
              <a:gd name="connsiteY586" fmla="*/ 2450995 h 6858000"/>
              <a:gd name="connsiteX587" fmla="*/ 1747337 w 7467600"/>
              <a:gd name="connsiteY587" fmla="*/ 1855264 h 6858000"/>
              <a:gd name="connsiteX588" fmla="*/ 1533749 w 7467600"/>
              <a:gd name="connsiteY588" fmla="*/ 1478656 h 6858000"/>
              <a:gd name="connsiteX589" fmla="*/ 1431890 w 7467600"/>
              <a:gd name="connsiteY589" fmla="*/ 1306475 h 6858000"/>
              <a:gd name="connsiteX590" fmla="*/ 5052692 w 7467600"/>
              <a:gd name="connsiteY590" fmla="*/ 1292994 h 6858000"/>
              <a:gd name="connsiteX591" fmla="*/ 5200661 w 7467600"/>
              <a:gd name="connsiteY591" fmla="*/ 1635186 h 6858000"/>
              <a:gd name="connsiteX592" fmla="*/ 5297138 w 7467600"/>
              <a:gd name="connsiteY592" fmla="*/ 1906351 h 6858000"/>
              <a:gd name="connsiteX593" fmla="*/ 5052692 w 7467600"/>
              <a:gd name="connsiteY593" fmla="*/ 1292994 h 6858000"/>
              <a:gd name="connsiteX594" fmla="*/ 5009948 w 7467600"/>
              <a:gd name="connsiteY594" fmla="*/ 1273619 h 6858000"/>
              <a:gd name="connsiteX595" fmla="*/ 5121777 w 7467600"/>
              <a:gd name="connsiteY595" fmla="*/ 1654213 h 6858000"/>
              <a:gd name="connsiteX596" fmla="*/ 5293545 w 7467600"/>
              <a:gd name="connsiteY596" fmla="*/ 2072247 h 6858000"/>
              <a:gd name="connsiteX597" fmla="*/ 5294042 w 7467600"/>
              <a:gd name="connsiteY597" fmla="*/ 2065019 h 6858000"/>
              <a:gd name="connsiteX598" fmla="*/ 5171936 w 7467600"/>
              <a:gd name="connsiteY598" fmla="*/ 1647613 h 6858000"/>
              <a:gd name="connsiteX599" fmla="*/ 5009948 w 7467600"/>
              <a:gd name="connsiteY599" fmla="*/ 1273619 h 6858000"/>
              <a:gd name="connsiteX600" fmla="*/ 655236 w 7467600"/>
              <a:gd name="connsiteY600" fmla="*/ 1268632 h 6858000"/>
              <a:gd name="connsiteX601" fmla="*/ 839521 w 7467600"/>
              <a:gd name="connsiteY601" fmla="*/ 1685315 h 6858000"/>
              <a:gd name="connsiteX602" fmla="*/ 1109416 w 7467600"/>
              <a:gd name="connsiteY602" fmla="*/ 2061663 h 6858000"/>
              <a:gd name="connsiteX603" fmla="*/ 1298300 w 7467600"/>
              <a:gd name="connsiteY603" fmla="*/ 2247742 h 6858000"/>
              <a:gd name="connsiteX604" fmla="*/ 1125871 w 7467600"/>
              <a:gd name="connsiteY604" fmla="*/ 1989513 h 6858000"/>
              <a:gd name="connsiteX605" fmla="*/ 981574 w 7467600"/>
              <a:gd name="connsiteY605" fmla="*/ 1783157 h 6858000"/>
              <a:gd name="connsiteX606" fmla="*/ 922198 w 7467600"/>
              <a:gd name="connsiteY606" fmla="*/ 1677437 h 6858000"/>
              <a:gd name="connsiteX607" fmla="*/ 869293 w 7467600"/>
              <a:gd name="connsiteY607" fmla="*/ 1583214 h 6858000"/>
              <a:gd name="connsiteX608" fmla="*/ 751431 w 7467600"/>
              <a:gd name="connsiteY608" fmla="*/ 1405731 h 6858000"/>
              <a:gd name="connsiteX609" fmla="*/ 655236 w 7467600"/>
              <a:gd name="connsiteY609" fmla="*/ 1268632 h 6858000"/>
              <a:gd name="connsiteX610" fmla="*/ 6516292 w 7467600"/>
              <a:gd name="connsiteY610" fmla="*/ 1263064 h 6858000"/>
              <a:gd name="connsiteX611" fmla="*/ 5736320 w 7467600"/>
              <a:gd name="connsiteY611" fmla="*/ 1501803 h 6858000"/>
              <a:gd name="connsiteX612" fmla="*/ 6516292 w 7467600"/>
              <a:gd name="connsiteY612" fmla="*/ 1263064 h 6858000"/>
              <a:gd name="connsiteX613" fmla="*/ 291466 w 7467600"/>
              <a:gd name="connsiteY613" fmla="*/ 1250369 h 6858000"/>
              <a:gd name="connsiteX614" fmla="*/ 323180 w 7467600"/>
              <a:gd name="connsiteY614" fmla="*/ 1435283 h 6858000"/>
              <a:gd name="connsiteX615" fmla="*/ 349381 w 7467600"/>
              <a:gd name="connsiteY615" fmla="*/ 1875041 h 6858000"/>
              <a:gd name="connsiteX616" fmla="*/ 374363 w 7467600"/>
              <a:gd name="connsiteY616" fmla="*/ 1506494 h 6858000"/>
              <a:gd name="connsiteX617" fmla="*/ 302168 w 7467600"/>
              <a:gd name="connsiteY617" fmla="*/ 1274495 h 6858000"/>
              <a:gd name="connsiteX618" fmla="*/ 291466 w 7467600"/>
              <a:gd name="connsiteY618" fmla="*/ 1250369 h 6858000"/>
              <a:gd name="connsiteX619" fmla="*/ 678222 w 7467600"/>
              <a:gd name="connsiteY619" fmla="*/ 1248670 h 6858000"/>
              <a:gd name="connsiteX620" fmla="*/ 775536 w 7467600"/>
              <a:gd name="connsiteY620" fmla="*/ 1388015 h 6858000"/>
              <a:gd name="connsiteX621" fmla="*/ 894529 w 7467600"/>
              <a:gd name="connsiteY621" fmla="*/ 1567739 h 6858000"/>
              <a:gd name="connsiteX622" fmla="*/ 948000 w 7467600"/>
              <a:gd name="connsiteY622" fmla="*/ 1663088 h 6858000"/>
              <a:gd name="connsiteX623" fmla="*/ 1006812 w 7467600"/>
              <a:gd name="connsiteY623" fmla="*/ 1767683 h 6858000"/>
              <a:gd name="connsiteX624" fmla="*/ 1149133 w 7467600"/>
              <a:gd name="connsiteY624" fmla="*/ 1971513 h 6858000"/>
              <a:gd name="connsiteX625" fmla="*/ 1333952 w 7467600"/>
              <a:gd name="connsiteY625" fmla="*/ 2251620 h 6858000"/>
              <a:gd name="connsiteX626" fmla="*/ 1337329 w 7467600"/>
              <a:gd name="connsiteY626" fmla="*/ 2258350 h 6858000"/>
              <a:gd name="connsiteX627" fmla="*/ 1014726 w 7467600"/>
              <a:gd name="connsiteY627" fmla="*/ 1615556 h 6858000"/>
              <a:gd name="connsiteX628" fmla="*/ 678222 w 7467600"/>
              <a:gd name="connsiteY628" fmla="*/ 1248670 h 6858000"/>
              <a:gd name="connsiteX629" fmla="*/ 6691602 w 7467600"/>
              <a:gd name="connsiteY629" fmla="*/ 1140573 h 6858000"/>
              <a:gd name="connsiteX630" fmla="*/ 6571100 w 7467600"/>
              <a:gd name="connsiteY630" fmla="*/ 1183662 h 6858000"/>
              <a:gd name="connsiteX631" fmla="*/ 6241687 w 7467600"/>
              <a:gd name="connsiteY631" fmla="*/ 1257600 h 6858000"/>
              <a:gd name="connsiteX632" fmla="*/ 5693009 w 7467600"/>
              <a:gd name="connsiteY632" fmla="*/ 1478256 h 6858000"/>
              <a:gd name="connsiteX633" fmla="*/ 6548420 w 7467600"/>
              <a:gd name="connsiteY633" fmla="*/ 1214599 h 6858000"/>
              <a:gd name="connsiteX634" fmla="*/ 6605473 w 7467600"/>
              <a:gd name="connsiteY634" fmla="*/ 1184686 h 6858000"/>
              <a:gd name="connsiteX635" fmla="*/ 6691602 w 7467600"/>
              <a:gd name="connsiteY635" fmla="*/ 1140573 h 6858000"/>
              <a:gd name="connsiteX636" fmla="*/ 4002475 w 7467600"/>
              <a:gd name="connsiteY636" fmla="*/ 1037802 h 6858000"/>
              <a:gd name="connsiteX637" fmla="*/ 4000324 w 7467600"/>
              <a:gd name="connsiteY637" fmla="*/ 1039362 h 6858000"/>
              <a:gd name="connsiteX638" fmla="*/ 4002862 w 7467600"/>
              <a:gd name="connsiteY638" fmla="*/ 1042866 h 6858000"/>
              <a:gd name="connsiteX639" fmla="*/ 4002475 w 7467600"/>
              <a:gd name="connsiteY639" fmla="*/ 1037802 h 6858000"/>
              <a:gd name="connsiteX640" fmla="*/ 506322 w 7467600"/>
              <a:gd name="connsiteY640" fmla="*/ 1020997 h 6858000"/>
              <a:gd name="connsiteX641" fmla="*/ 533068 w 7467600"/>
              <a:gd name="connsiteY641" fmla="*/ 1029409 h 6858000"/>
              <a:gd name="connsiteX642" fmla="*/ 1232525 w 7467600"/>
              <a:gd name="connsiteY642" fmla="*/ 1804675 h 6858000"/>
              <a:gd name="connsiteX643" fmla="*/ 1388858 w 7467600"/>
              <a:gd name="connsiteY643" fmla="*/ 2368011 h 6858000"/>
              <a:gd name="connsiteX644" fmla="*/ 1384098 w 7467600"/>
              <a:gd name="connsiteY644" fmla="*/ 2378125 h 6858000"/>
              <a:gd name="connsiteX645" fmla="*/ 1425393 w 7467600"/>
              <a:gd name="connsiteY645" fmla="*/ 2589124 h 6858000"/>
              <a:gd name="connsiteX646" fmla="*/ 1424001 w 7467600"/>
              <a:gd name="connsiteY646" fmla="*/ 2597541 h 6858000"/>
              <a:gd name="connsiteX647" fmla="*/ 2152729 w 7467600"/>
              <a:gd name="connsiteY647" fmla="*/ 2864487 h 6858000"/>
              <a:gd name="connsiteX648" fmla="*/ 2020609 w 7467600"/>
              <a:gd name="connsiteY648" fmla="*/ 2539671 h 6858000"/>
              <a:gd name="connsiteX649" fmla="*/ 2018920 w 7467600"/>
              <a:gd name="connsiteY649" fmla="*/ 2536309 h 6858000"/>
              <a:gd name="connsiteX650" fmla="*/ 1342441 w 7467600"/>
              <a:gd name="connsiteY650" fmla="*/ 1173017 h 6858000"/>
              <a:gd name="connsiteX651" fmla="*/ 1367925 w 7467600"/>
              <a:gd name="connsiteY651" fmla="*/ 1135648 h 6858000"/>
              <a:gd name="connsiteX652" fmla="*/ 1771401 w 7467600"/>
              <a:gd name="connsiteY652" fmla="*/ 1806673 h 6858000"/>
              <a:gd name="connsiteX653" fmla="*/ 1972385 w 7467600"/>
              <a:gd name="connsiteY653" fmla="*/ 2198735 h 6858000"/>
              <a:gd name="connsiteX654" fmla="*/ 2040892 w 7467600"/>
              <a:gd name="connsiteY654" fmla="*/ 2405205 h 6858000"/>
              <a:gd name="connsiteX655" fmla="*/ 2131689 w 7467600"/>
              <a:gd name="connsiteY655" fmla="*/ 1936926 h 6858000"/>
              <a:gd name="connsiteX656" fmla="*/ 2454820 w 7467600"/>
              <a:gd name="connsiteY656" fmla="*/ 1248808 h 6858000"/>
              <a:gd name="connsiteX657" fmla="*/ 2492512 w 7467600"/>
              <a:gd name="connsiteY657" fmla="*/ 1302920 h 6858000"/>
              <a:gd name="connsiteX658" fmla="*/ 2081216 w 7467600"/>
              <a:gd name="connsiteY658" fmla="*/ 2527513 h 6858000"/>
              <a:gd name="connsiteX659" fmla="*/ 2081211 w 7467600"/>
              <a:gd name="connsiteY659" fmla="*/ 2528916 h 6858000"/>
              <a:gd name="connsiteX660" fmla="*/ 2199067 w 7467600"/>
              <a:gd name="connsiteY660" fmla="*/ 2884061 h 6858000"/>
              <a:gd name="connsiteX661" fmla="*/ 3192586 w 7467600"/>
              <a:gd name="connsiteY661" fmla="*/ 3411496 h 6858000"/>
              <a:gd name="connsiteX662" fmla="*/ 3182620 w 7467600"/>
              <a:gd name="connsiteY662" fmla="*/ 3483279 h 6858000"/>
              <a:gd name="connsiteX663" fmla="*/ 2435119 w 7467600"/>
              <a:gd name="connsiteY663" fmla="*/ 3080173 h 6858000"/>
              <a:gd name="connsiteX664" fmla="*/ 2410152 w 7467600"/>
              <a:gd name="connsiteY664" fmla="*/ 3063751 h 6858000"/>
              <a:gd name="connsiteX665" fmla="*/ 2408099 w 7467600"/>
              <a:gd name="connsiteY665" fmla="*/ 3064403 h 6858000"/>
              <a:gd name="connsiteX666" fmla="*/ 2407218 w 7467600"/>
              <a:gd name="connsiteY666" fmla="*/ 3070324 h 6858000"/>
              <a:gd name="connsiteX667" fmla="*/ 2380138 w 7467600"/>
              <a:gd name="connsiteY667" fmla="*/ 3099341 h 6858000"/>
              <a:gd name="connsiteX668" fmla="*/ 1765923 w 7467600"/>
              <a:gd name="connsiteY668" fmla="*/ 3581043 h 6858000"/>
              <a:gd name="connsiteX669" fmla="*/ 1702258 w 7467600"/>
              <a:gd name="connsiteY669" fmla="*/ 3612286 h 6858000"/>
              <a:gd name="connsiteX670" fmla="*/ 1538370 w 7467600"/>
              <a:gd name="connsiteY670" fmla="*/ 3811804 h 6858000"/>
              <a:gd name="connsiteX671" fmla="*/ 542867 w 7467600"/>
              <a:gd name="connsiteY671" fmla="*/ 4944092 h 6858000"/>
              <a:gd name="connsiteX672" fmla="*/ 515800 w 7467600"/>
              <a:gd name="connsiteY672" fmla="*/ 4862180 h 6858000"/>
              <a:gd name="connsiteX673" fmla="*/ 909145 w 7467600"/>
              <a:gd name="connsiteY673" fmla="*/ 4199225 h 6858000"/>
              <a:gd name="connsiteX674" fmla="*/ 1214067 w 7467600"/>
              <a:gd name="connsiteY674" fmla="*/ 3908561 h 6858000"/>
              <a:gd name="connsiteX675" fmla="*/ 640967 w 7467600"/>
              <a:gd name="connsiteY675" fmla="*/ 4105601 h 6858000"/>
              <a:gd name="connsiteX676" fmla="*/ 112563 w 7467600"/>
              <a:gd name="connsiteY676" fmla="*/ 4396952 h 6858000"/>
              <a:gd name="connsiteX677" fmla="*/ 0 w 7467600"/>
              <a:gd name="connsiteY677" fmla="*/ 4466006 h 6858000"/>
              <a:gd name="connsiteX678" fmla="*/ 0 w 7467600"/>
              <a:gd name="connsiteY678" fmla="*/ 4233763 h 6858000"/>
              <a:gd name="connsiteX679" fmla="*/ 36881 w 7467600"/>
              <a:gd name="connsiteY679" fmla="*/ 4200118 h 6858000"/>
              <a:gd name="connsiteX680" fmla="*/ 910534 w 7467600"/>
              <a:gd name="connsiteY680" fmla="*/ 3629753 h 6858000"/>
              <a:gd name="connsiteX681" fmla="*/ 1578717 w 7467600"/>
              <a:gd name="connsiteY681" fmla="*/ 3575982 h 6858000"/>
              <a:gd name="connsiteX682" fmla="*/ 2338780 w 7467600"/>
              <a:gd name="connsiteY682" fmla="*/ 3033725 h 6858000"/>
              <a:gd name="connsiteX683" fmla="*/ 1807991 w 7467600"/>
              <a:gd name="connsiteY683" fmla="*/ 2807184 h 6858000"/>
              <a:gd name="connsiteX684" fmla="*/ 1416358 w 7467600"/>
              <a:gd name="connsiteY684" fmla="*/ 3112571 h 6858000"/>
              <a:gd name="connsiteX685" fmla="*/ 939066 w 7467600"/>
              <a:gd name="connsiteY685" fmla="*/ 3378798 h 6858000"/>
              <a:gd name="connsiteX686" fmla="*/ 115099 w 7467600"/>
              <a:gd name="connsiteY686" fmla="*/ 3607650 h 6858000"/>
              <a:gd name="connsiteX687" fmla="*/ 97284 w 7467600"/>
              <a:gd name="connsiteY687" fmla="*/ 3520393 h 6858000"/>
              <a:gd name="connsiteX688" fmla="*/ 922050 w 7467600"/>
              <a:gd name="connsiteY688" fmla="*/ 3074867 h 6858000"/>
              <a:gd name="connsiteX689" fmla="*/ 1405265 w 7467600"/>
              <a:gd name="connsiteY689" fmla="*/ 3016319 h 6858000"/>
              <a:gd name="connsiteX690" fmla="*/ 1407512 w 7467600"/>
              <a:gd name="connsiteY690" fmla="*/ 3018001 h 6858000"/>
              <a:gd name="connsiteX691" fmla="*/ 1726266 w 7467600"/>
              <a:gd name="connsiteY691" fmla="*/ 2777274 h 6858000"/>
              <a:gd name="connsiteX692" fmla="*/ 625390 w 7467600"/>
              <a:gd name="connsiteY692" fmla="*/ 2514541 h 6858000"/>
              <a:gd name="connsiteX693" fmla="*/ 619799 w 7467600"/>
              <a:gd name="connsiteY693" fmla="*/ 2527180 h 6858000"/>
              <a:gd name="connsiteX694" fmla="*/ 310030 w 7467600"/>
              <a:gd name="connsiteY694" fmla="*/ 2771818 h 6858000"/>
              <a:gd name="connsiteX695" fmla="*/ 173877 w 7467600"/>
              <a:gd name="connsiteY695" fmla="*/ 2937056 h 6858000"/>
              <a:gd name="connsiteX696" fmla="*/ 77889 w 7467600"/>
              <a:gd name="connsiteY696" fmla="*/ 3138440 h 6858000"/>
              <a:gd name="connsiteX697" fmla="*/ 0 w 7467600"/>
              <a:gd name="connsiteY697" fmla="*/ 3271395 h 6858000"/>
              <a:gd name="connsiteX698" fmla="*/ 0 w 7467600"/>
              <a:gd name="connsiteY698" fmla="*/ 3153002 h 6858000"/>
              <a:gd name="connsiteX699" fmla="*/ 2386 w 7467600"/>
              <a:gd name="connsiteY699" fmla="*/ 3149203 h 6858000"/>
              <a:gd name="connsiteX700" fmla="*/ 89753 w 7467600"/>
              <a:gd name="connsiteY700" fmla="*/ 2987702 h 6858000"/>
              <a:gd name="connsiteX701" fmla="*/ 76869 w 7467600"/>
              <a:gd name="connsiteY701" fmla="*/ 3005404 h 6858000"/>
              <a:gd name="connsiteX702" fmla="*/ 32049 w 7467600"/>
              <a:gd name="connsiteY702" fmla="*/ 3065814 h 6858000"/>
              <a:gd name="connsiteX703" fmla="*/ 0 w 7467600"/>
              <a:gd name="connsiteY703" fmla="*/ 3108744 h 6858000"/>
              <a:gd name="connsiteX704" fmla="*/ 0 w 7467600"/>
              <a:gd name="connsiteY704" fmla="*/ 3058059 h 6858000"/>
              <a:gd name="connsiteX705" fmla="*/ 7610 w 7467600"/>
              <a:gd name="connsiteY705" fmla="*/ 3047889 h 6858000"/>
              <a:gd name="connsiteX706" fmla="*/ 52419 w 7467600"/>
              <a:gd name="connsiteY706" fmla="*/ 2987479 h 6858000"/>
              <a:gd name="connsiteX707" fmla="*/ 59142 w 7467600"/>
              <a:gd name="connsiteY707" fmla="*/ 2978488 h 6858000"/>
              <a:gd name="connsiteX708" fmla="*/ 0 w 7467600"/>
              <a:gd name="connsiteY708" fmla="*/ 3015334 h 6858000"/>
              <a:gd name="connsiteX709" fmla="*/ 0 w 7467600"/>
              <a:gd name="connsiteY709" fmla="*/ 2914286 h 6858000"/>
              <a:gd name="connsiteX710" fmla="*/ 36383 w 7467600"/>
              <a:gd name="connsiteY710" fmla="*/ 2901128 h 6858000"/>
              <a:gd name="connsiteX711" fmla="*/ 156329 w 7467600"/>
              <a:gd name="connsiteY711" fmla="*/ 2840533 h 6858000"/>
              <a:gd name="connsiteX712" fmla="*/ 358355 w 7467600"/>
              <a:gd name="connsiteY712" fmla="*/ 2620471 h 6858000"/>
              <a:gd name="connsiteX713" fmla="*/ 510577 w 7467600"/>
              <a:gd name="connsiteY713" fmla="*/ 2501244 h 6858000"/>
              <a:gd name="connsiteX714" fmla="*/ 211967 w 7467600"/>
              <a:gd name="connsiteY714" fmla="*/ 2479171 h 6858000"/>
              <a:gd name="connsiteX715" fmla="*/ 0 w 7467600"/>
              <a:gd name="connsiteY715" fmla="*/ 2476398 h 6858000"/>
              <a:gd name="connsiteX716" fmla="*/ 0 w 7467600"/>
              <a:gd name="connsiteY716" fmla="*/ 2389189 h 6858000"/>
              <a:gd name="connsiteX717" fmla="*/ 103062 w 7467600"/>
              <a:gd name="connsiteY717" fmla="*/ 2389518 h 6858000"/>
              <a:gd name="connsiteX718" fmla="*/ 510734 w 7467600"/>
              <a:gd name="connsiteY718" fmla="*/ 2416201 h 6858000"/>
              <a:gd name="connsiteX719" fmla="*/ 279257 w 7467600"/>
              <a:gd name="connsiteY719" fmla="*/ 2092102 h 6858000"/>
              <a:gd name="connsiteX720" fmla="*/ 65265 w 7467600"/>
              <a:gd name="connsiteY720" fmla="*/ 2006049 h 6858000"/>
              <a:gd name="connsiteX721" fmla="*/ 0 w 7467600"/>
              <a:gd name="connsiteY721" fmla="*/ 1982532 h 6858000"/>
              <a:gd name="connsiteX722" fmla="*/ 0 w 7467600"/>
              <a:gd name="connsiteY722" fmla="*/ 1912789 h 6858000"/>
              <a:gd name="connsiteX723" fmla="*/ 97460 w 7467600"/>
              <a:gd name="connsiteY723" fmla="*/ 1953725 h 6858000"/>
              <a:gd name="connsiteX724" fmla="*/ 221272 w 7467600"/>
              <a:gd name="connsiteY724" fmla="*/ 1980766 h 6858000"/>
              <a:gd name="connsiteX725" fmla="*/ 116765 w 7467600"/>
              <a:gd name="connsiteY725" fmla="*/ 1911033 h 6858000"/>
              <a:gd name="connsiteX726" fmla="*/ 16405 w 7467600"/>
              <a:gd name="connsiteY726" fmla="*/ 1803412 h 6858000"/>
              <a:gd name="connsiteX727" fmla="*/ 0 w 7467600"/>
              <a:gd name="connsiteY727" fmla="*/ 1784777 h 6858000"/>
              <a:gd name="connsiteX728" fmla="*/ 0 w 7467600"/>
              <a:gd name="connsiteY728" fmla="*/ 1740082 h 6858000"/>
              <a:gd name="connsiteX729" fmla="*/ 39394 w 7467600"/>
              <a:gd name="connsiteY729" fmla="*/ 1784856 h 6858000"/>
              <a:gd name="connsiteX730" fmla="*/ 135813 w 7467600"/>
              <a:gd name="connsiteY730" fmla="*/ 1888838 h 6858000"/>
              <a:gd name="connsiteX731" fmla="*/ 242575 w 7467600"/>
              <a:gd name="connsiteY731" fmla="*/ 1958841 h 6858000"/>
              <a:gd name="connsiteX732" fmla="*/ 82197 w 7467600"/>
              <a:gd name="connsiteY732" fmla="*/ 1754826 h 6858000"/>
              <a:gd name="connsiteX733" fmla="*/ 0 w 7467600"/>
              <a:gd name="connsiteY733" fmla="*/ 1679650 h 6858000"/>
              <a:gd name="connsiteX734" fmla="*/ 0 w 7467600"/>
              <a:gd name="connsiteY734" fmla="*/ 1602463 h 6858000"/>
              <a:gd name="connsiteX735" fmla="*/ 84689 w 7467600"/>
              <a:gd name="connsiteY735" fmla="*/ 1677442 h 6858000"/>
              <a:gd name="connsiteX736" fmla="*/ 298437 w 7467600"/>
              <a:gd name="connsiteY736" fmla="*/ 1968019 h 6858000"/>
              <a:gd name="connsiteX737" fmla="*/ 227269 w 7467600"/>
              <a:gd name="connsiteY737" fmla="*/ 1114064 h 6858000"/>
              <a:gd name="connsiteX738" fmla="*/ 248003 w 7467600"/>
              <a:gd name="connsiteY738" fmla="*/ 1089613 h 6858000"/>
              <a:gd name="connsiteX739" fmla="*/ 427020 w 7467600"/>
              <a:gd name="connsiteY739" fmla="*/ 1619803 h 6858000"/>
              <a:gd name="connsiteX740" fmla="*/ 340345 w 7467600"/>
              <a:gd name="connsiteY740" fmla="*/ 2027739 h 6858000"/>
              <a:gd name="connsiteX741" fmla="*/ 360865 w 7467600"/>
              <a:gd name="connsiteY741" fmla="*/ 2044827 h 6858000"/>
              <a:gd name="connsiteX742" fmla="*/ 560414 w 7467600"/>
              <a:gd name="connsiteY742" fmla="*/ 2421457 h 6858000"/>
              <a:gd name="connsiteX743" fmla="*/ 1359703 w 7467600"/>
              <a:gd name="connsiteY743" fmla="*/ 2578554 h 6858000"/>
              <a:gd name="connsiteX744" fmla="*/ 1359422 w 7467600"/>
              <a:gd name="connsiteY744" fmla="*/ 2577994 h 6858000"/>
              <a:gd name="connsiteX745" fmla="*/ 828701 w 7467600"/>
              <a:gd name="connsiteY745" fmla="*/ 1839520 h 6858000"/>
              <a:gd name="connsiteX746" fmla="*/ 494427 w 7467600"/>
              <a:gd name="connsiteY746" fmla="*/ 1092333 h 6858000"/>
              <a:gd name="connsiteX747" fmla="*/ 506322 w 7467600"/>
              <a:gd name="connsiteY747" fmla="*/ 1020997 h 6858000"/>
              <a:gd name="connsiteX748" fmla="*/ 4570198 w 7467600"/>
              <a:gd name="connsiteY748" fmla="*/ 978081 h 6858000"/>
              <a:gd name="connsiteX749" fmla="*/ 4523691 w 7467600"/>
              <a:gd name="connsiteY749" fmla="*/ 1127776 h 6858000"/>
              <a:gd name="connsiteX750" fmla="*/ 4509875 w 7467600"/>
              <a:gd name="connsiteY750" fmla="*/ 1167552 h 6858000"/>
              <a:gd name="connsiteX751" fmla="*/ 4478168 w 7467600"/>
              <a:gd name="connsiteY751" fmla="*/ 1260735 h 6858000"/>
              <a:gd name="connsiteX752" fmla="*/ 4409309 w 7467600"/>
              <a:gd name="connsiteY752" fmla="*/ 1666996 h 6858000"/>
              <a:gd name="connsiteX753" fmla="*/ 4370031 w 7467600"/>
              <a:gd name="connsiteY753" fmla="*/ 1955666 h 6858000"/>
              <a:gd name="connsiteX754" fmla="*/ 4570198 w 7467600"/>
              <a:gd name="connsiteY754" fmla="*/ 978081 h 6858000"/>
              <a:gd name="connsiteX755" fmla="*/ 4557898 w 7467600"/>
              <a:gd name="connsiteY755" fmla="*/ 900011 h 6858000"/>
              <a:gd name="connsiteX756" fmla="*/ 4344840 w 7467600"/>
              <a:gd name="connsiteY756" fmla="*/ 1922038 h 6858000"/>
              <a:gd name="connsiteX757" fmla="*/ 4378710 w 7467600"/>
              <a:gd name="connsiteY757" fmla="*/ 1665516 h 6858000"/>
              <a:gd name="connsiteX758" fmla="*/ 4448798 w 7467600"/>
              <a:gd name="connsiteY758" fmla="*/ 1253024 h 6858000"/>
              <a:gd name="connsiteX759" fmla="*/ 4480315 w 7467600"/>
              <a:gd name="connsiteY759" fmla="*/ 1158454 h 6858000"/>
              <a:gd name="connsiteX760" fmla="*/ 4494133 w 7467600"/>
              <a:gd name="connsiteY760" fmla="*/ 1118676 h 6858000"/>
              <a:gd name="connsiteX761" fmla="*/ 4557898 w 7467600"/>
              <a:gd name="connsiteY761" fmla="*/ 900011 h 6858000"/>
              <a:gd name="connsiteX762" fmla="*/ 5870151 w 7467600"/>
              <a:gd name="connsiteY762" fmla="*/ 898890 h 6858000"/>
              <a:gd name="connsiteX763" fmla="*/ 5861335 w 7467600"/>
              <a:gd name="connsiteY763" fmla="*/ 899177 h 6858000"/>
              <a:gd name="connsiteX764" fmla="*/ 5843702 w 7467600"/>
              <a:gd name="connsiteY764" fmla="*/ 899748 h 6858000"/>
              <a:gd name="connsiteX765" fmla="*/ 5651107 w 7467600"/>
              <a:gd name="connsiteY765" fmla="*/ 920306 h 6858000"/>
              <a:gd name="connsiteX766" fmla="*/ 5459407 w 7467600"/>
              <a:gd name="connsiteY766" fmla="*/ 940975 h 6858000"/>
              <a:gd name="connsiteX767" fmla="*/ 5374846 w 7467600"/>
              <a:gd name="connsiteY767" fmla="*/ 941988 h 6858000"/>
              <a:gd name="connsiteX768" fmla="*/ 5256105 w 7467600"/>
              <a:gd name="connsiteY768" fmla="*/ 945632 h 6858000"/>
              <a:gd name="connsiteX769" fmla="*/ 5107071 w 7467600"/>
              <a:gd name="connsiteY769" fmla="*/ 969720 h 6858000"/>
              <a:gd name="connsiteX770" fmla="*/ 4998681 w 7467600"/>
              <a:gd name="connsiteY770" fmla="*/ 988771 h 6858000"/>
              <a:gd name="connsiteX771" fmla="*/ 5870151 w 7467600"/>
              <a:gd name="connsiteY771" fmla="*/ 898890 h 6858000"/>
              <a:gd name="connsiteX772" fmla="*/ 5504425 w 7467600"/>
              <a:gd name="connsiteY772" fmla="*/ 848067 h 6858000"/>
              <a:gd name="connsiteX773" fmla="*/ 4968849 w 7467600"/>
              <a:gd name="connsiteY773" fmla="*/ 962318 h 6858000"/>
              <a:gd name="connsiteX774" fmla="*/ 5104039 w 7467600"/>
              <a:gd name="connsiteY774" fmla="*/ 940634 h 6858000"/>
              <a:gd name="connsiteX775" fmla="*/ 5256311 w 7467600"/>
              <a:gd name="connsiteY775" fmla="*/ 916490 h 6858000"/>
              <a:gd name="connsiteX776" fmla="*/ 5377381 w 7467600"/>
              <a:gd name="connsiteY776" fmla="*/ 912671 h 6858000"/>
              <a:gd name="connsiteX777" fmla="*/ 5460148 w 7467600"/>
              <a:gd name="connsiteY777" fmla="*/ 911442 h 6858000"/>
              <a:gd name="connsiteX778" fmla="*/ 5648971 w 7467600"/>
              <a:gd name="connsiteY778" fmla="*/ 891331 h 6858000"/>
              <a:gd name="connsiteX779" fmla="*/ 5844807 w 7467600"/>
              <a:gd name="connsiteY779" fmla="*/ 870718 h 6858000"/>
              <a:gd name="connsiteX780" fmla="*/ 5862975 w 7467600"/>
              <a:gd name="connsiteY780" fmla="*/ 869756 h 6858000"/>
              <a:gd name="connsiteX781" fmla="*/ 5920887 w 7467600"/>
              <a:gd name="connsiteY781" fmla="*/ 865929 h 6858000"/>
              <a:gd name="connsiteX782" fmla="*/ 5504425 w 7467600"/>
              <a:gd name="connsiteY782" fmla="*/ 848067 h 6858000"/>
              <a:gd name="connsiteX783" fmla="*/ 3607114 w 7467600"/>
              <a:gd name="connsiteY783" fmla="*/ 467441 h 6858000"/>
              <a:gd name="connsiteX784" fmla="*/ 3296242 w 7467600"/>
              <a:gd name="connsiteY784" fmla="*/ 807991 h 6858000"/>
              <a:gd name="connsiteX785" fmla="*/ 3174674 w 7467600"/>
              <a:gd name="connsiteY785" fmla="*/ 919759 h 6858000"/>
              <a:gd name="connsiteX786" fmla="*/ 3042978 w 7467600"/>
              <a:gd name="connsiteY786" fmla="*/ 1054894 h 6858000"/>
              <a:gd name="connsiteX787" fmla="*/ 2968914 w 7467600"/>
              <a:gd name="connsiteY787" fmla="*/ 1133756 h 6858000"/>
              <a:gd name="connsiteX788" fmla="*/ 3103823 w 7467600"/>
              <a:gd name="connsiteY788" fmla="*/ 1026814 h 6858000"/>
              <a:gd name="connsiteX789" fmla="*/ 3607114 w 7467600"/>
              <a:gd name="connsiteY789" fmla="*/ 467441 h 6858000"/>
              <a:gd name="connsiteX790" fmla="*/ 3744487 w 7467600"/>
              <a:gd name="connsiteY790" fmla="*/ 383136 h 6858000"/>
              <a:gd name="connsiteX791" fmla="*/ 3970213 w 7467600"/>
              <a:gd name="connsiteY791" fmla="*/ 995559 h 6858000"/>
              <a:gd name="connsiteX792" fmla="*/ 3744487 w 7467600"/>
              <a:gd name="connsiteY792" fmla="*/ 383136 h 6858000"/>
              <a:gd name="connsiteX793" fmla="*/ 3624562 w 7467600"/>
              <a:gd name="connsiteY793" fmla="*/ 367041 h 6858000"/>
              <a:gd name="connsiteX794" fmla="*/ 3489712 w 7467600"/>
              <a:gd name="connsiteY794" fmla="*/ 485386 h 6858000"/>
              <a:gd name="connsiteX795" fmla="*/ 3182994 w 7467600"/>
              <a:gd name="connsiteY795" fmla="*/ 828265 h 6858000"/>
              <a:gd name="connsiteX796" fmla="*/ 2892114 w 7467600"/>
              <a:gd name="connsiteY796" fmla="*/ 1172635 h 6858000"/>
              <a:gd name="connsiteX797" fmla="*/ 3021459 w 7467600"/>
              <a:gd name="connsiteY797" fmla="*/ 1035385 h 6858000"/>
              <a:gd name="connsiteX798" fmla="*/ 3153873 w 7467600"/>
              <a:gd name="connsiteY798" fmla="*/ 898971 h 6858000"/>
              <a:gd name="connsiteX799" fmla="*/ 3276511 w 7467600"/>
              <a:gd name="connsiteY799" fmla="*/ 786423 h 6858000"/>
              <a:gd name="connsiteX800" fmla="*/ 3584154 w 7467600"/>
              <a:gd name="connsiteY800" fmla="*/ 448218 h 6858000"/>
              <a:gd name="connsiteX801" fmla="*/ 3624562 w 7467600"/>
              <a:gd name="connsiteY801" fmla="*/ 367041 h 6858000"/>
              <a:gd name="connsiteX802" fmla="*/ 3766672 w 7467600"/>
              <a:gd name="connsiteY802" fmla="*/ 359429 h 6858000"/>
              <a:gd name="connsiteX803" fmla="*/ 3996338 w 7467600"/>
              <a:gd name="connsiteY803" fmla="*/ 968237 h 6858000"/>
              <a:gd name="connsiteX804" fmla="*/ 3766672 w 7467600"/>
              <a:gd name="connsiteY804" fmla="*/ 359429 h 6858000"/>
              <a:gd name="connsiteX805" fmla="*/ 5805386 w 7467600"/>
              <a:gd name="connsiteY805" fmla="*/ 239240 h 6858000"/>
              <a:gd name="connsiteX806" fmla="*/ 5736947 w 7467600"/>
              <a:gd name="connsiteY806" fmla="*/ 261367 h 6858000"/>
              <a:gd name="connsiteX807" fmla="*/ 5427012 w 7467600"/>
              <a:gd name="connsiteY807" fmla="*/ 311272 h 6858000"/>
              <a:gd name="connsiteX808" fmla="*/ 5147818 w 7467600"/>
              <a:gd name="connsiteY808" fmla="*/ 322112 h 6858000"/>
              <a:gd name="connsiteX809" fmla="*/ 5060854 w 7467600"/>
              <a:gd name="connsiteY809" fmla="*/ 311882 h 6858000"/>
              <a:gd name="connsiteX810" fmla="*/ 4945989 w 7467600"/>
              <a:gd name="connsiteY810" fmla="*/ 300516 h 6858000"/>
              <a:gd name="connsiteX811" fmla="*/ 5410479 w 7467600"/>
              <a:gd name="connsiteY811" fmla="*/ 348434 h 6858000"/>
              <a:gd name="connsiteX812" fmla="*/ 5805386 w 7467600"/>
              <a:gd name="connsiteY812" fmla="*/ 239240 h 6858000"/>
              <a:gd name="connsiteX813" fmla="*/ 5905192 w 7467600"/>
              <a:gd name="connsiteY813" fmla="*/ 163079 h 6858000"/>
              <a:gd name="connsiteX814" fmla="*/ 5865655 w 7467600"/>
              <a:gd name="connsiteY814" fmla="*/ 171901 h 6858000"/>
              <a:gd name="connsiteX815" fmla="*/ 5259740 w 7467600"/>
              <a:gd name="connsiteY815" fmla="*/ 257013 h 6858000"/>
              <a:gd name="connsiteX816" fmla="*/ 5208466 w 7467600"/>
              <a:gd name="connsiteY816" fmla="*/ 257550 h 6858000"/>
              <a:gd name="connsiteX817" fmla="*/ 4980204 w 7467600"/>
              <a:gd name="connsiteY817" fmla="*/ 271903 h 6858000"/>
              <a:gd name="connsiteX818" fmla="*/ 5068068 w 7467600"/>
              <a:gd name="connsiteY818" fmla="*/ 282244 h 6858000"/>
              <a:gd name="connsiteX819" fmla="*/ 5153231 w 7467600"/>
              <a:gd name="connsiteY819" fmla="*/ 292240 h 6858000"/>
              <a:gd name="connsiteX820" fmla="*/ 5426491 w 7467600"/>
              <a:gd name="connsiteY820" fmla="*/ 281128 h 6858000"/>
              <a:gd name="connsiteX821" fmla="*/ 5731212 w 7467600"/>
              <a:gd name="connsiteY821" fmla="*/ 231951 h 6858000"/>
              <a:gd name="connsiteX822" fmla="*/ 5905192 w 7467600"/>
              <a:gd name="connsiteY822" fmla="*/ 163079 h 6858000"/>
              <a:gd name="connsiteX823" fmla="*/ 5944437 w 7467600"/>
              <a:gd name="connsiteY823" fmla="*/ 113829 h 6858000"/>
              <a:gd name="connsiteX824" fmla="*/ 5825032 w 7467600"/>
              <a:gd name="connsiteY824" fmla="*/ 146405 h 6858000"/>
              <a:gd name="connsiteX825" fmla="*/ 4955599 w 7467600"/>
              <a:gd name="connsiteY825" fmla="*/ 247008 h 6858000"/>
              <a:gd name="connsiteX826" fmla="*/ 5210104 w 7467600"/>
              <a:gd name="connsiteY826" fmla="*/ 228123 h 6858000"/>
              <a:gd name="connsiteX827" fmla="*/ 5261015 w 7467600"/>
              <a:gd name="connsiteY827" fmla="*/ 227087 h 6858000"/>
              <a:gd name="connsiteX828" fmla="*/ 5861181 w 7467600"/>
              <a:gd name="connsiteY828" fmla="*/ 143093 h 6858000"/>
              <a:gd name="connsiteX829" fmla="*/ 5961252 w 7467600"/>
              <a:gd name="connsiteY829" fmla="*/ 114820 h 6858000"/>
              <a:gd name="connsiteX830" fmla="*/ 5944437 w 7467600"/>
              <a:gd name="connsiteY830" fmla="*/ 113829 h 6858000"/>
              <a:gd name="connsiteX831" fmla="*/ 3882765 w 7467600"/>
              <a:gd name="connsiteY831" fmla="*/ 0 h 6858000"/>
              <a:gd name="connsiteX832" fmla="*/ 3995099 w 7467600"/>
              <a:gd name="connsiteY832" fmla="*/ 0 h 6858000"/>
              <a:gd name="connsiteX833" fmla="*/ 4163818 w 7467600"/>
              <a:gd name="connsiteY833" fmla="*/ 234104 h 6858000"/>
              <a:gd name="connsiteX834" fmla="*/ 4172099 w 7467600"/>
              <a:gd name="connsiteY834" fmla="*/ 234207 h 6858000"/>
              <a:gd name="connsiteX835" fmla="*/ 4784282 w 7467600"/>
              <a:gd name="connsiteY835" fmla="*/ 276561 h 6858000"/>
              <a:gd name="connsiteX836" fmla="*/ 4801687 w 7467600"/>
              <a:gd name="connsiteY836" fmla="*/ 267764 h 6858000"/>
              <a:gd name="connsiteX837" fmla="*/ 6082788 w 7467600"/>
              <a:gd name="connsiteY837" fmla="*/ 64119 h 6858000"/>
              <a:gd name="connsiteX838" fmla="*/ 6099442 w 7467600"/>
              <a:gd name="connsiteY838" fmla="*/ 82568 h 6858000"/>
              <a:gd name="connsiteX839" fmla="*/ 4804137 w 7467600"/>
              <a:gd name="connsiteY839" fmla="*/ 320931 h 6858000"/>
              <a:gd name="connsiteX840" fmla="*/ 4227047 w 7467600"/>
              <a:gd name="connsiteY840" fmla="*/ 313415 h 6858000"/>
              <a:gd name="connsiteX841" fmla="*/ 4346041 w 7467600"/>
              <a:gd name="connsiteY841" fmla="*/ 456086 h 6858000"/>
              <a:gd name="connsiteX842" fmla="*/ 4870967 w 7467600"/>
              <a:gd name="connsiteY842" fmla="*/ 963061 h 6858000"/>
              <a:gd name="connsiteX843" fmla="*/ 4889647 w 7467600"/>
              <a:gd name="connsiteY843" fmla="*/ 957147 h 6858000"/>
              <a:gd name="connsiteX844" fmla="*/ 5422504 w 7467600"/>
              <a:gd name="connsiteY844" fmla="*/ 805191 h 6858000"/>
              <a:gd name="connsiteX845" fmla="*/ 6087656 w 7467600"/>
              <a:gd name="connsiteY845" fmla="*/ 826703 h 6858000"/>
              <a:gd name="connsiteX846" fmla="*/ 6058717 w 7467600"/>
              <a:gd name="connsiteY846" fmla="*/ 865992 h 6858000"/>
              <a:gd name="connsiteX847" fmla="*/ 4974153 w 7467600"/>
              <a:gd name="connsiteY847" fmla="*/ 1045456 h 6858000"/>
              <a:gd name="connsiteX848" fmla="*/ 5627835 w 7467600"/>
              <a:gd name="connsiteY848" fmla="*/ 1472077 h 6858000"/>
              <a:gd name="connsiteX849" fmla="*/ 5629817 w 7467600"/>
              <a:gd name="connsiteY849" fmla="*/ 1471412 h 6858000"/>
              <a:gd name="connsiteX850" fmla="*/ 5634124 w 7467600"/>
              <a:gd name="connsiteY850" fmla="*/ 1470572 h 6858000"/>
              <a:gd name="connsiteX851" fmla="*/ 5755832 w 7467600"/>
              <a:gd name="connsiteY851" fmla="*/ 1383886 h 6858000"/>
              <a:gd name="connsiteX852" fmla="*/ 6014186 w 7467600"/>
              <a:gd name="connsiteY852" fmla="*/ 1279799 h 6858000"/>
              <a:gd name="connsiteX853" fmla="*/ 6901619 w 7467600"/>
              <a:gd name="connsiteY853" fmla="*/ 1047874 h 6858000"/>
              <a:gd name="connsiteX854" fmla="*/ 6931566 w 7467600"/>
              <a:gd name="connsiteY854" fmla="*/ 1062034 h 6858000"/>
              <a:gd name="connsiteX855" fmla="*/ 5790982 w 7467600"/>
              <a:gd name="connsiteY855" fmla="*/ 1561380 h 6858000"/>
              <a:gd name="connsiteX856" fmla="*/ 6188971 w 7467600"/>
              <a:gd name="connsiteY856" fmla="*/ 1755168 h 6858000"/>
              <a:gd name="connsiteX857" fmla="*/ 6202446 w 7467600"/>
              <a:gd name="connsiteY857" fmla="*/ 1752268 h 6858000"/>
              <a:gd name="connsiteX858" fmla="*/ 7179560 w 7467600"/>
              <a:gd name="connsiteY858" fmla="*/ 1467551 h 6858000"/>
              <a:gd name="connsiteX859" fmla="*/ 7158730 w 7467600"/>
              <a:gd name="connsiteY859" fmla="*/ 1507835 h 6858000"/>
              <a:gd name="connsiteX860" fmla="*/ 6326959 w 7467600"/>
              <a:gd name="connsiteY860" fmla="*/ 1817686 h 6858000"/>
              <a:gd name="connsiteX861" fmla="*/ 6537433 w 7467600"/>
              <a:gd name="connsiteY861" fmla="*/ 1907790 h 6858000"/>
              <a:gd name="connsiteX862" fmla="*/ 6550221 w 7467600"/>
              <a:gd name="connsiteY862" fmla="*/ 1910729 h 6858000"/>
              <a:gd name="connsiteX863" fmla="*/ 6964438 w 7467600"/>
              <a:gd name="connsiteY863" fmla="*/ 2209505 h 6858000"/>
              <a:gd name="connsiteX864" fmla="*/ 7367862 w 7467600"/>
              <a:gd name="connsiteY864" fmla="*/ 2806833 h 6858000"/>
              <a:gd name="connsiteX865" fmla="*/ 7364329 w 7467600"/>
              <a:gd name="connsiteY865" fmla="*/ 2826907 h 6858000"/>
              <a:gd name="connsiteX866" fmla="*/ 7290545 w 7467600"/>
              <a:gd name="connsiteY866" fmla="*/ 2850663 h 6858000"/>
              <a:gd name="connsiteX867" fmla="*/ 6472036 w 7467600"/>
              <a:gd name="connsiteY867" fmla="*/ 1959003 h 6858000"/>
              <a:gd name="connsiteX868" fmla="*/ 5792897 w 7467600"/>
              <a:gd name="connsiteY868" fmla="*/ 1647747 h 6858000"/>
              <a:gd name="connsiteX869" fmla="*/ 5842751 w 7467600"/>
              <a:gd name="connsiteY869" fmla="*/ 1816112 h 6858000"/>
              <a:gd name="connsiteX870" fmla="*/ 5847424 w 7467600"/>
              <a:gd name="connsiteY870" fmla="*/ 1815776 h 6858000"/>
              <a:gd name="connsiteX871" fmla="*/ 6399821 w 7467600"/>
              <a:gd name="connsiteY871" fmla="*/ 2344799 h 6858000"/>
              <a:gd name="connsiteX872" fmla="*/ 6323232 w 7467600"/>
              <a:gd name="connsiteY872" fmla="*/ 2389634 h 6858000"/>
              <a:gd name="connsiteX873" fmla="*/ 5942958 w 7467600"/>
              <a:gd name="connsiteY873" fmla="*/ 2077708 h 6858000"/>
              <a:gd name="connsiteX874" fmla="*/ 5921559 w 7467600"/>
              <a:gd name="connsiteY874" fmla="*/ 2378596 h 6858000"/>
              <a:gd name="connsiteX875" fmla="*/ 5817651 w 7467600"/>
              <a:gd name="connsiteY875" fmla="*/ 3023919 h 6858000"/>
              <a:gd name="connsiteX876" fmla="*/ 5729634 w 7467600"/>
              <a:gd name="connsiteY876" fmla="*/ 3051849 h 6858000"/>
              <a:gd name="connsiteX877" fmla="*/ 5611018 w 7467600"/>
              <a:gd name="connsiteY877" fmla="*/ 2316769 h 6858000"/>
              <a:gd name="connsiteX878" fmla="*/ 5687608 w 7467600"/>
              <a:gd name="connsiteY878" fmla="*/ 2039972 h 6858000"/>
              <a:gd name="connsiteX879" fmla="*/ 5657554 w 7467600"/>
              <a:gd name="connsiteY879" fmla="*/ 1576445 h 6858000"/>
              <a:gd name="connsiteX880" fmla="*/ 5150475 w 7467600"/>
              <a:gd name="connsiteY880" fmla="*/ 1274012 h 6858000"/>
              <a:gd name="connsiteX881" fmla="*/ 5349142 w 7467600"/>
              <a:gd name="connsiteY881" fmla="*/ 2204405 h 6858000"/>
              <a:gd name="connsiteX882" fmla="*/ 5262214 w 7467600"/>
              <a:gd name="connsiteY882" fmla="*/ 2233836 h 6858000"/>
              <a:gd name="connsiteX883" fmla="*/ 4981539 w 7467600"/>
              <a:gd name="connsiteY883" fmla="*/ 1542201 h 6858000"/>
              <a:gd name="connsiteX884" fmla="*/ 4958461 w 7467600"/>
              <a:gd name="connsiteY884" fmla="*/ 1136957 h 6858000"/>
              <a:gd name="connsiteX885" fmla="*/ 4655015 w 7467600"/>
              <a:gd name="connsiteY885" fmla="*/ 891426 h 6858000"/>
              <a:gd name="connsiteX886" fmla="*/ 4348002 w 7467600"/>
              <a:gd name="connsiteY886" fmla="*/ 2205895 h 6858000"/>
              <a:gd name="connsiteX887" fmla="*/ 4262250 w 7467600"/>
              <a:gd name="connsiteY887" fmla="*/ 2219972 h 6858000"/>
              <a:gd name="connsiteX888" fmla="*/ 4550611 w 7467600"/>
              <a:gd name="connsiteY888" fmla="*/ 817540 h 6858000"/>
              <a:gd name="connsiteX889" fmla="*/ 4564418 w 7467600"/>
              <a:gd name="connsiteY889" fmla="*/ 808293 h 6858000"/>
              <a:gd name="connsiteX890" fmla="*/ 4266388 w 7467600"/>
              <a:gd name="connsiteY890" fmla="*/ 500083 h 6858000"/>
              <a:gd name="connsiteX891" fmla="*/ 4032842 w 7467600"/>
              <a:gd name="connsiteY891" fmla="*/ 211809 h 6858000"/>
              <a:gd name="connsiteX892" fmla="*/ 3882765 w 7467600"/>
              <a:gd name="connsiteY892" fmla="*/ 0 h 6858000"/>
              <a:gd name="connsiteX893" fmla="*/ 3721337 w 7467600"/>
              <a:gd name="connsiteY893" fmla="*/ 0 h 6858000"/>
              <a:gd name="connsiteX894" fmla="*/ 3797544 w 7467600"/>
              <a:gd name="connsiteY894" fmla="*/ 0 h 6858000"/>
              <a:gd name="connsiteX895" fmla="*/ 3775734 w 7467600"/>
              <a:gd name="connsiteY895" fmla="*/ 95131 h 6858000"/>
              <a:gd name="connsiteX896" fmla="*/ 3724807 w 7467600"/>
              <a:gd name="connsiteY896" fmla="*/ 272257 h 6858000"/>
              <a:gd name="connsiteX897" fmla="*/ 3726844 w 7467600"/>
              <a:gd name="connsiteY897" fmla="*/ 282988 h 6858000"/>
              <a:gd name="connsiteX898" fmla="*/ 3742664 w 7467600"/>
              <a:gd name="connsiteY898" fmla="*/ 279918 h 6858000"/>
              <a:gd name="connsiteX899" fmla="*/ 4103910 w 7467600"/>
              <a:gd name="connsiteY899" fmla="*/ 1161917 h 6858000"/>
              <a:gd name="connsiteX900" fmla="*/ 4020269 w 7467600"/>
              <a:gd name="connsiteY900" fmla="*/ 1200406 h 6858000"/>
              <a:gd name="connsiteX901" fmla="*/ 3674882 w 7467600"/>
              <a:gd name="connsiteY901" fmla="*/ 488524 h 6858000"/>
              <a:gd name="connsiteX902" fmla="*/ 3132682 w 7467600"/>
              <a:gd name="connsiteY902" fmla="*/ 1072284 h 6858000"/>
              <a:gd name="connsiteX903" fmla="*/ 2716346 w 7467600"/>
              <a:gd name="connsiteY903" fmla="*/ 1276376 h 6858000"/>
              <a:gd name="connsiteX904" fmla="*/ 2716772 w 7467600"/>
              <a:gd name="connsiteY904" fmla="*/ 1255462 h 6858000"/>
              <a:gd name="connsiteX905" fmla="*/ 3471096 w 7467600"/>
              <a:gd name="connsiteY905" fmla="*/ 437072 h 6858000"/>
              <a:gd name="connsiteX906" fmla="*/ 3639057 w 7467600"/>
              <a:gd name="connsiteY906" fmla="*/ 286334 h 6858000"/>
              <a:gd name="connsiteX907" fmla="*/ 3640309 w 7467600"/>
              <a:gd name="connsiteY907" fmla="*/ 284664 h 6858000"/>
              <a:gd name="connsiteX908" fmla="*/ 3646022 w 7467600"/>
              <a:gd name="connsiteY908" fmla="*/ 276711 h 6858000"/>
              <a:gd name="connsiteX909" fmla="*/ 3707943 w 7467600"/>
              <a:gd name="connsiteY909" fmla="*/ 65958 h 6858000"/>
              <a:gd name="connsiteX910" fmla="*/ 3721337 w 7467600"/>
              <a:gd name="connsiteY910" fmla="*/ 0 h 6858000"/>
              <a:gd name="connsiteX911" fmla="*/ 2867960 w 7467600"/>
              <a:gd name="connsiteY911" fmla="*/ 0 h 6858000"/>
              <a:gd name="connsiteX912" fmla="*/ 2926351 w 7467600"/>
              <a:gd name="connsiteY912" fmla="*/ 0 h 6858000"/>
              <a:gd name="connsiteX913" fmla="*/ 2902823 w 7467600"/>
              <a:gd name="connsiteY913" fmla="*/ 262929 h 6858000"/>
              <a:gd name="connsiteX914" fmla="*/ 2940663 w 7467600"/>
              <a:gd name="connsiteY914" fmla="*/ 140884 h 6858000"/>
              <a:gd name="connsiteX915" fmla="*/ 2947039 w 7467600"/>
              <a:gd name="connsiteY915" fmla="*/ 122524 h 6858000"/>
              <a:gd name="connsiteX916" fmla="*/ 2984316 w 7467600"/>
              <a:gd name="connsiteY916" fmla="*/ 0 h 6858000"/>
              <a:gd name="connsiteX917" fmla="*/ 3016114 w 7467600"/>
              <a:gd name="connsiteY917" fmla="*/ 0 h 6858000"/>
              <a:gd name="connsiteX918" fmla="*/ 2979949 w 7467600"/>
              <a:gd name="connsiteY918" fmla="*/ 119274 h 6858000"/>
              <a:gd name="connsiteX919" fmla="*/ 3023879 w 7467600"/>
              <a:gd name="connsiteY919" fmla="*/ 0 h 6858000"/>
              <a:gd name="connsiteX920" fmla="*/ 3105400 w 7467600"/>
              <a:gd name="connsiteY920" fmla="*/ 0 h 6858000"/>
              <a:gd name="connsiteX921" fmla="*/ 3094669 w 7467600"/>
              <a:gd name="connsiteY921" fmla="*/ 30308 h 6858000"/>
              <a:gd name="connsiteX922" fmla="*/ 2901945 w 7467600"/>
              <a:gd name="connsiteY922" fmla="*/ 466538 h 6858000"/>
              <a:gd name="connsiteX923" fmla="*/ 2815209 w 7467600"/>
              <a:gd name="connsiteY923" fmla="*/ 497361 h 6858000"/>
              <a:gd name="connsiteX924" fmla="*/ 2844845 w 7467600"/>
              <a:gd name="connsiteY924" fmla="*/ 127638 h 6858000"/>
              <a:gd name="connsiteX925" fmla="*/ 2867960 w 7467600"/>
              <a:gd name="connsiteY925" fmla="*/ 0 h 6858000"/>
              <a:gd name="connsiteX926" fmla="*/ 1057230 w 7467600"/>
              <a:gd name="connsiteY926" fmla="*/ 0 h 6858000"/>
              <a:gd name="connsiteX927" fmla="*/ 1111003 w 7467600"/>
              <a:gd name="connsiteY927" fmla="*/ 0 h 6858000"/>
              <a:gd name="connsiteX928" fmla="*/ 1125553 w 7467600"/>
              <a:gd name="connsiteY928" fmla="*/ 52588 h 6858000"/>
              <a:gd name="connsiteX929" fmla="*/ 1304276 w 7467600"/>
              <a:gd name="connsiteY929" fmla="*/ 476275 h 6858000"/>
              <a:gd name="connsiteX930" fmla="*/ 1492066 w 7467600"/>
              <a:gd name="connsiteY930" fmla="*/ 886333 h 6858000"/>
              <a:gd name="connsiteX931" fmla="*/ 1423698 w 7467600"/>
              <a:gd name="connsiteY931" fmla="*/ 710817 h 6858000"/>
              <a:gd name="connsiteX932" fmla="*/ 1357609 w 7467600"/>
              <a:gd name="connsiteY932" fmla="*/ 532892 h 6858000"/>
              <a:gd name="connsiteX933" fmla="*/ 1309550 w 7467600"/>
              <a:gd name="connsiteY933" fmla="*/ 374031 h 6858000"/>
              <a:gd name="connsiteX934" fmla="*/ 1193673 w 7467600"/>
              <a:gd name="connsiteY934" fmla="*/ 49533 h 6858000"/>
              <a:gd name="connsiteX935" fmla="*/ 1164391 w 7467600"/>
              <a:gd name="connsiteY935" fmla="*/ 0 h 6858000"/>
              <a:gd name="connsiteX936" fmla="*/ 1200666 w 7467600"/>
              <a:gd name="connsiteY936" fmla="*/ 0 h 6858000"/>
              <a:gd name="connsiteX937" fmla="*/ 1223408 w 7467600"/>
              <a:gd name="connsiteY937" fmla="*/ 38996 h 6858000"/>
              <a:gd name="connsiteX938" fmla="*/ 1339635 w 7467600"/>
              <a:gd name="connsiteY938" fmla="*/ 365517 h 6858000"/>
              <a:gd name="connsiteX939" fmla="*/ 1387469 w 7467600"/>
              <a:gd name="connsiteY939" fmla="*/ 523079 h 6858000"/>
              <a:gd name="connsiteX940" fmla="*/ 1452685 w 7467600"/>
              <a:gd name="connsiteY940" fmla="*/ 699806 h 6858000"/>
              <a:gd name="connsiteX941" fmla="*/ 1492092 w 7467600"/>
              <a:gd name="connsiteY941" fmla="*/ 800424 h 6858000"/>
              <a:gd name="connsiteX942" fmla="*/ 1455302 w 7467600"/>
              <a:gd name="connsiteY942" fmla="*/ 632913 h 6858000"/>
              <a:gd name="connsiteX943" fmla="*/ 1222336 w 7467600"/>
              <a:gd name="connsiteY943" fmla="*/ 9480 h 6858000"/>
              <a:gd name="connsiteX944" fmla="*/ 1214634 w 7467600"/>
              <a:gd name="connsiteY944" fmla="*/ 0 h 6858000"/>
              <a:gd name="connsiteX945" fmla="*/ 1289827 w 7467600"/>
              <a:gd name="connsiteY945" fmla="*/ 0 h 6858000"/>
              <a:gd name="connsiteX946" fmla="*/ 1321076 w 7467600"/>
              <a:gd name="connsiteY946" fmla="*/ 59722 h 6858000"/>
              <a:gd name="connsiteX947" fmla="*/ 1512579 w 7467600"/>
              <a:gd name="connsiteY947" fmla="*/ 626441 h 6858000"/>
              <a:gd name="connsiteX948" fmla="*/ 1506076 w 7467600"/>
              <a:gd name="connsiteY948" fmla="*/ 1089289 h 6858000"/>
              <a:gd name="connsiteX949" fmla="*/ 1486346 w 7467600"/>
              <a:gd name="connsiteY949" fmla="*/ 1079919 h 6858000"/>
              <a:gd name="connsiteX950" fmla="*/ 1070511 w 7467600"/>
              <a:gd name="connsiteY950" fmla="*/ 48609 h 6858000"/>
              <a:gd name="connsiteX951" fmla="*/ 1057230 w 7467600"/>
              <a:gd name="connsiteY951" fmla="*/ 0 h 6858000"/>
              <a:gd name="connsiteX952" fmla="*/ 43151 w 7467600"/>
              <a:gd name="connsiteY952" fmla="*/ 0 h 6858000"/>
              <a:gd name="connsiteX953" fmla="*/ 95283 w 7467600"/>
              <a:gd name="connsiteY953" fmla="*/ 0 h 6858000"/>
              <a:gd name="connsiteX954" fmla="*/ 300708 w 7467600"/>
              <a:gd name="connsiteY954" fmla="*/ 154571 h 6858000"/>
              <a:gd name="connsiteX955" fmla="*/ 530414 w 7467600"/>
              <a:gd name="connsiteY955" fmla="*/ 354673 h 6858000"/>
              <a:gd name="connsiteX956" fmla="*/ 333785 w 7467600"/>
              <a:gd name="connsiteY956" fmla="*/ 161564 h 6858000"/>
              <a:gd name="connsiteX957" fmla="*/ 147005 w 7467600"/>
              <a:gd name="connsiteY957" fmla="*/ 0 h 6858000"/>
              <a:gd name="connsiteX958" fmla="*/ 272509 w 7467600"/>
              <a:gd name="connsiteY958" fmla="*/ 0 h 6858000"/>
              <a:gd name="connsiteX959" fmla="*/ 326276 w 7467600"/>
              <a:gd name="connsiteY959" fmla="*/ 45847 h 6858000"/>
              <a:gd name="connsiteX960" fmla="*/ 823759 w 7467600"/>
              <a:gd name="connsiteY960" fmla="*/ 574145 h 6858000"/>
              <a:gd name="connsiteX961" fmla="*/ 811254 w 7467600"/>
              <a:gd name="connsiteY961" fmla="*/ 665546 h 6858000"/>
              <a:gd name="connsiteX962" fmla="*/ 154042 w 7467600"/>
              <a:gd name="connsiteY962" fmla="*/ 261522 h 6858000"/>
              <a:gd name="connsiteX963" fmla="*/ 13550 w 7467600"/>
              <a:gd name="connsiteY963" fmla="*/ 158423 h 6858000"/>
              <a:gd name="connsiteX964" fmla="*/ 0 w 7467600"/>
              <a:gd name="connsiteY964" fmla="*/ 146618 h 6858000"/>
              <a:gd name="connsiteX965" fmla="*/ 0 w 7467600"/>
              <a:gd name="connsiteY965" fmla="*/ 59161 h 6858000"/>
              <a:gd name="connsiteX966" fmla="*/ 45427 w 7467600"/>
              <a:gd name="connsiteY966" fmla="*/ 101078 h 6858000"/>
              <a:gd name="connsiteX967" fmla="*/ 630103 w 7467600"/>
              <a:gd name="connsiteY967" fmla="*/ 485885 h 6858000"/>
              <a:gd name="connsiteX968" fmla="*/ 532040 w 7467600"/>
              <a:gd name="connsiteY968" fmla="*/ 399359 h 6858000"/>
              <a:gd name="connsiteX969" fmla="*/ 517618 w 7467600"/>
              <a:gd name="connsiteY969" fmla="*/ 385726 h 6858000"/>
              <a:gd name="connsiteX970" fmla="*/ 285074 w 7467600"/>
              <a:gd name="connsiteY970" fmla="*/ 182755 h 6858000"/>
              <a:gd name="connsiteX971" fmla="*/ 43151 w 7467600"/>
              <a:gd name="connsiteY97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259646 w 7467600"/>
              <a:gd name="connsiteY78" fmla="*/ 5765985 h 6858000"/>
              <a:gd name="connsiteX79" fmla="*/ 7467600 w 7467600"/>
              <a:gd name="connsiteY79" fmla="*/ 6012219 h 6858000"/>
              <a:gd name="connsiteX80" fmla="*/ 7105827 w 7467600"/>
              <a:gd name="connsiteY80" fmla="*/ 5718700 h 6858000"/>
              <a:gd name="connsiteX81" fmla="*/ 7356878 w 7467600"/>
              <a:gd name="connsiteY81" fmla="*/ 5981332 h 6858000"/>
              <a:gd name="connsiteX82" fmla="*/ 7467600 w 7467600"/>
              <a:gd name="connsiteY82" fmla="*/ 6117703 h 6858000"/>
              <a:gd name="connsiteX83" fmla="*/ 7467600 w 7467600"/>
              <a:gd name="connsiteY83" fmla="*/ 6163634 h 6858000"/>
              <a:gd name="connsiteX84" fmla="*/ 7403637 w 7467600"/>
              <a:gd name="connsiteY84" fmla="*/ 6083957 h 6858000"/>
              <a:gd name="connsiteX85" fmla="*/ 7254615 w 7467600"/>
              <a:gd name="connsiteY85" fmla="*/ 5911918 h 6858000"/>
              <a:gd name="connsiteX86" fmla="*/ 7312589 w 7467600"/>
              <a:gd name="connsiteY86" fmla="*/ 5982309 h 6858000"/>
              <a:gd name="connsiteX87" fmla="*/ 7448321 w 7467600"/>
              <a:gd name="connsiteY87" fmla="*/ 6190991 h 6858000"/>
              <a:gd name="connsiteX88" fmla="*/ 7467600 w 7467600"/>
              <a:gd name="connsiteY88" fmla="*/ 6221686 h 6858000"/>
              <a:gd name="connsiteX89" fmla="*/ 7467600 w 7467600"/>
              <a:gd name="connsiteY89" fmla="*/ 6334256 h 6858000"/>
              <a:gd name="connsiteX90" fmla="*/ 7454976 w 7467600"/>
              <a:gd name="connsiteY90" fmla="*/ 6318297 h 6858000"/>
              <a:gd name="connsiteX91" fmla="*/ 7042773 w 7467600"/>
              <a:gd name="connsiteY91" fmla="*/ 5734011 h 6858000"/>
              <a:gd name="connsiteX92" fmla="*/ 1456157 w 7467600"/>
              <a:gd name="connsiteY92" fmla="*/ 5371404 h 6858000"/>
              <a:gd name="connsiteX93" fmla="*/ 1244432 w 7467600"/>
              <a:gd name="connsiteY93" fmla="*/ 5385601 h 6858000"/>
              <a:gd name="connsiteX94" fmla="*/ 973990 w 7467600"/>
              <a:gd name="connsiteY94" fmla="*/ 5424940 h 6858000"/>
              <a:gd name="connsiteX95" fmla="*/ 1103809 w 7467600"/>
              <a:gd name="connsiteY95" fmla="*/ 5433720 h 6858000"/>
              <a:gd name="connsiteX96" fmla="*/ 1123454 w 7467600"/>
              <a:gd name="connsiteY96" fmla="*/ 5435727 h 6858000"/>
              <a:gd name="connsiteX97" fmla="*/ 1737017 w 7467600"/>
              <a:gd name="connsiteY97" fmla="*/ 5452183 h 6858000"/>
              <a:gd name="connsiteX98" fmla="*/ 1824397 w 7467600"/>
              <a:gd name="connsiteY98" fmla="*/ 5447757 h 6858000"/>
              <a:gd name="connsiteX99" fmla="*/ 2070059 w 7467600"/>
              <a:gd name="connsiteY99" fmla="*/ 5441660 h 6858000"/>
              <a:gd name="connsiteX100" fmla="*/ 1456157 w 7467600"/>
              <a:gd name="connsiteY100" fmla="*/ 5371404 h 6858000"/>
              <a:gd name="connsiteX101" fmla="*/ 4988186 w 7467600"/>
              <a:gd name="connsiteY101" fmla="*/ 5216467 h 6858000"/>
              <a:gd name="connsiteX102" fmla="*/ 4777334 w 7467600"/>
              <a:gd name="connsiteY102" fmla="*/ 5406072 h 6858000"/>
              <a:gd name="connsiteX103" fmla="*/ 4718341 w 7467600"/>
              <a:gd name="connsiteY103" fmla="*/ 5468043 h 6858000"/>
              <a:gd name="connsiteX104" fmla="*/ 4604655 w 7467600"/>
              <a:gd name="connsiteY104" fmla="*/ 5583434 h 6858000"/>
              <a:gd name="connsiteX105" fmla="*/ 4565074 w 7467600"/>
              <a:gd name="connsiteY105" fmla="*/ 5618550 h 6858000"/>
              <a:gd name="connsiteX106" fmla="*/ 4988186 w 7467600"/>
              <a:gd name="connsiteY106" fmla="*/ 5216467 h 6858000"/>
              <a:gd name="connsiteX107" fmla="*/ 4978032 w 7467600"/>
              <a:gd name="connsiteY107" fmla="*/ 5183809 h 6858000"/>
              <a:gd name="connsiteX108" fmla="*/ 4463413 w 7467600"/>
              <a:gd name="connsiteY108" fmla="*/ 5615162 h 6858000"/>
              <a:gd name="connsiteX109" fmla="*/ 4358134 w 7467600"/>
              <a:gd name="connsiteY109" fmla="*/ 5742791 h 6858000"/>
              <a:gd name="connsiteX110" fmla="*/ 4376219 w 7467600"/>
              <a:gd name="connsiteY110" fmla="*/ 5729027 h 6858000"/>
              <a:gd name="connsiteX111" fmla="*/ 4582340 w 7467600"/>
              <a:gd name="connsiteY111" fmla="*/ 5561037 h 6858000"/>
              <a:gd name="connsiteX112" fmla="*/ 4694684 w 7467600"/>
              <a:gd name="connsiteY112" fmla="*/ 5447098 h 6858000"/>
              <a:gd name="connsiteX113" fmla="*/ 4754123 w 7467600"/>
              <a:gd name="connsiteY113" fmla="*/ 5384643 h 6858000"/>
              <a:gd name="connsiteX114" fmla="*/ 4978032 w 7467600"/>
              <a:gd name="connsiteY114" fmla="*/ 5183809 h 6858000"/>
              <a:gd name="connsiteX115" fmla="*/ 1903353 w 7467600"/>
              <a:gd name="connsiteY115" fmla="*/ 5044827 h 6858000"/>
              <a:gd name="connsiteX116" fmla="*/ 1936931 w 7467600"/>
              <a:gd name="connsiteY116" fmla="*/ 5093954 h 6858000"/>
              <a:gd name="connsiteX117" fmla="*/ 2195868 w 7467600"/>
              <a:gd name="connsiteY117" fmla="*/ 5396574 h 6858000"/>
              <a:gd name="connsiteX118" fmla="*/ 2088852 w 7467600"/>
              <a:gd name="connsiteY118" fmla="*/ 5166123 h 6858000"/>
              <a:gd name="connsiteX119" fmla="*/ 1958241 w 7467600"/>
              <a:gd name="connsiteY119" fmla="*/ 5067955 h 6858000"/>
              <a:gd name="connsiteX120" fmla="*/ 1903353 w 7467600"/>
              <a:gd name="connsiteY120" fmla="*/ 5044827 h 6858000"/>
              <a:gd name="connsiteX121" fmla="*/ 1979378 w 7467600"/>
              <a:gd name="connsiteY121" fmla="*/ 4769504 h 6858000"/>
              <a:gd name="connsiteX122" fmla="*/ 2882120 w 7467600"/>
              <a:gd name="connsiteY122" fmla="*/ 5064547 h 6858000"/>
              <a:gd name="connsiteX123" fmla="*/ 2793103 w 7467600"/>
              <a:gd name="connsiteY123" fmla="*/ 5039699 h 6858000"/>
              <a:gd name="connsiteX124" fmla="*/ 2770041 w 7467600"/>
              <a:gd name="connsiteY124" fmla="*/ 5033634 h 6858000"/>
              <a:gd name="connsiteX125" fmla="*/ 1979378 w 7467600"/>
              <a:gd name="connsiteY125" fmla="*/ 4769504 h 6858000"/>
              <a:gd name="connsiteX126" fmla="*/ 1927410 w 7467600"/>
              <a:gd name="connsiteY126" fmla="*/ 4716164 h 6858000"/>
              <a:gd name="connsiteX127" fmla="*/ 1959587 w 7467600"/>
              <a:gd name="connsiteY127" fmla="*/ 4728849 h 6858000"/>
              <a:gd name="connsiteX128" fmla="*/ 2777707 w 7467600"/>
              <a:gd name="connsiteY128" fmla="*/ 5003991 h 6858000"/>
              <a:gd name="connsiteX129" fmla="*/ 2800768 w 7467600"/>
              <a:gd name="connsiteY129" fmla="*/ 5010056 h 6858000"/>
              <a:gd name="connsiteX130" fmla="*/ 2879408 w 7467600"/>
              <a:gd name="connsiteY130" fmla="*/ 5031590 h 6858000"/>
              <a:gd name="connsiteX131" fmla="*/ 2862295 w 7467600"/>
              <a:gd name="connsiteY131" fmla="*/ 5022958 h 6858000"/>
              <a:gd name="connsiteX132" fmla="*/ 2813343 w 7467600"/>
              <a:gd name="connsiteY132" fmla="*/ 4998369 h 6858000"/>
              <a:gd name="connsiteX133" fmla="*/ 2646245 w 7467600"/>
              <a:gd name="connsiteY133" fmla="*/ 4930999 h 6858000"/>
              <a:gd name="connsiteX134" fmla="*/ 1999243 w 7467600"/>
              <a:gd name="connsiteY134" fmla="*/ 4730524 h 6858000"/>
              <a:gd name="connsiteX135" fmla="*/ 1979527 w 7467600"/>
              <a:gd name="connsiteY135" fmla="*/ 4726651 h 6858000"/>
              <a:gd name="connsiteX136" fmla="*/ 1927410 w 7467600"/>
              <a:gd name="connsiteY136" fmla="*/ 4716164 h 6858000"/>
              <a:gd name="connsiteX137" fmla="*/ 1997014 w 7467600"/>
              <a:gd name="connsiteY137" fmla="*/ 4698007 h 6858000"/>
              <a:gd name="connsiteX138" fmla="*/ 2005458 w 7467600"/>
              <a:gd name="connsiteY138" fmla="*/ 4699540 h 6858000"/>
              <a:gd name="connsiteX139" fmla="*/ 2657186 w 7467600"/>
              <a:gd name="connsiteY139" fmla="*/ 4901687 h 6858000"/>
              <a:gd name="connsiteX140" fmla="*/ 2826662 w 7467600"/>
              <a:gd name="connsiteY140" fmla="*/ 4970362 h 6858000"/>
              <a:gd name="connsiteX141" fmla="*/ 2876100 w 7467600"/>
              <a:gd name="connsiteY141" fmla="*/ 4995397 h 6858000"/>
              <a:gd name="connsiteX142" fmla="*/ 3042600 w 7467600"/>
              <a:gd name="connsiteY142" fmla="*/ 5059532 h 6858000"/>
              <a:gd name="connsiteX143" fmla="*/ 1997014 w 7467600"/>
              <a:gd name="connsiteY143" fmla="*/ 4698007 h 6858000"/>
              <a:gd name="connsiteX144" fmla="*/ 2305292 w 7467600"/>
              <a:gd name="connsiteY144" fmla="*/ 4219492 h 6858000"/>
              <a:gd name="connsiteX145" fmla="*/ 3360922 w 7467600"/>
              <a:gd name="connsiteY145" fmla="*/ 4529373 h 6858000"/>
              <a:gd name="connsiteX146" fmla="*/ 3492420 w 7467600"/>
              <a:gd name="connsiteY146" fmla="*/ 4510145 h 6858000"/>
              <a:gd name="connsiteX147" fmla="*/ 3364086 w 7467600"/>
              <a:gd name="connsiteY147" fmla="*/ 4480340 h 6858000"/>
              <a:gd name="connsiteX148" fmla="*/ 3225818 w 7467600"/>
              <a:gd name="connsiteY148" fmla="*/ 4411822 h 6858000"/>
              <a:gd name="connsiteX149" fmla="*/ 3129696 w 7467600"/>
              <a:gd name="connsiteY149" fmla="*/ 4360704 h 6858000"/>
              <a:gd name="connsiteX150" fmla="*/ 2814545 w 7467600"/>
              <a:gd name="connsiteY150" fmla="*/ 4282955 h 6858000"/>
              <a:gd name="connsiteX151" fmla="*/ 2305292 w 7467600"/>
              <a:gd name="connsiteY151" fmla="*/ 4219492 h 6858000"/>
              <a:gd name="connsiteX152" fmla="*/ 2626982 w 7467600"/>
              <a:gd name="connsiteY152" fmla="*/ 4206450 h 6858000"/>
              <a:gd name="connsiteX153" fmla="*/ 2490617 w 7467600"/>
              <a:gd name="connsiteY153" fmla="*/ 4206951 h 6858000"/>
              <a:gd name="connsiteX154" fmla="*/ 2819869 w 7467600"/>
              <a:gd name="connsiteY154" fmla="*/ 4252936 h 6858000"/>
              <a:gd name="connsiteX155" fmla="*/ 3143018 w 7467600"/>
              <a:gd name="connsiteY155" fmla="*/ 4332698 h 6858000"/>
              <a:gd name="connsiteX156" fmla="*/ 3241520 w 7467600"/>
              <a:gd name="connsiteY156" fmla="*/ 4385112 h 6858000"/>
              <a:gd name="connsiteX157" fmla="*/ 3374575 w 7467600"/>
              <a:gd name="connsiteY157" fmla="*/ 4451517 h 6858000"/>
              <a:gd name="connsiteX158" fmla="*/ 3505221 w 7467600"/>
              <a:gd name="connsiteY158" fmla="*/ 4480757 h 6858000"/>
              <a:gd name="connsiteX159" fmla="*/ 2626982 w 7467600"/>
              <a:gd name="connsiteY159" fmla="*/ 4206450 h 6858000"/>
              <a:gd name="connsiteX160" fmla="*/ 1310106 w 7467600"/>
              <a:gd name="connsiteY160" fmla="*/ 3943217 h 6858000"/>
              <a:gd name="connsiteX161" fmla="*/ 854994 w 7467600"/>
              <a:gd name="connsiteY161" fmla="*/ 4399136 h 6858000"/>
              <a:gd name="connsiteX162" fmla="*/ 742462 w 7467600"/>
              <a:gd name="connsiteY162" fmla="*/ 4594648 h 6858000"/>
              <a:gd name="connsiteX163" fmla="*/ 820602 w 7467600"/>
              <a:gd name="connsiteY163" fmla="*/ 4485915 h 6858000"/>
              <a:gd name="connsiteX164" fmla="*/ 878295 w 7467600"/>
              <a:gd name="connsiteY164" fmla="*/ 4403594 h 6858000"/>
              <a:gd name="connsiteX165" fmla="*/ 1240607 w 7467600"/>
              <a:gd name="connsiteY165" fmla="*/ 4010401 h 6858000"/>
              <a:gd name="connsiteX166" fmla="*/ 1310106 w 7467600"/>
              <a:gd name="connsiteY166" fmla="*/ 3943217 h 6858000"/>
              <a:gd name="connsiteX167" fmla="*/ 1423113 w 7467600"/>
              <a:gd name="connsiteY167" fmla="*/ 3874565 h 6858000"/>
              <a:gd name="connsiteX168" fmla="*/ 1260565 w 7467600"/>
              <a:gd name="connsiteY168" fmla="*/ 4031982 h 6858000"/>
              <a:gd name="connsiteX169" fmla="*/ 901900 w 7467600"/>
              <a:gd name="connsiteY169" fmla="*/ 4421236 h 6858000"/>
              <a:gd name="connsiteX170" fmla="*/ 845044 w 7467600"/>
              <a:gd name="connsiteY170" fmla="*/ 4502436 h 6858000"/>
              <a:gd name="connsiteX171" fmla="*/ 685926 w 7467600"/>
              <a:gd name="connsiteY171" fmla="*/ 4703069 h 6858000"/>
              <a:gd name="connsiteX172" fmla="*/ 684248 w 7467600"/>
              <a:gd name="connsiteY172" fmla="*/ 4706721 h 6858000"/>
              <a:gd name="connsiteX173" fmla="*/ 1423113 w 7467600"/>
              <a:gd name="connsiteY173" fmla="*/ 3874565 h 6858000"/>
              <a:gd name="connsiteX174" fmla="*/ 3316479 w 7467600"/>
              <a:gd name="connsiteY174" fmla="*/ 3872136 h 6858000"/>
              <a:gd name="connsiteX175" fmla="*/ 3546806 w 7467600"/>
              <a:gd name="connsiteY175" fmla="*/ 4356139 h 6858000"/>
              <a:gd name="connsiteX176" fmla="*/ 3364433 w 7467600"/>
              <a:gd name="connsiteY176" fmla="*/ 3953121 h 6858000"/>
              <a:gd name="connsiteX177" fmla="*/ 3316479 w 7467600"/>
              <a:gd name="connsiteY177" fmla="*/ 3872136 h 6858000"/>
              <a:gd name="connsiteX178" fmla="*/ 3291335 w 7467600"/>
              <a:gd name="connsiteY178" fmla="*/ 3767420 h 6858000"/>
              <a:gd name="connsiteX179" fmla="*/ 3390805 w 7467600"/>
              <a:gd name="connsiteY179" fmla="*/ 3937163 h 6858000"/>
              <a:gd name="connsiteX180" fmla="*/ 3579062 w 7467600"/>
              <a:gd name="connsiteY180" fmla="*/ 4359040 h 6858000"/>
              <a:gd name="connsiteX181" fmla="*/ 3467355 w 7467600"/>
              <a:gd name="connsiteY181" fmla="*/ 3988130 h 6858000"/>
              <a:gd name="connsiteX182" fmla="*/ 3310753 w 7467600"/>
              <a:gd name="connsiteY182" fmla="*/ 3787140 h 6858000"/>
              <a:gd name="connsiteX183" fmla="*/ 3291335 w 7467600"/>
              <a:gd name="connsiteY183" fmla="*/ 3767420 h 6858000"/>
              <a:gd name="connsiteX184" fmla="*/ 1635889 w 7467600"/>
              <a:gd name="connsiteY184" fmla="*/ 3709494 h 6858000"/>
              <a:gd name="connsiteX185" fmla="*/ 1634800 w 7467600"/>
              <a:gd name="connsiteY185" fmla="*/ 3731111 h 6858000"/>
              <a:gd name="connsiteX186" fmla="*/ 1635889 w 7467600"/>
              <a:gd name="connsiteY186" fmla="*/ 3709494 h 6858000"/>
              <a:gd name="connsiteX187" fmla="*/ 1510397 w 7467600"/>
              <a:gd name="connsiteY187" fmla="*/ 3684705 h 6858000"/>
              <a:gd name="connsiteX188" fmla="*/ 1146550 w 7467600"/>
              <a:gd name="connsiteY188" fmla="*/ 3802012 h 6858000"/>
              <a:gd name="connsiteX189" fmla="*/ 698834 w 7467600"/>
              <a:gd name="connsiteY189" fmla="*/ 3952272 h 6858000"/>
              <a:gd name="connsiteX190" fmla="*/ 34256 w 7467600"/>
              <a:gd name="connsiteY190" fmla="*/ 4347603 h 6858000"/>
              <a:gd name="connsiteX191" fmla="*/ 527241 w 7467600"/>
              <a:gd name="connsiteY191" fmla="*/ 4065078 h 6858000"/>
              <a:gd name="connsiteX192" fmla="*/ 1510397 w 7467600"/>
              <a:gd name="connsiteY192" fmla="*/ 3684705 h 6858000"/>
              <a:gd name="connsiteX193" fmla="*/ 1313114 w 7467600"/>
              <a:gd name="connsiteY193" fmla="*/ 3655216 h 6858000"/>
              <a:gd name="connsiteX194" fmla="*/ 1109304 w 7467600"/>
              <a:gd name="connsiteY194" fmla="*/ 3669030 h 6858000"/>
              <a:gd name="connsiteX195" fmla="*/ 8129 w 7467600"/>
              <a:gd name="connsiteY195" fmla="*/ 4330519 h 6858000"/>
              <a:gd name="connsiteX196" fmla="*/ 687572 w 7467600"/>
              <a:gd name="connsiteY196" fmla="*/ 3925629 h 6858000"/>
              <a:gd name="connsiteX197" fmla="*/ 1138365 w 7467600"/>
              <a:gd name="connsiteY197" fmla="*/ 3774515 h 6858000"/>
              <a:gd name="connsiteX198" fmla="*/ 1505579 w 7467600"/>
              <a:gd name="connsiteY198" fmla="*/ 3655526 h 6858000"/>
              <a:gd name="connsiteX199" fmla="*/ 1313114 w 7467600"/>
              <a:gd name="connsiteY199" fmla="*/ 3655216 h 6858000"/>
              <a:gd name="connsiteX200" fmla="*/ 3655073 w 7467600"/>
              <a:gd name="connsiteY200" fmla="*/ 3650884 h 6858000"/>
              <a:gd name="connsiteX201" fmla="*/ 3989938 w 7467600"/>
              <a:gd name="connsiteY201" fmla="*/ 3991685 h 6858000"/>
              <a:gd name="connsiteX202" fmla="*/ 4393907 w 7467600"/>
              <a:gd name="connsiteY202" fmla="*/ 4261258 h 6858000"/>
              <a:gd name="connsiteX203" fmla="*/ 4648051 w 7467600"/>
              <a:gd name="connsiteY203" fmla="*/ 4374051 h 6858000"/>
              <a:gd name="connsiteX204" fmla="*/ 4383389 w 7467600"/>
              <a:gd name="connsiteY204" fmla="*/ 4184369 h 6858000"/>
              <a:gd name="connsiteX205" fmla="*/ 4165508 w 7467600"/>
              <a:gd name="connsiteY205" fmla="*/ 4035196 h 6858000"/>
              <a:gd name="connsiteX206" fmla="*/ 4068162 w 7467600"/>
              <a:gd name="connsiteY206" fmla="*/ 3953394 h 6858000"/>
              <a:gd name="connsiteX207" fmla="*/ 3981416 w 7467600"/>
              <a:gd name="connsiteY207" fmla="*/ 3880482 h 6858000"/>
              <a:gd name="connsiteX208" fmla="*/ 3800147 w 7467600"/>
              <a:gd name="connsiteY208" fmla="*/ 3749872 h 6858000"/>
              <a:gd name="connsiteX209" fmla="*/ 3655073 w 7467600"/>
              <a:gd name="connsiteY209" fmla="*/ 3650884 h 6858000"/>
              <a:gd name="connsiteX210" fmla="*/ 3670252 w 7467600"/>
              <a:gd name="connsiteY210" fmla="*/ 3622798 h 6858000"/>
              <a:gd name="connsiteX211" fmla="*/ 3817258 w 7467600"/>
              <a:gd name="connsiteY211" fmla="*/ 3723577 h 6858000"/>
              <a:gd name="connsiteX212" fmla="*/ 4000461 w 7467600"/>
              <a:gd name="connsiteY212" fmla="*/ 3855966 h 6858000"/>
              <a:gd name="connsiteX213" fmla="*/ 4088180 w 7467600"/>
              <a:gd name="connsiteY213" fmla="*/ 3929774 h 6858000"/>
              <a:gd name="connsiteX214" fmla="*/ 4184555 w 7467600"/>
              <a:gd name="connsiteY214" fmla="*/ 4010683 h 6858000"/>
              <a:gd name="connsiteX215" fmla="*/ 4399563 w 7467600"/>
              <a:gd name="connsiteY215" fmla="*/ 4158106 h 6858000"/>
              <a:gd name="connsiteX216" fmla="*/ 4684469 w 7467600"/>
              <a:gd name="connsiteY216" fmla="*/ 4364680 h 6858000"/>
              <a:gd name="connsiteX217" fmla="*/ 4690271 w 7467600"/>
              <a:gd name="connsiteY217" fmla="*/ 4370034 h 6858000"/>
              <a:gd name="connsiteX218" fmla="*/ 4136093 w 7467600"/>
              <a:gd name="connsiteY218" fmla="*/ 3858466 h 6858000"/>
              <a:gd name="connsiteX219" fmla="*/ 3670252 w 7467600"/>
              <a:gd name="connsiteY219" fmla="*/ 3622798 h 6858000"/>
              <a:gd name="connsiteX220" fmla="*/ 4440129 w 7467600"/>
              <a:gd name="connsiteY220" fmla="*/ 3448571 h 6858000"/>
              <a:gd name="connsiteX221" fmla="*/ 4856525 w 7467600"/>
              <a:gd name="connsiteY221" fmla="*/ 3915351 h 6858000"/>
              <a:gd name="connsiteX222" fmla="*/ 5059055 w 7467600"/>
              <a:gd name="connsiteY222" fmla="*/ 4108918 h 6858000"/>
              <a:gd name="connsiteX223" fmla="*/ 5290070 w 7467600"/>
              <a:gd name="connsiteY223" fmla="*/ 4263619 h 6858000"/>
              <a:gd name="connsiteX224" fmla="*/ 4834991 w 7467600"/>
              <a:gd name="connsiteY224" fmla="*/ 3830985 h 6858000"/>
              <a:gd name="connsiteX225" fmla="*/ 4440129 w 7467600"/>
              <a:gd name="connsiteY225" fmla="*/ 3448571 h 6858000"/>
              <a:gd name="connsiteX226" fmla="*/ 4441737 w 7467600"/>
              <a:gd name="connsiteY226" fmla="*/ 3399734 h 6858000"/>
              <a:gd name="connsiteX227" fmla="*/ 4431236 w 7467600"/>
              <a:gd name="connsiteY227" fmla="*/ 3400954 h 6858000"/>
              <a:gd name="connsiteX228" fmla="*/ 4557150 w 7467600"/>
              <a:gd name="connsiteY228" fmla="*/ 3510023 h 6858000"/>
              <a:gd name="connsiteX229" fmla="*/ 4856936 w 7467600"/>
              <a:gd name="connsiteY229" fmla="*/ 3809146 h 6858000"/>
              <a:gd name="connsiteX230" fmla="*/ 5111996 w 7467600"/>
              <a:gd name="connsiteY230" fmla="*/ 4065759 h 6858000"/>
              <a:gd name="connsiteX231" fmla="*/ 5388878 w 7467600"/>
              <a:gd name="connsiteY231" fmla="*/ 4300185 h 6858000"/>
              <a:gd name="connsiteX232" fmla="*/ 5425556 w 7467600"/>
              <a:gd name="connsiteY232" fmla="*/ 4308967 h 6858000"/>
              <a:gd name="connsiteX233" fmla="*/ 4943646 w 7467600"/>
              <a:gd name="connsiteY233" fmla="*/ 3822916 h 6858000"/>
              <a:gd name="connsiteX234" fmla="*/ 4594837 w 7467600"/>
              <a:gd name="connsiteY234" fmla="*/ 3532274 h 6858000"/>
              <a:gd name="connsiteX235" fmla="*/ 4441737 w 7467600"/>
              <a:gd name="connsiteY235" fmla="*/ 3399734 h 6858000"/>
              <a:gd name="connsiteX236" fmla="*/ 5425834 w 7467600"/>
              <a:gd name="connsiteY236" fmla="*/ 3162785 h 6858000"/>
              <a:gd name="connsiteX237" fmla="*/ 5401644 w 7467600"/>
              <a:gd name="connsiteY237" fmla="*/ 3617847 h 6858000"/>
              <a:gd name="connsiteX238" fmla="*/ 5467256 w 7467600"/>
              <a:gd name="connsiteY238" fmla="*/ 4175494 h 6858000"/>
              <a:gd name="connsiteX239" fmla="*/ 5448069 w 7467600"/>
              <a:gd name="connsiteY239" fmla="*/ 3567554 h 6858000"/>
              <a:gd name="connsiteX240" fmla="*/ 5425834 w 7467600"/>
              <a:gd name="connsiteY240" fmla="*/ 3162785 h 6858000"/>
              <a:gd name="connsiteX241" fmla="*/ 1318687 w 7467600"/>
              <a:gd name="connsiteY241" fmla="*/ 3113840 h 6858000"/>
              <a:gd name="connsiteX242" fmla="*/ 1066793 w 7467600"/>
              <a:gd name="connsiteY242" fmla="*/ 3212171 h 6858000"/>
              <a:gd name="connsiteX243" fmla="*/ 993319 w 7467600"/>
              <a:gd name="connsiteY243" fmla="*/ 3247648 h 6858000"/>
              <a:gd name="connsiteX244" fmla="*/ 853081 w 7467600"/>
              <a:gd name="connsiteY244" fmla="*/ 3312410 h 6858000"/>
              <a:gd name="connsiteX245" fmla="*/ 805957 w 7467600"/>
              <a:gd name="connsiteY245" fmla="*/ 3330443 h 6858000"/>
              <a:gd name="connsiteX246" fmla="*/ 1318687 w 7467600"/>
              <a:gd name="connsiteY246" fmla="*/ 3113840 h 6858000"/>
              <a:gd name="connsiteX247" fmla="*/ 5453702 w 7467600"/>
              <a:gd name="connsiteY247" fmla="*/ 3090882 h 6858000"/>
              <a:gd name="connsiteX248" fmla="*/ 5480135 w 7467600"/>
              <a:gd name="connsiteY248" fmla="*/ 3565802 h 6858000"/>
              <a:gd name="connsiteX249" fmla="*/ 5499023 w 7467600"/>
              <a:gd name="connsiteY249" fmla="*/ 4166310 h 6858000"/>
              <a:gd name="connsiteX250" fmla="*/ 5547022 w 7467600"/>
              <a:gd name="connsiteY250" fmla="*/ 3607838 h 6858000"/>
              <a:gd name="connsiteX251" fmla="*/ 5515964 w 7467600"/>
              <a:gd name="connsiteY251" fmla="*/ 3378541 h 6858000"/>
              <a:gd name="connsiteX252" fmla="*/ 5453702 w 7467600"/>
              <a:gd name="connsiteY252" fmla="*/ 3090882 h 6858000"/>
              <a:gd name="connsiteX253" fmla="*/ 1238695 w 7467600"/>
              <a:gd name="connsiteY253" fmla="*/ 3076820 h 6858000"/>
              <a:gd name="connsiteX254" fmla="*/ 716371 w 7467600"/>
              <a:gd name="connsiteY254" fmla="*/ 3293249 h 6858000"/>
              <a:gd name="connsiteX255" fmla="*/ 579522 w 7467600"/>
              <a:gd name="connsiteY255" fmla="*/ 3371759 h 6858000"/>
              <a:gd name="connsiteX256" fmla="*/ 600288 w 7467600"/>
              <a:gd name="connsiteY256" fmla="*/ 3365555 h 6858000"/>
              <a:gd name="connsiteX257" fmla="*/ 840692 w 7467600"/>
              <a:gd name="connsiteY257" fmla="*/ 3284921 h 6858000"/>
              <a:gd name="connsiteX258" fmla="*/ 979248 w 7467600"/>
              <a:gd name="connsiteY258" fmla="*/ 3221003 h 6858000"/>
              <a:gd name="connsiteX259" fmla="*/ 1053282 w 7467600"/>
              <a:gd name="connsiteY259" fmla="*/ 3185247 h 6858000"/>
              <a:gd name="connsiteX260" fmla="*/ 1320603 w 7467600"/>
              <a:gd name="connsiteY260" fmla="*/ 3081281 h 6858000"/>
              <a:gd name="connsiteX261" fmla="*/ 1238695 w 7467600"/>
              <a:gd name="connsiteY261" fmla="*/ 3076820 h 6858000"/>
              <a:gd name="connsiteX262" fmla="*/ 5425627 w 7467600"/>
              <a:gd name="connsiteY262" fmla="*/ 2954192 h 6858000"/>
              <a:gd name="connsiteX263" fmla="*/ 5470770 w 7467600"/>
              <a:gd name="connsiteY263" fmla="*/ 3005435 h 6858000"/>
              <a:gd name="connsiteX264" fmla="*/ 5519779 w 7467600"/>
              <a:gd name="connsiteY264" fmla="*/ 4359223 h 6858000"/>
              <a:gd name="connsiteX265" fmla="*/ 5520293 w 7467600"/>
              <a:gd name="connsiteY265" fmla="*/ 4360602 h 6858000"/>
              <a:gd name="connsiteX266" fmla="*/ 5767221 w 7467600"/>
              <a:gd name="connsiteY266" fmla="*/ 4665564 h 6858000"/>
              <a:gd name="connsiteX267" fmla="*/ 6937169 w 7467600"/>
              <a:gd name="connsiteY267" fmla="*/ 4815941 h 6858000"/>
              <a:gd name="connsiteX268" fmla="*/ 6953922 w 7467600"/>
              <a:gd name="connsiteY268" fmla="*/ 4890068 h 6858000"/>
              <a:gd name="connsiteX269" fmla="*/ 6071359 w 7467600"/>
              <a:gd name="connsiteY269" fmla="*/ 4770770 h 6858000"/>
              <a:gd name="connsiteX270" fmla="*/ 6038839 w 7467600"/>
              <a:gd name="connsiteY270" fmla="*/ 4764474 h 6858000"/>
              <a:gd name="connsiteX271" fmla="*/ 6038706 w 7467600"/>
              <a:gd name="connsiteY271" fmla="*/ 4763847 h 6858000"/>
              <a:gd name="connsiteX272" fmla="*/ 6037784 w 7467600"/>
              <a:gd name="connsiteY272" fmla="*/ 4764270 h 6858000"/>
              <a:gd name="connsiteX273" fmla="*/ 6038839 w 7467600"/>
              <a:gd name="connsiteY273" fmla="*/ 4764474 h 6858000"/>
              <a:gd name="connsiteX274" fmla="*/ 6040338 w 7467600"/>
              <a:gd name="connsiteY274" fmla="*/ 4771418 h 6858000"/>
              <a:gd name="connsiteX275" fmla="*/ 6024488 w 7467600"/>
              <a:gd name="connsiteY275" fmla="*/ 4809903 h 6858000"/>
              <a:gd name="connsiteX276" fmla="*/ 5599771 w 7467600"/>
              <a:gd name="connsiteY276" fmla="*/ 5509652 h 6858000"/>
              <a:gd name="connsiteX277" fmla="*/ 5548843 w 7467600"/>
              <a:gd name="connsiteY277" fmla="*/ 5563845 h 6858000"/>
              <a:gd name="connsiteX278" fmla="*/ 5940952 w 7467600"/>
              <a:gd name="connsiteY278" fmla="*/ 6250028 h 6858000"/>
              <a:gd name="connsiteX279" fmla="*/ 6043441 w 7467600"/>
              <a:gd name="connsiteY279" fmla="*/ 6665847 h 6858000"/>
              <a:gd name="connsiteX280" fmla="*/ 6093432 w 7467600"/>
              <a:gd name="connsiteY280" fmla="*/ 6858000 h 6858000"/>
              <a:gd name="connsiteX281" fmla="*/ 6034344 w 7467600"/>
              <a:gd name="connsiteY281" fmla="*/ 6858000 h 6858000"/>
              <a:gd name="connsiteX282" fmla="*/ 6026679 w 7467600"/>
              <a:gd name="connsiteY282" fmla="*/ 6836959 h 6858000"/>
              <a:gd name="connsiteX283" fmla="*/ 5800441 w 7467600"/>
              <a:gd name="connsiteY283" fmla="*/ 6335286 h 6858000"/>
              <a:gd name="connsiteX284" fmla="*/ 5526562 w 7467600"/>
              <a:gd name="connsiteY284" fmla="*/ 5705388 h 6858000"/>
              <a:gd name="connsiteX285" fmla="*/ 5519640 w 7467600"/>
              <a:gd name="connsiteY285" fmla="*/ 5683774 h 6858000"/>
              <a:gd name="connsiteX286" fmla="*/ 5844559 w 7467600"/>
              <a:gd name="connsiteY286" fmla="*/ 6553349 h 6858000"/>
              <a:gd name="connsiteX287" fmla="*/ 5975994 w 7467600"/>
              <a:gd name="connsiteY287" fmla="*/ 6858000 h 6858000"/>
              <a:gd name="connsiteX288" fmla="*/ 5898547 w 7467600"/>
              <a:gd name="connsiteY288" fmla="*/ 6858000 h 6858000"/>
              <a:gd name="connsiteX289" fmla="*/ 5682041 w 7467600"/>
              <a:gd name="connsiteY289" fmla="*/ 6355860 h 6858000"/>
              <a:gd name="connsiteX290" fmla="*/ 5461758 w 7467600"/>
              <a:gd name="connsiteY290" fmla="*/ 5820220 h 6858000"/>
              <a:gd name="connsiteX291" fmla="*/ 5237282 w 7467600"/>
              <a:gd name="connsiteY291" fmla="*/ 6579086 h 6858000"/>
              <a:gd name="connsiteX292" fmla="*/ 5115009 w 7467600"/>
              <a:gd name="connsiteY292" fmla="*/ 6858000 h 6858000"/>
              <a:gd name="connsiteX293" fmla="*/ 5028074 w 7467600"/>
              <a:gd name="connsiteY293" fmla="*/ 6858000 h 6858000"/>
              <a:gd name="connsiteX294" fmla="*/ 5079508 w 7467600"/>
              <a:gd name="connsiteY294" fmla="*/ 6749074 h 6858000"/>
              <a:gd name="connsiteX295" fmla="*/ 5371846 w 7467600"/>
              <a:gd name="connsiteY295" fmla="*/ 5924413 h 6858000"/>
              <a:gd name="connsiteX296" fmla="*/ 5270512 w 7467600"/>
              <a:gd name="connsiteY296" fmla="*/ 6138975 h 6858000"/>
              <a:gd name="connsiteX297" fmla="*/ 5062409 w 7467600"/>
              <a:gd name="connsiteY297" fmla="*/ 6653544 h 6858000"/>
              <a:gd name="connsiteX298" fmla="*/ 5036628 w 7467600"/>
              <a:gd name="connsiteY298" fmla="*/ 6754247 h 6858000"/>
              <a:gd name="connsiteX299" fmla="*/ 5009112 w 7467600"/>
              <a:gd name="connsiteY299" fmla="*/ 6858000 h 6858000"/>
              <a:gd name="connsiteX300" fmla="*/ 4976679 w 7467600"/>
              <a:gd name="connsiteY300" fmla="*/ 6858000 h 6858000"/>
              <a:gd name="connsiteX301" fmla="*/ 5006537 w 7467600"/>
              <a:gd name="connsiteY301" fmla="*/ 6747068 h 6858000"/>
              <a:gd name="connsiteX302" fmla="*/ 5032723 w 7467600"/>
              <a:gd name="connsiteY302" fmla="*/ 6644957 h 6858000"/>
              <a:gd name="connsiteX303" fmla="*/ 5242949 w 7467600"/>
              <a:gd name="connsiteY303" fmla="*/ 6125175 h 6858000"/>
              <a:gd name="connsiteX304" fmla="*/ 5286321 w 7467600"/>
              <a:gd name="connsiteY304" fmla="*/ 6033555 h 6858000"/>
              <a:gd name="connsiteX305" fmla="*/ 5008210 w 7467600"/>
              <a:gd name="connsiteY305" fmla="*/ 6649194 h 6858000"/>
              <a:gd name="connsiteX306" fmla="*/ 4986321 w 7467600"/>
              <a:gd name="connsiteY306" fmla="*/ 6765687 h 6858000"/>
              <a:gd name="connsiteX307" fmla="*/ 4973474 w 7467600"/>
              <a:gd name="connsiteY307" fmla="*/ 6858000 h 6858000"/>
              <a:gd name="connsiteX308" fmla="*/ 4907178 w 7467600"/>
              <a:gd name="connsiteY308" fmla="*/ 6858000 h 6858000"/>
              <a:gd name="connsiteX309" fmla="*/ 4910810 w 7467600"/>
              <a:gd name="connsiteY309" fmla="*/ 6829660 h 6858000"/>
              <a:gd name="connsiteX310" fmla="*/ 4987461 w 7467600"/>
              <a:gd name="connsiteY310" fmla="*/ 6432994 h 6858000"/>
              <a:gd name="connsiteX311" fmla="*/ 5179262 w 7467600"/>
              <a:gd name="connsiteY311" fmla="*/ 6035044 h 6858000"/>
              <a:gd name="connsiteX312" fmla="*/ 4689678 w 7467600"/>
              <a:gd name="connsiteY312" fmla="*/ 6440241 h 6858000"/>
              <a:gd name="connsiteX313" fmla="*/ 4477543 w 7467600"/>
              <a:gd name="connsiteY313" fmla="*/ 6674836 h 6858000"/>
              <a:gd name="connsiteX314" fmla="*/ 4329957 w 7467600"/>
              <a:gd name="connsiteY314" fmla="*/ 6858000 h 6858000"/>
              <a:gd name="connsiteX315" fmla="*/ 4218595 w 7467600"/>
              <a:gd name="connsiteY315" fmla="*/ 6858000 h 6858000"/>
              <a:gd name="connsiteX316" fmla="*/ 4368888 w 7467600"/>
              <a:gd name="connsiteY316" fmla="*/ 6668412 h 6858000"/>
              <a:gd name="connsiteX317" fmla="*/ 4563091 w 7467600"/>
              <a:gd name="connsiteY317" fmla="*/ 6442508 h 6858000"/>
              <a:gd name="connsiteX318" fmla="*/ 5387324 w 7467600"/>
              <a:gd name="connsiteY318" fmla="*/ 5705830 h 6858000"/>
              <a:gd name="connsiteX319" fmla="*/ 5073620 w 7467600"/>
              <a:gd name="connsiteY319" fmla="*/ 5955437 h 6858000"/>
              <a:gd name="connsiteX320" fmla="*/ 4689789 w 7467600"/>
              <a:gd name="connsiteY320" fmla="*/ 6268382 h 6858000"/>
              <a:gd name="connsiteX321" fmla="*/ 4418722 w 7467600"/>
              <a:gd name="connsiteY321" fmla="*/ 6570886 h 6858000"/>
              <a:gd name="connsiteX322" fmla="*/ 4214944 w 7467600"/>
              <a:gd name="connsiteY322" fmla="*/ 6858000 h 6858000"/>
              <a:gd name="connsiteX323" fmla="*/ 4177898 w 7467600"/>
              <a:gd name="connsiteY323" fmla="*/ 6858000 h 6858000"/>
              <a:gd name="connsiteX324" fmla="*/ 4391597 w 7467600"/>
              <a:gd name="connsiteY324" fmla="*/ 6556370 h 6858000"/>
              <a:gd name="connsiteX325" fmla="*/ 4668889 w 7467600"/>
              <a:gd name="connsiteY325" fmla="*/ 6246399 h 6858000"/>
              <a:gd name="connsiteX326" fmla="*/ 5055427 w 7467600"/>
              <a:gd name="connsiteY326" fmla="*/ 5931476 h 6858000"/>
              <a:gd name="connsiteX327" fmla="*/ 5371814 w 7467600"/>
              <a:gd name="connsiteY327" fmla="*/ 5678975 h 6858000"/>
              <a:gd name="connsiteX328" fmla="*/ 4987918 w 7467600"/>
              <a:gd name="connsiteY328" fmla="*/ 5838701 h 6858000"/>
              <a:gd name="connsiteX329" fmla="*/ 4317146 w 7467600"/>
              <a:gd name="connsiteY329" fmla="*/ 6587716 h 6858000"/>
              <a:gd name="connsiteX330" fmla="*/ 4171627 w 7467600"/>
              <a:gd name="connsiteY330" fmla="*/ 6858000 h 6858000"/>
              <a:gd name="connsiteX331" fmla="*/ 4081585 w 7467600"/>
              <a:gd name="connsiteY331" fmla="*/ 6858000 h 6858000"/>
              <a:gd name="connsiteX332" fmla="*/ 4238603 w 7467600"/>
              <a:gd name="connsiteY332" fmla="*/ 6559341 h 6858000"/>
              <a:gd name="connsiteX333" fmla="*/ 4778333 w 7467600"/>
              <a:gd name="connsiteY333" fmla="*/ 5873626 h 6858000"/>
              <a:gd name="connsiteX334" fmla="*/ 5414185 w 7467600"/>
              <a:gd name="connsiteY334" fmla="*/ 5573882 h 6858000"/>
              <a:gd name="connsiteX335" fmla="*/ 5959648 w 7467600"/>
              <a:gd name="connsiteY335" fmla="*/ 4760797 h 6858000"/>
              <a:gd name="connsiteX336" fmla="*/ 5355019 w 7467600"/>
              <a:gd name="connsiteY336" fmla="*/ 4734672 h 6858000"/>
              <a:gd name="connsiteX337" fmla="*/ 5083565 w 7467600"/>
              <a:gd name="connsiteY337" fmla="*/ 5179121 h 6858000"/>
              <a:gd name="connsiteX338" fmla="*/ 4713577 w 7467600"/>
              <a:gd name="connsiteY338" fmla="*/ 5616803 h 6858000"/>
              <a:gd name="connsiteX339" fmla="*/ 3989559 w 7467600"/>
              <a:gd name="connsiteY339" fmla="*/ 6145945 h 6858000"/>
              <a:gd name="connsiteX340" fmla="*/ 3939824 w 7467600"/>
              <a:gd name="connsiteY340" fmla="*/ 6066900 h 6858000"/>
              <a:gd name="connsiteX341" fmla="*/ 4584537 w 7467600"/>
              <a:gd name="connsiteY341" fmla="*/ 5324826 h 6858000"/>
              <a:gd name="connsiteX342" fmla="*/ 5037105 w 7467600"/>
              <a:gd name="connsiteY342" fmla="*/ 5088765 h 6858000"/>
              <a:gd name="connsiteX343" fmla="*/ 5039930 w 7467600"/>
              <a:gd name="connsiteY343" fmla="*/ 5089585 h 6858000"/>
              <a:gd name="connsiteX344" fmla="*/ 5263764 w 7467600"/>
              <a:gd name="connsiteY344" fmla="*/ 4735525 h 6858000"/>
              <a:gd name="connsiteX345" fmla="*/ 4086300 w 7467600"/>
              <a:gd name="connsiteY345" fmla="*/ 4884599 h 6858000"/>
              <a:gd name="connsiteX346" fmla="*/ 4085485 w 7467600"/>
              <a:gd name="connsiteY346" fmla="*/ 4899070 h 6858000"/>
              <a:gd name="connsiteX347" fmla="*/ 3871915 w 7467600"/>
              <a:gd name="connsiteY347" fmla="*/ 5253645 h 6858000"/>
              <a:gd name="connsiteX348" fmla="*/ 3799374 w 7467600"/>
              <a:gd name="connsiteY348" fmla="*/ 5466127 h 6858000"/>
              <a:gd name="connsiteX349" fmla="*/ 3498850 w 7467600"/>
              <a:gd name="connsiteY349" fmla="*/ 6661888 h 6858000"/>
              <a:gd name="connsiteX350" fmla="*/ 3399216 w 7467600"/>
              <a:gd name="connsiteY350" fmla="*/ 6858000 h 6858000"/>
              <a:gd name="connsiteX351" fmla="*/ 3303688 w 7467600"/>
              <a:gd name="connsiteY351" fmla="*/ 6858000 h 6858000"/>
              <a:gd name="connsiteX352" fmla="*/ 3391774 w 7467600"/>
              <a:gd name="connsiteY352" fmla="*/ 6697181 h 6858000"/>
              <a:gd name="connsiteX353" fmla="*/ 3735540 w 7467600"/>
              <a:gd name="connsiteY353" fmla="*/ 5546923 h 6858000"/>
              <a:gd name="connsiteX354" fmla="*/ 3729438 w 7467600"/>
              <a:gd name="connsiteY354" fmla="*/ 5569058 h 6858000"/>
              <a:gd name="connsiteX355" fmla="*/ 3707782 w 7467600"/>
              <a:gd name="connsiteY355" fmla="*/ 5644908 h 6858000"/>
              <a:gd name="connsiteX356" fmla="*/ 3583827 w 7467600"/>
              <a:gd name="connsiteY356" fmla="*/ 6039215 h 6858000"/>
              <a:gd name="connsiteX357" fmla="*/ 3547861 w 7467600"/>
              <a:gd name="connsiteY357" fmla="*/ 6129609 h 6858000"/>
              <a:gd name="connsiteX358" fmla="*/ 3490905 w 7467600"/>
              <a:gd name="connsiteY358" fmla="*/ 6277660 h 6858000"/>
              <a:gd name="connsiteX359" fmla="*/ 3455859 w 7467600"/>
              <a:gd name="connsiteY359" fmla="*/ 6391301 h 6858000"/>
              <a:gd name="connsiteX360" fmla="*/ 3429112 w 7467600"/>
              <a:gd name="connsiteY360" fmla="*/ 6479469 h 6858000"/>
              <a:gd name="connsiteX361" fmla="*/ 3304862 w 7467600"/>
              <a:gd name="connsiteY361" fmla="*/ 6796476 h 6858000"/>
              <a:gd name="connsiteX362" fmla="*/ 3276071 w 7467600"/>
              <a:gd name="connsiteY362" fmla="*/ 6858000 h 6858000"/>
              <a:gd name="connsiteX363" fmla="*/ 3240805 w 7467600"/>
              <a:gd name="connsiteY363" fmla="*/ 6858000 h 6858000"/>
              <a:gd name="connsiteX364" fmla="*/ 3275917 w 7467600"/>
              <a:gd name="connsiteY364" fmla="*/ 6783192 h 6858000"/>
              <a:gd name="connsiteX365" fmla="*/ 3399358 w 7467600"/>
              <a:gd name="connsiteY365" fmla="*/ 6469011 h 6858000"/>
              <a:gd name="connsiteX366" fmla="*/ 3425650 w 7467600"/>
              <a:gd name="connsiteY366" fmla="*/ 6381333 h 6858000"/>
              <a:gd name="connsiteX367" fmla="*/ 3460661 w 7467600"/>
              <a:gd name="connsiteY367" fmla="*/ 6266763 h 6858000"/>
              <a:gd name="connsiteX368" fmla="*/ 3518021 w 7467600"/>
              <a:gd name="connsiteY368" fmla="*/ 6117298 h 6858000"/>
              <a:gd name="connsiteX369" fmla="*/ 3554035 w 7467600"/>
              <a:gd name="connsiteY369" fmla="*/ 6027832 h 6858000"/>
              <a:gd name="connsiteX370" fmla="*/ 3677174 w 7467600"/>
              <a:gd name="connsiteY370" fmla="*/ 5636351 h 6858000"/>
              <a:gd name="connsiteX371" fmla="*/ 3698819 w 7467600"/>
              <a:gd name="connsiteY371" fmla="*/ 5560503 h 6858000"/>
              <a:gd name="connsiteX372" fmla="*/ 3702094 w 7467600"/>
              <a:gd name="connsiteY372" fmla="*/ 5549194 h 6858000"/>
              <a:gd name="connsiteX373" fmla="*/ 3398355 w 7467600"/>
              <a:gd name="connsiteY373" fmla="*/ 6094603 h 6858000"/>
              <a:gd name="connsiteX374" fmla="*/ 3193941 w 7467600"/>
              <a:gd name="connsiteY374" fmla="*/ 6798775 h 6858000"/>
              <a:gd name="connsiteX375" fmla="*/ 3184140 w 7467600"/>
              <a:gd name="connsiteY375" fmla="*/ 6858000 h 6858000"/>
              <a:gd name="connsiteX376" fmla="*/ 3099978 w 7467600"/>
              <a:gd name="connsiteY376" fmla="*/ 6858000 h 6858000"/>
              <a:gd name="connsiteX377" fmla="*/ 3101556 w 7467600"/>
              <a:gd name="connsiteY377" fmla="*/ 6843337 h 6858000"/>
              <a:gd name="connsiteX378" fmla="*/ 3370162 w 7467600"/>
              <a:gd name="connsiteY378" fmla="*/ 5785550 h 6858000"/>
              <a:gd name="connsiteX379" fmla="*/ 3746477 w 7467600"/>
              <a:gd name="connsiteY379" fmla="*/ 5377889 h 6858000"/>
              <a:gd name="connsiteX380" fmla="*/ 3863399 w 7467600"/>
              <a:gd name="connsiteY380" fmla="*/ 5087257 h 6858000"/>
              <a:gd name="connsiteX381" fmla="*/ 3968712 w 7467600"/>
              <a:gd name="connsiteY381" fmla="*/ 4913989 h 6858000"/>
              <a:gd name="connsiteX382" fmla="*/ 2792390 w 7467600"/>
              <a:gd name="connsiteY382" fmla="*/ 5382974 h 6858000"/>
              <a:gd name="connsiteX383" fmla="*/ 2714982 w 7467600"/>
              <a:gd name="connsiteY383" fmla="*/ 5427051 h 6858000"/>
              <a:gd name="connsiteX384" fmla="*/ 2813361 w 7467600"/>
              <a:gd name="connsiteY384" fmla="*/ 6023912 h 6858000"/>
              <a:gd name="connsiteX385" fmla="*/ 2688430 w 7467600"/>
              <a:gd name="connsiteY385" fmla="*/ 6801564 h 6858000"/>
              <a:gd name="connsiteX386" fmla="*/ 2629626 w 7467600"/>
              <a:gd name="connsiteY386" fmla="*/ 6763394 h 6858000"/>
              <a:gd name="connsiteX387" fmla="*/ 2565328 w 7467600"/>
              <a:gd name="connsiteY387" fmla="*/ 5516399 h 6858000"/>
              <a:gd name="connsiteX388" fmla="*/ 1922999 w 7467600"/>
              <a:gd name="connsiteY388" fmla="*/ 5980343 h 6858000"/>
              <a:gd name="connsiteX389" fmla="*/ 1950261 w 7467600"/>
              <a:gd name="connsiteY389" fmla="*/ 6405858 h 6858000"/>
              <a:gd name="connsiteX390" fmla="*/ 2365554 w 7467600"/>
              <a:gd name="connsiteY390" fmla="*/ 6759107 h 6858000"/>
              <a:gd name="connsiteX391" fmla="*/ 2424142 w 7467600"/>
              <a:gd name="connsiteY391" fmla="*/ 6858000 h 6858000"/>
              <a:gd name="connsiteX392" fmla="*/ 2395994 w 7467600"/>
              <a:gd name="connsiteY392" fmla="*/ 6858000 h 6858000"/>
              <a:gd name="connsiteX393" fmla="*/ 2392863 w 7467600"/>
              <a:gd name="connsiteY393" fmla="*/ 6852964 h 6858000"/>
              <a:gd name="connsiteX394" fmla="*/ 2017589 w 7467600"/>
              <a:gd name="connsiteY394" fmla="*/ 6493982 h 6858000"/>
              <a:gd name="connsiteX395" fmla="*/ 2147336 w 7467600"/>
              <a:gd name="connsiteY395" fmla="*/ 6594052 h 6858000"/>
              <a:gd name="connsiteX396" fmla="*/ 2207047 w 7467600"/>
              <a:gd name="connsiteY396" fmla="*/ 6654540 h 6858000"/>
              <a:gd name="connsiteX397" fmla="*/ 2299106 w 7467600"/>
              <a:gd name="connsiteY397" fmla="*/ 6778931 h 6858000"/>
              <a:gd name="connsiteX398" fmla="*/ 2314430 w 7467600"/>
              <a:gd name="connsiteY398" fmla="*/ 6801144 h 6858000"/>
              <a:gd name="connsiteX399" fmla="*/ 2352406 w 7467600"/>
              <a:gd name="connsiteY399" fmla="*/ 6858000 h 6858000"/>
              <a:gd name="connsiteX400" fmla="*/ 2314492 w 7467600"/>
              <a:gd name="connsiteY400" fmla="*/ 6858000 h 6858000"/>
              <a:gd name="connsiteX401" fmla="*/ 2288095 w 7467600"/>
              <a:gd name="connsiteY401" fmla="*/ 6818030 h 6858000"/>
              <a:gd name="connsiteX402" fmla="*/ 2272768 w 7467600"/>
              <a:gd name="connsiteY402" fmla="*/ 6795822 h 6858000"/>
              <a:gd name="connsiteX403" fmla="*/ 2182715 w 7467600"/>
              <a:gd name="connsiteY403" fmla="*/ 6675071 h 6858000"/>
              <a:gd name="connsiteX404" fmla="*/ 2032061 w 7467600"/>
              <a:gd name="connsiteY404" fmla="*/ 6541380 h 6858000"/>
              <a:gd name="connsiteX405" fmla="*/ 2257220 w 7467600"/>
              <a:gd name="connsiteY405" fmla="*/ 6826257 h 6858000"/>
              <a:gd name="connsiteX406" fmla="*/ 2281324 w 7467600"/>
              <a:gd name="connsiteY406" fmla="*/ 6858000 h 6858000"/>
              <a:gd name="connsiteX407" fmla="*/ 2242860 w 7467600"/>
              <a:gd name="connsiteY407" fmla="*/ 6858000 h 6858000"/>
              <a:gd name="connsiteX408" fmla="*/ 2232818 w 7467600"/>
              <a:gd name="connsiteY408" fmla="*/ 6844926 h 6858000"/>
              <a:gd name="connsiteX409" fmla="*/ 1990172 w 7467600"/>
              <a:gd name="connsiteY409" fmla="*/ 6542121 h 6858000"/>
              <a:gd name="connsiteX410" fmla="*/ 2124090 w 7467600"/>
              <a:gd name="connsiteY410" fmla="*/ 6761017 h 6858000"/>
              <a:gd name="connsiteX411" fmla="*/ 2200380 w 7467600"/>
              <a:gd name="connsiteY411" fmla="*/ 6858000 h 6858000"/>
              <a:gd name="connsiteX412" fmla="*/ 2147507 w 7467600"/>
              <a:gd name="connsiteY412" fmla="*/ 6858000 h 6858000"/>
              <a:gd name="connsiteX413" fmla="*/ 2070668 w 7467600"/>
              <a:gd name="connsiteY413" fmla="*/ 6761520 h 6858000"/>
              <a:gd name="connsiteX414" fmla="*/ 1975142 w 7467600"/>
              <a:gd name="connsiteY414" fmla="*/ 6585570 h 6858000"/>
              <a:gd name="connsiteX415" fmla="*/ 2050035 w 7467600"/>
              <a:gd name="connsiteY415" fmla="*/ 6813345 h 6858000"/>
              <a:gd name="connsiteX416" fmla="*/ 2063025 w 7467600"/>
              <a:gd name="connsiteY416" fmla="*/ 6858000 h 6858000"/>
              <a:gd name="connsiteX417" fmla="*/ 2021675 w 7467600"/>
              <a:gd name="connsiteY417" fmla="*/ 6858000 h 6858000"/>
              <a:gd name="connsiteX418" fmla="*/ 2019308 w 7467600"/>
              <a:gd name="connsiteY418" fmla="*/ 6847118 h 6858000"/>
              <a:gd name="connsiteX419" fmla="*/ 1938835 w 7467600"/>
              <a:gd name="connsiteY419" fmla="*/ 6551160 h 6858000"/>
              <a:gd name="connsiteX420" fmla="*/ 1953230 w 7467600"/>
              <a:gd name="connsiteY420" fmla="*/ 6759699 h 6858000"/>
              <a:gd name="connsiteX421" fmla="*/ 1956763 w 7467600"/>
              <a:gd name="connsiteY421" fmla="*/ 6778191 h 6858000"/>
              <a:gd name="connsiteX422" fmla="*/ 1967925 w 7467600"/>
              <a:gd name="connsiteY422" fmla="*/ 6858000 h 6858000"/>
              <a:gd name="connsiteX423" fmla="*/ 1936622 w 7467600"/>
              <a:gd name="connsiteY423" fmla="*/ 6858000 h 6858000"/>
              <a:gd name="connsiteX424" fmla="*/ 1926261 w 7467600"/>
              <a:gd name="connsiteY424" fmla="*/ 6784064 h 6858000"/>
              <a:gd name="connsiteX425" fmla="*/ 1922724 w 7467600"/>
              <a:gd name="connsiteY425" fmla="*/ 6765577 h 6858000"/>
              <a:gd name="connsiteX426" fmla="*/ 1904650 w 7467600"/>
              <a:gd name="connsiteY426" fmla="*/ 6639616 h 6858000"/>
              <a:gd name="connsiteX427" fmla="*/ 1885273 w 7467600"/>
              <a:gd name="connsiteY427" fmla="*/ 6858000 h 6858000"/>
              <a:gd name="connsiteX428" fmla="*/ 1854363 w 7467600"/>
              <a:gd name="connsiteY428" fmla="*/ 6858000 h 6858000"/>
              <a:gd name="connsiteX429" fmla="*/ 1880391 w 7467600"/>
              <a:gd name="connsiteY429" fmla="*/ 6603796 h 6858000"/>
              <a:gd name="connsiteX430" fmla="*/ 1818273 w 7467600"/>
              <a:gd name="connsiteY430" fmla="*/ 6715729 h 6858000"/>
              <a:gd name="connsiteX431" fmla="*/ 1794691 w 7467600"/>
              <a:gd name="connsiteY431" fmla="*/ 6843239 h 6858000"/>
              <a:gd name="connsiteX432" fmla="*/ 1794914 w 7467600"/>
              <a:gd name="connsiteY432" fmla="*/ 6858000 h 6858000"/>
              <a:gd name="connsiteX433" fmla="*/ 1746128 w 7467600"/>
              <a:gd name="connsiteY433" fmla="*/ 6858000 h 6858000"/>
              <a:gd name="connsiteX434" fmla="*/ 1753934 w 7467600"/>
              <a:gd name="connsiteY434" fmla="*/ 6724796 h 6858000"/>
              <a:gd name="connsiteX435" fmla="*/ 1792053 w 7467600"/>
              <a:gd name="connsiteY435" fmla="*/ 6572396 h 6858000"/>
              <a:gd name="connsiteX436" fmla="*/ 1862248 w 7467600"/>
              <a:gd name="connsiteY436" fmla="*/ 6266397 h 6858000"/>
              <a:gd name="connsiteX437" fmla="*/ 1862250 w 7467600"/>
              <a:gd name="connsiteY437" fmla="*/ 6033531 h 6858000"/>
              <a:gd name="connsiteX438" fmla="*/ 1211999 w 7467600"/>
              <a:gd name="connsiteY438" fmla="*/ 6683610 h 6858000"/>
              <a:gd name="connsiteX439" fmla="*/ 1213266 w 7467600"/>
              <a:gd name="connsiteY439" fmla="*/ 6691947 h 6858000"/>
              <a:gd name="connsiteX440" fmla="*/ 1203370 w 7467600"/>
              <a:gd name="connsiteY440" fmla="*/ 6850676 h 6858000"/>
              <a:gd name="connsiteX441" fmla="*/ 1203671 w 7467600"/>
              <a:gd name="connsiteY441" fmla="*/ 6858000 h 6858000"/>
              <a:gd name="connsiteX442" fmla="*/ 1143180 w 7467600"/>
              <a:gd name="connsiteY442" fmla="*/ 6858000 h 6858000"/>
              <a:gd name="connsiteX443" fmla="*/ 1142176 w 7467600"/>
              <a:gd name="connsiteY443" fmla="*/ 6766045 h 6858000"/>
              <a:gd name="connsiteX444" fmla="*/ 1067484 w 7467600"/>
              <a:gd name="connsiteY444" fmla="*/ 6858000 h 6858000"/>
              <a:gd name="connsiteX445" fmla="*/ 953928 w 7467600"/>
              <a:gd name="connsiteY445" fmla="*/ 6858000 h 6858000"/>
              <a:gd name="connsiteX446" fmla="*/ 959715 w 7467600"/>
              <a:gd name="connsiteY446" fmla="*/ 6850185 h 6858000"/>
              <a:gd name="connsiteX447" fmla="*/ 1483788 w 7467600"/>
              <a:gd name="connsiteY447" fmla="*/ 6259174 h 6858000"/>
              <a:gd name="connsiteX448" fmla="*/ 1100671 w 7467600"/>
              <a:gd name="connsiteY448" fmla="*/ 6252137 h 6858000"/>
              <a:gd name="connsiteX449" fmla="*/ 1090144 w 7467600"/>
              <a:gd name="connsiteY449" fmla="*/ 6256748 h 6858000"/>
              <a:gd name="connsiteX450" fmla="*/ 1095872 w 7467600"/>
              <a:gd name="connsiteY450" fmla="*/ 6271892 h 6858000"/>
              <a:gd name="connsiteX451" fmla="*/ 262785 w 7467600"/>
              <a:gd name="connsiteY451" fmla="*/ 6845450 h 6858000"/>
              <a:gd name="connsiteX452" fmla="*/ 209968 w 7467600"/>
              <a:gd name="connsiteY452" fmla="*/ 6770713 h 6858000"/>
              <a:gd name="connsiteX453" fmla="*/ 873460 w 7467600"/>
              <a:gd name="connsiteY453" fmla="*/ 6253768 h 6858000"/>
              <a:gd name="connsiteX454" fmla="*/ 192686 w 7467600"/>
              <a:gd name="connsiteY454" fmla="*/ 5849257 h 6858000"/>
              <a:gd name="connsiteX455" fmla="*/ 4696 w 7467600"/>
              <a:gd name="connsiteY455" fmla="*/ 5697668 h 6858000"/>
              <a:gd name="connsiteX456" fmla="*/ 0 w 7467600"/>
              <a:gd name="connsiteY456" fmla="*/ 5689984 h 6858000"/>
              <a:gd name="connsiteX457" fmla="*/ 0 w 7467600"/>
              <a:gd name="connsiteY457" fmla="*/ 5513472 h 6858000"/>
              <a:gd name="connsiteX458" fmla="*/ 174101 w 7467600"/>
              <a:gd name="connsiteY458" fmla="*/ 5620277 h 6858000"/>
              <a:gd name="connsiteX459" fmla="*/ 891800 w 7467600"/>
              <a:gd name="connsiteY459" fmla="*/ 6036935 h 6858000"/>
              <a:gd name="connsiteX460" fmla="*/ 1072219 w 7467600"/>
              <a:gd name="connsiteY460" fmla="*/ 6169443 h 6858000"/>
              <a:gd name="connsiteX461" fmla="*/ 1074117 w 7467600"/>
              <a:gd name="connsiteY461" fmla="*/ 6170301 h 6858000"/>
              <a:gd name="connsiteX462" fmla="*/ 1083114 w 7467600"/>
              <a:gd name="connsiteY462" fmla="*/ 6174131 h 6858000"/>
              <a:gd name="connsiteX463" fmla="*/ 1543010 w 7467600"/>
              <a:gd name="connsiteY463" fmla="*/ 6191140 h 6858000"/>
              <a:gd name="connsiteX464" fmla="*/ 1551080 w 7467600"/>
              <a:gd name="connsiteY464" fmla="*/ 6195006 h 6858000"/>
              <a:gd name="connsiteX465" fmla="*/ 2345443 w 7467600"/>
              <a:gd name="connsiteY465" fmla="*/ 5549882 h 6858000"/>
              <a:gd name="connsiteX466" fmla="*/ 1721499 w 7467600"/>
              <a:gd name="connsiteY466" fmla="*/ 5599969 h 6858000"/>
              <a:gd name="connsiteX467" fmla="*/ 767716 w 7467600"/>
              <a:gd name="connsiteY467" fmla="*/ 5472768 h 6858000"/>
              <a:gd name="connsiteX468" fmla="*/ 722147 w 7467600"/>
              <a:gd name="connsiteY468" fmla="*/ 5393091 h 6858000"/>
              <a:gd name="connsiteX469" fmla="*/ 1485552 w 7467600"/>
              <a:gd name="connsiteY469" fmla="*/ 5313202 h 6858000"/>
              <a:gd name="connsiteX470" fmla="*/ 2143004 w 7467600"/>
              <a:gd name="connsiteY470" fmla="*/ 5402420 h 6858000"/>
              <a:gd name="connsiteX471" fmla="*/ 1933391 w 7467600"/>
              <a:gd name="connsiteY471" fmla="*/ 5156971 h 6858000"/>
              <a:gd name="connsiteX472" fmla="*/ 1827118 w 7467600"/>
              <a:gd name="connsiteY472" fmla="*/ 4968410 h 6858000"/>
              <a:gd name="connsiteX473" fmla="*/ 1837349 w 7467600"/>
              <a:gd name="connsiteY473" fmla="*/ 4956357 h 6858000"/>
              <a:gd name="connsiteX474" fmla="*/ 2162835 w 7467600"/>
              <a:gd name="connsiteY474" fmla="*/ 5187853 h 6858000"/>
              <a:gd name="connsiteX475" fmla="*/ 2257167 w 7467600"/>
              <a:gd name="connsiteY475" fmla="*/ 5462123 h 6858000"/>
              <a:gd name="connsiteX476" fmla="*/ 2261598 w 7467600"/>
              <a:gd name="connsiteY476" fmla="*/ 5467998 h 6858000"/>
              <a:gd name="connsiteX477" fmla="*/ 2437177 w 7467600"/>
              <a:gd name="connsiteY477" fmla="*/ 5479608 h 6858000"/>
              <a:gd name="connsiteX478" fmla="*/ 2445247 w 7467600"/>
              <a:gd name="connsiteY478" fmla="*/ 5483476 h 6858000"/>
              <a:gd name="connsiteX479" fmla="*/ 2743626 w 7467600"/>
              <a:gd name="connsiteY479" fmla="*/ 5304819 h 6858000"/>
              <a:gd name="connsiteX480" fmla="*/ 3048102 w 7467600"/>
              <a:gd name="connsiteY480" fmla="*/ 5150595 h 6858000"/>
              <a:gd name="connsiteX481" fmla="*/ 1799414 w 7467600"/>
              <a:gd name="connsiteY481" fmla="*/ 4694732 h 6858000"/>
              <a:gd name="connsiteX482" fmla="*/ 1771735 w 7467600"/>
              <a:gd name="connsiteY482" fmla="*/ 4619929 h 6858000"/>
              <a:gd name="connsiteX483" fmla="*/ 3104273 w 7467600"/>
              <a:gd name="connsiteY483" fmla="*/ 5076159 h 6858000"/>
              <a:gd name="connsiteX484" fmla="*/ 3113245 w 7467600"/>
              <a:gd name="connsiteY484" fmla="*/ 5090705 h 6858000"/>
              <a:gd name="connsiteX485" fmla="*/ 3126294 w 7467600"/>
              <a:gd name="connsiteY485" fmla="*/ 5114400 h 6858000"/>
              <a:gd name="connsiteX486" fmla="*/ 3937433 w 7467600"/>
              <a:gd name="connsiteY486" fmla="*/ 4830473 h 6858000"/>
              <a:gd name="connsiteX487" fmla="*/ 3590475 w 7467600"/>
              <a:gd name="connsiteY487" fmla="*/ 4597974 h 6858000"/>
              <a:gd name="connsiteX488" fmla="*/ 3100264 w 7467600"/>
              <a:gd name="connsiteY488" fmla="*/ 4579845 h 6858000"/>
              <a:gd name="connsiteX489" fmla="*/ 2183576 w 7467600"/>
              <a:gd name="connsiteY489" fmla="*/ 4227150 h 6858000"/>
              <a:gd name="connsiteX490" fmla="*/ 2151029 w 7467600"/>
              <a:gd name="connsiteY490" fmla="*/ 4146947 h 6858000"/>
              <a:gd name="connsiteX491" fmla="*/ 3563434 w 7467600"/>
              <a:gd name="connsiteY491" fmla="*/ 4469115 h 6858000"/>
              <a:gd name="connsiteX492" fmla="*/ 3177952 w 7467600"/>
              <a:gd name="connsiteY492" fmla="*/ 3657386 h 6858000"/>
              <a:gd name="connsiteX493" fmla="*/ 3189263 w 7467600"/>
              <a:gd name="connsiteY493" fmla="*/ 3625726 h 6858000"/>
              <a:gd name="connsiteX494" fmla="*/ 3560912 w 7467600"/>
              <a:gd name="connsiteY494" fmla="*/ 4079863 h 6858000"/>
              <a:gd name="connsiteX495" fmla="*/ 3626636 w 7467600"/>
              <a:gd name="connsiteY495" fmla="*/ 4512230 h 6858000"/>
              <a:gd name="connsiteX496" fmla="*/ 3653088 w 7467600"/>
              <a:gd name="connsiteY496" fmla="*/ 4521417 h 6858000"/>
              <a:gd name="connsiteX497" fmla="*/ 3988128 w 7467600"/>
              <a:gd name="connsiteY497" fmla="*/ 4817267 h 6858000"/>
              <a:gd name="connsiteX498" fmla="*/ 4830582 w 7467600"/>
              <a:gd name="connsiteY498" fmla="*/ 4676000 h 6858000"/>
              <a:gd name="connsiteX499" fmla="*/ 4830100 w 7467600"/>
              <a:gd name="connsiteY499" fmla="*/ 4675554 h 6858000"/>
              <a:gd name="connsiteX500" fmla="*/ 4036318 w 7467600"/>
              <a:gd name="connsiteY500" fmla="*/ 4147013 h 6858000"/>
              <a:gd name="connsiteX501" fmla="*/ 3432098 w 7467600"/>
              <a:gd name="connsiteY501" fmla="*/ 3537312 h 6858000"/>
              <a:gd name="connsiteX502" fmla="*/ 3446761 w 7467600"/>
              <a:gd name="connsiteY502" fmla="*/ 3461278 h 6858000"/>
              <a:gd name="connsiteX503" fmla="*/ 4419733 w 7467600"/>
              <a:gd name="connsiteY503" fmla="*/ 3963555 h 6858000"/>
              <a:gd name="connsiteX504" fmla="*/ 4781371 w 7467600"/>
              <a:gd name="connsiteY504" fmla="*/ 4458604 h 6858000"/>
              <a:gd name="connsiteX505" fmla="*/ 4780440 w 7467600"/>
              <a:gd name="connsiteY505" fmla="*/ 4470290 h 6858000"/>
              <a:gd name="connsiteX506" fmla="*/ 4898954 w 7467600"/>
              <a:gd name="connsiteY506" fmla="*/ 4662092 h 6858000"/>
              <a:gd name="connsiteX507" fmla="*/ 4900699 w 7467600"/>
              <a:gd name="connsiteY507" fmla="*/ 4670867 h 6858000"/>
              <a:gd name="connsiteX508" fmla="*/ 5714511 w 7467600"/>
              <a:gd name="connsiteY508" fmla="*/ 4663483 h 6858000"/>
              <a:gd name="connsiteX509" fmla="*/ 5464793 w 7467600"/>
              <a:gd name="connsiteY509" fmla="*/ 4393556 h 6858000"/>
              <a:gd name="connsiteX510" fmla="*/ 5461897 w 7467600"/>
              <a:gd name="connsiteY510" fmla="*/ 4390879 h 6858000"/>
              <a:gd name="connsiteX511" fmla="*/ 4294126 w 7467600"/>
              <a:gd name="connsiteY511" fmla="*/ 3303048 h 6858000"/>
              <a:gd name="connsiteX512" fmla="*/ 4305321 w 7467600"/>
              <a:gd name="connsiteY512" fmla="*/ 3256953 h 6858000"/>
              <a:gd name="connsiteX513" fmla="*/ 4949299 w 7467600"/>
              <a:gd name="connsiteY513" fmla="*/ 3766336 h 6858000"/>
              <a:gd name="connsiteX514" fmla="*/ 5291452 w 7467600"/>
              <a:gd name="connsiteY514" fmla="*/ 4076801 h 6858000"/>
              <a:gd name="connsiteX515" fmla="*/ 5434998 w 7467600"/>
              <a:gd name="connsiteY515" fmla="*/ 4254100 h 6858000"/>
              <a:gd name="connsiteX516" fmla="*/ 5351015 w 7467600"/>
              <a:gd name="connsiteY516" fmla="*/ 3760989 h 6858000"/>
              <a:gd name="connsiteX517" fmla="*/ 5413780 w 7467600"/>
              <a:gd name="connsiteY517" fmla="*/ 2966265 h 6858000"/>
              <a:gd name="connsiteX518" fmla="*/ 5425627 w 7467600"/>
              <a:gd name="connsiteY518" fmla="*/ 2954192 h 6858000"/>
              <a:gd name="connsiteX519" fmla="*/ 6604735 w 7467600"/>
              <a:gd name="connsiteY519" fmla="*/ 2041381 h 6858000"/>
              <a:gd name="connsiteX520" fmla="*/ 7204487 w 7467600"/>
              <a:gd name="connsiteY520" fmla="*/ 2742112 h 6858000"/>
              <a:gd name="connsiteX521" fmla="*/ 7131592 w 7467600"/>
              <a:gd name="connsiteY521" fmla="*/ 2672096 h 6858000"/>
              <a:gd name="connsiteX522" fmla="*/ 6996344 w 7467600"/>
              <a:gd name="connsiteY522" fmla="*/ 2518310 h 6858000"/>
              <a:gd name="connsiteX523" fmla="*/ 6735495 w 7467600"/>
              <a:gd name="connsiteY523" fmla="*/ 2196890 h 6858000"/>
              <a:gd name="connsiteX524" fmla="*/ 6721901 w 7467600"/>
              <a:gd name="connsiteY524" fmla="*/ 2179274 h 6858000"/>
              <a:gd name="connsiteX525" fmla="*/ 6604735 w 7467600"/>
              <a:gd name="connsiteY525" fmla="*/ 2041381 h 6858000"/>
              <a:gd name="connsiteX526" fmla="*/ 6591670 w 7467600"/>
              <a:gd name="connsiteY526" fmla="*/ 1988277 h 6858000"/>
              <a:gd name="connsiteX527" fmla="*/ 6747349 w 7467600"/>
              <a:gd name="connsiteY527" fmla="*/ 2160069 h 6858000"/>
              <a:gd name="connsiteX528" fmla="*/ 6760943 w 7467600"/>
              <a:gd name="connsiteY528" fmla="*/ 2177686 h 6858000"/>
              <a:gd name="connsiteX529" fmla="*/ 7021065 w 7467600"/>
              <a:gd name="connsiteY529" fmla="*/ 2498102 h 6858000"/>
              <a:gd name="connsiteX530" fmla="*/ 7155223 w 7467600"/>
              <a:gd name="connsiteY530" fmla="*/ 2650386 h 6858000"/>
              <a:gd name="connsiteX531" fmla="*/ 7203167 w 7467600"/>
              <a:gd name="connsiteY531" fmla="*/ 2697288 h 6858000"/>
              <a:gd name="connsiteX532" fmla="*/ 6937703 w 7467600"/>
              <a:gd name="connsiteY532" fmla="*/ 2321981 h 6858000"/>
              <a:gd name="connsiteX533" fmla="*/ 6591670 w 7467600"/>
              <a:gd name="connsiteY533" fmla="*/ 1988277 h 6858000"/>
              <a:gd name="connsiteX534" fmla="*/ 5798671 w 7467600"/>
              <a:gd name="connsiteY534" fmla="*/ 1981601 h 6858000"/>
              <a:gd name="connsiteX535" fmla="*/ 5754709 w 7467600"/>
              <a:gd name="connsiteY535" fmla="*/ 2071454 h 6858000"/>
              <a:gd name="connsiteX536" fmla="*/ 5763044 w 7467600"/>
              <a:gd name="connsiteY536" fmla="*/ 2842206 h 6858000"/>
              <a:gd name="connsiteX537" fmla="*/ 5764974 w 7467600"/>
              <a:gd name="connsiteY537" fmla="*/ 2799609 h 6858000"/>
              <a:gd name="connsiteX538" fmla="*/ 5767665 w 7467600"/>
              <a:gd name="connsiteY538" fmla="*/ 2666409 h 6858000"/>
              <a:gd name="connsiteX539" fmla="*/ 5763055 w 7467600"/>
              <a:gd name="connsiteY539" fmla="*/ 2579705 h 6858000"/>
              <a:gd name="connsiteX540" fmla="*/ 5758079 w 7467600"/>
              <a:gd name="connsiteY540" fmla="*/ 2492508 h 6858000"/>
              <a:gd name="connsiteX541" fmla="*/ 5779325 w 7467600"/>
              <a:gd name="connsiteY541" fmla="*/ 2197069 h 6858000"/>
              <a:gd name="connsiteX542" fmla="*/ 5798671 w 7467600"/>
              <a:gd name="connsiteY542" fmla="*/ 1981601 h 6858000"/>
              <a:gd name="connsiteX543" fmla="*/ 5829202 w 7467600"/>
              <a:gd name="connsiteY543" fmla="*/ 1971679 h 6858000"/>
              <a:gd name="connsiteX544" fmla="*/ 5809558 w 7467600"/>
              <a:gd name="connsiteY544" fmla="*/ 2198043 h 6858000"/>
              <a:gd name="connsiteX545" fmla="*/ 5788653 w 7467600"/>
              <a:gd name="connsiteY545" fmla="*/ 2489430 h 6858000"/>
              <a:gd name="connsiteX546" fmla="*/ 5793439 w 7467600"/>
              <a:gd name="connsiteY546" fmla="*/ 2575235 h 6858000"/>
              <a:gd name="connsiteX547" fmla="*/ 5796837 w 7467600"/>
              <a:gd name="connsiteY547" fmla="*/ 2637633 h 6858000"/>
              <a:gd name="connsiteX548" fmla="*/ 5818614 w 7467600"/>
              <a:gd name="connsiteY548" fmla="*/ 2473055 h 6858000"/>
              <a:gd name="connsiteX549" fmla="*/ 5829202 w 7467600"/>
              <a:gd name="connsiteY549" fmla="*/ 1971679 h 6858000"/>
              <a:gd name="connsiteX550" fmla="*/ 5911389 w 7467600"/>
              <a:gd name="connsiteY550" fmla="*/ 1898371 h 6858000"/>
              <a:gd name="connsiteX551" fmla="*/ 6237627 w 7467600"/>
              <a:gd name="connsiteY551" fmla="*/ 2231921 h 6858000"/>
              <a:gd name="connsiteX552" fmla="*/ 5911389 w 7467600"/>
              <a:gd name="connsiteY552" fmla="*/ 1898371 h 6858000"/>
              <a:gd name="connsiteX553" fmla="*/ 6944437 w 7467600"/>
              <a:gd name="connsiteY553" fmla="*/ 1575402 h 6858000"/>
              <a:gd name="connsiteX554" fmla="*/ 6304730 w 7467600"/>
              <a:gd name="connsiteY554" fmla="*/ 1766654 h 6858000"/>
              <a:gd name="connsiteX555" fmla="*/ 6944437 w 7467600"/>
              <a:gd name="connsiteY555" fmla="*/ 1575402 h 6858000"/>
              <a:gd name="connsiteX556" fmla="*/ 7019523 w 7467600"/>
              <a:gd name="connsiteY556" fmla="*/ 1519450 h 6858000"/>
              <a:gd name="connsiteX557" fmla="*/ 6298091 w 7467600"/>
              <a:gd name="connsiteY557" fmla="*/ 1737122 h 6858000"/>
              <a:gd name="connsiteX558" fmla="*/ 7019523 w 7467600"/>
              <a:gd name="connsiteY558" fmla="*/ 1519450 h 6858000"/>
              <a:gd name="connsiteX559" fmla="*/ 2399523 w 7467600"/>
              <a:gd name="connsiteY559" fmla="*/ 1428234 h 6858000"/>
              <a:gd name="connsiteX560" fmla="*/ 2224982 w 7467600"/>
              <a:gd name="connsiteY560" fmla="*/ 1826201 h 6858000"/>
              <a:gd name="connsiteX561" fmla="*/ 2096099 w 7467600"/>
              <a:gd name="connsiteY561" fmla="*/ 2345900 h 6858000"/>
              <a:gd name="connsiteX562" fmla="*/ 2283317 w 7467600"/>
              <a:gd name="connsiteY562" fmla="*/ 1796925 h 6858000"/>
              <a:gd name="connsiteX563" fmla="*/ 2399523 w 7467600"/>
              <a:gd name="connsiteY563" fmla="*/ 1428234 h 6858000"/>
              <a:gd name="connsiteX564" fmla="*/ 2448558 w 7467600"/>
              <a:gd name="connsiteY564" fmla="*/ 1373435 h 6858000"/>
              <a:gd name="connsiteX565" fmla="*/ 2312521 w 7467600"/>
              <a:gd name="connsiteY565" fmla="*/ 1806140 h 6858000"/>
              <a:gd name="connsiteX566" fmla="*/ 2127533 w 7467600"/>
              <a:gd name="connsiteY566" fmla="*/ 2348380 h 6858000"/>
              <a:gd name="connsiteX567" fmla="*/ 2358080 w 7467600"/>
              <a:gd name="connsiteY567" fmla="*/ 1866134 h 6858000"/>
              <a:gd name="connsiteX568" fmla="*/ 2407436 w 7467600"/>
              <a:gd name="connsiteY568" fmla="*/ 1651070 h 6858000"/>
              <a:gd name="connsiteX569" fmla="*/ 2448558 w 7467600"/>
              <a:gd name="connsiteY569" fmla="*/ 1373435 h 6858000"/>
              <a:gd name="connsiteX570" fmla="*/ 278707 w 7467600"/>
              <a:gd name="connsiteY570" fmla="*/ 1352270 h 6858000"/>
              <a:gd name="connsiteX571" fmla="*/ 321570 w 7467600"/>
              <a:gd name="connsiteY571" fmla="*/ 1861610 h 6858000"/>
              <a:gd name="connsiteX572" fmla="*/ 294281 w 7467600"/>
              <a:gd name="connsiteY572" fmla="*/ 1440658 h 6858000"/>
              <a:gd name="connsiteX573" fmla="*/ 278707 w 7467600"/>
              <a:gd name="connsiteY573" fmla="*/ 1352270 h 6858000"/>
              <a:gd name="connsiteX574" fmla="*/ 1423821 w 7467600"/>
              <a:gd name="connsiteY574" fmla="*/ 1351958 h 6858000"/>
              <a:gd name="connsiteX575" fmla="*/ 1638521 w 7467600"/>
              <a:gd name="connsiteY575" fmla="*/ 1908470 h 6858000"/>
              <a:gd name="connsiteX576" fmla="*/ 1754199 w 7467600"/>
              <a:gd name="connsiteY576" fmla="*/ 2149284 h 6858000"/>
              <a:gd name="connsiteX577" fmla="*/ 1908359 w 7467600"/>
              <a:gd name="connsiteY577" fmla="*/ 2364988 h 6858000"/>
              <a:gd name="connsiteX578" fmla="*/ 1647661 w 7467600"/>
              <a:gd name="connsiteY578" fmla="*/ 1825945 h 6858000"/>
              <a:gd name="connsiteX579" fmla="*/ 1423821 w 7467600"/>
              <a:gd name="connsiteY579" fmla="*/ 1351958 h 6858000"/>
              <a:gd name="connsiteX580" fmla="*/ 1431890 w 7467600"/>
              <a:gd name="connsiteY580" fmla="*/ 1306475 h 6858000"/>
              <a:gd name="connsiteX581" fmla="*/ 1507597 w 7467600"/>
              <a:gd name="connsiteY581" fmla="*/ 1446132 h 6858000"/>
              <a:gd name="connsiteX582" fmla="*/ 1674586 w 7467600"/>
              <a:gd name="connsiteY582" fmla="*/ 1813832 h 6858000"/>
              <a:gd name="connsiteX583" fmla="*/ 1815950 w 7467600"/>
              <a:gd name="connsiteY583" fmla="*/ 2128564 h 6858000"/>
              <a:gd name="connsiteX584" fmla="*/ 1984242 w 7467600"/>
              <a:gd name="connsiteY584" fmla="*/ 2430829 h 6858000"/>
              <a:gd name="connsiteX585" fmla="*/ 2014023 w 7467600"/>
              <a:gd name="connsiteY585" fmla="*/ 2450995 h 6858000"/>
              <a:gd name="connsiteX586" fmla="*/ 1747337 w 7467600"/>
              <a:gd name="connsiteY586" fmla="*/ 1855264 h 6858000"/>
              <a:gd name="connsiteX587" fmla="*/ 1533749 w 7467600"/>
              <a:gd name="connsiteY587" fmla="*/ 1478656 h 6858000"/>
              <a:gd name="connsiteX588" fmla="*/ 1431890 w 7467600"/>
              <a:gd name="connsiteY588" fmla="*/ 1306475 h 6858000"/>
              <a:gd name="connsiteX589" fmla="*/ 5052692 w 7467600"/>
              <a:gd name="connsiteY589" fmla="*/ 1292994 h 6858000"/>
              <a:gd name="connsiteX590" fmla="*/ 5200661 w 7467600"/>
              <a:gd name="connsiteY590" fmla="*/ 1635186 h 6858000"/>
              <a:gd name="connsiteX591" fmla="*/ 5297138 w 7467600"/>
              <a:gd name="connsiteY591" fmla="*/ 1906351 h 6858000"/>
              <a:gd name="connsiteX592" fmla="*/ 5052692 w 7467600"/>
              <a:gd name="connsiteY592" fmla="*/ 1292994 h 6858000"/>
              <a:gd name="connsiteX593" fmla="*/ 5009948 w 7467600"/>
              <a:gd name="connsiteY593" fmla="*/ 1273619 h 6858000"/>
              <a:gd name="connsiteX594" fmla="*/ 5121777 w 7467600"/>
              <a:gd name="connsiteY594" fmla="*/ 1654213 h 6858000"/>
              <a:gd name="connsiteX595" fmla="*/ 5293545 w 7467600"/>
              <a:gd name="connsiteY595" fmla="*/ 2072247 h 6858000"/>
              <a:gd name="connsiteX596" fmla="*/ 5294042 w 7467600"/>
              <a:gd name="connsiteY596" fmla="*/ 2065019 h 6858000"/>
              <a:gd name="connsiteX597" fmla="*/ 5171936 w 7467600"/>
              <a:gd name="connsiteY597" fmla="*/ 1647613 h 6858000"/>
              <a:gd name="connsiteX598" fmla="*/ 5009948 w 7467600"/>
              <a:gd name="connsiteY598" fmla="*/ 1273619 h 6858000"/>
              <a:gd name="connsiteX599" fmla="*/ 655236 w 7467600"/>
              <a:gd name="connsiteY599" fmla="*/ 1268632 h 6858000"/>
              <a:gd name="connsiteX600" fmla="*/ 839521 w 7467600"/>
              <a:gd name="connsiteY600" fmla="*/ 1685315 h 6858000"/>
              <a:gd name="connsiteX601" fmla="*/ 1109416 w 7467600"/>
              <a:gd name="connsiteY601" fmla="*/ 2061663 h 6858000"/>
              <a:gd name="connsiteX602" fmla="*/ 1298300 w 7467600"/>
              <a:gd name="connsiteY602" fmla="*/ 2247742 h 6858000"/>
              <a:gd name="connsiteX603" fmla="*/ 1125871 w 7467600"/>
              <a:gd name="connsiteY603" fmla="*/ 1989513 h 6858000"/>
              <a:gd name="connsiteX604" fmla="*/ 981574 w 7467600"/>
              <a:gd name="connsiteY604" fmla="*/ 1783157 h 6858000"/>
              <a:gd name="connsiteX605" fmla="*/ 922198 w 7467600"/>
              <a:gd name="connsiteY605" fmla="*/ 1677437 h 6858000"/>
              <a:gd name="connsiteX606" fmla="*/ 869293 w 7467600"/>
              <a:gd name="connsiteY606" fmla="*/ 1583214 h 6858000"/>
              <a:gd name="connsiteX607" fmla="*/ 751431 w 7467600"/>
              <a:gd name="connsiteY607" fmla="*/ 1405731 h 6858000"/>
              <a:gd name="connsiteX608" fmla="*/ 655236 w 7467600"/>
              <a:gd name="connsiteY608" fmla="*/ 1268632 h 6858000"/>
              <a:gd name="connsiteX609" fmla="*/ 6516292 w 7467600"/>
              <a:gd name="connsiteY609" fmla="*/ 1263064 h 6858000"/>
              <a:gd name="connsiteX610" fmla="*/ 5736320 w 7467600"/>
              <a:gd name="connsiteY610" fmla="*/ 1501803 h 6858000"/>
              <a:gd name="connsiteX611" fmla="*/ 6516292 w 7467600"/>
              <a:gd name="connsiteY611" fmla="*/ 1263064 h 6858000"/>
              <a:gd name="connsiteX612" fmla="*/ 291466 w 7467600"/>
              <a:gd name="connsiteY612" fmla="*/ 1250369 h 6858000"/>
              <a:gd name="connsiteX613" fmla="*/ 323180 w 7467600"/>
              <a:gd name="connsiteY613" fmla="*/ 1435283 h 6858000"/>
              <a:gd name="connsiteX614" fmla="*/ 349381 w 7467600"/>
              <a:gd name="connsiteY614" fmla="*/ 1875041 h 6858000"/>
              <a:gd name="connsiteX615" fmla="*/ 374363 w 7467600"/>
              <a:gd name="connsiteY615" fmla="*/ 1506494 h 6858000"/>
              <a:gd name="connsiteX616" fmla="*/ 302168 w 7467600"/>
              <a:gd name="connsiteY616" fmla="*/ 1274495 h 6858000"/>
              <a:gd name="connsiteX617" fmla="*/ 291466 w 7467600"/>
              <a:gd name="connsiteY617" fmla="*/ 1250369 h 6858000"/>
              <a:gd name="connsiteX618" fmla="*/ 678222 w 7467600"/>
              <a:gd name="connsiteY618" fmla="*/ 1248670 h 6858000"/>
              <a:gd name="connsiteX619" fmla="*/ 775536 w 7467600"/>
              <a:gd name="connsiteY619" fmla="*/ 1388015 h 6858000"/>
              <a:gd name="connsiteX620" fmla="*/ 894529 w 7467600"/>
              <a:gd name="connsiteY620" fmla="*/ 1567739 h 6858000"/>
              <a:gd name="connsiteX621" fmla="*/ 948000 w 7467600"/>
              <a:gd name="connsiteY621" fmla="*/ 1663088 h 6858000"/>
              <a:gd name="connsiteX622" fmla="*/ 1006812 w 7467600"/>
              <a:gd name="connsiteY622" fmla="*/ 1767683 h 6858000"/>
              <a:gd name="connsiteX623" fmla="*/ 1149133 w 7467600"/>
              <a:gd name="connsiteY623" fmla="*/ 1971513 h 6858000"/>
              <a:gd name="connsiteX624" fmla="*/ 1333952 w 7467600"/>
              <a:gd name="connsiteY624" fmla="*/ 2251620 h 6858000"/>
              <a:gd name="connsiteX625" fmla="*/ 1337329 w 7467600"/>
              <a:gd name="connsiteY625" fmla="*/ 2258350 h 6858000"/>
              <a:gd name="connsiteX626" fmla="*/ 1014726 w 7467600"/>
              <a:gd name="connsiteY626" fmla="*/ 1615556 h 6858000"/>
              <a:gd name="connsiteX627" fmla="*/ 678222 w 7467600"/>
              <a:gd name="connsiteY627" fmla="*/ 1248670 h 6858000"/>
              <a:gd name="connsiteX628" fmla="*/ 6691602 w 7467600"/>
              <a:gd name="connsiteY628" fmla="*/ 1140573 h 6858000"/>
              <a:gd name="connsiteX629" fmla="*/ 6571100 w 7467600"/>
              <a:gd name="connsiteY629" fmla="*/ 1183662 h 6858000"/>
              <a:gd name="connsiteX630" fmla="*/ 6241687 w 7467600"/>
              <a:gd name="connsiteY630" fmla="*/ 1257600 h 6858000"/>
              <a:gd name="connsiteX631" fmla="*/ 5693009 w 7467600"/>
              <a:gd name="connsiteY631" fmla="*/ 1478256 h 6858000"/>
              <a:gd name="connsiteX632" fmla="*/ 6548420 w 7467600"/>
              <a:gd name="connsiteY632" fmla="*/ 1214599 h 6858000"/>
              <a:gd name="connsiteX633" fmla="*/ 6605473 w 7467600"/>
              <a:gd name="connsiteY633" fmla="*/ 1184686 h 6858000"/>
              <a:gd name="connsiteX634" fmla="*/ 6691602 w 7467600"/>
              <a:gd name="connsiteY634" fmla="*/ 1140573 h 6858000"/>
              <a:gd name="connsiteX635" fmla="*/ 4002475 w 7467600"/>
              <a:gd name="connsiteY635" fmla="*/ 1037802 h 6858000"/>
              <a:gd name="connsiteX636" fmla="*/ 4000324 w 7467600"/>
              <a:gd name="connsiteY636" fmla="*/ 1039362 h 6858000"/>
              <a:gd name="connsiteX637" fmla="*/ 4002862 w 7467600"/>
              <a:gd name="connsiteY637" fmla="*/ 1042866 h 6858000"/>
              <a:gd name="connsiteX638" fmla="*/ 4002475 w 7467600"/>
              <a:gd name="connsiteY638" fmla="*/ 1037802 h 6858000"/>
              <a:gd name="connsiteX639" fmla="*/ 506322 w 7467600"/>
              <a:gd name="connsiteY639" fmla="*/ 1020997 h 6858000"/>
              <a:gd name="connsiteX640" fmla="*/ 533068 w 7467600"/>
              <a:gd name="connsiteY640" fmla="*/ 1029409 h 6858000"/>
              <a:gd name="connsiteX641" fmla="*/ 1232525 w 7467600"/>
              <a:gd name="connsiteY641" fmla="*/ 1804675 h 6858000"/>
              <a:gd name="connsiteX642" fmla="*/ 1388858 w 7467600"/>
              <a:gd name="connsiteY642" fmla="*/ 2368011 h 6858000"/>
              <a:gd name="connsiteX643" fmla="*/ 1384098 w 7467600"/>
              <a:gd name="connsiteY643" fmla="*/ 2378125 h 6858000"/>
              <a:gd name="connsiteX644" fmla="*/ 1425393 w 7467600"/>
              <a:gd name="connsiteY644" fmla="*/ 2589124 h 6858000"/>
              <a:gd name="connsiteX645" fmla="*/ 1424001 w 7467600"/>
              <a:gd name="connsiteY645" fmla="*/ 2597541 h 6858000"/>
              <a:gd name="connsiteX646" fmla="*/ 2152729 w 7467600"/>
              <a:gd name="connsiteY646" fmla="*/ 2864487 h 6858000"/>
              <a:gd name="connsiteX647" fmla="*/ 2020609 w 7467600"/>
              <a:gd name="connsiteY647" fmla="*/ 2539671 h 6858000"/>
              <a:gd name="connsiteX648" fmla="*/ 2018920 w 7467600"/>
              <a:gd name="connsiteY648" fmla="*/ 2536309 h 6858000"/>
              <a:gd name="connsiteX649" fmla="*/ 1342441 w 7467600"/>
              <a:gd name="connsiteY649" fmla="*/ 1173017 h 6858000"/>
              <a:gd name="connsiteX650" fmla="*/ 1367925 w 7467600"/>
              <a:gd name="connsiteY650" fmla="*/ 1135648 h 6858000"/>
              <a:gd name="connsiteX651" fmla="*/ 1771401 w 7467600"/>
              <a:gd name="connsiteY651" fmla="*/ 1806673 h 6858000"/>
              <a:gd name="connsiteX652" fmla="*/ 1972385 w 7467600"/>
              <a:gd name="connsiteY652" fmla="*/ 2198735 h 6858000"/>
              <a:gd name="connsiteX653" fmla="*/ 2040892 w 7467600"/>
              <a:gd name="connsiteY653" fmla="*/ 2405205 h 6858000"/>
              <a:gd name="connsiteX654" fmla="*/ 2131689 w 7467600"/>
              <a:gd name="connsiteY654" fmla="*/ 1936926 h 6858000"/>
              <a:gd name="connsiteX655" fmla="*/ 2454820 w 7467600"/>
              <a:gd name="connsiteY655" fmla="*/ 1248808 h 6858000"/>
              <a:gd name="connsiteX656" fmla="*/ 2492512 w 7467600"/>
              <a:gd name="connsiteY656" fmla="*/ 1302920 h 6858000"/>
              <a:gd name="connsiteX657" fmla="*/ 2081216 w 7467600"/>
              <a:gd name="connsiteY657" fmla="*/ 2527513 h 6858000"/>
              <a:gd name="connsiteX658" fmla="*/ 2081211 w 7467600"/>
              <a:gd name="connsiteY658" fmla="*/ 2528916 h 6858000"/>
              <a:gd name="connsiteX659" fmla="*/ 2199067 w 7467600"/>
              <a:gd name="connsiteY659" fmla="*/ 2884061 h 6858000"/>
              <a:gd name="connsiteX660" fmla="*/ 3192586 w 7467600"/>
              <a:gd name="connsiteY660" fmla="*/ 3411496 h 6858000"/>
              <a:gd name="connsiteX661" fmla="*/ 3182620 w 7467600"/>
              <a:gd name="connsiteY661" fmla="*/ 3483279 h 6858000"/>
              <a:gd name="connsiteX662" fmla="*/ 2435119 w 7467600"/>
              <a:gd name="connsiteY662" fmla="*/ 3080173 h 6858000"/>
              <a:gd name="connsiteX663" fmla="*/ 2410152 w 7467600"/>
              <a:gd name="connsiteY663" fmla="*/ 3063751 h 6858000"/>
              <a:gd name="connsiteX664" fmla="*/ 2408099 w 7467600"/>
              <a:gd name="connsiteY664" fmla="*/ 3064403 h 6858000"/>
              <a:gd name="connsiteX665" fmla="*/ 2407218 w 7467600"/>
              <a:gd name="connsiteY665" fmla="*/ 3070324 h 6858000"/>
              <a:gd name="connsiteX666" fmla="*/ 2380138 w 7467600"/>
              <a:gd name="connsiteY666" fmla="*/ 3099341 h 6858000"/>
              <a:gd name="connsiteX667" fmla="*/ 1765923 w 7467600"/>
              <a:gd name="connsiteY667" fmla="*/ 3581043 h 6858000"/>
              <a:gd name="connsiteX668" fmla="*/ 1702258 w 7467600"/>
              <a:gd name="connsiteY668" fmla="*/ 3612286 h 6858000"/>
              <a:gd name="connsiteX669" fmla="*/ 1538370 w 7467600"/>
              <a:gd name="connsiteY669" fmla="*/ 3811804 h 6858000"/>
              <a:gd name="connsiteX670" fmla="*/ 542867 w 7467600"/>
              <a:gd name="connsiteY670" fmla="*/ 4944092 h 6858000"/>
              <a:gd name="connsiteX671" fmla="*/ 515800 w 7467600"/>
              <a:gd name="connsiteY671" fmla="*/ 4862180 h 6858000"/>
              <a:gd name="connsiteX672" fmla="*/ 909145 w 7467600"/>
              <a:gd name="connsiteY672" fmla="*/ 4199225 h 6858000"/>
              <a:gd name="connsiteX673" fmla="*/ 1214067 w 7467600"/>
              <a:gd name="connsiteY673" fmla="*/ 3908561 h 6858000"/>
              <a:gd name="connsiteX674" fmla="*/ 640967 w 7467600"/>
              <a:gd name="connsiteY674" fmla="*/ 4105601 h 6858000"/>
              <a:gd name="connsiteX675" fmla="*/ 112563 w 7467600"/>
              <a:gd name="connsiteY675" fmla="*/ 4396952 h 6858000"/>
              <a:gd name="connsiteX676" fmla="*/ 0 w 7467600"/>
              <a:gd name="connsiteY676" fmla="*/ 4466006 h 6858000"/>
              <a:gd name="connsiteX677" fmla="*/ 0 w 7467600"/>
              <a:gd name="connsiteY677" fmla="*/ 4233763 h 6858000"/>
              <a:gd name="connsiteX678" fmla="*/ 36881 w 7467600"/>
              <a:gd name="connsiteY678" fmla="*/ 4200118 h 6858000"/>
              <a:gd name="connsiteX679" fmla="*/ 910534 w 7467600"/>
              <a:gd name="connsiteY679" fmla="*/ 3629753 h 6858000"/>
              <a:gd name="connsiteX680" fmla="*/ 1578717 w 7467600"/>
              <a:gd name="connsiteY680" fmla="*/ 3575982 h 6858000"/>
              <a:gd name="connsiteX681" fmla="*/ 2338780 w 7467600"/>
              <a:gd name="connsiteY681" fmla="*/ 3033725 h 6858000"/>
              <a:gd name="connsiteX682" fmla="*/ 1807991 w 7467600"/>
              <a:gd name="connsiteY682" fmla="*/ 2807184 h 6858000"/>
              <a:gd name="connsiteX683" fmla="*/ 1416358 w 7467600"/>
              <a:gd name="connsiteY683" fmla="*/ 3112571 h 6858000"/>
              <a:gd name="connsiteX684" fmla="*/ 939066 w 7467600"/>
              <a:gd name="connsiteY684" fmla="*/ 3378798 h 6858000"/>
              <a:gd name="connsiteX685" fmla="*/ 115099 w 7467600"/>
              <a:gd name="connsiteY685" fmla="*/ 3607650 h 6858000"/>
              <a:gd name="connsiteX686" fmla="*/ 97284 w 7467600"/>
              <a:gd name="connsiteY686" fmla="*/ 3520393 h 6858000"/>
              <a:gd name="connsiteX687" fmla="*/ 922050 w 7467600"/>
              <a:gd name="connsiteY687" fmla="*/ 3074867 h 6858000"/>
              <a:gd name="connsiteX688" fmla="*/ 1405265 w 7467600"/>
              <a:gd name="connsiteY688" fmla="*/ 3016319 h 6858000"/>
              <a:gd name="connsiteX689" fmla="*/ 1407512 w 7467600"/>
              <a:gd name="connsiteY689" fmla="*/ 3018001 h 6858000"/>
              <a:gd name="connsiteX690" fmla="*/ 1726266 w 7467600"/>
              <a:gd name="connsiteY690" fmla="*/ 2777274 h 6858000"/>
              <a:gd name="connsiteX691" fmla="*/ 625390 w 7467600"/>
              <a:gd name="connsiteY691" fmla="*/ 2514541 h 6858000"/>
              <a:gd name="connsiteX692" fmla="*/ 619799 w 7467600"/>
              <a:gd name="connsiteY692" fmla="*/ 2527180 h 6858000"/>
              <a:gd name="connsiteX693" fmla="*/ 310030 w 7467600"/>
              <a:gd name="connsiteY693" fmla="*/ 2771818 h 6858000"/>
              <a:gd name="connsiteX694" fmla="*/ 173877 w 7467600"/>
              <a:gd name="connsiteY694" fmla="*/ 2937056 h 6858000"/>
              <a:gd name="connsiteX695" fmla="*/ 77889 w 7467600"/>
              <a:gd name="connsiteY695" fmla="*/ 3138440 h 6858000"/>
              <a:gd name="connsiteX696" fmla="*/ 0 w 7467600"/>
              <a:gd name="connsiteY696" fmla="*/ 3271395 h 6858000"/>
              <a:gd name="connsiteX697" fmla="*/ 0 w 7467600"/>
              <a:gd name="connsiteY697" fmla="*/ 3153002 h 6858000"/>
              <a:gd name="connsiteX698" fmla="*/ 2386 w 7467600"/>
              <a:gd name="connsiteY698" fmla="*/ 3149203 h 6858000"/>
              <a:gd name="connsiteX699" fmla="*/ 89753 w 7467600"/>
              <a:gd name="connsiteY699" fmla="*/ 2987702 h 6858000"/>
              <a:gd name="connsiteX700" fmla="*/ 76869 w 7467600"/>
              <a:gd name="connsiteY700" fmla="*/ 3005404 h 6858000"/>
              <a:gd name="connsiteX701" fmla="*/ 32049 w 7467600"/>
              <a:gd name="connsiteY701" fmla="*/ 3065814 h 6858000"/>
              <a:gd name="connsiteX702" fmla="*/ 0 w 7467600"/>
              <a:gd name="connsiteY702" fmla="*/ 3108744 h 6858000"/>
              <a:gd name="connsiteX703" fmla="*/ 0 w 7467600"/>
              <a:gd name="connsiteY703" fmla="*/ 3058059 h 6858000"/>
              <a:gd name="connsiteX704" fmla="*/ 7610 w 7467600"/>
              <a:gd name="connsiteY704" fmla="*/ 3047889 h 6858000"/>
              <a:gd name="connsiteX705" fmla="*/ 52419 w 7467600"/>
              <a:gd name="connsiteY705" fmla="*/ 2987479 h 6858000"/>
              <a:gd name="connsiteX706" fmla="*/ 59142 w 7467600"/>
              <a:gd name="connsiteY706" fmla="*/ 2978488 h 6858000"/>
              <a:gd name="connsiteX707" fmla="*/ 0 w 7467600"/>
              <a:gd name="connsiteY707" fmla="*/ 3015334 h 6858000"/>
              <a:gd name="connsiteX708" fmla="*/ 0 w 7467600"/>
              <a:gd name="connsiteY708" fmla="*/ 2914286 h 6858000"/>
              <a:gd name="connsiteX709" fmla="*/ 36383 w 7467600"/>
              <a:gd name="connsiteY709" fmla="*/ 2901128 h 6858000"/>
              <a:gd name="connsiteX710" fmla="*/ 156329 w 7467600"/>
              <a:gd name="connsiteY710" fmla="*/ 2840533 h 6858000"/>
              <a:gd name="connsiteX711" fmla="*/ 358355 w 7467600"/>
              <a:gd name="connsiteY711" fmla="*/ 2620471 h 6858000"/>
              <a:gd name="connsiteX712" fmla="*/ 510577 w 7467600"/>
              <a:gd name="connsiteY712" fmla="*/ 2501244 h 6858000"/>
              <a:gd name="connsiteX713" fmla="*/ 211967 w 7467600"/>
              <a:gd name="connsiteY713" fmla="*/ 2479171 h 6858000"/>
              <a:gd name="connsiteX714" fmla="*/ 0 w 7467600"/>
              <a:gd name="connsiteY714" fmla="*/ 2476398 h 6858000"/>
              <a:gd name="connsiteX715" fmla="*/ 0 w 7467600"/>
              <a:gd name="connsiteY715" fmla="*/ 2389189 h 6858000"/>
              <a:gd name="connsiteX716" fmla="*/ 103062 w 7467600"/>
              <a:gd name="connsiteY716" fmla="*/ 2389518 h 6858000"/>
              <a:gd name="connsiteX717" fmla="*/ 510734 w 7467600"/>
              <a:gd name="connsiteY717" fmla="*/ 2416201 h 6858000"/>
              <a:gd name="connsiteX718" fmla="*/ 279257 w 7467600"/>
              <a:gd name="connsiteY718" fmla="*/ 2092102 h 6858000"/>
              <a:gd name="connsiteX719" fmla="*/ 65265 w 7467600"/>
              <a:gd name="connsiteY719" fmla="*/ 2006049 h 6858000"/>
              <a:gd name="connsiteX720" fmla="*/ 0 w 7467600"/>
              <a:gd name="connsiteY720" fmla="*/ 1982532 h 6858000"/>
              <a:gd name="connsiteX721" fmla="*/ 0 w 7467600"/>
              <a:gd name="connsiteY721" fmla="*/ 1912789 h 6858000"/>
              <a:gd name="connsiteX722" fmla="*/ 97460 w 7467600"/>
              <a:gd name="connsiteY722" fmla="*/ 1953725 h 6858000"/>
              <a:gd name="connsiteX723" fmla="*/ 221272 w 7467600"/>
              <a:gd name="connsiteY723" fmla="*/ 1980766 h 6858000"/>
              <a:gd name="connsiteX724" fmla="*/ 116765 w 7467600"/>
              <a:gd name="connsiteY724" fmla="*/ 1911033 h 6858000"/>
              <a:gd name="connsiteX725" fmla="*/ 16405 w 7467600"/>
              <a:gd name="connsiteY725" fmla="*/ 1803412 h 6858000"/>
              <a:gd name="connsiteX726" fmla="*/ 0 w 7467600"/>
              <a:gd name="connsiteY726" fmla="*/ 1784777 h 6858000"/>
              <a:gd name="connsiteX727" fmla="*/ 0 w 7467600"/>
              <a:gd name="connsiteY727" fmla="*/ 1740082 h 6858000"/>
              <a:gd name="connsiteX728" fmla="*/ 39394 w 7467600"/>
              <a:gd name="connsiteY728" fmla="*/ 1784856 h 6858000"/>
              <a:gd name="connsiteX729" fmla="*/ 135813 w 7467600"/>
              <a:gd name="connsiteY729" fmla="*/ 1888838 h 6858000"/>
              <a:gd name="connsiteX730" fmla="*/ 242575 w 7467600"/>
              <a:gd name="connsiteY730" fmla="*/ 1958841 h 6858000"/>
              <a:gd name="connsiteX731" fmla="*/ 82197 w 7467600"/>
              <a:gd name="connsiteY731" fmla="*/ 1754826 h 6858000"/>
              <a:gd name="connsiteX732" fmla="*/ 0 w 7467600"/>
              <a:gd name="connsiteY732" fmla="*/ 1679650 h 6858000"/>
              <a:gd name="connsiteX733" fmla="*/ 0 w 7467600"/>
              <a:gd name="connsiteY733" fmla="*/ 1602463 h 6858000"/>
              <a:gd name="connsiteX734" fmla="*/ 84689 w 7467600"/>
              <a:gd name="connsiteY734" fmla="*/ 1677442 h 6858000"/>
              <a:gd name="connsiteX735" fmla="*/ 298437 w 7467600"/>
              <a:gd name="connsiteY735" fmla="*/ 1968019 h 6858000"/>
              <a:gd name="connsiteX736" fmla="*/ 227269 w 7467600"/>
              <a:gd name="connsiteY736" fmla="*/ 1114064 h 6858000"/>
              <a:gd name="connsiteX737" fmla="*/ 248003 w 7467600"/>
              <a:gd name="connsiteY737" fmla="*/ 1089613 h 6858000"/>
              <a:gd name="connsiteX738" fmla="*/ 427020 w 7467600"/>
              <a:gd name="connsiteY738" fmla="*/ 1619803 h 6858000"/>
              <a:gd name="connsiteX739" fmla="*/ 340345 w 7467600"/>
              <a:gd name="connsiteY739" fmla="*/ 2027739 h 6858000"/>
              <a:gd name="connsiteX740" fmla="*/ 360865 w 7467600"/>
              <a:gd name="connsiteY740" fmla="*/ 2044827 h 6858000"/>
              <a:gd name="connsiteX741" fmla="*/ 560414 w 7467600"/>
              <a:gd name="connsiteY741" fmla="*/ 2421457 h 6858000"/>
              <a:gd name="connsiteX742" fmla="*/ 1359703 w 7467600"/>
              <a:gd name="connsiteY742" fmla="*/ 2578554 h 6858000"/>
              <a:gd name="connsiteX743" fmla="*/ 1359422 w 7467600"/>
              <a:gd name="connsiteY743" fmla="*/ 2577994 h 6858000"/>
              <a:gd name="connsiteX744" fmla="*/ 828701 w 7467600"/>
              <a:gd name="connsiteY744" fmla="*/ 1839520 h 6858000"/>
              <a:gd name="connsiteX745" fmla="*/ 494427 w 7467600"/>
              <a:gd name="connsiteY745" fmla="*/ 1092333 h 6858000"/>
              <a:gd name="connsiteX746" fmla="*/ 506322 w 7467600"/>
              <a:gd name="connsiteY746" fmla="*/ 1020997 h 6858000"/>
              <a:gd name="connsiteX747" fmla="*/ 4570198 w 7467600"/>
              <a:gd name="connsiteY747" fmla="*/ 978081 h 6858000"/>
              <a:gd name="connsiteX748" fmla="*/ 4523691 w 7467600"/>
              <a:gd name="connsiteY748" fmla="*/ 1127776 h 6858000"/>
              <a:gd name="connsiteX749" fmla="*/ 4509875 w 7467600"/>
              <a:gd name="connsiteY749" fmla="*/ 1167552 h 6858000"/>
              <a:gd name="connsiteX750" fmla="*/ 4478168 w 7467600"/>
              <a:gd name="connsiteY750" fmla="*/ 1260735 h 6858000"/>
              <a:gd name="connsiteX751" fmla="*/ 4409309 w 7467600"/>
              <a:gd name="connsiteY751" fmla="*/ 1666996 h 6858000"/>
              <a:gd name="connsiteX752" fmla="*/ 4370031 w 7467600"/>
              <a:gd name="connsiteY752" fmla="*/ 1955666 h 6858000"/>
              <a:gd name="connsiteX753" fmla="*/ 4570198 w 7467600"/>
              <a:gd name="connsiteY753" fmla="*/ 978081 h 6858000"/>
              <a:gd name="connsiteX754" fmla="*/ 4557898 w 7467600"/>
              <a:gd name="connsiteY754" fmla="*/ 900011 h 6858000"/>
              <a:gd name="connsiteX755" fmla="*/ 4344840 w 7467600"/>
              <a:gd name="connsiteY755" fmla="*/ 1922038 h 6858000"/>
              <a:gd name="connsiteX756" fmla="*/ 4378710 w 7467600"/>
              <a:gd name="connsiteY756" fmla="*/ 1665516 h 6858000"/>
              <a:gd name="connsiteX757" fmla="*/ 4448798 w 7467600"/>
              <a:gd name="connsiteY757" fmla="*/ 1253024 h 6858000"/>
              <a:gd name="connsiteX758" fmla="*/ 4480315 w 7467600"/>
              <a:gd name="connsiteY758" fmla="*/ 1158454 h 6858000"/>
              <a:gd name="connsiteX759" fmla="*/ 4494133 w 7467600"/>
              <a:gd name="connsiteY759" fmla="*/ 1118676 h 6858000"/>
              <a:gd name="connsiteX760" fmla="*/ 4557898 w 7467600"/>
              <a:gd name="connsiteY760" fmla="*/ 900011 h 6858000"/>
              <a:gd name="connsiteX761" fmla="*/ 5870151 w 7467600"/>
              <a:gd name="connsiteY761" fmla="*/ 898890 h 6858000"/>
              <a:gd name="connsiteX762" fmla="*/ 5861335 w 7467600"/>
              <a:gd name="connsiteY762" fmla="*/ 899177 h 6858000"/>
              <a:gd name="connsiteX763" fmla="*/ 5843702 w 7467600"/>
              <a:gd name="connsiteY763" fmla="*/ 899748 h 6858000"/>
              <a:gd name="connsiteX764" fmla="*/ 5651107 w 7467600"/>
              <a:gd name="connsiteY764" fmla="*/ 920306 h 6858000"/>
              <a:gd name="connsiteX765" fmla="*/ 5459407 w 7467600"/>
              <a:gd name="connsiteY765" fmla="*/ 940975 h 6858000"/>
              <a:gd name="connsiteX766" fmla="*/ 5374846 w 7467600"/>
              <a:gd name="connsiteY766" fmla="*/ 941988 h 6858000"/>
              <a:gd name="connsiteX767" fmla="*/ 5256105 w 7467600"/>
              <a:gd name="connsiteY767" fmla="*/ 945632 h 6858000"/>
              <a:gd name="connsiteX768" fmla="*/ 5107071 w 7467600"/>
              <a:gd name="connsiteY768" fmla="*/ 969720 h 6858000"/>
              <a:gd name="connsiteX769" fmla="*/ 4998681 w 7467600"/>
              <a:gd name="connsiteY769" fmla="*/ 988771 h 6858000"/>
              <a:gd name="connsiteX770" fmla="*/ 5870151 w 7467600"/>
              <a:gd name="connsiteY770" fmla="*/ 898890 h 6858000"/>
              <a:gd name="connsiteX771" fmla="*/ 5504425 w 7467600"/>
              <a:gd name="connsiteY771" fmla="*/ 848067 h 6858000"/>
              <a:gd name="connsiteX772" fmla="*/ 4968849 w 7467600"/>
              <a:gd name="connsiteY772" fmla="*/ 962318 h 6858000"/>
              <a:gd name="connsiteX773" fmla="*/ 5104039 w 7467600"/>
              <a:gd name="connsiteY773" fmla="*/ 940634 h 6858000"/>
              <a:gd name="connsiteX774" fmla="*/ 5256311 w 7467600"/>
              <a:gd name="connsiteY774" fmla="*/ 916490 h 6858000"/>
              <a:gd name="connsiteX775" fmla="*/ 5377381 w 7467600"/>
              <a:gd name="connsiteY775" fmla="*/ 912671 h 6858000"/>
              <a:gd name="connsiteX776" fmla="*/ 5460148 w 7467600"/>
              <a:gd name="connsiteY776" fmla="*/ 911442 h 6858000"/>
              <a:gd name="connsiteX777" fmla="*/ 5648971 w 7467600"/>
              <a:gd name="connsiteY777" fmla="*/ 891331 h 6858000"/>
              <a:gd name="connsiteX778" fmla="*/ 5844807 w 7467600"/>
              <a:gd name="connsiteY778" fmla="*/ 870718 h 6858000"/>
              <a:gd name="connsiteX779" fmla="*/ 5862975 w 7467600"/>
              <a:gd name="connsiteY779" fmla="*/ 869756 h 6858000"/>
              <a:gd name="connsiteX780" fmla="*/ 5920887 w 7467600"/>
              <a:gd name="connsiteY780" fmla="*/ 865929 h 6858000"/>
              <a:gd name="connsiteX781" fmla="*/ 5504425 w 7467600"/>
              <a:gd name="connsiteY781" fmla="*/ 848067 h 6858000"/>
              <a:gd name="connsiteX782" fmla="*/ 3607114 w 7467600"/>
              <a:gd name="connsiteY782" fmla="*/ 467441 h 6858000"/>
              <a:gd name="connsiteX783" fmla="*/ 3296242 w 7467600"/>
              <a:gd name="connsiteY783" fmla="*/ 807991 h 6858000"/>
              <a:gd name="connsiteX784" fmla="*/ 3174674 w 7467600"/>
              <a:gd name="connsiteY784" fmla="*/ 919759 h 6858000"/>
              <a:gd name="connsiteX785" fmla="*/ 3042978 w 7467600"/>
              <a:gd name="connsiteY785" fmla="*/ 1054894 h 6858000"/>
              <a:gd name="connsiteX786" fmla="*/ 2968914 w 7467600"/>
              <a:gd name="connsiteY786" fmla="*/ 1133756 h 6858000"/>
              <a:gd name="connsiteX787" fmla="*/ 3103823 w 7467600"/>
              <a:gd name="connsiteY787" fmla="*/ 1026814 h 6858000"/>
              <a:gd name="connsiteX788" fmla="*/ 3607114 w 7467600"/>
              <a:gd name="connsiteY788" fmla="*/ 467441 h 6858000"/>
              <a:gd name="connsiteX789" fmla="*/ 3744487 w 7467600"/>
              <a:gd name="connsiteY789" fmla="*/ 383136 h 6858000"/>
              <a:gd name="connsiteX790" fmla="*/ 3970213 w 7467600"/>
              <a:gd name="connsiteY790" fmla="*/ 995559 h 6858000"/>
              <a:gd name="connsiteX791" fmla="*/ 3744487 w 7467600"/>
              <a:gd name="connsiteY791" fmla="*/ 383136 h 6858000"/>
              <a:gd name="connsiteX792" fmla="*/ 3624562 w 7467600"/>
              <a:gd name="connsiteY792" fmla="*/ 367041 h 6858000"/>
              <a:gd name="connsiteX793" fmla="*/ 3489712 w 7467600"/>
              <a:gd name="connsiteY793" fmla="*/ 485386 h 6858000"/>
              <a:gd name="connsiteX794" fmla="*/ 3182994 w 7467600"/>
              <a:gd name="connsiteY794" fmla="*/ 828265 h 6858000"/>
              <a:gd name="connsiteX795" fmla="*/ 2892114 w 7467600"/>
              <a:gd name="connsiteY795" fmla="*/ 1172635 h 6858000"/>
              <a:gd name="connsiteX796" fmla="*/ 3021459 w 7467600"/>
              <a:gd name="connsiteY796" fmla="*/ 1035385 h 6858000"/>
              <a:gd name="connsiteX797" fmla="*/ 3153873 w 7467600"/>
              <a:gd name="connsiteY797" fmla="*/ 898971 h 6858000"/>
              <a:gd name="connsiteX798" fmla="*/ 3276511 w 7467600"/>
              <a:gd name="connsiteY798" fmla="*/ 786423 h 6858000"/>
              <a:gd name="connsiteX799" fmla="*/ 3584154 w 7467600"/>
              <a:gd name="connsiteY799" fmla="*/ 448218 h 6858000"/>
              <a:gd name="connsiteX800" fmla="*/ 3624562 w 7467600"/>
              <a:gd name="connsiteY800" fmla="*/ 367041 h 6858000"/>
              <a:gd name="connsiteX801" fmla="*/ 3766672 w 7467600"/>
              <a:gd name="connsiteY801" fmla="*/ 359429 h 6858000"/>
              <a:gd name="connsiteX802" fmla="*/ 3996338 w 7467600"/>
              <a:gd name="connsiteY802" fmla="*/ 968237 h 6858000"/>
              <a:gd name="connsiteX803" fmla="*/ 3766672 w 7467600"/>
              <a:gd name="connsiteY803" fmla="*/ 359429 h 6858000"/>
              <a:gd name="connsiteX804" fmla="*/ 5805386 w 7467600"/>
              <a:gd name="connsiteY804" fmla="*/ 239240 h 6858000"/>
              <a:gd name="connsiteX805" fmla="*/ 5736947 w 7467600"/>
              <a:gd name="connsiteY805" fmla="*/ 261367 h 6858000"/>
              <a:gd name="connsiteX806" fmla="*/ 5427012 w 7467600"/>
              <a:gd name="connsiteY806" fmla="*/ 311272 h 6858000"/>
              <a:gd name="connsiteX807" fmla="*/ 5147818 w 7467600"/>
              <a:gd name="connsiteY807" fmla="*/ 322112 h 6858000"/>
              <a:gd name="connsiteX808" fmla="*/ 5060854 w 7467600"/>
              <a:gd name="connsiteY808" fmla="*/ 311882 h 6858000"/>
              <a:gd name="connsiteX809" fmla="*/ 4945989 w 7467600"/>
              <a:gd name="connsiteY809" fmla="*/ 300516 h 6858000"/>
              <a:gd name="connsiteX810" fmla="*/ 5410479 w 7467600"/>
              <a:gd name="connsiteY810" fmla="*/ 348434 h 6858000"/>
              <a:gd name="connsiteX811" fmla="*/ 5805386 w 7467600"/>
              <a:gd name="connsiteY811" fmla="*/ 239240 h 6858000"/>
              <a:gd name="connsiteX812" fmla="*/ 5905192 w 7467600"/>
              <a:gd name="connsiteY812" fmla="*/ 163079 h 6858000"/>
              <a:gd name="connsiteX813" fmla="*/ 5865655 w 7467600"/>
              <a:gd name="connsiteY813" fmla="*/ 171901 h 6858000"/>
              <a:gd name="connsiteX814" fmla="*/ 5259740 w 7467600"/>
              <a:gd name="connsiteY814" fmla="*/ 257013 h 6858000"/>
              <a:gd name="connsiteX815" fmla="*/ 5208466 w 7467600"/>
              <a:gd name="connsiteY815" fmla="*/ 257550 h 6858000"/>
              <a:gd name="connsiteX816" fmla="*/ 4980204 w 7467600"/>
              <a:gd name="connsiteY816" fmla="*/ 271903 h 6858000"/>
              <a:gd name="connsiteX817" fmla="*/ 5068068 w 7467600"/>
              <a:gd name="connsiteY817" fmla="*/ 282244 h 6858000"/>
              <a:gd name="connsiteX818" fmla="*/ 5153231 w 7467600"/>
              <a:gd name="connsiteY818" fmla="*/ 292240 h 6858000"/>
              <a:gd name="connsiteX819" fmla="*/ 5426491 w 7467600"/>
              <a:gd name="connsiteY819" fmla="*/ 281128 h 6858000"/>
              <a:gd name="connsiteX820" fmla="*/ 5731212 w 7467600"/>
              <a:gd name="connsiteY820" fmla="*/ 231951 h 6858000"/>
              <a:gd name="connsiteX821" fmla="*/ 5905192 w 7467600"/>
              <a:gd name="connsiteY821" fmla="*/ 163079 h 6858000"/>
              <a:gd name="connsiteX822" fmla="*/ 5944437 w 7467600"/>
              <a:gd name="connsiteY822" fmla="*/ 113829 h 6858000"/>
              <a:gd name="connsiteX823" fmla="*/ 5825032 w 7467600"/>
              <a:gd name="connsiteY823" fmla="*/ 146405 h 6858000"/>
              <a:gd name="connsiteX824" fmla="*/ 4955599 w 7467600"/>
              <a:gd name="connsiteY824" fmla="*/ 247008 h 6858000"/>
              <a:gd name="connsiteX825" fmla="*/ 5210104 w 7467600"/>
              <a:gd name="connsiteY825" fmla="*/ 228123 h 6858000"/>
              <a:gd name="connsiteX826" fmla="*/ 5261015 w 7467600"/>
              <a:gd name="connsiteY826" fmla="*/ 227087 h 6858000"/>
              <a:gd name="connsiteX827" fmla="*/ 5861181 w 7467600"/>
              <a:gd name="connsiteY827" fmla="*/ 143093 h 6858000"/>
              <a:gd name="connsiteX828" fmla="*/ 5961252 w 7467600"/>
              <a:gd name="connsiteY828" fmla="*/ 114820 h 6858000"/>
              <a:gd name="connsiteX829" fmla="*/ 5944437 w 7467600"/>
              <a:gd name="connsiteY829" fmla="*/ 113829 h 6858000"/>
              <a:gd name="connsiteX830" fmla="*/ 3882765 w 7467600"/>
              <a:gd name="connsiteY830" fmla="*/ 0 h 6858000"/>
              <a:gd name="connsiteX831" fmla="*/ 3995099 w 7467600"/>
              <a:gd name="connsiteY831" fmla="*/ 0 h 6858000"/>
              <a:gd name="connsiteX832" fmla="*/ 4163818 w 7467600"/>
              <a:gd name="connsiteY832" fmla="*/ 234104 h 6858000"/>
              <a:gd name="connsiteX833" fmla="*/ 4172099 w 7467600"/>
              <a:gd name="connsiteY833" fmla="*/ 234207 h 6858000"/>
              <a:gd name="connsiteX834" fmla="*/ 4784282 w 7467600"/>
              <a:gd name="connsiteY834" fmla="*/ 276561 h 6858000"/>
              <a:gd name="connsiteX835" fmla="*/ 4801687 w 7467600"/>
              <a:gd name="connsiteY835" fmla="*/ 267764 h 6858000"/>
              <a:gd name="connsiteX836" fmla="*/ 6082788 w 7467600"/>
              <a:gd name="connsiteY836" fmla="*/ 64119 h 6858000"/>
              <a:gd name="connsiteX837" fmla="*/ 6099442 w 7467600"/>
              <a:gd name="connsiteY837" fmla="*/ 82568 h 6858000"/>
              <a:gd name="connsiteX838" fmla="*/ 4804137 w 7467600"/>
              <a:gd name="connsiteY838" fmla="*/ 320931 h 6858000"/>
              <a:gd name="connsiteX839" fmla="*/ 4227047 w 7467600"/>
              <a:gd name="connsiteY839" fmla="*/ 313415 h 6858000"/>
              <a:gd name="connsiteX840" fmla="*/ 4346041 w 7467600"/>
              <a:gd name="connsiteY840" fmla="*/ 456086 h 6858000"/>
              <a:gd name="connsiteX841" fmla="*/ 4870967 w 7467600"/>
              <a:gd name="connsiteY841" fmla="*/ 963061 h 6858000"/>
              <a:gd name="connsiteX842" fmla="*/ 4889647 w 7467600"/>
              <a:gd name="connsiteY842" fmla="*/ 957147 h 6858000"/>
              <a:gd name="connsiteX843" fmla="*/ 5422504 w 7467600"/>
              <a:gd name="connsiteY843" fmla="*/ 805191 h 6858000"/>
              <a:gd name="connsiteX844" fmla="*/ 6087656 w 7467600"/>
              <a:gd name="connsiteY844" fmla="*/ 826703 h 6858000"/>
              <a:gd name="connsiteX845" fmla="*/ 6058717 w 7467600"/>
              <a:gd name="connsiteY845" fmla="*/ 865992 h 6858000"/>
              <a:gd name="connsiteX846" fmla="*/ 4974153 w 7467600"/>
              <a:gd name="connsiteY846" fmla="*/ 1045456 h 6858000"/>
              <a:gd name="connsiteX847" fmla="*/ 5627835 w 7467600"/>
              <a:gd name="connsiteY847" fmla="*/ 1472077 h 6858000"/>
              <a:gd name="connsiteX848" fmla="*/ 5629817 w 7467600"/>
              <a:gd name="connsiteY848" fmla="*/ 1471412 h 6858000"/>
              <a:gd name="connsiteX849" fmla="*/ 5634124 w 7467600"/>
              <a:gd name="connsiteY849" fmla="*/ 1470572 h 6858000"/>
              <a:gd name="connsiteX850" fmla="*/ 5755832 w 7467600"/>
              <a:gd name="connsiteY850" fmla="*/ 1383886 h 6858000"/>
              <a:gd name="connsiteX851" fmla="*/ 6014186 w 7467600"/>
              <a:gd name="connsiteY851" fmla="*/ 1279799 h 6858000"/>
              <a:gd name="connsiteX852" fmla="*/ 6901619 w 7467600"/>
              <a:gd name="connsiteY852" fmla="*/ 1047874 h 6858000"/>
              <a:gd name="connsiteX853" fmla="*/ 6931566 w 7467600"/>
              <a:gd name="connsiteY853" fmla="*/ 1062034 h 6858000"/>
              <a:gd name="connsiteX854" fmla="*/ 5790982 w 7467600"/>
              <a:gd name="connsiteY854" fmla="*/ 1561380 h 6858000"/>
              <a:gd name="connsiteX855" fmla="*/ 6188971 w 7467600"/>
              <a:gd name="connsiteY855" fmla="*/ 1755168 h 6858000"/>
              <a:gd name="connsiteX856" fmla="*/ 6202446 w 7467600"/>
              <a:gd name="connsiteY856" fmla="*/ 1752268 h 6858000"/>
              <a:gd name="connsiteX857" fmla="*/ 7179560 w 7467600"/>
              <a:gd name="connsiteY857" fmla="*/ 1467551 h 6858000"/>
              <a:gd name="connsiteX858" fmla="*/ 7158730 w 7467600"/>
              <a:gd name="connsiteY858" fmla="*/ 1507835 h 6858000"/>
              <a:gd name="connsiteX859" fmla="*/ 6326959 w 7467600"/>
              <a:gd name="connsiteY859" fmla="*/ 1817686 h 6858000"/>
              <a:gd name="connsiteX860" fmla="*/ 6537433 w 7467600"/>
              <a:gd name="connsiteY860" fmla="*/ 1907790 h 6858000"/>
              <a:gd name="connsiteX861" fmla="*/ 6550221 w 7467600"/>
              <a:gd name="connsiteY861" fmla="*/ 1910729 h 6858000"/>
              <a:gd name="connsiteX862" fmla="*/ 6964438 w 7467600"/>
              <a:gd name="connsiteY862" fmla="*/ 2209505 h 6858000"/>
              <a:gd name="connsiteX863" fmla="*/ 7367862 w 7467600"/>
              <a:gd name="connsiteY863" fmla="*/ 2806833 h 6858000"/>
              <a:gd name="connsiteX864" fmla="*/ 7364329 w 7467600"/>
              <a:gd name="connsiteY864" fmla="*/ 2826907 h 6858000"/>
              <a:gd name="connsiteX865" fmla="*/ 7290545 w 7467600"/>
              <a:gd name="connsiteY865" fmla="*/ 2850663 h 6858000"/>
              <a:gd name="connsiteX866" fmla="*/ 6472036 w 7467600"/>
              <a:gd name="connsiteY866" fmla="*/ 1959003 h 6858000"/>
              <a:gd name="connsiteX867" fmla="*/ 5792897 w 7467600"/>
              <a:gd name="connsiteY867" fmla="*/ 1647747 h 6858000"/>
              <a:gd name="connsiteX868" fmla="*/ 5842751 w 7467600"/>
              <a:gd name="connsiteY868" fmla="*/ 1816112 h 6858000"/>
              <a:gd name="connsiteX869" fmla="*/ 5847424 w 7467600"/>
              <a:gd name="connsiteY869" fmla="*/ 1815776 h 6858000"/>
              <a:gd name="connsiteX870" fmla="*/ 6399821 w 7467600"/>
              <a:gd name="connsiteY870" fmla="*/ 2344799 h 6858000"/>
              <a:gd name="connsiteX871" fmla="*/ 6323232 w 7467600"/>
              <a:gd name="connsiteY871" fmla="*/ 2389634 h 6858000"/>
              <a:gd name="connsiteX872" fmla="*/ 5942958 w 7467600"/>
              <a:gd name="connsiteY872" fmla="*/ 2077708 h 6858000"/>
              <a:gd name="connsiteX873" fmla="*/ 5921559 w 7467600"/>
              <a:gd name="connsiteY873" fmla="*/ 2378596 h 6858000"/>
              <a:gd name="connsiteX874" fmla="*/ 5817651 w 7467600"/>
              <a:gd name="connsiteY874" fmla="*/ 3023919 h 6858000"/>
              <a:gd name="connsiteX875" fmla="*/ 5729634 w 7467600"/>
              <a:gd name="connsiteY875" fmla="*/ 3051849 h 6858000"/>
              <a:gd name="connsiteX876" fmla="*/ 5611018 w 7467600"/>
              <a:gd name="connsiteY876" fmla="*/ 2316769 h 6858000"/>
              <a:gd name="connsiteX877" fmla="*/ 5687608 w 7467600"/>
              <a:gd name="connsiteY877" fmla="*/ 2039972 h 6858000"/>
              <a:gd name="connsiteX878" fmla="*/ 5657554 w 7467600"/>
              <a:gd name="connsiteY878" fmla="*/ 1576445 h 6858000"/>
              <a:gd name="connsiteX879" fmla="*/ 5150475 w 7467600"/>
              <a:gd name="connsiteY879" fmla="*/ 1274012 h 6858000"/>
              <a:gd name="connsiteX880" fmla="*/ 5349142 w 7467600"/>
              <a:gd name="connsiteY880" fmla="*/ 2204405 h 6858000"/>
              <a:gd name="connsiteX881" fmla="*/ 5262214 w 7467600"/>
              <a:gd name="connsiteY881" fmla="*/ 2233836 h 6858000"/>
              <a:gd name="connsiteX882" fmla="*/ 4981539 w 7467600"/>
              <a:gd name="connsiteY882" fmla="*/ 1542201 h 6858000"/>
              <a:gd name="connsiteX883" fmla="*/ 4958461 w 7467600"/>
              <a:gd name="connsiteY883" fmla="*/ 1136957 h 6858000"/>
              <a:gd name="connsiteX884" fmla="*/ 4655015 w 7467600"/>
              <a:gd name="connsiteY884" fmla="*/ 891426 h 6858000"/>
              <a:gd name="connsiteX885" fmla="*/ 4348002 w 7467600"/>
              <a:gd name="connsiteY885" fmla="*/ 2205895 h 6858000"/>
              <a:gd name="connsiteX886" fmla="*/ 4262250 w 7467600"/>
              <a:gd name="connsiteY886" fmla="*/ 2219972 h 6858000"/>
              <a:gd name="connsiteX887" fmla="*/ 4550611 w 7467600"/>
              <a:gd name="connsiteY887" fmla="*/ 817540 h 6858000"/>
              <a:gd name="connsiteX888" fmla="*/ 4564418 w 7467600"/>
              <a:gd name="connsiteY888" fmla="*/ 808293 h 6858000"/>
              <a:gd name="connsiteX889" fmla="*/ 4266388 w 7467600"/>
              <a:gd name="connsiteY889" fmla="*/ 500083 h 6858000"/>
              <a:gd name="connsiteX890" fmla="*/ 4032842 w 7467600"/>
              <a:gd name="connsiteY890" fmla="*/ 211809 h 6858000"/>
              <a:gd name="connsiteX891" fmla="*/ 3882765 w 7467600"/>
              <a:gd name="connsiteY891" fmla="*/ 0 h 6858000"/>
              <a:gd name="connsiteX892" fmla="*/ 3721337 w 7467600"/>
              <a:gd name="connsiteY892" fmla="*/ 0 h 6858000"/>
              <a:gd name="connsiteX893" fmla="*/ 3797544 w 7467600"/>
              <a:gd name="connsiteY893" fmla="*/ 0 h 6858000"/>
              <a:gd name="connsiteX894" fmla="*/ 3775734 w 7467600"/>
              <a:gd name="connsiteY894" fmla="*/ 95131 h 6858000"/>
              <a:gd name="connsiteX895" fmla="*/ 3724807 w 7467600"/>
              <a:gd name="connsiteY895" fmla="*/ 272257 h 6858000"/>
              <a:gd name="connsiteX896" fmla="*/ 3726844 w 7467600"/>
              <a:gd name="connsiteY896" fmla="*/ 282988 h 6858000"/>
              <a:gd name="connsiteX897" fmla="*/ 3742664 w 7467600"/>
              <a:gd name="connsiteY897" fmla="*/ 279918 h 6858000"/>
              <a:gd name="connsiteX898" fmla="*/ 4103910 w 7467600"/>
              <a:gd name="connsiteY898" fmla="*/ 1161917 h 6858000"/>
              <a:gd name="connsiteX899" fmla="*/ 4020269 w 7467600"/>
              <a:gd name="connsiteY899" fmla="*/ 1200406 h 6858000"/>
              <a:gd name="connsiteX900" fmla="*/ 3674882 w 7467600"/>
              <a:gd name="connsiteY900" fmla="*/ 488524 h 6858000"/>
              <a:gd name="connsiteX901" fmla="*/ 3132682 w 7467600"/>
              <a:gd name="connsiteY901" fmla="*/ 1072284 h 6858000"/>
              <a:gd name="connsiteX902" fmla="*/ 2716346 w 7467600"/>
              <a:gd name="connsiteY902" fmla="*/ 1276376 h 6858000"/>
              <a:gd name="connsiteX903" fmla="*/ 2716772 w 7467600"/>
              <a:gd name="connsiteY903" fmla="*/ 1255462 h 6858000"/>
              <a:gd name="connsiteX904" fmla="*/ 3471096 w 7467600"/>
              <a:gd name="connsiteY904" fmla="*/ 437072 h 6858000"/>
              <a:gd name="connsiteX905" fmla="*/ 3639057 w 7467600"/>
              <a:gd name="connsiteY905" fmla="*/ 286334 h 6858000"/>
              <a:gd name="connsiteX906" fmla="*/ 3640309 w 7467600"/>
              <a:gd name="connsiteY906" fmla="*/ 284664 h 6858000"/>
              <a:gd name="connsiteX907" fmla="*/ 3646022 w 7467600"/>
              <a:gd name="connsiteY907" fmla="*/ 276711 h 6858000"/>
              <a:gd name="connsiteX908" fmla="*/ 3707943 w 7467600"/>
              <a:gd name="connsiteY908" fmla="*/ 65958 h 6858000"/>
              <a:gd name="connsiteX909" fmla="*/ 3721337 w 7467600"/>
              <a:gd name="connsiteY909" fmla="*/ 0 h 6858000"/>
              <a:gd name="connsiteX910" fmla="*/ 2867960 w 7467600"/>
              <a:gd name="connsiteY910" fmla="*/ 0 h 6858000"/>
              <a:gd name="connsiteX911" fmla="*/ 2926351 w 7467600"/>
              <a:gd name="connsiteY911" fmla="*/ 0 h 6858000"/>
              <a:gd name="connsiteX912" fmla="*/ 2902823 w 7467600"/>
              <a:gd name="connsiteY912" fmla="*/ 262929 h 6858000"/>
              <a:gd name="connsiteX913" fmla="*/ 2940663 w 7467600"/>
              <a:gd name="connsiteY913" fmla="*/ 140884 h 6858000"/>
              <a:gd name="connsiteX914" fmla="*/ 2947039 w 7467600"/>
              <a:gd name="connsiteY914" fmla="*/ 122524 h 6858000"/>
              <a:gd name="connsiteX915" fmla="*/ 2984316 w 7467600"/>
              <a:gd name="connsiteY915" fmla="*/ 0 h 6858000"/>
              <a:gd name="connsiteX916" fmla="*/ 3016114 w 7467600"/>
              <a:gd name="connsiteY916" fmla="*/ 0 h 6858000"/>
              <a:gd name="connsiteX917" fmla="*/ 2979949 w 7467600"/>
              <a:gd name="connsiteY917" fmla="*/ 119274 h 6858000"/>
              <a:gd name="connsiteX918" fmla="*/ 3023879 w 7467600"/>
              <a:gd name="connsiteY918" fmla="*/ 0 h 6858000"/>
              <a:gd name="connsiteX919" fmla="*/ 3105400 w 7467600"/>
              <a:gd name="connsiteY919" fmla="*/ 0 h 6858000"/>
              <a:gd name="connsiteX920" fmla="*/ 3094669 w 7467600"/>
              <a:gd name="connsiteY920" fmla="*/ 30308 h 6858000"/>
              <a:gd name="connsiteX921" fmla="*/ 2901945 w 7467600"/>
              <a:gd name="connsiteY921" fmla="*/ 466538 h 6858000"/>
              <a:gd name="connsiteX922" fmla="*/ 2815209 w 7467600"/>
              <a:gd name="connsiteY922" fmla="*/ 497361 h 6858000"/>
              <a:gd name="connsiteX923" fmla="*/ 2844845 w 7467600"/>
              <a:gd name="connsiteY923" fmla="*/ 127638 h 6858000"/>
              <a:gd name="connsiteX924" fmla="*/ 2867960 w 7467600"/>
              <a:gd name="connsiteY924" fmla="*/ 0 h 6858000"/>
              <a:gd name="connsiteX925" fmla="*/ 1057230 w 7467600"/>
              <a:gd name="connsiteY925" fmla="*/ 0 h 6858000"/>
              <a:gd name="connsiteX926" fmla="*/ 1111003 w 7467600"/>
              <a:gd name="connsiteY926" fmla="*/ 0 h 6858000"/>
              <a:gd name="connsiteX927" fmla="*/ 1125553 w 7467600"/>
              <a:gd name="connsiteY927" fmla="*/ 52588 h 6858000"/>
              <a:gd name="connsiteX928" fmla="*/ 1304276 w 7467600"/>
              <a:gd name="connsiteY928" fmla="*/ 476275 h 6858000"/>
              <a:gd name="connsiteX929" fmla="*/ 1492066 w 7467600"/>
              <a:gd name="connsiteY929" fmla="*/ 886333 h 6858000"/>
              <a:gd name="connsiteX930" fmla="*/ 1423698 w 7467600"/>
              <a:gd name="connsiteY930" fmla="*/ 710817 h 6858000"/>
              <a:gd name="connsiteX931" fmla="*/ 1357609 w 7467600"/>
              <a:gd name="connsiteY931" fmla="*/ 532892 h 6858000"/>
              <a:gd name="connsiteX932" fmla="*/ 1309550 w 7467600"/>
              <a:gd name="connsiteY932" fmla="*/ 374031 h 6858000"/>
              <a:gd name="connsiteX933" fmla="*/ 1193673 w 7467600"/>
              <a:gd name="connsiteY933" fmla="*/ 49533 h 6858000"/>
              <a:gd name="connsiteX934" fmla="*/ 1164391 w 7467600"/>
              <a:gd name="connsiteY934" fmla="*/ 0 h 6858000"/>
              <a:gd name="connsiteX935" fmla="*/ 1200666 w 7467600"/>
              <a:gd name="connsiteY935" fmla="*/ 0 h 6858000"/>
              <a:gd name="connsiteX936" fmla="*/ 1223408 w 7467600"/>
              <a:gd name="connsiteY936" fmla="*/ 38996 h 6858000"/>
              <a:gd name="connsiteX937" fmla="*/ 1339635 w 7467600"/>
              <a:gd name="connsiteY937" fmla="*/ 365517 h 6858000"/>
              <a:gd name="connsiteX938" fmla="*/ 1387469 w 7467600"/>
              <a:gd name="connsiteY938" fmla="*/ 523079 h 6858000"/>
              <a:gd name="connsiteX939" fmla="*/ 1452685 w 7467600"/>
              <a:gd name="connsiteY939" fmla="*/ 699806 h 6858000"/>
              <a:gd name="connsiteX940" fmla="*/ 1492092 w 7467600"/>
              <a:gd name="connsiteY940" fmla="*/ 800424 h 6858000"/>
              <a:gd name="connsiteX941" fmla="*/ 1455302 w 7467600"/>
              <a:gd name="connsiteY941" fmla="*/ 632913 h 6858000"/>
              <a:gd name="connsiteX942" fmla="*/ 1222336 w 7467600"/>
              <a:gd name="connsiteY942" fmla="*/ 9480 h 6858000"/>
              <a:gd name="connsiteX943" fmla="*/ 1214634 w 7467600"/>
              <a:gd name="connsiteY943" fmla="*/ 0 h 6858000"/>
              <a:gd name="connsiteX944" fmla="*/ 1289827 w 7467600"/>
              <a:gd name="connsiteY944" fmla="*/ 0 h 6858000"/>
              <a:gd name="connsiteX945" fmla="*/ 1321076 w 7467600"/>
              <a:gd name="connsiteY945" fmla="*/ 59722 h 6858000"/>
              <a:gd name="connsiteX946" fmla="*/ 1512579 w 7467600"/>
              <a:gd name="connsiteY946" fmla="*/ 626441 h 6858000"/>
              <a:gd name="connsiteX947" fmla="*/ 1506076 w 7467600"/>
              <a:gd name="connsiteY947" fmla="*/ 1089289 h 6858000"/>
              <a:gd name="connsiteX948" fmla="*/ 1486346 w 7467600"/>
              <a:gd name="connsiteY948" fmla="*/ 1079919 h 6858000"/>
              <a:gd name="connsiteX949" fmla="*/ 1070511 w 7467600"/>
              <a:gd name="connsiteY949" fmla="*/ 48609 h 6858000"/>
              <a:gd name="connsiteX950" fmla="*/ 1057230 w 7467600"/>
              <a:gd name="connsiteY950" fmla="*/ 0 h 6858000"/>
              <a:gd name="connsiteX951" fmla="*/ 43151 w 7467600"/>
              <a:gd name="connsiteY951" fmla="*/ 0 h 6858000"/>
              <a:gd name="connsiteX952" fmla="*/ 95283 w 7467600"/>
              <a:gd name="connsiteY952" fmla="*/ 0 h 6858000"/>
              <a:gd name="connsiteX953" fmla="*/ 300708 w 7467600"/>
              <a:gd name="connsiteY953" fmla="*/ 154571 h 6858000"/>
              <a:gd name="connsiteX954" fmla="*/ 530414 w 7467600"/>
              <a:gd name="connsiteY954" fmla="*/ 354673 h 6858000"/>
              <a:gd name="connsiteX955" fmla="*/ 333785 w 7467600"/>
              <a:gd name="connsiteY955" fmla="*/ 161564 h 6858000"/>
              <a:gd name="connsiteX956" fmla="*/ 147005 w 7467600"/>
              <a:gd name="connsiteY956" fmla="*/ 0 h 6858000"/>
              <a:gd name="connsiteX957" fmla="*/ 272509 w 7467600"/>
              <a:gd name="connsiteY957" fmla="*/ 0 h 6858000"/>
              <a:gd name="connsiteX958" fmla="*/ 326276 w 7467600"/>
              <a:gd name="connsiteY958" fmla="*/ 45847 h 6858000"/>
              <a:gd name="connsiteX959" fmla="*/ 823759 w 7467600"/>
              <a:gd name="connsiteY959" fmla="*/ 574145 h 6858000"/>
              <a:gd name="connsiteX960" fmla="*/ 811254 w 7467600"/>
              <a:gd name="connsiteY960" fmla="*/ 665546 h 6858000"/>
              <a:gd name="connsiteX961" fmla="*/ 154042 w 7467600"/>
              <a:gd name="connsiteY961" fmla="*/ 261522 h 6858000"/>
              <a:gd name="connsiteX962" fmla="*/ 13550 w 7467600"/>
              <a:gd name="connsiteY962" fmla="*/ 158423 h 6858000"/>
              <a:gd name="connsiteX963" fmla="*/ 0 w 7467600"/>
              <a:gd name="connsiteY963" fmla="*/ 146618 h 6858000"/>
              <a:gd name="connsiteX964" fmla="*/ 0 w 7467600"/>
              <a:gd name="connsiteY964" fmla="*/ 59161 h 6858000"/>
              <a:gd name="connsiteX965" fmla="*/ 45427 w 7467600"/>
              <a:gd name="connsiteY965" fmla="*/ 101078 h 6858000"/>
              <a:gd name="connsiteX966" fmla="*/ 630103 w 7467600"/>
              <a:gd name="connsiteY966" fmla="*/ 485885 h 6858000"/>
              <a:gd name="connsiteX967" fmla="*/ 532040 w 7467600"/>
              <a:gd name="connsiteY967" fmla="*/ 399359 h 6858000"/>
              <a:gd name="connsiteX968" fmla="*/ 517618 w 7467600"/>
              <a:gd name="connsiteY968" fmla="*/ 385726 h 6858000"/>
              <a:gd name="connsiteX969" fmla="*/ 285074 w 7467600"/>
              <a:gd name="connsiteY969" fmla="*/ 182755 h 6858000"/>
              <a:gd name="connsiteX970" fmla="*/ 43151 w 7467600"/>
              <a:gd name="connsiteY97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259646 w 7467600"/>
              <a:gd name="connsiteY78" fmla="*/ 5765985 h 6858000"/>
              <a:gd name="connsiteX79" fmla="*/ 7467600 w 7467600"/>
              <a:gd name="connsiteY79" fmla="*/ 6012219 h 6858000"/>
              <a:gd name="connsiteX80" fmla="*/ 7105827 w 7467600"/>
              <a:gd name="connsiteY80" fmla="*/ 5718700 h 6858000"/>
              <a:gd name="connsiteX81" fmla="*/ 7356878 w 7467600"/>
              <a:gd name="connsiteY81" fmla="*/ 5981332 h 6858000"/>
              <a:gd name="connsiteX82" fmla="*/ 7467600 w 7467600"/>
              <a:gd name="connsiteY82" fmla="*/ 6117703 h 6858000"/>
              <a:gd name="connsiteX83" fmla="*/ 7467600 w 7467600"/>
              <a:gd name="connsiteY83" fmla="*/ 6163634 h 6858000"/>
              <a:gd name="connsiteX84" fmla="*/ 7403637 w 7467600"/>
              <a:gd name="connsiteY84" fmla="*/ 6083957 h 6858000"/>
              <a:gd name="connsiteX85" fmla="*/ 7254615 w 7467600"/>
              <a:gd name="connsiteY85" fmla="*/ 5911918 h 6858000"/>
              <a:gd name="connsiteX86" fmla="*/ 7312589 w 7467600"/>
              <a:gd name="connsiteY86" fmla="*/ 5982309 h 6858000"/>
              <a:gd name="connsiteX87" fmla="*/ 7448321 w 7467600"/>
              <a:gd name="connsiteY87" fmla="*/ 6190991 h 6858000"/>
              <a:gd name="connsiteX88" fmla="*/ 7467600 w 7467600"/>
              <a:gd name="connsiteY88" fmla="*/ 6221686 h 6858000"/>
              <a:gd name="connsiteX89" fmla="*/ 7467600 w 7467600"/>
              <a:gd name="connsiteY89" fmla="*/ 6334256 h 6858000"/>
              <a:gd name="connsiteX90" fmla="*/ 7454976 w 7467600"/>
              <a:gd name="connsiteY90" fmla="*/ 6318297 h 6858000"/>
              <a:gd name="connsiteX91" fmla="*/ 1456157 w 7467600"/>
              <a:gd name="connsiteY91" fmla="*/ 5371404 h 6858000"/>
              <a:gd name="connsiteX92" fmla="*/ 1244432 w 7467600"/>
              <a:gd name="connsiteY92" fmla="*/ 5385601 h 6858000"/>
              <a:gd name="connsiteX93" fmla="*/ 973990 w 7467600"/>
              <a:gd name="connsiteY93" fmla="*/ 5424940 h 6858000"/>
              <a:gd name="connsiteX94" fmla="*/ 1103809 w 7467600"/>
              <a:gd name="connsiteY94" fmla="*/ 5433720 h 6858000"/>
              <a:gd name="connsiteX95" fmla="*/ 1123454 w 7467600"/>
              <a:gd name="connsiteY95" fmla="*/ 5435727 h 6858000"/>
              <a:gd name="connsiteX96" fmla="*/ 1737017 w 7467600"/>
              <a:gd name="connsiteY96" fmla="*/ 5452183 h 6858000"/>
              <a:gd name="connsiteX97" fmla="*/ 1824397 w 7467600"/>
              <a:gd name="connsiteY97" fmla="*/ 5447757 h 6858000"/>
              <a:gd name="connsiteX98" fmla="*/ 2070059 w 7467600"/>
              <a:gd name="connsiteY98" fmla="*/ 5441660 h 6858000"/>
              <a:gd name="connsiteX99" fmla="*/ 1456157 w 7467600"/>
              <a:gd name="connsiteY99" fmla="*/ 5371404 h 6858000"/>
              <a:gd name="connsiteX100" fmla="*/ 4988186 w 7467600"/>
              <a:gd name="connsiteY100" fmla="*/ 5216467 h 6858000"/>
              <a:gd name="connsiteX101" fmla="*/ 4777334 w 7467600"/>
              <a:gd name="connsiteY101" fmla="*/ 5406072 h 6858000"/>
              <a:gd name="connsiteX102" fmla="*/ 4718341 w 7467600"/>
              <a:gd name="connsiteY102" fmla="*/ 5468043 h 6858000"/>
              <a:gd name="connsiteX103" fmla="*/ 4604655 w 7467600"/>
              <a:gd name="connsiteY103" fmla="*/ 5583434 h 6858000"/>
              <a:gd name="connsiteX104" fmla="*/ 4565074 w 7467600"/>
              <a:gd name="connsiteY104" fmla="*/ 5618550 h 6858000"/>
              <a:gd name="connsiteX105" fmla="*/ 4988186 w 7467600"/>
              <a:gd name="connsiteY105" fmla="*/ 5216467 h 6858000"/>
              <a:gd name="connsiteX106" fmla="*/ 4978032 w 7467600"/>
              <a:gd name="connsiteY106" fmla="*/ 5183809 h 6858000"/>
              <a:gd name="connsiteX107" fmla="*/ 4463413 w 7467600"/>
              <a:gd name="connsiteY107" fmla="*/ 5615162 h 6858000"/>
              <a:gd name="connsiteX108" fmla="*/ 4358134 w 7467600"/>
              <a:gd name="connsiteY108" fmla="*/ 5742791 h 6858000"/>
              <a:gd name="connsiteX109" fmla="*/ 4376219 w 7467600"/>
              <a:gd name="connsiteY109" fmla="*/ 5729027 h 6858000"/>
              <a:gd name="connsiteX110" fmla="*/ 4582340 w 7467600"/>
              <a:gd name="connsiteY110" fmla="*/ 5561037 h 6858000"/>
              <a:gd name="connsiteX111" fmla="*/ 4694684 w 7467600"/>
              <a:gd name="connsiteY111" fmla="*/ 5447098 h 6858000"/>
              <a:gd name="connsiteX112" fmla="*/ 4754123 w 7467600"/>
              <a:gd name="connsiteY112" fmla="*/ 5384643 h 6858000"/>
              <a:gd name="connsiteX113" fmla="*/ 4978032 w 7467600"/>
              <a:gd name="connsiteY113" fmla="*/ 5183809 h 6858000"/>
              <a:gd name="connsiteX114" fmla="*/ 1903353 w 7467600"/>
              <a:gd name="connsiteY114" fmla="*/ 5044827 h 6858000"/>
              <a:gd name="connsiteX115" fmla="*/ 1936931 w 7467600"/>
              <a:gd name="connsiteY115" fmla="*/ 5093954 h 6858000"/>
              <a:gd name="connsiteX116" fmla="*/ 2195868 w 7467600"/>
              <a:gd name="connsiteY116" fmla="*/ 5396574 h 6858000"/>
              <a:gd name="connsiteX117" fmla="*/ 2088852 w 7467600"/>
              <a:gd name="connsiteY117" fmla="*/ 5166123 h 6858000"/>
              <a:gd name="connsiteX118" fmla="*/ 1958241 w 7467600"/>
              <a:gd name="connsiteY118" fmla="*/ 5067955 h 6858000"/>
              <a:gd name="connsiteX119" fmla="*/ 1903353 w 7467600"/>
              <a:gd name="connsiteY119" fmla="*/ 5044827 h 6858000"/>
              <a:gd name="connsiteX120" fmla="*/ 1979378 w 7467600"/>
              <a:gd name="connsiteY120" fmla="*/ 4769504 h 6858000"/>
              <a:gd name="connsiteX121" fmla="*/ 2882120 w 7467600"/>
              <a:gd name="connsiteY121" fmla="*/ 5064547 h 6858000"/>
              <a:gd name="connsiteX122" fmla="*/ 2793103 w 7467600"/>
              <a:gd name="connsiteY122" fmla="*/ 5039699 h 6858000"/>
              <a:gd name="connsiteX123" fmla="*/ 2770041 w 7467600"/>
              <a:gd name="connsiteY123" fmla="*/ 5033634 h 6858000"/>
              <a:gd name="connsiteX124" fmla="*/ 1979378 w 7467600"/>
              <a:gd name="connsiteY124" fmla="*/ 4769504 h 6858000"/>
              <a:gd name="connsiteX125" fmla="*/ 1927410 w 7467600"/>
              <a:gd name="connsiteY125" fmla="*/ 4716164 h 6858000"/>
              <a:gd name="connsiteX126" fmla="*/ 1959587 w 7467600"/>
              <a:gd name="connsiteY126" fmla="*/ 4728849 h 6858000"/>
              <a:gd name="connsiteX127" fmla="*/ 2777707 w 7467600"/>
              <a:gd name="connsiteY127" fmla="*/ 5003991 h 6858000"/>
              <a:gd name="connsiteX128" fmla="*/ 2800768 w 7467600"/>
              <a:gd name="connsiteY128" fmla="*/ 5010056 h 6858000"/>
              <a:gd name="connsiteX129" fmla="*/ 2879408 w 7467600"/>
              <a:gd name="connsiteY129" fmla="*/ 5031590 h 6858000"/>
              <a:gd name="connsiteX130" fmla="*/ 2862295 w 7467600"/>
              <a:gd name="connsiteY130" fmla="*/ 5022958 h 6858000"/>
              <a:gd name="connsiteX131" fmla="*/ 2813343 w 7467600"/>
              <a:gd name="connsiteY131" fmla="*/ 4998369 h 6858000"/>
              <a:gd name="connsiteX132" fmla="*/ 2646245 w 7467600"/>
              <a:gd name="connsiteY132" fmla="*/ 4930999 h 6858000"/>
              <a:gd name="connsiteX133" fmla="*/ 1999243 w 7467600"/>
              <a:gd name="connsiteY133" fmla="*/ 4730524 h 6858000"/>
              <a:gd name="connsiteX134" fmla="*/ 1979527 w 7467600"/>
              <a:gd name="connsiteY134" fmla="*/ 4726651 h 6858000"/>
              <a:gd name="connsiteX135" fmla="*/ 1927410 w 7467600"/>
              <a:gd name="connsiteY135" fmla="*/ 4716164 h 6858000"/>
              <a:gd name="connsiteX136" fmla="*/ 1997014 w 7467600"/>
              <a:gd name="connsiteY136" fmla="*/ 4698007 h 6858000"/>
              <a:gd name="connsiteX137" fmla="*/ 2005458 w 7467600"/>
              <a:gd name="connsiteY137" fmla="*/ 4699540 h 6858000"/>
              <a:gd name="connsiteX138" fmla="*/ 2657186 w 7467600"/>
              <a:gd name="connsiteY138" fmla="*/ 4901687 h 6858000"/>
              <a:gd name="connsiteX139" fmla="*/ 2826662 w 7467600"/>
              <a:gd name="connsiteY139" fmla="*/ 4970362 h 6858000"/>
              <a:gd name="connsiteX140" fmla="*/ 2876100 w 7467600"/>
              <a:gd name="connsiteY140" fmla="*/ 4995397 h 6858000"/>
              <a:gd name="connsiteX141" fmla="*/ 3042600 w 7467600"/>
              <a:gd name="connsiteY141" fmla="*/ 5059532 h 6858000"/>
              <a:gd name="connsiteX142" fmla="*/ 1997014 w 7467600"/>
              <a:gd name="connsiteY142" fmla="*/ 4698007 h 6858000"/>
              <a:gd name="connsiteX143" fmla="*/ 2305292 w 7467600"/>
              <a:gd name="connsiteY143" fmla="*/ 4219492 h 6858000"/>
              <a:gd name="connsiteX144" fmla="*/ 3360922 w 7467600"/>
              <a:gd name="connsiteY144" fmla="*/ 4529373 h 6858000"/>
              <a:gd name="connsiteX145" fmla="*/ 3492420 w 7467600"/>
              <a:gd name="connsiteY145" fmla="*/ 4510145 h 6858000"/>
              <a:gd name="connsiteX146" fmla="*/ 3364086 w 7467600"/>
              <a:gd name="connsiteY146" fmla="*/ 4480340 h 6858000"/>
              <a:gd name="connsiteX147" fmla="*/ 3225818 w 7467600"/>
              <a:gd name="connsiteY147" fmla="*/ 4411822 h 6858000"/>
              <a:gd name="connsiteX148" fmla="*/ 3129696 w 7467600"/>
              <a:gd name="connsiteY148" fmla="*/ 4360704 h 6858000"/>
              <a:gd name="connsiteX149" fmla="*/ 2814545 w 7467600"/>
              <a:gd name="connsiteY149" fmla="*/ 4282955 h 6858000"/>
              <a:gd name="connsiteX150" fmla="*/ 2305292 w 7467600"/>
              <a:gd name="connsiteY150" fmla="*/ 4219492 h 6858000"/>
              <a:gd name="connsiteX151" fmla="*/ 2626982 w 7467600"/>
              <a:gd name="connsiteY151" fmla="*/ 4206450 h 6858000"/>
              <a:gd name="connsiteX152" fmla="*/ 2490617 w 7467600"/>
              <a:gd name="connsiteY152" fmla="*/ 4206951 h 6858000"/>
              <a:gd name="connsiteX153" fmla="*/ 2819869 w 7467600"/>
              <a:gd name="connsiteY153" fmla="*/ 4252936 h 6858000"/>
              <a:gd name="connsiteX154" fmla="*/ 3143018 w 7467600"/>
              <a:gd name="connsiteY154" fmla="*/ 4332698 h 6858000"/>
              <a:gd name="connsiteX155" fmla="*/ 3241520 w 7467600"/>
              <a:gd name="connsiteY155" fmla="*/ 4385112 h 6858000"/>
              <a:gd name="connsiteX156" fmla="*/ 3374575 w 7467600"/>
              <a:gd name="connsiteY156" fmla="*/ 4451517 h 6858000"/>
              <a:gd name="connsiteX157" fmla="*/ 3505221 w 7467600"/>
              <a:gd name="connsiteY157" fmla="*/ 4480757 h 6858000"/>
              <a:gd name="connsiteX158" fmla="*/ 2626982 w 7467600"/>
              <a:gd name="connsiteY158" fmla="*/ 4206450 h 6858000"/>
              <a:gd name="connsiteX159" fmla="*/ 1310106 w 7467600"/>
              <a:gd name="connsiteY159" fmla="*/ 3943217 h 6858000"/>
              <a:gd name="connsiteX160" fmla="*/ 854994 w 7467600"/>
              <a:gd name="connsiteY160" fmla="*/ 4399136 h 6858000"/>
              <a:gd name="connsiteX161" fmla="*/ 742462 w 7467600"/>
              <a:gd name="connsiteY161" fmla="*/ 4594648 h 6858000"/>
              <a:gd name="connsiteX162" fmla="*/ 820602 w 7467600"/>
              <a:gd name="connsiteY162" fmla="*/ 4485915 h 6858000"/>
              <a:gd name="connsiteX163" fmla="*/ 878295 w 7467600"/>
              <a:gd name="connsiteY163" fmla="*/ 4403594 h 6858000"/>
              <a:gd name="connsiteX164" fmla="*/ 1240607 w 7467600"/>
              <a:gd name="connsiteY164" fmla="*/ 4010401 h 6858000"/>
              <a:gd name="connsiteX165" fmla="*/ 1310106 w 7467600"/>
              <a:gd name="connsiteY165" fmla="*/ 3943217 h 6858000"/>
              <a:gd name="connsiteX166" fmla="*/ 1423113 w 7467600"/>
              <a:gd name="connsiteY166" fmla="*/ 3874565 h 6858000"/>
              <a:gd name="connsiteX167" fmla="*/ 1260565 w 7467600"/>
              <a:gd name="connsiteY167" fmla="*/ 4031982 h 6858000"/>
              <a:gd name="connsiteX168" fmla="*/ 901900 w 7467600"/>
              <a:gd name="connsiteY168" fmla="*/ 4421236 h 6858000"/>
              <a:gd name="connsiteX169" fmla="*/ 845044 w 7467600"/>
              <a:gd name="connsiteY169" fmla="*/ 4502436 h 6858000"/>
              <a:gd name="connsiteX170" fmla="*/ 685926 w 7467600"/>
              <a:gd name="connsiteY170" fmla="*/ 4703069 h 6858000"/>
              <a:gd name="connsiteX171" fmla="*/ 684248 w 7467600"/>
              <a:gd name="connsiteY171" fmla="*/ 4706721 h 6858000"/>
              <a:gd name="connsiteX172" fmla="*/ 1423113 w 7467600"/>
              <a:gd name="connsiteY172" fmla="*/ 3874565 h 6858000"/>
              <a:gd name="connsiteX173" fmla="*/ 3316479 w 7467600"/>
              <a:gd name="connsiteY173" fmla="*/ 3872136 h 6858000"/>
              <a:gd name="connsiteX174" fmla="*/ 3546806 w 7467600"/>
              <a:gd name="connsiteY174" fmla="*/ 4356139 h 6858000"/>
              <a:gd name="connsiteX175" fmla="*/ 3364433 w 7467600"/>
              <a:gd name="connsiteY175" fmla="*/ 3953121 h 6858000"/>
              <a:gd name="connsiteX176" fmla="*/ 3316479 w 7467600"/>
              <a:gd name="connsiteY176" fmla="*/ 3872136 h 6858000"/>
              <a:gd name="connsiteX177" fmla="*/ 3291335 w 7467600"/>
              <a:gd name="connsiteY177" fmla="*/ 3767420 h 6858000"/>
              <a:gd name="connsiteX178" fmla="*/ 3390805 w 7467600"/>
              <a:gd name="connsiteY178" fmla="*/ 3937163 h 6858000"/>
              <a:gd name="connsiteX179" fmla="*/ 3579062 w 7467600"/>
              <a:gd name="connsiteY179" fmla="*/ 4359040 h 6858000"/>
              <a:gd name="connsiteX180" fmla="*/ 3467355 w 7467600"/>
              <a:gd name="connsiteY180" fmla="*/ 3988130 h 6858000"/>
              <a:gd name="connsiteX181" fmla="*/ 3310753 w 7467600"/>
              <a:gd name="connsiteY181" fmla="*/ 3787140 h 6858000"/>
              <a:gd name="connsiteX182" fmla="*/ 3291335 w 7467600"/>
              <a:gd name="connsiteY182" fmla="*/ 3767420 h 6858000"/>
              <a:gd name="connsiteX183" fmla="*/ 1635889 w 7467600"/>
              <a:gd name="connsiteY183" fmla="*/ 3709494 h 6858000"/>
              <a:gd name="connsiteX184" fmla="*/ 1634800 w 7467600"/>
              <a:gd name="connsiteY184" fmla="*/ 3731111 h 6858000"/>
              <a:gd name="connsiteX185" fmla="*/ 1635889 w 7467600"/>
              <a:gd name="connsiteY185" fmla="*/ 3709494 h 6858000"/>
              <a:gd name="connsiteX186" fmla="*/ 1510397 w 7467600"/>
              <a:gd name="connsiteY186" fmla="*/ 3684705 h 6858000"/>
              <a:gd name="connsiteX187" fmla="*/ 1146550 w 7467600"/>
              <a:gd name="connsiteY187" fmla="*/ 3802012 h 6858000"/>
              <a:gd name="connsiteX188" fmla="*/ 698834 w 7467600"/>
              <a:gd name="connsiteY188" fmla="*/ 3952272 h 6858000"/>
              <a:gd name="connsiteX189" fmla="*/ 34256 w 7467600"/>
              <a:gd name="connsiteY189" fmla="*/ 4347603 h 6858000"/>
              <a:gd name="connsiteX190" fmla="*/ 527241 w 7467600"/>
              <a:gd name="connsiteY190" fmla="*/ 4065078 h 6858000"/>
              <a:gd name="connsiteX191" fmla="*/ 1510397 w 7467600"/>
              <a:gd name="connsiteY191" fmla="*/ 3684705 h 6858000"/>
              <a:gd name="connsiteX192" fmla="*/ 1313114 w 7467600"/>
              <a:gd name="connsiteY192" fmla="*/ 3655216 h 6858000"/>
              <a:gd name="connsiteX193" fmla="*/ 1109304 w 7467600"/>
              <a:gd name="connsiteY193" fmla="*/ 3669030 h 6858000"/>
              <a:gd name="connsiteX194" fmla="*/ 8129 w 7467600"/>
              <a:gd name="connsiteY194" fmla="*/ 4330519 h 6858000"/>
              <a:gd name="connsiteX195" fmla="*/ 687572 w 7467600"/>
              <a:gd name="connsiteY195" fmla="*/ 3925629 h 6858000"/>
              <a:gd name="connsiteX196" fmla="*/ 1138365 w 7467600"/>
              <a:gd name="connsiteY196" fmla="*/ 3774515 h 6858000"/>
              <a:gd name="connsiteX197" fmla="*/ 1505579 w 7467600"/>
              <a:gd name="connsiteY197" fmla="*/ 3655526 h 6858000"/>
              <a:gd name="connsiteX198" fmla="*/ 1313114 w 7467600"/>
              <a:gd name="connsiteY198" fmla="*/ 3655216 h 6858000"/>
              <a:gd name="connsiteX199" fmla="*/ 3655073 w 7467600"/>
              <a:gd name="connsiteY199" fmla="*/ 3650884 h 6858000"/>
              <a:gd name="connsiteX200" fmla="*/ 3989938 w 7467600"/>
              <a:gd name="connsiteY200" fmla="*/ 3991685 h 6858000"/>
              <a:gd name="connsiteX201" fmla="*/ 4393907 w 7467600"/>
              <a:gd name="connsiteY201" fmla="*/ 4261258 h 6858000"/>
              <a:gd name="connsiteX202" fmla="*/ 4648051 w 7467600"/>
              <a:gd name="connsiteY202" fmla="*/ 4374051 h 6858000"/>
              <a:gd name="connsiteX203" fmla="*/ 4383389 w 7467600"/>
              <a:gd name="connsiteY203" fmla="*/ 4184369 h 6858000"/>
              <a:gd name="connsiteX204" fmla="*/ 4165508 w 7467600"/>
              <a:gd name="connsiteY204" fmla="*/ 4035196 h 6858000"/>
              <a:gd name="connsiteX205" fmla="*/ 4068162 w 7467600"/>
              <a:gd name="connsiteY205" fmla="*/ 3953394 h 6858000"/>
              <a:gd name="connsiteX206" fmla="*/ 3981416 w 7467600"/>
              <a:gd name="connsiteY206" fmla="*/ 3880482 h 6858000"/>
              <a:gd name="connsiteX207" fmla="*/ 3800147 w 7467600"/>
              <a:gd name="connsiteY207" fmla="*/ 3749872 h 6858000"/>
              <a:gd name="connsiteX208" fmla="*/ 3655073 w 7467600"/>
              <a:gd name="connsiteY208" fmla="*/ 3650884 h 6858000"/>
              <a:gd name="connsiteX209" fmla="*/ 3670252 w 7467600"/>
              <a:gd name="connsiteY209" fmla="*/ 3622798 h 6858000"/>
              <a:gd name="connsiteX210" fmla="*/ 3817258 w 7467600"/>
              <a:gd name="connsiteY210" fmla="*/ 3723577 h 6858000"/>
              <a:gd name="connsiteX211" fmla="*/ 4000461 w 7467600"/>
              <a:gd name="connsiteY211" fmla="*/ 3855966 h 6858000"/>
              <a:gd name="connsiteX212" fmla="*/ 4088180 w 7467600"/>
              <a:gd name="connsiteY212" fmla="*/ 3929774 h 6858000"/>
              <a:gd name="connsiteX213" fmla="*/ 4184555 w 7467600"/>
              <a:gd name="connsiteY213" fmla="*/ 4010683 h 6858000"/>
              <a:gd name="connsiteX214" fmla="*/ 4399563 w 7467600"/>
              <a:gd name="connsiteY214" fmla="*/ 4158106 h 6858000"/>
              <a:gd name="connsiteX215" fmla="*/ 4684469 w 7467600"/>
              <a:gd name="connsiteY215" fmla="*/ 4364680 h 6858000"/>
              <a:gd name="connsiteX216" fmla="*/ 4690271 w 7467600"/>
              <a:gd name="connsiteY216" fmla="*/ 4370034 h 6858000"/>
              <a:gd name="connsiteX217" fmla="*/ 4136093 w 7467600"/>
              <a:gd name="connsiteY217" fmla="*/ 3858466 h 6858000"/>
              <a:gd name="connsiteX218" fmla="*/ 3670252 w 7467600"/>
              <a:gd name="connsiteY218" fmla="*/ 3622798 h 6858000"/>
              <a:gd name="connsiteX219" fmla="*/ 4440129 w 7467600"/>
              <a:gd name="connsiteY219" fmla="*/ 3448571 h 6858000"/>
              <a:gd name="connsiteX220" fmla="*/ 4856525 w 7467600"/>
              <a:gd name="connsiteY220" fmla="*/ 3915351 h 6858000"/>
              <a:gd name="connsiteX221" fmla="*/ 5059055 w 7467600"/>
              <a:gd name="connsiteY221" fmla="*/ 4108918 h 6858000"/>
              <a:gd name="connsiteX222" fmla="*/ 5290070 w 7467600"/>
              <a:gd name="connsiteY222" fmla="*/ 4263619 h 6858000"/>
              <a:gd name="connsiteX223" fmla="*/ 4834991 w 7467600"/>
              <a:gd name="connsiteY223" fmla="*/ 3830985 h 6858000"/>
              <a:gd name="connsiteX224" fmla="*/ 4440129 w 7467600"/>
              <a:gd name="connsiteY224" fmla="*/ 3448571 h 6858000"/>
              <a:gd name="connsiteX225" fmla="*/ 4441737 w 7467600"/>
              <a:gd name="connsiteY225" fmla="*/ 3399734 h 6858000"/>
              <a:gd name="connsiteX226" fmla="*/ 4431236 w 7467600"/>
              <a:gd name="connsiteY226" fmla="*/ 3400954 h 6858000"/>
              <a:gd name="connsiteX227" fmla="*/ 4557150 w 7467600"/>
              <a:gd name="connsiteY227" fmla="*/ 3510023 h 6858000"/>
              <a:gd name="connsiteX228" fmla="*/ 4856936 w 7467600"/>
              <a:gd name="connsiteY228" fmla="*/ 3809146 h 6858000"/>
              <a:gd name="connsiteX229" fmla="*/ 5111996 w 7467600"/>
              <a:gd name="connsiteY229" fmla="*/ 4065759 h 6858000"/>
              <a:gd name="connsiteX230" fmla="*/ 5388878 w 7467600"/>
              <a:gd name="connsiteY230" fmla="*/ 4300185 h 6858000"/>
              <a:gd name="connsiteX231" fmla="*/ 5425556 w 7467600"/>
              <a:gd name="connsiteY231" fmla="*/ 4308967 h 6858000"/>
              <a:gd name="connsiteX232" fmla="*/ 4943646 w 7467600"/>
              <a:gd name="connsiteY232" fmla="*/ 3822916 h 6858000"/>
              <a:gd name="connsiteX233" fmla="*/ 4594837 w 7467600"/>
              <a:gd name="connsiteY233" fmla="*/ 3532274 h 6858000"/>
              <a:gd name="connsiteX234" fmla="*/ 4441737 w 7467600"/>
              <a:gd name="connsiteY234" fmla="*/ 3399734 h 6858000"/>
              <a:gd name="connsiteX235" fmla="*/ 5425834 w 7467600"/>
              <a:gd name="connsiteY235" fmla="*/ 3162785 h 6858000"/>
              <a:gd name="connsiteX236" fmla="*/ 5401644 w 7467600"/>
              <a:gd name="connsiteY236" fmla="*/ 3617847 h 6858000"/>
              <a:gd name="connsiteX237" fmla="*/ 5467256 w 7467600"/>
              <a:gd name="connsiteY237" fmla="*/ 4175494 h 6858000"/>
              <a:gd name="connsiteX238" fmla="*/ 5448069 w 7467600"/>
              <a:gd name="connsiteY238" fmla="*/ 3567554 h 6858000"/>
              <a:gd name="connsiteX239" fmla="*/ 5425834 w 7467600"/>
              <a:gd name="connsiteY239" fmla="*/ 3162785 h 6858000"/>
              <a:gd name="connsiteX240" fmla="*/ 1318687 w 7467600"/>
              <a:gd name="connsiteY240" fmla="*/ 3113840 h 6858000"/>
              <a:gd name="connsiteX241" fmla="*/ 1066793 w 7467600"/>
              <a:gd name="connsiteY241" fmla="*/ 3212171 h 6858000"/>
              <a:gd name="connsiteX242" fmla="*/ 993319 w 7467600"/>
              <a:gd name="connsiteY242" fmla="*/ 3247648 h 6858000"/>
              <a:gd name="connsiteX243" fmla="*/ 853081 w 7467600"/>
              <a:gd name="connsiteY243" fmla="*/ 3312410 h 6858000"/>
              <a:gd name="connsiteX244" fmla="*/ 805957 w 7467600"/>
              <a:gd name="connsiteY244" fmla="*/ 3330443 h 6858000"/>
              <a:gd name="connsiteX245" fmla="*/ 1318687 w 7467600"/>
              <a:gd name="connsiteY245" fmla="*/ 3113840 h 6858000"/>
              <a:gd name="connsiteX246" fmla="*/ 5453702 w 7467600"/>
              <a:gd name="connsiteY246" fmla="*/ 3090882 h 6858000"/>
              <a:gd name="connsiteX247" fmla="*/ 5480135 w 7467600"/>
              <a:gd name="connsiteY247" fmla="*/ 3565802 h 6858000"/>
              <a:gd name="connsiteX248" fmla="*/ 5499023 w 7467600"/>
              <a:gd name="connsiteY248" fmla="*/ 4166310 h 6858000"/>
              <a:gd name="connsiteX249" fmla="*/ 5547022 w 7467600"/>
              <a:gd name="connsiteY249" fmla="*/ 3607838 h 6858000"/>
              <a:gd name="connsiteX250" fmla="*/ 5515964 w 7467600"/>
              <a:gd name="connsiteY250" fmla="*/ 3378541 h 6858000"/>
              <a:gd name="connsiteX251" fmla="*/ 5453702 w 7467600"/>
              <a:gd name="connsiteY251" fmla="*/ 3090882 h 6858000"/>
              <a:gd name="connsiteX252" fmla="*/ 1238695 w 7467600"/>
              <a:gd name="connsiteY252" fmla="*/ 3076820 h 6858000"/>
              <a:gd name="connsiteX253" fmla="*/ 716371 w 7467600"/>
              <a:gd name="connsiteY253" fmla="*/ 3293249 h 6858000"/>
              <a:gd name="connsiteX254" fmla="*/ 579522 w 7467600"/>
              <a:gd name="connsiteY254" fmla="*/ 3371759 h 6858000"/>
              <a:gd name="connsiteX255" fmla="*/ 600288 w 7467600"/>
              <a:gd name="connsiteY255" fmla="*/ 3365555 h 6858000"/>
              <a:gd name="connsiteX256" fmla="*/ 840692 w 7467600"/>
              <a:gd name="connsiteY256" fmla="*/ 3284921 h 6858000"/>
              <a:gd name="connsiteX257" fmla="*/ 979248 w 7467600"/>
              <a:gd name="connsiteY257" fmla="*/ 3221003 h 6858000"/>
              <a:gd name="connsiteX258" fmla="*/ 1053282 w 7467600"/>
              <a:gd name="connsiteY258" fmla="*/ 3185247 h 6858000"/>
              <a:gd name="connsiteX259" fmla="*/ 1320603 w 7467600"/>
              <a:gd name="connsiteY259" fmla="*/ 3081281 h 6858000"/>
              <a:gd name="connsiteX260" fmla="*/ 1238695 w 7467600"/>
              <a:gd name="connsiteY260" fmla="*/ 3076820 h 6858000"/>
              <a:gd name="connsiteX261" fmla="*/ 5425627 w 7467600"/>
              <a:gd name="connsiteY261" fmla="*/ 2954192 h 6858000"/>
              <a:gd name="connsiteX262" fmla="*/ 5470770 w 7467600"/>
              <a:gd name="connsiteY262" fmla="*/ 3005435 h 6858000"/>
              <a:gd name="connsiteX263" fmla="*/ 5519779 w 7467600"/>
              <a:gd name="connsiteY263" fmla="*/ 4359223 h 6858000"/>
              <a:gd name="connsiteX264" fmla="*/ 5520293 w 7467600"/>
              <a:gd name="connsiteY264" fmla="*/ 4360602 h 6858000"/>
              <a:gd name="connsiteX265" fmla="*/ 5767221 w 7467600"/>
              <a:gd name="connsiteY265" fmla="*/ 4665564 h 6858000"/>
              <a:gd name="connsiteX266" fmla="*/ 6937169 w 7467600"/>
              <a:gd name="connsiteY266" fmla="*/ 4815941 h 6858000"/>
              <a:gd name="connsiteX267" fmla="*/ 6953922 w 7467600"/>
              <a:gd name="connsiteY267" fmla="*/ 4890068 h 6858000"/>
              <a:gd name="connsiteX268" fmla="*/ 6071359 w 7467600"/>
              <a:gd name="connsiteY268" fmla="*/ 4770770 h 6858000"/>
              <a:gd name="connsiteX269" fmla="*/ 6038839 w 7467600"/>
              <a:gd name="connsiteY269" fmla="*/ 4764474 h 6858000"/>
              <a:gd name="connsiteX270" fmla="*/ 6038706 w 7467600"/>
              <a:gd name="connsiteY270" fmla="*/ 4763847 h 6858000"/>
              <a:gd name="connsiteX271" fmla="*/ 6037784 w 7467600"/>
              <a:gd name="connsiteY271" fmla="*/ 4764270 h 6858000"/>
              <a:gd name="connsiteX272" fmla="*/ 6038839 w 7467600"/>
              <a:gd name="connsiteY272" fmla="*/ 4764474 h 6858000"/>
              <a:gd name="connsiteX273" fmla="*/ 6040338 w 7467600"/>
              <a:gd name="connsiteY273" fmla="*/ 4771418 h 6858000"/>
              <a:gd name="connsiteX274" fmla="*/ 6024488 w 7467600"/>
              <a:gd name="connsiteY274" fmla="*/ 4809903 h 6858000"/>
              <a:gd name="connsiteX275" fmla="*/ 5599771 w 7467600"/>
              <a:gd name="connsiteY275" fmla="*/ 5509652 h 6858000"/>
              <a:gd name="connsiteX276" fmla="*/ 5548843 w 7467600"/>
              <a:gd name="connsiteY276" fmla="*/ 5563845 h 6858000"/>
              <a:gd name="connsiteX277" fmla="*/ 5940952 w 7467600"/>
              <a:gd name="connsiteY277" fmla="*/ 6250028 h 6858000"/>
              <a:gd name="connsiteX278" fmla="*/ 6043441 w 7467600"/>
              <a:gd name="connsiteY278" fmla="*/ 6665847 h 6858000"/>
              <a:gd name="connsiteX279" fmla="*/ 6093432 w 7467600"/>
              <a:gd name="connsiteY279" fmla="*/ 6858000 h 6858000"/>
              <a:gd name="connsiteX280" fmla="*/ 6034344 w 7467600"/>
              <a:gd name="connsiteY280" fmla="*/ 6858000 h 6858000"/>
              <a:gd name="connsiteX281" fmla="*/ 6026679 w 7467600"/>
              <a:gd name="connsiteY281" fmla="*/ 6836959 h 6858000"/>
              <a:gd name="connsiteX282" fmla="*/ 5800441 w 7467600"/>
              <a:gd name="connsiteY282" fmla="*/ 6335286 h 6858000"/>
              <a:gd name="connsiteX283" fmla="*/ 5526562 w 7467600"/>
              <a:gd name="connsiteY283" fmla="*/ 5705388 h 6858000"/>
              <a:gd name="connsiteX284" fmla="*/ 5519640 w 7467600"/>
              <a:gd name="connsiteY284" fmla="*/ 5683774 h 6858000"/>
              <a:gd name="connsiteX285" fmla="*/ 5844559 w 7467600"/>
              <a:gd name="connsiteY285" fmla="*/ 6553349 h 6858000"/>
              <a:gd name="connsiteX286" fmla="*/ 5975994 w 7467600"/>
              <a:gd name="connsiteY286" fmla="*/ 6858000 h 6858000"/>
              <a:gd name="connsiteX287" fmla="*/ 5898547 w 7467600"/>
              <a:gd name="connsiteY287" fmla="*/ 6858000 h 6858000"/>
              <a:gd name="connsiteX288" fmla="*/ 5682041 w 7467600"/>
              <a:gd name="connsiteY288" fmla="*/ 6355860 h 6858000"/>
              <a:gd name="connsiteX289" fmla="*/ 5461758 w 7467600"/>
              <a:gd name="connsiteY289" fmla="*/ 5820220 h 6858000"/>
              <a:gd name="connsiteX290" fmla="*/ 5237282 w 7467600"/>
              <a:gd name="connsiteY290" fmla="*/ 6579086 h 6858000"/>
              <a:gd name="connsiteX291" fmla="*/ 5115009 w 7467600"/>
              <a:gd name="connsiteY291" fmla="*/ 6858000 h 6858000"/>
              <a:gd name="connsiteX292" fmla="*/ 5028074 w 7467600"/>
              <a:gd name="connsiteY292" fmla="*/ 6858000 h 6858000"/>
              <a:gd name="connsiteX293" fmla="*/ 5079508 w 7467600"/>
              <a:gd name="connsiteY293" fmla="*/ 6749074 h 6858000"/>
              <a:gd name="connsiteX294" fmla="*/ 5371846 w 7467600"/>
              <a:gd name="connsiteY294" fmla="*/ 5924413 h 6858000"/>
              <a:gd name="connsiteX295" fmla="*/ 5270512 w 7467600"/>
              <a:gd name="connsiteY295" fmla="*/ 6138975 h 6858000"/>
              <a:gd name="connsiteX296" fmla="*/ 5062409 w 7467600"/>
              <a:gd name="connsiteY296" fmla="*/ 6653544 h 6858000"/>
              <a:gd name="connsiteX297" fmla="*/ 5036628 w 7467600"/>
              <a:gd name="connsiteY297" fmla="*/ 6754247 h 6858000"/>
              <a:gd name="connsiteX298" fmla="*/ 5009112 w 7467600"/>
              <a:gd name="connsiteY298" fmla="*/ 6858000 h 6858000"/>
              <a:gd name="connsiteX299" fmla="*/ 4976679 w 7467600"/>
              <a:gd name="connsiteY299" fmla="*/ 6858000 h 6858000"/>
              <a:gd name="connsiteX300" fmla="*/ 5006537 w 7467600"/>
              <a:gd name="connsiteY300" fmla="*/ 6747068 h 6858000"/>
              <a:gd name="connsiteX301" fmla="*/ 5032723 w 7467600"/>
              <a:gd name="connsiteY301" fmla="*/ 6644957 h 6858000"/>
              <a:gd name="connsiteX302" fmla="*/ 5242949 w 7467600"/>
              <a:gd name="connsiteY302" fmla="*/ 6125175 h 6858000"/>
              <a:gd name="connsiteX303" fmla="*/ 5286321 w 7467600"/>
              <a:gd name="connsiteY303" fmla="*/ 6033555 h 6858000"/>
              <a:gd name="connsiteX304" fmla="*/ 5008210 w 7467600"/>
              <a:gd name="connsiteY304" fmla="*/ 6649194 h 6858000"/>
              <a:gd name="connsiteX305" fmla="*/ 4986321 w 7467600"/>
              <a:gd name="connsiteY305" fmla="*/ 6765687 h 6858000"/>
              <a:gd name="connsiteX306" fmla="*/ 4973474 w 7467600"/>
              <a:gd name="connsiteY306" fmla="*/ 6858000 h 6858000"/>
              <a:gd name="connsiteX307" fmla="*/ 4907178 w 7467600"/>
              <a:gd name="connsiteY307" fmla="*/ 6858000 h 6858000"/>
              <a:gd name="connsiteX308" fmla="*/ 4910810 w 7467600"/>
              <a:gd name="connsiteY308" fmla="*/ 6829660 h 6858000"/>
              <a:gd name="connsiteX309" fmla="*/ 4987461 w 7467600"/>
              <a:gd name="connsiteY309" fmla="*/ 6432994 h 6858000"/>
              <a:gd name="connsiteX310" fmla="*/ 5179262 w 7467600"/>
              <a:gd name="connsiteY310" fmla="*/ 6035044 h 6858000"/>
              <a:gd name="connsiteX311" fmla="*/ 4689678 w 7467600"/>
              <a:gd name="connsiteY311" fmla="*/ 6440241 h 6858000"/>
              <a:gd name="connsiteX312" fmla="*/ 4477543 w 7467600"/>
              <a:gd name="connsiteY312" fmla="*/ 6674836 h 6858000"/>
              <a:gd name="connsiteX313" fmla="*/ 4329957 w 7467600"/>
              <a:gd name="connsiteY313" fmla="*/ 6858000 h 6858000"/>
              <a:gd name="connsiteX314" fmla="*/ 4218595 w 7467600"/>
              <a:gd name="connsiteY314" fmla="*/ 6858000 h 6858000"/>
              <a:gd name="connsiteX315" fmla="*/ 4368888 w 7467600"/>
              <a:gd name="connsiteY315" fmla="*/ 6668412 h 6858000"/>
              <a:gd name="connsiteX316" fmla="*/ 4563091 w 7467600"/>
              <a:gd name="connsiteY316" fmla="*/ 6442508 h 6858000"/>
              <a:gd name="connsiteX317" fmla="*/ 5387324 w 7467600"/>
              <a:gd name="connsiteY317" fmla="*/ 5705830 h 6858000"/>
              <a:gd name="connsiteX318" fmla="*/ 5073620 w 7467600"/>
              <a:gd name="connsiteY318" fmla="*/ 5955437 h 6858000"/>
              <a:gd name="connsiteX319" fmla="*/ 4689789 w 7467600"/>
              <a:gd name="connsiteY319" fmla="*/ 6268382 h 6858000"/>
              <a:gd name="connsiteX320" fmla="*/ 4418722 w 7467600"/>
              <a:gd name="connsiteY320" fmla="*/ 6570886 h 6858000"/>
              <a:gd name="connsiteX321" fmla="*/ 4214944 w 7467600"/>
              <a:gd name="connsiteY321" fmla="*/ 6858000 h 6858000"/>
              <a:gd name="connsiteX322" fmla="*/ 4177898 w 7467600"/>
              <a:gd name="connsiteY322" fmla="*/ 6858000 h 6858000"/>
              <a:gd name="connsiteX323" fmla="*/ 4391597 w 7467600"/>
              <a:gd name="connsiteY323" fmla="*/ 6556370 h 6858000"/>
              <a:gd name="connsiteX324" fmla="*/ 4668889 w 7467600"/>
              <a:gd name="connsiteY324" fmla="*/ 6246399 h 6858000"/>
              <a:gd name="connsiteX325" fmla="*/ 5055427 w 7467600"/>
              <a:gd name="connsiteY325" fmla="*/ 5931476 h 6858000"/>
              <a:gd name="connsiteX326" fmla="*/ 5371814 w 7467600"/>
              <a:gd name="connsiteY326" fmla="*/ 5678975 h 6858000"/>
              <a:gd name="connsiteX327" fmla="*/ 4987918 w 7467600"/>
              <a:gd name="connsiteY327" fmla="*/ 5838701 h 6858000"/>
              <a:gd name="connsiteX328" fmla="*/ 4317146 w 7467600"/>
              <a:gd name="connsiteY328" fmla="*/ 6587716 h 6858000"/>
              <a:gd name="connsiteX329" fmla="*/ 4171627 w 7467600"/>
              <a:gd name="connsiteY329" fmla="*/ 6858000 h 6858000"/>
              <a:gd name="connsiteX330" fmla="*/ 4081585 w 7467600"/>
              <a:gd name="connsiteY330" fmla="*/ 6858000 h 6858000"/>
              <a:gd name="connsiteX331" fmla="*/ 4238603 w 7467600"/>
              <a:gd name="connsiteY331" fmla="*/ 6559341 h 6858000"/>
              <a:gd name="connsiteX332" fmla="*/ 4778333 w 7467600"/>
              <a:gd name="connsiteY332" fmla="*/ 5873626 h 6858000"/>
              <a:gd name="connsiteX333" fmla="*/ 5414185 w 7467600"/>
              <a:gd name="connsiteY333" fmla="*/ 5573882 h 6858000"/>
              <a:gd name="connsiteX334" fmla="*/ 5959648 w 7467600"/>
              <a:gd name="connsiteY334" fmla="*/ 4760797 h 6858000"/>
              <a:gd name="connsiteX335" fmla="*/ 5355019 w 7467600"/>
              <a:gd name="connsiteY335" fmla="*/ 4734672 h 6858000"/>
              <a:gd name="connsiteX336" fmla="*/ 5083565 w 7467600"/>
              <a:gd name="connsiteY336" fmla="*/ 5179121 h 6858000"/>
              <a:gd name="connsiteX337" fmla="*/ 4713577 w 7467600"/>
              <a:gd name="connsiteY337" fmla="*/ 5616803 h 6858000"/>
              <a:gd name="connsiteX338" fmla="*/ 3989559 w 7467600"/>
              <a:gd name="connsiteY338" fmla="*/ 6145945 h 6858000"/>
              <a:gd name="connsiteX339" fmla="*/ 3939824 w 7467600"/>
              <a:gd name="connsiteY339" fmla="*/ 6066900 h 6858000"/>
              <a:gd name="connsiteX340" fmla="*/ 4584537 w 7467600"/>
              <a:gd name="connsiteY340" fmla="*/ 5324826 h 6858000"/>
              <a:gd name="connsiteX341" fmla="*/ 5037105 w 7467600"/>
              <a:gd name="connsiteY341" fmla="*/ 5088765 h 6858000"/>
              <a:gd name="connsiteX342" fmla="*/ 5039930 w 7467600"/>
              <a:gd name="connsiteY342" fmla="*/ 5089585 h 6858000"/>
              <a:gd name="connsiteX343" fmla="*/ 5263764 w 7467600"/>
              <a:gd name="connsiteY343" fmla="*/ 4735525 h 6858000"/>
              <a:gd name="connsiteX344" fmla="*/ 4086300 w 7467600"/>
              <a:gd name="connsiteY344" fmla="*/ 4884599 h 6858000"/>
              <a:gd name="connsiteX345" fmla="*/ 4085485 w 7467600"/>
              <a:gd name="connsiteY345" fmla="*/ 4899070 h 6858000"/>
              <a:gd name="connsiteX346" fmla="*/ 3871915 w 7467600"/>
              <a:gd name="connsiteY346" fmla="*/ 5253645 h 6858000"/>
              <a:gd name="connsiteX347" fmla="*/ 3799374 w 7467600"/>
              <a:gd name="connsiteY347" fmla="*/ 5466127 h 6858000"/>
              <a:gd name="connsiteX348" fmla="*/ 3498850 w 7467600"/>
              <a:gd name="connsiteY348" fmla="*/ 6661888 h 6858000"/>
              <a:gd name="connsiteX349" fmla="*/ 3399216 w 7467600"/>
              <a:gd name="connsiteY349" fmla="*/ 6858000 h 6858000"/>
              <a:gd name="connsiteX350" fmla="*/ 3303688 w 7467600"/>
              <a:gd name="connsiteY350" fmla="*/ 6858000 h 6858000"/>
              <a:gd name="connsiteX351" fmla="*/ 3391774 w 7467600"/>
              <a:gd name="connsiteY351" fmla="*/ 6697181 h 6858000"/>
              <a:gd name="connsiteX352" fmla="*/ 3735540 w 7467600"/>
              <a:gd name="connsiteY352" fmla="*/ 5546923 h 6858000"/>
              <a:gd name="connsiteX353" fmla="*/ 3729438 w 7467600"/>
              <a:gd name="connsiteY353" fmla="*/ 5569058 h 6858000"/>
              <a:gd name="connsiteX354" fmla="*/ 3707782 w 7467600"/>
              <a:gd name="connsiteY354" fmla="*/ 5644908 h 6858000"/>
              <a:gd name="connsiteX355" fmla="*/ 3583827 w 7467600"/>
              <a:gd name="connsiteY355" fmla="*/ 6039215 h 6858000"/>
              <a:gd name="connsiteX356" fmla="*/ 3547861 w 7467600"/>
              <a:gd name="connsiteY356" fmla="*/ 6129609 h 6858000"/>
              <a:gd name="connsiteX357" fmla="*/ 3490905 w 7467600"/>
              <a:gd name="connsiteY357" fmla="*/ 6277660 h 6858000"/>
              <a:gd name="connsiteX358" fmla="*/ 3455859 w 7467600"/>
              <a:gd name="connsiteY358" fmla="*/ 6391301 h 6858000"/>
              <a:gd name="connsiteX359" fmla="*/ 3429112 w 7467600"/>
              <a:gd name="connsiteY359" fmla="*/ 6479469 h 6858000"/>
              <a:gd name="connsiteX360" fmla="*/ 3304862 w 7467600"/>
              <a:gd name="connsiteY360" fmla="*/ 6796476 h 6858000"/>
              <a:gd name="connsiteX361" fmla="*/ 3276071 w 7467600"/>
              <a:gd name="connsiteY361" fmla="*/ 6858000 h 6858000"/>
              <a:gd name="connsiteX362" fmla="*/ 3240805 w 7467600"/>
              <a:gd name="connsiteY362" fmla="*/ 6858000 h 6858000"/>
              <a:gd name="connsiteX363" fmla="*/ 3275917 w 7467600"/>
              <a:gd name="connsiteY363" fmla="*/ 6783192 h 6858000"/>
              <a:gd name="connsiteX364" fmla="*/ 3399358 w 7467600"/>
              <a:gd name="connsiteY364" fmla="*/ 6469011 h 6858000"/>
              <a:gd name="connsiteX365" fmla="*/ 3425650 w 7467600"/>
              <a:gd name="connsiteY365" fmla="*/ 6381333 h 6858000"/>
              <a:gd name="connsiteX366" fmla="*/ 3460661 w 7467600"/>
              <a:gd name="connsiteY366" fmla="*/ 6266763 h 6858000"/>
              <a:gd name="connsiteX367" fmla="*/ 3518021 w 7467600"/>
              <a:gd name="connsiteY367" fmla="*/ 6117298 h 6858000"/>
              <a:gd name="connsiteX368" fmla="*/ 3554035 w 7467600"/>
              <a:gd name="connsiteY368" fmla="*/ 6027832 h 6858000"/>
              <a:gd name="connsiteX369" fmla="*/ 3677174 w 7467600"/>
              <a:gd name="connsiteY369" fmla="*/ 5636351 h 6858000"/>
              <a:gd name="connsiteX370" fmla="*/ 3698819 w 7467600"/>
              <a:gd name="connsiteY370" fmla="*/ 5560503 h 6858000"/>
              <a:gd name="connsiteX371" fmla="*/ 3702094 w 7467600"/>
              <a:gd name="connsiteY371" fmla="*/ 5549194 h 6858000"/>
              <a:gd name="connsiteX372" fmla="*/ 3398355 w 7467600"/>
              <a:gd name="connsiteY372" fmla="*/ 6094603 h 6858000"/>
              <a:gd name="connsiteX373" fmla="*/ 3193941 w 7467600"/>
              <a:gd name="connsiteY373" fmla="*/ 6798775 h 6858000"/>
              <a:gd name="connsiteX374" fmla="*/ 3184140 w 7467600"/>
              <a:gd name="connsiteY374" fmla="*/ 6858000 h 6858000"/>
              <a:gd name="connsiteX375" fmla="*/ 3099978 w 7467600"/>
              <a:gd name="connsiteY375" fmla="*/ 6858000 h 6858000"/>
              <a:gd name="connsiteX376" fmla="*/ 3101556 w 7467600"/>
              <a:gd name="connsiteY376" fmla="*/ 6843337 h 6858000"/>
              <a:gd name="connsiteX377" fmla="*/ 3370162 w 7467600"/>
              <a:gd name="connsiteY377" fmla="*/ 5785550 h 6858000"/>
              <a:gd name="connsiteX378" fmla="*/ 3746477 w 7467600"/>
              <a:gd name="connsiteY378" fmla="*/ 5377889 h 6858000"/>
              <a:gd name="connsiteX379" fmla="*/ 3863399 w 7467600"/>
              <a:gd name="connsiteY379" fmla="*/ 5087257 h 6858000"/>
              <a:gd name="connsiteX380" fmla="*/ 3968712 w 7467600"/>
              <a:gd name="connsiteY380" fmla="*/ 4913989 h 6858000"/>
              <a:gd name="connsiteX381" fmla="*/ 2792390 w 7467600"/>
              <a:gd name="connsiteY381" fmla="*/ 5382974 h 6858000"/>
              <a:gd name="connsiteX382" fmla="*/ 2714982 w 7467600"/>
              <a:gd name="connsiteY382" fmla="*/ 5427051 h 6858000"/>
              <a:gd name="connsiteX383" fmla="*/ 2813361 w 7467600"/>
              <a:gd name="connsiteY383" fmla="*/ 6023912 h 6858000"/>
              <a:gd name="connsiteX384" fmla="*/ 2688430 w 7467600"/>
              <a:gd name="connsiteY384" fmla="*/ 6801564 h 6858000"/>
              <a:gd name="connsiteX385" fmla="*/ 2629626 w 7467600"/>
              <a:gd name="connsiteY385" fmla="*/ 6763394 h 6858000"/>
              <a:gd name="connsiteX386" fmla="*/ 2565328 w 7467600"/>
              <a:gd name="connsiteY386" fmla="*/ 5516399 h 6858000"/>
              <a:gd name="connsiteX387" fmla="*/ 1922999 w 7467600"/>
              <a:gd name="connsiteY387" fmla="*/ 5980343 h 6858000"/>
              <a:gd name="connsiteX388" fmla="*/ 1950261 w 7467600"/>
              <a:gd name="connsiteY388" fmla="*/ 6405858 h 6858000"/>
              <a:gd name="connsiteX389" fmla="*/ 2365554 w 7467600"/>
              <a:gd name="connsiteY389" fmla="*/ 6759107 h 6858000"/>
              <a:gd name="connsiteX390" fmla="*/ 2424142 w 7467600"/>
              <a:gd name="connsiteY390" fmla="*/ 6858000 h 6858000"/>
              <a:gd name="connsiteX391" fmla="*/ 2395994 w 7467600"/>
              <a:gd name="connsiteY391" fmla="*/ 6858000 h 6858000"/>
              <a:gd name="connsiteX392" fmla="*/ 2392863 w 7467600"/>
              <a:gd name="connsiteY392" fmla="*/ 6852964 h 6858000"/>
              <a:gd name="connsiteX393" fmla="*/ 2017589 w 7467600"/>
              <a:gd name="connsiteY393" fmla="*/ 6493982 h 6858000"/>
              <a:gd name="connsiteX394" fmla="*/ 2147336 w 7467600"/>
              <a:gd name="connsiteY394" fmla="*/ 6594052 h 6858000"/>
              <a:gd name="connsiteX395" fmla="*/ 2207047 w 7467600"/>
              <a:gd name="connsiteY395" fmla="*/ 6654540 h 6858000"/>
              <a:gd name="connsiteX396" fmla="*/ 2299106 w 7467600"/>
              <a:gd name="connsiteY396" fmla="*/ 6778931 h 6858000"/>
              <a:gd name="connsiteX397" fmla="*/ 2314430 w 7467600"/>
              <a:gd name="connsiteY397" fmla="*/ 6801144 h 6858000"/>
              <a:gd name="connsiteX398" fmla="*/ 2352406 w 7467600"/>
              <a:gd name="connsiteY398" fmla="*/ 6858000 h 6858000"/>
              <a:gd name="connsiteX399" fmla="*/ 2314492 w 7467600"/>
              <a:gd name="connsiteY399" fmla="*/ 6858000 h 6858000"/>
              <a:gd name="connsiteX400" fmla="*/ 2288095 w 7467600"/>
              <a:gd name="connsiteY400" fmla="*/ 6818030 h 6858000"/>
              <a:gd name="connsiteX401" fmla="*/ 2272768 w 7467600"/>
              <a:gd name="connsiteY401" fmla="*/ 6795822 h 6858000"/>
              <a:gd name="connsiteX402" fmla="*/ 2182715 w 7467600"/>
              <a:gd name="connsiteY402" fmla="*/ 6675071 h 6858000"/>
              <a:gd name="connsiteX403" fmla="*/ 2032061 w 7467600"/>
              <a:gd name="connsiteY403" fmla="*/ 6541380 h 6858000"/>
              <a:gd name="connsiteX404" fmla="*/ 2257220 w 7467600"/>
              <a:gd name="connsiteY404" fmla="*/ 6826257 h 6858000"/>
              <a:gd name="connsiteX405" fmla="*/ 2281324 w 7467600"/>
              <a:gd name="connsiteY405" fmla="*/ 6858000 h 6858000"/>
              <a:gd name="connsiteX406" fmla="*/ 2242860 w 7467600"/>
              <a:gd name="connsiteY406" fmla="*/ 6858000 h 6858000"/>
              <a:gd name="connsiteX407" fmla="*/ 2232818 w 7467600"/>
              <a:gd name="connsiteY407" fmla="*/ 6844926 h 6858000"/>
              <a:gd name="connsiteX408" fmla="*/ 1990172 w 7467600"/>
              <a:gd name="connsiteY408" fmla="*/ 6542121 h 6858000"/>
              <a:gd name="connsiteX409" fmla="*/ 2124090 w 7467600"/>
              <a:gd name="connsiteY409" fmla="*/ 6761017 h 6858000"/>
              <a:gd name="connsiteX410" fmla="*/ 2200380 w 7467600"/>
              <a:gd name="connsiteY410" fmla="*/ 6858000 h 6858000"/>
              <a:gd name="connsiteX411" fmla="*/ 2147507 w 7467600"/>
              <a:gd name="connsiteY411" fmla="*/ 6858000 h 6858000"/>
              <a:gd name="connsiteX412" fmla="*/ 2070668 w 7467600"/>
              <a:gd name="connsiteY412" fmla="*/ 6761520 h 6858000"/>
              <a:gd name="connsiteX413" fmla="*/ 1975142 w 7467600"/>
              <a:gd name="connsiteY413" fmla="*/ 6585570 h 6858000"/>
              <a:gd name="connsiteX414" fmla="*/ 2050035 w 7467600"/>
              <a:gd name="connsiteY414" fmla="*/ 6813345 h 6858000"/>
              <a:gd name="connsiteX415" fmla="*/ 2063025 w 7467600"/>
              <a:gd name="connsiteY415" fmla="*/ 6858000 h 6858000"/>
              <a:gd name="connsiteX416" fmla="*/ 2021675 w 7467600"/>
              <a:gd name="connsiteY416" fmla="*/ 6858000 h 6858000"/>
              <a:gd name="connsiteX417" fmla="*/ 2019308 w 7467600"/>
              <a:gd name="connsiteY417" fmla="*/ 6847118 h 6858000"/>
              <a:gd name="connsiteX418" fmla="*/ 1938835 w 7467600"/>
              <a:gd name="connsiteY418" fmla="*/ 6551160 h 6858000"/>
              <a:gd name="connsiteX419" fmla="*/ 1953230 w 7467600"/>
              <a:gd name="connsiteY419" fmla="*/ 6759699 h 6858000"/>
              <a:gd name="connsiteX420" fmla="*/ 1956763 w 7467600"/>
              <a:gd name="connsiteY420" fmla="*/ 6778191 h 6858000"/>
              <a:gd name="connsiteX421" fmla="*/ 1967925 w 7467600"/>
              <a:gd name="connsiteY421" fmla="*/ 6858000 h 6858000"/>
              <a:gd name="connsiteX422" fmla="*/ 1936622 w 7467600"/>
              <a:gd name="connsiteY422" fmla="*/ 6858000 h 6858000"/>
              <a:gd name="connsiteX423" fmla="*/ 1926261 w 7467600"/>
              <a:gd name="connsiteY423" fmla="*/ 6784064 h 6858000"/>
              <a:gd name="connsiteX424" fmla="*/ 1922724 w 7467600"/>
              <a:gd name="connsiteY424" fmla="*/ 6765577 h 6858000"/>
              <a:gd name="connsiteX425" fmla="*/ 1904650 w 7467600"/>
              <a:gd name="connsiteY425" fmla="*/ 6639616 h 6858000"/>
              <a:gd name="connsiteX426" fmla="*/ 1885273 w 7467600"/>
              <a:gd name="connsiteY426" fmla="*/ 6858000 h 6858000"/>
              <a:gd name="connsiteX427" fmla="*/ 1854363 w 7467600"/>
              <a:gd name="connsiteY427" fmla="*/ 6858000 h 6858000"/>
              <a:gd name="connsiteX428" fmla="*/ 1880391 w 7467600"/>
              <a:gd name="connsiteY428" fmla="*/ 6603796 h 6858000"/>
              <a:gd name="connsiteX429" fmla="*/ 1818273 w 7467600"/>
              <a:gd name="connsiteY429" fmla="*/ 6715729 h 6858000"/>
              <a:gd name="connsiteX430" fmla="*/ 1794691 w 7467600"/>
              <a:gd name="connsiteY430" fmla="*/ 6843239 h 6858000"/>
              <a:gd name="connsiteX431" fmla="*/ 1794914 w 7467600"/>
              <a:gd name="connsiteY431" fmla="*/ 6858000 h 6858000"/>
              <a:gd name="connsiteX432" fmla="*/ 1746128 w 7467600"/>
              <a:gd name="connsiteY432" fmla="*/ 6858000 h 6858000"/>
              <a:gd name="connsiteX433" fmla="*/ 1753934 w 7467600"/>
              <a:gd name="connsiteY433" fmla="*/ 6724796 h 6858000"/>
              <a:gd name="connsiteX434" fmla="*/ 1792053 w 7467600"/>
              <a:gd name="connsiteY434" fmla="*/ 6572396 h 6858000"/>
              <a:gd name="connsiteX435" fmla="*/ 1862248 w 7467600"/>
              <a:gd name="connsiteY435" fmla="*/ 6266397 h 6858000"/>
              <a:gd name="connsiteX436" fmla="*/ 1862250 w 7467600"/>
              <a:gd name="connsiteY436" fmla="*/ 6033531 h 6858000"/>
              <a:gd name="connsiteX437" fmla="*/ 1211999 w 7467600"/>
              <a:gd name="connsiteY437" fmla="*/ 6683610 h 6858000"/>
              <a:gd name="connsiteX438" fmla="*/ 1213266 w 7467600"/>
              <a:gd name="connsiteY438" fmla="*/ 6691947 h 6858000"/>
              <a:gd name="connsiteX439" fmla="*/ 1203370 w 7467600"/>
              <a:gd name="connsiteY439" fmla="*/ 6850676 h 6858000"/>
              <a:gd name="connsiteX440" fmla="*/ 1203671 w 7467600"/>
              <a:gd name="connsiteY440" fmla="*/ 6858000 h 6858000"/>
              <a:gd name="connsiteX441" fmla="*/ 1143180 w 7467600"/>
              <a:gd name="connsiteY441" fmla="*/ 6858000 h 6858000"/>
              <a:gd name="connsiteX442" fmla="*/ 1142176 w 7467600"/>
              <a:gd name="connsiteY442" fmla="*/ 6766045 h 6858000"/>
              <a:gd name="connsiteX443" fmla="*/ 1067484 w 7467600"/>
              <a:gd name="connsiteY443" fmla="*/ 6858000 h 6858000"/>
              <a:gd name="connsiteX444" fmla="*/ 953928 w 7467600"/>
              <a:gd name="connsiteY444" fmla="*/ 6858000 h 6858000"/>
              <a:gd name="connsiteX445" fmla="*/ 959715 w 7467600"/>
              <a:gd name="connsiteY445" fmla="*/ 6850185 h 6858000"/>
              <a:gd name="connsiteX446" fmla="*/ 1483788 w 7467600"/>
              <a:gd name="connsiteY446" fmla="*/ 6259174 h 6858000"/>
              <a:gd name="connsiteX447" fmla="*/ 1100671 w 7467600"/>
              <a:gd name="connsiteY447" fmla="*/ 6252137 h 6858000"/>
              <a:gd name="connsiteX448" fmla="*/ 1090144 w 7467600"/>
              <a:gd name="connsiteY448" fmla="*/ 6256748 h 6858000"/>
              <a:gd name="connsiteX449" fmla="*/ 1095872 w 7467600"/>
              <a:gd name="connsiteY449" fmla="*/ 6271892 h 6858000"/>
              <a:gd name="connsiteX450" fmla="*/ 262785 w 7467600"/>
              <a:gd name="connsiteY450" fmla="*/ 6845450 h 6858000"/>
              <a:gd name="connsiteX451" fmla="*/ 209968 w 7467600"/>
              <a:gd name="connsiteY451" fmla="*/ 6770713 h 6858000"/>
              <a:gd name="connsiteX452" fmla="*/ 873460 w 7467600"/>
              <a:gd name="connsiteY452" fmla="*/ 6253768 h 6858000"/>
              <a:gd name="connsiteX453" fmla="*/ 192686 w 7467600"/>
              <a:gd name="connsiteY453" fmla="*/ 5849257 h 6858000"/>
              <a:gd name="connsiteX454" fmla="*/ 4696 w 7467600"/>
              <a:gd name="connsiteY454" fmla="*/ 5697668 h 6858000"/>
              <a:gd name="connsiteX455" fmla="*/ 0 w 7467600"/>
              <a:gd name="connsiteY455" fmla="*/ 5689984 h 6858000"/>
              <a:gd name="connsiteX456" fmla="*/ 0 w 7467600"/>
              <a:gd name="connsiteY456" fmla="*/ 5513472 h 6858000"/>
              <a:gd name="connsiteX457" fmla="*/ 174101 w 7467600"/>
              <a:gd name="connsiteY457" fmla="*/ 5620277 h 6858000"/>
              <a:gd name="connsiteX458" fmla="*/ 891800 w 7467600"/>
              <a:gd name="connsiteY458" fmla="*/ 6036935 h 6858000"/>
              <a:gd name="connsiteX459" fmla="*/ 1072219 w 7467600"/>
              <a:gd name="connsiteY459" fmla="*/ 6169443 h 6858000"/>
              <a:gd name="connsiteX460" fmla="*/ 1074117 w 7467600"/>
              <a:gd name="connsiteY460" fmla="*/ 6170301 h 6858000"/>
              <a:gd name="connsiteX461" fmla="*/ 1083114 w 7467600"/>
              <a:gd name="connsiteY461" fmla="*/ 6174131 h 6858000"/>
              <a:gd name="connsiteX462" fmla="*/ 1543010 w 7467600"/>
              <a:gd name="connsiteY462" fmla="*/ 6191140 h 6858000"/>
              <a:gd name="connsiteX463" fmla="*/ 1551080 w 7467600"/>
              <a:gd name="connsiteY463" fmla="*/ 6195006 h 6858000"/>
              <a:gd name="connsiteX464" fmla="*/ 2345443 w 7467600"/>
              <a:gd name="connsiteY464" fmla="*/ 5549882 h 6858000"/>
              <a:gd name="connsiteX465" fmla="*/ 1721499 w 7467600"/>
              <a:gd name="connsiteY465" fmla="*/ 5599969 h 6858000"/>
              <a:gd name="connsiteX466" fmla="*/ 767716 w 7467600"/>
              <a:gd name="connsiteY466" fmla="*/ 5472768 h 6858000"/>
              <a:gd name="connsiteX467" fmla="*/ 722147 w 7467600"/>
              <a:gd name="connsiteY467" fmla="*/ 5393091 h 6858000"/>
              <a:gd name="connsiteX468" fmla="*/ 1485552 w 7467600"/>
              <a:gd name="connsiteY468" fmla="*/ 5313202 h 6858000"/>
              <a:gd name="connsiteX469" fmla="*/ 2143004 w 7467600"/>
              <a:gd name="connsiteY469" fmla="*/ 5402420 h 6858000"/>
              <a:gd name="connsiteX470" fmla="*/ 1933391 w 7467600"/>
              <a:gd name="connsiteY470" fmla="*/ 5156971 h 6858000"/>
              <a:gd name="connsiteX471" fmla="*/ 1827118 w 7467600"/>
              <a:gd name="connsiteY471" fmla="*/ 4968410 h 6858000"/>
              <a:gd name="connsiteX472" fmla="*/ 1837349 w 7467600"/>
              <a:gd name="connsiteY472" fmla="*/ 4956357 h 6858000"/>
              <a:gd name="connsiteX473" fmla="*/ 2162835 w 7467600"/>
              <a:gd name="connsiteY473" fmla="*/ 5187853 h 6858000"/>
              <a:gd name="connsiteX474" fmla="*/ 2257167 w 7467600"/>
              <a:gd name="connsiteY474" fmla="*/ 5462123 h 6858000"/>
              <a:gd name="connsiteX475" fmla="*/ 2261598 w 7467600"/>
              <a:gd name="connsiteY475" fmla="*/ 5467998 h 6858000"/>
              <a:gd name="connsiteX476" fmla="*/ 2437177 w 7467600"/>
              <a:gd name="connsiteY476" fmla="*/ 5479608 h 6858000"/>
              <a:gd name="connsiteX477" fmla="*/ 2445247 w 7467600"/>
              <a:gd name="connsiteY477" fmla="*/ 5483476 h 6858000"/>
              <a:gd name="connsiteX478" fmla="*/ 2743626 w 7467600"/>
              <a:gd name="connsiteY478" fmla="*/ 5304819 h 6858000"/>
              <a:gd name="connsiteX479" fmla="*/ 3048102 w 7467600"/>
              <a:gd name="connsiteY479" fmla="*/ 5150595 h 6858000"/>
              <a:gd name="connsiteX480" fmla="*/ 1799414 w 7467600"/>
              <a:gd name="connsiteY480" fmla="*/ 4694732 h 6858000"/>
              <a:gd name="connsiteX481" fmla="*/ 1771735 w 7467600"/>
              <a:gd name="connsiteY481" fmla="*/ 4619929 h 6858000"/>
              <a:gd name="connsiteX482" fmla="*/ 3104273 w 7467600"/>
              <a:gd name="connsiteY482" fmla="*/ 5076159 h 6858000"/>
              <a:gd name="connsiteX483" fmla="*/ 3113245 w 7467600"/>
              <a:gd name="connsiteY483" fmla="*/ 5090705 h 6858000"/>
              <a:gd name="connsiteX484" fmla="*/ 3126294 w 7467600"/>
              <a:gd name="connsiteY484" fmla="*/ 5114400 h 6858000"/>
              <a:gd name="connsiteX485" fmla="*/ 3937433 w 7467600"/>
              <a:gd name="connsiteY485" fmla="*/ 4830473 h 6858000"/>
              <a:gd name="connsiteX486" fmla="*/ 3590475 w 7467600"/>
              <a:gd name="connsiteY486" fmla="*/ 4597974 h 6858000"/>
              <a:gd name="connsiteX487" fmla="*/ 3100264 w 7467600"/>
              <a:gd name="connsiteY487" fmla="*/ 4579845 h 6858000"/>
              <a:gd name="connsiteX488" fmla="*/ 2183576 w 7467600"/>
              <a:gd name="connsiteY488" fmla="*/ 4227150 h 6858000"/>
              <a:gd name="connsiteX489" fmla="*/ 2151029 w 7467600"/>
              <a:gd name="connsiteY489" fmla="*/ 4146947 h 6858000"/>
              <a:gd name="connsiteX490" fmla="*/ 3563434 w 7467600"/>
              <a:gd name="connsiteY490" fmla="*/ 4469115 h 6858000"/>
              <a:gd name="connsiteX491" fmla="*/ 3177952 w 7467600"/>
              <a:gd name="connsiteY491" fmla="*/ 3657386 h 6858000"/>
              <a:gd name="connsiteX492" fmla="*/ 3189263 w 7467600"/>
              <a:gd name="connsiteY492" fmla="*/ 3625726 h 6858000"/>
              <a:gd name="connsiteX493" fmla="*/ 3560912 w 7467600"/>
              <a:gd name="connsiteY493" fmla="*/ 4079863 h 6858000"/>
              <a:gd name="connsiteX494" fmla="*/ 3626636 w 7467600"/>
              <a:gd name="connsiteY494" fmla="*/ 4512230 h 6858000"/>
              <a:gd name="connsiteX495" fmla="*/ 3653088 w 7467600"/>
              <a:gd name="connsiteY495" fmla="*/ 4521417 h 6858000"/>
              <a:gd name="connsiteX496" fmla="*/ 3988128 w 7467600"/>
              <a:gd name="connsiteY496" fmla="*/ 4817267 h 6858000"/>
              <a:gd name="connsiteX497" fmla="*/ 4830582 w 7467600"/>
              <a:gd name="connsiteY497" fmla="*/ 4676000 h 6858000"/>
              <a:gd name="connsiteX498" fmla="*/ 4830100 w 7467600"/>
              <a:gd name="connsiteY498" fmla="*/ 4675554 h 6858000"/>
              <a:gd name="connsiteX499" fmla="*/ 4036318 w 7467600"/>
              <a:gd name="connsiteY499" fmla="*/ 4147013 h 6858000"/>
              <a:gd name="connsiteX500" fmla="*/ 3432098 w 7467600"/>
              <a:gd name="connsiteY500" fmla="*/ 3537312 h 6858000"/>
              <a:gd name="connsiteX501" fmla="*/ 3446761 w 7467600"/>
              <a:gd name="connsiteY501" fmla="*/ 3461278 h 6858000"/>
              <a:gd name="connsiteX502" fmla="*/ 4419733 w 7467600"/>
              <a:gd name="connsiteY502" fmla="*/ 3963555 h 6858000"/>
              <a:gd name="connsiteX503" fmla="*/ 4781371 w 7467600"/>
              <a:gd name="connsiteY503" fmla="*/ 4458604 h 6858000"/>
              <a:gd name="connsiteX504" fmla="*/ 4780440 w 7467600"/>
              <a:gd name="connsiteY504" fmla="*/ 4470290 h 6858000"/>
              <a:gd name="connsiteX505" fmla="*/ 4898954 w 7467600"/>
              <a:gd name="connsiteY505" fmla="*/ 4662092 h 6858000"/>
              <a:gd name="connsiteX506" fmla="*/ 4900699 w 7467600"/>
              <a:gd name="connsiteY506" fmla="*/ 4670867 h 6858000"/>
              <a:gd name="connsiteX507" fmla="*/ 5714511 w 7467600"/>
              <a:gd name="connsiteY507" fmla="*/ 4663483 h 6858000"/>
              <a:gd name="connsiteX508" fmla="*/ 5464793 w 7467600"/>
              <a:gd name="connsiteY508" fmla="*/ 4393556 h 6858000"/>
              <a:gd name="connsiteX509" fmla="*/ 5461897 w 7467600"/>
              <a:gd name="connsiteY509" fmla="*/ 4390879 h 6858000"/>
              <a:gd name="connsiteX510" fmla="*/ 4294126 w 7467600"/>
              <a:gd name="connsiteY510" fmla="*/ 3303048 h 6858000"/>
              <a:gd name="connsiteX511" fmla="*/ 4305321 w 7467600"/>
              <a:gd name="connsiteY511" fmla="*/ 3256953 h 6858000"/>
              <a:gd name="connsiteX512" fmla="*/ 4949299 w 7467600"/>
              <a:gd name="connsiteY512" fmla="*/ 3766336 h 6858000"/>
              <a:gd name="connsiteX513" fmla="*/ 5291452 w 7467600"/>
              <a:gd name="connsiteY513" fmla="*/ 4076801 h 6858000"/>
              <a:gd name="connsiteX514" fmla="*/ 5434998 w 7467600"/>
              <a:gd name="connsiteY514" fmla="*/ 4254100 h 6858000"/>
              <a:gd name="connsiteX515" fmla="*/ 5351015 w 7467600"/>
              <a:gd name="connsiteY515" fmla="*/ 3760989 h 6858000"/>
              <a:gd name="connsiteX516" fmla="*/ 5413780 w 7467600"/>
              <a:gd name="connsiteY516" fmla="*/ 2966265 h 6858000"/>
              <a:gd name="connsiteX517" fmla="*/ 5425627 w 7467600"/>
              <a:gd name="connsiteY517" fmla="*/ 2954192 h 6858000"/>
              <a:gd name="connsiteX518" fmla="*/ 6604735 w 7467600"/>
              <a:gd name="connsiteY518" fmla="*/ 2041381 h 6858000"/>
              <a:gd name="connsiteX519" fmla="*/ 7204487 w 7467600"/>
              <a:gd name="connsiteY519" fmla="*/ 2742112 h 6858000"/>
              <a:gd name="connsiteX520" fmla="*/ 7131592 w 7467600"/>
              <a:gd name="connsiteY520" fmla="*/ 2672096 h 6858000"/>
              <a:gd name="connsiteX521" fmla="*/ 6996344 w 7467600"/>
              <a:gd name="connsiteY521" fmla="*/ 2518310 h 6858000"/>
              <a:gd name="connsiteX522" fmla="*/ 6735495 w 7467600"/>
              <a:gd name="connsiteY522" fmla="*/ 2196890 h 6858000"/>
              <a:gd name="connsiteX523" fmla="*/ 6721901 w 7467600"/>
              <a:gd name="connsiteY523" fmla="*/ 2179274 h 6858000"/>
              <a:gd name="connsiteX524" fmla="*/ 6604735 w 7467600"/>
              <a:gd name="connsiteY524" fmla="*/ 2041381 h 6858000"/>
              <a:gd name="connsiteX525" fmla="*/ 6591670 w 7467600"/>
              <a:gd name="connsiteY525" fmla="*/ 1988277 h 6858000"/>
              <a:gd name="connsiteX526" fmla="*/ 6747349 w 7467600"/>
              <a:gd name="connsiteY526" fmla="*/ 2160069 h 6858000"/>
              <a:gd name="connsiteX527" fmla="*/ 6760943 w 7467600"/>
              <a:gd name="connsiteY527" fmla="*/ 2177686 h 6858000"/>
              <a:gd name="connsiteX528" fmla="*/ 7021065 w 7467600"/>
              <a:gd name="connsiteY528" fmla="*/ 2498102 h 6858000"/>
              <a:gd name="connsiteX529" fmla="*/ 7155223 w 7467600"/>
              <a:gd name="connsiteY529" fmla="*/ 2650386 h 6858000"/>
              <a:gd name="connsiteX530" fmla="*/ 7203167 w 7467600"/>
              <a:gd name="connsiteY530" fmla="*/ 2697288 h 6858000"/>
              <a:gd name="connsiteX531" fmla="*/ 6937703 w 7467600"/>
              <a:gd name="connsiteY531" fmla="*/ 2321981 h 6858000"/>
              <a:gd name="connsiteX532" fmla="*/ 6591670 w 7467600"/>
              <a:gd name="connsiteY532" fmla="*/ 1988277 h 6858000"/>
              <a:gd name="connsiteX533" fmla="*/ 5798671 w 7467600"/>
              <a:gd name="connsiteY533" fmla="*/ 1981601 h 6858000"/>
              <a:gd name="connsiteX534" fmla="*/ 5754709 w 7467600"/>
              <a:gd name="connsiteY534" fmla="*/ 2071454 h 6858000"/>
              <a:gd name="connsiteX535" fmla="*/ 5763044 w 7467600"/>
              <a:gd name="connsiteY535" fmla="*/ 2842206 h 6858000"/>
              <a:gd name="connsiteX536" fmla="*/ 5764974 w 7467600"/>
              <a:gd name="connsiteY536" fmla="*/ 2799609 h 6858000"/>
              <a:gd name="connsiteX537" fmla="*/ 5767665 w 7467600"/>
              <a:gd name="connsiteY537" fmla="*/ 2666409 h 6858000"/>
              <a:gd name="connsiteX538" fmla="*/ 5763055 w 7467600"/>
              <a:gd name="connsiteY538" fmla="*/ 2579705 h 6858000"/>
              <a:gd name="connsiteX539" fmla="*/ 5758079 w 7467600"/>
              <a:gd name="connsiteY539" fmla="*/ 2492508 h 6858000"/>
              <a:gd name="connsiteX540" fmla="*/ 5779325 w 7467600"/>
              <a:gd name="connsiteY540" fmla="*/ 2197069 h 6858000"/>
              <a:gd name="connsiteX541" fmla="*/ 5798671 w 7467600"/>
              <a:gd name="connsiteY541" fmla="*/ 1981601 h 6858000"/>
              <a:gd name="connsiteX542" fmla="*/ 5829202 w 7467600"/>
              <a:gd name="connsiteY542" fmla="*/ 1971679 h 6858000"/>
              <a:gd name="connsiteX543" fmla="*/ 5809558 w 7467600"/>
              <a:gd name="connsiteY543" fmla="*/ 2198043 h 6858000"/>
              <a:gd name="connsiteX544" fmla="*/ 5788653 w 7467600"/>
              <a:gd name="connsiteY544" fmla="*/ 2489430 h 6858000"/>
              <a:gd name="connsiteX545" fmla="*/ 5793439 w 7467600"/>
              <a:gd name="connsiteY545" fmla="*/ 2575235 h 6858000"/>
              <a:gd name="connsiteX546" fmla="*/ 5796837 w 7467600"/>
              <a:gd name="connsiteY546" fmla="*/ 2637633 h 6858000"/>
              <a:gd name="connsiteX547" fmla="*/ 5818614 w 7467600"/>
              <a:gd name="connsiteY547" fmla="*/ 2473055 h 6858000"/>
              <a:gd name="connsiteX548" fmla="*/ 5829202 w 7467600"/>
              <a:gd name="connsiteY548" fmla="*/ 1971679 h 6858000"/>
              <a:gd name="connsiteX549" fmla="*/ 5911389 w 7467600"/>
              <a:gd name="connsiteY549" fmla="*/ 1898371 h 6858000"/>
              <a:gd name="connsiteX550" fmla="*/ 6237627 w 7467600"/>
              <a:gd name="connsiteY550" fmla="*/ 2231921 h 6858000"/>
              <a:gd name="connsiteX551" fmla="*/ 5911389 w 7467600"/>
              <a:gd name="connsiteY551" fmla="*/ 1898371 h 6858000"/>
              <a:gd name="connsiteX552" fmla="*/ 6944437 w 7467600"/>
              <a:gd name="connsiteY552" fmla="*/ 1575402 h 6858000"/>
              <a:gd name="connsiteX553" fmla="*/ 6304730 w 7467600"/>
              <a:gd name="connsiteY553" fmla="*/ 1766654 h 6858000"/>
              <a:gd name="connsiteX554" fmla="*/ 6944437 w 7467600"/>
              <a:gd name="connsiteY554" fmla="*/ 1575402 h 6858000"/>
              <a:gd name="connsiteX555" fmla="*/ 7019523 w 7467600"/>
              <a:gd name="connsiteY555" fmla="*/ 1519450 h 6858000"/>
              <a:gd name="connsiteX556" fmla="*/ 6298091 w 7467600"/>
              <a:gd name="connsiteY556" fmla="*/ 1737122 h 6858000"/>
              <a:gd name="connsiteX557" fmla="*/ 7019523 w 7467600"/>
              <a:gd name="connsiteY557" fmla="*/ 1519450 h 6858000"/>
              <a:gd name="connsiteX558" fmla="*/ 2399523 w 7467600"/>
              <a:gd name="connsiteY558" fmla="*/ 1428234 h 6858000"/>
              <a:gd name="connsiteX559" fmla="*/ 2224982 w 7467600"/>
              <a:gd name="connsiteY559" fmla="*/ 1826201 h 6858000"/>
              <a:gd name="connsiteX560" fmla="*/ 2096099 w 7467600"/>
              <a:gd name="connsiteY560" fmla="*/ 2345900 h 6858000"/>
              <a:gd name="connsiteX561" fmla="*/ 2283317 w 7467600"/>
              <a:gd name="connsiteY561" fmla="*/ 1796925 h 6858000"/>
              <a:gd name="connsiteX562" fmla="*/ 2399523 w 7467600"/>
              <a:gd name="connsiteY562" fmla="*/ 1428234 h 6858000"/>
              <a:gd name="connsiteX563" fmla="*/ 2448558 w 7467600"/>
              <a:gd name="connsiteY563" fmla="*/ 1373435 h 6858000"/>
              <a:gd name="connsiteX564" fmla="*/ 2312521 w 7467600"/>
              <a:gd name="connsiteY564" fmla="*/ 1806140 h 6858000"/>
              <a:gd name="connsiteX565" fmla="*/ 2127533 w 7467600"/>
              <a:gd name="connsiteY565" fmla="*/ 2348380 h 6858000"/>
              <a:gd name="connsiteX566" fmla="*/ 2358080 w 7467600"/>
              <a:gd name="connsiteY566" fmla="*/ 1866134 h 6858000"/>
              <a:gd name="connsiteX567" fmla="*/ 2407436 w 7467600"/>
              <a:gd name="connsiteY567" fmla="*/ 1651070 h 6858000"/>
              <a:gd name="connsiteX568" fmla="*/ 2448558 w 7467600"/>
              <a:gd name="connsiteY568" fmla="*/ 1373435 h 6858000"/>
              <a:gd name="connsiteX569" fmla="*/ 278707 w 7467600"/>
              <a:gd name="connsiteY569" fmla="*/ 1352270 h 6858000"/>
              <a:gd name="connsiteX570" fmla="*/ 321570 w 7467600"/>
              <a:gd name="connsiteY570" fmla="*/ 1861610 h 6858000"/>
              <a:gd name="connsiteX571" fmla="*/ 294281 w 7467600"/>
              <a:gd name="connsiteY571" fmla="*/ 1440658 h 6858000"/>
              <a:gd name="connsiteX572" fmla="*/ 278707 w 7467600"/>
              <a:gd name="connsiteY572" fmla="*/ 1352270 h 6858000"/>
              <a:gd name="connsiteX573" fmla="*/ 1423821 w 7467600"/>
              <a:gd name="connsiteY573" fmla="*/ 1351958 h 6858000"/>
              <a:gd name="connsiteX574" fmla="*/ 1638521 w 7467600"/>
              <a:gd name="connsiteY574" fmla="*/ 1908470 h 6858000"/>
              <a:gd name="connsiteX575" fmla="*/ 1754199 w 7467600"/>
              <a:gd name="connsiteY575" fmla="*/ 2149284 h 6858000"/>
              <a:gd name="connsiteX576" fmla="*/ 1908359 w 7467600"/>
              <a:gd name="connsiteY576" fmla="*/ 2364988 h 6858000"/>
              <a:gd name="connsiteX577" fmla="*/ 1647661 w 7467600"/>
              <a:gd name="connsiteY577" fmla="*/ 1825945 h 6858000"/>
              <a:gd name="connsiteX578" fmla="*/ 1423821 w 7467600"/>
              <a:gd name="connsiteY578" fmla="*/ 1351958 h 6858000"/>
              <a:gd name="connsiteX579" fmla="*/ 1431890 w 7467600"/>
              <a:gd name="connsiteY579" fmla="*/ 1306475 h 6858000"/>
              <a:gd name="connsiteX580" fmla="*/ 1507597 w 7467600"/>
              <a:gd name="connsiteY580" fmla="*/ 1446132 h 6858000"/>
              <a:gd name="connsiteX581" fmla="*/ 1674586 w 7467600"/>
              <a:gd name="connsiteY581" fmla="*/ 1813832 h 6858000"/>
              <a:gd name="connsiteX582" fmla="*/ 1815950 w 7467600"/>
              <a:gd name="connsiteY582" fmla="*/ 2128564 h 6858000"/>
              <a:gd name="connsiteX583" fmla="*/ 1984242 w 7467600"/>
              <a:gd name="connsiteY583" fmla="*/ 2430829 h 6858000"/>
              <a:gd name="connsiteX584" fmla="*/ 2014023 w 7467600"/>
              <a:gd name="connsiteY584" fmla="*/ 2450995 h 6858000"/>
              <a:gd name="connsiteX585" fmla="*/ 1747337 w 7467600"/>
              <a:gd name="connsiteY585" fmla="*/ 1855264 h 6858000"/>
              <a:gd name="connsiteX586" fmla="*/ 1533749 w 7467600"/>
              <a:gd name="connsiteY586" fmla="*/ 1478656 h 6858000"/>
              <a:gd name="connsiteX587" fmla="*/ 1431890 w 7467600"/>
              <a:gd name="connsiteY587" fmla="*/ 1306475 h 6858000"/>
              <a:gd name="connsiteX588" fmla="*/ 5052692 w 7467600"/>
              <a:gd name="connsiteY588" fmla="*/ 1292994 h 6858000"/>
              <a:gd name="connsiteX589" fmla="*/ 5200661 w 7467600"/>
              <a:gd name="connsiteY589" fmla="*/ 1635186 h 6858000"/>
              <a:gd name="connsiteX590" fmla="*/ 5297138 w 7467600"/>
              <a:gd name="connsiteY590" fmla="*/ 1906351 h 6858000"/>
              <a:gd name="connsiteX591" fmla="*/ 5052692 w 7467600"/>
              <a:gd name="connsiteY591" fmla="*/ 1292994 h 6858000"/>
              <a:gd name="connsiteX592" fmla="*/ 5009948 w 7467600"/>
              <a:gd name="connsiteY592" fmla="*/ 1273619 h 6858000"/>
              <a:gd name="connsiteX593" fmla="*/ 5121777 w 7467600"/>
              <a:gd name="connsiteY593" fmla="*/ 1654213 h 6858000"/>
              <a:gd name="connsiteX594" fmla="*/ 5293545 w 7467600"/>
              <a:gd name="connsiteY594" fmla="*/ 2072247 h 6858000"/>
              <a:gd name="connsiteX595" fmla="*/ 5294042 w 7467600"/>
              <a:gd name="connsiteY595" fmla="*/ 2065019 h 6858000"/>
              <a:gd name="connsiteX596" fmla="*/ 5171936 w 7467600"/>
              <a:gd name="connsiteY596" fmla="*/ 1647613 h 6858000"/>
              <a:gd name="connsiteX597" fmla="*/ 5009948 w 7467600"/>
              <a:gd name="connsiteY597" fmla="*/ 1273619 h 6858000"/>
              <a:gd name="connsiteX598" fmla="*/ 655236 w 7467600"/>
              <a:gd name="connsiteY598" fmla="*/ 1268632 h 6858000"/>
              <a:gd name="connsiteX599" fmla="*/ 839521 w 7467600"/>
              <a:gd name="connsiteY599" fmla="*/ 1685315 h 6858000"/>
              <a:gd name="connsiteX600" fmla="*/ 1109416 w 7467600"/>
              <a:gd name="connsiteY600" fmla="*/ 2061663 h 6858000"/>
              <a:gd name="connsiteX601" fmla="*/ 1298300 w 7467600"/>
              <a:gd name="connsiteY601" fmla="*/ 2247742 h 6858000"/>
              <a:gd name="connsiteX602" fmla="*/ 1125871 w 7467600"/>
              <a:gd name="connsiteY602" fmla="*/ 1989513 h 6858000"/>
              <a:gd name="connsiteX603" fmla="*/ 981574 w 7467600"/>
              <a:gd name="connsiteY603" fmla="*/ 1783157 h 6858000"/>
              <a:gd name="connsiteX604" fmla="*/ 922198 w 7467600"/>
              <a:gd name="connsiteY604" fmla="*/ 1677437 h 6858000"/>
              <a:gd name="connsiteX605" fmla="*/ 869293 w 7467600"/>
              <a:gd name="connsiteY605" fmla="*/ 1583214 h 6858000"/>
              <a:gd name="connsiteX606" fmla="*/ 751431 w 7467600"/>
              <a:gd name="connsiteY606" fmla="*/ 1405731 h 6858000"/>
              <a:gd name="connsiteX607" fmla="*/ 655236 w 7467600"/>
              <a:gd name="connsiteY607" fmla="*/ 1268632 h 6858000"/>
              <a:gd name="connsiteX608" fmla="*/ 6516292 w 7467600"/>
              <a:gd name="connsiteY608" fmla="*/ 1263064 h 6858000"/>
              <a:gd name="connsiteX609" fmla="*/ 5736320 w 7467600"/>
              <a:gd name="connsiteY609" fmla="*/ 1501803 h 6858000"/>
              <a:gd name="connsiteX610" fmla="*/ 6516292 w 7467600"/>
              <a:gd name="connsiteY610" fmla="*/ 1263064 h 6858000"/>
              <a:gd name="connsiteX611" fmla="*/ 291466 w 7467600"/>
              <a:gd name="connsiteY611" fmla="*/ 1250369 h 6858000"/>
              <a:gd name="connsiteX612" fmla="*/ 323180 w 7467600"/>
              <a:gd name="connsiteY612" fmla="*/ 1435283 h 6858000"/>
              <a:gd name="connsiteX613" fmla="*/ 349381 w 7467600"/>
              <a:gd name="connsiteY613" fmla="*/ 1875041 h 6858000"/>
              <a:gd name="connsiteX614" fmla="*/ 374363 w 7467600"/>
              <a:gd name="connsiteY614" fmla="*/ 1506494 h 6858000"/>
              <a:gd name="connsiteX615" fmla="*/ 302168 w 7467600"/>
              <a:gd name="connsiteY615" fmla="*/ 1274495 h 6858000"/>
              <a:gd name="connsiteX616" fmla="*/ 291466 w 7467600"/>
              <a:gd name="connsiteY616" fmla="*/ 1250369 h 6858000"/>
              <a:gd name="connsiteX617" fmla="*/ 678222 w 7467600"/>
              <a:gd name="connsiteY617" fmla="*/ 1248670 h 6858000"/>
              <a:gd name="connsiteX618" fmla="*/ 775536 w 7467600"/>
              <a:gd name="connsiteY618" fmla="*/ 1388015 h 6858000"/>
              <a:gd name="connsiteX619" fmla="*/ 894529 w 7467600"/>
              <a:gd name="connsiteY619" fmla="*/ 1567739 h 6858000"/>
              <a:gd name="connsiteX620" fmla="*/ 948000 w 7467600"/>
              <a:gd name="connsiteY620" fmla="*/ 1663088 h 6858000"/>
              <a:gd name="connsiteX621" fmla="*/ 1006812 w 7467600"/>
              <a:gd name="connsiteY621" fmla="*/ 1767683 h 6858000"/>
              <a:gd name="connsiteX622" fmla="*/ 1149133 w 7467600"/>
              <a:gd name="connsiteY622" fmla="*/ 1971513 h 6858000"/>
              <a:gd name="connsiteX623" fmla="*/ 1333952 w 7467600"/>
              <a:gd name="connsiteY623" fmla="*/ 2251620 h 6858000"/>
              <a:gd name="connsiteX624" fmla="*/ 1337329 w 7467600"/>
              <a:gd name="connsiteY624" fmla="*/ 2258350 h 6858000"/>
              <a:gd name="connsiteX625" fmla="*/ 1014726 w 7467600"/>
              <a:gd name="connsiteY625" fmla="*/ 1615556 h 6858000"/>
              <a:gd name="connsiteX626" fmla="*/ 678222 w 7467600"/>
              <a:gd name="connsiteY626" fmla="*/ 1248670 h 6858000"/>
              <a:gd name="connsiteX627" fmla="*/ 6691602 w 7467600"/>
              <a:gd name="connsiteY627" fmla="*/ 1140573 h 6858000"/>
              <a:gd name="connsiteX628" fmla="*/ 6571100 w 7467600"/>
              <a:gd name="connsiteY628" fmla="*/ 1183662 h 6858000"/>
              <a:gd name="connsiteX629" fmla="*/ 6241687 w 7467600"/>
              <a:gd name="connsiteY629" fmla="*/ 1257600 h 6858000"/>
              <a:gd name="connsiteX630" fmla="*/ 5693009 w 7467600"/>
              <a:gd name="connsiteY630" fmla="*/ 1478256 h 6858000"/>
              <a:gd name="connsiteX631" fmla="*/ 6548420 w 7467600"/>
              <a:gd name="connsiteY631" fmla="*/ 1214599 h 6858000"/>
              <a:gd name="connsiteX632" fmla="*/ 6605473 w 7467600"/>
              <a:gd name="connsiteY632" fmla="*/ 1184686 h 6858000"/>
              <a:gd name="connsiteX633" fmla="*/ 6691602 w 7467600"/>
              <a:gd name="connsiteY633" fmla="*/ 1140573 h 6858000"/>
              <a:gd name="connsiteX634" fmla="*/ 4002475 w 7467600"/>
              <a:gd name="connsiteY634" fmla="*/ 1037802 h 6858000"/>
              <a:gd name="connsiteX635" fmla="*/ 4000324 w 7467600"/>
              <a:gd name="connsiteY635" fmla="*/ 1039362 h 6858000"/>
              <a:gd name="connsiteX636" fmla="*/ 4002862 w 7467600"/>
              <a:gd name="connsiteY636" fmla="*/ 1042866 h 6858000"/>
              <a:gd name="connsiteX637" fmla="*/ 4002475 w 7467600"/>
              <a:gd name="connsiteY637" fmla="*/ 1037802 h 6858000"/>
              <a:gd name="connsiteX638" fmla="*/ 506322 w 7467600"/>
              <a:gd name="connsiteY638" fmla="*/ 1020997 h 6858000"/>
              <a:gd name="connsiteX639" fmla="*/ 533068 w 7467600"/>
              <a:gd name="connsiteY639" fmla="*/ 1029409 h 6858000"/>
              <a:gd name="connsiteX640" fmla="*/ 1232525 w 7467600"/>
              <a:gd name="connsiteY640" fmla="*/ 1804675 h 6858000"/>
              <a:gd name="connsiteX641" fmla="*/ 1388858 w 7467600"/>
              <a:gd name="connsiteY641" fmla="*/ 2368011 h 6858000"/>
              <a:gd name="connsiteX642" fmla="*/ 1384098 w 7467600"/>
              <a:gd name="connsiteY642" fmla="*/ 2378125 h 6858000"/>
              <a:gd name="connsiteX643" fmla="*/ 1425393 w 7467600"/>
              <a:gd name="connsiteY643" fmla="*/ 2589124 h 6858000"/>
              <a:gd name="connsiteX644" fmla="*/ 1424001 w 7467600"/>
              <a:gd name="connsiteY644" fmla="*/ 2597541 h 6858000"/>
              <a:gd name="connsiteX645" fmla="*/ 2152729 w 7467600"/>
              <a:gd name="connsiteY645" fmla="*/ 2864487 h 6858000"/>
              <a:gd name="connsiteX646" fmla="*/ 2020609 w 7467600"/>
              <a:gd name="connsiteY646" fmla="*/ 2539671 h 6858000"/>
              <a:gd name="connsiteX647" fmla="*/ 2018920 w 7467600"/>
              <a:gd name="connsiteY647" fmla="*/ 2536309 h 6858000"/>
              <a:gd name="connsiteX648" fmla="*/ 1342441 w 7467600"/>
              <a:gd name="connsiteY648" fmla="*/ 1173017 h 6858000"/>
              <a:gd name="connsiteX649" fmla="*/ 1367925 w 7467600"/>
              <a:gd name="connsiteY649" fmla="*/ 1135648 h 6858000"/>
              <a:gd name="connsiteX650" fmla="*/ 1771401 w 7467600"/>
              <a:gd name="connsiteY650" fmla="*/ 1806673 h 6858000"/>
              <a:gd name="connsiteX651" fmla="*/ 1972385 w 7467600"/>
              <a:gd name="connsiteY651" fmla="*/ 2198735 h 6858000"/>
              <a:gd name="connsiteX652" fmla="*/ 2040892 w 7467600"/>
              <a:gd name="connsiteY652" fmla="*/ 2405205 h 6858000"/>
              <a:gd name="connsiteX653" fmla="*/ 2131689 w 7467600"/>
              <a:gd name="connsiteY653" fmla="*/ 1936926 h 6858000"/>
              <a:gd name="connsiteX654" fmla="*/ 2454820 w 7467600"/>
              <a:gd name="connsiteY654" fmla="*/ 1248808 h 6858000"/>
              <a:gd name="connsiteX655" fmla="*/ 2492512 w 7467600"/>
              <a:gd name="connsiteY655" fmla="*/ 1302920 h 6858000"/>
              <a:gd name="connsiteX656" fmla="*/ 2081216 w 7467600"/>
              <a:gd name="connsiteY656" fmla="*/ 2527513 h 6858000"/>
              <a:gd name="connsiteX657" fmla="*/ 2081211 w 7467600"/>
              <a:gd name="connsiteY657" fmla="*/ 2528916 h 6858000"/>
              <a:gd name="connsiteX658" fmla="*/ 2199067 w 7467600"/>
              <a:gd name="connsiteY658" fmla="*/ 2884061 h 6858000"/>
              <a:gd name="connsiteX659" fmla="*/ 3192586 w 7467600"/>
              <a:gd name="connsiteY659" fmla="*/ 3411496 h 6858000"/>
              <a:gd name="connsiteX660" fmla="*/ 3182620 w 7467600"/>
              <a:gd name="connsiteY660" fmla="*/ 3483279 h 6858000"/>
              <a:gd name="connsiteX661" fmla="*/ 2435119 w 7467600"/>
              <a:gd name="connsiteY661" fmla="*/ 3080173 h 6858000"/>
              <a:gd name="connsiteX662" fmla="*/ 2410152 w 7467600"/>
              <a:gd name="connsiteY662" fmla="*/ 3063751 h 6858000"/>
              <a:gd name="connsiteX663" fmla="*/ 2408099 w 7467600"/>
              <a:gd name="connsiteY663" fmla="*/ 3064403 h 6858000"/>
              <a:gd name="connsiteX664" fmla="*/ 2407218 w 7467600"/>
              <a:gd name="connsiteY664" fmla="*/ 3070324 h 6858000"/>
              <a:gd name="connsiteX665" fmla="*/ 2380138 w 7467600"/>
              <a:gd name="connsiteY665" fmla="*/ 3099341 h 6858000"/>
              <a:gd name="connsiteX666" fmla="*/ 1765923 w 7467600"/>
              <a:gd name="connsiteY666" fmla="*/ 3581043 h 6858000"/>
              <a:gd name="connsiteX667" fmla="*/ 1702258 w 7467600"/>
              <a:gd name="connsiteY667" fmla="*/ 3612286 h 6858000"/>
              <a:gd name="connsiteX668" fmla="*/ 1538370 w 7467600"/>
              <a:gd name="connsiteY668" fmla="*/ 3811804 h 6858000"/>
              <a:gd name="connsiteX669" fmla="*/ 542867 w 7467600"/>
              <a:gd name="connsiteY669" fmla="*/ 4944092 h 6858000"/>
              <a:gd name="connsiteX670" fmla="*/ 515800 w 7467600"/>
              <a:gd name="connsiteY670" fmla="*/ 4862180 h 6858000"/>
              <a:gd name="connsiteX671" fmla="*/ 909145 w 7467600"/>
              <a:gd name="connsiteY671" fmla="*/ 4199225 h 6858000"/>
              <a:gd name="connsiteX672" fmla="*/ 1214067 w 7467600"/>
              <a:gd name="connsiteY672" fmla="*/ 3908561 h 6858000"/>
              <a:gd name="connsiteX673" fmla="*/ 640967 w 7467600"/>
              <a:gd name="connsiteY673" fmla="*/ 4105601 h 6858000"/>
              <a:gd name="connsiteX674" fmla="*/ 112563 w 7467600"/>
              <a:gd name="connsiteY674" fmla="*/ 4396952 h 6858000"/>
              <a:gd name="connsiteX675" fmla="*/ 0 w 7467600"/>
              <a:gd name="connsiteY675" fmla="*/ 4466006 h 6858000"/>
              <a:gd name="connsiteX676" fmla="*/ 0 w 7467600"/>
              <a:gd name="connsiteY676" fmla="*/ 4233763 h 6858000"/>
              <a:gd name="connsiteX677" fmla="*/ 36881 w 7467600"/>
              <a:gd name="connsiteY677" fmla="*/ 4200118 h 6858000"/>
              <a:gd name="connsiteX678" fmla="*/ 910534 w 7467600"/>
              <a:gd name="connsiteY678" fmla="*/ 3629753 h 6858000"/>
              <a:gd name="connsiteX679" fmla="*/ 1578717 w 7467600"/>
              <a:gd name="connsiteY679" fmla="*/ 3575982 h 6858000"/>
              <a:gd name="connsiteX680" fmla="*/ 2338780 w 7467600"/>
              <a:gd name="connsiteY680" fmla="*/ 3033725 h 6858000"/>
              <a:gd name="connsiteX681" fmla="*/ 1807991 w 7467600"/>
              <a:gd name="connsiteY681" fmla="*/ 2807184 h 6858000"/>
              <a:gd name="connsiteX682" fmla="*/ 1416358 w 7467600"/>
              <a:gd name="connsiteY682" fmla="*/ 3112571 h 6858000"/>
              <a:gd name="connsiteX683" fmla="*/ 939066 w 7467600"/>
              <a:gd name="connsiteY683" fmla="*/ 3378798 h 6858000"/>
              <a:gd name="connsiteX684" fmla="*/ 115099 w 7467600"/>
              <a:gd name="connsiteY684" fmla="*/ 3607650 h 6858000"/>
              <a:gd name="connsiteX685" fmla="*/ 97284 w 7467600"/>
              <a:gd name="connsiteY685" fmla="*/ 3520393 h 6858000"/>
              <a:gd name="connsiteX686" fmla="*/ 922050 w 7467600"/>
              <a:gd name="connsiteY686" fmla="*/ 3074867 h 6858000"/>
              <a:gd name="connsiteX687" fmla="*/ 1405265 w 7467600"/>
              <a:gd name="connsiteY687" fmla="*/ 3016319 h 6858000"/>
              <a:gd name="connsiteX688" fmla="*/ 1407512 w 7467600"/>
              <a:gd name="connsiteY688" fmla="*/ 3018001 h 6858000"/>
              <a:gd name="connsiteX689" fmla="*/ 1726266 w 7467600"/>
              <a:gd name="connsiteY689" fmla="*/ 2777274 h 6858000"/>
              <a:gd name="connsiteX690" fmla="*/ 625390 w 7467600"/>
              <a:gd name="connsiteY690" fmla="*/ 2514541 h 6858000"/>
              <a:gd name="connsiteX691" fmla="*/ 619799 w 7467600"/>
              <a:gd name="connsiteY691" fmla="*/ 2527180 h 6858000"/>
              <a:gd name="connsiteX692" fmla="*/ 310030 w 7467600"/>
              <a:gd name="connsiteY692" fmla="*/ 2771818 h 6858000"/>
              <a:gd name="connsiteX693" fmla="*/ 173877 w 7467600"/>
              <a:gd name="connsiteY693" fmla="*/ 2937056 h 6858000"/>
              <a:gd name="connsiteX694" fmla="*/ 77889 w 7467600"/>
              <a:gd name="connsiteY694" fmla="*/ 3138440 h 6858000"/>
              <a:gd name="connsiteX695" fmla="*/ 0 w 7467600"/>
              <a:gd name="connsiteY695" fmla="*/ 3271395 h 6858000"/>
              <a:gd name="connsiteX696" fmla="*/ 0 w 7467600"/>
              <a:gd name="connsiteY696" fmla="*/ 3153002 h 6858000"/>
              <a:gd name="connsiteX697" fmla="*/ 2386 w 7467600"/>
              <a:gd name="connsiteY697" fmla="*/ 3149203 h 6858000"/>
              <a:gd name="connsiteX698" fmla="*/ 89753 w 7467600"/>
              <a:gd name="connsiteY698" fmla="*/ 2987702 h 6858000"/>
              <a:gd name="connsiteX699" fmla="*/ 76869 w 7467600"/>
              <a:gd name="connsiteY699" fmla="*/ 3005404 h 6858000"/>
              <a:gd name="connsiteX700" fmla="*/ 32049 w 7467600"/>
              <a:gd name="connsiteY700" fmla="*/ 3065814 h 6858000"/>
              <a:gd name="connsiteX701" fmla="*/ 0 w 7467600"/>
              <a:gd name="connsiteY701" fmla="*/ 3108744 h 6858000"/>
              <a:gd name="connsiteX702" fmla="*/ 0 w 7467600"/>
              <a:gd name="connsiteY702" fmla="*/ 3058059 h 6858000"/>
              <a:gd name="connsiteX703" fmla="*/ 7610 w 7467600"/>
              <a:gd name="connsiteY703" fmla="*/ 3047889 h 6858000"/>
              <a:gd name="connsiteX704" fmla="*/ 52419 w 7467600"/>
              <a:gd name="connsiteY704" fmla="*/ 2987479 h 6858000"/>
              <a:gd name="connsiteX705" fmla="*/ 59142 w 7467600"/>
              <a:gd name="connsiteY705" fmla="*/ 2978488 h 6858000"/>
              <a:gd name="connsiteX706" fmla="*/ 0 w 7467600"/>
              <a:gd name="connsiteY706" fmla="*/ 3015334 h 6858000"/>
              <a:gd name="connsiteX707" fmla="*/ 0 w 7467600"/>
              <a:gd name="connsiteY707" fmla="*/ 2914286 h 6858000"/>
              <a:gd name="connsiteX708" fmla="*/ 36383 w 7467600"/>
              <a:gd name="connsiteY708" fmla="*/ 2901128 h 6858000"/>
              <a:gd name="connsiteX709" fmla="*/ 156329 w 7467600"/>
              <a:gd name="connsiteY709" fmla="*/ 2840533 h 6858000"/>
              <a:gd name="connsiteX710" fmla="*/ 358355 w 7467600"/>
              <a:gd name="connsiteY710" fmla="*/ 2620471 h 6858000"/>
              <a:gd name="connsiteX711" fmla="*/ 510577 w 7467600"/>
              <a:gd name="connsiteY711" fmla="*/ 2501244 h 6858000"/>
              <a:gd name="connsiteX712" fmla="*/ 211967 w 7467600"/>
              <a:gd name="connsiteY712" fmla="*/ 2479171 h 6858000"/>
              <a:gd name="connsiteX713" fmla="*/ 0 w 7467600"/>
              <a:gd name="connsiteY713" fmla="*/ 2476398 h 6858000"/>
              <a:gd name="connsiteX714" fmla="*/ 0 w 7467600"/>
              <a:gd name="connsiteY714" fmla="*/ 2389189 h 6858000"/>
              <a:gd name="connsiteX715" fmla="*/ 103062 w 7467600"/>
              <a:gd name="connsiteY715" fmla="*/ 2389518 h 6858000"/>
              <a:gd name="connsiteX716" fmla="*/ 510734 w 7467600"/>
              <a:gd name="connsiteY716" fmla="*/ 2416201 h 6858000"/>
              <a:gd name="connsiteX717" fmla="*/ 279257 w 7467600"/>
              <a:gd name="connsiteY717" fmla="*/ 2092102 h 6858000"/>
              <a:gd name="connsiteX718" fmla="*/ 65265 w 7467600"/>
              <a:gd name="connsiteY718" fmla="*/ 2006049 h 6858000"/>
              <a:gd name="connsiteX719" fmla="*/ 0 w 7467600"/>
              <a:gd name="connsiteY719" fmla="*/ 1982532 h 6858000"/>
              <a:gd name="connsiteX720" fmla="*/ 0 w 7467600"/>
              <a:gd name="connsiteY720" fmla="*/ 1912789 h 6858000"/>
              <a:gd name="connsiteX721" fmla="*/ 97460 w 7467600"/>
              <a:gd name="connsiteY721" fmla="*/ 1953725 h 6858000"/>
              <a:gd name="connsiteX722" fmla="*/ 221272 w 7467600"/>
              <a:gd name="connsiteY722" fmla="*/ 1980766 h 6858000"/>
              <a:gd name="connsiteX723" fmla="*/ 116765 w 7467600"/>
              <a:gd name="connsiteY723" fmla="*/ 1911033 h 6858000"/>
              <a:gd name="connsiteX724" fmla="*/ 16405 w 7467600"/>
              <a:gd name="connsiteY724" fmla="*/ 1803412 h 6858000"/>
              <a:gd name="connsiteX725" fmla="*/ 0 w 7467600"/>
              <a:gd name="connsiteY725" fmla="*/ 1784777 h 6858000"/>
              <a:gd name="connsiteX726" fmla="*/ 0 w 7467600"/>
              <a:gd name="connsiteY726" fmla="*/ 1740082 h 6858000"/>
              <a:gd name="connsiteX727" fmla="*/ 39394 w 7467600"/>
              <a:gd name="connsiteY727" fmla="*/ 1784856 h 6858000"/>
              <a:gd name="connsiteX728" fmla="*/ 135813 w 7467600"/>
              <a:gd name="connsiteY728" fmla="*/ 1888838 h 6858000"/>
              <a:gd name="connsiteX729" fmla="*/ 242575 w 7467600"/>
              <a:gd name="connsiteY729" fmla="*/ 1958841 h 6858000"/>
              <a:gd name="connsiteX730" fmla="*/ 82197 w 7467600"/>
              <a:gd name="connsiteY730" fmla="*/ 1754826 h 6858000"/>
              <a:gd name="connsiteX731" fmla="*/ 0 w 7467600"/>
              <a:gd name="connsiteY731" fmla="*/ 1679650 h 6858000"/>
              <a:gd name="connsiteX732" fmla="*/ 0 w 7467600"/>
              <a:gd name="connsiteY732" fmla="*/ 1602463 h 6858000"/>
              <a:gd name="connsiteX733" fmla="*/ 84689 w 7467600"/>
              <a:gd name="connsiteY733" fmla="*/ 1677442 h 6858000"/>
              <a:gd name="connsiteX734" fmla="*/ 298437 w 7467600"/>
              <a:gd name="connsiteY734" fmla="*/ 1968019 h 6858000"/>
              <a:gd name="connsiteX735" fmla="*/ 227269 w 7467600"/>
              <a:gd name="connsiteY735" fmla="*/ 1114064 h 6858000"/>
              <a:gd name="connsiteX736" fmla="*/ 248003 w 7467600"/>
              <a:gd name="connsiteY736" fmla="*/ 1089613 h 6858000"/>
              <a:gd name="connsiteX737" fmla="*/ 427020 w 7467600"/>
              <a:gd name="connsiteY737" fmla="*/ 1619803 h 6858000"/>
              <a:gd name="connsiteX738" fmla="*/ 340345 w 7467600"/>
              <a:gd name="connsiteY738" fmla="*/ 2027739 h 6858000"/>
              <a:gd name="connsiteX739" fmla="*/ 360865 w 7467600"/>
              <a:gd name="connsiteY739" fmla="*/ 2044827 h 6858000"/>
              <a:gd name="connsiteX740" fmla="*/ 560414 w 7467600"/>
              <a:gd name="connsiteY740" fmla="*/ 2421457 h 6858000"/>
              <a:gd name="connsiteX741" fmla="*/ 1359703 w 7467600"/>
              <a:gd name="connsiteY741" fmla="*/ 2578554 h 6858000"/>
              <a:gd name="connsiteX742" fmla="*/ 1359422 w 7467600"/>
              <a:gd name="connsiteY742" fmla="*/ 2577994 h 6858000"/>
              <a:gd name="connsiteX743" fmla="*/ 828701 w 7467600"/>
              <a:gd name="connsiteY743" fmla="*/ 1839520 h 6858000"/>
              <a:gd name="connsiteX744" fmla="*/ 494427 w 7467600"/>
              <a:gd name="connsiteY744" fmla="*/ 1092333 h 6858000"/>
              <a:gd name="connsiteX745" fmla="*/ 506322 w 7467600"/>
              <a:gd name="connsiteY745" fmla="*/ 1020997 h 6858000"/>
              <a:gd name="connsiteX746" fmla="*/ 4570198 w 7467600"/>
              <a:gd name="connsiteY746" fmla="*/ 978081 h 6858000"/>
              <a:gd name="connsiteX747" fmla="*/ 4523691 w 7467600"/>
              <a:gd name="connsiteY747" fmla="*/ 1127776 h 6858000"/>
              <a:gd name="connsiteX748" fmla="*/ 4509875 w 7467600"/>
              <a:gd name="connsiteY748" fmla="*/ 1167552 h 6858000"/>
              <a:gd name="connsiteX749" fmla="*/ 4478168 w 7467600"/>
              <a:gd name="connsiteY749" fmla="*/ 1260735 h 6858000"/>
              <a:gd name="connsiteX750" fmla="*/ 4409309 w 7467600"/>
              <a:gd name="connsiteY750" fmla="*/ 1666996 h 6858000"/>
              <a:gd name="connsiteX751" fmla="*/ 4370031 w 7467600"/>
              <a:gd name="connsiteY751" fmla="*/ 1955666 h 6858000"/>
              <a:gd name="connsiteX752" fmla="*/ 4570198 w 7467600"/>
              <a:gd name="connsiteY752" fmla="*/ 978081 h 6858000"/>
              <a:gd name="connsiteX753" fmla="*/ 4557898 w 7467600"/>
              <a:gd name="connsiteY753" fmla="*/ 900011 h 6858000"/>
              <a:gd name="connsiteX754" fmla="*/ 4344840 w 7467600"/>
              <a:gd name="connsiteY754" fmla="*/ 1922038 h 6858000"/>
              <a:gd name="connsiteX755" fmla="*/ 4378710 w 7467600"/>
              <a:gd name="connsiteY755" fmla="*/ 1665516 h 6858000"/>
              <a:gd name="connsiteX756" fmla="*/ 4448798 w 7467600"/>
              <a:gd name="connsiteY756" fmla="*/ 1253024 h 6858000"/>
              <a:gd name="connsiteX757" fmla="*/ 4480315 w 7467600"/>
              <a:gd name="connsiteY757" fmla="*/ 1158454 h 6858000"/>
              <a:gd name="connsiteX758" fmla="*/ 4494133 w 7467600"/>
              <a:gd name="connsiteY758" fmla="*/ 1118676 h 6858000"/>
              <a:gd name="connsiteX759" fmla="*/ 4557898 w 7467600"/>
              <a:gd name="connsiteY759" fmla="*/ 900011 h 6858000"/>
              <a:gd name="connsiteX760" fmla="*/ 5870151 w 7467600"/>
              <a:gd name="connsiteY760" fmla="*/ 898890 h 6858000"/>
              <a:gd name="connsiteX761" fmla="*/ 5861335 w 7467600"/>
              <a:gd name="connsiteY761" fmla="*/ 899177 h 6858000"/>
              <a:gd name="connsiteX762" fmla="*/ 5843702 w 7467600"/>
              <a:gd name="connsiteY762" fmla="*/ 899748 h 6858000"/>
              <a:gd name="connsiteX763" fmla="*/ 5651107 w 7467600"/>
              <a:gd name="connsiteY763" fmla="*/ 920306 h 6858000"/>
              <a:gd name="connsiteX764" fmla="*/ 5459407 w 7467600"/>
              <a:gd name="connsiteY764" fmla="*/ 940975 h 6858000"/>
              <a:gd name="connsiteX765" fmla="*/ 5374846 w 7467600"/>
              <a:gd name="connsiteY765" fmla="*/ 941988 h 6858000"/>
              <a:gd name="connsiteX766" fmla="*/ 5256105 w 7467600"/>
              <a:gd name="connsiteY766" fmla="*/ 945632 h 6858000"/>
              <a:gd name="connsiteX767" fmla="*/ 5107071 w 7467600"/>
              <a:gd name="connsiteY767" fmla="*/ 969720 h 6858000"/>
              <a:gd name="connsiteX768" fmla="*/ 4998681 w 7467600"/>
              <a:gd name="connsiteY768" fmla="*/ 988771 h 6858000"/>
              <a:gd name="connsiteX769" fmla="*/ 5870151 w 7467600"/>
              <a:gd name="connsiteY769" fmla="*/ 898890 h 6858000"/>
              <a:gd name="connsiteX770" fmla="*/ 5504425 w 7467600"/>
              <a:gd name="connsiteY770" fmla="*/ 848067 h 6858000"/>
              <a:gd name="connsiteX771" fmla="*/ 4968849 w 7467600"/>
              <a:gd name="connsiteY771" fmla="*/ 962318 h 6858000"/>
              <a:gd name="connsiteX772" fmla="*/ 5104039 w 7467600"/>
              <a:gd name="connsiteY772" fmla="*/ 940634 h 6858000"/>
              <a:gd name="connsiteX773" fmla="*/ 5256311 w 7467600"/>
              <a:gd name="connsiteY773" fmla="*/ 916490 h 6858000"/>
              <a:gd name="connsiteX774" fmla="*/ 5377381 w 7467600"/>
              <a:gd name="connsiteY774" fmla="*/ 912671 h 6858000"/>
              <a:gd name="connsiteX775" fmla="*/ 5460148 w 7467600"/>
              <a:gd name="connsiteY775" fmla="*/ 911442 h 6858000"/>
              <a:gd name="connsiteX776" fmla="*/ 5648971 w 7467600"/>
              <a:gd name="connsiteY776" fmla="*/ 891331 h 6858000"/>
              <a:gd name="connsiteX777" fmla="*/ 5844807 w 7467600"/>
              <a:gd name="connsiteY777" fmla="*/ 870718 h 6858000"/>
              <a:gd name="connsiteX778" fmla="*/ 5862975 w 7467600"/>
              <a:gd name="connsiteY778" fmla="*/ 869756 h 6858000"/>
              <a:gd name="connsiteX779" fmla="*/ 5920887 w 7467600"/>
              <a:gd name="connsiteY779" fmla="*/ 865929 h 6858000"/>
              <a:gd name="connsiteX780" fmla="*/ 5504425 w 7467600"/>
              <a:gd name="connsiteY780" fmla="*/ 848067 h 6858000"/>
              <a:gd name="connsiteX781" fmla="*/ 3607114 w 7467600"/>
              <a:gd name="connsiteY781" fmla="*/ 467441 h 6858000"/>
              <a:gd name="connsiteX782" fmla="*/ 3296242 w 7467600"/>
              <a:gd name="connsiteY782" fmla="*/ 807991 h 6858000"/>
              <a:gd name="connsiteX783" fmla="*/ 3174674 w 7467600"/>
              <a:gd name="connsiteY783" fmla="*/ 919759 h 6858000"/>
              <a:gd name="connsiteX784" fmla="*/ 3042978 w 7467600"/>
              <a:gd name="connsiteY784" fmla="*/ 1054894 h 6858000"/>
              <a:gd name="connsiteX785" fmla="*/ 2968914 w 7467600"/>
              <a:gd name="connsiteY785" fmla="*/ 1133756 h 6858000"/>
              <a:gd name="connsiteX786" fmla="*/ 3103823 w 7467600"/>
              <a:gd name="connsiteY786" fmla="*/ 1026814 h 6858000"/>
              <a:gd name="connsiteX787" fmla="*/ 3607114 w 7467600"/>
              <a:gd name="connsiteY787" fmla="*/ 467441 h 6858000"/>
              <a:gd name="connsiteX788" fmla="*/ 3744487 w 7467600"/>
              <a:gd name="connsiteY788" fmla="*/ 383136 h 6858000"/>
              <a:gd name="connsiteX789" fmla="*/ 3970213 w 7467600"/>
              <a:gd name="connsiteY789" fmla="*/ 995559 h 6858000"/>
              <a:gd name="connsiteX790" fmla="*/ 3744487 w 7467600"/>
              <a:gd name="connsiteY790" fmla="*/ 383136 h 6858000"/>
              <a:gd name="connsiteX791" fmla="*/ 3624562 w 7467600"/>
              <a:gd name="connsiteY791" fmla="*/ 367041 h 6858000"/>
              <a:gd name="connsiteX792" fmla="*/ 3489712 w 7467600"/>
              <a:gd name="connsiteY792" fmla="*/ 485386 h 6858000"/>
              <a:gd name="connsiteX793" fmla="*/ 3182994 w 7467600"/>
              <a:gd name="connsiteY793" fmla="*/ 828265 h 6858000"/>
              <a:gd name="connsiteX794" fmla="*/ 2892114 w 7467600"/>
              <a:gd name="connsiteY794" fmla="*/ 1172635 h 6858000"/>
              <a:gd name="connsiteX795" fmla="*/ 3021459 w 7467600"/>
              <a:gd name="connsiteY795" fmla="*/ 1035385 h 6858000"/>
              <a:gd name="connsiteX796" fmla="*/ 3153873 w 7467600"/>
              <a:gd name="connsiteY796" fmla="*/ 898971 h 6858000"/>
              <a:gd name="connsiteX797" fmla="*/ 3276511 w 7467600"/>
              <a:gd name="connsiteY797" fmla="*/ 786423 h 6858000"/>
              <a:gd name="connsiteX798" fmla="*/ 3584154 w 7467600"/>
              <a:gd name="connsiteY798" fmla="*/ 448218 h 6858000"/>
              <a:gd name="connsiteX799" fmla="*/ 3624562 w 7467600"/>
              <a:gd name="connsiteY799" fmla="*/ 367041 h 6858000"/>
              <a:gd name="connsiteX800" fmla="*/ 3766672 w 7467600"/>
              <a:gd name="connsiteY800" fmla="*/ 359429 h 6858000"/>
              <a:gd name="connsiteX801" fmla="*/ 3996338 w 7467600"/>
              <a:gd name="connsiteY801" fmla="*/ 968237 h 6858000"/>
              <a:gd name="connsiteX802" fmla="*/ 3766672 w 7467600"/>
              <a:gd name="connsiteY802" fmla="*/ 359429 h 6858000"/>
              <a:gd name="connsiteX803" fmla="*/ 5805386 w 7467600"/>
              <a:gd name="connsiteY803" fmla="*/ 239240 h 6858000"/>
              <a:gd name="connsiteX804" fmla="*/ 5736947 w 7467600"/>
              <a:gd name="connsiteY804" fmla="*/ 261367 h 6858000"/>
              <a:gd name="connsiteX805" fmla="*/ 5427012 w 7467600"/>
              <a:gd name="connsiteY805" fmla="*/ 311272 h 6858000"/>
              <a:gd name="connsiteX806" fmla="*/ 5147818 w 7467600"/>
              <a:gd name="connsiteY806" fmla="*/ 322112 h 6858000"/>
              <a:gd name="connsiteX807" fmla="*/ 5060854 w 7467600"/>
              <a:gd name="connsiteY807" fmla="*/ 311882 h 6858000"/>
              <a:gd name="connsiteX808" fmla="*/ 4945989 w 7467600"/>
              <a:gd name="connsiteY808" fmla="*/ 300516 h 6858000"/>
              <a:gd name="connsiteX809" fmla="*/ 5410479 w 7467600"/>
              <a:gd name="connsiteY809" fmla="*/ 348434 h 6858000"/>
              <a:gd name="connsiteX810" fmla="*/ 5805386 w 7467600"/>
              <a:gd name="connsiteY810" fmla="*/ 239240 h 6858000"/>
              <a:gd name="connsiteX811" fmla="*/ 5905192 w 7467600"/>
              <a:gd name="connsiteY811" fmla="*/ 163079 h 6858000"/>
              <a:gd name="connsiteX812" fmla="*/ 5865655 w 7467600"/>
              <a:gd name="connsiteY812" fmla="*/ 171901 h 6858000"/>
              <a:gd name="connsiteX813" fmla="*/ 5259740 w 7467600"/>
              <a:gd name="connsiteY813" fmla="*/ 257013 h 6858000"/>
              <a:gd name="connsiteX814" fmla="*/ 5208466 w 7467600"/>
              <a:gd name="connsiteY814" fmla="*/ 257550 h 6858000"/>
              <a:gd name="connsiteX815" fmla="*/ 4980204 w 7467600"/>
              <a:gd name="connsiteY815" fmla="*/ 271903 h 6858000"/>
              <a:gd name="connsiteX816" fmla="*/ 5068068 w 7467600"/>
              <a:gd name="connsiteY816" fmla="*/ 282244 h 6858000"/>
              <a:gd name="connsiteX817" fmla="*/ 5153231 w 7467600"/>
              <a:gd name="connsiteY817" fmla="*/ 292240 h 6858000"/>
              <a:gd name="connsiteX818" fmla="*/ 5426491 w 7467600"/>
              <a:gd name="connsiteY818" fmla="*/ 281128 h 6858000"/>
              <a:gd name="connsiteX819" fmla="*/ 5731212 w 7467600"/>
              <a:gd name="connsiteY819" fmla="*/ 231951 h 6858000"/>
              <a:gd name="connsiteX820" fmla="*/ 5905192 w 7467600"/>
              <a:gd name="connsiteY820" fmla="*/ 163079 h 6858000"/>
              <a:gd name="connsiteX821" fmla="*/ 5944437 w 7467600"/>
              <a:gd name="connsiteY821" fmla="*/ 113829 h 6858000"/>
              <a:gd name="connsiteX822" fmla="*/ 5825032 w 7467600"/>
              <a:gd name="connsiteY822" fmla="*/ 146405 h 6858000"/>
              <a:gd name="connsiteX823" fmla="*/ 4955599 w 7467600"/>
              <a:gd name="connsiteY823" fmla="*/ 247008 h 6858000"/>
              <a:gd name="connsiteX824" fmla="*/ 5210104 w 7467600"/>
              <a:gd name="connsiteY824" fmla="*/ 228123 h 6858000"/>
              <a:gd name="connsiteX825" fmla="*/ 5261015 w 7467600"/>
              <a:gd name="connsiteY825" fmla="*/ 227087 h 6858000"/>
              <a:gd name="connsiteX826" fmla="*/ 5861181 w 7467600"/>
              <a:gd name="connsiteY826" fmla="*/ 143093 h 6858000"/>
              <a:gd name="connsiteX827" fmla="*/ 5961252 w 7467600"/>
              <a:gd name="connsiteY827" fmla="*/ 114820 h 6858000"/>
              <a:gd name="connsiteX828" fmla="*/ 5944437 w 7467600"/>
              <a:gd name="connsiteY828" fmla="*/ 113829 h 6858000"/>
              <a:gd name="connsiteX829" fmla="*/ 3882765 w 7467600"/>
              <a:gd name="connsiteY829" fmla="*/ 0 h 6858000"/>
              <a:gd name="connsiteX830" fmla="*/ 3995099 w 7467600"/>
              <a:gd name="connsiteY830" fmla="*/ 0 h 6858000"/>
              <a:gd name="connsiteX831" fmla="*/ 4163818 w 7467600"/>
              <a:gd name="connsiteY831" fmla="*/ 234104 h 6858000"/>
              <a:gd name="connsiteX832" fmla="*/ 4172099 w 7467600"/>
              <a:gd name="connsiteY832" fmla="*/ 234207 h 6858000"/>
              <a:gd name="connsiteX833" fmla="*/ 4784282 w 7467600"/>
              <a:gd name="connsiteY833" fmla="*/ 276561 h 6858000"/>
              <a:gd name="connsiteX834" fmla="*/ 4801687 w 7467600"/>
              <a:gd name="connsiteY834" fmla="*/ 267764 h 6858000"/>
              <a:gd name="connsiteX835" fmla="*/ 6082788 w 7467600"/>
              <a:gd name="connsiteY835" fmla="*/ 64119 h 6858000"/>
              <a:gd name="connsiteX836" fmla="*/ 6099442 w 7467600"/>
              <a:gd name="connsiteY836" fmla="*/ 82568 h 6858000"/>
              <a:gd name="connsiteX837" fmla="*/ 4804137 w 7467600"/>
              <a:gd name="connsiteY837" fmla="*/ 320931 h 6858000"/>
              <a:gd name="connsiteX838" fmla="*/ 4227047 w 7467600"/>
              <a:gd name="connsiteY838" fmla="*/ 313415 h 6858000"/>
              <a:gd name="connsiteX839" fmla="*/ 4346041 w 7467600"/>
              <a:gd name="connsiteY839" fmla="*/ 456086 h 6858000"/>
              <a:gd name="connsiteX840" fmla="*/ 4870967 w 7467600"/>
              <a:gd name="connsiteY840" fmla="*/ 963061 h 6858000"/>
              <a:gd name="connsiteX841" fmla="*/ 4889647 w 7467600"/>
              <a:gd name="connsiteY841" fmla="*/ 957147 h 6858000"/>
              <a:gd name="connsiteX842" fmla="*/ 5422504 w 7467600"/>
              <a:gd name="connsiteY842" fmla="*/ 805191 h 6858000"/>
              <a:gd name="connsiteX843" fmla="*/ 6087656 w 7467600"/>
              <a:gd name="connsiteY843" fmla="*/ 826703 h 6858000"/>
              <a:gd name="connsiteX844" fmla="*/ 6058717 w 7467600"/>
              <a:gd name="connsiteY844" fmla="*/ 865992 h 6858000"/>
              <a:gd name="connsiteX845" fmla="*/ 4974153 w 7467600"/>
              <a:gd name="connsiteY845" fmla="*/ 1045456 h 6858000"/>
              <a:gd name="connsiteX846" fmla="*/ 5627835 w 7467600"/>
              <a:gd name="connsiteY846" fmla="*/ 1472077 h 6858000"/>
              <a:gd name="connsiteX847" fmla="*/ 5629817 w 7467600"/>
              <a:gd name="connsiteY847" fmla="*/ 1471412 h 6858000"/>
              <a:gd name="connsiteX848" fmla="*/ 5634124 w 7467600"/>
              <a:gd name="connsiteY848" fmla="*/ 1470572 h 6858000"/>
              <a:gd name="connsiteX849" fmla="*/ 5755832 w 7467600"/>
              <a:gd name="connsiteY849" fmla="*/ 1383886 h 6858000"/>
              <a:gd name="connsiteX850" fmla="*/ 6014186 w 7467600"/>
              <a:gd name="connsiteY850" fmla="*/ 1279799 h 6858000"/>
              <a:gd name="connsiteX851" fmla="*/ 6901619 w 7467600"/>
              <a:gd name="connsiteY851" fmla="*/ 1047874 h 6858000"/>
              <a:gd name="connsiteX852" fmla="*/ 6931566 w 7467600"/>
              <a:gd name="connsiteY852" fmla="*/ 1062034 h 6858000"/>
              <a:gd name="connsiteX853" fmla="*/ 5790982 w 7467600"/>
              <a:gd name="connsiteY853" fmla="*/ 1561380 h 6858000"/>
              <a:gd name="connsiteX854" fmla="*/ 6188971 w 7467600"/>
              <a:gd name="connsiteY854" fmla="*/ 1755168 h 6858000"/>
              <a:gd name="connsiteX855" fmla="*/ 6202446 w 7467600"/>
              <a:gd name="connsiteY855" fmla="*/ 1752268 h 6858000"/>
              <a:gd name="connsiteX856" fmla="*/ 7179560 w 7467600"/>
              <a:gd name="connsiteY856" fmla="*/ 1467551 h 6858000"/>
              <a:gd name="connsiteX857" fmla="*/ 7158730 w 7467600"/>
              <a:gd name="connsiteY857" fmla="*/ 1507835 h 6858000"/>
              <a:gd name="connsiteX858" fmla="*/ 6326959 w 7467600"/>
              <a:gd name="connsiteY858" fmla="*/ 1817686 h 6858000"/>
              <a:gd name="connsiteX859" fmla="*/ 6537433 w 7467600"/>
              <a:gd name="connsiteY859" fmla="*/ 1907790 h 6858000"/>
              <a:gd name="connsiteX860" fmla="*/ 6550221 w 7467600"/>
              <a:gd name="connsiteY860" fmla="*/ 1910729 h 6858000"/>
              <a:gd name="connsiteX861" fmla="*/ 6964438 w 7467600"/>
              <a:gd name="connsiteY861" fmla="*/ 2209505 h 6858000"/>
              <a:gd name="connsiteX862" fmla="*/ 7367862 w 7467600"/>
              <a:gd name="connsiteY862" fmla="*/ 2806833 h 6858000"/>
              <a:gd name="connsiteX863" fmla="*/ 7364329 w 7467600"/>
              <a:gd name="connsiteY863" fmla="*/ 2826907 h 6858000"/>
              <a:gd name="connsiteX864" fmla="*/ 7290545 w 7467600"/>
              <a:gd name="connsiteY864" fmla="*/ 2850663 h 6858000"/>
              <a:gd name="connsiteX865" fmla="*/ 6472036 w 7467600"/>
              <a:gd name="connsiteY865" fmla="*/ 1959003 h 6858000"/>
              <a:gd name="connsiteX866" fmla="*/ 5792897 w 7467600"/>
              <a:gd name="connsiteY866" fmla="*/ 1647747 h 6858000"/>
              <a:gd name="connsiteX867" fmla="*/ 5842751 w 7467600"/>
              <a:gd name="connsiteY867" fmla="*/ 1816112 h 6858000"/>
              <a:gd name="connsiteX868" fmla="*/ 5847424 w 7467600"/>
              <a:gd name="connsiteY868" fmla="*/ 1815776 h 6858000"/>
              <a:gd name="connsiteX869" fmla="*/ 6399821 w 7467600"/>
              <a:gd name="connsiteY869" fmla="*/ 2344799 h 6858000"/>
              <a:gd name="connsiteX870" fmla="*/ 6323232 w 7467600"/>
              <a:gd name="connsiteY870" fmla="*/ 2389634 h 6858000"/>
              <a:gd name="connsiteX871" fmla="*/ 5942958 w 7467600"/>
              <a:gd name="connsiteY871" fmla="*/ 2077708 h 6858000"/>
              <a:gd name="connsiteX872" fmla="*/ 5921559 w 7467600"/>
              <a:gd name="connsiteY872" fmla="*/ 2378596 h 6858000"/>
              <a:gd name="connsiteX873" fmla="*/ 5817651 w 7467600"/>
              <a:gd name="connsiteY873" fmla="*/ 3023919 h 6858000"/>
              <a:gd name="connsiteX874" fmla="*/ 5729634 w 7467600"/>
              <a:gd name="connsiteY874" fmla="*/ 3051849 h 6858000"/>
              <a:gd name="connsiteX875" fmla="*/ 5611018 w 7467600"/>
              <a:gd name="connsiteY875" fmla="*/ 2316769 h 6858000"/>
              <a:gd name="connsiteX876" fmla="*/ 5687608 w 7467600"/>
              <a:gd name="connsiteY876" fmla="*/ 2039972 h 6858000"/>
              <a:gd name="connsiteX877" fmla="*/ 5657554 w 7467600"/>
              <a:gd name="connsiteY877" fmla="*/ 1576445 h 6858000"/>
              <a:gd name="connsiteX878" fmla="*/ 5150475 w 7467600"/>
              <a:gd name="connsiteY878" fmla="*/ 1274012 h 6858000"/>
              <a:gd name="connsiteX879" fmla="*/ 5349142 w 7467600"/>
              <a:gd name="connsiteY879" fmla="*/ 2204405 h 6858000"/>
              <a:gd name="connsiteX880" fmla="*/ 5262214 w 7467600"/>
              <a:gd name="connsiteY880" fmla="*/ 2233836 h 6858000"/>
              <a:gd name="connsiteX881" fmla="*/ 4981539 w 7467600"/>
              <a:gd name="connsiteY881" fmla="*/ 1542201 h 6858000"/>
              <a:gd name="connsiteX882" fmla="*/ 4958461 w 7467600"/>
              <a:gd name="connsiteY882" fmla="*/ 1136957 h 6858000"/>
              <a:gd name="connsiteX883" fmla="*/ 4655015 w 7467600"/>
              <a:gd name="connsiteY883" fmla="*/ 891426 h 6858000"/>
              <a:gd name="connsiteX884" fmla="*/ 4348002 w 7467600"/>
              <a:gd name="connsiteY884" fmla="*/ 2205895 h 6858000"/>
              <a:gd name="connsiteX885" fmla="*/ 4262250 w 7467600"/>
              <a:gd name="connsiteY885" fmla="*/ 2219972 h 6858000"/>
              <a:gd name="connsiteX886" fmla="*/ 4550611 w 7467600"/>
              <a:gd name="connsiteY886" fmla="*/ 817540 h 6858000"/>
              <a:gd name="connsiteX887" fmla="*/ 4564418 w 7467600"/>
              <a:gd name="connsiteY887" fmla="*/ 808293 h 6858000"/>
              <a:gd name="connsiteX888" fmla="*/ 4266388 w 7467600"/>
              <a:gd name="connsiteY888" fmla="*/ 500083 h 6858000"/>
              <a:gd name="connsiteX889" fmla="*/ 4032842 w 7467600"/>
              <a:gd name="connsiteY889" fmla="*/ 211809 h 6858000"/>
              <a:gd name="connsiteX890" fmla="*/ 3882765 w 7467600"/>
              <a:gd name="connsiteY890" fmla="*/ 0 h 6858000"/>
              <a:gd name="connsiteX891" fmla="*/ 3721337 w 7467600"/>
              <a:gd name="connsiteY891" fmla="*/ 0 h 6858000"/>
              <a:gd name="connsiteX892" fmla="*/ 3797544 w 7467600"/>
              <a:gd name="connsiteY892" fmla="*/ 0 h 6858000"/>
              <a:gd name="connsiteX893" fmla="*/ 3775734 w 7467600"/>
              <a:gd name="connsiteY893" fmla="*/ 95131 h 6858000"/>
              <a:gd name="connsiteX894" fmla="*/ 3724807 w 7467600"/>
              <a:gd name="connsiteY894" fmla="*/ 272257 h 6858000"/>
              <a:gd name="connsiteX895" fmla="*/ 3726844 w 7467600"/>
              <a:gd name="connsiteY895" fmla="*/ 282988 h 6858000"/>
              <a:gd name="connsiteX896" fmla="*/ 3742664 w 7467600"/>
              <a:gd name="connsiteY896" fmla="*/ 279918 h 6858000"/>
              <a:gd name="connsiteX897" fmla="*/ 4103910 w 7467600"/>
              <a:gd name="connsiteY897" fmla="*/ 1161917 h 6858000"/>
              <a:gd name="connsiteX898" fmla="*/ 4020269 w 7467600"/>
              <a:gd name="connsiteY898" fmla="*/ 1200406 h 6858000"/>
              <a:gd name="connsiteX899" fmla="*/ 3674882 w 7467600"/>
              <a:gd name="connsiteY899" fmla="*/ 488524 h 6858000"/>
              <a:gd name="connsiteX900" fmla="*/ 3132682 w 7467600"/>
              <a:gd name="connsiteY900" fmla="*/ 1072284 h 6858000"/>
              <a:gd name="connsiteX901" fmla="*/ 2716346 w 7467600"/>
              <a:gd name="connsiteY901" fmla="*/ 1276376 h 6858000"/>
              <a:gd name="connsiteX902" fmla="*/ 2716772 w 7467600"/>
              <a:gd name="connsiteY902" fmla="*/ 1255462 h 6858000"/>
              <a:gd name="connsiteX903" fmla="*/ 3471096 w 7467600"/>
              <a:gd name="connsiteY903" fmla="*/ 437072 h 6858000"/>
              <a:gd name="connsiteX904" fmla="*/ 3639057 w 7467600"/>
              <a:gd name="connsiteY904" fmla="*/ 286334 h 6858000"/>
              <a:gd name="connsiteX905" fmla="*/ 3640309 w 7467600"/>
              <a:gd name="connsiteY905" fmla="*/ 284664 h 6858000"/>
              <a:gd name="connsiteX906" fmla="*/ 3646022 w 7467600"/>
              <a:gd name="connsiteY906" fmla="*/ 276711 h 6858000"/>
              <a:gd name="connsiteX907" fmla="*/ 3707943 w 7467600"/>
              <a:gd name="connsiteY907" fmla="*/ 65958 h 6858000"/>
              <a:gd name="connsiteX908" fmla="*/ 3721337 w 7467600"/>
              <a:gd name="connsiteY908" fmla="*/ 0 h 6858000"/>
              <a:gd name="connsiteX909" fmla="*/ 2867960 w 7467600"/>
              <a:gd name="connsiteY909" fmla="*/ 0 h 6858000"/>
              <a:gd name="connsiteX910" fmla="*/ 2926351 w 7467600"/>
              <a:gd name="connsiteY910" fmla="*/ 0 h 6858000"/>
              <a:gd name="connsiteX911" fmla="*/ 2902823 w 7467600"/>
              <a:gd name="connsiteY911" fmla="*/ 262929 h 6858000"/>
              <a:gd name="connsiteX912" fmla="*/ 2940663 w 7467600"/>
              <a:gd name="connsiteY912" fmla="*/ 140884 h 6858000"/>
              <a:gd name="connsiteX913" fmla="*/ 2947039 w 7467600"/>
              <a:gd name="connsiteY913" fmla="*/ 122524 h 6858000"/>
              <a:gd name="connsiteX914" fmla="*/ 2984316 w 7467600"/>
              <a:gd name="connsiteY914" fmla="*/ 0 h 6858000"/>
              <a:gd name="connsiteX915" fmla="*/ 3016114 w 7467600"/>
              <a:gd name="connsiteY915" fmla="*/ 0 h 6858000"/>
              <a:gd name="connsiteX916" fmla="*/ 2979949 w 7467600"/>
              <a:gd name="connsiteY916" fmla="*/ 119274 h 6858000"/>
              <a:gd name="connsiteX917" fmla="*/ 3023879 w 7467600"/>
              <a:gd name="connsiteY917" fmla="*/ 0 h 6858000"/>
              <a:gd name="connsiteX918" fmla="*/ 3105400 w 7467600"/>
              <a:gd name="connsiteY918" fmla="*/ 0 h 6858000"/>
              <a:gd name="connsiteX919" fmla="*/ 3094669 w 7467600"/>
              <a:gd name="connsiteY919" fmla="*/ 30308 h 6858000"/>
              <a:gd name="connsiteX920" fmla="*/ 2901945 w 7467600"/>
              <a:gd name="connsiteY920" fmla="*/ 466538 h 6858000"/>
              <a:gd name="connsiteX921" fmla="*/ 2815209 w 7467600"/>
              <a:gd name="connsiteY921" fmla="*/ 497361 h 6858000"/>
              <a:gd name="connsiteX922" fmla="*/ 2844845 w 7467600"/>
              <a:gd name="connsiteY922" fmla="*/ 127638 h 6858000"/>
              <a:gd name="connsiteX923" fmla="*/ 2867960 w 7467600"/>
              <a:gd name="connsiteY923" fmla="*/ 0 h 6858000"/>
              <a:gd name="connsiteX924" fmla="*/ 1057230 w 7467600"/>
              <a:gd name="connsiteY924" fmla="*/ 0 h 6858000"/>
              <a:gd name="connsiteX925" fmla="*/ 1111003 w 7467600"/>
              <a:gd name="connsiteY925" fmla="*/ 0 h 6858000"/>
              <a:gd name="connsiteX926" fmla="*/ 1125553 w 7467600"/>
              <a:gd name="connsiteY926" fmla="*/ 52588 h 6858000"/>
              <a:gd name="connsiteX927" fmla="*/ 1304276 w 7467600"/>
              <a:gd name="connsiteY927" fmla="*/ 476275 h 6858000"/>
              <a:gd name="connsiteX928" fmla="*/ 1492066 w 7467600"/>
              <a:gd name="connsiteY928" fmla="*/ 886333 h 6858000"/>
              <a:gd name="connsiteX929" fmla="*/ 1423698 w 7467600"/>
              <a:gd name="connsiteY929" fmla="*/ 710817 h 6858000"/>
              <a:gd name="connsiteX930" fmla="*/ 1357609 w 7467600"/>
              <a:gd name="connsiteY930" fmla="*/ 532892 h 6858000"/>
              <a:gd name="connsiteX931" fmla="*/ 1309550 w 7467600"/>
              <a:gd name="connsiteY931" fmla="*/ 374031 h 6858000"/>
              <a:gd name="connsiteX932" fmla="*/ 1193673 w 7467600"/>
              <a:gd name="connsiteY932" fmla="*/ 49533 h 6858000"/>
              <a:gd name="connsiteX933" fmla="*/ 1164391 w 7467600"/>
              <a:gd name="connsiteY933" fmla="*/ 0 h 6858000"/>
              <a:gd name="connsiteX934" fmla="*/ 1200666 w 7467600"/>
              <a:gd name="connsiteY934" fmla="*/ 0 h 6858000"/>
              <a:gd name="connsiteX935" fmla="*/ 1223408 w 7467600"/>
              <a:gd name="connsiteY935" fmla="*/ 38996 h 6858000"/>
              <a:gd name="connsiteX936" fmla="*/ 1339635 w 7467600"/>
              <a:gd name="connsiteY936" fmla="*/ 365517 h 6858000"/>
              <a:gd name="connsiteX937" fmla="*/ 1387469 w 7467600"/>
              <a:gd name="connsiteY937" fmla="*/ 523079 h 6858000"/>
              <a:gd name="connsiteX938" fmla="*/ 1452685 w 7467600"/>
              <a:gd name="connsiteY938" fmla="*/ 699806 h 6858000"/>
              <a:gd name="connsiteX939" fmla="*/ 1492092 w 7467600"/>
              <a:gd name="connsiteY939" fmla="*/ 800424 h 6858000"/>
              <a:gd name="connsiteX940" fmla="*/ 1455302 w 7467600"/>
              <a:gd name="connsiteY940" fmla="*/ 632913 h 6858000"/>
              <a:gd name="connsiteX941" fmla="*/ 1222336 w 7467600"/>
              <a:gd name="connsiteY941" fmla="*/ 9480 h 6858000"/>
              <a:gd name="connsiteX942" fmla="*/ 1214634 w 7467600"/>
              <a:gd name="connsiteY942" fmla="*/ 0 h 6858000"/>
              <a:gd name="connsiteX943" fmla="*/ 1289827 w 7467600"/>
              <a:gd name="connsiteY943" fmla="*/ 0 h 6858000"/>
              <a:gd name="connsiteX944" fmla="*/ 1321076 w 7467600"/>
              <a:gd name="connsiteY944" fmla="*/ 59722 h 6858000"/>
              <a:gd name="connsiteX945" fmla="*/ 1512579 w 7467600"/>
              <a:gd name="connsiteY945" fmla="*/ 626441 h 6858000"/>
              <a:gd name="connsiteX946" fmla="*/ 1506076 w 7467600"/>
              <a:gd name="connsiteY946" fmla="*/ 1089289 h 6858000"/>
              <a:gd name="connsiteX947" fmla="*/ 1486346 w 7467600"/>
              <a:gd name="connsiteY947" fmla="*/ 1079919 h 6858000"/>
              <a:gd name="connsiteX948" fmla="*/ 1070511 w 7467600"/>
              <a:gd name="connsiteY948" fmla="*/ 48609 h 6858000"/>
              <a:gd name="connsiteX949" fmla="*/ 1057230 w 7467600"/>
              <a:gd name="connsiteY949" fmla="*/ 0 h 6858000"/>
              <a:gd name="connsiteX950" fmla="*/ 43151 w 7467600"/>
              <a:gd name="connsiteY950" fmla="*/ 0 h 6858000"/>
              <a:gd name="connsiteX951" fmla="*/ 95283 w 7467600"/>
              <a:gd name="connsiteY951" fmla="*/ 0 h 6858000"/>
              <a:gd name="connsiteX952" fmla="*/ 300708 w 7467600"/>
              <a:gd name="connsiteY952" fmla="*/ 154571 h 6858000"/>
              <a:gd name="connsiteX953" fmla="*/ 530414 w 7467600"/>
              <a:gd name="connsiteY953" fmla="*/ 354673 h 6858000"/>
              <a:gd name="connsiteX954" fmla="*/ 333785 w 7467600"/>
              <a:gd name="connsiteY954" fmla="*/ 161564 h 6858000"/>
              <a:gd name="connsiteX955" fmla="*/ 147005 w 7467600"/>
              <a:gd name="connsiteY955" fmla="*/ 0 h 6858000"/>
              <a:gd name="connsiteX956" fmla="*/ 272509 w 7467600"/>
              <a:gd name="connsiteY956" fmla="*/ 0 h 6858000"/>
              <a:gd name="connsiteX957" fmla="*/ 326276 w 7467600"/>
              <a:gd name="connsiteY957" fmla="*/ 45847 h 6858000"/>
              <a:gd name="connsiteX958" fmla="*/ 823759 w 7467600"/>
              <a:gd name="connsiteY958" fmla="*/ 574145 h 6858000"/>
              <a:gd name="connsiteX959" fmla="*/ 811254 w 7467600"/>
              <a:gd name="connsiteY959" fmla="*/ 665546 h 6858000"/>
              <a:gd name="connsiteX960" fmla="*/ 154042 w 7467600"/>
              <a:gd name="connsiteY960" fmla="*/ 261522 h 6858000"/>
              <a:gd name="connsiteX961" fmla="*/ 13550 w 7467600"/>
              <a:gd name="connsiteY961" fmla="*/ 158423 h 6858000"/>
              <a:gd name="connsiteX962" fmla="*/ 0 w 7467600"/>
              <a:gd name="connsiteY962" fmla="*/ 146618 h 6858000"/>
              <a:gd name="connsiteX963" fmla="*/ 0 w 7467600"/>
              <a:gd name="connsiteY963" fmla="*/ 59161 h 6858000"/>
              <a:gd name="connsiteX964" fmla="*/ 45427 w 7467600"/>
              <a:gd name="connsiteY964" fmla="*/ 101078 h 6858000"/>
              <a:gd name="connsiteX965" fmla="*/ 630103 w 7467600"/>
              <a:gd name="connsiteY965" fmla="*/ 485885 h 6858000"/>
              <a:gd name="connsiteX966" fmla="*/ 532040 w 7467600"/>
              <a:gd name="connsiteY966" fmla="*/ 399359 h 6858000"/>
              <a:gd name="connsiteX967" fmla="*/ 517618 w 7467600"/>
              <a:gd name="connsiteY967" fmla="*/ 385726 h 6858000"/>
              <a:gd name="connsiteX968" fmla="*/ 285074 w 7467600"/>
              <a:gd name="connsiteY968" fmla="*/ 182755 h 6858000"/>
              <a:gd name="connsiteX969" fmla="*/ 43151 w 7467600"/>
              <a:gd name="connsiteY96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259646 w 7467600"/>
              <a:gd name="connsiteY78" fmla="*/ 5765985 h 6858000"/>
              <a:gd name="connsiteX79" fmla="*/ 7467600 w 7467600"/>
              <a:gd name="connsiteY79" fmla="*/ 6012219 h 6858000"/>
              <a:gd name="connsiteX80" fmla="*/ 7356878 w 7467600"/>
              <a:gd name="connsiteY80" fmla="*/ 5981332 h 6858000"/>
              <a:gd name="connsiteX81" fmla="*/ 7467600 w 7467600"/>
              <a:gd name="connsiteY81" fmla="*/ 6117703 h 6858000"/>
              <a:gd name="connsiteX82" fmla="*/ 7467600 w 7467600"/>
              <a:gd name="connsiteY82" fmla="*/ 6163634 h 6858000"/>
              <a:gd name="connsiteX83" fmla="*/ 7403637 w 7467600"/>
              <a:gd name="connsiteY83" fmla="*/ 6083957 h 6858000"/>
              <a:gd name="connsiteX84" fmla="*/ 7254615 w 7467600"/>
              <a:gd name="connsiteY84" fmla="*/ 5911918 h 6858000"/>
              <a:gd name="connsiteX85" fmla="*/ 7312589 w 7467600"/>
              <a:gd name="connsiteY85" fmla="*/ 5982309 h 6858000"/>
              <a:gd name="connsiteX86" fmla="*/ 7448321 w 7467600"/>
              <a:gd name="connsiteY86" fmla="*/ 6190991 h 6858000"/>
              <a:gd name="connsiteX87" fmla="*/ 7467600 w 7467600"/>
              <a:gd name="connsiteY87" fmla="*/ 6221686 h 6858000"/>
              <a:gd name="connsiteX88" fmla="*/ 7467600 w 7467600"/>
              <a:gd name="connsiteY88" fmla="*/ 6334256 h 6858000"/>
              <a:gd name="connsiteX89" fmla="*/ 7454976 w 7467600"/>
              <a:gd name="connsiteY89" fmla="*/ 6318297 h 6858000"/>
              <a:gd name="connsiteX90" fmla="*/ 1456157 w 7467600"/>
              <a:gd name="connsiteY90" fmla="*/ 5371404 h 6858000"/>
              <a:gd name="connsiteX91" fmla="*/ 1244432 w 7467600"/>
              <a:gd name="connsiteY91" fmla="*/ 5385601 h 6858000"/>
              <a:gd name="connsiteX92" fmla="*/ 973990 w 7467600"/>
              <a:gd name="connsiteY92" fmla="*/ 5424940 h 6858000"/>
              <a:gd name="connsiteX93" fmla="*/ 1103809 w 7467600"/>
              <a:gd name="connsiteY93" fmla="*/ 5433720 h 6858000"/>
              <a:gd name="connsiteX94" fmla="*/ 1123454 w 7467600"/>
              <a:gd name="connsiteY94" fmla="*/ 5435727 h 6858000"/>
              <a:gd name="connsiteX95" fmla="*/ 1737017 w 7467600"/>
              <a:gd name="connsiteY95" fmla="*/ 5452183 h 6858000"/>
              <a:gd name="connsiteX96" fmla="*/ 1824397 w 7467600"/>
              <a:gd name="connsiteY96" fmla="*/ 5447757 h 6858000"/>
              <a:gd name="connsiteX97" fmla="*/ 2070059 w 7467600"/>
              <a:gd name="connsiteY97" fmla="*/ 5441660 h 6858000"/>
              <a:gd name="connsiteX98" fmla="*/ 1456157 w 7467600"/>
              <a:gd name="connsiteY98" fmla="*/ 5371404 h 6858000"/>
              <a:gd name="connsiteX99" fmla="*/ 4988186 w 7467600"/>
              <a:gd name="connsiteY99" fmla="*/ 5216467 h 6858000"/>
              <a:gd name="connsiteX100" fmla="*/ 4777334 w 7467600"/>
              <a:gd name="connsiteY100" fmla="*/ 5406072 h 6858000"/>
              <a:gd name="connsiteX101" fmla="*/ 4718341 w 7467600"/>
              <a:gd name="connsiteY101" fmla="*/ 5468043 h 6858000"/>
              <a:gd name="connsiteX102" fmla="*/ 4604655 w 7467600"/>
              <a:gd name="connsiteY102" fmla="*/ 5583434 h 6858000"/>
              <a:gd name="connsiteX103" fmla="*/ 4565074 w 7467600"/>
              <a:gd name="connsiteY103" fmla="*/ 5618550 h 6858000"/>
              <a:gd name="connsiteX104" fmla="*/ 4988186 w 7467600"/>
              <a:gd name="connsiteY104" fmla="*/ 5216467 h 6858000"/>
              <a:gd name="connsiteX105" fmla="*/ 4978032 w 7467600"/>
              <a:gd name="connsiteY105" fmla="*/ 5183809 h 6858000"/>
              <a:gd name="connsiteX106" fmla="*/ 4463413 w 7467600"/>
              <a:gd name="connsiteY106" fmla="*/ 5615162 h 6858000"/>
              <a:gd name="connsiteX107" fmla="*/ 4358134 w 7467600"/>
              <a:gd name="connsiteY107" fmla="*/ 5742791 h 6858000"/>
              <a:gd name="connsiteX108" fmla="*/ 4376219 w 7467600"/>
              <a:gd name="connsiteY108" fmla="*/ 5729027 h 6858000"/>
              <a:gd name="connsiteX109" fmla="*/ 4582340 w 7467600"/>
              <a:gd name="connsiteY109" fmla="*/ 5561037 h 6858000"/>
              <a:gd name="connsiteX110" fmla="*/ 4694684 w 7467600"/>
              <a:gd name="connsiteY110" fmla="*/ 5447098 h 6858000"/>
              <a:gd name="connsiteX111" fmla="*/ 4754123 w 7467600"/>
              <a:gd name="connsiteY111" fmla="*/ 5384643 h 6858000"/>
              <a:gd name="connsiteX112" fmla="*/ 4978032 w 7467600"/>
              <a:gd name="connsiteY112" fmla="*/ 5183809 h 6858000"/>
              <a:gd name="connsiteX113" fmla="*/ 1903353 w 7467600"/>
              <a:gd name="connsiteY113" fmla="*/ 5044827 h 6858000"/>
              <a:gd name="connsiteX114" fmla="*/ 1936931 w 7467600"/>
              <a:gd name="connsiteY114" fmla="*/ 5093954 h 6858000"/>
              <a:gd name="connsiteX115" fmla="*/ 2195868 w 7467600"/>
              <a:gd name="connsiteY115" fmla="*/ 5396574 h 6858000"/>
              <a:gd name="connsiteX116" fmla="*/ 2088852 w 7467600"/>
              <a:gd name="connsiteY116" fmla="*/ 5166123 h 6858000"/>
              <a:gd name="connsiteX117" fmla="*/ 1958241 w 7467600"/>
              <a:gd name="connsiteY117" fmla="*/ 5067955 h 6858000"/>
              <a:gd name="connsiteX118" fmla="*/ 1903353 w 7467600"/>
              <a:gd name="connsiteY118" fmla="*/ 5044827 h 6858000"/>
              <a:gd name="connsiteX119" fmla="*/ 1979378 w 7467600"/>
              <a:gd name="connsiteY119" fmla="*/ 4769504 h 6858000"/>
              <a:gd name="connsiteX120" fmla="*/ 2882120 w 7467600"/>
              <a:gd name="connsiteY120" fmla="*/ 5064547 h 6858000"/>
              <a:gd name="connsiteX121" fmla="*/ 2793103 w 7467600"/>
              <a:gd name="connsiteY121" fmla="*/ 5039699 h 6858000"/>
              <a:gd name="connsiteX122" fmla="*/ 2770041 w 7467600"/>
              <a:gd name="connsiteY122" fmla="*/ 5033634 h 6858000"/>
              <a:gd name="connsiteX123" fmla="*/ 1979378 w 7467600"/>
              <a:gd name="connsiteY123" fmla="*/ 4769504 h 6858000"/>
              <a:gd name="connsiteX124" fmla="*/ 1927410 w 7467600"/>
              <a:gd name="connsiteY124" fmla="*/ 4716164 h 6858000"/>
              <a:gd name="connsiteX125" fmla="*/ 1959587 w 7467600"/>
              <a:gd name="connsiteY125" fmla="*/ 4728849 h 6858000"/>
              <a:gd name="connsiteX126" fmla="*/ 2777707 w 7467600"/>
              <a:gd name="connsiteY126" fmla="*/ 5003991 h 6858000"/>
              <a:gd name="connsiteX127" fmla="*/ 2800768 w 7467600"/>
              <a:gd name="connsiteY127" fmla="*/ 5010056 h 6858000"/>
              <a:gd name="connsiteX128" fmla="*/ 2879408 w 7467600"/>
              <a:gd name="connsiteY128" fmla="*/ 5031590 h 6858000"/>
              <a:gd name="connsiteX129" fmla="*/ 2862295 w 7467600"/>
              <a:gd name="connsiteY129" fmla="*/ 5022958 h 6858000"/>
              <a:gd name="connsiteX130" fmla="*/ 2813343 w 7467600"/>
              <a:gd name="connsiteY130" fmla="*/ 4998369 h 6858000"/>
              <a:gd name="connsiteX131" fmla="*/ 2646245 w 7467600"/>
              <a:gd name="connsiteY131" fmla="*/ 4930999 h 6858000"/>
              <a:gd name="connsiteX132" fmla="*/ 1999243 w 7467600"/>
              <a:gd name="connsiteY132" fmla="*/ 4730524 h 6858000"/>
              <a:gd name="connsiteX133" fmla="*/ 1979527 w 7467600"/>
              <a:gd name="connsiteY133" fmla="*/ 4726651 h 6858000"/>
              <a:gd name="connsiteX134" fmla="*/ 1927410 w 7467600"/>
              <a:gd name="connsiteY134" fmla="*/ 4716164 h 6858000"/>
              <a:gd name="connsiteX135" fmla="*/ 1997014 w 7467600"/>
              <a:gd name="connsiteY135" fmla="*/ 4698007 h 6858000"/>
              <a:gd name="connsiteX136" fmla="*/ 2005458 w 7467600"/>
              <a:gd name="connsiteY136" fmla="*/ 4699540 h 6858000"/>
              <a:gd name="connsiteX137" fmla="*/ 2657186 w 7467600"/>
              <a:gd name="connsiteY137" fmla="*/ 4901687 h 6858000"/>
              <a:gd name="connsiteX138" fmla="*/ 2826662 w 7467600"/>
              <a:gd name="connsiteY138" fmla="*/ 4970362 h 6858000"/>
              <a:gd name="connsiteX139" fmla="*/ 2876100 w 7467600"/>
              <a:gd name="connsiteY139" fmla="*/ 4995397 h 6858000"/>
              <a:gd name="connsiteX140" fmla="*/ 3042600 w 7467600"/>
              <a:gd name="connsiteY140" fmla="*/ 5059532 h 6858000"/>
              <a:gd name="connsiteX141" fmla="*/ 1997014 w 7467600"/>
              <a:gd name="connsiteY141" fmla="*/ 4698007 h 6858000"/>
              <a:gd name="connsiteX142" fmla="*/ 2305292 w 7467600"/>
              <a:gd name="connsiteY142" fmla="*/ 4219492 h 6858000"/>
              <a:gd name="connsiteX143" fmla="*/ 3360922 w 7467600"/>
              <a:gd name="connsiteY143" fmla="*/ 4529373 h 6858000"/>
              <a:gd name="connsiteX144" fmla="*/ 3492420 w 7467600"/>
              <a:gd name="connsiteY144" fmla="*/ 4510145 h 6858000"/>
              <a:gd name="connsiteX145" fmla="*/ 3364086 w 7467600"/>
              <a:gd name="connsiteY145" fmla="*/ 4480340 h 6858000"/>
              <a:gd name="connsiteX146" fmla="*/ 3225818 w 7467600"/>
              <a:gd name="connsiteY146" fmla="*/ 4411822 h 6858000"/>
              <a:gd name="connsiteX147" fmla="*/ 3129696 w 7467600"/>
              <a:gd name="connsiteY147" fmla="*/ 4360704 h 6858000"/>
              <a:gd name="connsiteX148" fmla="*/ 2814545 w 7467600"/>
              <a:gd name="connsiteY148" fmla="*/ 4282955 h 6858000"/>
              <a:gd name="connsiteX149" fmla="*/ 2305292 w 7467600"/>
              <a:gd name="connsiteY149" fmla="*/ 4219492 h 6858000"/>
              <a:gd name="connsiteX150" fmla="*/ 2626982 w 7467600"/>
              <a:gd name="connsiteY150" fmla="*/ 4206450 h 6858000"/>
              <a:gd name="connsiteX151" fmla="*/ 2490617 w 7467600"/>
              <a:gd name="connsiteY151" fmla="*/ 4206951 h 6858000"/>
              <a:gd name="connsiteX152" fmla="*/ 2819869 w 7467600"/>
              <a:gd name="connsiteY152" fmla="*/ 4252936 h 6858000"/>
              <a:gd name="connsiteX153" fmla="*/ 3143018 w 7467600"/>
              <a:gd name="connsiteY153" fmla="*/ 4332698 h 6858000"/>
              <a:gd name="connsiteX154" fmla="*/ 3241520 w 7467600"/>
              <a:gd name="connsiteY154" fmla="*/ 4385112 h 6858000"/>
              <a:gd name="connsiteX155" fmla="*/ 3374575 w 7467600"/>
              <a:gd name="connsiteY155" fmla="*/ 4451517 h 6858000"/>
              <a:gd name="connsiteX156" fmla="*/ 3505221 w 7467600"/>
              <a:gd name="connsiteY156" fmla="*/ 4480757 h 6858000"/>
              <a:gd name="connsiteX157" fmla="*/ 2626982 w 7467600"/>
              <a:gd name="connsiteY157" fmla="*/ 4206450 h 6858000"/>
              <a:gd name="connsiteX158" fmla="*/ 1310106 w 7467600"/>
              <a:gd name="connsiteY158" fmla="*/ 3943217 h 6858000"/>
              <a:gd name="connsiteX159" fmla="*/ 854994 w 7467600"/>
              <a:gd name="connsiteY159" fmla="*/ 4399136 h 6858000"/>
              <a:gd name="connsiteX160" fmla="*/ 742462 w 7467600"/>
              <a:gd name="connsiteY160" fmla="*/ 4594648 h 6858000"/>
              <a:gd name="connsiteX161" fmla="*/ 820602 w 7467600"/>
              <a:gd name="connsiteY161" fmla="*/ 4485915 h 6858000"/>
              <a:gd name="connsiteX162" fmla="*/ 878295 w 7467600"/>
              <a:gd name="connsiteY162" fmla="*/ 4403594 h 6858000"/>
              <a:gd name="connsiteX163" fmla="*/ 1240607 w 7467600"/>
              <a:gd name="connsiteY163" fmla="*/ 4010401 h 6858000"/>
              <a:gd name="connsiteX164" fmla="*/ 1310106 w 7467600"/>
              <a:gd name="connsiteY164" fmla="*/ 3943217 h 6858000"/>
              <a:gd name="connsiteX165" fmla="*/ 1423113 w 7467600"/>
              <a:gd name="connsiteY165" fmla="*/ 3874565 h 6858000"/>
              <a:gd name="connsiteX166" fmla="*/ 1260565 w 7467600"/>
              <a:gd name="connsiteY166" fmla="*/ 4031982 h 6858000"/>
              <a:gd name="connsiteX167" fmla="*/ 901900 w 7467600"/>
              <a:gd name="connsiteY167" fmla="*/ 4421236 h 6858000"/>
              <a:gd name="connsiteX168" fmla="*/ 845044 w 7467600"/>
              <a:gd name="connsiteY168" fmla="*/ 4502436 h 6858000"/>
              <a:gd name="connsiteX169" fmla="*/ 685926 w 7467600"/>
              <a:gd name="connsiteY169" fmla="*/ 4703069 h 6858000"/>
              <a:gd name="connsiteX170" fmla="*/ 684248 w 7467600"/>
              <a:gd name="connsiteY170" fmla="*/ 4706721 h 6858000"/>
              <a:gd name="connsiteX171" fmla="*/ 1423113 w 7467600"/>
              <a:gd name="connsiteY171" fmla="*/ 3874565 h 6858000"/>
              <a:gd name="connsiteX172" fmla="*/ 3316479 w 7467600"/>
              <a:gd name="connsiteY172" fmla="*/ 3872136 h 6858000"/>
              <a:gd name="connsiteX173" fmla="*/ 3546806 w 7467600"/>
              <a:gd name="connsiteY173" fmla="*/ 4356139 h 6858000"/>
              <a:gd name="connsiteX174" fmla="*/ 3364433 w 7467600"/>
              <a:gd name="connsiteY174" fmla="*/ 3953121 h 6858000"/>
              <a:gd name="connsiteX175" fmla="*/ 3316479 w 7467600"/>
              <a:gd name="connsiteY175" fmla="*/ 3872136 h 6858000"/>
              <a:gd name="connsiteX176" fmla="*/ 3291335 w 7467600"/>
              <a:gd name="connsiteY176" fmla="*/ 3767420 h 6858000"/>
              <a:gd name="connsiteX177" fmla="*/ 3390805 w 7467600"/>
              <a:gd name="connsiteY177" fmla="*/ 3937163 h 6858000"/>
              <a:gd name="connsiteX178" fmla="*/ 3579062 w 7467600"/>
              <a:gd name="connsiteY178" fmla="*/ 4359040 h 6858000"/>
              <a:gd name="connsiteX179" fmla="*/ 3467355 w 7467600"/>
              <a:gd name="connsiteY179" fmla="*/ 3988130 h 6858000"/>
              <a:gd name="connsiteX180" fmla="*/ 3310753 w 7467600"/>
              <a:gd name="connsiteY180" fmla="*/ 3787140 h 6858000"/>
              <a:gd name="connsiteX181" fmla="*/ 3291335 w 7467600"/>
              <a:gd name="connsiteY181" fmla="*/ 3767420 h 6858000"/>
              <a:gd name="connsiteX182" fmla="*/ 1635889 w 7467600"/>
              <a:gd name="connsiteY182" fmla="*/ 3709494 h 6858000"/>
              <a:gd name="connsiteX183" fmla="*/ 1634800 w 7467600"/>
              <a:gd name="connsiteY183" fmla="*/ 3731111 h 6858000"/>
              <a:gd name="connsiteX184" fmla="*/ 1635889 w 7467600"/>
              <a:gd name="connsiteY184" fmla="*/ 3709494 h 6858000"/>
              <a:gd name="connsiteX185" fmla="*/ 1510397 w 7467600"/>
              <a:gd name="connsiteY185" fmla="*/ 3684705 h 6858000"/>
              <a:gd name="connsiteX186" fmla="*/ 1146550 w 7467600"/>
              <a:gd name="connsiteY186" fmla="*/ 3802012 h 6858000"/>
              <a:gd name="connsiteX187" fmla="*/ 698834 w 7467600"/>
              <a:gd name="connsiteY187" fmla="*/ 3952272 h 6858000"/>
              <a:gd name="connsiteX188" fmla="*/ 34256 w 7467600"/>
              <a:gd name="connsiteY188" fmla="*/ 4347603 h 6858000"/>
              <a:gd name="connsiteX189" fmla="*/ 527241 w 7467600"/>
              <a:gd name="connsiteY189" fmla="*/ 4065078 h 6858000"/>
              <a:gd name="connsiteX190" fmla="*/ 1510397 w 7467600"/>
              <a:gd name="connsiteY190" fmla="*/ 3684705 h 6858000"/>
              <a:gd name="connsiteX191" fmla="*/ 1313114 w 7467600"/>
              <a:gd name="connsiteY191" fmla="*/ 3655216 h 6858000"/>
              <a:gd name="connsiteX192" fmla="*/ 1109304 w 7467600"/>
              <a:gd name="connsiteY192" fmla="*/ 3669030 h 6858000"/>
              <a:gd name="connsiteX193" fmla="*/ 8129 w 7467600"/>
              <a:gd name="connsiteY193" fmla="*/ 4330519 h 6858000"/>
              <a:gd name="connsiteX194" fmla="*/ 687572 w 7467600"/>
              <a:gd name="connsiteY194" fmla="*/ 3925629 h 6858000"/>
              <a:gd name="connsiteX195" fmla="*/ 1138365 w 7467600"/>
              <a:gd name="connsiteY195" fmla="*/ 3774515 h 6858000"/>
              <a:gd name="connsiteX196" fmla="*/ 1505579 w 7467600"/>
              <a:gd name="connsiteY196" fmla="*/ 3655526 h 6858000"/>
              <a:gd name="connsiteX197" fmla="*/ 1313114 w 7467600"/>
              <a:gd name="connsiteY197" fmla="*/ 3655216 h 6858000"/>
              <a:gd name="connsiteX198" fmla="*/ 3655073 w 7467600"/>
              <a:gd name="connsiteY198" fmla="*/ 3650884 h 6858000"/>
              <a:gd name="connsiteX199" fmla="*/ 3989938 w 7467600"/>
              <a:gd name="connsiteY199" fmla="*/ 3991685 h 6858000"/>
              <a:gd name="connsiteX200" fmla="*/ 4393907 w 7467600"/>
              <a:gd name="connsiteY200" fmla="*/ 4261258 h 6858000"/>
              <a:gd name="connsiteX201" fmla="*/ 4648051 w 7467600"/>
              <a:gd name="connsiteY201" fmla="*/ 4374051 h 6858000"/>
              <a:gd name="connsiteX202" fmla="*/ 4383389 w 7467600"/>
              <a:gd name="connsiteY202" fmla="*/ 4184369 h 6858000"/>
              <a:gd name="connsiteX203" fmla="*/ 4165508 w 7467600"/>
              <a:gd name="connsiteY203" fmla="*/ 4035196 h 6858000"/>
              <a:gd name="connsiteX204" fmla="*/ 4068162 w 7467600"/>
              <a:gd name="connsiteY204" fmla="*/ 3953394 h 6858000"/>
              <a:gd name="connsiteX205" fmla="*/ 3981416 w 7467600"/>
              <a:gd name="connsiteY205" fmla="*/ 3880482 h 6858000"/>
              <a:gd name="connsiteX206" fmla="*/ 3800147 w 7467600"/>
              <a:gd name="connsiteY206" fmla="*/ 3749872 h 6858000"/>
              <a:gd name="connsiteX207" fmla="*/ 3655073 w 7467600"/>
              <a:gd name="connsiteY207" fmla="*/ 3650884 h 6858000"/>
              <a:gd name="connsiteX208" fmla="*/ 3670252 w 7467600"/>
              <a:gd name="connsiteY208" fmla="*/ 3622798 h 6858000"/>
              <a:gd name="connsiteX209" fmla="*/ 3817258 w 7467600"/>
              <a:gd name="connsiteY209" fmla="*/ 3723577 h 6858000"/>
              <a:gd name="connsiteX210" fmla="*/ 4000461 w 7467600"/>
              <a:gd name="connsiteY210" fmla="*/ 3855966 h 6858000"/>
              <a:gd name="connsiteX211" fmla="*/ 4088180 w 7467600"/>
              <a:gd name="connsiteY211" fmla="*/ 3929774 h 6858000"/>
              <a:gd name="connsiteX212" fmla="*/ 4184555 w 7467600"/>
              <a:gd name="connsiteY212" fmla="*/ 4010683 h 6858000"/>
              <a:gd name="connsiteX213" fmla="*/ 4399563 w 7467600"/>
              <a:gd name="connsiteY213" fmla="*/ 4158106 h 6858000"/>
              <a:gd name="connsiteX214" fmla="*/ 4684469 w 7467600"/>
              <a:gd name="connsiteY214" fmla="*/ 4364680 h 6858000"/>
              <a:gd name="connsiteX215" fmla="*/ 4690271 w 7467600"/>
              <a:gd name="connsiteY215" fmla="*/ 4370034 h 6858000"/>
              <a:gd name="connsiteX216" fmla="*/ 4136093 w 7467600"/>
              <a:gd name="connsiteY216" fmla="*/ 3858466 h 6858000"/>
              <a:gd name="connsiteX217" fmla="*/ 3670252 w 7467600"/>
              <a:gd name="connsiteY217" fmla="*/ 3622798 h 6858000"/>
              <a:gd name="connsiteX218" fmla="*/ 4440129 w 7467600"/>
              <a:gd name="connsiteY218" fmla="*/ 3448571 h 6858000"/>
              <a:gd name="connsiteX219" fmla="*/ 4856525 w 7467600"/>
              <a:gd name="connsiteY219" fmla="*/ 3915351 h 6858000"/>
              <a:gd name="connsiteX220" fmla="*/ 5059055 w 7467600"/>
              <a:gd name="connsiteY220" fmla="*/ 4108918 h 6858000"/>
              <a:gd name="connsiteX221" fmla="*/ 5290070 w 7467600"/>
              <a:gd name="connsiteY221" fmla="*/ 4263619 h 6858000"/>
              <a:gd name="connsiteX222" fmla="*/ 4834991 w 7467600"/>
              <a:gd name="connsiteY222" fmla="*/ 3830985 h 6858000"/>
              <a:gd name="connsiteX223" fmla="*/ 4440129 w 7467600"/>
              <a:gd name="connsiteY223" fmla="*/ 3448571 h 6858000"/>
              <a:gd name="connsiteX224" fmla="*/ 4441737 w 7467600"/>
              <a:gd name="connsiteY224" fmla="*/ 3399734 h 6858000"/>
              <a:gd name="connsiteX225" fmla="*/ 4431236 w 7467600"/>
              <a:gd name="connsiteY225" fmla="*/ 3400954 h 6858000"/>
              <a:gd name="connsiteX226" fmla="*/ 4557150 w 7467600"/>
              <a:gd name="connsiteY226" fmla="*/ 3510023 h 6858000"/>
              <a:gd name="connsiteX227" fmla="*/ 4856936 w 7467600"/>
              <a:gd name="connsiteY227" fmla="*/ 3809146 h 6858000"/>
              <a:gd name="connsiteX228" fmla="*/ 5111996 w 7467600"/>
              <a:gd name="connsiteY228" fmla="*/ 4065759 h 6858000"/>
              <a:gd name="connsiteX229" fmla="*/ 5388878 w 7467600"/>
              <a:gd name="connsiteY229" fmla="*/ 4300185 h 6858000"/>
              <a:gd name="connsiteX230" fmla="*/ 5425556 w 7467600"/>
              <a:gd name="connsiteY230" fmla="*/ 4308967 h 6858000"/>
              <a:gd name="connsiteX231" fmla="*/ 4943646 w 7467600"/>
              <a:gd name="connsiteY231" fmla="*/ 3822916 h 6858000"/>
              <a:gd name="connsiteX232" fmla="*/ 4594837 w 7467600"/>
              <a:gd name="connsiteY232" fmla="*/ 3532274 h 6858000"/>
              <a:gd name="connsiteX233" fmla="*/ 4441737 w 7467600"/>
              <a:gd name="connsiteY233" fmla="*/ 3399734 h 6858000"/>
              <a:gd name="connsiteX234" fmla="*/ 5425834 w 7467600"/>
              <a:gd name="connsiteY234" fmla="*/ 3162785 h 6858000"/>
              <a:gd name="connsiteX235" fmla="*/ 5401644 w 7467600"/>
              <a:gd name="connsiteY235" fmla="*/ 3617847 h 6858000"/>
              <a:gd name="connsiteX236" fmla="*/ 5467256 w 7467600"/>
              <a:gd name="connsiteY236" fmla="*/ 4175494 h 6858000"/>
              <a:gd name="connsiteX237" fmla="*/ 5448069 w 7467600"/>
              <a:gd name="connsiteY237" fmla="*/ 3567554 h 6858000"/>
              <a:gd name="connsiteX238" fmla="*/ 5425834 w 7467600"/>
              <a:gd name="connsiteY238" fmla="*/ 3162785 h 6858000"/>
              <a:gd name="connsiteX239" fmla="*/ 1318687 w 7467600"/>
              <a:gd name="connsiteY239" fmla="*/ 3113840 h 6858000"/>
              <a:gd name="connsiteX240" fmla="*/ 1066793 w 7467600"/>
              <a:gd name="connsiteY240" fmla="*/ 3212171 h 6858000"/>
              <a:gd name="connsiteX241" fmla="*/ 993319 w 7467600"/>
              <a:gd name="connsiteY241" fmla="*/ 3247648 h 6858000"/>
              <a:gd name="connsiteX242" fmla="*/ 853081 w 7467600"/>
              <a:gd name="connsiteY242" fmla="*/ 3312410 h 6858000"/>
              <a:gd name="connsiteX243" fmla="*/ 805957 w 7467600"/>
              <a:gd name="connsiteY243" fmla="*/ 3330443 h 6858000"/>
              <a:gd name="connsiteX244" fmla="*/ 1318687 w 7467600"/>
              <a:gd name="connsiteY244" fmla="*/ 3113840 h 6858000"/>
              <a:gd name="connsiteX245" fmla="*/ 5453702 w 7467600"/>
              <a:gd name="connsiteY245" fmla="*/ 3090882 h 6858000"/>
              <a:gd name="connsiteX246" fmla="*/ 5480135 w 7467600"/>
              <a:gd name="connsiteY246" fmla="*/ 3565802 h 6858000"/>
              <a:gd name="connsiteX247" fmla="*/ 5499023 w 7467600"/>
              <a:gd name="connsiteY247" fmla="*/ 4166310 h 6858000"/>
              <a:gd name="connsiteX248" fmla="*/ 5547022 w 7467600"/>
              <a:gd name="connsiteY248" fmla="*/ 3607838 h 6858000"/>
              <a:gd name="connsiteX249" fmla="*/ 5515964 w 7467600"/>
              <a:gd name="connsiteY249" fmla="*/ 3378541 h 6858000"/>
              <a:gd name="connsiteX250" fmla="*/ 5453702 w 7467600"/>
              <a:gd name="connsiteY250" fmla="*/ 3090882 h 6858000"/>
              <a:gd name="connsiteX251" fmla="*/ 1238695 w 7467600"/>
              <a:gd name="connsiteY251" fmla="*/ 3076820 h 6858000"/>
              <a:gd name="connsiteX252" fmla="*/ 716371 w 7467600"/>
              <a:gd name="connsiteY252" fmla="*/ 3293249 h 6858000"/>
              <a:gd name="connsiteX253" fmla="*/ 579522 w 7467600"/>
              <a:gd name="connsiteY253" fmla="*/ 3371759 h 6858000"/>
              <a:gd name="connsiteX254" fmla="*/ 600288 w 7467600"/>
              <a:gd name="connsiteY254" fmla="*/ 3365555 h 6858000"/>
              <a:gd name="connsiteX255" fmla="*/ 840692 w 7467600"/>
              <a:gd name="connsiteY255" fmla="*/ 3284921 h 6858000"/>
              <a:gd name="connsiteX256" fmla="*/ 979248 w 7467600"/>
              <a:gd name="connsiteY256" fmla="*/ 3221003 h 6858000"/>
              <a:gd name="connsiteX257" fmla="*/ 1053282 w 7467600"/>
              <a:gd name="connsiteY257" fmla="*/ 3185247 h 6858000"/>
              <a:gd name="connsiteX258" fmla="*/ 1320603 w 7467600"/>
              <a:gd name="connsiteY258" fmla="*/ 3081281 h 6858000"/>
              <a:gd name="connsiteX259" fmla="*/ 1238695 w 7467600"/>
              <a:gd name="connsiteY259" fmla="*/ 3076820 h 6858000"/>
              <a:gd name="connsiteX260" fmla="*/ 5425627 w 7467600"/>
              <a:gd name="connsiteY260" fmla="*/ 2954192 h 6858000"/>
              <a:gd name="connsiteX261" fmla="*/ 5470770 w 7467600"/>
              <a:gd name="connsiteY261" fmla="*/ 3005435 h 6858000"/>
              <a:gd name="connsiteX262" fmla="*/ 5519779 w 7467600"/>
              <a:gd name="connsiteY262" fmla="*/ 4359223 h 6858000"/>
              <a:gd name="connsiteX263" fmla="*/ 5520293 w 7467600"/>
              <a:gd name="connsiteY263" fmla="*/ 4360602 h 6858000"/>
              <a:gd name="connsiteX264" fmla="*/ 5767221 w 7467600"/>
              <a:gd name="connsiteY264" fmla="*/ 4665564 h 6858000"/>
              <a:gd name="connsiteX265" fmla="*/ 6937169 w 7467600"/>
              <a:gd name="connsiteY265" fmla="*/ 4815941 h 6858000"/>
              <a:gd name="connsiteX266" fmla="*/ 6953922 w 7467600"/>
              <a:gd name="connsiteY266" fmla="*/ 4890068 h 6858000"/>
              <a:gd name="connsiteX267" fmla="*/ 6071359 w 7467600"/>
              <a:gd name="connsiteY267" fmla="*/ 4770770 h 6858000"/>
              <a:gd name="connsiteX268" fmla="*/ 6038839 w 7467600"/>
              <a:gd name="connsiteY268" fmla="*/ 4764474 h 6858000"/>
              <a:gd name="connsiteX269" fmla="*/ 6038706 w 7467600"/>
              <a:gd name="connsiteY269" fmla="*/ 4763847 h 6858000"/>
              <a:gd name="connsiteX270" fmla="*/ 6037784 w 7467600"/>
              <a:gd name="connsiteY270" fmla="*/ 4764270 h 6858000"/>
              <a:gd name="connsiteX271" fmla="*/ 6038839 w 7467600"/>
              <a:gd name="connsiteY271" fmla="*/ 4764474 h 6858000"/>
              <a:gd name="connsiteX272" fmla="*/ 6040338 w 7467600"/>
              <a:gd name="connsiteY272" fmla="*/ 4771418 h 6858000"/>
              <a:gd name="connsiteX273" fmla="*/ 6024488 w 7467600"/>
              <a:gd name="connsiteY273" fmla="*/ 4809903 h 6858000"/>
              <a:gd name="connsiteX274" fmla="*/ 5599771 w 7467600"/>
              <a:gd name="connsiteY274" fmla="*/ 5509652 h 6858000"/>
              <a:gd name="connsiteX275" fmla="*/ 5548843 w 7467600"/>
              <a:gd name="connsiteY275" fmla="*/ 5563845 h 6858000"/>
              <a:gd name="connsiteX276" fmla="*/ 5940952 w 7467600"/>
              <a:gd name="connsiteY276" fmla="*/ 6250028 h 6858000"/>
              <a:gd name="connsiteX277" fmla="*/ 6043441 w 7467600"/>
              <a:gd name="connsiteY277" fmla="*/ 6665847 h 6858000"/>
              <a:gd name="connsiteX278" fmla="*/ 6093432 w 7467600"/>
              <a:gd name="connsiteY278" fmla="*/ 6858000 h 6858000"/>
              <a:gd name="connsiteX279" fmla="*/ 6034344 w 7467600"/>
              <a:gd name="connsiteY279" fmla="*/ 6858000 h 6858000"/>
              <a:gd name="connsiteX280" fmla="*/ 6026679 w 7467600"/>
              <a:gd name="connsiteY280" fmla="*/ 6836959 h 6858000"/>
              <a:gd name="connsiteX281" fmla="*/ 5800441 w 7467600"/>
              <a:gd name="connsiteY281" fmla="*/ 6335286 h 6858000"/>
              <a:gd name="connsiteX282" fmla="*/ 5526562 w 7467600"/>
              <a:gd name="connsiteY282" fmla="*/ 5705388 h 6858000"/>
              <a:gd name="connsiteX283" fmla="*/ 5519640 w 7467600"/>
              <a:gd name="connsiteY283" fmla="*/ 5683774 h 6858000"/>
              <a:gd name="connsiteX284" fmla="*/ 5844559 w 7467600"/>
              <a:gd name="connsiteY284" fmla="*/ 6553349 h 6858000"/>
              <a:gd name="connsiteX285" fmla="*/ 5975994 w 7467600"/>
              <a:gd name="connsiteY285" fmla="*/ 6858000 h 6858000"/>
              <a:gd name="connsiteX286" fmla="*/ 5898547 w 7467600"/>
              <a:gd name="connsiteY286" fmla="*/ 6858000 h 6858000"/>
              <a:gd name="connsiteX287" fmla="*/ 5682041 w 7467600"/>
              <a:gd name="connsiteY287" fmla="*/ 6355860 h 6858000"/>
              <a:gd name="connsiteX288" fmla="*/ 5461758 w 7467600"/>
              <a:gd name="connsiteY288" fmla="*/ 5820220 h 6858000"/>
              <a:gd name="connsiteX289" fmla="*/ 5237282 w 7467600"/>
              <a:gd name="connsiteY289" fmla="*/ 6579086 h 6858000"/>
              <a:gd name="connsiteX290" fmla="*/ 5115009 w 7467600"/>
              <a:gd name="connsiteY290" fmla="*/ 6858000 h 6858000"/>
              <a:gd name="connsiteX291" fmla="*/ 5028074 w 7467600"/>
              <a:gd name="connsiteY291" fmla="*/ 6858000 h 6858000"/>
              <a:gd name="connsiteX292" fmla="*/ 5079508 w 7467600"/>
              <a:gd name="connsiteY292" fmla="*/ 6749074 h 6858000"/>
              <a:gd name="connsiteX293" fmla="*/ 5371846 w 7467600"/>
              <a:gd name="connsiteY293" fmla="*/ 5924413 h 6858000"/>
              <a:gd name="connsiteX294" fmla="*/ 5270512 w 7467600"/>
              <a:gd name="connsiteY294" fmla="*/ 6138975 h 6858000"/>
              <a:gd name="connsiteX295" fmla="*/ 5062409 w 7467600"/>
              <a:gd name="connsiteY295" fmla="*/ 6653544 h 6858000"/>
              <a:gd name="connsiteX296" fmla="*/ 5036628 w 7467600"/>
              <a:gd name="connsiteY296" fmla="*/ 6754247 h 6858000"/>
              <a:gd name="connsiteX297" fmla="*/ 5009112 w 7467600"/>
              <a:gd name="connsiteY297" fmla="*/ 6858000 h 6858000"/>
              <a:gd name="connsiteX298" fmla="*/ 4976679 w 7467600"/>
              <a:gd name="connsiteY298" fmla="*/ 6858000 h 6858000"/>
              <a:gd name="connsiteX299" fmla="*/ 5006537 w 7467600"/>
              <a:gd name="connsiteY299" fmla="*/ 6747068 h 6858000"/>
              <a:gd name="connsiteX300" fmla="*/ 5032723 w 7467600"/>
              <a:gd name="connsiteY300" fmla="*/ 6644957 h 6858000"/>
              <a:gd name="connsiteX301" fmla="*/ 5242949 w 7467600"/>
              <a:gd name="connsiteY301" fmla="*/ 6125175 h 6858000"/>
              <a:gd name="connsiteX302" fmla="*/ 5286321 w 7467600"/>
              <a:gd name="connsiteY302" fmla="*/ 6033555 h 6858000"/>
              <a:gd name="connsiteX303" fmla="*/ 5008210 w 7467600"/>
              <a:gd name="connsiteY303" fmla="*/ 6649194 h 6858000"/>
              <a:gd name="connsiteX304" fmla="*/ 4986321 w 7467600"/>
              <a:gd name="connsiteY304" fmla="*/ 6765687 h 6858000"/>
              <a:gd name="connsiteX305" fmla="*/ 4973474 w 7467600"/>
              <a:gd name="connsiteY305" fmla="*/ 6858000 h 6858000"/>
              <a:gd name="connsiteX306" fmla="*/ 4907178 w 7467600"/>
              <a:gd name="connsiteY306" fmla="*/ 6858000 h 6858000"/>
              <a:gd name="connsiteX307" fmla="*/ 4910810 w 7467600"/>
              <a:gd name="connsiteY307" fmla="*/ 6829660 h 6858000"/>
              <a:gd name="connsiteX308" fmla="*/ 4987461 w 7467600"/>
              <a:gd name="connsiteY308" fmla="*/ 6432994 h 6858000"/>
              <a:gd name="connsiteX309" fmla="*/ 5179262 w 7467600"/>
              <a:gd name="connsiteY309" fmla="*/ 6035044 h 6858000"/>
              <a:gd name="connsiteX310" fmla="*/ 4689678 w 7467600"/>
              <a:gd name="connsiteY310" fmla="*/ 6440241 h 6858000"/>
              <a:gd name="connsiteX311" fmla="*/ 4477543 w 7467600"/>
              <a:gd name="connsiteY311" fmla="*/ 6674836 h 6858000"/>
              <a:gd name="connsiteX312" fmla="*/ 4329957 w 7467600"/>
              <a:gd name="connsiteY312" fmla="*/ 6858000 h 6858000"/>
              <a:gd name="connsiteX313" fmla="*/ 4218595 w 7467600"/>
              <a:gd name="connsiteY313" fmla="*/ 6858000 h 6858000"/>
              <a:gd name="connsiteX314" fmla="*/ 4368888 w 7467600"/>
              <a:gd name="connsiteY314" fmla="*/ 6668412 h 6858000"/>
              <a:gd name="connsiteX315" fmla="*/ 4563091 w 7467600"/>
              <a:gd name="connsiteY315" fmla="*/ 6442508 h 6858000"/>
              <a:gd name="connsiteX316" fmla="*/ 5387324 w 7467600"/>
              <a:gd name="connsiteY316" fmla="*/ 5705830 h 6858000"/>
              <a:gd name="connsiteX317" fmla="*/ 5073620 w 7467600"/>
              <a:gd name="connsiteY317" fmla="*/ 5955437 h 6858000"/>
              <a:gd name="connsiteX318" fmla="*/ 4689789 w 7467600"/>
              <a:gd name="connsiteY318" fmla="*/ 6268382 h 6858000"/>
              <a:gd name="connsiteX319" fmla="*/ 4418722 w 7467600"/>
              <a:gd name="connsiteY319" fmla="*/ 6570886 h 6858000"/>
              <a:gd name="connsiteX320" fmla="*/ 4214944 w 7467600"/>
              <a:gd name="connsiteY320" fmla="*/ 6858000 h 6858000"/>
              <a:gd name="connsiteX321" fmla="*/ 4177898 w 7467600"/>
              <a:gd name="connsiteY321" fmla="*/ 6858000 h 6858000"/>
              <a:gd name="connsiteX322" fmla="*/ 4391597 w 7467600"/>
              <a:gd name="connsiteY322" fmla="*/ 6556370 h 6858000"/>
              <a:gd name="connsiteX323" fmla="*/ 4668889 w 7467600"/>
              <a:gd name="connsiteY323" fmla="*/ 6246399 h 6858000"/>
              <a:gd name="connsiteX324" fmla="*/ 5055427 w 7467600"/>
              <a:gd name="connsiteY324" fmla="*/ 5931476 h 6858000"/>
              <a:gd name="connsiteX325" fmla="*/ 5371814 w 7467600"/>
              <a:gd name="connsiteY325" fmla="*/ 5678975 h 6858000"/>
              <a:gd name="connsiteX326" fmla="*/ 4987918 w 7467600"/>
              <a:gd name="connsiteY326" fmla="*/ 5838701 h 6858000"/>
              <a:gd name="connsiteX327" fmla="*/ 4317146 w 7467600"/>
              <a:gd name="connsiteY327" fmla="*/ 6587716 h 6858000"/>
              <a:gd name="connsiteX328" fmla="*/ 4171627 w 7467600"/>
              <a:gd name="connsiteY328" fmla="*/ 6858000 h 6858000"/>
              <a:gd name="connsiteX329" fmla="*/ 4081585 w 7467600"/>
              <a:gd name="connsiteY329" fmla="*/ 6858000 h 6858000"/>
              <a:gd name="connsiteX330" fmla="*/ 4238603 w 7467600"/>
              <a:gd name="connsiteY330" fmla="*/ 6559341 h 6858000"/>
              <a:gd name="connsiteX331" fmla="*/ 4778333 w 7467600"/>
              <a:gd name="connsiteY331" fmla="*/ 5873626 h 6858000"/>
              <a:gd name="connsiteX332" fmla="*/ 5414185 w 7467600"/>
              <a:gd name="connsiteY332" fmla="*/ 5573882 h 6858000"/>
              <a:gd name="connsiteX333" fmla="*/ 5959648 w 7467600"/>
              <a:gd name="connsiteY333" fmla="*/ 4760797 h 6858000"/>
              <a:gd name="connsiteX334" fmla="*/ 5355019 w 7467600"/>
              <a:gd name="connsiteY334" fmla="*/ 4734672 h 6858000"/>
              <a:gd name="connsiteX335" fmla="*/ 5083565 w 7467600"/>
              <a:gd name="connsiteY335" fmla="*/ 5179121 h 6858000"/>
              <a:gd name="connsiteX336" fmla="*/ 4713577 w 7467600"/>
              <a:gd name="connsiteY336" fmla="*/ 5616803 h 6858000"/>
              <a:gd name="connsiteX337" fmla="*/ 3989559 w 7467600"/>
              <a:gd name="connsiteY337" fmla="*/ 6145945 h 6858000"/>
              <a:gd name="connsiteX338" fmla="*/ 3939824 w 7467600"/>
              <a:gd name="connsiteY338" fmla="*/ 6066900 h 6858000"/>
              <a:gd name="connsiteX339" fmla="*/ 4584537 w 7467600"/>
              <a:gd name="connsiteY339" fmla="*/ 5324826 h 6858000"/>
              <a:gd name="connsiteX340" fmla="*/ 5037105 w 7467600"/>
              <a:gd name="connsiteY340" fmla="*/ 5088765 h 6858000"/>
              <a:gd name="connsiteX341" fmla="*/ 5039930 w 7467600"/>
              <a:gd name="connsiteY341" fmla="*/ 5089585 h 6858000"/>
              <a:gd name="connsiteX342" fmla="*/ 5263764 w 7467600"/>
              <a:gd name="connsiteY342" fmla="*/ 4735525 h 6858000"/>
              <a:gd name="connsiteX343" fmla="*/ 4086300 w 7467600"/>
              <a:gd name="connsiteY343" fmla="*/ 4884599 h 6858000"/>
              <a:gd name="connsiteX344" fmla="*/ 4085485 w 7467600"/>
              <a:gd name="connsiteY344" fmla="*/ 4899070 h 6858000"/>
              <a:gd name="connsiteX345" fmla="*/ 3871915 w 7467600"/>
              <a:gd name="connsiteY345" fmla="*/ 5253645 h 6858000"/>
              <a:gd name="connsiteX346" fmla="*/ 3799374 w 7467600"/>
              <a:gd name="connsiteY346" fmla="*/ 5466127 h 6858000"/>
              <a:gd name="connsiteX347" fmla="*/ 3498850 w 7467600"/>
              <a:gd name="connsiteY347" fmla="*/ 6661888 h 6858000"/>
              <a:gd name="connsiteX348" fmla="*/ 3399216 w 7467600"/>
              <a:gd name="connsiteY348" fmla="*/ 6858000 h 6858000"/>
              <a:gd name="connsiteX349" fmla="*/ 3303688 w 7467600"/>
              <a:gd name="connsiteY349" fmla="*/ 6858000 h 6858000"/>
              <a:gd name="connsiteX350" fmla="*/ 3391774 w 7467600"/>
              <a:gd name="connsiteY350" fmla="*/ 6697181 h 6858000"/>
              <a:gd name="connsiteX351" fmla="*/ 3735540 w 7467600"/>
              <a:gd name="connsiteY351" fmla="*/ 5546923 h 6858000"/>
              <a:gd name="connsiteX352" fmla="*/ 3729438 w 7467600"/>
              <a:gd name="connsiteY352" fmla="*/ 5569058 h 6858000"/>
              <a:gd name="connsiteX353" fmla="*/ 3707782 w 7467600"/>
              <a:gd name="connsiteY353" fmla="*/ 5644908 h 6858000"/>
              <a:gd name="connsiteX354" fmla="*/ 3583827 w 7467600"/>
              <a:gd name="connsiteY354" fmla="*/ 6039215 h 6858000"/>
              <a:gd name="connsiteX355" fmla="*/ 3547861 w 7467600"/>
              <a:gd name="connsiteY355" fmla="*/ 6129609 h 6858000"/>
              <a:gd name="connsiteX356" fmla="*/ 3490905 w 7467600"/>
              <a:gd name="connsiteY356" fmla="*/ 6277660 h 6858000"/>
              <a:gd name="connsiteX357" fmla="*/ 3455859 w 7467600"/>
              <a:gd name="connsiteY357" fmla="*/ 6391301 h 6858000"/>
              <a:gd name="connsiteX358" fmla="*/ 3429112 w 7467600"/>
              <a:gd name="connsiteY358" fmla="*/ 6479469 h 6858000"/>
              <a:gd name="connsiteX359" fmla="*/ 3304862 w 7467600"/>
              <a:gd name="connsiteY359" fmla="*/ 6796476 h 6858000"/>
              <a:gd name="connsiteX360" fmla="*/ 3276071 w 7467600"/>
              <a:gd name="connsiteY360" fmla="*/ 6858000 h 6858000"/>
              <a:gd name="connsiteX361" fmla="*/ 3240805 w 7467600"/>
              <a:gd name="connsiteY361" fmla="*/ 6858000 h 6858000"/>
              <a:gd name="connsiteX362" fmla="*/ 3275917 w 7467600"/>
              <a:gd name="connsiteY362" fmla="*/ 6783192 h 6858000"/>
              <a:gd name="connsiteX363" fmla="*/ 3399358 w 7467600"/>
              <a:gd name="connsiteY363" fmla="*/ 6469011 h 6858000"/>
              <a:gd name="connsiteX364" fmla="*/ 3425650 w 7467600"/>
              <a:gd name="connsiteY364" fmla="*/ 6381333 h 6858000"/>
              <a:gd name="connsiteX365" fmla="*/ 3460661 w 7467600"/>
              <a:gd name="connsiteY365" fmla="*/ 6266763 h 6858000"/>
              <a:gd name="connsiteX366" fmla="*/ 3518021 w 7467600"/>
              <a:gd name="connsiteY366" fmla="*/ 6117298 h 6858000"/>
              <a:gd name="connsiteX367" fmla="*/ 3554035 w 7467600"/>
              <a:gd name="connsiteY367" fmla="*/ 6027832 h 6858000"/>
              <a:gd name="connsiteX368" fmla="*/ 3677174 w 7467600"/>
              <a:gd name="connsiteY368" fmla="*/ 5636351 h 6858000"/>
              <a:gd name="connsiteX369" fmla="*/ 3698819 w 7467600"/>
              <a:gd name="connsiteY369" fmla="*/ 5560503 h 6858000"/>
              <a:gd name="connsiteX370" fmla="*/ 3702094 w 7467600"/>
              <a:gd name="connsiteY370" fmla="*/ 5549194 h 6858000"/>
              <a:gd name="connsiteX371" fmla="*/ 3398355 w 7467600"/>
              <a:gd name="connsiteY371" fmla="*/ 6094603 h 6858000"/>
              <a:gd name="connsiteX372" fmla="*/ 3193941 w 7467600"/>
              <a:gd name="connsiteY372" fmla="*/ 6798775 h 6858000"/>
              <a:gd name="connsiteX373" fmla="*/ 3184140 w 7467600"/>
              <a:gd name="connsiteY373" fmla="*/ 6858000 h 6858000"/>
              <a:gd name="connsiteX374" fmla="*/ 3099978 w 7467600"/>
              <a:gd name="connsiteY374" fmla="*/ 6858000 h 6858000"/>
              <a:gd name="connsiteX375" fmla="*/ 3101556 w 7467600"/>
              <a:gd name="connsiteY375" fmla="*/ 6843337 h 6858000"/>
              <a:gd name="connsiteX376" fmla="*/ 3370162 w 7467600"/>
              <a:gd name="connsiteY376" fmla="*/ 5785550 h 6858000"/>
              <a:gd name="connsiteX377" fmla="*/ 3746477 w 7467600"/>
              <a:gd name="connsiteY377" fmla="*/ 5377889 h 6858000"/>
              <a:gd name="connsiteX378" fmla="*/ 3863399 w 7467600"/>
              <a:gd name="connsiteY378" fmla="*/ 5087257 h 6858000"/>
              <a:gd name="connsiteX379" fmla="*/ 3968712 w 7467600"/>
              <a:gd name="connsiteY379" fmla="*/ 4913989 h 6858000"/>
              <a:gd name="connsiteX380" fmla="*/ 2792390 w 7467600"/>
              <a:gd name="connsiteY380" fmla="*/ 5382974 h 6858000"/>
              <a:gd name="connsiteX381" fmla="*/ 2714982 w 7467600"/>
              <a:gd name="connsiteY381" fmla="*/ 5427051 h 6858000"/>
              <a:gd name="connsiteX382" fmla="*/ 2813361 w 7467600"/>
              <a:gd name="connsiteY382" fmla="*/ 6023912 h 6858000"/>
              <a:gd name="connsiteX383" fmla="*/ 2688430 w 7467600"/>
              <a:gd name="connsiteY383" fmla="*/ 6801564 h 6858000"/>
              <a:gd name="connsiteX384" fmla="*/ 2629626 w 7467600"/>
              <a:gd name="connsiteY384" fmla="*/ 6763394 h 6858000"/>
              <a:gd name="connsiteX385" fmla="*/ 2565328 w 7467600"/>
              <a:gd name="connsiteY385" fmla="*/ 5516399 h 6858000"/>
              <a:gd name="connsiteX386" fmla="*/ 1922999 w 7467600"/>
              <a:gd name="connsiteY386" fmla="*/ 5980343 h 6858000"/>
              <a:gd name="connsiteX387" fmla="*/ 1950261 w 7467600"/>
              <a:gd name="connsiteY387" fmla="*/ 6405858 h 6858000"/>
              <a:gd name="connsiteX388" fmla="*/ 2365554 w 7467600"/>
              <a:gd name="connsiteY388" fmla="*/ 6759107 h 6858000"/>
              <a:gd name="connsiteX389" fmla="*/ 2424142 w 7467600"/>
              <a:gd name="connsiteY389" fmla="*/ 6858000 h 6858000"/>
              <a:gd name="connsiteX390" fmla="*/ 2395994 w 7467600"/>
              <a:gd name="connsiteY390" fmla="*/ 6858000 h 6858000"/>
              <a:gd name="connsiteX391" fmla="*/ 2392863 w 7467600"/>
              <a:gd name="connsiteY391" fmla="*/ 6852964 h 6858000"/>
              <a:gd name="connsiteX392" fmla="*/ 2017589 w 7467600"/>
              <a:gd name="connsiteY392" fmla="*/ 6493982 h 6858000"/>
              <a:gd name="connsiteX393" fmla="*/ 2147336 w 7467600"/>
              <a:gd name="connsiteY393" fmla="*/ 6594052 h 6858000"/>
              <a:gd name="connsiteX394" fmla="*/ 2207047 w 7467600"/>
              <a:gd name="connsiteY394" fmla="*/ 6654540 h 6858000"/>
              <a:gd name="connsiteX395" fmla="*/ 2299106 w 7467600"/>
              <a:gd name="connsiteY395" fmla="*/ 6778931 h 6858000"/>
              <a:gd name="connsiteX396" fmla="*/ 2314430 w 7467600"/>
              <a:gd name="connsiteY396" fmla="*/ 6801144 h 6858000"/>
              <a:gd name="connsiteX397" fmla="*/ 2352406 w 7467600"/>
              <a:gd name="connsiteY397" fmla="*/ 6858000 h 6858000"/>
              <a:gd name="connsiteX398" fmla="*/ 2314492 w 7467600"/>
              <a:gd name="connsiteY398" fmla="*/ 6858000 h 6858000"/>
              <a:gd name="connsiteX399" fmla="*/ 2288095 w 7467600"/>
              <a:gd name="connsiteY399" fmla="*/ 6818030 h 6858000"/>
              <a:gd name="connsiteX400" fmla="*/ 2272768 w 7467600"/>
              <a:gd name="connsiteY400" fmla="*/ 6795822 h 6858000"/>
              <a:gd name="connsiteX401" fmla="*/ 2182715 w 7467600"/>
              <a:gd name="connsiteY401" fmla="*/ 6675071 h 6858000"/>
              <a:gd name="connsiteX402" fmla="*/ 2032061 w 7467600"/>
              <a:gd name="connsiteY402" fmla="*/ 6541380 h 6858000"/>
              <a:gd name="connsiteX403" fmla="*/ 2257220 w 7467600"/>
              <a:gd name="connsiteY403" fmla="*/ 6826257 h 6858000"/>
              <a:gd name="connsiteX404" fmla="*/ 2281324 w 7467600"/>
              <a:gd name="connsiteY404" fmla="*/ 6858000 h 6858000"/>
              <a:gd name="connsiteX405" fmla="*/ 2242860 w 7467600"/>
              <a:gd name="connsiteY405" fmla="*/ 6858000 h 6858000"/>
              <a:gd name="connsiteX406" fmla="*/ 2232818 w 7467600"/>
              <a:gd name="connsiteY406" fmla="*/ 6844926 h 6858000"/>
              <a:gd name="connsiteX407" fmla="*/ 1990172 w 7467600"/>
              <a:gd name="connsiteY407" fmla="*/ 6542121 h 6858000"/>
              <a:gd name="connsiteX408" fmla="*/ 2124090 w 7467600"/>
              <a:gd name="connsiteY408" fmla="*/ 6761017 h 6858000"/>
              <a:gd name="connsiteX409" fmla="*/ 2200380 w 7467600"/>
              <a:gd name="connsiteY409" fmla="*/ 6858000 h 6858000"/>
              <a:gd name="connsiteX410" fmla="*/ 2147507 w 7467600"/>
              <a:gd name="connsiteY410" fmla="*/ 6858000 h 6858000"/>
              <a:gd name="connsiteX411" fmla="*/ 2070668 w 7467600"/>
              <a:gd name="connsiteY411" fmla="*/ 6761520 h 6858000"/>
              <a:gd name="connsiteX412" fmla="*/ 1975142 w 7467600"/>
              <a:gd name="connsiteY412" fmla="*/ 6585570 h 6858000"/>
              <a:gd name="connsiteX413" fmla="*/ 2050035 w 7467600"/>
              <a:gd name="connsiteY413" fmla="*/ 6813345 h 6858000"/>
              <a:gd name="connsiteX414" fmla="*/ 2063025 w 7467600"/>
              <a:gd name="connsiteY414" fmla="*/ 6858000 h 6858000"/>
              <a:gd name="connsiteX415" fmla="*/ 2021675 w 7467600"/>
              <a:gd name="connsiteY415" fmla="*/ 6858000 h 6858000"/>
              <a:gd name="connsiteX416" fmla="*/ 2019308 w 7467600"/>
              <a:gd name="connsiteY416" fmla="*/ 6847118 h 6858000"/>
              <a:gd name="connsiteX417" fmla="*/ 1938835 w 7467600"/>
              <a:gd name="connsiteY417" fmla="*/ 6551160 h 6858000"/>
              <a:gd name="connsiteX418" fmla="*/ 1953230 w 7467600"/>
              <a:gd name="connsiteY418" fmla="*/ 6759699 h 6858000"/>
              <a:gd name="connsiteX419" fmla="*/ 1956763 w 7467600"/>
              <a:gd name="connsiteY419" fmla="*/ 6778191 h 6858000"/>
              <a:gd name="connsiteX420" fmla="*/ 1967925 w 7467600"/>
              <a:gd name="connsiteY420" fmla="*/ 6858000 h 6858000"/>
              <a:gd name="connsiteX421" fmla="*/ 1936622 w 7467600"/>
              <a:gd name="connsiteY421" fmla="*/ 6858000 h 6858000"/>
              <a:gd name="connsiteX422" fmla="*/ 1926261 w 7467600"/>
              <a:gd name="connsiteY422" fmla="*/ 6784064 h 6858000"/>
              <a:gd name="connsiteX423" fmla="*/ 1922724 w 7467600"/>
              <a:gd name="connsiteY423" fmla="*/ 6765577 h 6858000"/>
              <a:gd name="connsiteX424" fmla="*/ 1904650 w 7467600"/>
              <a:gd name="connsiteY424" fmla="*/ 6639616 h 6858000"/>
              <a:gd name="connsiteX425" fmla="*/ 1885273 w 7467600"/>
              <a:gd name="connsiteY425" fmla="*/ 6858000 h 6858000"/>
              <a:gd name="connsiteX426" fmla="*/ 1854363 w 7467600"/>
              <a:gd name="connsiteY426" fmla="*/ 6858000 h 6858000"/>
              <a:gd name="connsiteX427" fmla="*/ 1880391 w 7467600"/>
              <a:gd name="connsiteY427" fmla="*/ 6603796 h 6858000"/>
              <a:gd name="connsiteX428" fmla="*/ 1818273 w 7467600"/>
              <a:gd name="connsiteY428" fmla="*/ 6715729 h 6858000"/>
              <a:gd name="connsiteX429" fmla="*/ 1794691 w 7467600"/>
              <a:gd name="connsiteY429" fmla="*/ 6843239 h 6858000"/>
              <a:gd name="connsiteX430" fmla="*/ 1794914 w 7467600"/>
              <a:gd name="connsiteY430" fmla="*/ 6858000 h 6858000"/>
              <a:gd name="connsiteX431" fmla="*/ 1746128 w 7467600"/>
              <a:gd name="connsiteY431" fmla="*/ 6858000 h 6858000"/>
              <a:gd name="connsiteX432" fmla="*/ 1753934 w 7467600"/>
              <a:gd name="connsiteY432" fmla="*/ 6724796 h 6858000"/>
              <a:gd name="connsiteX433" fmla="*/ 1792053 w 7467600"/>
              <a:gd name="connsiteY433" fmla="*/ 6572396 h 6858000"/>
              <a:gd name="connsiteX434" fmla="*/ 1862248 w 7467600"/>
              <a:gd name="connsiteY434" fmla="*/ 6266397 h 6858000"/>
              <a:gd name="connsiteX435" fmla="*/ 1862250 w 7467600"/>
              <a:gd name="connsiteY435" fmla="*/ 6033531 h 6858000"/>
              <a:gd name="connsiteX436" fmla="*/ 1211999 w 7467600"/>
              <a:gd name="connsiteY436" fmla="*/ 6683610 h 6858000"/>
              <a:gd name="connsiteX437" fmla="*/ 1213266 w 7467600"/>
              <a:gd name="connsiteY437" fmla="*/ 6691947 h 6858000"/>
              <a:gd name="connsiteX438" fmla="*/ 1203370 w 7467600"/>
              <a:gd name="connsiteY438" fmla="*/ 6850676 h 6858000"/>
              <a:gd name="connsiteX439" fmla="*/ 1203671 w 7467600"/>
              <a:gd name="connsiteY439" fmla="*/ 6858000 h 6858000"/>
              <a:gd name="connsiteX440" fmla="*/ 1143180 w 7467600"/>
              <a:gd name="connsiteY440" fmla="*/ 6858000 h 6858000"/>
              <a:gd name="connsiteX441" fmla="*/ 1142176 w 7467600"/>
              <a:gd name="connsiteY441" fmla="*/ 6766045 h 6858000"/>
              <a:gd name="connsiteX442" fmla="*/ 1067484 w 7467600"/>
              <a:gd name="connsiteY442" fmla="*/ 6858000 h 6858000"/>
              <a:gd name="connsiteX443" fmla="*/ 953928 w 7467600"/>
              <a:gd name="connsiteY443" fmla="*/ 6858000 h 6858000"/>
              <a:gd name="connsiteX444" fmla="*/ 959715 w 7467600"/>
              <a:gd name="connsiteY444" fmla="*/ 6850185 h 6858000"/>
              <a:gd name="connsiteX445" fmla="*/ 1483788 w 7467600"/>
              <a:gd name="connsiteY445" fmla="*/ 6259174 h 6858000"/>
              <a:gd name="connsiteX446" fmla="*/ 1100671 w 7467600"/>
              <a:gd name="connsiteY446" fmla="*/ 6252137 h 6858000"/>
              <a:gd name="connsiteX447" fmla="*/ 1090144 w 7467600"/>
              <a:gd name="connsiteY447" fmla="*/ 6256748 h 6858000"/>
              <a:gd name="connsiteX448" fmla="*/ 1095872 w 7467600"/>
              <a:gd name="connsiteY448" fmla="*/ 6271892 h 6858000"/>
              <a:gd name="connsiteX449" fmla="*/ 262785 w 7467600"/>
              <a:gd name="connsiteY449" fmla="*/ 6845450 h 6858000"/>
              <a:gd name="connsiteX450" fmla="*/ 209968 w 7467600"/>
              <a:gd name="connsiteY450" fmla="*/ 6770713 h 6858000"/>
              <a:gd name="connsiteX451" fmla="*/ 873460 w 7467600"/>
              <a:gd name="connsiteY451" fmla="*/ 6253768 h 6858000"/>
              <a:gd name="connsiteX452" fmla="*/ 192686 w 7467600"/>
              <a:gd name="connsiteY452" fmla="*/ 5849257 h 6858000"/>
              <a:gd name="connsiteX453" fmla="*/ 4696 w 7467600"/>
              <a:gd name="connsiteY453" fmla="*/ 5697668 h 6858000"/>
              <a:gd name="connsiteX454" fmla="*/ 0 w 7467600"/>
              <a:gd name="connsiteY454" fmla="*/ 5689984 h 6858000"/>
              <a:gd name="connsiteX455" fmla="*/ 0 w 7467600"/>
              <a:gd name="connsiteY455" fmla="*/ 5513472 h 6858000"/>
              <a:gd name="connsiteX456" fmla="*/ 174101 w 7467600"/>
              <a:gd name="connsiteY456" fmla="*/ 5620277 h 6858000"/>
              <a:gd name="connsiteX457" fmla="*/ 891800 w 7467600"/>
              <a:gd name="connsiteY457" fmla="*/ 6036935 h 6858000"/>
              <a:gd name="connsiteX458" fmla="*/ 1072219 w 7467600"/>
              <a:gd name="connsiteY458" fmla="*/ 6169443 h 6858000"/>
              <a:gd name="connsiteX459" fmla="*/ 1074117 w 7467600"/>
              <a:gd name="connsiteY459" fmla="*/ 6170301 h 6858000"/>
              <a:gd name="connsiteX460" fmla="*/ 1083114 w 7467600"/>
              <a:gd name="connsiteY460" fmla="*/ 6174131 h 6858000"/>
              <a:gd name="connsiteX461" fmla="*/ 1543010 w 7467600"/>
              <a:gd name="connsiteY461" fmla="*/ 6191140 h 6858000"/>
              <a:gd name="connsiteX462" fmla="*/ 1551080 w 7467600"/>
              <a:gd name="connsiteY462" fmla="*/ 6195006 h 6858000"/>
              <a:gd name="connsiteX463" fmla="*/ 2345443 w 7467600"/>
              <a:gd name="connsiteY463" fmla="*/ 5549882 h 6858000"/>
              <a:gd name="connsiteX464" fmla="*/ 1721499 w 7467600"/>
              <a:gd name="connsiteY464" fmla="*/ 5599969 h 6858000"/>
              <a:gd name="connsiteX465" fmla="*/ 767716 w 7467600"/>
              <a:gd name="connsiteY465" fmla="*/ 5472768 h 6858000"/>
              <a:gd name="connsiteX466" fmla="*/ 722147 w 7467600"/>
              <a:gd name="connsiteY466" fmla="*/ 5393091 h 6858000"/>
              <a:gd name="connsiteX467" fmla="*/ 1485552 w 7467600"/>
              <a:gd name="connsiteY467" fmla="*/ 5313202 h 6858000"/>
              <a:gd name="connsiteX468" fmla="*/ 2143004 w 7467600"/>
              <a:gd name="connsiteY468" fmla="*/ 5402420 h 6858000"/>
              <a:gd name="connsiteX469" fmla="*/ 1933391 w 7467600"/>
              <a:gd name="connsiteY469" fmla="*/ 5156971 h 6858000"/>
              <a:gd name="connsiteX470" fmla="*/ 1827118 w 7467600"/>
              <a:gd name="connsiteY470" fmla="*/ 4968410 h 6858000"/>
              <a:gd name="connsiteX471" fmla="*/ 1837349 w 7467600"/>
              <a:gd name="connsiteY471" fmla="*/ 4956357 h 6858000"/>
              <a:gd name="connsiteX472" fmla="*/ 2162835 w 7467600"/>
              <a:gd name="connsiteY472" fmla="*/ 5187853 h 6858000"/>
              <a:gd name="connsiteX473" fmla="*/ 2257167 w 7467600"/>
              <a:gd name="connsiteY473" fmla="*/ 5462123 h 6858000"/>
              <a:gd name="connsiteX474" fmla="*/ 2261598 w 7467600"/>
              <a:gd name="connsiteY474" fmla="*/ 5467998 h 6858000"/>
              <a:gd name="connsiteX475" fmla="*/ 2437177 w 7467600"/>
              <a:gd name="connsiteY475" fmla="*/ 5479608 h 6858000"/>
              <a:gd name="connsiteX476" fmla="*/ 2445247 w 7467600"/>
              <a:gd name="connsiteY476" fmla="*/ 5483476 h 6858000"/>
              <a:gd name="connsiteX477" fmla="*/ 2743626 w 7467600"/>
              <a:gd name="connsiteY477" fmla="*/ 5304819 h 6858000"/>
              <a:gd name="connsiteX478" fmla="*/ 3048102 w 7467600"/>
              <a:gd name="connsiteY478" fmla="*/ 5150595 h 6858000"/>
              <a:gd name="connsiteX479" fmla="*/ 1799414 w 7467600"/>
              <a:gd name="connsiteY479" fmla="*/ 4694732 h 6858000"/>
              <a:gd name="connsiteX480" fmla="*/ 1771735 w 7467600"/>
              <a:gd name="connsiteY480" fmla="*/ 4619929 h 6858000"/>
              <a:gd name="connsiteX481" fmla="*/ 3104273 w 7467600"/>
              <a:gd name="connsiteY481" fmla="*/ 5076159 h 6858000"/>
              <a:gd name="connsiteX482" fmla="*/ 3113245 w 7467600"/>
              <a:gd name="connsiteY482" fmla="*/ 5090705 h 6858000"/>
              <a:gd name="connsiteX483" fmla="*/ 3126294 w 7467600"/>
              <a:gd name="connsiteY483" fmla="*/ 5114400 h 6858000"/>
              <a:gd name="connsiteX484" fmla="*/ 3937433 w 7467600"/>
              <a:gd name="connsiteY484" fmla="*/ 4830473 h 6858000"/>
              <a:gd name="connsiteX485" fmla="*/ 3590475 w 7467600"/>
              <a:gd name="connsiteY485" fmla="*/ 4597974 h 6858000"/>
              <a:gd name="connsiteX486" fmla="*/ 3100264 w 7467600"/>
              <a:gd name="connsiteY486" fmla="*/ 4579845 h 6858000"/>
              <a:gd name="connsiteX487" fmla="*/ 2183576 w 7467600"/>
              <a:gd name="connsiteY487" fmla="*/ 4227150 h 6858000"/>
              <a:gd name="connsiteX488" fmla="*/ 2151029 w 7467600"/>
              <a:gd name="connsiteY488" fmla="*/ 4146947 h 6858000"/>
              <a:gd name="connsiteX489" fmla="*/ 3563434 w 7467600"/>
              <a:gd name="connsiteY489" fmla="*/ 4469115 h 6858000"/>
              <a:gd name="connsiteX490" fmla="*/ 3177952 w 7467600"/>
              <a:gd name="connsiteY490" fmla="*/ 3657386 h 6858000"/>
              <a:gd name="connsiteX491" fmla="*/ 3189263 w 7467600"/>
              <a:gd name="connsiteY491" fmla="*/ 3625726 h 6858000"/>
              <a:gd name="connsiteX492" fmla="*/ 3560912 w 7467600"/>
              <a:gd name="connsiteY492" fmla="*/ 4079863 h 6858000"/>
              <a:gd name="connsiteX493" fmla="*/ 3626636 w 7467600"/>
              <a:gd name="connsiteY493" fmla="*/ 4512230 h 6858000"/>
              <a:gd name="connsiteX494" fmla="*/ 3653088 w 7467600"/>
              <a:gd name="connsiteY494" fmla="*/ 4521417 h 6858000"/>
              <a:gd name="connsiteX495" fmla="*/ 3988128 w 7467600"/>
              <a:gd name="connsiteY495" fmla="*/ 4817267 h 6858000"/>
              <a:gd name="connsiteX496" fmla="*/ 4830582 w 7467600"/>
              <a:gd name="connsiteY496" fmla="*/ 4676000 h 6858000"/>
              <a:gd name="connsiteX497" fmla="*/ 4830100 w 7467600"/>
              <a:gd name="connsiteY497" fmla="*/ 4675554 h 6858000"/>
              <a:gd name="connsiteX498" fmla="*/ 4036318 w 7467600"/>
              <a:gd name="connsiteY498" fmla="*/ 4147013 h 6858000"/>
              <a:gd name="connsiteX499" fmla="*/ 3432098 w 7467600"/>
              <a:gd name="connsiteY499" fmla="*/ 3537312 h 6858000"/>
              <a:gd name="connsiteX500" fmla="*/ 3446761 w 7467600"/>
              <a:gd name="connsiteY500" fmla="*/ 3461278 h 6858000"/>
              <a:gd name="connsiteX501" fmla="*/ 4419733 w 7467600"/>
              <a:gd name="connsiteY501" fmla="*/ 3963555 h 6858000"/>
              <a:gd name="connsiteX502" fmla="*/ 4781371 w 7467600"/>
              <a:gd name="connsiteY502" fmla="*/ 4458604 h 6858000"/>
              <a:gd name="connsiteX503" fmla="*/ 4780440 w 7467600"/>
              <a:gd name="connsiteY503" fmla="*/ 4470290 h 6858000"/>
              <a:gd name="connsiteX504" fmla="*/ 4898954 w 7467600"/>
              <a:gd name="connsiteY504" fmla="*/ 4662092 h 6858000"/>
              <a:gd name="connsiteX505" fmla="*/ 4900699 w 7467600"/>
              <a:gd name="connsiteY505" fmla="*/ 4670867 h 6858000"/>
              <a:gd name="connsiteX506" fmla="*/ 5714511 w 7467600"/>
              <a:gd name="connsiteY506" fmla="*/ 4663483 h 6858000"/>
              <a:gd name="connsiteX507" fmla="*/ 5464793 w 7467600"/>
              <a:gd name="connsiteY507" fmla="*/ 4393556 h 6858000"/>
              <a:gd name="connsiteX508" fmla="*/ 5461897 w 7467600"/>
              <a:gd name="connsiteY508" fmla="*/ 4390879 h 6858000"/>
              <a:gd name="connsiteX509" fmla="*/ 4294126 w 7467600"/>
              <a:gd name="connsiteY509" fmla="*/ 3303048 h 6858000"/>
              <a:gd name="connsiteX510" fmla="*/ 4305321 w 7467600"/>
              <a:gd name="connsiteY510" fmla="*/ 3256953 h 6858000"/>
              <a:gd name="connsiteX511" fmla="*/ 4949299 w 7467600"/>
              <a:gd name="connsiteY511" fmla="*/ 3766336 h 6858000"/>
              <a:gd name="connsiteX512" fmla="*/ 5291452 w 7467600"/>
              <a:gd name="connsiteY512" fmla="*/ 4076801 h 6858000"/>
              <a:gd name="connsiteX513" fmla="*/ 5434998 w 7467600"/>
              <a:gd name="connsiteY513" fmla="*/ 4254100 h 6858000"/>
              <a:gd name="connsiteX514" fmla="*/ 5351015 w 7467600"/>
              <a:gd name="connsiteY514" fmla="*/ 3760989 h 6858000"/>
              <a:gd name="connsiteX515" fmla="*/ 5413780 w 7467600"/>
              <a:gd name="connsiteY515" fmla="*/ 2966265 h 6858000"/>
              <a:gd name="connsiteX516" fmla="*/ 5425627 w 7467600"/>
              <a:gd name="connsiteY516" fmla="*/ 2954192 h 6858000"/>
              <a:gd name="connsiteX517" fmla="*/ 6604735 w 7467600"/>
              <a:gd name="connsiteY517" fmla="*/ 2041381 h 6858000"/>
              <a:gd name="connsiteX518" fmla="*/ 7204487 w 7467600"/>
              <a:gd name="connsiteY518" fmla="*/ 2742112 h 6858000"/>
              <a:gd name="connsiteX519" fmla="*/ 7131592 w 7467600"/>
              <a:gd name="connsiteY519" fmla="*/ 2672096 h 6858000"/>
              <a:gd name="connsiteX520" fmla="*/ 6996344 w 7467600"/>
              <a:gd name="connsiteY520" fmla="*/ 2518310 h 6858000"/>
              <a:gd name="connsiteX521" fmla="*/ 6735495 w 7467600"/>
              <a:gd name="connsiteY521" fmla="*/ 2196890 h 6858000"/>
              <a:gd name="connsiteX522" fmla="*/ 6721901 w 7467600"/>
              <a:gd name="connsiteY522" fmla="*/ 2179274 h 6858000"/>
              <a:gd name="connsiteX523" fmla="*/ 6604735 w 7467600"/>
              <a:gd name="connsiteY523" fmla="*/ 2041381 h 6858000"/>
              <a:gd name="connsiteX524" fmla="*/ 6591670 w 7467600"/>
              <a:gd name="connsiteY524" fmla="*/ 1988277 h 6858000"/>
              <a:gd name="connsiteX525" fmla="*/ 6747349 w 7467600"/>
              <a:gd name="connsiteY525" fmla="*/ 2160069 h 6858000"/>
              <a:gd name="connsiteX526" fmla="*/ 6760943 w 7467600"/>
              <a:gd name="connsiteY526" fmla="*/ 2177686 h 6858000"/>
              <a:gd name="connsiteX527" fmla="*/ 7021065 w 7467600"/>
              <a:gd name="connsiteY527" fmla="*/ 2498102 h 6858000"/>
              <a:gd name="connsiteX528" fmla="*/ 7155223 w 7467600"/>
              <a:gd name="connsiteY528" fmla="*/ 2650386 h 6858000"/>
              <a:gd name="connsiteX529" fmla="*/ 7203167 w 7467600"/>
              <a:gd name="connsiteY529" fmla="*/ 2697288 h 6858000"/>
              <a:gd name="connsiteX530" fmla="*/ 6937703 w 7467600"/>
              <a:gd name="connsiteY530" fmla="*/ 2321981 h 6858000"/>
              <a:gd name="connsiteX531" fmla="*/ 6591670 w 7467600"/>
              <a:gd name="connsiteY531" fmla="*/ 1988277 h 6858000"/>
              <a:gd name="connsiteX532" fmla="*/ 5798671 w 7467600"/>
              <a:gd name="connsiteY532" fmla="*/ 1981601 h 6858000"/>
              <a:gd name="connsiteX533" fmla="*/ 5754709 w 7467600"/>
              <a:gd name="connsiteY533" fmla="*/ 2071454 h 6858000"/>
              <a:gd name="connsiteX534" fmla="*/ 5763044 w 7467600"/>
              <a:gd name="connsiteY534" fmla="*/ 2842206 h 6858000"/>
              <a:gd name="connsiteX535" fmla="*/ 5764974 w 7467600"/>
              <a:gd name="connsiteY535" fmla="*/ 2799609 h 6858000"/>
              <a:gd name="connsiteX536" fmla="*/ 5767665 w 7467600"/>
              <a:gd name="connsiteY536" fmla="*/ 2666409 h 6858000"/>
              <a:gd name="connsiteX537" fmla="*/ 5763055 w 7467600"/>
              <a:gd name="connsiteY537" fmla="*/ 2579705 h 6858000"/>
              <a:gd name="connsiteX538" fmla="*/ 5758079 w 7467600"/>
              <a:gd name="connsiteY538" fmla="*/ 2492508 h 6858000"/>
              <a:gd name="connsiteX539" fmla="*/ 5779325 w 7467600"/>
              <a:gd name="connsiteY539" fmla="*/ 2197069 h 6858000"/>
              <a:gd name="connsiteX540" fmla="*/ 5798671 w 7467600"/>
              <a:gd name="connsiteY540" fmla="*/ 1981601 h 6858000"/>
              <a:gd name="connsiteX541" fmla="*/ 5829202 w 7467600"/>
              <a:gd name="connsiteY541" fmla="*/ 1971679 h 6858000"/>
              <a:gd name="connsiteX542" fmla="*/ 5809558 w 7467600"/>
              <a:gd name="connsiteY542" fmla="*/ 2198043 h 6858000"/>
              <a:gd name="connsiteX543" fmla="*/ 5788653 w 7467600"/>
              <a:gd name="connsiteY543" fmla="*/ 2489430 h 6858000"/>
              <a:gd name="connsiteX544" fmla="*/ 5793439 w 7467600"/>
              <a:gd name="connsiteY544" fmla="*/ 2575235 h 6858000"/>
              <a:gd name="connsiteX545" fmla="*/ 5796837 w 7467600"/>
              <a:gd name="connsiteY545" fmla="*/ 2637633 h 6858000"/>
              <a:gd name="connsiteX546" fmla="*/ 5818614 w 7467600"/>
              <a:gd name="connsiteY546" fmla="*/ 2473055 h 6858000"/>
              <a:gd name="connsiteX547" fmla="*/ 5829202 w 7467600"/>
              <a:gd name="connsiteY547" fmla="*/ 1971679 h 6858000"/>
              <a:gd name="connsiteX548" fmla="*/ 5911389 w 7467600"/>
              <a:gd name="connsiteY548" fmla="*/ 1898371 h 6858000"/>
              <a:gd name="connsiteX549" fmla="*/ 6237627 w 7467600"/>
              <a:gd name="connsiteY549" fmla="*/ 2231921 h 6858000"/>
              <a:gd name="connsiteX550" fmla="*/ 5911389 w 7467600"/>
              <a:gd name="connsiteY550" fmla="*/ 1898371 h 6858000"/>
              <a:gd name="connsiteX551" fmla="*/ 6944437 w 7467600"/>
              <a:gd name="connsiteY551" fmla="*/ 1575402 h 6858000"/>
              <a:gd name="connsiteX552" fmla="*/ 6304730 w 7467600"/>
              <a:gd name="connsiteY552" fmla="*/ 1766654 h 6858000"/>
              <a:gd name="connsiteX553" fmla="*/ 6944437 w 7467600"/>
              <a:gd name="connsiteY553" fmla="*/ 1575402 h 6858000"/>
              <a:gd name="connsiteX554" fmla="*/ 7019523 w 7467600"/>
              <a:gd name="connsiteY554" fmla="*/ 1519450 h 6858000"/>
              <a:gd name="connsiteX555" fmla="*/ 6298091 w 7467600"/>
              <a:gd name="connsiteY555" fmla="*/ 1737122 h 6858000"/>
              <a:gd name="connsiteX556" fmla="*/ 7019523 w 7467600"/>
              <a:gd name="connsiteY556" fmla="*/ 1519450 h 6858000"/>
              <a:gd name="connsiteX557" fmla="*/ 2399523 w 7467600"/>
              <a:gd name="connsiteY557" fmla="*/ 1428234 h 6858000"/>
              <a:gd name="connsiteX558" fmla="*/ 2224982 w 7467600"/>
              <a:gd name="connsiteY558" fmla="*/ 1826201 h 6858000"/>
              <a:gd name="connsiteX559" fmla="*/ 2096099 w 7467600"/>
              <a:gd name="connsiteY559" fmla="*/ 2345900 h 6858000"/>
              <a:gd name="connsiteX560" fmla="*/ 2283317 w 7467600"/>
              <a:gd name="connsiteY560" fmla="*/ 1796925 h 6858000"/>
              <a:gd name="connsiteX561" fmla="*/ 2399523 w 7467600"/>
              <a:gd name="connsiteY561" fmla="*/ 1428234 h 6858000"/>
              <a:gd name="connsiteX562" fmla="*/ 2448558 w 7467600"/>
              <a:gd name="connsiteY562" fmla="*/ 1373435 h 6858000"/>
              <a:gd name="connsiteX563" fmla="*/ 2312521 w 7467600"/>
              <a:gd name="connsiteY563" fmla="*/ 1806140 h 6858000"/>
              <a:gd name="connsiteX564" fmla="*/ 2127533 w 7467600"/>
              <a:gd name="connsiteY564" fmla="*/ 2348380 h 6858000"/>
              <a:gd name="connsiteX565" fmla="*/ 2358080 w 7467600"/>
              <a:gd name="connsiteY565" fmla="*/ 1866134 h 6858000"/>
              <a:gd name="connsiteX566" fmla="*/ 2407436 w 7467600"/>
              <a:gd name="connsiteY566" fmla="*/ 1651070 h 6858000"/>
              <a:gd name="connsiteX567" fmla="*/ 2448558 w 7467600"/>
              <a:gd name="connsiteY567" fmla="*/ 1373435 h 6858000"/>
              <a:gd name="connsiteX568" fmla="*/ 278707 w 7467600"/>
              <a:gd name="connsiteY568" fmla="*/ 1352270 h 6858000"/>
              <a:gd name="connsiteX569" fmla="*/ 321570 w 7467600"/>
              <a:gd name="connsiteY569" fmla="*/ 1861610 h 6858000"/>
              <a:gd name="connsiteX570" fmla="*/ 294281 w 7467600"/>
              <a:gd name="connsiteY570" fmla="*/ 1440658 h 6858000"/>
              <a:gd name="connsiteX571" fmla="*/ 278707 w 7467600"/>
              <a:gd name="connsiteY571" fmla="*/ 1352270 h 6858000"/>
              <a:gd name="connsiteX572" fmla="*/ 1423821 w 7467600"/>
              <a:gd name="connsiteY572" fmla="*/ 1351958 h 6858000"/>
              <a:gd name="connsiteX573" fmla="*/ 1638521 w 7467600"/>
              <a:gd name="connsiteY573" fmla="*/ 1908470 h 6858000"/>
              <a:gd name="connsiteX574" fmla="*/ 1754199 w 7467600"/>
              <a:gd name="connsiteY574" fmla="*/ 2149284 h 6858000"/>
              <a:gd name="connsiteX575" fmla="*/ 1908359 w 7467600"/>
              <a:gd name="connsiteY575" fmla="*/ 2364988 h 6858000"/>
              <a:gd name="connsiteX576" fmla="*/ 1647661 w 7467600"/>
              <a:gd name="connsiteY576" fmla="*/ 1825945 h 6858000"/>
              <a:gd name="connsiteX577" fmla="*/ 1423821 w 7467600"/>
              <a:gd name="connsiteY577" fmla="*/ 1351958 h 6858000"/>
              <a:gd name="connsiteX578" fmla="*/ 1431890 w 7467600"/>
              <a:gd name="connsiteY578" fmla="*/ 1306475 h 6858000"/>
              <a:gd name="connsiteX579" fmla="*/ 1507597 w 7467600"/>
              <a:gd name="connsiteY579" fmla="*/ 1446132 h 6858000"/>
              <a:gd name="connsiteX580" fmla="*/ 1674586 w 7467600"/>
              <a:gd name="connsiteY580" fmla="*/ 1813832 h 6858000"/>
              <a:gd name="connsiteX581" fmla="*/ 1815950 w 7467600"/>
              <a:gd name="connsiteY581" fmla="*/ 2128564 h 6858000"/>
              <a:gd name="connsiteX582" fmla="*/ 1984242 w 7467600"/>
              <a:gd name="connsiteY582" fmla="*/ 2430829 h 6858000"/>
              <a:gd name="connsiteX583" fmla="*/ 2014023 w 7467600"/>
              <a:gd name="connsiteY583" fmla="*/ 2450995 h 6858000"/>
              <a:gd name="connsiteX584" fmla="*/ 1747337 w 7467600"/>
              <a:gd name="connsiteY584" fmla="*/ 1855264 h 6858000"/>
              <a:gd name="connsiteX585" fmla="*/ 1533749 w 7467600"/>
              <a:gd name="connsiteY585" fmla="*/ 1478656 h 6858000"/>
              <a:gd name="connsiteX586" fmla="*/ 1431890 w 7467600"/>
              <a:gd name="connsiteY586" fmla="*/ 1306475 h 6858000"/>
              <a:gd name="connsiteX587" fmla="*/ 5052692 w 7467600"/>
              <a:gd name="connsiteY587" fmla="*/ 1292994 h 6858000"/>
              <a:gd name="connsiteX588" fmla="*/ 5200661 w 7467600"/>
              <a:gd name="connsiteY588" fmla="*/ 1635186 h 6858000"/>
              <a:gd name="connsiteX589" fmla="*/ 5297138 w 7467600"/>
              <a:gd name="connsiteY589" fmla="*/ 1906351 h 6858000"/>
              <a:gd name="connsiteX590" fmla="*/ 5052692 w 7467600"/>
              <a:gd name="connsiteY590" fmla="*/ 1292994 h 6858000"/>
              <a:gd name="connsiteX591" fmla="*/ 5009948 w 7467600"/>
              <a:gd name="connsiteY591" fmla="*/ 1273619 h 6858000"/>
              <a:gd name="connsiteX592" fmla="*/ 5121777 w 7467600"/>
              <a:gd name="connsiteY592" fmla="*/ 1654213 h 6858000"/>
              <a:gd name="connsiteX593" fmla="*/ 5293545 w 7467600"/>
              <a:gd name="connsiteY593" fmla="*/ 2072247 h 6858000"/>
              <a:gd name="connsiteX594" fmla="*/ 5294042 w 7467600"/>
              <a:gd name="connsiteY594" fmla="*/ 2065019 h 6858000"/>
              <a:gd name="connsiteX595" fmla="*/ 5171936 w 7467600"/>
              <a:gd name="connsiteY595" fmla="*/ 1647613 h 6858000"/>
              <a:gd name="connsiteX596" fmla="*/ 5009948 w 7467600"/>
              <a:gd name="connsiteY596" fmla="*/ 1273619 h 6858000"/>
              <a:gd name="connsiteX597" fmla="*/ 655236 w 7467600"/>
              <a:gd name="connsiteY597" fmla="*/ 1268632 h 6858000"/>
              <a:gd name="connsiteX598" fmla="*/ 839521 w 7467600"/>
              <a:gd name="connsiteY598" fmla="*/ 1685315 h 6858000"/>
              <a:gd name="connsiteX599" fmla="*/ 1109416 w 7467600"/>
              <a:gd name="connsiteY599" fmla="*/ 2061663 h 6858000"/>
              <a:gd name="connsiteX600" fmla="*/ 1298300 w 7467600"/>
              <a:gd name="connsiteY600" fmla="*/ 2247742 h 6858000"/>
              <a:gd name="connsiteX601" fmla="*/ 1125871 w 7467600"/>
              <a:gd name="connsiteY601" fmla="*/ 1989513 h 6858000"/>
              <a:gd name="connsiteX602" fmla="*/ 981574 w 7467600"/>
              <a:gd name="connsiteY602" fmla="*/ 1783157 h 6858000"/>
              <a:gd name="connsiteX603" fmla="*/ 922198 w 7467600"/>
              <a:gd name="connsiteY603" fmla="*/ 1677437 h 6858000"/>
              <a:gd name="connsiteX604" fmla="*/ 869293 w 7467600"/>
              <a:gd name="connsiteY604" fmla="*/ 1583214 h 6858000"/>
              <a:gd name="connsiteX605" fmla="*/ 751431 w 7467600"/>
              <a:gd name="connsiteY605" fmla="*/ 1405731 h 6858000"/>
              <a:gd name="connsiteX606" fmla="*/ 655236 w 7467600"/>
              <a:gd name="connsiteY606" fmla="*/ 1268632 h 6858000"/>
              <a:gd name="connsiteX607" fmla="*/ 6516292 w 7467600"/>
              <a:gd name="connsiteY607" fmla="*/ 1263064 h 6858000"/>
              <a:gd name="connsiteX608" fmla="*/ 5736320 w 7467600"/>
              <a:gd name="connsiteY608" fmla="*/ 1501803 h 6858000"/>
              <a:gd name="connsiteX609" fmla="*/ 6516292 w 7467600"/>
              <a:gd name="connsiteY609" fmla="*/ 1263064 h 6858000"/>
              <a:gd name="connsiteX610" fmla="*/ 291466 w 7467600"/>
              <a:gd name="connsiteY610" fmla="*/ 1250369 h 6858000"/>
              <a:gd name="connsiteX611" fmla="*/ 323180 w 7467600"/>
              <a:gd name="connsiteY611" fmla="*/ 1435283 h 6858000"/>
              <a:gd name="connsiteX612" fmla="*/ 349381 w 7467600"/>
              <a:gd name="connsiteY612" fmla="*/ 1875041 h 6858000"/>
              <a:gd name="connsiteX613" fmla="*/ 374363 w 7467600"/>
              <a:gd name="connsiteY613" fmla="*/ 1506494 h 6858000"/>
              <a:gd name="connsiteX614" fmla="*/ 302168 w 7467600"/>
              <a:gd name="connsiteY614" fmla="*/ 1274495 h 6858000"/>
              <a:gd name="connsiteX615" fmla="*/ 291466 w 7467600"/>
              <a:gd name="connsiteY615" fmla="*/ 1250369 h 6858000"/>
              <a:gd name="connsiteX616" fmla="*/ 678222 w 7467600"/>
              <a:gd name="connsiteY616" fmla="*/ 1248670 h 6858000"/>
              <a:gd name="connsiteX617" fmla="*/ 775536 w 7467600"/>
              <a:gd name="connsiteY617" fmla="*/ 1388015 h 6858000"/>
              <a:gd name="connsiteX618" fmla="*/ 894529 w 7467600"/>
              <a:gd name="connsiteY618" fmla="*/ 1567739 h 6858000"/>
              <a:gd name="connsiteX619" fmla="*/ 948000 w 7467600"/>
              <a:gd name="connsiteY619" fmla="*/ 1663088 h 6858000"/>
              <a:gd name="connsiteX620" fmla="*/ 1006812 w 7467600"/>
              <a:gd name="connsiteY620" fmla="*/ 1767683 h 6858000"/>
              <a:gd name="connsiteX621" fmla="*/ 1149133 w 7467600"/>
              <a:gd name="connsiteY621" fmla="*/ 1971513 h 6858000"/>
              <a:gd name="connsiteX622" fmla="*/ 1333952 w 7467600"/>
              <a:gd name="connsiteY622" fmla="*/ 2251620 h 6858000"/>
              <a:gd name="connsiteX623" fmla="*/ 1337329 w 7467600"/>
              <a:gd name="connsiteY623" fmla="*/ 2258350 h 6858000"/>
              <a:gd name="connsiteX624" fmla="*/ 1014726 w 7467600"/>
              <a:gd name="connsiteY624" fmla="*/ 1615556 h 6858000"/>
              <a:gd name="connsiteX625" fmla="*/ 678222 w 7467600"/>
              <a:gd name="connsiteY625" fmla="*/ 1248670 h 6858000"/>
              <a:gd name="connsiteX626" fmla="*/ 6691602 w 7467600"/>
              <a:gd name="connsiteY626" fmla="*/ 1140573 h 6858000"/>
              <a:gd name="connsiteX627" fmla="*/ 6571100 w 7467600"/>
              <a:gd name="connsiteY627" fmla="*/ 1183662 h 6858000"/>
              <a:gd name="connsiteX628" fmla="*/ 6241687 w 7467600"/>
              <a:gd name="connsiteY628" fmla="*/ 1257600 h 6858000"/>
              <a:gd name="connsiteX629" fmla="*/ 5693009 w 7467600"/>
              <a:gd name="connsiteY629" fmla="*/ 1478256 h 6858000"/>
              <a:gd name="connsiteX630" fmla="*/ 6548420 w 7467600"/>
              <a:gd name="connsiteY630" fmla="*/ 1214599 h 6858000"/>
              <a:gd name="connsiteX631" fmla="*/ 6605473 w 7467600"/>
              <a:gd name="connsiteY631" fmla="*/ 1184686 h 6858000"/>
              <a:gd name="connsiteX632" fmla="*/ 6691602 w 7467600"/>
              <a:gd name="connsiteY632" fmla="*/ 1140573 h 6858000"/>
              <a:gd name="connsiteX633" fmla="*/ 4002475 w 7467600"/>
              <a:gd name="connsiteY633" fmla="*/ 1037802 h 6858000"/>
              <a:gd name="connsiteX634" fmla="*/ 4000324 w 7467600"/>
              <a:gd name="connsiteY634" fmla="*/ 1039362 h 6858000"/>
              <a:gd name="connsiteX635" fmla="*/ 4002862 w 7467600"/>
              <a:gd name="connsiteY635" fmla="*/ 1042866 h 6858000"/>
              <a:gd name="connsiteX636" fmla="*/ 4002475 w 7467600"/>
              <a:gd name="connsiteY636" fmla="*/ 1037802 h 6858000"/>
              <a:gd name="connsiteX637" fmla="*/ 506322 w 7467600"/>
              <a:gd name="connsiteY637" fmla="*/ 1020997 h 6858000"/>
              <a:gd name="connsiteX638" fmla="*/ 533068 w 7467600"/>
              <a:gd name="connsiteY638" fmla="*/ 1029409 h 6858000"/>
              <a:gd name="connsiteX639" fmla="*/ 1232525 w 7467600"/>
              <a:gd name="connsiteY639" fmla="*/ 1804675 h 6858000"/>
              <a:gd name="connsiteX640" fmla="*/ 1388858 w 7467600"/>
              <a:gd name="connsiteY640" fmla="*/ 2368011 h 6858000"/>
              <a:gd name="connsiteX641" fmla="*/ 1384098 w 7467600"/>
              <a:gd name="connsiteY641" fmla="*/ 2378125 h 6858000"/>
              <a:gd name="connsiteX642" fmla="*/ 1425393 w 7467600"/>
              <a:gd name="connsiteY642" fmla="*/ 2589124 h 6858000"/>
              <a:gd name="connsiteX643" fmla="*/ 1424001 w 7467600"/>
              <a:gd name="connsiteY643" fmla="*/ 2597541 h 6858000"/>
              <a:gd name="connsiteX644" fmla="*/ 2152729 w 7467600"/>
              <a:gd name="connsiteY644" fmla="*/ 2864487 h 6858000"/>
              <a:gd name="connsiteX645" fmla="*/ 2020609 w 7467600"/>
              <a:gd name="connsiteY645" fmla="*/ 2539671 h 6858000"/>
              <a:gd name="connsiteX646" fmla="*/ 2018920 w 7467600"/>
              <a:gd name="connsiteY646" fmla="*/ 2536309 h 6858000"/>
              <a:gd name="connsiteX647" fmla="*/ 1342441 w 7467600"/>
              <a:gd name="connsiteY647" fmla="*/ 1173017 h 6858000"/>
              <a:gd name="connsiteX648" fmla="*/ 1367925 w 7467600"/>
              <a:gd name="connsiteY648" fmla="*/ 1135648 h 6858000"/>
              <a:gd name="connsiteX649" fmla="*/ 1771401 w 7467600"/>
              <a:gd name="connsiteY649" fmla="*/ 1806673 h 6858000"/>
              <a:gd name="connsiteX650" fmla="*/ 1972385 w 7467600"/>
              <a:gd name="connsiteY650" fmla="*/ 2198735 h 6858000"/>
              <a:gd name="connsiteX651" fmla="*/ 2040892 w 7467600"/>
              <a:gd name="connsiteY651" fmla="*/ 2405205 h 6858000"/>
              <a:gd name="connsiteX652" fmla="*/ 2131689 w 7467600"/>
              <a:gd name="connsiteY652" fmla="*/ 1936926 h 6858000"/>
              <a:gd name="connsiteX653" fmla="*/ 2454820 w 7467600"/>
              <a:gd name="connsiteY653" fmla="*/ 1248808 h 6858000"/>
              <a:gd name="connsiteX654" fmla="*/ 2492512 w 7467600"/>
              <a:gd name="connsiteY654" fmla="*/ 1302920 h 6858000"/>
              <a:gd name="connsiteX655" fmla="*/ 2081216 w 7467600"/>
              <a:gd name="connsiteY655" fmla="*/ 2527513 h 6858000"/>
              <a:gd name="connsiteX656" fmla="*/ 2081211 w 7467600"/>
              <a:gd name="connsiteY656" fmla="*/ 2528916 h 6858000"/>
              <a:gd name="connsiteX657" fmla="*/ 2199067 w 7467600"/>
              <a:gd name="connsiteY657" fmla="*/ 2884061 h 6858000"/>
              <a:gd name="connsiteX658" fmla="*/ 3192586 w 7467600"/>
              <a:gd name="connsiteY658" fmla="*/ 3411496 h 6858000"/>
              <a:gd name="connsiteX659" fmla="*/ 3182620 w 7467600"/>
              <a:gd name="connsiteY659" fmla="*/ 3483279 h 6858000"/>
              <a:gd name="connsiteX660" fmla="*/ 2435119 w 7467600"/>
              <a:gd name="connsiteY660" fmla="*/ 3080173 h 6858000"/>
              <a:gd name="connsiteX661" fmla="*/ 2410152 w 7467600"/>
              <a:gd name="connsiteY661" fmla="*/ 3063751 h 6858000"/>
              <a:gd name="connsiteX662" fmla="*/ 2408099 w 7467600"/>
              <a:gd name="connsiteY662" fmla="*/ 3064403 h 6858000"/>
              <a:gd name="connsiteX663" fmla="*/ 2407218 w 7467600"/>
              <a:gd name="connsiteY663" fmla="*/ 3070324 h 6858000"/>
              <a:gd name="connsiteX664" fmla="*/ 2380138 w 7467600"/>
              <a:gd name="connsiteY664" fmla="*/ 3099341 h 6858000"/>
              <a:gd name="connsiteX665" fmla="*/ 1765923 w 7467600"/>
              <a:gd name="connsiteY665" fmla="*/ 3581043 h 6858000"/>
              <a:gd name="connsiteX666" fmla="*/ 1702258 w 7467600"/>
              <a:gd name="connsiteY666" fmla="*/ 3612286 h 6858000"/>
              <a:gd name="connsiteX667" fmla="*/ 1538370 w 7467600"/>
              <a:gd name="connsiteY667" fmla="*/ 3811804 h 6858000"/>
              <a:gd name="connsiteX668" fmla="*/ 542867 w 7467600"/>
              <a:gd name="connsiteY668" fmla="*/ 4944092 h 6858000"/>
              <a:gd name="connsiteX669" fmla="*/ 515800 w 7467600"/>
              <a:gd name="connsiteY669" fmla="*/ 4862180 h 6858000"/>
              <a:gd name="connsiteX670" fmla="*/ 909145 w 7467600"/>
              <a:gd name="connsiteY670" fmla="*/ 4199225 h 6858000"/>
              <a:gd name="connsiteX671" fmla="*/ 1214067 w 7467600"/>
              <a:gd name="connsiteY671" fmla="*/ 3908561 h 6858000"/>
              <a:gd name="connsiteX672" fmla="*/ 640967 w 7467600"/>
              <a:gd name="connsiteY672" fmla="*/ 4105601 h 6858000"/>
              <a:gd name="connsiteX673" fmla="*/ 112563 w 7467600"/>
              <a:gd name="connsiteY673" fmla="*/ 4396952 h 6858000"/>
              <a:gd name="connsiteX674" fmla="*/ 0 w 7467600"/>
              <a:gd name="connsiteY674" fmla="*/ 4466006 h 6858000"/>
              <a:gd name="connsiteX675" fmla="*/ 0 w 7467600"/>
              <a:gd name="connsiteY675" fmla="*/ 4233763 h 6858000"/>
              <a:gd name="connsiteX676" fmla="*/ 36881 w 7467600"/>
              <a:gd name="connsiteY676" fmla="*/ 4200118 h 6858000"/>
              <a:gd name="connsiteX677" fmla="*/ 910534 w 7467600"/>
              <a:gd name="connsiteY677" fmla="*/ 3629753 h 6858000"/>
              <a:gd name="connsiteX678" fmla="*/ 1578717 w 7467600"/>
              <a:gd name="connsiteY678" fmla="*/ 3575982 h 6858000"/>
              <a:gd name="connsiteX679" fmla="*/ 2338780 w 7467600"/>
              <a:gd name="connsiteY679" fmla="*/ 3033725 h 6858000"/>
              <a:gd name="connsiteX680" fmla="*/ 1807991 w 7467600"/>
              <a:gd name="connsiteY680" fmla="*/ 2807184 h 6858000"/>
              <a:gd name="connsiteX681" fmla="*/ 1416358 w 7467600"/>
              <a:gd name="connsiteY681" fmla="*/ 3112571 h 6858000"/>
              <a:gd name="connsiteX682" fmla="*/ 939066 w 7467600"/>
              <a:gd name="connsiteY682" fmla="*/ 3378798 h 6858000"/>
              <a:gd name="connsiteX683" fmla="*/ 115099 w 7467600"/>
              <a:gd name="connsiteY683" fmla="*/ 3607650 h 6858000"/>
              <a:gd name="connsiteX684" fmla="*/ 97284 w 7467600"/>
              <a:gd name="connsiteY684" fmla="*/ 3520393 h 6858000"/>
              <a:gd name="connsiteX685" fmla="*/ 922050 w 7467600"/>
              <a:gd name="connsiteY685" fmla="*/ 3074867 h 6858000"/>
              <a:gd name="connsiteX686" fmla="*/ 1405265 w 7467600"/>
              <a:gd name="connsiteY686" fmla="*/ 3016319 h 6858000"/>
              <a:gd name="connsiteX687" fmla="*/ 1407512 w 7467600"/>
              <a:gd name="connsiteY687" fmla="*/ 3018001 h 6858000"/>
              <a:gd name="connsiteX688" fmla="*/ 1726266 w 7467600"/>
              <a:gd name="connsiteY688" fmla="*/ 2777274 h 6858000"/>
              <a:gd name="connsiteX689" fmla="*/ 625390 w 7467600"/>
              <a:gd name="connsiteY689" fmla="*/ 2514541 h 6858000"/>
              <a:gd name="connsiteX690" fmla="*/ 619799 w 7467600"/>
              <a:gd name="connsiteY690" fmla="*/ 2527180 h 6858000"/>
              <a:gd name="connsiteX691" fmla="*/ 310030 w 7467600"/>
              <a:gd name="connsiteY691" fmla="*/ 2771818 h 6858000"/>
              <a:gd name="connsiteX692" fmla="*/ 173877 w 7467600"/>
              <a:gd name="connsiteY692" fmla="*/ 2937056 h 6858000"/>
              <a:gd name="connsiteX693" fmla="*/ 77889 w 7467600"/>
              <a:gd name="connsiteY693" fmla="*/ 3138440 h 6858000"/>
              <a:gd name="connsiteX694" fmla="*/ 0 w 7467600"/>
              <a:gd name="connsiteY694" fmla="*/ 3271395 h 6858000"/>
              <a:gd name="connsiteX695" fmla="*/ 0 w 7467600"/>
              <a:gd name="connsiteY695" fmla="*/ 3153002 h 6858000"/>
              <a:gd name="connsiteX696" fmla="*/ 2386 w 7467600"/>
              <a:gd name="connsiteY696" fmla="*/ 3149203 h 6858000"/>
              <a:gd name="connsiteX697" fmla="*/ 89753 w 7467600"/>
              <a:gd name="connsiteY697" fmla="*/ 2987702 h 6858000"/>
              <a:gd name="connsiteX698" fmla="*/ 76869 w 7467600"/>
              <a:gd name="connsiteY698" fmla="*/ 3005404 h 6858000"/>
              <a:gd name="connsiteX699" fmla="*/ 32049 w 7467600"/>
              <a:gd name="connsiteY699" fmla="*/ 3065814 h 6858000"/>
              <a:gd name="connsiteX700" fmla="*/ 0 w 7467600"/>
              <a:gd name="connsiteY700" fmla="*/ 3108744 h 6858000"/>
              <a:gd name="connsiteX701" fmla="*/ 0 w 7467600"/>
              <a:gd name="connsiteY701" fmla="*/ 3058059 h 6858000"/>
              <a:gd name="connsiteX702" fmla="*/ 7610 w 7467600"/>
              <a:gd name="connsiteY702" fmla="*/ 3047889 h 6858000"/>
              <a:gd name="connsiteX703" fmla="*/ 52419 w 7467600"/>
              <a:gd name="connsiteY703" fmla="*/ 2987479 h 6858000"/>
              <a:gd name="connsiteX704" fmla="*/ 59142 w 7467600"/>
              <a:gd name="connsiteY704" fmla="*/ 2978488 h 6858000"/>
              <a:gd name="connsiteX705" fmla="*/ 0 w 7467600"/>
              <a:gd name="connsiteY705" fmla="*/ 3015334 h 6858000"/>
              <a:gd name="connsiteX706" fmla="*/ 0 w 7467600"/>
              <a:gd name="connsiteY706" fmla="*/ 2914286 h 6858000"/>
              <a:gd name="connsiteX707" fmla="*/ 36383 w 7467600"/>
              <a:gd name="connsiteY707" fmla="*/ 2901128 h 6858000"/>
              <a:gd name="connsiteX708" fmla="*/ 156329 w 7467600"/>
              <a:gd name="connsiteY708" fmla="*/ 2840533 h 6858000"/>
              <a:gd name="connsiteX709" fmla="*/ 358355 w 7467600"/>
              <a:gd name="connsiteY709" fmla="*/ 2620471 h 6858000"/>
              <a:gd name="connsiteX710" fmla="*/ 510577 w 7467600"/>
              <a:gd name="connsiteY710" fmla="*/ 2501244 h 6858000"/>
              <a:gd name="connsiteX711" fmla="*/ 211967 w 7467600"/>
              <a:gd name="connsiteY711" fmla="*/ 2479171 h 6858000"/>
              <a:gd name="connsiteX712" fmla="*/ 0 w 7467600"/>
              <a:gd name="connsiteY712" fmla="*/ 2476398 h 6858000"/>
              <a:gd name="connsiteX713" fmla="*/ 0 w 7467600"/>
              <a:gd name="connsiteY713" fmla="*/ 2389189 h 6858000"/>
              <a:gd name="connsiteX714" fmla="*/ 103062 w 7467600"/>
              <a:gd name="connsiteY714" fmla="*/ 2389518 h 6858000"/>
              <a:gd name="connsiteX715" fmla="*/ 510734 w 7467600"/>
              <a:gd name="connsiteY715" fmla="*/ 2416201 h 6858000"/>
              <a:gd name="connsiteX716" fmla="*/ 279257 w 7467600"/>
              <a:gd name="connsiteY716" fmla="*/ 2092102 h 6858000"/>
              <a:gd name="connsiteX717" fmla="*/ 65265 w 7467600"/>
              <a:gd name="connsiteY717" fmla="*/ 2006049 h 6858000"/>
              <a:gd name="connsiteX718" fmla="*/ 0 w 7467600"/>
              <a:gd name="connsiteY718" fmla="*/ 1982532 h 6858000"/>
              <a:gd name="connsiteX719" fmla="*/ 0 w 7467600"/>
              <a:gd name="connsiteY719" fmla="*/ 1912789 h 6858000"/>
              <a:gd name="connsiteX720" fmla="*/ 97460 w 7467600"/>
              <a:gd name="connsiteY720" fmla="*/ 1953725 h 6858000"/>
              <a:gd name="connsiteX721" fmla="*/ 221272 w 7467600"/>
              <a:gd name="connsiteY721" fmla="*/ 1980766 h 6858000"/>
              <a:gd name="connsiteX722" fmla="*/ 116765 w 7467600"/>
              <a:gd name="connsiteY722" fmla="*/ 1911033 h 6858000"/>
              <a:gd name="connsiteX723" fmla="*/ 16405 w 7467600"/>
              <a:gd name="connsiteY723" fmla="*/ 1803412 h 6858000"/>
              <a:gd name="connsiteX724" fmla="*/ 0 w 7467600"/>
              <a:gd name="connsiteY724" fmla="*/ 1784777 h 6858000"/>
              <a:gd name="connsiteX725" fmla="*/ 0 w 7467600"/>
              <a:gd name="connsiteY725" fmla="*/ 1740082 h 6858000"/>
              <a:gd name="connsiteX726" fmla="*/ 39394 w 7467600"/>
              <a:gd name="connsiteY726" fmla="*/ 1784856 h 6858000"/>
              <a:gd name="connsiteX727" fmla="*/ 135813 w 7467600"/>
              <a:gd name="connsiteY727" fmla="*/ 1888838 h 6858000"/>
              <a:gd name="connsiteX728" fmla="*/ 242575 w 7467600"/>
              <a:gd name="connsiteY728" fmla="*/ 1958841 h 6858000"/>
              <a:gd name="connsiteX729" fmla="*/ 82197 w 7467600"/>
              <a:gd name="connsiteY729" fmla="*/ 1754826 h 6858000"/>
              <a:gd name="connsiteX730" fmla="*/ 0 w 7467600"/>
              <a:gd name="connsiteY730" fmla="*/ 1679650 h 6858000"/>
              <a:gd name="connsiteX731" fmla="*/ 0 w 7467600"/>
              <a:gd name="connsiteY731" fmla="*/ 1602463 h 6858000"/>
              <a:gd name="connsiteX732" fmla="*/ 84689 w 7467600"/>
              <a:gd name="connsiteY732" fmla="*/ 1677442 h 6858000"/>
              <a:gd name="connsiteX733" fmla="*/ 298437 w 7467600"/>
              <a:gd name="connsiteY733" fmla="*/ 1968019 h 6858000"/>
              <a:gd name="connsiteX734" fmla="*/ 227269 w 7467600"/>
              <a:gd name="connsiteY734" fmla="*/ 1114064 h 6858000"/>
              <a:gd name="connsiteX735" fmla="*/ 248003 w 7467600"/>
              <a:gd name="connsiteY735" fmla="*/ 1089613 h 6858000"/>
              <a:gd name="connsiteX736" fmla="*/ 427020 w 7467600"/>
              <a:gd name="connsiteY736" fmla="*/ 1619803 h 6858000"/>
              <a:gd name="connsiteX737" fmla="*/ 340345 w 7467600"/>
              <a:gd name="connsiteY737" fmla="*/ 2027739 h 6858000"/>
              <a:gd name="connsiteX738" fmla="*/ 360865 w 7467600"/>
              <a:gd name="connsiteY738" fmla="*/ 2044827 h 6858000"/>
              <a:gd name="connsiteX739" fmla="*/ 560414 w 7467600"/>
              <a:gd name="connsiteY739" fmla="*/ 2421457 h 6858000"/>
              <a:gd name="connsiteX740" fmla="*/ 1359703 w 7467600"/>
              <a:gd name="connsiteY740" fmla="*/ 2578554 h 6858000"/>
              <a:gd name="connsiteX741" fmla="*/ 1359422 w 7467600"/>
              <a:gd name="connsiteY741" fmla="*/ 2577994 h 6858000"/>
              <a:gd name="connsiteX742" fmla="*/ 828701 w 7467600"/>
              <a:gd name="connsiteY742" fmla="*/ 1839520 h 6858000"/>
              <a:gd name="connsiteX743" fmla="*/ 494427 w 7467600"/>
              <a:gd name="connsiteY743" fmla="*/ 1092333 h 6858000"/>
              <a:gd name="connsiteX744" fmla="*/ 506322 w 7467600"/>
              <a:gd name="connsiteY744" fmla="*/ 1020997 h 6858000"/>
              <a:gd name="connsiteX745" fmla="*/ 4570198 w 7467600"/>
              <a:gd name="connsiteY745" fmla="*/ 978081 h 6858000"/>
              <a:gd name="connsiteX746" fmla="*/ 4523691 w 7467600"/>
              <a:gd name="connsiteY746" fmla="*/ 1127776 h 6858000"/>
              <a:gd name="connsiteX747" fmla="*/ 4509875 w 7467600"/>
              <a:gd name="connsiteY747" fmla="*/ 1167552 h 6858000"/>
              <a:gd name="connsiteX748" fmla="*/ 4478168 w 7467600"/>
              <a:gd name="connsiteY748" fmla="*/ 1260735 h 6858000"/>
              <a:gd name="connsiteX749" fmla="*/ 4409309 w 7467600"/>
              <a:gd name="connsiteY749" fmla="*/ 1666996 h 6858000"/>
              <a:gd name="connsiteX750" fmla="*/ 4370031 w 7467600"/>
              <a:gd name="connsiteY750" fmla="*/ 1955666 h 6858000"/>
              <a:gd name="connsiteX751" fmla="*/ 4570198 w 7467600"/>
              <a:gd name="connsiteY751" fmla="*/ 978081 h 6858000"/>
              <a:gd name="connsiteX752" fmla="*/ 4557898 w 7467600"/>
              <a:gd name="connsiteY752" fmla="*/ 900011 h 6858000"/>
              <a:gd name="connsiteX753" fmla="*/ 4344840 w 7467600"/>
              <a:gd name="connsiteY753" fmla="*/ 1922038 h 6858000"/>
              <a:gd name="connsiteX754" fmla="*/ 4378710 w 7467600"/>
              <a:gd name="connsiteY754" fmla="*/ 1665516 h 6858000"/>
              <a:gd name="connsiteX755" fmla="*/ 4448798 w 7467600"/>
              <a:gd name="connsiteY755" fmla="*/ 1253024 h 6858000"/>
              <a:gd name="connsiteX756" fmla="*/ 4480315 w 7467600"/>
              <a:gd name="connsiteY756" fmla="*/ 1158454 h 6858000"/>
              <a:gd name="connsiteX757" fmla="*/ 4494133 w 7467600"/>
              <a:gd name="connsiteY757" fmla="*/ 1118676 h 6858000"/>
              <a:gd name="connsiteX758" fmla="*/ 4557898 w 7467600"/>
              <a:gd name="connsiteY758" fmla="*/ 900011 h 6858000"/>
              <a:gd name="connsiteX759" fmla="*/ 5870151 w 7467600"/>
              <a:gd name="connsiteY759" fmla="*/ 898890 h 6858000"/>
              <a:gd name="connsiteX760" fmla="*/ 5861335 w 7467600"/>
              <a:gd name="connsiteY760" fmla="*/ 899177 h 6858000"/>
              <a:gd name="connsiteX761" fmla="*/ 5843702 w 7467600"/>
              <a:gd name="connsiteY761" fmla="*/ 899748 h 6858000"/>
              <a:gd name="connsiteX762" fmla="*/ 5651107 w 7467600"/>
              <a:gd name="connsiteY762" fmla="*/ 920306 h 6858000"/>
              <a:gd name="connsiteX763" fmla="*/ 5459407 w 7467600"/>
              <a:gd name="connsiteY763" fmla="*/ 940975 h 6858000"/>
              <a:gd name="connsiteX764" fmla="*/ 5374846 w 7467600"/>
              <a:gd name="connsiteY764" fmla="*/ 941988 h 6858000"/>
              <a:gd name="connsiteX765" fmla="*/ 5256105 w 7467600"/>
              <a:gd name="connsiteY765" fmla="*/ 945632 h 6858000"/>
              <a:gd name="connsiteX766" fmla="*/ 5107071 w 7467600"/>
              <a:gd name="connsiteY766" fmla="*/ 969720 h 6858000"/>
              <a:gd name="connsiteX767" fmla="*/ 4998681 w 7467600"/>
              <a:gd name="connsiteY767" fmla="*/ 988771 h 6858000"/>
              <a:gd name="connsiteX768" fmla="*/ 5870151 w 7467600"/>
              <a:gd name="connsiteY768" fmla="*/ 898890 h 6858000"/>
              <a:gd name="connsiteX769" fmla="*/ 5504425 w 7467600"/>
              <a:gd name="connsiteY769" fmla="*/ 848067 h 6858000"/>
              <a:gd name="connsiteX770" fmla="*/ 4968849 w 7467600"/>
              <a:gd name="connsiteY770" fmla="*/ 962318 h 6858000"/>
              <a:gd name="connsiteX771" fmla="*/ 5104039 w 7467600"/>
              <a:gd name="connsiteY771" fmla="*/ 940634 h 6858000"/>
              <a:gd name="connsiteX772" fmla="*/ 5256311 w 7467600"/>
              <a:gd name="connsiteY772" fmla="*/ 916490 h 6858000"/>
              <a:gd name="connsiteX773" fmla="*/ 5377381 w 7467600"/>
              <a:gd name="connsiteY773" fmla="*/ 912671 h 6858000"/>
              <a:gd name="connsiteX774" fmla="*/ 5460148 w 7467600"/>
              <a:gd name="connsiteY774" fmla="*/ 911442 h 6858000"/>
              <a:gd name="connsiteX775" fmla="*/ 5648971 w 7467600"/>
              <a:gd name="connsiteY775" fmla="*/ 891331 h 6858000"/>
              <a:gd name="connsiteX776" fmla="*/ 5844807 w 7467600"/>
              <a:gd name="connsiteY776" fmla="*/ 870718 h 6858000"/>
              <a:gd name="connsiteX777" fmla="*/ 5862975 w 7467600"/>
              <a:gd name="connsiteY777" fmla="*/ 869756 h 6858000"/>
              <a:gd name="connsiteX778" fmla="*/ 5920887 w 7467600"/>
              <a:gd name="connsiteY778" fmla="*/ 865929 h 6858000"/>
              <a:gd name="connsiteX779" fmla="*/ 5504425 w 7467600"/>
              <a:gd name="connsiteY779" fmla="*/ 848067 h 6858000"/>
              <a:gd name="connsiteX780" fmla="*/ 3607114 w 7467600"/>
              <a:gd name="connsiteY780" fmla="*/ 467441 h 6858000"/>
              <a:gd name="connsiteX781" fmla="*/ 3296242 w 7467600"/>
              <a:gd name="connsiteY781" fmla="*/ 807991 h 6858000"/>
              <a:gd name="connsiteX782" fmla="*/ 3174674 w 7467600"/>
              <a:gd name="connsiteY782" fmla="*/ 919759 h 6858000"/>
              <a:gd name="connsiteX783" fmla="*/ 3042978 w 7467600"/>
              <a:gd name="connsiteY783" fmla="*/ 1054894 h 6858000"/>
              <a:gd name="connsiteX784" fmla="*/ 2968914 w 7467600"/>
              <a:gd name="connsiteY784" fmla="*/ 1133756 h 6858000"/>
              <a:gd name="connsiteX785" fmla="*/ 3103823 w 7467600"/>
              <a:gd name="connsiteY785" fmla="*/ 1026814 h 6858000"/>
              <a:gd name="connsiteX786" fmla="*/ 3607114 w 7467600"/>
              <a:gd name="connsiteY786" fmla="*/ 467441 h 6858000"/>
              <a:gd name="connsiteX787" fmla="*/ 3744487 w 7467600"/>
              <a:gd name="connsiteY787" fmla="*/ 383136 h 6858000"/>
              <a:gd name="connsiteX788" fmla="*/ 3970213 w 7467600"/>
              <a:gd name="connsiteY788" fmla="*/ 995559 h 6858000"/>
              <a:gd name="connsiteX789" fmla="*/ 3744487 w 7467600"/>
              <a:gd name="connsiteY789" fmla="*/ 383136 h 6858000"/>
              <a:gd name="connsiteX790" fmla="*/ 3624562 w 7467600"/>
              <a:gd name="connsiteY790" fmla="*/ 367041 h 6858000"/>
              <a:gd name="connsiteX791" fmla="*/ 3489712 w 7467600"/>
              <a:gd name="connsiteY791" fmla="*/ 485386 h 6858000"/>
              <a:gd name="connsiteX792" fmla="*/ 3182994 w 7467600"/>
              <a:gd name="connsiteY792" fmla="*/ 828265 h 6858000"/>
              <a:gd name="connsiteX793" fmla="*/ 2892114 w 7467600"/>
              <a:gd name="connsiteY793" fmla="*/ 1172635 h 6858000"/>
              <a:gd name="connsiteX794" fmla="*/ 3021459 w 7467600"/>
              <a:gd name="connsiteY794" fmla="*/ 1035385 h 6858000"/>
              <a:gd name="connsiteX795" fmla="*/ 3153873 w 7467600"/>
              <a:gd name="connsiteY795" fmla="*/ 898971 h 6858000"/>
              <a:gd name="connsiteX796" fmla="*/ 3276511 w 7467600"/>
              <a:gd name="connsiteY796" fmla="*/ 786423 h 6858000"/>
              <a:gd name="connsiteX797" fmla="*/ 3584154 w 7467600"/>
              <a:gd name="connsiteY797" fmla="*/ 448218 h 6858000"/>
              <a:gd name="connsiteX798" fmla="*/ 3624562 w 7467600"/>
              <a:gd name="connsiteY798" fmla="*/ 367041 h 6858000"/>
              <a:gd name="connsiteX799" fmla="*/ 3766672 w 7467600"/>
              <a:gd name="connsiteY799" fmla="*/ 359429 h 6858000"/>
              <a:gd name="connsiteX800" fmla="*/ 3996338 w 7467600"/>
              <a:gd name="connsiteY800" fmla="*/ 968237 h 6858000"/>
              <a:gd name="connsiteX801" fmla="*/ 3766672 w 7467600"/>
              <a:gd name="connsiteY801" fmla="*/ 359429 h 6858000"/>
              <a:gd name="connsiteX802" fmla="*/ 5805386 w 7467600"/>
              <a:gd name="connsiteY802" fmla="*/ 239240 h 6858000"/>
              <a:gd name="connsiteX803" fmla="*/ 5736947 w 7467600"/>
              <a:gd name="connsiteY803" fmla="*/ 261367 h 6858000"/>
              <a:gd name="connsiteX804" fmla="*/ 5427012 w 7467600"/>
              <a:gd name="connsiteY804" fmla="*/ 311272 h 6858000"/>
              <a:gd name="connsiteX805" fmla="*/ 5147818 w 7467600"/>
              <a:gd name="connsiteY805" fmla="*/ 322112 h 6858000"/>
              <a:gd name="connsiteX806" fmla="*/ 5060854 w 7467600"/>
              <a:gd name="connsiteY806" fmla="*/ 311882 h 6858000"/>
              <a:gd name="connsiteX807" fmla="*/ 4945989 w 7467600"/>
              <a:gd name="connsiteY807" fmla="*/ 300516 h 6858000"/>
              <a:gd name="connsiteX808" fmla="*/ 5410479 w 7467600"/>
              <a:gd name="connsiteY808" fmla="*/ 348434 h 6858000"/>
              <a:gd name="connsiteX809" fmla="*/ 5805386 w 7467600"/>
              <a:gd name="connsiteY809" fmla="*/ 239240 h 6858000"/>
              <a:gd name="connsiteX810" fmla="*/ 5905192 w 7467600"/>
              <a:gd name="connsiteY810" fmla="*/ 163079 h 6858000"/>
              <a:gd name="connsiteX811" fmla="*/ 5865655 w 7467600"/>
              <a:gd name="connsiteY811" fmla="*/ 171901 h 6858000"/>
              <a:gd name="connsiteX812" fmla="*/ 5259740 w 7467600"/>
              <a:gd name="connsiteY812" fmla="*/ 257013 h 6858000"/>
              <a:gd name="connsiteX813" fmla="*/ 5208466 w 7467600"/>
              <a:gd name="connsiteY813" fmla="*/ 257550 h 6858000"/>
              <a:gd name="connsiteX814" fmla="*/ 4980204 w 7467600"/>
              <a:gd name="connsiteY814" fmla="*/ 271903 h 6858000"/>
              <a:gd name="connsiteX815" fmla="*/ 5068068 w 7467600"/>
              <a:gd name="connsiteY815" fmla="*/ 282244 h 6858000"/>
              <a:gd name="connsiteX816" fmla="*/ 5153231 w 7467600"/>
              <a:gd name="connsiteY816" fmla="*/ 292240 h 6858000"/>
              <a:gd name="connsiteX817" fmla="*/ 5426491 w 7467600"/>
              <a:gd name="connsiteY817" fmla="*/ 281128 h 6858000"/>
              <a:gd name="connsiteX818" fmla="*/ 5731212 w 7467600"/>
              <a:gd name="connsiteY818" fmla="*/ 231951 h 6858000"/>
              <a:gd name="connsiteX819" fmla="*/ 5905192 w 7467600"/>
              <a:gd name="connsiteY819" fmla="*/ 163079 h 6858000"/>
              <a:gd name="connsiteX820" fmla="*/ 5944437 w 7467600"/>
              <a:gd name="connsiteY820" fmla="*/ 113829 h 6858000"/>
              <a:gd name="connsiteX821" fmla="*/ 5825032 w 7467600"/>
              <a:gd name="connsiteY821" fmla="*/ 146405 h 6858000"/>
              <a:gd name="connsiteX822" fmla="*/ 4955599 w 7467600"/>
              <a:gd name="connsiteY822" fmla="*/ 247008 h 6858000"/>
              <a:gd name="connsiteX823" fmla="*/ 5210104 w 7467600"/>
              <a:gd name="connsiteY823" fmla="*/ 228123 h 6858000"/>
              <a:gd name="connsiteX824" fmla="*/ 5261015 w 7467600"/>
              <a:gd name="connsiteY824" fmla="*/ 227087 h 6858000"/>
              <a:gd name="connsiteX825" fmla="*/ 5861181 w 7467600"/>
              <a:gd name="connsiteY825" fmla="*/ 143093 h 6858000"/>
              <a:gd name="connsiteX826" fmla="*/ 5961252 w 7467600"/>
              <a:gd name="connsiteY826" fmla="*/ 114820 h 6858000"/>
              <a:gd name="connsiteX827" fmla="*/ 5944437 w 7467600"/>
              <a:gd name="connsiteY827" fmla="*/ 113829 h 6858000"/>
              <a:gd name="connsiteX828" fmla="*/ 3882765 w 7467600"/>
              <a:gd name="connsiteY828" fmla="*/ 0 h 6858000"/>
              <a:gd name="connsiteX829" fmla="*/ 3995099 w 7467600"/>
              <a:gd name="connsiteY829" fmla="*/ 0 h 6858000"/>
              <a:gd name="connsiteX830" fmla="*/ 4163818 w 7467600"/>
              <a:gd name="connsiteY830" fmla="*/ 234104 h 6858000"/>
              <a:gd name="connsiteX831" fmla="*/ 4172099 w 7467600"/>
              <a:gd name="connsiteY831" fmla="*/ 234207 h 6858000"/>
              <a:gd name="connsiteX832" fmla="*/ 4784282 w 7467600"/>
              <a:gd name="connsiteY832" fmla="*/ 276561 h 6858000"/>
              <a:gd name="connsiteX833" fmla="*/ 4801687 w 7467600"/>
              <a:gd name="connsiteY833" fmla="*/ 267764 h 6858000"/>
              <a:gd name="connsiteX834" fmla="*/ 6082788 w 7467600"/>
              <a:gd name="connsiteY834" fmla="*/ 64119 h 6858000"/>
              <a:gd name="connsiteX835" fmla="*/ 6099442 w 7467600"/>
              <a:gd name="connsiteY835" fmla="*/ 82568 h 6858000"/>
              <a:gd name="connsiteX836" fmla="*/ 4804137 w 7467600"/>
              <a:gd name="connsiteY836" fmla="*/ 320931 h 6858000"/>
              <a:gd name="connsiteX837" fmla="*/ 4227047 w 7467600"/>
              <a:gd name="connsiteY837" fmla="*/ 313415 h 6858000"/>
              <a:gd name="connsiteX838" fmla="*/ 4346041 w 7467600"/>
              <a:gd name="connsiteY838" fmla="*/ 456086 h 6858000"/>
              <a:gd name="connsiteX839" fmla="*/ 4870967 w 7467600"/>
              <a:gd name="connsiteY839" fmla="*/ 963061 h 6858000"/>
              <a:gd name="connsiteX840" fmla="*/ 4889647 w 7467600"/>
              <a:gd name="connsiteY840" fmla="*/ 957147 h 6858000"/>
              <a:gd name="connsiteX841" fmla="*/ 5422504 w 7467600"/>
              <a:gd name="connsiteY841" fmla="*/ 805191 h 6858000"/>
              <a:gd name="connsiteX842" fmla="*/ 6087656 w 7467600"/>
              <a:gd name="connsiteY842" fmla="*/ 826703 h 6858000"/>
              <a:gd name="connsiteX843" fmla="*/ 6058717 w 7467600"/>
              <a:gd name="connsiteY843" fmla="*/ 865992 h 6858000"/>
              <a:gd name="connsiteX844" fmla="*/ 4974153 w 7467600"/>
              <a:gd name="connsiteY844" fmla="*/ 1045456 h 6858000"/>
              <a:gd name="connsiteX845" fmla="*/ 5627835 w 7467600"/>
              <a:gd name="connsiteY845" fmla="*/ 1472077 h 6858000"/>
              <a:gd name="connsiteX846" fmla="*/ 5629817 w 7467600"/>
              <a:gd name="connsiteY846" fmla="*/ 1471412 h 6858000"/>
              <a:gd name="connsiteX847" fmla="*/ 5634124 w 7467600"/>
              <a:gd name="connsiteY847" fmla="*/ 1470572 h 6858000"/>
              <a:gd name="connsiteX848" fmla="*/ 5755832 w 7467600"/>
              <a:gd name="connsiteY848" fmla="*/ 1383886 h 6858000"/>
              <a:gd name="connsiteX849" fmla="*/ 6014186 w 7467600"/>
              <a:gd name="connsiteY849" fmla="*/ 1279799 h 6858000"/>
              <a:gd name="connsiteX850" fmla="*/ 6901619 w 7467600"/>
              <a:gd name="connsiteY850" fmla="*/ 1047874 h 6858000"/>
              <a:gd name="connsiteX851" fmla="*/ 6931566 w 7467600"/>
              <a:gd name="connsiteY851" fmla="*/ 1062034 h 6858000"/>
              <a:gd name="connsiteX852" fmla="*/ 5790982 w 7467600"/>
              <a:gd name="connsiteY852" fmla="*/ 1561380 h 6858000"/>
              <a:gd name="connsiteX853" fmla="*/ 6188971 w 7467600"/>
              <a:gd name="connsiteY853" fmla="*/ 1755168 h 6858000"/>
              <a:gd name="connsiteX854" fmla="*/ 6202446 w 7467600"/>
              <a:gd name="connsiteY854" fmla="*/ 1752268 h 6858000"/>
              <a:gd name="connsiteX855" fmla="*/ 7179560 w 7467600"/>
              <a:gd name="connsiteY855" fmla="*/ 1467551 h 6858000"/>
              <a:gd name="connsiteX856" fmla="*/ 7158730 w 7467600"/>
              <a:gd name="connsiteY856" fmla="*/ 1507835 h 6858000"/>
              <a:gd name="connsiteX857" fmla="*/ 6326959 w 7467600"/>
              <a:gd name="connsiteY857" fmla="*/ 1817686 h 6858000"/>
              <a:gd name="connsiteX858" fmla="*/ 6537433 w 7467600"/>
              <a:gd name="connsiteY858" fmla="*/ 1907790 h 6858000"/>
              <a:gd name="connsiteX859" fmla="*/ 6550221 w 7467600"/>
              <a:gd name="connsiteY859" fmla="*/ 1910729 h 6858000"/>
              <a:gd name="connsiteX860" fmla="*/ 6964438 w 7467600"/>
              <a:gd name="connsiteY860" fmla="*/ 2209505 h 6858000"/>
              <a:gd name="connsiteX861" fmla="*/ 7367862 w 7467600"/>
              <a:gd name="connsiteY861" fmla="*/ 2806833 h 6858000"/>
              <a:gd name="connsiteX862" fmla="*/ 7364329 w 7467600"/>
              <a:gd name="connsiteY862" fmla="*/ 2826907 h 6858000"/>
              <a:gd name="connsiteX863" fmla="*/ 7290545 w 7467600"/>
              <a:gd name="connsiteY863" fmla="*/ 2850663 h 6858000"/>
              <a:gd name="connsiteX864" fmla="*/ 6472036 w 7467600"/>
              <a:gd name="connsiteY864" fmla="*/ 1959003 h 6858000"/>
              <a:gd name="connsiteX865" fmla="*/ 5792897 w 7467600"/>
              <a:gd name="connsiteY865" fmla="*/ 1647747 h 6858000"/>
              <a:gd name="connsiteX866" fmla="*/ 5842751 w 7467600"/>
              <a:gd name="connsiteY866" fmla="*/ 1816112 h 6858000"/>
              <a:gd name="connsiteX867" fmla="*/ 5847424 w 7467600"/>
              <a:gd name="connsiteY867" fmla="*/ 1815776 h 6858000"/>
              <a:gd name="connsiteX868" fmla="*/ 6399821 w 7467600"/>
              <a:gd name="connsiteY868" fmla="*/ 2344799 h 6858000"/>
              <a:gd name="connsiteX869" fmla="*/ 6323232 w 7467600"/>
              <a:gd name="connsiteY869" fmla="*/ 2389634 h 6858000"/>
              <a:gd name="connsiteX870" fmla="*/ 5942958 w 7467600"/>
              <a:gd name="connsiteY870" fmla="*/ 2077708 h 6858000"/>
              <a:gd name="connsiteX871" fmla="*/ 5921559 w 7467600"/>
              <a:gd name="connsiteY871" fmla="*/ 2378596 h 6858000"/>
              <a:gd name="connsiteX872" fmla="*/ 5817651 w 7467600"/>
              <a:gd name="connsiteY872" fmla="*/ 3023919 h 6858000"/>
              <a:gd name="connsiteX873" fmla="*/ 5729634 w 7467600"/>
              <a:gd name="connsiteY873" fmla="*/ 3051849 h 6858000"/>
              <a:gd name="connsiteX874" fmla="*/ 5611018 w 7467600"/>
              <a:gd name="connsiteY874" fmla="*/ 2316769 h 6858000"/>
              <a:gd name="connsiteX875" fmla="*/ 5687608 w 7467600"/>
              <a:gd name="connsiteY875" fmla="*/ 2039972 h 6858000"/>
              <a:gd name="connsiteX876" fmla="*/ 5657554 w 7467600"/>
              <a:gd name="connsiteY876" fmla="*/ 1576445 h 6858000"/>
              <a:gd name="connsiteX877" fmla="*/ 5150475 w 7467600"/>
              <a:gd name="connsiteY877" fmla="*/ 1274012 h 6858000"/>
              <a:gd name="connsiteX878" fmla="*/ 5349142 w 7467600"/>
              <a:gd name="connsiteY878" fmla="*/ 2204405 h 6858000"/>
              <a:gd name="connsiteX879" fmla="*/ 5262214 w 7467600"/>
              <a:gd name="connsiteY879" fmla="*/ 2233836 h 6858000"/>
              <a:gd name="connsiteX880" fmla="*/ 4981539 w 7467600"/>
              <a:gd name="connsiteY880" fmla="*/ 1542201 h 6858000"/>
              <a:gd name="connsiteX881" fmla="*/ 4958461 w 7467600"/>
              <a:gd name="connsiteY881" fmla="*/ 1136957 h 6858000"/>
              <a:gd name="connsiteX882" fmla="*/ 4655015 w 7467600"/>
              <a:gd name="connsiteY882" fmla="*/ 891426 h 6858000"/>
              <a:gd name="connsiteX883" fmla="*/ 4348002 w 7467600"/>
              <a:gd name="connsiteY883" fmla="*/ 2205895 h 6858000"/>
              <a:gd name="connsiteX884" fmla="*/ 4262250 w 7467600"/>
              <a:gd name="connsiteY884" fmla="*/ 2219972 h 6858000"/>
              <a:gd name="connsiteX885" fmla="*/ 4550611 w 7467600"/>
              <a:gd name="connsiteY885" fmla="*/ 817540 h 6858000"/>
              <a:gd name="connsiteX886" fmla="*/ 4564418 w 7467600"/>
              <a:gd name="connsiteY886" fmla="*/ 808293 h 6858000"/>
              <a:gd name="connsiteX887" fmla="*/ 4266388 w 7467600"/>
              <a:gd name="connsiteY887" fmla="*/ 500083 h 6858000"/>
              <a:gd name="connsiteX888" fmla="*/ 4032842 w 7467600"/>
              <a:gd name="connsiteY888" fmla="*/ 211809 h 6858000"/>
              <a:gd name="connsiteX889" fmla="*/ 3882765 w 7467600"/>
              <a:gd name="connsiteY889" fmla="*/ 0 h 6858000"/>
              <a:gd name="connsiteX890" fmla="*/ 3721337 w 7467600"/>
              <a:gd name="connsiteY890" fmla="*/ 0 h 6858000"/>
              <a:gd name="connsiteX891" fmla="*/ 3797544 w 7467600"/>
              <a:gd name="connsiteY891" fmla="*/ 0 h 6858000"/>
              <a:gd name="connsiteX892" fmla="*/ 3775734 w 7467600"/>
              <a:gd name="connsiteY892" fmla="*/ 95131 h 6858000"/>
              <a:gd name="connsiteX893" fmla="*/ 3724807 w 7467600"/>
              <a:gd name="connsiteY893" fmla="*/ 272257 h 6858000"/>
              <a:gd name="connsiteX894" fmla="*/ 3726844 w 7467600"/>
              <a:gd name="connsiteY894" fmla="*/ 282988 h 6858000"/>
              <a:gd name="connsiteX895" fmla="*/ 3742664 w 7467600"/>
              <a:gd name="connsiteY895" fmla="*/ 279918 h 6858000"/>
              <a:gd name="connsiteX896" fmla="*/ 4103910 w 7467600"/>
              <a:gd name="connsiteY896" fmla="*/ 1161917 h 6858000"/>
              <a:gd name="connsiteX897" fmla="*/ 4020269 w 7467600"/>
              <a:gd name="connsiteY897" fmla="*/ 1200406 h 6858000"/>
              <a:gd name="connsiteX898" fmla="*/ 3674882 w 7467600"/>
              <a:gd name="connsiteY898" fmla="*/ 488524 h 6858000"/>
              <a:gd name="connsiteX899" fmla="*/ 3132682 w 7467600"/>
              <a:gd name="connsiteY899" fmla="*/ 1072284 h 6858000"/>
              <a:gd name="connsiteX900" fmla="*/ 2716346 w 7467600"/>
              <a:gd name="connsiteY900" fmla="*/ 1276376 h 6858000"/>
              <a:gd name="connsiteX901" fmla="*/ 2716772 w 7467600"/>
              <a:gd name="connsiteY901" fmla="*/ 1255462 h 6858000"/>
              <a:gd name="connsiteX902" fmla="*/ 3471096 w 7467600"/>
              <a:gd name="connsiteY902" fmla="*/ 437072 h 6858000"/>
              <a:gd name="connsiteX903" fmla="*/ 3639057 w 7467600"/>
              <a:gd name="connsiteY903" fmla="*/ 286334 h 6858000"/>
              <a:gd name="connsiteX904" fmla="*/ 3640309 w 7467600"/>
              <a:gd name="connsiteY904" fmla="*/ 284664 h 6858000"/>
              <a:gd name="connsiteX905" fmla="*/ 3646022 w 7467600"/>
              <a:gd name="connsiteY905" fmla="*/ 276711 h 6858000"/>
              <a:gd name="connsiteX906" fmla="*/ 3707943 w 7467600"/>
              <a:gd name="connsiteY906" fmla="*/ 65958 h 6858000"/>
              <a:gd name="connsiteX907" fmla="*/ 3721337 w 7467600"/>
              <a:gd name="connsiteY907" fmla="*/ 0 h 6858000"/>
              <a:gd name="connsiteX908" fmla="*/ 2867960 w 7467600"/>
              <a:gd name="connsiteY908" fmla="*/ 0 h 6858000"/>
              <a:gd name="connsiteX909" fmla="*/ 2926351 w 7467600"/>
              <a:gd name="connsiteY909" fmla="*/ 0 h 6858000"/>
              <a:gd name="connsiteX910" fmla="*/ 2902823 w 7467600"/>
              <a:gd name="connsiteY910" fmla="*/ 262929 h 6858000"/>
              <a:gd name="connsiteX911" fmla="*/ 2940663 w 7467600"/>
              <a:gd name="connsiteY911" fmla="*/ 140884 h 6858000"/>
              <a:gd name="connsiteX912" fmla="*/ 2947039 w 7467600"/>
              <a:gd name="connsiteY912" fmla="*/ 122524 h 6858000"/>
              <a:gd name="connsiteX913" fmla="*/ 2984316 w 7467600"/>
              <a:gd name="connsiteY913" fmla="*/ 0 h 6858000"/>
              <a:gd name="connsiteX914" fmla="*/ 3016114 w 7467600"/>
              <a:gd name="connsiteY914" fmla="*/ 0 h 6858000"/>
              <a:gd name="connsiteX915" fmla="*/ 2979949 w 7467600"/>
              <a:gd name="connsiteY915" fmla="*/ 119274 h 6858000"/>
              <a:gd name="connsiteX916" fmla="*/ 3023879 w 7467600"/>
              <a:gd name="connsiteY916" fmla="*/ 0 h 6858000"/>
              <a:gd name="connsiteX917" fmla="*/ 3105400 w 7467600"/>
              <a:gd name="connsiteY917" fmla="*/ 0 h 6858000"/>
              <a:gd name="connsiteX918" fmla="*/ 3094669 w 7467600"/>
              <a:gd name="connsiteY918" fmla="*/ 30308 h 6858000"/>
              <a:gd name="connsiteX919" fmla="*/ 2901945 w 7467600"/>
              <a:gd name="connsiteY919" fmla="*/ 466538 h 6858000"/>
              <a:gd name="connsiteX920" fmla="*/ 2815209 w 7467600"/>
              <a:gd name="connsiteY920" fmla="*/ 497361 h 6858000"/>
              <a:gd name="connsiteX921" fmla="*/ 2844845 w 7467600"/>
              <a:gd name="connsiteY921" fmla="*/ 127638 h 6858000"/>
              <a:gd name="connsiteX922" fmla="*/ 2867960 w 7467600"/>
              <a:gd name="connsiteY922" fmla="*/ 0 h 6858000"/>
              <a:gd name="connsiteX923" fmla="*/ 1057230 w 7467600"/>
              <a:gd name="connsiteY923" fmla="*/ 0 h 6858000"/>
              <a:gd name="connsiteX924" fmla="*/ 1111003 w 7467600"/>
              <a:gd name="connsiteY924" fmla="*/ 0 h 6858000"/>
              <a:gd name="connsiteX925" fmla="*/ 1125553 w 7467600"/>
              <a:gd name="connsiteY925" fmla="*/ 52588 h 6858000"/>
              <a:gd name="connsiteX926" fmla="*/ 1304276 w 7467600"/>
              <a:gd name="connsiteY926" fmla="*/ 476275 h 6858000"/>
              <a:gd name="connsiteX927" fmla="*/ 1492066 w 7467600"/>
              <a:gd name="connsiteY927" fmla="*/ 886333 h 6858000"/>
              <a:gd name="connsiteX928" fmla="*/ 1423698 w 7467600"/>
              <a:gd name="connsiteY928" fmla="*/ 710817 h 6858000"/>
              <a:gd name="connsiteX929" fmla="*/ 1357609 w 7467600"/>
              <a:gd name="connsiteY929" fmla="*/ 532892 h 6858000"/>
              <a:gd name="connsiteX930" fmla="*/ 1309550 w 7467600"/>
              <a:gd name="connsiteY930" fmla="*/ 374031 h 6858000"/>
              <a:gd name="connsiteX931" fmla="*/ 1193673 w 7467600"/>
              <a:gd name="connsiteY931" fmla="*/ 49533 h 6858000"/>
              <a:gd name="connsiteX932" fmla="*/ 1164391 w 7467600"/>
              <a:gd name="connsiteY932" fmla="*/ 0 h 6858000"/>
              <a:gd name="connsiteX933" fmla="*/ 1200666 w 7467600"/>
              <a:gd name="connsiteY933" fmla="*/ 0 h 6858000"/>
              <a:gd name="connsiteX934" fmla="*/ 1223408 w 7467600"/>
              <a:gd name="connsiteY934" fmla="*/ 38996 h 6858000"/>
              <a:gd name="connsiteX935" fmla="*/ 1339635 w 7467600"/>
              <a:gd name="connsiteY935" fmla="*/ 365517 h 6858000"/>
              <a:gd name="connsiteX936" fmla="*/ 1387469 w 7467600"/>
              <a:gd name="connsiteY936" fmla="*/ 523079 h 6858000"/>
              <a:gd name="connsiteX937" fmla="*/ 1452685 w 7467600"/>
              <a:gd name="connsiteY937" fmla="*/ 699806 h 6858000"/>
              <a:gd name="connsiteX938" fmla="*/ 1492092 w 7467600"/>
              <a:gd name="connsiteY938" fmla="*/ 800424 h 6858000"/>
              <a:gd name="connsiteX939" fmla="*/ 1455302 w 7467600"/>
              <a:gd name="connsiteY939" fmla="*/ 632913 h 6858000"/>
              <a:gd name="connsiteX940" fmla="*/ 1222336 w 7467600"/>
              <a:gd name="connsiteY940" fmla="*/ 9480 h 6858000"/>
              <a:gd name="connsiteX941" fmla="*/ 1214634 w 7467600"/>
              <a:gd name="connsiteY941" fmla="*/ 0 h 6858000"/>
              <a:gd name="connsiteX942" fmla="*/ 1289827 w 7467600"/>
              <a:gd name="connsiteY942" fmla="*/ 0 h 6858000"/>
              <a:gd name="connsiteX943" fmla="*/ 1321076 w 7467600"/>
              <a:gd name="connsiteY943" fmla="*/ 59722 h 6858000"/>
              <a:gd name="connsiteX944" fmla="*/ 1512579 w 7467600"/>
              <a:gd name="connsiteY944" fmla="*/ 626441 h 6858000"/>
              <a:gd name="connsiteX945" fmla="*/ 1506076 w 7467600"/>
              <a:gd name="connsiteY945" fmla="*/ 1089289 h 6858000"/>
              <a:gd name="connsiteX946" fmla="*/ 1486346 w 7467600"/>
              <a:gd name="connsiteY946" fmla="*/ 1079919 h 6858000"/>
              <a:gd name="connsiteX947" fmla="*/ 1070511 w 7467600"/>
              <a:gd name="connsiteY947" fmla="*/ 48609 h 6858000"/>
              <a:gd name="connsiteX948" fmla="*/ 1057230 w 7467600"/>
              <a:gd name="connsiteY948" fmla="*/ 0 h 6858000"/>
              <a:gd name="connsiteX949" fmla="*/ 43151 w 7467600"/>
              <a:gd name="connsiteY949" fmla="*/ 0 h 6858000"/>
              <a:gd name="connsiteX950" fmla="*/ 95283 w 7467600"/>
              <a:gd name="connsiteY950" fmla="*/ 0 h 6858000"/>
              <a:gd name="connsiteX951" fmla="*/ 300708 w 7467600"/>
              <a:gd name="connsiteY951" fmla="*/ 154571 h 6858000"/>
              <a:gd name="connsiteX952" fmla="*/ 530414 w 7467600"/>
              <a:gd name="connsiteY952" fmla="*/ 354673 h 6858000"/>
              <a:gd name="connsiteX953" fmla="*/ 333785 w 7467600"/>
              <a:gd name="connsiteY953" fmla="*/ 161564 h 6858000"/>
              <a:gd name="connsiteX954" fmla="*/ 147005 w 7467600"/>
              <a:gd name="connsiteY954" fmla="*/ 0 h 6858000"/>
              <a:gd name="connsiteX955" fmla="*/ 272509 w 7467600"/>
              <a:gd name="connsiteY955" fmla="*/ 0 h 6858000"/>
              <a:gd name="connsiteX956" fmla="*/ 326276 w 7467600"/>
              <a:gd name="connsiteY956" fmla="*/ 45847 h 6858000"/>
              <a:gd name="connsiteX957" fmla="*/ 823759 w 7467600"/>
              <a:gd name="connsiteY957" fmla="*/ 574145 h 6858000"/>
              <a:gd name="connsiteX958" fmla="*/ 811254 w 7467600"/>
              <a:gd name="connsiteY958" fmla="*/ 665546 h 6858000"/>
              <a:gd name="connsiteX959" fmla="*/ 154042 w 7467600"/>
              <a:gd name="connsiteY959" fmla="*/ 261522 h 6858000"/>
              <a:gd name="connsiteX960" fmla="*/ 13550 w 7467600"/>
              <a:gd name="connsiteY960" fmla="*/ 158423 h 6858000"/>
              <a:gd name="connsiteX961" fmla="*/ 0 w 7467600"/>
              <a:gd name="connsiteY961" fmla="*/ 146618 h 6858000"/>
              <a:gd name="connsiteX962" fmla="*/ 0 w 7467600"/>
              <a:gd name="connsiteY962" fmla="*/ 59161 h 6858000"/>
              <a:gd name="connsiteX963" fmla="*/ 45427 w 7467600"/>
              <a:gd name="connsiteY963" fmla="*/ 101078 h 6858000"/>
              <a:gd name="connsiteX964" fmla="*/ 630103 w 7467600"/>
              <a:gd name="connsiteY964" fmla="*/ 485885 h 6858000"/>
              <a:gd name="connsiteX965" fmla="*/ 532040 w 7467600"/>
              <a:gd name="connsiteY965" fmla="*/ 399359 h 6858000"/>
              <a:gd name="connsiteX966" fmla="*/ 517618 w 7467600"/>
              <a:gd name="connsiteY966" fmla="*/ 385726 h 6858000"/>
              <a:gd name="connsiteX967" fmla="*/ 285074 w 7467600"/>
              <a:gd name="connsiteY967" fmla="*/ 182755 h 6858000"/>
              <a:gd name="connsiteX968" fmla="*/ 43151 w 7467600"/>
              <a:gd name="connsiteY96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467600 w 7467600"/>
              <a:gd name="connsiteY78" fmla="*/ 6012219 h 6858000"/>
              <a:gd name="connsiteX79" fmla="*/ 7356878 w 7467600"/>
              <a:gd name="connsiteY79" fmla="*/ 5981332 h 6858000"/>
              <a:gd name="connsiteX80" fmla="*/ 7467600 w 7467600"/>
              <a:gd name="connsiteY80" fmla="*/ 6117703 h 6858000"/>
              <a:gd name="connsiteX81" fmla="*/ 7467600 w 7467600"/>
              <a:gd name="connsiteY81" fmla="*/ 6163634 h 6858000"/>
              <a:gd name="connsiteX82" fmla="*/ 7403637 w 7467600"/>
              <a:gd name="connsiteY82" fmla="*/ 6083957 h 6858000"/>
              <a:gd name="connsiteX83" fmla="*/ 7254615 w 7467600"/>
              <a:gd name="connsiteY83" fmla="*/ 5911918 h 6858000"/>
              <a:gd name="connsiteX84" fmla="*/ 7312589 w 7467600"/>
              <a:gd name="connsiteY84" fmla="*/ 5982309 h 6858000"/>
              <a:gd name="connsiteX85" fmla="*/ 7448321 w 7467600"/>
              <a:gd name="connsiteY85" fmla="*/ 6190991 h 6858000"/>
              <a:gd name="connsiteX86" fmla="*/ 7467600 w 7467600"/>
              <a:gd name="connsiteY86" fmla="*/ 6221686 h 6858000"/>
              <a:gd name="connsiteX87" fmla="*/ 7467600 w 7467600"/>
              <a:gd name="connsiteY87" fmla="*/ 6334256 h 6858000"/>
              <a:gd name="connsiteX88" fmla="*/ 7454976 w 7467600"/>
              <a:gd name="connsiteY88" fmla="*/ 6318297 h 6858000"/>
              <a:gd name="connsiteX89" fmla="*/ 1456157 w 7467600"/>
              <a:gd name="connsiteY89" fmla="*/ 5371404 h 6858000"/>
              <a:gd name="connsiteX90" fmla="*/ 1244432 w 7467600"/>
              <a:gd name="connsiteY90" fmla="*/ 5385601 h 6858000"/>
              <a:gd name="connsiteX91" fmla="*/ 973990 w 7467600"/>
              <a:gd name="connsiteY91" fmla="*/ 5424940 h 6858000"/>
              <a:gd name="connsiteX92" fmla="*/ 1103809 w 7467600"/>
              <a:gd name="connsiteY92" fmla="*/ 5433720 h 6858000"/>
              <a:gd name="connsiteX93" fmla="*/ 1123454 w 7467600"/>
              <a:gd name="connsiteY93" fmla="*/ 5435727 h 6858000"/>
              <a:gd name="connsiteX94" fmla="*/ 1737017 w 7467600"/>
              <a:gd name="connsiteY94" fmla="*/ 5452183 h 6858000"/>
              <a:gd name="connsiteX95" fmla="*/ 1824397 w 7467600"/>
              <a:gd name="connsiteY95" fmla="*/ 5447757 h 6858000"/>
              <a:gd name="connsiteX96" fmla="*/ 2070059 w 7467600"/>
              <a:gd name="connsiteY96" fmla="*/ 5441660 h 6858000"/>
              <a:gd name="connsiteX97" fmla="*/ 1456157 w 7467600"/>
              <a:gd name="connsiteY97" fmla="*/ 5371404 h 6858000"/>
              <a:gd name="connsiteX98" fmla="*/ 4988186 w 7467600"/>
              <a:gd name="connsiteY98" fmla="*/ 5216467 h 6858000"/>
              <a:gd name="connsiteX99" fmla="*/ 4777334 w 7467600"/>
              <a:gd name="connsiteY99" fmla="*/ 5406072 h 6858000"/>
              <a:gd name="connsiteX100" fmla="*/ 4718341 w 7467600"/>
              <a:gd name="connsiteY100" fmla="*/ 5468043 h 6858000"/>
              <a:gd name="connsiteX101" fmla="*/ 4604655 w 7467600"/>
              <a:gd name="connsiteY101" fmla="*/ 5583434 h 6858000"/>
              <a:gd name="connsiteX102" fmla="*/ 4565074 w 7467600"/>
              <a:gd name="connsiteY102" fmla="*/ 5618550 h 6858000"/>
              <a:gd name="connsiteX103" fmla="*/ 4988186 w 7467600"/>
              <a:gd name="connsiteY103" fmla="*/ 5216467 h 6858000"/>
              <a:gd name="connsiteX104" fmla="*/ 4978032 w 7467600"/>
              <a:gd name="connsiteY104" fmla="*/ 5183809 h 6858000"/>
              <a:gd name="connsiteX105" fmla="*/ 4463413 w 7467600"/>
              <a:gd name="connsiteY105" fmla="*/ 5615162 h 6858000"/>
              <a:gd name="connsiteX106" fmla="*/ 4358134 w 7467600"/>
              <a:gd name="connsiteY106" fmla="*/ 5742791 h 6858000"/>
              <a:gd name="connsiteX107" fmla="*/ 4376219 w 7467600"/>
              <a:gd name="connsiteY107" fmla="*/ 5729027 h 6858000"/>
              <a:gd name="connsiteX108" fmla="*/ 4582340 w 7467600"/>
              <a:gd name="connsiteY108" fmla="*/ 5561037 h 6858000"/>
              <a:gd name="connsiteX109" fmla="*/ 4694684 w 7467600"/>
              <a:gd name="connsiteY109" fmla="*/ 5447098 h 6858000"/>
              <a:gd name="connsiteX110" fmla="*/ 4754123 w 7467600"/>
              <a:gd name="connsiteY110" fmla="*/ 5384643 h 6858000"/>
              <a:gd name="connsiteX111" fmla="*/ 4978032 w 7467600"/>
              <a:gd name="connsiteY111" fmla="*/ 5183809 h 6858000"/>
              <a:gd name="connsiteX112" fmla="*/ 1903353 w 7467600"/>
              <a:gd name="connsiteY112" fmla="*/ 5044827 h 6858000"/>
              <a:gd name="connsiteX113" fmla="*/ 1936931 w 7467600"/>
              <a:gd name="connsiteY113" fmla="*/ 5093954 h 6858000"/>
              <a:gd name="connsiteX114" fmla="*/ 2195868 w 7467600"/>
              <a:gd name="connsiteY114" fmla="*/ 5396574 h 6858000"/>
              <a:gd name="connsiteX115" fmla="*/ 2088852 w 7467600"/>
              <a:gd name="connsiteY115" fmla="*/ 5166123 h 6858000"/>
              <a:gd name="connsiteX116" fmla="*/ 1958241 w 7467600"/>
              <a:gd name="connsiteY116" fmla="*/ 5067955 h 6858000"/>
              <a:gd name="connsiteX117" fmla="*/ 1903353 w 7467600"/>
              <a:gd name="connsiteY117" fmla="*/ 5044827 h 6858000"/>
              <a:gd name="connsiteX118" fmla="*/ 1979378 w 7467600"/>
              <a:gd name="connsiteY118" fmla="*/ 4769504 h 6858000"/>
              <a:gd name="connsiteX119" fmla="*/ 2882120 w 7467600"/>
              <a:gd name="connsiteY119" fmla="*/ 5064547 h 6858000"/>
              <a:gd name="connsiteX120" fmla="*/ 2793103 w 7467600"/>
              <a:gd name="connsiteY120" fmla="*/ 5039699 h 6858000"/>
              <a:gd name="connsiteX121" fmla="*/ 2770041 w 7467600"/>
              <a:gd name="connsiteY121" fmla="*/ 5033634 h 6858000"/>
              <a:gd name="connsiteX122" fmla="*/ 1979378 w 7467600"/>
              <a:gd name="connsiteY122" fmla="*/ 4769504 h 6858000"/>
              <a:gd name="connsiteX123" fmla="*/ 1927410 w 7467600"/>
              <a:gd name="connsiteY123" fmla="*/ 4716164 h 6858000"/>
              <a:gd name="connsiteX124" fmla="*/ 1959587 w 7467600"/>
              <a:gd name="connsiteY124" fmla="*/ 4728849 h 6858000"/>
              <a:gd name="connsiteX125" fmla="*/ 2777707 w 7467600"/>
              <a:gd name="connsiteY125" fmla="*/ 5003991 h 6858000"/>
              <a:gd name="connsiteX126" fmla="*/ 2800768 w 7467600"/>
              <a:gd name="connsiteY126" fmla="*/ 5010056 h 6858000"/>
              <a:gd name="connsiteX127" fmla="*/ 2879408 w 7467600"/>
              <a:gd name="connsiteY127" fmla="*/ 5031590 h 6858000"/>
              <a:gd name="connsiteX128" fmla="*/ 2862295 w 7467600"/>
              <a:gd name="connsiteY128" fmla="*/ 5022958 h 6858000"/>
              <a:gd name="connsiteX129" fmla="*/ 2813343 w 7467600"/>
              <a:gd name="connsiteY129" fmla="*/ 4998369 h 6858000"/>
              <a:gd name="connsiteX130" fmla="*/ 2646245 w 7467600"/>
              <a:gd name="connsiteY130" fmla="*/ 4930999 h 6858000"/>
              <a:gd name="connsiteX131" fmla="*/ 1999243 w 7467600"/>
              <a:gd name="connsiteY131" fmla="*/ 4730524 h 6858000"/>
              <a:gd name="connsiteX132" fmla="*/ 1979527 w 7467600"/>
              <a:gd name="connsiteY132" fmla="*/ 4726651 h 6858000"/>
              <a:gd name="connsiteX133" fmla="*/ 1927410 w 7467600"/>
              <a:gd name="connsiteY133" fmla="*/ 4716164 h 6858000"/>
              <a:gd name="connsiteX134" fmla="*/ 1997014 w 7467600"/>
              <a:gd name="connsiteY134" fmla="*/ 4698007 h 6858000"/>
              <a:gd name="connsiteX135" fmla="*/ 2005458 w 7467600"/>
              <a:gd name="connsiteY135" fmla="*/ 4699540 h 6858000"/>
              <a:gd name="connsiteX136" fmla="*/ 2657186 w 7467600"/>
              <a:gd name="connsiteY136" fmla="*/ 4901687 h 6858000"/>
              <a:gd name="connsiteX137" fmla="*/ 2826662 w 7467600"/>
              <a:gd name="connsiteY137" fmla="*/ 4970362 h 6858000"/>
              <a:gd name="connsiteX138" fmla="*/ 2876100 w 7467600"/>
              <a:gd name="connsiteY138" fmla="*/ 4995397 h 6858000"/>
              <a:gd name="connsiteX139" fmla="*/ 3042600 w 7467600"/>
              <a:gd name="connsiteY139" fmla="*/ 5059532 h 6858000"/>
              <a:gd name="connsiteX140" fmla="*/ 1997014 w 7467600"/>
              <a:gd name="connsiteY140" fmla="*/ 4698007 h 6858000"/>
              <a:gd name="connsiteX141" fmla="*/ 2305292 w 7467600"/>
              <a:gd name="connsiteY141" fmla="*/ 4219492 h 6858000"/>
              <a:gd name="connsiteX142" fmla="*/ 3360922 w 7467600"/>
              <a:gd name="connsiteY142" fmla="*/ 4529373 h 6858000"/>
              <a:gd name="connsiteX143" fmla="*/ 3492420 w 7467600"/>
              <a:gd name="connsiteY143" fmla="*/ 4510145 h 6858000"/>
              <a:gd name="connsiteX144" fmla="*/ 3364086 w 7467600"/>
              <a:gd name="connsiteY144" fmla="*/ 4480340 h 6858000"/>
              <a:gd name="connsiteX145" fmla="*/ 3225818 w 7467600"/>
              <a:gd name="connsiteY145" fmla="*/ 4411822 h 6858000"/>
              <a:gd name="connsiteX146" fmla="*/ 3129696 w 7467600"/>
              <a:gd name="connsiteY146" fmla="*/ 4360704 h 6858000"/>
              <a:gd name="connsiteX147" fmla="*/ 2814545 w 7467600"/>
              <a:gd name="connsiteY147" fmla="*/ 4282955 h 6858000"/>
              <a:gd name="connsiteX148" fmla="*/ 2305292 w 7467600"/>
              <a:gd name="connsiteY148" fmla="*/ 4219492 h 6858000"/>
              <a:gd name="connsiteX149" fmla="*/ 2626982 w 7467600"/>
              <a:gd name="connsiteY149" fmla="*/ 4206450 h 6858000"/>
              <a:gd name="connsiteX150" fmla="*/ 2490617 w 7467600"/>
              <a:gd name="connsiteY150" fmla="*/ 4206951 h 6858000"/>
              <a:gd name="connsiteX151" fmla="*/ 2819869 w 7467600"/>
              <a:gd name="connsiteY151" fmla="*/ 4252936 h 6858000"/>
              <a:gd name="connsiteX152" fmla="*/ 3143018 w 7467600"/>
              <a:gd name="connsiteY152" fmla="*/ 4332698 h 6858000"/>
              <a:gd name="connsiteX153" fmla="*/ 3241520 w 7467600"/>
              <a:gd name="connsiteY153" fmla="*/ 4385112 h 6858000"/>
              <a:gd name="connsiteX154" fmla="*/ 3374575 w 7467600"/>
              <a:gd name="connsiteY154" fmla="*/ 4451517 h 6858000"/>
              <a:gd name="connsiteX155" fmla="*/ 3505221 w 7467600"/>
              <a:gd name="connsiteY155" fmla="*/ 4480757 h 6858000"/>
              <a:gd name="connsiteX156" fmla="*/ 2626982 w 7467600"/>
              <a:gd name="connsiteY156" fmla="*/ 4206450 h 6858000"/>
              <a:gd name="connsiteX157" fmla="*/ 1310106 w 7467600"/>
              <a:gd name="connsiteY157" fmla="*/ 3943217 h 6858000"/>
              <a:gd name="connsiteX158" fmla="*/ 854994 w 7467600"/>
              <a:gd name="connsiteY158" fmla="*/ 4399136 h 6858000"/>
              <a:gd name="connsiteX159" fmla="*/ 742462 w 7467600"/>
              <a:gd name="connsiteY159" fmla="*/ 4594648 h 6858000"/>
              <a:gd name="connsiteX160" fmla="*/ 820602 w 7467600"/>
              <a:gd name="connsiteY160" fmla="*/ 4485915 h 6858000"/>
              <a:gd name="connsiteX161" fmla="*/ 878295 w 7467600"/>
              <a:gd name="connsiteY161" fmla="*/ 4403594 h 6858000"/>
              <a:gd name="connsiteX162" fmla="*/ 1240607 w 7467600"/>
              <a:gd name="connsiteY162" fmla="*/ 4010401 h 6858000"/>
              <a:gd name="connsiteX163" fmla="*/ 1310106 w 7467600"/>
              <a:gd name="connsiteY163" fmla="*/ 3943217 h 6858000"/>
              <a:gd name="connsiteX164" fmla="*/ 1423113 w 7467600"/>
              <a:gd name="connsiteY164" fmla="*/ 3874565 h 6858000"/>
              <a:gd name="connsiteX165" fmla="*/ 1260565 w 7467600"/>
              <a:gd name="connsiteY165" fmla="*/ 4031982 h 6858000"/>
              <a:gd name="connsiteX166" fmla="*/ 901900 w 7467600"/>
              <a:gd name="connsiteY166" fmla="*/ 4421236 h 6858000"/>
              <a:gd name="connsiteX167" fmla="*/ 845044 w 7467600"/>
              <a:gd name="connsiteY167" fmla="*/ 4502436 h 6858000"/>
              <a:gd name="connsiteX168" fmla="*/ 685926 w 7467600"/>
              <a:gd name="connsiteY168" fmla="*/ 4703069 h 6858000"/>
              <a:gd name="connsiteX169" fmla="*/ 684248 w 7467600"/>
              <a:gd name="connsiteY169" fmla="*/ 4706721 h 6858000"/>
              <a:gd name="connsiteX170" fmla="*/ 1423113 w 7467600"/>
              <a:gd name="connsiteY170" fmla="*/ 3874565 h 6858000"/>
              <a:gd name="connsiteX171" fmla="*/ 3316479 w 7467600"/>
              <a:gd name="connsiteY171" fmla="*/ 3872136 h 6858000"/>
              <a:gd name="connsiteX172" fmla="*/ 3546806 w 7467600"/>
              <a:gd name="connsiteY172" fmla="*/ 4356139 h 6858000"/>
              <a:gd name="connsiteX173" fmla="*/ 3364433 w 7467600"/>
              <a:gd name="connsiteY173" fmla="*/ 3953121 h 6858000"/>
              <a:gd name="connsiteX174" fmla="*/ 3316479 w 7467600"/>
              <a:gd name="connsiteY174" fmla="*/ 3872136 h 6858000"/>
              <a:gd name="connsiteX175" fmla="*/ 3291335 w 7467600"/>
              <a:gd name="connsiteY175" fmla="*/ 3767420 h 6858000"/>
              <a:gd name="connsiteX176" fmla="*/ 3390805 w 7467600"/>
              <a:gd name="connsiteY176" fmla="*/ 3937163 h 6858000"/>
              <a:gd name="connsiteX177" fmla="*/ 3579062 w 7467600"/>
              <a:gd name="connsiteY177" fmla="*/ 4359040 h 6858000"/>
              <a:gd name="connsiteX178" fmla="*/ 3467355 w 7467600"/>
              <a:gd name="connsiteY178" fmla="*/ 3988130 h 6858000"/>
              <a:gd name="connsiteX179" fmla="*/ 3310753 w 7467600"/>
              <a:gd name="connsiteY179" fmla="*/ 3787140 h 6858000"/>
              <a:gd name="connsiteX180" fmla="*/ 3291335 w 7467600"/>
              <a:gd name="connsiteY180" fmla="*/ 3767420 h 6858000"/>
              <a:gd name="connsiteX181" fmla="*/ 1635889 w 7467600"/>
              <a:gd name="connsiteY181" fmla="*/ 3709494 h 6858000"/>
              <a:gd name="connsiteX182" fmla="*/ 1634800 w 7467600"/>
              <a:gd name="connsiteY182" fmla="*/ 3731111 h 6858000"/>
              <a:gd name="connsiteX183" fmla="*/ 1635889 w 7467600"/>
              <a:gd name="connsiteY183" fmla="*/ 3709494 h 6858000"/>
              <a:gd name="connsiteX184" fmla="*/ 1510397 w 7467600"/>
              <a:gd name="connsiteY184" fmla="*/ 3684705 h 6858000"/>
              <a:gd name="connsiteX185" fmla="*/ 1146550 w 7467600"/>
              <a:gd name="connsiteY185" fmla="*/ 3802012 h 6858000"/>
              <a:gd name="connsiteX186" fmla="*/ 698834 w 7467600"/>
              <a:gd name="connsiteY186" fmla="*/ 3952272 h 6858000"/>
              <a:gd name="connsiteX187" fmla="*/ 34256 w 7467600"/>
              <a:gd name="connsiteY187" fmla="*/ 4347603 h 6858000"/>
              <a:gd name="connsiteX188" fmla="*/ 527241 w 7467600"/>
              <a:gd name="connsiteY188" fmla="*/ 4065078 h 6858000"/>
              <a:gd name="connsiteX189" fmla="*/ 1510397 w 7467600"/>
              <a:gd name="connsiteY189" fmla="*/ 3684705 h 6858000"/>
              <a:gd name="connsiteX190" fmla="*/ 1313114 w 7467600"/>
              <a:gd name="connsiteY190" fmla="*/ 3655216 h 6858000"/>
              <a:gd name="connsiteX191" fmla="*/ 1109304 w 7467600"/>
              <a:gd name="connsiteY191" fmla="*/ 3669030 h 6858000"/>
              <a:gd name="connsiteX192" fmla="*/ 8129 w 7467600"/>
              <a:gd name="connsiteY192" fmla="*/ 4330519 h 6858000"/>
              <a:gd name="connsiteX193" fmla="*/ 687572 w 7467600"/>
              <a:gd name="connsiteY193" fmla="*/ 3925629 h 6858000"/>
              <a:gd name="connsiteX194" fmla="*/ 1138365 w 7467600"/>
              <a:gd name="connsiteY194" fmla="*/ 3774515 h 6858000"/>
              <a:gd name="connsiteX195" fmla="*/ 1505579 w 7467600"/>
              <a:gd name="connsiteY195" fmla="*/ 3655526 h 6858000"/>
              <a:gd name="connsiteX196" fmla="*/ 1313114 w 7467600"/>
              <a:gd name="connsiteY196" fmla="*/ 3655216 h 6858000"/>
              <a:gd name="connsiteX197" fmla="*/ 3655073 w 7467600"/>
              <a:gd name="connsiteY197" fmla="*/ 3650884 h 6858000"/>
              <a:gd name="connsiteX198" fmla="*/ 3989938 w 7467600"/>
              <a:gd name="connsiteY198" fmla="*/ 3991685 h 6858000"/>
              <a:gd name="connsiteX199" fmla="*/ 4393907 w 7467600"/>
              <a:gd name="connsiteY199" fmla="*/ 4261258 h 6858000"/>
              <a:gd name="connsiteX200" fmla="*/ 4648051 w 7467600"/>
              <a:gd name="connsiteY200" fmla="*/ 4374051 h 6858000"/>
              <a:gd name="connsiteX201" fmla="*/ 4383389 w 7467600"/>
              <a:gd name="connsiteY201" fmla="*/ 4184369 h 6858000"/>
              <a:gd name="connsiteX202" fmla="*/ 4165508 w 7467600"/>
              <a:gd name="connsiteY202" fmla="*/ 4035196 h 6858000"/>
              <a:gd name="connsiteX203" fmla="*/ 4068162 w 7467600"/>
              <a:gd name="connsiteY203" fmla="*/ 3953394 h 6858000"/>
              <a:gd name="connsiteX204" fmla="*/ 3981416 w 7467600"/>
              <a:gd name="connsiteY204" fmla="*/ 3880482 h 6858000"/>
              <a:gd name="connsiteX205" fmla="*/ 3800147 w 7467600"/>
              <a:gd name="connsiteY205" fmla="*/ 3749872 h 6858000"/>
              <a:gd name="connsiteX206" fmla="*/ 3655073 w 7467600"/>
              <a:gd name="connsiteY206" fmla="*/ 3650884 h 6858000"/>
              <a:gd name="connsiteX207" fmla="*/ 3670252 w 7467600"/>
              <a:gd name="connsiteY207" fmla="*/ 3622798 h 6858000"/>
              <a:gd name="connsiteX208" fmla="*/ 3817258 w 7467600"/>
              <a:gd name="connsiteY208" fmla="*/ 3723577 h 6858000"/>
              <a:gd name="connsiteX209" fmla="*/ 4000461 w 7467600"/>
              <a:gd name="connsiteY209" fmla="*/ 3855966 h 6858000"/>
              <a:gd name="connsiteX210" fmla="*/ 4088180 w 7467600"/>
              <a:gd name="connsiteY210" fmla="*/ 3929774 h 6858000"/>
              <a:gd name="connsiteX211" fmla="*/ 4184555 w 7467600"/>
              <a:gd name="connsiteY211" fmla="*/ 4010683 h 6858000"/>
              <a:gd name="connsiteX212" fmla="*/ 4399563 w 7467600"/>
              <a:gd name="connsiteY212" fmla="*/ 4158106 h 6858000"/>
              <a:gd name="connsiteX213" fmla="*/ 4684469 w 7467600"/>
              <a:gd name="connsiteY213" fmla="*/ 4364680 h 6858000"/>
              <a:gd name="connsiteX214" fmla="*/ 4690271 w 7467600"/>
              <a:gd name="connsiteY214" fmla="*/ 4370034 h 6858000"/>
              <a:gd name="connsiteX215" fmla="*/ 4136093 w 7467600"/>
              <a:gd name="connsiteY215" fmla="*/ 3858466 h 6858000"/>
              <a:gd name="connsiteX216" fmla="*/ 3670252 w 7467600"/>
              <a:gd name="connsiteY216" fmla="*/ 3622798 h 6858000"/>
              <a:gd name="connsiteX217" fmla="*/ 4440129 w 7467600"/>
              <a:gd name="connsiteY217" fmla="*/ 3448571 h 6858000"/>
              <a:gd name="connsiteX218" fmla="*/ 4856525 w 7467600"/>
              <a:gd name="connsiteY218" fmla="*/ 3915351 h 6858000"/>
              <a:gd name="connsiteX219" fmla="*/ 5059055 w 7467600"/>
              <a:gd name="connsiteY219" fmla="*/ 4108918 h 6858000"/>
              <a:gd name="connsiteX220" fmla="*/ 5290070 w 7467600"/>
              <a:gd name="connsiteY220" fmla="*/ 4263619 h 6858000"/>
              <a:gd name="connsiteX221" fmla="*/ 4834991 w 7467600"/>
              <a:gd name="connsiteY221" fmla="*/ 3830985 h 6858000"/>
              <a:gd name="connsiteX222" fmla="*/ 4440129 w 7467600"/>
              <a:gd name="connsiteY222" fmla="*/ 3448571 h 6858000"/>
              <a:gd name="connsiteX223" fmla="*/ 4441737 w 7467600"/>
              <a:gd name="connsiteY223" fmla="*/ 3399734 h 6858000"/>
              <a:gd name="connsiteX224" fmla="*/ 4431236 w 7467600"/>
              <a:gd name="connsiteY224" fmla="*/ 3400954 h 6858000"/>
              <a:gd name="connsiteX225" fmla="*/ 4557150 w 7467600"/>
              <a:gd name="connsiteY225" fmla="*/ 3510023 h 6858000"/>
              <a:gd name="connsiteX226" fmla="*/ 4856936 w 7467600"/>
              <a:gd name="connsiteY226" fmla="*/ 3809146 h 6858000"/>
              <a:gd name="connsiteX227" fmla="*/ 5111996 w 7467600"/>
              <a:gd name="connsiteY227" fmla="*/ 4065759 h 6858000"/>
              <a:gd name="connsiteX228" fmla="*/ 5388878 w 7467600"/>
              <a:gd name="connsiteY228" fmla="*/ 4300185 h 6858000"/>
              <a:gd name="connsiteX229" fmla="*/ 5425556 w 7467600"/>
              <a:gd name="connsiteY229" fmla="*/ 4308967 h 6858000"/>
              <a:gd name="connsiteX230" fmla="*/ 4943646 w 7467600"/>
              <a:gd name="connsiteY230" fmla="*/ 3822916 h 6858000"/>
              <a:gd name="connsiteX231" fmla="*/ 4594837 w 7467600"/>
              <a:gd name="connsiteY231" fmla="*/ 3532274 h 6858000"/>
              <a:gd name="connsiteX232" fmla="*/ 4441737 w 7467600"/>
              <a:gd name="connsiteY232" fmla="*/ 3399734 h 6858000"/>
              <a:gd name="connsiteX233" fmla="*/ 5425834 w 7467600"/>
              <a:gd name="connsiteY233" fmla="*/ 3162785 h 6858000"/>
              <a:gd name="connsiteX234" fmla="*/ 5401644 w 7467600"/>
              <a:gd name="connsiteY234" fmla="*/ 3617847 h 6858000"/>
              <a:gd name="connsiteX235" fmla="*/ 5467256 w 7467600"/>
              <a:gd name="connsiteY235" fmla="*/ 4175494 h 6858000"/>
              <a:gd name="connsiteX236" fmla="*/ 5448069 w 7467600"/>
              <a:gd name="connsiteY236" fmla="*/ 3567554 h 6858000"/>
              <a:gd name="connsiteX237" fmla="*/ 5425834 w 7467600"/>
              <a:gd name="connsiteY237" fmla="*/ 3162785 h 6858000"/>
              <a:gd name="connsiteX238" fmla="*/ 1318687 w 7467600"/>
              <a:gd name="connsiteY238" fmla="*/ 3113840 h 6858000"/>
              <a:gd name="connsiteX239" fmla="*/ 1066793 w 7467600"/>
              <a:gd name="connsiteY239" fmla="*/ 3212171 h 6858000"/>
              <a:gd name="connsiteX240" fmla="*/ 993319 w 7467600"/>
              <a:gd name="connsiteY240" fmla="*/ 3247648 h 6858000"/>
              <a:gd name="connsiteX241" fmla="*/ 853081 w 7467600"/>
              <a:gd name="connsiteY241" fmla="*/ 3312410 h 6858000"/>
              <a:gd name="connsiteX242" fmla="*/ 805957 w 7467600"/>
              <a:gd name="connsiteY242" fmla="*/ 3330443 h 6858000"/>
              <a:gd name="connsiteX243" fmla="*/ 1318687 w 7467600"/>
              <a:gd name="connsiteY243" fmla="*/ 3113840 h 6858000"/>
              <a:gd name="connsiteX244" fmla="*/ 5453702 w 7467600"/>
              <a:gd name="connsiteY244" fmla="*/ 3090882 h 6858000"/>
              <a:gd name="connsiteX245" fmla="*/ 5480135 w 7467600"/>
              <a:gd name="connsiteY245" fmla="*/ 3565802 h 6858000"/>
              <a:gd name="connsiteX246" fmla="*/ 5499023 w 7467600"/>
              <a:gd name="connsiteY246" fmla="*/ 4166310 h 6858000"/>
              <a:gd name="connsiteX247" fmla="*/ 5547022 w 7467600"/>
              <a:gd name="connsiteY247" fmla="*/ 3607838 h 6858000"/>
              <a:gd name="connsiteX248" fmla="*/ 5515964 w 7467600"/>
              <a:gd name="connsiteY248" fmla="*/ 3378541 h 6858000"/>
              <a:gd name="connsiteX249" fmla="*/ 5453702 w 7467600"/>
              <a:gd name="connsiteY249" fmla="*/ 3090882 h 6858000"/>
              <a:gd name="connsiteX250" fmla="*/ 1238695 w 7467600"/>
              <a:gd name="connsiteY250" fmla="*/ 3076820 h 6858000"/>
              <a:gd name="connsiteX251" fmla="*/ 716371 w 7467600"/>
              <a:gd name="connsiteY251" fmla="*/ 3293249 h 6858000"/>
              <a:gd name="connsiteX252" fmla="*/ 579522 w 7467600"/>
              <a:gd name="connsiteY252" fmla="*/ 3371759 h 6858000"/>
              <a:gd name="connsiteX253" fmla="*/ 600288 w 7467600"/>
              <a:gd name="connsiteY253" fmla="*/ 3365555 h 6858000"/>
              <a:gd name="connsiteX254" fmla="*/ 840692 w 7467600"/>
              <a:gd name="connsiteY254" fmla="*/ 3284921 h 6858000"/>
              <a:gd name="connsiteX255" fmla="*/ 979248 w 7467600"/>
              <a:gd name="connsiteY255" fmla="*/ 3221003 h 6858000"/>
              <a:gd name="connsiteX256" fmla="*/ 1053282 w 7467600"/>
              <a:gd name="connsiteY256" fmla="*/ 3185247 h 6858000"/>
              <a:gd name="connsiteX257" fmla="*/ 1320603 w 7467600"/>
              <a:gd name="connsiteY257" fmla="*/ 3081281 h 6858000"/>
              <a:gd name="connsiteX258" fmla="*/ 1238695 w 7467600"/>
              <a:gd name="connsiteY258" fmla="*/ 3076820 h 6858000"/>
              <a:gd name="connsiteX259" fmla="*/ 5425627 w 7467600"/>
              <a:gd name="connsiteY259" fmla="*/ 2954192 h 6858000"/>
              <a:gd name="connsiteX260" fmla="*/ 5470770 w 7467600"/>
              <a:gd name="connsiteY260" fmla="*/ 3005435 h 6858000"/>
              <a:gd name="connsiteX261" fmla="*/ 5519779 w 7467600"/>
              <a:gd name="connsiteY261" fmla="*/ 4359223 h 6858000"/>
              <a:gd name="connsiteX262" fmla="*/ 5520293 w 7467600"/>
              <a:gd name="connsiteY262" fmla="*/ 4360602 h 6858000"/>
              <a:gd name="connsiteX263" fmla="*/ 5767221 w 7467600"/>
              <a:gd name="connsiteY263" fmla="*/ 4665564 h 6858000"/>
              <a:gd name="connsiteX264" fmla="*/ 6937169 w 7467600"/>
              <a:gd name="connsiteY264" fmla="*/ 4815941 h 6858000"/>
              <a:gd name="connsiteX265" fmla="*/ 6953922 w 7467600"/>
              <a:gd name="connsiteY265" fmla="*/ 4890068 h 6858000"/>
              <a:gd name="connsiteX266" fmla="*/ 6071359 w 7467600"/>
              <a:gd name="connsiteY266" fmla="*/ 4770770 h 6858000"/>
              <a:gd name="connsiteX267" fmla="*/ 6038839 w 7467600"/>
              <a:gd name="connsiteY267" fmla="*/ 4764474 h 6858000"/>
              <a:gd name="connsiteX268" fmla="*/ 6038706 w 7467600"/>
              <a:gd name="connsiteY268" fmla="*/ 4763847 h 6858000"/>
              <a:gd name="connsiteX269" fmla="*/ 6037784 w 7467600"/>
              <a:gd name="connsiteY269" fmla="*/ 4764270 h 6858000"/>
              <a:gd name="connsiteX270" fmla="*/ 6038839 w 7467600"/>
              <a:gd name="connsiteY270" fmla="*/ 4764474 h 6858000"/>
              <a:gd name="connsiteX271" fmla="*/ 6040338 w 7467600"/>
              <a:gd name="connsiteY271" fmla="*/ 4771418 h 6858000"/>
              <a:gd name="connsiteX272" fmla="*/ 6024488 w 7467600"/>
              <a:gd name="connsiteY272" fmla="*/ 4809903 h 6858000"/>
              <a:gd name="connsiteX273" fmla="*/ 5599771 w 7467600"/>
              <a:gd name="connsiteY273" fmla="*/ 5509652 h 6858000"/>
              <a:gd name="connsiteX274" fmla="*/ 5548843 w 7467600"/>
              <a:gd name="connsiteY274" fmla="*/ 5563845 h 6858000"/>
              <a:gd name="connsiteX275" fmla="*/ 5940952 w 7467600"/>
              <a:gd name="connsiteY275" fmla="*/ 6250028 h 6858000"/>
              <a:gd name="connsiteX276" fmla="*/ 6043441 w 7467600"/>
              <a:gd name="connsiteY276" fmla="*/ 6665847 h 6858000"/>
              <a:gd name="connsiteX277" fmla="*/ 6093432 w 7467600"/>
              <a:gd name="connsiteY277" fmla="*/ 6858000 h 6858000"/>
              <a:gd name="connsiteX278" fmla="*/ 6034344 w 7467600"/>
              <a:gd name="connsiteY278" fmla="*/ 6858000 h 6858000"/>
              <a:gd name="connsiteX279" fmla="*/ 6026679 w 7467600"/>
              <a:gd name="connsiteY279" fmla="*/ 6836959 h 6858000"/>
              <a:gd name="connsiteX280" fmla="*/ 5800441 w 7467600"/>
              <a:gd name="connsiteY280" fmla="*/ 6335286 h 6858000"/>
              <a:gd name="connsiteX281" fmla="*/ 5526562 w 7467600"/>
              <a:gd name="connsiteY281" fmla="*/ 5705388 h 6858000"/>
              <a:gd name="connsiteX282" fmla="*/ 5519640 w 7467600"/>
              <a:gd name="connsiteY282" fmla="*/ 5683774 h 6858000"/>
              <a:gd name="connsiteX283" fmla="*/ 5844559 w 7467600"/>
              <a:gd name="connsiteY283" fmla="*/ 6553349 h 6858000"/>
              <a:gd name="connsiteX284" fmla="*/ 5975994 w 7467600"/>
              <a:gd name="connsiteY284" fmla="*/ 6858000 h 6858000"/>
              <a:gd name="connsiteX285" fmla="*/ 5898547 w 7467600"/>
              <a:gd name="connsiteY285" fmla="*/ 6858000 h 6858000"/>
              <a:gd name="connsiteX286" fmla="*/ 5682041 w 7467600"/>
              <a:gd name="connsiteY286" fmla="*/ 6355860 h 6858000"/>
              <a:gd name="connsiteX287" fmla="*/ 5461758 w 7467600"/>
              <a:gd name="connsiteY287" fmla="*/ 5820220 h 6858000"/>
              <a:gd name="connsiteX288" fmla="*/ 5237282 w 7467600"/>
              <a:gd name="connsiteY288" fmla="*/ 6579086 h 6858000"/>
              <a:gd name="connsiteX289" fmla="*/ 5115009 w 7467600"/>
              <a:gd name="connsiteY289" fmla="*/ 6858000 h 6858000"/>
              <a:gd name="connsiteX290" fmla="*/ 5028074 w 7467600"/>
              <a:gd name="connsiteY290" fmla="*/ 6858000 h 6858000"/>
              <a:gd name="connsiteX291" fmla="*/ 5079508 w 7467600"/>
              <a:gd name="connsiteY291" fmla="*/ 6749074 h 6858000"/>
              <a:gd name="connsiteX292" fmla="*/ 5371846 w 7467600"/>
              <a:gd name="connsiteY292" fmla="*/ 5924413 h 6858000"/>
              <a:gd name="connsiteX293" fmla="*/ 5270512 w 7467600"/>
              <a:gd name="connsiteY293" fmla="*/ 6138975 h 6858000"/>
              <a:gd name="connsiteX294" fmla="*/ 5062409 w 7467600"/>
              <a:gd name="connsiteY294" fmla="*/ 6653544 h 6858000"/>
              <a:gd name="connsiteX295" fmla="*/ 5036628 w 7467600"/>
              <a:gd name="connsiteY295" fmla="*/ 6754247 h 6858000"/>
              <a:gd name="connsiteX296" fmla="*/ 5009112 w 7467600"/>
              <a:gd name="connsiteY296" fmla="*/ 6858000 h 6858000"/>
              <a:gd name="connsiteX297" fmla="*/ 4976679 w 7467600"/>
              <a:gd name="connsiteY297" fmla="*/ 6858000 h 6858000"/>
              <a:gd name="connsiteX298" fmla="*/ 5006537 w 7467600"/>
              <a:gd name="connsiteY298" fmla="*/ 6747068 h 6858000"/>
              <a:gd name="connsiteX299" fmla="*/ 5032723 w 7467600"/>
              <a:gd name="connsiteY299" fmla="*/ 6644957 h 6858000"/>
              <a:gd name="connsiteX300" fmla="*/ 5242949 w 7467600"/>
              <a:gd name="connsiteY300" fmla="*/ 6125175 h 6858000"/>
              <a:gd name="connsiteX301" fmla="*/ 5286321 w 7467600"/>
              <a:gd name="connsiteY301" fmla="*/ 6033555 h 6858000"/>
              <a:gd name="connsiteX302" fmla="*/ 5008210 w 7467600"/>
              <a:gd name="connsiteY302" fmla="*/ 6649194 h 6858000"/>
              <a:gd name="connsiteX303" fmla="*/ 4986321 w 7467600"/>
              <a:gd name="connsiteY303" fmla="*/ 6765687 h 6858000"/>
              <a:gd name="connsiteX304" fmla="*/ 4973474 w 7467600"/>
              <a:gd name="connsiteY304" fmla="*/ 6858000 h 6858000"/>
              <a:gd name="connsiteX305" fmla="*/ 4907178 w 7467600"/>
              <a:gd name="connsiteY305" fmla="*/ 6858000 h 6858000"/>
              <a:gd name="connsiteX306" fmla="*/ 4910810 w 7467600"/>
              <a:gd name="connsiteY306" fmla="*/ 6829660 h 6858000"/>
              <a:gd name="connsiteX307" fmla="*/ 4987461 w 7467600"/>
              <a:gd name="connsiteY307" fmla="*/ 6432994 h 6858000"/>
              <a:gd name="connsiteX308" fmla="*/ 5179262 w 7467600"/>
              <a:gd name="connsiteY308" fmla="*/ 6035044 h 6858000"/>
              <a:gd name="connsiteX309" fmla="*/ 4689678 w 7467600"/>
              <a:gd name="connsiteY309" fmla="*/ 6440241 h 6858000"/>
              <a:gd name="connsiteX310" fmla="*/ 4477543 w 7467600"/>
              <a:gd name="connsiteY310" fmla="*/ 6674836 h 6858000"/>
              <a:gd name="connsiteX311" fmla="*/ 4329957 w 7467600"/>
              <a:gd name="connsiteY311" fmla="*/ 6858000 h 6858000"/>
              <a:gd name="connsiteX312" fmla="*/ 4218595 w 7467600"/>
              <a:gd name="connsiteY312" fmla="*/ 6858000 h 6858000"/>
              <a:gd name="connsiteX313" fmla="*/ 4368888 w 7467600"/>
              <a:gd name="connsiteY313" fmla="*/ 6668412 h 6858000"/>
              <a:gd name="connsiteX314" fmla="*/ 4563091 w 7467600"/>
              <a:gd name="connsiteY314" fmla="*/ 6442508 h 6858000"/>
              <a:gd name="connsiteX315" fmla="*/ 5387324 w 7467600"/>
              <a:gd name="connsiteY315" fmla="*/ 5705830 h 6858000"/>
              <a:gd name="connsiteX316" fmla="*/ 5073620 w 7467600"/>
              <a:gd name="connsiteY316" fmla="*/ 5955437 h 6858000"/>
              <a:gd name="connsiteX317" fmla="*/ 4689789 w 7467600"/>
              <a:gd name="connsiteY317" fmla="*/ 6268382 h 6858000"/>
              <a:gd name="connsiteX318" fmla="*/ 4418722 w 7467600"/>
              <a:gd name="connsiteY318" fmla="*/ 6570886 h 6858000"/>
              <a:gd name="connsiteX319" fmla="*/ 4214944 w 7467600"/>
              <a:gd name="connsiteY319" fmla="*/ 6858000 h 6858000"/>
              <a:gd name="connsiteX320" fmla="*/ 4177898 w 7467600"/>
              <a:gd name="connsiteY320" fmla="*/ 6858000 h 6858000"/>
              <a:gd name="connsiteX321" fmla="*/ 4391597 w 7467600"/>
              <a:gd name="connsiteY321" fmla="*/ 6556370 h 6858000"/>
              <a:gd name="connsiteX322" fmla="*/ 4668889 w 7467600"/>
              <a:gd name="connsiteY322" fmla="*/ 6246399 h 6858000"/>
              <a:gd name="connsiteX323" fmla="*/ 5055427 w 7467600"/>
              <a:gd name="connsiteY323" fmla="*/ 5931476 h 6858000"/>
              <a:gd name="connsiteX324" fmla="*/ 5371814 w 7467600"/>
              <a:gd name="connsiteY324" fmla="*/ 5678975 h 6858000"/>
              <a:gd name="connsiteX325" fmla="*/ 4987918 w 7467600"/>
              <a:gd name="connsiteY325" fmla="*/ 5838701 h 6858000"/>
              <a:gd name="connsiteX326" fmla="*/ 4317146 w 7467600"/>
              <a:gd name="connsiteY326" fmla="*/ 6587716 h 6858000"/>
              <a:gd name="connsiteX327" fmla="*/ 4171627 w 7467600"/>
              <a:gd name="connsiteY327" fmla="*/ 6858000 h 6858000"/>
              <a:gd name="connsiteX328" fmla="*/ 4081585 w 7467600"/>
              <a:gd name="connsiteY328" fmla="*/ 6858000 h 6858000"/>
              <a:gd name="connsiteX329" fmla="*/ 4238603 w 7467600"/>
              <a:gd name="connsiteY329" fmla="*/ 6559341 h 6858000"/>
              <a:gd name="connsiteX330" fmla="*/ 4778333 w 7467600"/>
              <a:gd name="connsiteY330" fmla="*/ 5873626 h 6858000"/>
              <a:gd name="connsiteX331" fmla="*/ 5414185 w 7467600"/>
              <a:gd name="connsiteY331" fmla="*/ 5573882 h 6858000"/>
              <a:gd name="connsiteX332" fmla="*/ 5959648 w 7467600"/>
              <a:gd name="connsiteY332" fmla="*/ 4760797 h 6858000"/>
              <a:gd name="connsiteX333" fmla="*/ 5355019 w 7467600"/>
              <a:gd name="connsiteY333" fmla="*/ 4734672 h 6858000"/>
              <a:gd name="connsiteX334" fmla="*/ 5083565 w 7467600"/>
              <a:gd name="connsiteY334" fmla="*/ 5179121 h 6858000"/>
              <a:gd name="connsiteX335" fmla="*/ 4713577 w 7467600"/>
              <a:gd name="connsiteY335" fmla="*/ 5616803 h 6858000"/>
              <a:gd name="connsiteX336" fmla="*/ 3989559 w 7467600"/>
              <a:gd name="connsiteY336" fmla="*/ 6145945 h 6858000"/>
              <a:gd name="connsiteX337" fmla="*/ 3939824 w 7467600"/>
              <a:gd name="connsiteY337" fmla="*/ 6066900 h 6858000"/>
              <a:gd name="connsiteX338" fmla="*/ 4584537 w 7467600"/>
              <a:gd name="connsiteY338" fmla="*/ 5324826 h 6858000"/>
              <a:gd name="connsiteX339" fmla="*/ 5037105 w 7467600"/>
              <a:gd name="connsiteY339" fmla="*/ 5088765 h 6858000"/>
              <a:gd name="connsiteX340" fmla="*/ 5039930 w 7467600"/>
              <a:gd name="connsiteY340" fmla="*/ 5089585 h 6858000"/>
              <a:gd name="connsiteX341" fmla="*/ 5263764 w 7467600"/>
              <a:gd name="connsiteY341" fmla="*/ 4735525 h 6858000"/>
              <a:gd name="connsiteX342" fmla="*/ 4086300 w 7467600"/>
              <a:gd name="connsiteY342" fmla="*/ 4884599 h 6858000"/>
              <a:gd name="connsiteX343" fmla="*/ 4085485 w 7467600"/>
              <a:gd name="connsiteY343" fmla="*/ 4899070 h 6858000"/>
              <a:gd name="connsiteX344" fmla="*/ 3871915 w 7467600"/>
              <a:gd name="connsiteY344" fmla="*/ 5253645 h 6858000"/>
              <a:gd name="connsiteX345" fmla="*/ 3799374 w 7467600"/>
              <a:gd name="connsiteY345" fmla="*/ 5466127 h 6858000"/>
              <a:gd name="connsiteX346" fmla="*/ 3498850 w 7467600"/>
              <a:gd name="connsiteY346" fmla="*/ 6661888 h 6858000"/>
              <a:gd name="connsiteX347" fmla="*/ 3399216 w 7467600"/>
              <a:gd name="connsiteY347" fmla="*/ 6858000 h 6858000"/>
              <a:gd name="connsiteX348" fmla="*/ 3303688 w 7467600"/>
              <a:gd name="connsiteY348" fmla="*/ 6858000 h 6858000"/>
              <a:gd name="connsiteX349" fmla="*/ 3391774 w 7467600"/>
              <a:gd name="connsiteY349" fmla="*/ 6697181 h 6858000"/>
              <a:gd name="connsiteX350" fmla="*/ 3735540 w 7467600"/>
              <a:gd name="connsiteY350" fmla="*/ 5546923 h 6858000"/>
              <a:gd name="connsiteX351" fmla="*/ 3729438 w 7467600"/>
              <a:gd name="connsiteY351" fmla="*/ 5569058 h 6858000"/>
              <a:gd name="connsiteX352" fmla="*/ 3707782 w 7467600"/>
              <a:gd name="connsiteY352" fmla="*/ 5644908 h 6858000"/>
              <a:gd name="connsiteX353" fmla="*/ 3583827 w 7467600"/>
              <a:gd name="connsiteY353" fmla="*/ 6039215 h 6858000"/>
              <a:gd name="connsiteX354" fmla="*/ 3547861 w 7467600"/>
              <a:gd name="connsiteY354" fmla="*/ 6129609 h 6858000"/>
              <a:gd name="connsiteX355" fmla="*/ 3490905 w 7467600"/>
              <a:gd name="connsiteY355" fmla="*/ 6277660 h 6858000"/>
              <a:gd name="connsiteX356" fmla="*/ 3455859 w 7467600"/>
              <a:gd name="connsiteY356" fmla="*/ 6391301 h 6858000"/>
              <a:gd name="connsiteX357" fmla="*/ 3429112 w 7467600"/>
              <a:gd name="connsiteY357" fmla="*/ 6479469 h 6858000"/>
              <a:gd name="connsiteX358" fmla="*/ 3304862 w 7467600"/>
              <a:gd name="connsiteY358" fmla="*/ 6796476 h 6858000"/>
              <a:gd name="connsiteX359" fmla="*/ 3276071 w 7467600"/>
              <a:gd name="connsiteY359" fmla="*/ 6858000 h 6858000"/>
              <a:gd name="connsiteX360" fmla="*/ 3240805 w 7467600"/>
              <a:gd name="connsiteY360" fmla="*/ 6858000 h 6858000"/>
              <a:gd name="connsiteX361" fmla="*/ 3275917 w 7467600"/>
              <a:gd name="connsiteY361" fmla="*/ 6783192 h 6858000"/>
              <a:gd name="connsiteX362" fmla="*/ 3399358 w 7467600"/>
              <a:gd name="connsiteY362" fmla="*/ 6469011 h 6858000"/>
              <a:gd name="connsiteX363" fmla="*/ 3425650 w 7467600"/>
              <a:gd name="connsiteY363" fmla="*/ 6381333 h 6858000"/>
              <a:gd name="connsiteX364" fmla="*/ 3460661 w 7467600"/>
              <a:gd name="connsiteY364" fmla="*/ 6266763 h 6858000"/>
              <a:gd name="connsiteX365" fmla="*/ 3518021 w 7467600"/>
              <a:gd name="connsiteY365" fmla="*/ 6117298 h 6858000"/>
              <a:gd name="connsiteX366" fmla="*/ 3554035 w 7467600"/>
              <a:gd name="connsiteY366" fmla="*/ 6027832 h 6858000"/>
              <a:gd name="connsiteX367" fmla="*/ 3677174 w 7467600"/>
              <a:gd name="connsiteY367" fmla="*/ 5636351 h 6858000"/>
              <a:gd name="connsiteX368" fmla="*/ 3698819 w 7467600"/>
              <a:gd name="connsiteY368" fmla="*/ 5560503 h 6858000"/>
              <a:gd name="connsiteX369" fmla="*/ 3702094 w 7467600"/>
              <a:gd name="connsiteY369" fmla="*/ 5549194 h 6858000"/>
              <a:gd name="connsiteX370" fmla="*/ 3398355 w 7467600"/>
              <a:gd name="connsiteY370" fmla="*/ 6094603 h 6858000"/>
              <a:gd name="connsiteX371" fmla="*/ 3193941 w 7467600"/>
              <a:gd name="connsiteY371" fmla="*/ 6798775 h 6858000"/>
              <a:gd name="connsiteX372" fmla="*/ 3184140 w 7467600"/>
              <a:gd name="connsiteY372" fmla="*/ 6858000 h 6858000"/>
              <a:gd name="connsiteX373" fmla="*/ 3099978 w 7467600"/>
              <a:gd name="connsiteY373" fmla="*/ 6858000 h 6858000"/>
              <a:gd name="connsiteX374" fmla="*/ 3101556 w 7467600"/>
              <a:gd name="connsiteY374" fmla="*/ 6843337 h 6858000"/>
              <a:gd name="connsiteX375" fmla="*/ 3370162 w 7467600"/>
              <a:gd name="connsiteY375" fmla="*/ 5785550 h 6858000"/>
              <a:gd name="connsiteX376" fmla="*/ 3746477 w 7467600"/>
              <a:gd name="connsiteY376" fmla="*/ 5377889 h 6858000"/>
              <a:gd name="connsiteX377" fmla="*/ 3863399 w 7467600"/>
              <a:gd name="connsiteY377" fmla="*/ 5087257 h 6858000"/>
              <a:gd name="connsiteX378" fmla="*/ 3968712 w 7467600"/>
              <a:gd name="connsiteY378" fmla="*/ 4913989 h 6858000"/>
              <a:gd name="connsiteX379" fmla="*/ 2792390 w 7467600"/>
              <a:gd name="connsiteY379" fmla="*/ 5382974 h 6858000"/>
              <a:gd name="connsiteX380" fmla="*/ 2714982 w 7467600"/>
              <a:gd name="connsiteY380" fmla="*/ 5427051 h 6858000"/>
              <a:gd name="connsiteX381" fmla="*/ 2813361 w 7467600"/>
              <a:gd name="connsiteY381" fmla="*/ 6023912 h 6858000"/>
              <a:gd name="connsiteX382" fmla="*/ 2688430 w 7467600"/>
              <a:gd name="connsiteY382" fmla="*/ 6801564 h 6858000"/>
              <a:gd name="connsiteX383" fmla="*/ 2629626 w 7467600"/>
              <a:gd name="connsiteY383" fmla="*/ 6763394 h 6858000"/>
              <a:gd name="connsiteX384" fmla="*/ 2565328 w 7467600"/>
              <a:gd name="connsiteY384" fmla="*/ 5516399 h 6858000"/>
              <a:gd name="connsiteX385" fmla="*/ 1922999 w 7467600"/>
              <a:gd name="connsiteY385" fmla="*/ 5980343 h 6858000"/>
              <a:gd name="connsiteX386" fmla="*/ 1950261 w 7467600"/>
              <a:gd name="connsiteY386" fmla="*/ 6405858 h 6858000"/>
              <a:gd name="connsiteX387" fmla="*/ 2365554 w 7467600"/>
              <a:gd name="connsiteY387" fmla="*/ 6759107 h 6858000"/>
              <a:gd name="connsiteX388" fmla="*/ 2424142 w 7467600"/>
              <a:gd name="connsiteY388" fmla="*/ 6858000 h 6858000"/>
              <a:gd name="connsiteX389" fmla="*/ 2395994 w 7467600"/>
              <a:gd name="connsiteY389" fmla="*/ 6858000 h 6858000"/>
              <a:gd name="connsiteX390" fmla="*/ 2392863 w 7467600"/>
              <a:gd name="connsiteY390" fmla="*/ 6852964 h 6858000"/>
              <a:gd name="connsiteX391" fmla="*/ 2017589 w 7467600"/>
              <a:gd name="connsiteY391" fmla="*/ 6493982 h 6858000"/>
              <a:gd name="connsiteX392" fmla="*/ 2147336 w 7467600"/>
              <a:gd name="connsiteY392" fmla="*/ 6594052 h 6858000"/>
              <a:gd name="connsiteX393" fmla="*/ 2207047 w 7467600"/>
              <a:gd name="connsiteY393" fmla="*/ 6654540 h 6858000"/>
              <a:gd name="connsiteX394" fmla="*/ 2299106 w 7467600"/>
              <a:gd name="connsiteY394" fmla="*/ 6778931 h 6858000"/>
              <a:gd name="connsiteX395" fmla="*/ 2314430 w 7467600"/>
              <a:gd name="connsiteY395" fmla="*/ 6801144 h 6858000"/>
              <a:gd name="connsiteX396" fmla="*/ 2352406 w 7467600"/>
              <a:gd name="connsiteY396" fmla="*/ 6858000 h 6858000"/>
              <a:gd name="connsiteX397" fmla="*/ 2314492 w 7467600"/>
              <a:gd name="connsiteY397" fmla="*/ 6858000 h 6858000"/>
              <a:gd name="connsiteX398" fmla="*/ 2288095 w 7467600"/>
              <a:gd name="connsiteY398" fmla="*/ 6818030 h 6858000"/>
              <a:gd name="connsiteX399" fmla="*/ 2272768 w 7467600"/>
              <a:gd name="connsiteY399" fmla="*/ 6795822 h 6858000"/>
              <a:gd name="connsiteX400" fmla="*/ 2182715 w 7467600"/>
              <a:gd name="connsiteY400" fmla="*/ 6675071 h 6858000"/>
              <a:gd name="connsiteX401" fmla="*/ 2032061 w 7467600"/>
              <a:gd name="connsiteY401" fmla="*/ 6541380 h 6858000"/>
              <a:gd name="connsiteX402" fmla="*/ 2257220 w 7467600"/>
              <a:gd name="connsiteY402" fmla="*/ 6826257 h 6858000"/>
              <a:gd name="connsiteX403" fmla="*/ 2281324 w 7467600"/>
              <a:gd name="connsiteY403" fmla="*/ 6858000 h 6858000"/>
              <a:gd name="connsiteX404" fmla="*/ 2242860 w 7467600"/>
              <a:gd name="connsiteY404" fmla="*/ 6858000 h 6858000"/>
              <a:gd name="connsiteX405" fmla="*/ 2232818 w 7467600"/>
              <a:gd name="connsiteY405" fmla="*/ 6844926 h 6858000"/>
              <a:gd name="connsiteX406" fmla="*/ 1990172 w 7467600"/>
              <a:gd name="connsiteY406" fmla="*/ 6542121 h 6858000"/>
              <a:gd name="connsiteX407" fmla="*/ 2124090 w 7467600"/>
              <a:gd name="connsiteY407" fmla="*/ 6761017 h 6858000"/>
              <a:gd name="connsiteX408" fmla="*/ 2200380 w 7467600"/>
              <a:gd name="connsiteY408" fmla="*/ 6858000 h 6858000"/>
              <a:gd name="connsiteX409" fmla="*/ 2147507 w 7467600"/>
              <a:gd name="connsiteY409" fmla="*/ 6858000 h 6858000"/>
              <a:gd name="connsiteX410" fmla="*/ 2070668 w 7467600"/>
              <a:gd name="connsiteY410" fmla="*/ 6761520 h 6858000"/>
              <a:gd name="connsiteX411" fmla="*/ 1975142 w 7467600"/>
              <a:gd name="connsiteY411" fmla="*/ 6585570 h 6858000"/>
              <a:gd name="connsiteX412" fmla="*/ 2050035 w 7467600"/>
              <a:gd name="connsiteY412" fmla="*/ 6813345 h 6858000"/>
              <a:gd name="connsiteX413" fmla="*/ 2063025 w 7467600"/>
              <a:gd name="connsiteY413" fmla="*/ 6858000 h 6858000"/>
              <a:gd name="connsiteX414" fmla="*/ 2021675 w 7467600"/>
              <a:gd name="connsiteY414" fmla="*/ 6858000 h 6858000"/>
              <a:gd name="connsiteX415" fmla="*/ 2019308 w 7467600"/>
              <a:gd name="connsiteY415" fmla="*/ 6847118 h 6858000"/>
              <a:gd name="connsiteX416" fmla="*/ 1938835 w 7467600"/>
              <a:gd name="connsiteY416" fmla="*/ 6551160 h 6858000"/>
              <a:gd name="connsiteX417" fmla="*/ 1953230 w 7467600"/>
              <a:gd name="connsiteY417" fmla="*/ 6759699 h 6858000"/>
              <a:gd name="connsiteX418" fmla="*/ 1956763 w 7467600"/>
              <a:gd name="connsiteY418" fmla="*/ 6778191 h 6858000"/>
              <a:gd name="connsiteX419" fmla="*/ 1967925 w 7467600"/>
              <a:gd name="connsiteY419" fmla="*/ 6858000 h 6858000"/>
              <a:gd name="connsiteX420" fmla="*/ 1936622 w 7467600"/>
              <a:gd name="connsiteY420" fmla="*/ 6858000 h 6858000"/>
              <a:gd name="connsiteX421" fmla="*/ 1926261 w 7467600"/>
              <a:gd name="connsiteY421" fmla="*/ 6784064 h 6858000"/>
              <a:gd name="connsiteX422" fmla="*/ 1922724 w 7467600"/>
              <a:gd name="connsiteY422" fmla="*/ 6765577 h 6858000"/>
              <a:gd name="connsiteX423" fmla="*/ 1904650 w 7467600"/>
              <a:gd name="connsiteY423" fmla="*/ 6639616 h 6858000"/>
              <a:gd name="connsiteX424" fmla="*/ 1885273 w 7467600"/>
              <a:gd name="connsiteY424" fmla="*/ 6858000 h 6858000"/>
              <a:gd name="connsiteX425" fmla="*/ 1854363 w 7467600"/>
              <a:gd name="connsiteY425" fmla="*/ 6858000 h 6858000"/>
              <a:gd name="connsiteX426" fmla="*/ 1880391 w 7467600"/>
              <a:gd name="connsiteY426" fmla="*/ 6603796 h 6858000"/>
              <a:gd name="connsiteX427" fmla="*/ 1818273 w 7467600"/>
              <a:gd name="connsiteY427" fmla="*/ 6715729 h 6858000"/>
              <a:gd name="connsiteX428" fmla="*/ 1794691 w 7467600"/>
              <a:gd name="connsiteY428" fmla="*/ 6843239 h 6858000"/>
              <a:gd name="connsiteX429" fmla="*/ 1794914 w 7467600"/>
              <a:gd name="connsiteY429" fmla="*/ 6858000 h 6858000"/>
              <a:gd name="connsiteX430" fmla="*/ 1746128 w 7467600"/>
              <a:gd name="connsiteY430" fmla="*/ 6858000 h 6858000"/>
              <a:gd name="connsiteX431" fmla="*/ 1753934 w 7467600"/>
              <a:gd name="connsiteY431" fmla="*/ 6724796 h 6858000"/>
              <a:gd name="connsiteX432" fmla="*/ 1792053 w 7467600"/>
              <a:gd name="connsiteY432" fmla="*/ 6572396 h 6858000"/>
              <a:gd name="connsiteX433" fmla="*/ 1862248 w 7467600"/>
              <a:gd name="connsiteY433" fmla="*/ 6266397 h 6858000"/>
              <a:gd name="connsiteX434" fmla="*/ 1862250 w 7467600"/>
              <a:gd name="connsiteY434" fmla="*/ 6033531 h 6858000"/>
              <a:gd name="connsiteX435" fmla="*/ 1211999 w 7467600"/>
              <a:gd name="connsiteY435" fmla="*/ 6683610 h 6858000"/>
              <a:gd name="connsiteX436" fmla="*/ 1213266 w 7467600"/>
              <a:gd name="connsiteY436" fmla="*/ 6691947 h 6858000"/>
              <a:gd name="connsiteX437" fmla="*/ 1203370 w 7467600"/>
              <a:gd name="connsiteY437" fmla="*/ 6850676 h 6858000"/>
              <a:gd name="connsiteX438" fmla="*/ 1203671 w 7467600"/>
              <a:gd name="connsiteY438" fmla="*/ 6858000 h 6858000"/>
              <a:gd name="connsiteX439" fmla="*/ 1143180 w 7467600"/>
              <a:gd name="connsiteY439" fmla="*/ 6858000 h 6858000"/>
              <a:gd name="connsiteX440" fmla="*/ 1142176 w 7467600"/>
              <a:gd name="connsiteY440" fmla="*/ 6766045 h 6858000"/>
              <a:gd name="connsiteX441" fmla="*/ 1067484 w 7467600"/>
              <a:gd name="connsiteY441" fmla="*/ 6858000 h 6858000"/>
              <a:gd name="connsiteX442" fmla="*/ 953928 w 7467600"/>
              <a:gd name="connsiteY442" fmla="*/ 6858000 h 6858000"/>
              <a:gd name="connsiteX443" fmla="*/ 959715 w 7467600"/>
              <a:gd name="connsiteY443" fmla="*/ 6850185 h 6858000"/>
              <a:gd name="connsiteX444" fmla="*/ 1483788 w 7467600"/>
              <a:gd name="connsiteY444" fmla="*/ 6259174 h 6858000"/>
              <a:gd name="connsiteX445" fmla="*/ 1100671 w 7467600"/>
              <a:gd name="connsiteY445" fmla="*/ 6252137 h 6858000"/>
              <a:gd name="connsiteX446" fmla="*/ 1090144 w 7467600"/>
              <a:gd name="connsiteY446" fmla="*/ 6256748 h 6858000"/>
              <a:gd name="connsiteX447" fmla="*/ 1095872 w 7467600"/>
              <a:gd name="connsiteY447" fmla="*/ 6271892 h 6858000"/>
              <a:gd name="connsiteX448" fmla="*/ 262785 w 7467600"/>
              <a:gd name="connsiteY448" fmla="*/ 6845450 h 6858000"/>
              <a:gd name="connsiteX449" fmla="*/ 209968 w 7467600"/>
              <a:gd name="connsiteY449" fmla="*/ 6770713 h 6858000"/>
              <a:gd name="connsiteX450" fmla="*/ 873460 w 7467600"/>
              <a:gd name="connsiteY450" fmla="*/ 6253768 h 6858000"/>
              <a:gd name="connsiteX451" fmla="*/ 192686 w 7467600"/>
              <a:gd name="connsiteY451" fmla="*/ 5849257 h 6858000"/>
              <a:gd name="connsiteX452" fmla="*/ 4696 w 7467600"/>
              <a:gd name="connsiteY452" fmla="*/ 5697668 h 6858000"/>
              <a:gd name="connsiteX453" fmla="*/ 0 w 7467600"/>
              <a:gd name="connsiteY453" fmla="*/ 5689984 h 6858000"/>
              <a:gd name="connsiteX454" fmla="*/ 0 w 7467600"/>
              <a:gd name="connsiteY454" fmla="*/ 5513472 h 6858000"/>
              <a:gd name="connsiteX455" fmla="*/ 174101 w 7467600"/>
              <a:gd name="connsiteY455" fmla="*/ 5620277 h 6858000"/>
              <a:gd name="connsiteX456" fmla="*/ 891800 w 7467600"/>
              <a:gd name="connsiteY456" fmla="*/ 6036935 h 6858000"/>
              <a:gd name="connsiteX457" fmla="*/ 1072219 w 7467600"/>
              <a:gd name="connsiteY457" fmla="*/ 6169443 h 6858000"/>
              <a:gd name="connsiteX458" fmla="*/ 1074117 w 7467600"/>
              <a:gd name="connsiteY458" fmla="*/ 6170301 h 6858000"/>
              <a:gd name="connsiteX459" fmla="*/ 1083114 w 7467600"/>
              <a:gd name="connsiteY459" fmla="*/ 6174131 h 6858000"/>
              <a:gd name="connsiteX460" fmla="*/ 1543010 w 7467600"/>
              <a:gd name="connsiteY460" fmla="*/ 6191140 h 6858000"/>
              <a:gd name="connsiteX461" fmla="*/ 1551080 w 7467600"/>
              <a:gd name="connsiteY461" fmla="*/ 6195006 h 6858000"/>
              <a:gd name="connsiteX462" fmla="*/ 2345443 w 7467600"/>
              <a:gd name="connsiteY462" fmla="*/ 5549882 h 6858000"/>
              <a:gd name="connsiteX463" fmla="*/ 1721499 w 7467600"/>
              <a:gd name="connsiteY463" fmla="*/ 5599969 h 6858000"/>
              <a:gd name="connsiteX464" fmla="*/ 767716 w 7467600"/>
              <a:gd name="connsiteY464" fmla="*/ 5472768 h 6858000"/>
              <a:gd name="connsiteX465" fmla="*/ 722147 w 7467600"/>
              <a:gd name="connsiteY465" fmla="*/ 5393091 h 6858000"/>
              <a:gd name="connsiteX466" fmla="*/ 1485552 w 7467600"/>
              <a:gd name="connsiteY466" fmla="*/ 5313202 h 6858000"/>
              <a:gd name="connsiteX467" fmla="*/ 2143004 w 7467600"/>
              <a:gd name="connsiteY467" fmla="*/ 5402420 h 6858000"/>
              <a:gd name="connsiteX468" fmla="*/ 1933391 w 7467600"/>
              <a:gd name="connsiteY468" fmla="*/ 5156971 h 6858000"/>
              <a:gd name="connsiteX469" fmla="*/ 1827118 w 7467600"/>
              <a:gd name="connsiteY469" fmla="*/ 4968410 h 6858000"/>
              <a:gd name="connsiteX470" fmla="*/ 1837349 w 7467600"/>
              <a:gd name="connsiteY470" fmla="*/ 4956357 h 6858000"/>
              <a:gd name="connsiteX471" fmla="*/ 2162835 w 7467600"/>
              <a:gd name="connsiteY471" fmla="*/ 5187853 h 6858000"/>
              <a:gd name="connsiteX472" fmla="*/ 2257167 w 7467600"/>
              <a:gd name="connsiteY472" fmla="*/ 5462123 h 6858000"/>
              <a:gd name="connsiteX473" fmla="*/ 2261598 w 7467600"/>
              <a:gd name="connsiteY473" fmla="*/ 5467998 h 6858000"/>
              <a:gd name="connsiteX474" fmla="*/ 2437177 w 7467600"/>
              <a:gd name="connsiteY474" fmla="*/ 5479608 h 6858000"/>
              <a:gd name="connsiteX475" fmla="*/ 2445247 w 7467600"/>
              <a:gd name="connsiteY475" fmla="*/ 5483476 h 6858000"/>
              <a:gd name="connsiteX476" fmla="*/ 2743626 w 7467600"/>
              <a:gd name="connsiteY476" fmla="*/ 5304819 h 6858000"/>
              <a:gd name="connsiteX477" fmla="*/ 3048102 w 7467600"/>
              <a:gd name="connsiteY477" fmla="*/ 5150595 h 6858000"/>
              <a:gd name="connsiteX478" fmla="*/ 1799414 w 7467600"/>
              <a:gd name="connsiteY478" fmla="*/ 4694732 h 6858000"/>
              <a:gd name="connsiteX479" fmla="*/ 1771735 w 7467600"/>
              <a:gd name="connsiteY479" fmla="*/ 4619929 h 6858000"/>
              <a:gd name="connsiteX480" fmla="*/ 3104273 w 7467600"/>
              <a:gd name="connsiteY480" fmla="*/ 5076159 h 6858000"/>
              <a:gd name="connsiteX481" fmla="*/ 3113245 w 7467600"/>
              <a:gd name="connsiteY481" fmla="*/ 5090705 h 6858000"/>
              <a:gd name="connsiteX482" fmla="*/ 3126294 w 7467600"/>
              <a:gd name="connsiteY482" fmla="*/ 5114400 h 6858000"/>
              <a:gd name="connsiteX483" fmla="*/ 3937433 w 7467600"/>
              <a:gd name="connsiteY483" fmla="*/ 4830473 h 6858000"/>
              <a:gd name="connsiteX484" fmla="*/ 3590475 w 7467600"/>
              <a:gd name="connsiteY484" fmla="*/ 4597974 h 6858000"/>
              <a:gd name="connsiteX485" fmla="*/ 3100264 w 7467600"/>
              <a:gd name="connsiteY485" fmla="*/ 4579845 h 6858000"/>
              <a:gd name="connsiteX486" fmla="*/ 2183576 w 7467600"/>
              <a:gd name="connsiteY486" fmla="*/ 4227150 h 6858000"/>
              <a:gd name="connsiteX487" fmla="*/ 2151029 w 7467600"/>
              <a:gd name="connsiteY487" fmla="*/ 4146947 h 6858000"/>
              <a:gd name="connsiteX488" fmla="*/ 3563434 w 7467600"/>
              <a:gd name="connsiteY488" fmla="*/ 4469115 h 6858000"/>
              <a:gd name="connsiteX489" fmla="*/ 3177952 w 7467600"/>
              <a:gd name="connsiteY489" fmla="*/ 3657386 h 6858000"/>
              <a:gd name="connsiteX490" fmla="*/ 3189263 w 7467600"/>
              <a:gd name="connsiteY490" fmla="*/ 3625726 h 6858000"/>
              <a:gd name="connsiteX491" fmla="*/ 3560912 w 7467600"/>
              <a:gd name="connsiteY491" fmla="*/ 4079863 h 6858000"/>
              <a:gd name="connsiteX492" fmla="*/ 3626636 w 7467600"/>
              <a:gd name="connsiteY492" fmla="*/ 4512230 h 6858000"/>
              <a:gd name="connsiteX493" fmla="*/ 3653088 w 7467600"/>
              <a:gd name="connsiteY493" fmla="*/ 4521417 h 6858000"/>
              <a:gd name="connsiteX494" fmla="*/ 3988128 w 7467600"/>
              <a:gd name="connsiteY494" fmla="*/ 4817267 h 6858000"/>
              <a:gd name="connsiteX495" fmla="*/ 4830582 w 7467600"/>
              <a:gd name="connsiteY495" fmla="*/ 4676000 h 6858000"/>
              <a:gd name="connsiteX496" fmla="*/ 4830100 w 7467600"/>
              <a:gd name="connsiteY496" fmla="*/ 4675554 h 6858000"/>
              <a:gd name="connsiteX497" fmla="*/ 4036318 w 7467600"/>
              <a:gd name="connsiteY497" fmla="*/ 4147013 h 6858000"/>
              <a:gd name="connsiteX498" fmla="*/ 3432098 w 7467600"/>
              <a:gd name="connsiteY498" fmla="*/ 3537312 h 6858000"/>
              <a:gd name="connsiteX499" fmla="*/ 3446761 w 7467600"/>
              <a:gd name="connsiteY499" fmla="*/ 3461278 h 6858000"/>
              <a:gd name="connsiteX500" fmla="*/ 4419733 w 7467600"/>
              <a:gd name="connsiteY500" fmla="*/ 3963555 h 6858000"/>
              <a:gd name="connsiteX501" fmla="*/ 4781371 w 7467600"/>
              <a:gd name="connsiteY501" fmla="*/ 4458604 h 6858000"/>
              <a:gd name="connsiteX502" fmla="*/ 4780440 w 7467600"/>
              <a:gd name="connsiteY502" fmla="*/ 4470290 h 6858000"/>
              <a:gd name="connsiteX503" fmla="*/ 4898954 w 7467600"/>
              <a:gd name="connsiteY503" fmla="*/ 4662092 h 6858000"/>
              <a:gd name="connsiteX504" fmla="*/ 4900699 w 7467600"/>
              <a:gd name="connsiteY504" fmla="*/ 4670867 h 6858000"/>
              <a:gd name="connsiteX505" fmla="*/ 5714511 w 7467600"/>
              <a:gd name="connsiteY505" fmla="*/ 4663483 h 6858000"/>
              <a:gd name="connsiteX506" fmla="*/ 5464793 w 7467600"/>
              <a:gd name="connsiteY506" fmla="*/ 4393556 h 6858000"/>
              <a:gd name="connsiteX507" fmla="*/ 5461897 w 7467600"/>
              <a:gd name="connsiteY507" fmla="*/ 4390879 h 6858000"/>
              <a:gd name="connsiteX508" fmla="*/ 4294126 w 7467600"/>
              <a:gd name="connsiteY508" fmla="*/ 3303048 h 6858000"/>
              <a:gd name="connsiteX509" fmla="*/ 4305321 w 7467600"/>
              <a:gd name="connsiteY509" fmla="*/ 3256953 h 6858000"/>
              <a:gd name="connsiteX510" fmla="*/ 4949299 w 7467600"/>
              <a:gd name="connsiteY510" fmla="*/ 3766336 h 6858000"/>
              <a:gd name="connsiteX511" fmla="*/ 5291452 w 7467600"/>
              <a:gd name="connsiteY511" fmla="*/ 4076801 h 6858000"/>
              <a:gd name="connsiteX512" fmla="*/ 5434998 w 7467600"/>
              <a:gd name="connsiteY512" fmla="*/ 4254100 h 6858000"/>
              <a:gd name="connsiteX513" fmla="*/ 5351015 w 7467600"/>
              <a:gd name="connsiteY513" fmla="*/ 3760989 h 6858000"/>
              <a:gd name="connsiteX514" fmla="*/ 5413780 w 7467600"/>
              <a:gd name="connsiteY514" fmla="*/ 2966265 h 6858000"/>
              <a:gd name="connsiteX515" fmla="*/ 5425627 w 7467600"/>
              <a:gd name="connsiteY515" fmla="*/ 2954192 h 6858000"/>
              <a:gd name="connsiteX516" fmla="*/ 6604735 w 7467600"/>
              <a:gd name="connsiteY516" fmla="*/ 2041381 h 6858000"/>
              <a:gd name="connsiteX517" fmla="*/ 7204487 w 7467600"/>
              <a:gd name="connsiteY517" fmla="*/ 2742112 h 6858000"/>
              <a:gd name="connsiteX518" fmla="*/ 7131592 w 7467600"/>
              <a:gd name="connsiteY518" fmla="*/ 2672096 h 6858000"/>
              <a:gd name="connsiteX519" fmla="*/ 6996344 w 7467600"/>
              <a:gd name="connsiteY519" fmla="*/ 2518310 h 6858000"/>
              <a:gd name="connsiteX520" fmla="*/ 6735495 w 7467600"/>
              <a:gd name="connsiteY520" fmla="*/ 2196890 h 6858000"/>
              <a:gd name="connsiteX521" fmla="*/ 6721901 w 7467600"/>
              <a:gd name="connsiteY521" fmla="*/ 2179274 h 6858000"/>
              <a:gd name="connsiteX522" fmla="*/ 6604735 w 7467600"/>
              <a:gd name="connsiteY522" fmla="*/ 2041381 h 6858000"/>
              <a:gd name="connsiteX523" fmla="*/ 6591670 w 7467600"/>
              <a:gd name="connsiteY523" fmla="*/ 1988277 h 6858000"/>
              <a:gd name="connsiteX524" fmla="*/ 6747349 w 7467600"/>
              <a:gd name="connsiteY524" fmla="*/ 2160069 h 6858000"/>
              <a:gd name="connsiteX525" fmla="*/ 6760943 w 7467600"/>
              <a:gd name="connsiteY525" fmla="*/ 2177686 h 6858000"/>
              <a:gd name="connsiteX526" fmla="*/ 7021065 w 7467600"/>
              <a:gd name="connsiteY526" fmla="*/ 2498102 h 6858000"/>
              <a:gd name="connsiteX527" fmla="*/ 7155223 w 7467600"/>
              <a:gd name="connsiteY527" fmla="*/ 2650386 h 6858000"/>
              <a:gd name="connsiteX528" fmla="*/ 7203167 w 7467600"/>
              <a:gd name="connsiteY528" fmla="*/ 2697288 h 6858000"/>
              <a:gd name="connsiteX529" fmla="*/ 6937703 w 7467600"/>
              <a:gd name="connsiteY529" fmla="*/ 2321981 h 6858000"/>
              <a:gd name="connsiteX530" fmla="*/ 6591670 w 7467600"/>
              <a:gd name="connsiteY530" fmla="*/ 1988277 h 6858000"/>
              <a:gd name="connsiteX531" fmla="*/ 5798671 w 7467600"/>
              <a:gd name="connsiteY531" fmla="*/ 1981601 h 6858000"/>
              <a:gd name="connsiteX532" fmla="*/ 5754709 w 7467600"/>
              <a:gd name="connsiteY532" fmla="*/ 2071454 h 6858000"/>
              <a:gd name="connsiteX533" fmla="*/ 5763044 w 7467600"/>
              <a:gd name="connsiteY533" fmla="*/ 2842206 h 6858000"/>
              <a:gd name="connsiteX534" fmla="*/ 5764974 w 7467600"/>
              <a:gd name="connsiteY534" fmla="*/ 2799609 h 6858000"/>
              <a:gd name="connsiteX535" fmla="*/ 5767665 w 7467600"/>
              <a:gd name="connsiteY535" fmla="*/ 2666409 h 6858000"/>
              <a:gd name="connsiteX536" fmla="*/ 5763055 w 7467600"/>
              <a:gd name="connsiteY536" fmla="*/ 2579705 h 6858000"/>
              <a:gd name="connsiteX537" fmla="*/ 5758079 w 7467600"/>
              <a:gd name="connsiteY537" fmla="*/ 2492508 h 6858000"/>
              <a:gd name="connsiteX538" fmla="*/ 5779325 w 7467600"/>
              <a:gd name="connsiteY538" fmla="*/ 2197069 h 6858000"/>
              <a:gd name="connsiteX539" fmla="*/ 5798671 w 7467600"/>
              <a:gd name="connsiteY539" fmla="*/ 1981601 h 6858000"/>
              <a:gd name="connsiteX540" fmla="*/ 5829202 w 7467600"/>
              <a:gd name="connsiteY540" fmla="*/ 1971679 h 6858000"/>
              <a:gd name="connsiteX541" fmla="*/ 5809558 w 7467600"/>
              <a:gd name="connsiteY541" fmla="*/ 2198043 h 6858000"/>
              <a:gd name="connsiteX542" fmla="*/ 5788653 w 7467600"/>
              <a:gd name="connsiteY542" fmla="*/ 2489430 h 6858000"/>
              <a:gd name="connsiteX543" fmla="*/ 5793439 w 7467600"/>
              <a:gd name="connsiteY543" fmla="*/ 2575235 h 6858000"/>
              <a:gd name="connsiteX544" fmla="*/ 5796837 w 7467600"/>
              <a:gd name="connsiteY544" fmla="*/ 2637633 h 6858000"/>
              <a:gd name="connsiteX545" fmla="*/ 5818614 w 7467600"/>
              <a:gd name="connsiteY545" fmla="*/ 2473055 h 6858000"/>
              <a:gd name="connsiteX546" fmla="*/ 5829202 w 7467600"/>
              <a:gd name="connsiteY546" fmla="*/ 1971679 h 6858000"/>
              <a:gd name="connsiteX547" fmla="*/ 5911389 w 7467600"/>
              <a:gd name="connsiteY547" fmla="*/ 1898371 h 6858000"/>
              <a:gd name="connsiteX548" fmla="*/ 6237627 w 7467600"/>
              <a:gd name="connsiteY548" fmla="*/ 2231921 h 6858000"/>
              <a:gd name="connsiteX549" fmla="*/ 5911389 w 7467600"/>
              <a:gd name="connsiteY549" fmla="*/ 1898371 h 6858000"/>
              <a:gd name="connsiteX550" fmla="*/ 6944437 w 7467600"/>
              <a:gd name="connsiteY550" fmla="*/ 1575402 h 6858000"/>
              <a:gd name="connsiteX551" fmla="*/ 6304730 w 7467600"/>
              <a:gd name="connsiteY551" fmla="*/ 1766654 h 6858000"/>
              <a:gd name="connsiteX552" fmla="*/ 6944437 w 7467600"/>
              <a:gd name="connsiteY552" fmla="*/ 1575402 h 6858000"/>
              <a:gd name="connsiteX553" fmla="*/ 7019523 w 7467600"/>
              <a:gd name="connsiteY553" fmla="*/ 1519450 h 6858000"/>
              <a:gd name="connsiteX554" fmla="*/ 6298091 w 7467600"/>
              <a:gd name="connsiteY554" fmla="*/ 1737122 h 6858000"/>
              <a:gd name="connsiteX555" fmla="*/ 7019523 w 7467600"/>
              <a:gd name="connsiteY555" fmla="*/ 1519450 h 6858000"/>
              <a:gd name="connsiteX556" fmla="*/ 2399523 w 7467600"/>
              <a:gd name="connsiteY556" fmla="*/ 1428234 h 6858000"/>
              <a:gd name="connsiteX557" fmla="*/ 2224982 w 7467600"/>
              <a:gd name="connsiteY557" fmla="*/ 1826201 h 6858000"/>
              <a:gd name="connsiteX558" fmla="*/ 2096099 w 7467600"/>
              <a:gd name="connsiteY558" fmla="*/ 2345900 h 6858000"/>
              <a:gd name="connsiteX559" fmla="*/ 2283317 w 7467600"/>
              <a:gd name="connsiteY559" fmla="*/ 1796925 h 6858000"/>
              <a:gd name="connsiteX560" fmla="*/ 2399523 w 7467600"/>
              <a:gd name="connsiteY560" fmla="*/ 1428234 h 6858000"/>
              <a:gd name="connsiteX561" fmla="*/ 2448558 w 7467600"/>
              <a:gd name="connsiteY561" fmla="*/ 1373435 h 6858000"/>
              <a:gd name="connsiteX562" fmla="*/ 2312521 w 7467600"/>
              <a:gd name="connsiteY562" fmla="*/ 1806140 h 6858000"/>
              <a:gd name="connsiteX563" fmla="*/ 2127533 w 7467600"/>
              <a:gd name="connsiteY563" fmla="*/ 2348380 h 6858000"/>
              <a:gd name="connsiteX564" fmla="*/ 2358080 w 7467600"/>
              <a:gd name="connsiteY564" fmla="*/ 1866134 h 6858000"/>
              <a:gd name="connsiteX565" fmla="*/ 2407436 w 7467600"/>
              <a:gd name="connsiteY565" fmla="*/ 1651070 h 6858000"/>
              <a:gd name="connsiteX566" fmla="*/ 2448558 w 7467600"/>
              <a:gd name="connsiteY566" fmla="*/ 1373435 h 6858000"/>
              <a:gd name="connsiteX567" fmla="*/ 278707 w 7467600"/>
              <a:gd name="connsiteY567" fmla="*/ 1352270 h 6858000"/>
              <a:gd name="connsiteX568" fmla="*/ 321570 w 7467600"/>
              <a:gd name="connsiteY568" fmla="*/ 1861610 h 6858000"/>
              <a:gd name="connsiteX569" fmla="*/ 294281 w 7467600"/>
              <a:gd name="connsiteY569" fmla="*/ 1440658 h 6858000"/>
              <a:gd name="connsiteX570" fmla="*/ 278707 w 7467600"/>
              <a:gd name="connsiteY570" fmla="*/ 1352270 h 6858000"/>
              <a:gd name="connsiteX571" fmla="*/ 1423821 w 7467600"/>
              <a:gd name="connsiteY571" fmla="*/ 1351958 h 6858000"/>
              <a:gd name="connsiteX572" fmla="*/ 1638521 w 7467600"/>
              <a:gd name="connsiteY572" fmla="*/ 1908470 h 6858000"/>
              <a:gd name="connsiteX573" fmla="*/ 1754199 w 7467600"/>
              <a:gd name="connsiteY573" fmla="*/ 2149284 h 6858000"/>
              <a:gd name="connsiteX574" fmla="*/ 1908359 w 7467600"/>
              <a:gd name="connsiteY574" fmla="*/ 2364988 h 6858000"/>
              <a:gd name="connsiteX575" fmla="*/ 1647661 w 7467600"/>
              <a:gd name="connsiteY575" fmla="*/ 1825945 h 6858000"/>
              <a:gd name="connsiteX576" fmla="*/ 1423821 w 7467600"/>
              <a:gd name="connsiteY576" fmla="*/ 1351958 h 6858000"/>
              <a:gd name="connsiteX577" fmla="*/ 1431890 w 7467600"/>
              <a:gd name="connsiteY577" fmla="*/ 1306475 h 6858000"/>
              <a:gd name="connsiteX578" fmla="*/ 1507597 w 7467600"/>
              <a:gd name="connsiteY578" fmla="*/ 1446132 h 6858000"/>
              <a:gd name="connsiteX579" fmla="*/ 1674586 w 7467600"/>
              <a:gd name="connsiteY579" fmla="*/ 1813832 h 6858000"/>
              <a:gd name="connsiteX580" fmla="*/ 1815950 w 7467600"/>
              <a:gd name="connsiteY580" fmla="*/ 2128564 h 6858000"/>
              <a:gd name="connsiteX581" fmla="*/ 1984242 w 7467600"/>
              <a:gd name="connsiteY581" fmla="*/ 2430829 h 6858000"/>
              <a:gd name="connsiteX582" fmla="*/ 2014023 w 7467600"/>
              <a:gd name="connsiteY582" fmla="*/ 2450995 h 6858000"/>
              <a:gd name="connsiteX583" fmla="*/ 1747337 w 7467600"/>
              <a:gd name="connsiteY583" fmla="*/ 1855264 h 6858000"/>
              <a:gd name="connsiteX584" fmla="*/ 1533749 w 7467600"/>
              <a:gd name="connsiteY584" fmla="*/ 1478656 h 6858000"/>
              <a:gd name="connsiteX585" fmla="*/ 1431890 w 7467600"/>
              <a:gd name="connsiteY585" fmla="*/ 1306475 h 6858000"/>
              <a:gd name="connsiteX586" fmla="*/ 5052692 w 7467600"/>
              <a:gd name="connsiteY586" fmla="*/ 1292994 h 6858000"/>
              <a:gd name="connsiteX587" fmla="*/ 5200661 w 7467600"/>
              <a:gd name="connsiteY587" fmla="*/ 1635186 h 6858000"/>
              <a:gd name="connsiteX588" fmla="*/ 5297138 w 7467600"/>
              <a:gd name="connsiteY588" fmla="*/ 1906351 h 6858000"/>
              <a:gd name="connsiteX589" fmla="*/ 5052692 w 7467600"/>
              <a:gd name="connsiteY589" fmla="*/ 1292994 h 6858000"/>
              <a:gd name="connsiteX590" fmla="*/ 5009948 w 7467600"/>
              <a:gd name="connsiteY590" fmla="*/ 1273619 h 6858000"/>
              <a:gd name="connsiteX591" fmla="*/ 5121777 w 7467600"/>
              <a:gd name="connsiteY591" fmla="*/ 1654213 h 6858000"/>
              <a:gd name="connsiteX592" fmla="*/ 5293545 w 7467600"/>
              <a:gd name="connsiteY592" fmla="*/ 2072247 h 6858000"/>
              <a:gd name="connsiteX593" fmla="*/ 5294042 w 7467600"/>
              <a:gd name="connsiteY593" fmla="*/ 2065019 h 6858000"/>
              <a:gd name="connsiteX594" fmla="*/ 5171936 w 7467600"/>
              <a:gd name="connsiteY594" fmla="*/ 1647613 h 6858000"/>
              <a:gd name="connsiteX595" fmla="*/ 5009948 w 7467600"/>
              <a:gd name="connsiteY595" fmla="*/ 1273619 h 6858000"/>
              <a:gd name="connsiteX596" fmla="*/ 655236 w 7467600"/>
              <a:gd name="connsiteY596" fmla="*/ 1268632 h 6858000"/>
              <a:gd name="connsiteX597" fmla="*/ 839521 w 7467600"/>
              <a:gd name="connsiteY597" fmla="*/ 1685315 h 6858000"/>
              <a:gd name="connsiteX598" fmla="*/ 1109416 w 7467600"/>
              <a:gd name="connsiteY598" fmla="*/ 2061663 h 6858000"/>
              <a:gd name="connsiteX599" fmla="*/ 1298300 w 7467600"/>
              <a:gd name="connsiteY599" fmla="*/ 2247742 h 6858000"/>
              <a:gd name="connsiteX600" fmla="*/ 1125871 w 7467600"/>
              <a:gd name="connsiteY600" fmla="*/ 1989513 h 6858000"/>
              <a:gd name="connsiteX601" fmla="*/ 981574 w 7467600"/>
              <a:gd name="connsiteY601" fmla="*/ 1783157 h 6858000"/>
              <a:gd name="connsiteX602" fmla="*/ 922198 w 7467600"/>
              <a:gd name="connsiteY602" fmla="*/ 1677437 h 6858000"/>
              <a:gd name="connsiteX603" fmla="*/ 869293 w 7467600"/>
              <a:gd name="connsiteY603" fmla="*/ 1583214 h 6858000"/>
              <a:gd name="connsiteX604" fmla="*/ 751431 w 7467600"/>
              <a:gd name="connsiteY604" fmla="*/ 1405731 h 6858000"/>
              <a:gd name="connsiteX605" fmla="*/ 655236 w 7467600"/>
              <a:gd name="connsiteY605" fmla="*/ 1268632 h 6858000"/>
              <a:gd name="connsiteX606" fmla="*/ 6516292 w 7467600"/>
              <a:gd name="connsiteY606" fmla="*/ 1263064 h 6858000"/>
              <a:gd name="connsiteX607" fmla="*/ 5736320 w 7467600"/>
              <a:gd name="connsiteY607" fmla="*/ 1501803 h 6858000"/>
              <a:gd name="connsiteX608" fmla="*/ 6516292 w 7467600"/>
              <a:gd name="connsiteY608" fmla="*/ 1263064 h 6858000"/>
              <a:gd name="connsiteX609" fmla="*/ 291466 w 7467600"/>
              <a:gd name="connsiteY609" fmla="*/ 1250369 h 6858000"/>
              <a:gd name="connsiteX610" fmla="*/ 323180 w 7467600"/>
              <a:gd name="connsiteY610" fmla="*/ 1435283 h 6858000"/>
              <a:gd name="connsiteX611" fmla="*/ 349381 w 7467600"/>
              <a:gd name="connsiteY611" fmla="*/ 1875041 h 6858000"/>
              <a:gd name="connsiteX612" fmla="*/ 374363 w 7467600"/>
              <a:gd name="connsiteY612" fmla="*/ 1506494 h 6858000"/>
              <a:gd name="connsiteX613" fmla="*/ 302168 w 7467600"/>
              <a:gd name="connsiteY613" fmla="*/ 1274495 h 6858000"/>
              <a:gd name="connsiteX614" fmla="*/ 291466 w 7467600"/>
              <a:gd name="connsiteY614" fmla="*/ 1250369 h 6858000"/>
              <a:gd name="connsiteX615" fmla="*/ 678222 w 7467600"/>
              <a:gd name="connsiteY615" fmla="*/ 1248670 h 6858000"/>
              <a:gd name="connsiteX616" fmla="*/ 775536 w 7467600"/>
              <a:gd name="connsiteY616" fmla="*/ 1388015 h 6858000"/>
              <a:gd name="connsiteX617" fmla="*/ 894529 w 7467600"/>
              <a:gd name="connsiteY617" fmla="*/ 1567739 h 6858000"/>
              <a:gd name="connsiteX618" fmla="*/ 948000 w 7467600"/>
              <a:gd name="connsiteY618" fmla="*/ 1663088 h 6858000"/>
              <a:gd name="connsiteX619" fmla="*/ 1006812 w 7467600"/>
              <a:gd name="connsiteY619" fmla="*/ 1767683 h 6858000"/>
              <a:gd name="connsiteX620" fmla="*/ 1149133 w 7467600"/>
              <a:gd name="connsiteY620" fmla="*/ 1971513 h 6858000"/>
              <a:gd name="connsiteX621" fmla="*/ 1333952 w 7467600"/>
              <a:gd name="connsiteY621" fmla="*/ 2251620 h 6858000"/>
              <a:gd name="connsiteX622" fmla="*/ 1337329 w 7467600"/>
              <a:gd name="connsiteY622" fmla="*/ 2258350 h 6858000"/>
              <a:gd name="connsiteX623" fmla="*/ 1014726 w 7467600"/>
              <a:gd name="connsiteY623" fmla="*/ 1615556 h 6858000"/>
              <a:gd name="connsiteX624" fmla="*/ 678222 w 7467600"/>
              <a:gd name="connsiteY624" fmla="*/ 1248670 h 6858000"/>
              <a:gd name="connsiteX625" fmla="*/ 6691602 w 7467600"/>
              <a:gd name="connsiteY625" fmla="*/ 1140573 h 6858000"/>
              <a:gd name="connsiteX626" fmla="*/ 6571100 w 7467600"/>
              <a:gd name="connsiteY626" fmla="*/ 1183662 h 6858000"/>
              <a:gd name="connsiteX627" fmla="*/ 6241687 w 7467600"/>
              <a:gd name="connsiteY627" fmla="*/ 1257600 h 6858000"/>
              <a:gd name="connsiteX628" fmla="*/ 5693009 w 7467600"/>
              <a:gd name="connsiteY628" fmla="*/ 1478256 h 6858000"/>
              <a:gd name="connsiteX629" fmla="*/ 6548420 w 7467600"/>
              <a:gd name="connsiteY629" fmla="*/ 1214599 h 6858000"/>
              <a:gd name="connsiteX630" fmla="*/ 6605473 w 7467600"/>
              <a:gd name="connsiteY630" fmla="*/ 1184686 h 6858000"/>
              <a:gd name="connsiteX631" fmla="*/ 6691602 w 7467600"/>
              <a:gd name="connsiteY631" fmla="*/ 1140573 h 6858000"/>
              <a:gd name="connsiteX632" fmla="*/ 4002475 w 7467600"/>
              <a:gd name="connsiteY632" fmla="*/ 1037802 h 6858000"/>
              <a:gd name="connsiteX633" fmla="*/ 4000324 w 7467600"/>
              <a:gd name="connsiteY633" fmla="*/ 1039362 h 6858000"/>
              <a:gd name="connsiteX634" fmla="*/ 4002862 w 7467600"/>
              <a:gd name="connsiteY634" fmla="*/ 1042866 h 6858000"/>
              <a:gd name="connsiteX635" fmla="*/ 4002475 w 7467600"/>
              <a:gd name="connsiteY635" fmla="*/ 1037802 h 6858000"/>
              <a:gd name="connsiteX636" fmla="*/ 506322 w 7467600"/>
              <a:gd name="connsiteY636" fmla="*/ 1020997 h 6858000"/>
              <a:gd name="connsiteX637" fmla="*/ 533068 w 7467600"/>
              <a:gd name="connsiteY637" fmla="*/ 1029409 h 6858000"/>
              <a:gd name="connsiteX638" fmla="*/ 1232525 w 7467600"/>
              <a:gd name="connsiteY638" fmla="*/ 1804675 h 6858000"/>
              <a:gd name="connsiteX639" fmla="*/ 1388858 w 7467600"/>
              <a:gd name="connsiteY639" fmla="*/ 2368011 h 6858000"/>
              <a:gd name="connsiteX640" fmla="*/ 1384098 w 7467600"/>
              <a:gd name="connsiteY640" fmla="*/ 2378125 h 6858000"/>
              <a:gd name="connsiteX641" fmla="*/ 1425393 w 7467600"/>
              <a:gd name="connsiteY641" fmla="*/ 2589124 h 6858000"/>
              <a:gd name="connsiteX642" fmla="*/ 1424001 w 7467600"/>
              <a:gd name="connsiteY642" fmla="*/ 2597541 h 6858000"/>
              <a:gd name="connsiteX643" fmla="*/ 2152729 w 7467600"/>
              <a:gd name="connsiteY643" fmla="*/ 2864487 h 6858000"/>
              <a:gd name="connsiteX644" fmla="*/ 2020609 w 7467600"/>
              <a:gd name="connsiteY644" fmla="*/ 2539671 h 6858000"/>
              <a:gd name="connsiteX645" fmla="*/ 2018920 w 7467600"/>
              <a:gd name="connsiteY645" fmla="*/ 2536309 h 6858000"/>
              <a:gd name="connsiteX646" fmla="*/ 1342441 w 7467600"/>
              <a:gd name="connsiteY646" fmla="*/ 1173017 h 6858000"/>
              <a:gd name="connsiteX647" fmla="*/ 1367925 w 7467600"/>
              <a:gd name="connsiteY647" fmla="*/ 1135648 h 6858000"/>
              <a:gd name="connsiteX648" fmla="*/ 1771401 w 7467600"/>
              <a:gd name="connsiteY648" fmla="*/ 1806673 h 6858000"/>
              <a:gd name="connsiteX649" fmla="*/ 1972385 w 7467600"/>
              <a:gd name="connsiteY649" fmla="*/ 2198735 h 6858000"/>
              <a:gd name="connsiteX650" fmla="*/ 2040892 w 7467600"/>
              <a:gd name="connsiteY650" fmla="*/ 2405205 h 6858000"/>
              <a:gd name="connsiteX651" fmla="*/ 2131689 w 7467600"/>
              <a:gd name="connsiteY651" fmla="*/ 1936926 h 6858000"/>
              <a:gd name="connsiteX652" fmla="*/ 2454820 w 7467600"/>
              <a:gd name="connsiteY652" fmla="*/ 1248808 h 6858000"/>
              <a:gd name="connsiteX653" fmla="*/ 2492512 w 7467600"/>
              <a:gd name="connsiteY653" fmla="*/ 1302920 h 6858000"/>
              <a:gd name="connsiteX654" fmla="*/ 2081216 w 7467600"/>
              <a:gd name="connsiteY654" fmla="*/ 2527513 h 6858000"/>
              <a:gd name="connsiteX655" fmla="*/ 2081211 w 7467600"/>
              <a:gd name="connsiteY655" fmla="*/ 2528916 h 6858000"/>
              <a:gd name="connsiteX656" fmla="*/ 2199067 w 7467600"/>
              <a:gd name="connsiteY656" fmla="*/ 2884061 h 6858000"/>
              <a:gd name="connsiteX657" fmla="*/ 3192586 w 7467600"/>
              <a:gd name="connsiteY657" fmla="*/ 3411496 h 6858000"/>
              <a:gd name="connsiteX658" fmla="*/ 3182620 w 7467600"/>
              <a:gd name="connsiteY658" fmla="*/ 3483279 h 6858000"/>
              <a:gd name="connsiteX659" fmla="*/ 2435119 w 7467600"/>
              <a:gd name="connsiteY659" fmla="*/ 3080173 h 6858000"/>
              <a:gd name="connsiteX660" fmla="*/ 2410152 w 7467600"/>
              <a:gd name="connsiteY660" fmla="*/ 3063751 h 6858000"/>
              <a:gd name="connsiteX661" fmla="*/ 2408099 w 7467600"/>
              <a:gd name="connsiteY661" fmla="*/ 3064403 h 6858000"/>
              <a:gd name="connsiteX662" fmla="*/ 2407218 w 7467600"/>
              <a:gd name="connsiteY662" fmla="*/ 3070324 h 6858000"/>
              <a:gd name="connsiteX663" fmla="*/ 2380138 w 7467600"/>
              <a:gd name="connsiteY663" fmla="*/ 3099341 h 6858000"/>
              <a:gd name="connsiteX664" fmla="*/ 1765923 w 7467600"/>
              <a:gd name="connsiteY664" fmla="*/ 3581043 h 6858000"/>
              <a:gd name="connsiteX665" fmla="*/ 1702258 w 7467600"/>
              <a:gd name="connsiteY665" fmla="*/ 3612286 h 6858000"/>
              <a:gd name="connsiteX666" fmla="*/ 1538370 w 7467600"/>
              <a:gd name="connsiteY666" fmla="*/ 3811804 h 6858000"/>
              <a:gd name="connsiteX667" fmla="*/ 542867 w 7467600"/>
              <a:gd name="connsiteY667" fmla="*/ 4944092 h 6858000"/>
              <a:gd name="connsiteX668" fmla="*/ 515800 w 7467600"/>
              <a:gd name="connsiteY668" fmla="*/ 4862180 h 6858000"/>
              <a:gd name="connsiteX669" fmla="*/ 909145 w 7467600"/>
              <a:gd name="connsiteY669" fmla="*/ 4199225 h 6858000"/>
              <a:gd name="connsiteX670" fmla="*/ 1214067 w 7467600"/>
              <a:gd name="connsiteY670" fmla="*/ 3908561 h 6858000"/>
              <a:gd name="connsiteX671" fmla="*/ 640967 w 7467600"/>
              <a:gd name="connsiteY671" fmla="*/ 4105601 h 6858000"/>
              <a:gd name="connsiteX672" fmla="*/ 112563 w 7467600"/>
              <a:gd name="connsiteY672" fmla="*/ 4396952 h 6858000"/>
              <a:gd name="connsiteX673" fmla="*/ 0 w 7467600"/>
              <a:gd name="connsiteY673" fmla="*/ 4466006 h 6858000"/>
              <a:gd name="connsiteX674" fmla="*/ 0 w 7467600"/>
              <a:gd name="connsiteY674" fmla="*/ 4233763 h 6858000"/>
              <a:gd name="connsiteX675" fmla="*/ 36881 w 7467600"/>
              <a:gd name="connsiteY675" fmla="*/ 4200118 h 6858000"/>
              <a:gd name="connsiteX676" fmla="*/ 910534 w 7467600"/>
              <a:gd name="connsiteY676" fmla="*/ 3629753 h 6858000"/>
              <a:gd name="connsiteX677" fmla="*/ 1578717 w 7467600"/>
              <a:gd name="connsiteY677" fmla="*/ 3575982 h 6858000"/>
              <a:gd name="connsiteX678" fmla="*/ 2338780 w 7467600"/>
              <a:gd name="connsiteY678" fmla="*/ 3033725 h 6858000"/>
              <a:gd name="connsiteX679" fmla="*/ 1807991 w 7467600"/>
              <a:gd name="connsiteY679" fmla="*/ 2807184 h 6858000"/>
              <a:gd name="connsiteX680" fmla="*/ 1416358 w 7467600"/>
              <a:gd name="connsiteY680" fmla="*/ 3112571 h 6858000"/>
              <a:gd name="connsiteX681" fmla="*/ 939066 w 7467600"/>
              <a:gd name="connsiteY681" fmla="*/ 3378798 h 6858000"/>
              <a:gd name="connsiteX682" fmla="*/ 115099 w 7467600"/>
              <a:gd name="connsiteY682" fmla="*/ 3607650 h 6858000"/>
              <a:gd name="connsiteX683" fmla="*/ 97284 w 7467600"/>
              <a:gd name="connsiteY683" fmla="*/ 3520393 h 6858000"/>
              <a:gd name="connsiteX684" fmla="*/ 922050 w 7467600"/>
              <a:gd name="connsiteY684" fmla="*/ 3074867 h 6858000"/>
              <a:gd name="connsiteX685" fmla="*/ 1405265 w 7467600"/>
              <a:gd name="connsiteY685" fmla="*/ 3016319 h 6858000"/>
              <a:gd name="connsiteX686" fmla="*/ 1407512 w 7467600"/>
              <a:gd name="connsiteY686" fmla="*/ 3018001 h 6858000"/>
              <a:gd name="connsiteX687" fmla="*/ 1726266 w 7467600"/>
              <a:gd name="connsiteY687" fmla="*/ 2777274 h 6858000"/>
              <a:gd name="connsiteX688" fmla="*/ 625390 w 7467600"/>
              <a:gd name="connsiteY688" fmla="*/ 2514541 h 6858000"/>
              <a:gd name="connsiteX689" fmla="*/ 619799 w 7467600"/>
              <a:gd name="connsiteY689" fmla="*/ 2527180 h 6858000"/>
              <a:gd name="connsiteX690" fmla="*/ 310030 w 7467600"/>
              <a:gd name="connsiteY690" fmla="*/ 2771818 h 6858000"/>
              <a:gd name="connsiteX691" fmla="*/ 173877 w 7467600"/>
              <a:gd name="connsiteY691" fmla="*/ 2937056 h 6858000"/>
              <a:gd name="connsiteX692" fmla="*/ 77889 w 7467600"/>
              <a:gd name="connsiteY692" fmla="*/ 3138440 h 6858000"/>
              <a:gd name="connsiteX693" fmla="*/ 0 w 7467600"/>
              <a:gd name="connsiteY693" fmla="*/ 3271395 h 6858000"/>
              <a:gd name="connsiteX694" fmla="*/ 0 w 7467600"/>
              <a:gd name="connsiteY694" fmla="*/ 3153002 h 6858000"/>
              <a:gd name="connsiteX695" fmla="*/ 2386 w 7467600"/>
              <a:gd name="connsiteY695" fmla="*/ 3149203 h 6858000"/>
              <a:gd name="connsiteX696" fmla="*/ 89753 w 7467600"/>
              <a:gd name="connsiteY696" fmla="*/ 2987702 h 6858000"/>
              <a:gd name="connsiteX697" fmla="*/ 76869 w 7467600"/>
              <a:gd name="connsiteY697" fmla="*/ 3005404 h 6858000"/>
              <a:gd name="connsiteX698" fmla="*/ 32049 w 7467600"/>
              <a:gd name="connsiteY698" fmla="*/ 3065814 h 6858000"/>
              <a:gd name="connsiteX699" fmla="*/ 0 w 7467600"/>
              <a:gd name="connsiteY699" fmla="*/ 3108744 h 6858000"/>
              <a:gd name="connsiteX700" fmla="*/ 0 w 7467600"/>
              <a:gd name="connsiteY700" fmla="*/ 3058059 h 6858000"/>
              <a:gd name="connsiteX701" fmla="*/ 7610 w 7467600"/>
              <a:gd name="connsiteY701" fmla="*/ 3047889 h 6858000"/>
              <a:gd name="connsiteX702" fmla="*/ 52419 w 7467600"/>
              <a:gd name="connsiteY702" fmla="*/ 2987479 h 6858000"/>
              <a:gd name="connsiteX703" fmla="*/ 59142 w 7467600"/>
              <a:gd name="connsiteY703" fmla="*/ 2978488 h 6858000"/>
              <a:gd name="connsiteX704" fmla="*/ 0 w 7467600"/>
              <a:gd name="connsiteY704" fmla="*/ 3015334 h 6858000"/>
              <a:gd name="connsiteX705" fmla="*/ 0 w 7467600"/>
              <a:gd name="connsiteY705" fmla="*/ 2914286 h 6858000"/>
              <a:gd name="connsiteX706" fmla="*/ 36383 w 7467600"/>
              <a:gd name="connsiteY706" fmla="*/ 2901128 h 6858000"/>
              <a:gd name="connsiteX707" fmla="*/ 156329 w 7467600"/>
              <a:gd name="connsiteY707" fmla="*/ 2840533 h 6858000"/>
              <a:gd name="connsiteX708" fmla="*/ 358355 w 7467600"/>
              <a:gd name="connsiteY708" fmla="*/ 2620471 h 6858000"/>
              <a:gd name="connsiteX709" fmla="*/ 510577 w 7467600"/>
              <a:gd name="connsiteY709" fmla="*/ 2501244 h 6858000"/>
              <a:gd name="connsiteX710" fmla="*/ 211967 w 7467600"/>
              <a:gd name="connsiteY710" fmla="*/ 2479171 h 6858000"/>
              <a:gd name="connsiteX711" fmla="*/ 0 w 7467600"/>
              <a:gd name="connsiteY711" fmla="*/ 2476398 h 6858000"/>
              <a:gd name="connsiteX712" fmla="*/ 0 w 7467600"/>
              <a:gd name="connsiteY712" fmla="*/ 2389189 h 6858000"/>
              <a:gd name="connsiteX713" fmla="*/ 103062 w 7467600"/>
              <a:gd name="connsiteY713" fmla="*/ 2389518 h 6858000"/>
              <a:gd name="connsiteX714" fmla="*/ 510734 w 7467600"/>
              <a:gd name="connsiteY714" fmla="*/ 2416201 h 6858000"/>
              <a:gd name="connsiteX715" fmla="*/ 279257 w 7467600"/>
              <a:gd name="connsiteY715" fmla="*/ 2092102 h 6858000"/>
              <a:gd name="connsiteX716" fmla="*/ 65265 w 7467600"/>
              <a:gd name="connsiteY716" fmla="*/ 2006049 h 6858000"/>
              <a:gd name="connsiteX717" fmla="*/ 0 w 7467600"/>
              <a:gd name="connsiteY717" fmla="*/ 1982532 h 6858000"/>
              <a:gd name="connsiteX718" fmla="*/ 0 w 7467600"/>
              <a:gd name="connsiteY718" fmla="*/ 1912789 h 6858000"/>
              <a:gd name="connsiteX719" fmla="*/ 97460 w 7467600"/>
              <a:gd name="connsiteY719" fmla="*/ 1953725 h 6858000"/>
              <a:gd name="connsiteX720" fmla="*/ 221272 w 7467600"/>
              <a:gd name="connsiteY720" fmla="*/ 1980766 h 6858000"/>
              <a:gd name="connsiteX721" fmla="*/ 116765 w 7467600"/>
              <a:gd name="connsiteY721" fmla="*/ 1911033 h 6858000"/>
              <a:gd name="connsiteX722" fmla="*/ 16405 w 7467600"/>
              <a:gd name="connsiteY722" fmla="*/ 1803412 h 6858000"/>
              <a:gd name="connsiteX723" fmla="*/ 0 w 7467600"/>
              <a:gd name="connsiteY723" fmla="*/ 1784777 h 6858000"/>
              <a:gd name="connsiteX724" fmla="*/ 0 w 7467600"/>
              <a:gd name="connsiteY724" fmla="*/ 1740082 h 6858000"/>
              <a:gd name="connsiteX725" fmla="*/ 39394 w 7467600"/>
              <a:gd name="connsiteY725" fmla="*/ 1784856 h 6858000"/>
              <a:gd name="connsiteX726" fmla="*/ 135813 w 7467600"/>
              <a:gd name="connsiteY726" fmla="*/ 1888838 h 6858000"/>
              <a:gd name="connsiteX727" fmla="*/ 242575 w 7467600"/>
              <a:gd name="connsiteY727" fmla="*/ 1958841 h 6858000"/>
              <a:gd name="connsiteX728" fmla="*/ 82197 w 7467600"/>
              <a:gd name="connsiteY728" fmla="*/ 1754826 h 6858000"/>
              <a:gd name="connsiteX729" fmla="*/ 0 w 7467600"/>
              <a:gd name="connsiteY729" fmla="*/ 1679650 h 6858000"/>
              <a:gd name="connsiteX730" fmla="*/ 0 w 7467600"/>
              <a:gd name="connsiteY730" fmla="*/ 1602463 h 6858000"/>
              <a:gd name="connsiteX731" fmla="*/ 84689 w 7467600"/>
              <a:gd name="connsiteY731" fmla="*/ 1677442 h 6858000"/>
              <a:gd name="connsiteX732" fmla="*/ 298437 w 7467600"/>
              <a:gd name="connsiteY732" fmla="*/ 1968019 h 6858000"/>
              <a:gd name="connsiteX733" fmla="*/ 227269 w 7467600"/>
              <a:gd name="connsiteY733" fmla="*/ 1114064 h 6858000"/>
              <a:gd name="connsiteX734" fmla="*/ 248003 w 7467600"/>
              <a:gd name="connsiteY734" fmla="*/ 1089613 h 6858000"/>
              <a:gd name="connsiteX735" fmla="*/ 427020 w 7467600"/>
              <a:gd name="connsiteY735" fmla="*/ 1619803 h 6858000"/>
              <a:gd name="connsiteX736" fmla="*/ 340345 w 7467600"/>
              <a:gd name="connsiteY736" fmla="*/ 2027739 h 6858000"/>
              <a:gd name="connsiteX737" fmla="*/ 360865 w 7467600"/>
              <a:gd name="connsiteY737" fmla="*/ 2044827 h 6858000"/>
              <a:gd name="connsiteX738" fmla="*/ 560414 w 7467600"/>
              <a:gd name="connsiteY738" fmla="*/ 2421457 h 6858000"/>
              <a:gd name="connsiteX739" fmla="*/ 1359703 w 7467600"/>
              <a:gd name="connsiteY739" fmla="*/ 2578554 h 6858000"/>
              <a:gd name="connsiteX740" fmla="*/ 1359422 w 7467600"/>
              <a:gd name="connsiteY740" fmla="*/ 2577994 h 6858000"/>
              <a:gd name="connsiteX741" fmla="*/ 828701 w 7467600"/>
              <a:gd name="connsiteY741" fmla="*/ 1839520 h 6858000"/>
              <a:gd name="connsiteX742" fmla="*/ 494427 w 7467600"/>
              <a:gd name="connsiteY742" fmla="*/ 1092333 h 6858000"/>
              <a:gd name="connsiteX743" fmla="*/ 506322 w 7467600"/>
              <a:gd name="connsiteY743" fmla="*/ 1020997 h 6858000"/>
              <a:gd name="connsiteX744" fmla="*/ 4570198 w 7467600"/>
              <a:gd name="connsiteY744" fmla="*/ 978081 h 6858000"/>
              <a:gd name="connsiteX745" fmla="*/ 4523691 w 7467600"/>
              <a:gd name="connsiteY745" fmla="*/ 1127776 h 6858000"/>
              <a:gd name="connsiteX746" fmla="*/ 4509875 w 7467600"/>
              <a:gd name="connsiteY746" fmla="*/ 1167552 h 6858000"/>
              <a:gd name="connsiteX747" fmla="*/ 4478168 w 7467600"/>
              <a:gd name="connsiteY747" fmla="*/ 1260735 h 6858000"/>
              <a:gd name="connsiteX748" fmla="*/ 4409309 w 7467600"/>
              <a:gd name="connsiteY748" fmla="*/ 1666996 h 6858000"/>
              <a:gd name="connsiteX749" fmla="*/ 4370031 w 7467600"/>
              <a:gd name="connsiteY749" fmla="*/ 1955666 h 6858000"/>
              <a:gd name="connsiteX750" fmla="*/ 4570198 w 7467600"/>
              <a:gd name="connsiteY750" fmla="*/ 978081 h 6858000"/>
              <a:gd name="connsiteX751" fmla="*/ 4557898 w 7467600"/>
              <a:gd name="connsiteY751" fmla="*/ 900011 h 6858000"/>
              <a:gd name="connsiteX752" fmla="*/ 4344840 w 7467600"/>
              <a:gd name="connsiteY752" fmla="*/ 1922038 h 6858000"/>
              <a:gd name="connsiteX753" fmla="*/ 4378710 w 7467600"/>
              <a:gd name="connsiteY753" fmla="*/ 1665516 h 6858000"/>
              <a:gd name="connsiteX754" fmla="*/ 4448798 w 7467600"/>
              <a:gd name="connsiteY754" fmla="*/ 1253024 h 6858000"/>
              <a:gd name="connsiteX755" fmla="*/ 4480315 w 7467600"/>
              <a:gd name="connsiteY755" fmla="*/ 1158454 h 6858000"/>
              <a:gd name="connsiteX756" fmla="*/ 4494133 w 7467600"/>
              <a:gd name="connsiteY756" fmla="*/ 1118676 h 6858000"/>
              <a:gd name="connsiteX757" fmla="*/ 4557898 w 7467600"/>
              <a:gd name="connsiteY757" fmla="*/ 900011 h 6858000"/>
              <a:gd name="connsiteX758" fmla="*/ 5870151 w 7467600"/>
              <a:gd name="connsiteY758" fmla="*/ 898890 h 6858000"/>
              <a:gd name="connsiteX759" fmla="*/ 5861335 w 7467600"/>
              <a:gd name="connsiteY759" fmla="*/ 899177 h 6858000"/>
              <a:gd name="connsiteX760" fmla="*/ 5843702 w 7467600"/>
              <a:gd name="connsiteY760" fmla="*/ 899748 h 6858000"/>
              <a:gd name="connsiteX761" fmla="*/ 5651107 w 7467600"/>
              <a:gd name="connsiteY761" fmla="*/ 920306 h 6858000"/>
              <a:gd name="connsiteX762" fmla="*/ 5459407 w 7467600"/>
              <a:gd name="connsiteY762" fmla="*/ 940975 h 6858000"/>
              <a:gd name="connsiteX763" fmla="*/ 5374846 w 7467600"/>
              <a:gd name="connsiteY763" fmla="*/ 941988 h 6858000"/>
              <a:gd name="connsiteX764" fmla="*/ 5256105 w 7467600"/>
              <a:gd name="connsiteY764" fmla="*/ 945632 h 6858000"/>
              <a:gd name="connsiteX765" fmla="*/ 5107071 w 7467600"/>
              <a:gd name="connsiteY765" fmla="*/ 969720 h 6858000"/>
              <a:gd name="connsiteX766" fmla="*/ 4998681 w 7467600"/>
              <a:gd name="connsiteY766" fmla="*/ 988771 h 6858000"/>
              <a:gd name="connsiteX767" fmla="*/ 5870151 w 7467600"/>
              <a:gd name="connsiteY767" fmla="*/ 898890 h 6858000"/>
              <a:gd name="connsiteX768" fmla="*/ 5504425 w 7467600"/>
              <a:gd name="connsiteY768" fmla="*/ 848067 h 6858000"/>
              <a:gd name="connsiteX769" fmla="*/ 4968849 w 7467600"/>
              <a:gd name="connsiteY769" fmla="*/ 962318 h 6858000"/>
              <a:gd name="connsiteX770" fmla="*/ 5104039 w 7467600"/>
              <a:gd name="connsiteY770" fmla="*/ 940634 h 6858000"/>
              <a:gd name="connsiteX771" fmla="*/ 5256311 w 7467600"/>
              <a:gd name="connsiteY771" fmla="*/ 916490 h 6858000"/>
              <a:gd name="connsiteX772" fmla="*/ 5377381 w 7467600"/>
              <a:gd name="connsiteY772" fmla="*/ 912671 h 6858000"/>
              <a:gd name="connsiteX773" fmla="*/ 5460148 w 7467600"/>
              <a:gd name="connsiteY773" fmla="*/ 911442 h 6858000"/>
              <a:gd name="connsiteX774" fmla="*/ 5648971 w 7467600"/>
              <a:gd name="connsiteY774" fmla="*/ 891331 h 6858000"/>
              <a:gd name="connsiteX775" fmla="*/ 5844807 w 7467600"/>
              <a:gd name="connsiteY775" fmla="*/ 870718 h 6858000"/>
              <a:gd name="connsiteX776" fmla="*/ 5862975 w 7467600"/>
              <a:gd name="connsiteY776" fmla="*/ 869756 h 6858000"/>
              <a:gd name="connsiteX777" fmla="*/ 5920887 w 7467600"/>
              <a:gd name="connsiteY777" fmla="*/ 865929 h 6858000"/>
              <a:gd name="connsiteX778" fmla="*/ 5504425 w 7467600"/>
              <a:gd name="connsiteY778" fmla="*/ 848067 h 6858000"/>
              <a:gd name="connsiteX779" fmla="*/ 3607114 w 7467600"/>
              <a:gd name="connsiteY779" fmla="*/ 467441 h 6858000"/>
              <a:gd name="connsiteX780" fmla="*/ 3296242 w 7467600"/>
              <a:gd name="connsiteY780" fmla="*/ 807991 h 6858000"/>
              <a:gd name="connsiteX781" fmla="*/ 3174674 w 7467600"/>
              <a:gd name="connsiteY781" fmla="*/ 919759 h 6858000"/>
              <a:gd name="connsiteX782" fmla="*/ 3042978 w 7467600"/>
              <a:gd name="connsiteY782" fmla="*/ 1054894 h 6858000"/>
              <a:gd name="connsiteX783" fmla="*/ 2968914 w 7467600"/>
              <a:gd name="connsiteY783" fmla="*/ 1133756 h 6858000"/>
              <a:gd name="connsiteX784" fmla="*/ 3103823 w 7467600"/>
              <a:gd name="connsiteY784" fmla="*/ 1026814 h 6858000"/>
              <a:gd name="connsiteX785" fmla="*/ 3607114 w 7467600"/>
              <a:gd name="connsiteY785" fmla="*/ 467441 h 6858000"/>
              <a:gd name="connsiteX786" fmla="*/ 3744487 w 7467600"/>
              <a:gd name="connsiteY786" fmla="*/ 383136 h 6858000"/>
              <a:gd name="connsiteX787" fmla="*/ 3970213 w 7467600"/>
              <a:gd name="connsiteY787" fmla="*/ 995559 h 6858000"/>
              <a:gd name="connsiteX788" fmla="*/ 3744487 w 7467600"/>
              <a:gd name="connsiteY788" fmla="*/ 383136 h 6858000"/>
              <a:gd name="connsiteX789" fmla="*/ 3624562 w 7467600"/>
              <a:gd name="connsiteY789" fmla="*/ 367041 h 6858000"/>
              <a:gd name="connsiteX790" fmla="*/ 3489712 w 7467600"/>
              <a:gd name="connsiteY790" fmla="*/ 485386 h 6858000"/>
              <a:gd name="connsiteX791" fmla="*/ 3182994 w 7467600"/>
              <a:gd name="connsiteY791" fmla="*/ 828265 h 6858000"/>
              <a:gd name="connsiteX792" fmla="*/ 2892114 w 7467600"/>
              <a:gd name="connsiteY792" fmla="*/ 1172635 h 6858000"/>
              <a:gd name="connsiteX793" fmla="*/ 3021459 w 7467600"/>
              <a:gd name="connsiteY793" fmla="*/ 1035385 h 6858000"/>
              <a:gd name="connsiteX794" fmla="*/ 3153873 w 7467600"/>
              <a:gd name="connsiteY794" fmla="*/ 898971 h 6858000"/>
              <a:gd name="connsiteX795" fmla="*/ 3276511 w 7467600"/>
              <a:gd name="connsiteY795" fmla="*/ 786423 h 6858000"/>
              <a:gd name="connsiteX796" fmla="*/ 3584154 w 7467600"/>
              <a:gd name="connsiteY796" fmla="*/ 448218 h 6858000"/>
              <a:gd name="connsiteX797" fmla="*/ 3624562 w 7467600"/>
              <a:gd name="connsiteY797" fmla="*/ 367041 h 6858000"/>
              <a:gd name="connsiteX798" fmla="*/ 3766672 w 7467600"/>
              <a:gd name="connsiteY798" fmla="*/ 359429 h 6858000"/>
              <a:gd name="connsiteX799" fmla="*/ 3996338 w 7467600"/>
              <a:gd name="connsiteY799" fmla="*/ 968237 h 6858000"/>
              <a:gd name="connsiteX800" fmla="*/ 3766672 w 7467600"/>
              <a:gd name="connsiteY800" fmla="*/ 359429 h 6858000"/>
              <a:gd name="connsiteX801" fmla="*/ 5805386 w 7467600"/>
              <a:gd name="connsiteY801" fmla="*/ 239240 h 6858000"/>
              <a:gd name="connsiteX802" fmla="*/ 5736947 w 7467600"/>
              <a:gd name="connsiteY802" fmla="*/ 261367 h 6858000"/>
              <a:gd name="connsiteX803" fmla="*/ 5427012 w 7467600"/>
              <a:gd name="connsiteY803" fmla="*/ 311272 h 6858000"/>
              <a:gd name="connsiteX804" fmla="*/ 5147818 w 7467600"/>
              <a:gd name="connsiteY804" fmla="*/ 322112 h 6858000"/>
              <a:gd name="connsiteX805" fmla="*/ 5060854 w 7467600"/>
              <a:gd name="connsiteY805" fmla="*/ 311882 h 6858000"/>
              <a:gd name="connsiteX806" fmla="*/ 4945989 w 7467600"/>
              <a:gd name="connsiteY806" fmla="*/ 300516 h 6858000"/>
              <a:gd name="connsiteX807" fmla="*/ 5410479 w 7467600"/>
              <a:gd name="connsiteY807" fmla="*/ 348434 h 6858000"/>
              <a:gd name="connsiteX808" fmla="*/ 5805386 w 7467600"/>
              <a:gd name="connsiteY808" fmla="*/ 239240 h 6858000"/>
              <a:gd name="connsiteX809" fmla="*/ 5905192 w 7467600"/>
              <a:gd name="connsiteY809" fmla="*/ 163079 h 6858000"/>
              <a:gd name="connsiteX810" fmla="*/ 5865655 w 7467600"/>
              <a:gd name="connsiteY810" fmla="*/ 171901 h 6858000"/>
              <a:gd name="connsiteX811" fmla="*/ 5259740 w 7467600"/>
              <a:gd name="connsiteY811" fmla="*/ 257013 h 6858000"/>
              <a:gd name="connsiteX812" fmla="*/ 5208466 w 7467600"/>
              <a:gd name="connsiteY812" fmla="*/ 257550 h 6858000"/>
              <a:gd name="connsiteX813" fmla="*/ 4980204 w 7467600"/>
              <a:gd name="connsiteY813" fmla="*/ 271903 h 6858000"/>
              <a:gd name="connsiteX814" fmla="*/ 5068068 w 7467600"/>
              <a:gd name="connsiteY814" fmla="*/ 282244 h 6858000"/>
              <a:gd name="connsiteX815" fmla="*/ 5153231 w 7467600"/>
              <a:gd name="connsiteY815" fmla="*/ 292240 h 6858000"/>
              <a:gd name="connsiteX816" fmla="*/ 5426491 w 7467600"/>
              <a:gd name="connsiteY816" fmla="*/ 281128 h 6858000"/>
              <a:gd name="connsiteX817" fmla="*/ 5731212 w 7467600"/>
              <a:gd name="connsiteY817" fmla="*/ 231951 h 6858000"/>
              <a:gd name="connsiteX818" fmla="*/ 5905192 w 7467600"/>
              <a:gd name="connsiteY818" fmla="*/ 163079 h 6858000"/>
              <a:gd name="connsiteX819" fmla="*/ 5944437 w 7467600"/>
              <a:gd name="connsiteY819" fmla="*/ 113829 h 6858000"/>
              <a:gd name="connsiteX820" fmla="*/ 5825032 w 7467600"/>
              <a:gd name="connsiteY820" fmla="*/ 146405 h 6858000"/>
              <a:gd name="connsiteX821" fmla="*/ 4955599 w 7467600"/>
              <a:gd name="connsiteY821" fmla="*/ 247008 h 6858000"/>
              <a:gd name="connsiteX822" fmla="*/ 5210104 w 7467600"/>
              <a:gd name="connsiteY822" fmla="*/ 228123 h 6858000"/>
              <a:gd name="connsiteX823" fmla="*/ 5261015 w 7467600"/>
              <a:gd name="connsiteY823" fmla="*/ 227087 h 6858000"/>
              <a:gd name="connsiteX824" fmla="*/ 5861181 w 7467600"/>
              <a:gd name="connsiteY824" fmla="*/ 143093 h 6858000"/>
              <a:gd name="connsiteX825" fmla="*/ 5961252 w 7467600"/>
              <a:gd name="connsiteY825" fmla="*/ 114820 h 6858000"/>
              <a:gd name="connsiteX826" fmla="*/ 5944437 w 7467600"/>
              <a:gd name="connsiteY826" fmla="*/ 113829 h 6858000"/>
              <a:gd name="connsiteX827" fmla="*/ 3882765 w 7467600"/>
              <a:gd name="connsiteY827" fmla="*/ 0 h 6858000"/>
              <a:gd name="connsiteX828" fmla="*/ 3995099 w 7467600"/>
              <a:gd name="connsiteY828" fmla="*/ 0 h 6858000"/>
              <a:gd name="connsiteX829" fmla="*/ 4163818 w 7467600"/>
              <a:gd name="connsiteY829" fmla="*/ 234104 h 6858000"/>
              <a:gd name="connsiteX830" fmla="*/ 4172099 w 7467600"/>
              <a:gd name="connsiteY830" fmla="*/ 234207 h 6858000"/>
              <a:gd name="connsiteX831" fmla="*/ 4784282 w 7467600"/>
              <a:gd name="connsiteY831" fmla="*/ 276561 h 6858000"/>
              <a:gd name="connsiteX832" fmla="*/ 4801687 w 7467600"/>
              <a:gd name="connsiteY832" fmla="*/ 267764 h 6858000"/>
              <a:gd name="connsiteX833" fmla="*/ 6082788 w 7467600"/>
              <a:gd name="connsiteY833" fmla="*/ 64119 h 6858000"/>
              <a:gd name="connsiteX834" fmla="*/ 6099442 w 7467600"/>
              <a:gd name="connsiteY834" fmla="*/ 82568 h 6858000"/>
              <a:gd name="connsiteX835" fmla="*/ 4804137 w 7467600"/>
              <a:gd name="connsiteY835" fmla="*/ 320931 h 6858000"/>
              <a:gd name="connsiteX836" fmla="*/ 4227047 w 7467600"/>
              <a:gd name="connsiteY836" fmla="*/ 313415 h 6858000"/>
              <a:gd name="connsiteX837" fmla="*/ 4346041 w 7467600"/>
              <a:gd name="connsiteY837" fmla="*/ 456086 h 6858000"/>
              <a:gd name="connsiteX838" fmla="*/ 4870967 w 7467600"/>
              <a:gd name="connsiteY838" fmla="*/ 963061 h 6858000"/>
              <a:gd name="connsiteX839" fmla="*/ 4889647 w 7467600"/>
              <a:gd name="connsiteY839" fmla="*/ 957147 h 6858000"/>
              <a:gd name="connsiteX840" fmla="*/ 5422504 w 7467600"/>
              <a:gd name="connsiteY840" fmla="*/ 805191 h 6858000"/>
              <a:gd name="connsiteX841" fmla="*/ 6087656 w 7467600"/>
              <a:gd name="connsiteY841" fmla="*/ 826703 h 6858000"/>
              <a:gd name="connsiteX842" fmla="*/ 6058717 w 7467600"/>
              <a:gd name="connsiteY842" fmla="*/ 865992 h 6858000"/>
              <a:gd name="connsiteX843" fmla="*/ 4974153 w 7467600"/>
              <a:gd name="connsiteY843" fmla="*/ 1045456 h 6858000"/>
              <a:gd name="connsiteX844" fmla="*/ 5627835 w 7467600"/>
              <a:gd name="connsiteY844" fmla="*/ 1472077 h 6858000"/>
              <a:gd name="connsiteX845" fmla="*/ 5629817 w 7467600"/>
              <a:gd name="connsiteY845" fmla="*/ 1471412 h 6858000"/>
              <a:gd name="connsiteX846" fmla="*/ 5634124 w 7467600"/>
              <a:gd name="connsiteY846" fmla="*/ 1470572 h 6858000"/>
              <a:gd name="connsiteX847" fmla="*/ 5755832 w 7467600"/>
              <a:gd name="connsiteY847" fmla="*/ 1383886 h 6858000"/>
              <a:gd name="connsiteX848" fmla="*/ 6014186 w 7467600"/>
              <a:gd name="connsiteY848" fmla="*/ 1279799 h 6858000"/>
              <a:gd name="connsiteX849" fmla="*/ 6901619 w 7467600"/>
              <a:gd name="connsiteY849" fmla="*/ 1047874 h 6858000"/>
              <a:gd name="connsiteX850" fmla="*/ 6931566 w 7467600"/>
              <a:gd name="connsiteY850" fmla="*/ 1062034 h 6858000"/>
              <a:gd name="connsiteX851" fmla="*/ 5790982 w 7467600"/>
              <a:gd name="connsiteY851" fmla="*/ 1561380 h 6858000"/>
              <a:gd name="connsiteX852" fmla="*/ 6188971 w 7467600"/>
              <a:gd name="connsiteY852" fmla="*/ 1755168 h 6858000"/>
              <a:gd name="connsiteX853" fmla="*/ 6202446 w 7467600"/>
              <a:gd name="connsiteY853" fmla="*/ 1752268 h 6858000"/>
              <a:gd name="connsiteX854" fmla="*/ 7179560 w 7467600"/>
              <a:gd name="connsiteY854" fmla="*/ 1467551 h 6858000"/>
              <a:gd name="connsiteX855" fmla="*/ 7158730 w 7467600"/>
              <a:gd name="connsiteY855" fmla="*/ 1507835 h 6858000"/>
              <a:gd name="connsiteX856" fmla="*/ 6326959 w 7467600"/>
              <a:gd name="connsiteY856" fmla="*/ 1817686 h 6858000"/>
              <a:gd name="connsiteX857" fmla="*/ 6537433 w 7467600"/>
              <a:gd name="connsiteY857" fmla="*/ 1907790 h 6858000"/>
              <a:gd name="connsiteX858" fmla="*/ 6550221 w 7467600"/>
              <a:gd name="connsiteY858" fmla="*/ 1910729 h 6858000"/>
              <a:gd name="connsiteX859" fmla="*/ 6964438 w 7467600"/>
              <a:gd name="connsiteY859" fmla="*/ 2209505 h 6858000"/>
              <a:gd name="connsiteX860" fmla="*/ 7367862 w 7467600"/>
              <a:gd name="connsiteY860" fmla="*/ 2806833 h 6858000"/>
              <a:gd name="connsiteX861" fmla="*/ 7364329 w 7467600"/>
              <a:gd name="connsiteY861" fmla="*/ 2826907 h 6858000"/>
              <a:gd name="connsiteX862" fmla="*/ 7290545 w 7467600"/>
              <a:gd name="connsiteY862" fmla="*/ 2850663 h 6858000"/>
              <a:gd name="connsiteX863" fmla="*/ 6472036 w 7467600"/>
              <a:gd name="connsiteY863" fmla="*/ 1959003 h 6858000"/>
              <a:gd name="connsiteX864" fmla="*/ 5792897 w 7467600"/>
              <a:gd name="connsiteY864" fmla="*/ 1647747 h 6858000"/>
              <a:gd name="connsiteX865" fmla="*/ 5842751 w 7467600"/>
              <a:gd name="connsiteY865" fmla="*/ 1816112 h 6858000"/>
              <a:gd name="connsiteX866" fmla="*/ 5847424 w 7467600"/>
              <a:gd name="connsiteY866" fmla="*/ 1815776 h 6858000"/>
              <a:gd name="connsiteX867" fmla="*/ 6399821 w 7467600"/>
              <a:gd name="connsiteY867" fmla="*/ 2344799 h 6858000"/>
              <a:gd name="connsiteX868" fmla="*/ 6323232 w 7467600"/>
              <a:gd name="connsiteY868" fmla="*/ 2389634 h 6858000"/>
              <a:gd name="connsiteX869" fmla="*/ 5942958 w 7467600"/>
              <a:gd name="connsiteY869" fmla="*/ 2077708 h 6858000"/>
              <a:gd name="connsiteX870" fmla="*/ 5921559 w 7467600"/>
              <a:gd name="connsiteY870" fmla="*/ 2378596 h 6858000"/>
              <a:gd name="connsiteX871" fmla="*/ 5817651 w 7467600"/>
              <a:gd name="connsiteY871" fmla="*/ 3023919 h 6858000"/>
              <a:gd name="connsiteX872" fmla="*/ 5729634 w 7467600"/>
              <a:gd name="connsiteY872" fmla="*/ 3051849 h 6858000"/>
              <a:gd name="connsiteX873" fmla="*/ 5611018 w 7467600"/>
              <a:gd name="connsiteY873" fmla="*/ 2316769 h 6858000"/>
              <a:gd name="connsiteX874" fmla="*/ 5687608 w 7467600"/>
              <a:gd name="connsiteY874" fmla="*/ 2039972 h 6858000"/>
              <a:gd name="connsiteX875" fmla="*/ 5657554 w 7467600"/>
              <a:gd name="connsiteY875" fmla="*/ 1576445 h 6858000"/>
              <a:gd name="connsiteX876" fmla="*/ 5150475 w 7467600"/>
              <a:gd name="connsiteY876" fmla="*/ 1274012 h 6858000"/>
              <a:gd name="connsiteX877" fmla="*/ 5349142 w 7467600"/>
              <a:gd name="connsiteY877" fmla="*/ 2204405 h 6858000"/>
              <a:gd name="connsiteX878" fmla="*/ 5262214 w 7467600"/>
              <a:gd name="connsiteY878" fmla="*/ 2233836 h 6858000"/>
              <a:gd name="connsiteX879" fmla="*/ 4981539 w 7467600"/>
              <a:gd name="connsiteY879" fmla="*/ 1542201 h 6858000"/>
              <a:gd name="connsiteX880" fmla="*/ 4958461 w 7467600"/>
              <a:gd name="connsiteY880" fmla="*/ 1136957 h 6858000"/>
              <a:gd name="connsiteX881" fmla="*/ 4655015 w 7467600"/>
              <a:gd name="connsiteY881" fmla="*/ 891426 h 6858000"/>
              <a:gd name="connsiteX882" fmla="*/ 4348002 w 7467600"/>
              <a:gd name="connsiteY882" fmla="*/ 2205895 h 6858000"/>
              <a:gd name="connsiteX883" fmla="*/ 4262250 w 7467600"/>
              <a:gd name="connsiteY883" fmla="*/ 2219972 h 6858000"/>
              <a:gd name="connsiteX884" fmla="*/ 4550611 w 7467600"/>
              <a:gd name="connsiteY884" fmla="*/ 817540 h 6858000"/>
              <a:gd name="connsiteX885" fmla="*/ 4564418 w 7467600"/>
              <a:gd name="connsiteY885" fmla="*/ 808293 h 6858000"/>
              <a:gd name="connsiteX886" fmla="*/ 4266388 w 7467600"/>
              <a:gd name="connsiteY886" fmla="*/ 500083 h 6858000"/>
              <a:gd name="connsiteX887" fmla="*/ 4032842 w 7467600"/>
              <a:gd name="connsiteY887" fmla="*/ 211809 h 6858000"/>
              <a:gd name="connsiteX888" fmla="*/ 3882765 w 7467600"/>
              <a:gd name="connsiteY888" fmla="*/ 0 h 6858000"/>
              <a:gd name="connsiteX889" fmla="*/ 3721337 w 7467600"/>
              <a:gd name="connsiteY889" fmla="*/ 0 h 6858000"/>
              <a:gd name="connsiteX890" fmla="*/ 3797544 w 7467600"/>
              <a:gd name="connsiteY890" fmla="*/ 0 h 6858000"/>
              <a:gd name="connsiteX891" fmla="*/ 3775734 w 7467600"/>
              <a:gd name="connsiteY891" fmla="*/ 95131 h 6858000"/>
              <a:gd name="connsiteX892" fmla="*/ 3724807 w 7467600"/>
              <a:gd name="connsiteY892" fmla="*/ 272257 h 6858000"/>
              <a:gd name="connsiteX893" fmla="*/ 3726844 w 7467600"/>
              <a:gd name="connsiteY893" fmla="*/ 282988 h 6858000"/>
              <a:gd name="connsiteX894" fmla="*/ 3742664 w 7467600"/>
              <a:gd name="connsiteY894" fmla="*/ 279918 h 6858000"/>
              <a:gd name="connsiteX895" fmla="*/ 4103910 w 7467600"/>
              <a:gd name="connsiteY895" fmla="*/ 1161917 h 6858000"/>
              <a:gd name="connsiteX896" fmla="*/ 4020269 w 7467600"/>
              <a:gd name="connsiteY896" fmla="*/ 1200406 h 6858000"/>
              <a:gd name="connsiteX897" fmla="*/ 3674882 w 7467600"/>
              <a:gd name="connsiteY897" fmla="*/ 488524 h 6858000"/>
              <a:gd name="connsiteX898" fmla="*/ 3132682 w 7467600"/>
              <a:gd name="connsiteY898" fmla="*/ 1072284 h 6858000"/>
              <a:gd name="connsiteX899" fmla="*/ 2716346 w 7467600"/>
              <a:gd name="connsiteY899" fmla="*/ 1276376 h 6858000"/>
              <a:gd name="connsiteX900" fmla="*/ 2716772 w 7467600"/>
              <a:gd name="connsiteY900" fmla="*/ 1255462 h 6858000"/>
              <a:gd name="connsiteX901" fmla="*/ 3471096 w 7467600"/>
              <a:gd name="connsiteY901" fmla="*/ 437072 h 6858000"/>
              <a:gd name="connsiteX902" fmla="*/ 3639057 w 7467600"/>
              <a:gd name="connsiteY902" fmla="*/ 286334 h 6858000"/>
              <a:gd name="connsiteX903" fmla="*/ 3640309 w 7467600"/>
              <a:gd name="connsiteY903" fmla="*/ 284664 h 6858000"/>
              <a:gd name="connsiteX904" fmla="*/ 3646022 w 7467600"/>
              <a:gd name="connsiteY904" fmla="*/ 276711 h 6858000"/>
              <a:gd name="connsiteX905" fmla="*/ 3707943 w 7467600"/>
              <a:gd name="connsiteY905" fmla="*/ 65958 h 6858000"/>
              <a:gd name="connsiteX906" fmla="*/ 3721337 w 7467600"/>
              <a:gd name="connsiteY906" fmla="*/ 0 h 6858000"/>
              <a:gd name="connsiteX907" fmla="*/ 2867960 w 7467600"/>
              <a:gd name="connsiteY907" fmla="*/ 0 h 6858000"/>
              <a:gd name="connsiteX908" fmla="*/ 2926351 w 7467600"/>
              <a:gd name="connsiteY908" fmla="*/ 0 h 6858000"/>
              <a:gd name="connsiteX909" fmla="*/ 2902823 w 7467600"/>
              <a:gd name="connsiteY909" fmla="*/ 262929 h 6858000"/>
              <a:gd name="connsiteX910" fmla="*/ 2940663 w 7467600"/>
              <a:gd name="connsiteY910" fmla="*/ 140884 h 6858000"/>
              <a:gd name="connsiteX911" fmla="*/ 2947039 w 7467600"/>
              <a:gd name="connsiteY911" fmla="*/ 122524 h 6858000"/>
              <a:gd name="connsiteX912" fmla="*/ 2984316 w 7467600"/>
              <a:gd name="connsiteY912" fmla="*/ 0 h 6858000"/>
              <a:gd name="connsiteX913" fmla="*/ 3016114 w 7467600"/>
              <a:gd name="connsiteY913" fmla="*/ 0 h 6858000"/>
              <a:gd name="connsiteX914" fmla="*/ 2979949 w 7467600"/>
              <a:gd name="connsiteY914" fmla="*/ 119274 h 6858000"/>
              <a:gd name="connsiteX915" fmla="*/ 3023879 w 7467600"/>
              <a:gd name="connsiteY915" fmla="*/ 0 h 6858000"/>
              <a:gd name="connsiteX916" fmla="*/ 3105400 w 7467600"/>
              <a:gd name="connsiteY916" fmla="*/ 0 h 6858000"/>
              <a:gd name="connsiteX917" fmla="*/ 3094669 w 7467600"/>
              <a:gd name="connsiteY917" fmla="*/ 30308 h 6858000"/>
              <a:gd name="connsiteX918" fmla="*/ 2901945 w 7467600"/>
              <a:gd name="connsiteY918" fmla="*/ 466538 h 6858000"/>
              <a:gd name="connsiteX919" fmla="*/ 2815209 w 7467600"/>
              <a:gd name="connsiteY919" fmla="*/ 497361 h 6858000"/>
              <a:gd name="connsiteX920" fmla="*/ 2844845 w 7467600"/>
              <a:gd name="connsiteY920" fmla="*/ 127638 h 6858000"/>
              <a:gd name="connsiteX921" fmla="*/ 2867960 w 7467600"/>
              <a:gd name="connsiteY921" fmla="*/ 0 h 6858000"/>
              <a:gd name="connsiteX922" fmla="*/ 1057230 w 7467600"/>
              <a:gd name="connsiteY922" fmla="*/ 0 h 6858000"/>
              <a:gd name="connsiteX923" fmla="*/ 1111003 w 7467600"/>
              <a:gd name="connsiteY923" fmla="*/ 0 h 6858000"/>
              <a:gd name="connsiteX924" fmla="*/ 1125553 w 7467600"/>
              <a:gd name="connsiteY924" fmla="*/ 52588 h 6858000"/>
              <a:gd name="connsiteX925" fmla="*/ 1304276 w 7467600"/>
              <a:gd name="connsiteY925" fmla="*/ 476275 h 6858000"/>
              <a:gd name="connsiteX926" fmla="*/ 1492066 w 7467600"/>
              <a:gd name="connsiteY926" fmla="*/ 886333 h 6858000"/>
              <a:gd name="connsiteX927" fmla="*/ 1423698 w 7467600"/>
              <a:gd name="connsiteY927" fmla="*/ 710817 h 6858000"/>
              <a:gd name="connsiteX928" fmla="*/ 1357609 w 7467600"/>
              <a:gd name="connsiteY928" fmla="*/ 532892 h 6858000"/>
              <a:gd name="connsiteX929" fmla="*/ 1309550 w 7467600"/>
              <a:gd name="connsiteY929" fmla="*/ 374031 h 6858000"/>
              <a:gd name="connsiteX930" fmla="*/ 1193673 w 7467600"/>
              <a:gd name="connsiteY930" fmla="*/ 49533 h 6858000"/>
              <a:gd name="connsiteX931" fmla="*/ 1164391 w 7467600"/>
              <a:gd name="connsiteY931" fmla="*/ 0 h 6858000"/>
              <a:gd name="connsiteX932" fmla="*/ 1200666 w 7467600"/>
              <a:gd name="connsiteY932" fmla="*/ 0 h 6858000"/>
              <a:gd name="connsiteX933" fmla="*/ 1223408 w 7467600"/>
              <a:gd name="connsiteY933" fmla="*/ 38996 h 6858000"/>
              <a:gd name="connsiteX934" fmla="*/ 1339635 w 7467600"/>
              <a:gd name="connsiteY934" fmla="*/ 365517 h 6858000"/>
              <a:gd name="connsiteX935" fmla="*/ 1387469 w 7467600"/>
              <a:gd name="connsiteY935" fmla="*/ 523079 h 6858000"/>
              <a:gd name="connsiteX936" fmla="*/ 1452685 w 7467600"/>
              <a:gd name="connsiteY936" fmla="*/ 699806 h 6858000"/>
              <a:gd name="connsiteX937" fmla="*/ 1492092 w 7467600"/>
              <a:gd name="connsiteY937" fmla="*/ 800424 h 6858000"/>
              <a:gd name="connsiteX938" fmla="*/ 1455302 w 7467600"/>
              <a:gd name="connsiteY938" fmla="*/ 632913 h 6858000"/>
              <a:gd name="connsiteX939" fmla="*/ 1222336 w 7467600"/>
              <a:gd name="connsiteY939" fmla="*/ 9480 h 6858000"/>
              <a:gd name="connsiteX940" fmla="*/ 1214634 w 7467600"/>
              <a:gd name="connsiteY940" fmla="*/ 0 h 6858000"/>
              <a:gd name="connsiteX941" fmla="*/ 1289827 w 7467600"/>
              <a:gd name="connsiteY941" fmla="*/ 0 h 6858000"/>
              <a:gd name="connsiteX942" fmla="*/ 1321076 w 7467600"/>
              <a:gd name="connsiteY942" fmla="*/ 59722 h 6858000"/>
              <a:gd name="connsiteX943" fmla="*/ 1512579 w 7467600"/>
              <a:gd name="connsiteY943" fmla="*/ 626441 h 6858000"/>
              <a:gd name="connsiteX944" fmla="*/ 1506076 w 7467600"/>
              <a:gd name="connsiteY944" fmla="*/ 1089289 h 6858000"/>
              <a:gd name="connsiteX945" fmla="*/ 1486346 w 7467600"/>
              <a:gd name="connsiteY945" fmla="*/ 1079919 h 6858000"/>
              <a:gd name="connsiteX946" fmla="*/ 1070511 w 7467600"/>
              <a:gd name="connsiteY946" fmla="*/ 48609 h 6858000"/>
              <a:gd name="connsiteX947" fmla="*/ 1057230 w 7467600"/>
              <a:gd name="connsiteY947" fmla="*/ 0 h 6858000"/>
              <a:gd name="connsiteX948" fmla="*/ 43151 w 7467600"/>
              <a:gd name="connsiteY948" fmla="*/ 0 h 6858000"/>
              <a:gd name="connsiteX949" fmla="*/ 95283 w 7467600"/>
              <a:gd name="connsiteY949" fmla="*/ 0 h 6858000"/>
              <a:gd name="connsiteX950" fmla="*/ 300708 w 7467600"/>
              <a:gd name="connsiteY950" fmla="*/ 154571 h 6858000"/>
              <a:gd name="connsiteX951" fmla="*/ 530414 w 7467600"/>
              <a:gd name="connsiteY951" fmla="*/ 354673 h 6858000"/>
              <a:gd name="connsiteX952" fmla="*/ 333785 w 7467600"/>
              <a:gd name="connsiteY952" fmla="*/ 161564 h 6858000"/>
              <a:gd name="connsiteX953" fmla="*/ 147005 w 7467600"/>
              <a:gd name="connsiteY953" fmla="*/ 0 h 6858000"/>
              <a:gd name="connsiteX954" fmla="*/ 272509 w 7467600"/>
              <a:gd name="connsiteY954" fmla="*/ 0 h 6858000"/>
              <a:gd name="connsiteX955" fmla="*/ 326276 w 7467600"/>
              <a:gd name="connsiteY955" fmla="*/ 45847 h 6858000"/>
              <a:gd name="connsiteX956" fmla="*/ 823759 w 7467600"/>
              <a:gd name="connsiteY956" fmla="*/ 574145 h 6858000"/>
              <a:gd name="connsiteX957" fmla="*/ 811254 w 7467600"/>
              <a:gd name="connsiteY957" fmla="*/ 665546 h 6858000"/>
              <a:gd name="connsiteX958" fmla="*/ 154042 w 7467600"/>
              <a:gd name="connsiteY958" fmla="*/ 261522 h 6858000"/>
              <a:gd name="connsiteX959" fmla="*/ 13550 w 7467600"/>
              <a:gd name="connsiteY959" fmla="*/ 158423 h 6858000"/>
              <a:gd name="connsiteX960" fmla="*/ 0 w 7467600"/>
              <a:gd name="connsiteY960" fmla="*/ 146618 h 6858000"/>
              <a:gd name="connsiteX961" fmla="*/ 0 w 7467600"/>
              <a:gd name="connsiteY961" fmla="*/ 59161 h 6858000"/>
              <a:gd name="connsiteX962" fmla="*/ 45427 w 7467600"/>
              <a:gd name="connsiteY962" fmla="*/ 101078 h 6858000"/>
              <a:gd name="connsiteX963" fmla="*/ 630103 w 7467600"/>
              <a:gd name="connsiteY963" fmla="*/ 485885 h 6858000"/>
              <a:gd name="connsiteX964" fmla="*/ 532040 w 7467600"/>
              <a:gd name="connsiteY964" fmla="*/ 399359 h 6858000"/>
              <a:gd name="connsiteX965" fmla="*/ 517618 w 7467600"/>
              <a:gd name="connsiteY965" fmla="*/ 385726 h 6858000"/>
              <a:gd name="connsiteX966" fmla="*/ 285074 w 7467600"/>
              <a:gd name="connsiteY966" fmla="*/ 182755 h 6858000"/>
              <a:gd name="connsiteX967" fmla="*/ 43151 w 7467600"/>
              <a:gd name="connsiteY96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467600 w 7467600"/>
              <a:gd name="connsiteY77" fmla="*/ 6012219 h 6858000"/>
              <a:gd name="connsiteX78" fmla="*/ 7356878 w 7467600"/>
              <a:gd name="connsiteY78" fmla="*/ 5981332 h 6858000"/>
              <a:gd name="connsiteX79" fmla="*/ 7467600 w 7467600"/>
              <a:gd name="connsiteY79" fmla="*/ 6117703 h 6858000"/>
              <a:gd name="connsiteX80" fmla="*/ 7467600 w 7467600"/>
              <a:gd name="connsiteY80" fmla="*/ 6163634 h 6858000"/>
              <a:gd name="connsiteX81" fmla="*/ 7403637 w 7467600"/>
              <a:gd name="connsiteY81" fmla="*/ 6083957 h 6858000"/>
              <a:gd name="connsiteX82" fmla="*/ 7254615 w 7467600"/>
              <a:gd name="connsiteY82" fmla="*/ 5911918 h 6858000"/>
              <a:gd name="connsiteX83" fmla="*/ 7312589 w 7467600"/>
              <a:gd name="connsiteY83" fmla="*/ 5982309 h 6858000"/>
              <a:gd name="connsiteX84" fmla="*/ 7448321 w 7467600"/>
              <a:gd name="connsiteY84" fmla="*/ 6190991 h 6858000"/>
              <a:gd name="connsiteX85" fmla="*/ 7467600 w 7467600"/>
              <a:gd name="connsiteY85" fmla="*/ 6221686 h 6858000"/>
              <a:gd name="connsiteX86" fmla="*/ 7467600 w 7467600"/>
              <a:gd name="connsiteY86" fmla="*/ 6334256 h 6858000"/>
              <a:gd name="connsiteX87" fmla="*/ 7454976 w 7467600"/>
              <a:gd name="connsiteY87" fmla="*/ 6318297 h 6858000"/>
              <a:gd name="connsiteX88" fmla="*/ 1456157 w 7467600"/>
              <a:gd name="connsiteY88" fmla="*/ 5371404 h 6858000"/>
              <a:gd name="connsiteX89" fmla="*/ 1244432 w 7467600"/>
              <a:gd name="connsiteY89" fmla="*/ 5385601 h 6858000"/>
              <a:gd name="connsiteX90" fmla="*/ 973990 w 7467600"/>
              <a:gd name="connsiteY90" fmla="*/ 5424940 h 6858000"/>
              <a:gd name="connsiteX91" fmla="*/ 1103809 w 7467600"/>
              <a:gd name="connsiteY91" fmla="*/ 5433720 h 6858000"/>
              <a:gd name="connsiteX92" fmla="*/ 1123454 w 7467600"/>
              <a:gd name="connsiteY92" fmla="*/ 5435727 h 6858000"/>
              <a:gd name="connsiteX93" fmla="*/ 1737017 w 7467600"/>
              <a:gd name="connsiteY93" fmla="*/ 5452183 h 6858000"/>
              <a:gd name="connsiteX94" fmla="*/ 1824397 w 7467600"/>
              <a:gd name="connsiteY94" fmla="*/ 5447757 h 6858000"/>
              <a:gd name="connsiteX95" fmla="*/ 2070059 w 7467600"/>
              <a:gd name="connsiteY95" fmla="*/ 5441660 h 6858000"/>
              <a:gd name="connsiteX96" fmla="*/ 1456157 w 7467600"/>
              <a:gd name="connsiteY96" fmla="*/ 5371404 h 6858000"/>
              <a:gd name="connsiteX97" fmla="*/ 4988186 w 7467600"/>
              <a:gd name="connsiteY97" fmla="*/ 5216467 h 6858000"/>
              <a:gd name="connsiteX98" fmla="*/ 4777334 w 7467600"/>
              <a:gd name="connsiteY98" fmla="*/ 5406072 h 6858000"/>
              <a:gd name="connsiteX99" fmla="*/ 4718341 w 7467600"/>
              <a:gd name="connsiteY99" fmla="*/ 5468043 h 6858000"/>
              <a:gd name="connsiteX100" fmla="*/ 4604655 w 7467600"/>
              <a:gd name="connsiteY100" fmla="*/ 5583434 h 6858000"/>
              <a:gd name="connsiteX101" fmla="*/ 4565074 w 7467600"/>
              <a:gd name="connsiteY101" fmla="*/ 5618550 h 6858000"/>
              <a:gd name="connsiteX102" fmla="*/ 4988186 w 7467600"/>
              <a:gd name="connsiteY102" fmla="*/ 5216467 h 6858000"/>
              <a:gd name="connsiteX103" fmla="*/ 4978032 w 7467600"/>
              <a:gd name="connsiteY103" fmla="*/ 5183809 h 6858000"/>
              <a:gd name="connsiteX104" fmla="*/ 4463413 w 7467600"/>
              <a:gd name="connsiteY104" fmla="*/ 5615162 h 6858000"/>
              <a:gd name="connsiteX105" fmla="*/ 4358134 w 7467600"/>
              <a:gd name="connsiteY105" fmla="*/ 5742791 h 6858000"/>
              <a:gd name="connsiteX106" fmla="*/ 4376219 w 7467600"/>
              <a:gd name="connsiteY106" fmla="*/ 5729027 h 6858000"/>
              <a:gd name="connsiteX107" fmla="*/ 4582340 w 7467600"/>
              <a:gd name="connsiteY107" fmla="*/ 5561037 h 6858000"/>
              <a:gd name="connsiteX108" fmla="*/ 4694684 w 7467600"/>
              <a:gd name="connsiteY108" fmla="*/ 5447098 h 6858000"/>
              <a:gd name="connsiteX109" fmla="*/ 4754123 w 7467600"/>
              <a:gd name="connsiteY109" fmla="*/ 5384643 h 6858000"/>
              <a:gd name="connsiteX110" fmla="*/ 4978032 w 7467600"/>
              <a:gd name="connsiteY110" fmla="*/ 5183809 h 6858000"/>
              <a:gd name="connsiteX111" fmla="*/ 1903353 w 7467600"/>
              <a:gd name="connsiteY111" fmla="*/ 5044827 h 6858000"/>
              <a:gd name="connsiteX112" fmla="*/ 1936931 w 7467600"/>
              <a:gd name="connsiteY112" fmla="*/ 5093954 h 6858000"/>
              <a:gd name="connsiteX113" fmla="*/ 2195868 w 7467600"/>
              <a:gd name="connsiteY113" fmla="*/ 5396574 h 6858000"/>
              <a:gd name="connsiteX114" fmla="*/ 2088852 w 7467600"/>
              <a:gd name="connsiteY114" fmla="*/ 5166123 h 6858000"/>
              <a:gd name="connsiteX115" fmla="*/ 1958241 w 7467600"/>
              <a:gd name="connsiteY115" fmla="*/ 5067955 h 6858000"/>
              <a:gd name="connsiteX116" fmla="*/ 1903353 w 7467600"/>
              <a:gd name="connsiteY116" fmla="*/ 5044827 h 6858000"/>
              <a:gd name="connsiteX117" fmla="*/ 1979378 w 7467600"/>
              <a:gd name="connsiteY117" fmla="*/ 4769504 h 6858000"/>
              <a:gd name="connsiteX118" fmla="*/ 2882120 w 7467600"/>
              <a:gd name="connsiteY118" fmla="*/ 5064547 h 6858000"/>
              <a:gd name="connsiteX119" fmla="*/ 2793103 w 7467600"/>
              <a:gd name="connsiteY119" fmla="*/ 5039699 h 6858000"/>
              <a:gd name="connsiteX120" fmla="*/ 2770041 w 7467600"/>
              <a:gd name="connsiteY120" fmla="*/ 5033634 h 6858000"/>
              <a:gd name="connsiteX121" fmla="*/ 1979378 w 7467600"/>
              <a:gd name="connsiteY121" fmla="*/ 4769504 h 6858000"/>
              <a:gd name="connsiteX122" fmla="*/ 1927410 w 7467600"/>
              <a:gd name="connsiteY122" fmla="*/ 4716164 h 6858000"/>
              <a:gd name="connsiteX123" fmla="*/ 1959587 w 7467600"/>
              <a:gd name="connsiteY123" fmla="*/ 4728849 h 6858000"/>
              <a:gd name="connsiteX124" fmla="*/ 2777707 w 7467600"/>
              <a:gd name="connsiteY124" fmla="*/ 5003991 h 6858000"/>
              <a:gd name="connsiteX125" fmla="*/ 2800768 w 7467600"/>
              <a:gd name="connsiteY125" fmla="*/ 5010056 h 6858000"/>
              <a:gd name="connsiteX126" fmla="*/ 2879408 w 7467600"/>
              <a:gd name="connsiteY126" fmla="*/ 5031590 h 6858000"/>
              <a:gd name="connsiteX127" fmla="*/ 2862295 w 7467600"/>
              <a:gd name="connsiteY127" fmla="*/ 5022958 h 6858000"/>
              <a:gd name="connsiteX128" fmla="*/ 2813343 w 7467600"/>
              <a:gd name="connsiteY128" fmla="*/ 4998369 h 6858000"/>
              <a:gd name="connsiteX129" fmla="*/ 2646245 w 7467600"/>
              <a:gd name="connsiteY129" fmla="*/ 4930999 h 6858000"/>
              <a:gd name="connsiteX130" fmla="*/ 1999243 w 7467600"/>
              <a:gd name="connsiteY130" fmla="*/ 4730524 h 6858000"/>
              <a:gd name="connsiteX131" fmla="*/ 1979527 w 7467600"/>
              <a:gd name="connsiteY131" fmla="*/ 4726651 h 6858000"/>
              <a:gd name="connsiteX132" fmla="*/ 1927410 w 7467600"/>
              <a:gd name="connsiteY132" fmla="*/ 4716164 h 6858000"/>
              <a:gd name="connsiteX133" fmla="*/ 1997014 w 7467600"/>
              <a:gd name="connsiteY133" fmla="*/ 4698007 h 6858000"/>
              <a:gd name="connsiteX134" fmla="*/ 2005458 w 7467600"/>
              <a:gd name="connsiteY134" fmla="*/ 4699540 h 6858000"/>
              <a:gd name="connsiteX135" fmla="*/ 2657186 w 7467600"/>
              <a:gd name="connsiteY135" fmla="*/ 4901687 h 6858000"/>
              <a:gd name="connsiteX136" fmla="*/ 2826662 w 7467600"/>
              <a:gd name="connsiteY136" fmla="*/ 4970362 h 6858000"/>
              <a:gd name="connsiteX137" fmla="*/ 2876100 w 7467600"/>
              <a:gd name="connsiteY137" fmla="*/ 4995397 h 6858000"/>
              <a:gd name="connsiteX138" fmla="*/ 3042600 w 7467600"/>
              <a:gd name="connsiteY138" fmla="*/ 5059532 h 6858000"/>
              <a:gd name="connsiteX139" fmla="*/ 1997014 w 7467600"/>
              <a:gd name="connsiteY139" fmla="*/ 4698007 h 6858000"/>
              <a:gd name="connsiteX140" fmla="*/ 2305292 w 7467600"/>
              <a:gd name="connsiteY140" fmla="*/ 4219492 h 6858000"/>
              <a:gd name="connsiteX141" fmla="*/ 3360922 w 7467600"/>
              <a:gd name="connsiteY141" fmla="*/ 4529373 h 6858000"/>
              <a:gd name="connsiteX142" fmla="*/ 3492420 w 7467600"/>
              <a:gd name="connsiteY142" fmla="*/ 4510145 h 6858000"/>
              <a:gd name="connsiteX143" fmla="*/ 3364086 w 7467600"/>
              <a:gd name="connsiteY143" fmla="*/ 4480340 h 6858000"/>
              <a:gd name="connsiteX144" fmla="*/ 3225818 w 7467600"/>
              <a:gd name="connsiteY144" fmla="*/ 4411822 h 6858000"/>
              <a:gd name="connsiteX145" fmla="*/ 3129696 w 7467600"/>
              <a:gd name="connsiteY145" fmla="*/ 4360704 h 6858000"/>
              <a:gd name="connsiteX146" fmla="*/ 2814545 w 7467600"/>
              <a:gd name="connsiteY146" fmla="*/ 4282955 h 6858000"/>
              <a:gd name="connsiteX147" fmla="*/ 2305292 w 7467600"/>
              <a:gd name="connsiteY147" fmla="*/ 4219492 h 6858000"/>
              <a:gd name="connsiteX148" fmla="*/ 2626982 w 7467600"/>
              <a:gd name="connsiteY148" fmla="*/ 4206450 h 6858000"/>
              <a:gd name="connsiteX149" fmla="*/ 2490617 w 7467600"/>
              <a:gd name="connsiteY149" fmla="*/ 4206951 h 6858000"/>
              <a:gd name="connsiteX150" fmla="*/ 2819869 w 7467600"/>
              <a:gd name="connsiteY150" fmla="*/ 4252936 h 6858000"/>
              <a:gd name="connsiteX151" fmla="*/ 3143018 w 7467600"/>
              <a:gd name="connsiteY151" fmla="*/ 4332698 h 6858000"/>
              <a:gd name="connsiteX152" fmla="*/ 3241520 w 7467600"/>
              <a:gd name="connsiteY152" fmla="*/ 4385112 h 6858000"/>
              <a:gd name="connsiteX153" fmla="*/ 3374575 w 7467600"/>
              <a:gd name="connsiteY153" fmla="*/ 4451517 h 6858000"/>
              <a:gd name="connsiteX154" fmla="*/ 3505221 w 7467600"/>
              <a:gd name="connsiteY154" fmla="*/ 4480757 h 6858000"/>
              <a:gd name="connsiteX155" fmla="*/ 2626982 w 7467600"/>
              <a:gd name="connsiteY155" fmla="*/ 4206450 h 6858000"/>
              <a:gd name="connsiteX156" fmla="*/ 1310106 w 7467600"/>
              <a:gd name="connsiteY156" fmla="*/ 3943217 h 6858000"/>
              <a:gd name="connsiteX157" fmla="*/ 854994 w 7467600"/>
              <a:gd name="connsiteY157" fmla="*/ 4399136 h 6858000"/>
              <a:gd name="connsiteX158" fmla="*/ 742462 w 7467600"/>
              <a:gd name="connsiteY158" fmla="*/ 4594648 h 6858000"/>
              <a:gd name="connsiteX159" fmla="*/ 820602 w 7467600"/>
              <a:gd name="connsiteY159" fmla="*/ 4485915 h 6858000"/>
              <a:gd name="connsiteX160" fmla="*/ 878295 w 7467600"/>
              <a:gd name="connsiteY160" fmla="*/ 4403594 h 6858000"/>
              <a:gd name="connsiteX161" fmla="*/ 1240607 w 7467600"/>
              <a:gd name="connsiteY161" fmla="*/ 4010401 h 6858000"/>
              <a:gd name="connsiteX162" fmla="*/ 1310106 w 7467600"/>
              <a:gd name="connsiteY162" fmla="*/ 3943217 h 6858000"/>
              <a:gd name="connsiteX163" fmla="*/ 1423113 w 7467600"/>
              <a:gd name="connsiteY163" fmla="*/ 3874565 h 6858000"/>
              <a:gd name="connsiteX164" fmla="*/ 1260565 w 7467600"/>
              <a:gd name="connsiteY164" fmla="*/ 4031982 h 6858000"/>
              <a:gd name="connsiteX165" fmla="*/ 901900 w 7467600"/>
              <a:gd name="connsiteY165" fmla="*/ 4421236 h 6858000"/>
              <a:gd name="connsiteX166" fmla="*/ 845044 w 7467600"/>
              <a:gd name="connsiteY166" fmla="*/ 4502436 h 6858000"/>
              <a:gd name="connsiteX167" fmla="*/ 685926 w 7467600"/>
              <a:gd name="connsiteY167" fmla="*/ 4703069 h 6858000"/>
              <a:gd name="connsiteX168" fmla="*/ 684248 w 7467600"/>
              <a:gd name="connsiteY168" fmla="*/ 4706721 h 6858000"/>
              <a:gd name="connsiteX169" fmla="*/ 1423113 w 7467600"/>
              <a:gd name="connsiteY169" fmla="*/ 3874565 h 6858000"/>
              <a:gd name="connsiteX170" fmla="*/ 3316479 w 7467600"/>
              <a:gd name="connsiteY170" fmla="*/ 3872136 h 6858000"/>
              <a:gd name="connsiteX171" fmla="*/ 3546806 w 7467600"/>
              <a:gd name="connsiteY171" fmla="*/ 4356139 h 6858000"/>
              <a:gd name="connsiteX172" fmla="*/ 3364433 w 7467600"/>
              <a:gd name="connsiteY172" fmla="*/ 3953121 h 6858000"/>
              <a:gd name="connsiteX173" fmla="*/ 3316479 w 7467600"/>
              <a:gd name="connsiteY173" fmla="*/ 3872136 h 6858000"/>
              <a:gd name="connsiteX174" fmla="*/ 3291335 w 7467600"/>
              <a:gd name="connsiteY174" fmla="*/ 3767420 h 6858000"/>
              <a:gd name="connsiteX175" fmla="*/ 3390805 w 7467600"/>
              <a:gd name="connsiteY175" fmla="*/ 3937163 h 6858000"/>
              <a:gd name="connsiteX176" fmla="*/ 3579062 w 7467600"/>
              <a:gd name="connsiteY176" fmla="*/ 4359040 h 6858000"/>
              <a:gd name="connsiteX177" fmla="*/ 3467355 w 7467600"/>
              <a:gd name="connsiteY177" fmla="*/ 3988130 h 6858000"/>
              <a:gd name="connsiteX178" fmla="*/ 3310753 w 7467600"/>
              <a:gd name="connsiteY178" fmla="*/ 3787140 h 6858000"/>
              <a:gd name="connsiteX179" fmla="*/ 3291335 w 7467600"/>
              <a:gd name="connsiteY179" fmla="*/ 3767420 h 6858000"/>
              <a:gd name="connsiteX180" fmla="*/ 1635889 w 7467600"/>
              <a:gd name="connsiteY180" fmla="*/ 3709494 h 6858000"/>
              <a:gd name="connsiteX181" fmla="*/ 1634800 w 7467600"/>
              <a:gd name="connsiteY181" fmla="*/ 3731111 h 6858000"/>
              <a:gd name="connsiteX182" fmla="*/ 1635889 w 7467600"/>
              <a:gd name="connsiteY182" fmla="*/ 3709494 h 6858000"/>
              <a:gd name="connsiteX183" fmla="*/ 1510397 w 7467600"/>
              <a:gd name="connsiteY183" fmla="*/ 3684705 h 6858000"/>
              <a:gd name="connsiteX184" fmla="*/ 1146550 w 7467600"/>
              <a:gd name="connsiteY184" fmla="*/ 3802012 h 6858000"/>
              <a:gd name="connsiteX185" fmla="*/ 698834 w 7467600"/>
              <a:gd name="connsiteY185" fmla="*/ 3952272 h 6858000"/>
              <a:gd name="connsiteX186" fmla="*/ 34256 w 7467600"/>
              <a:gd name="connsiteY186" fmla="*/ 4347603 h 6858000"/>
              <a:gd name="connsiteX187" fmla="*/ 527241 w 7467600"/>
              <a:gd name="connsiteY187" fmla="*/ 4065078 h 6858000"/>
              <a:gd name="connsiteX188" fmla="*/ 1510397 w 7467600"/>
              <a:gd name="connsiteY188" fmla="*/ 3684705 h 6858000"/>
              <a:gd name="connsiteX189" fmla="*/ 1313114 w 7467600"/>
              <a:gd name="connsiteY189" fmla="*/ 3655216 h 6858000"/>
              <a:gd name="connsiteX190" fmla="*/ 1109304 w 7467600"/>
              <a:gd name="connsiteY190" fmla="*/ 3669030 h 6858000"/>
              <a:gd name="connsiteX191" fmla="*/ 8129 w 7467600"/>
              <a:gd name="connsiteY191" fmla="*/ 4330519 h 6858000"/>
              <a:gd name="connsiteX192" fmla="*/ 687572 w 7467600"/>
              <a:gd name="connsiteY192" fmla="*/ 3925629 h 6858000"/>
              <a:gd name="connsiteX193" fmla="*/ 1138365 w 7467600"/>
              <a:gd name="connsiteY193" fmla="*/ 3774515 h 6858000"/>
              <a:gd name="connsiteX194" fmla="*/ 1505579 w 7467600"/>
              <a:gd name="connsiteY194" fmla="*/ 3655526 h 6858000"/>
              <a:gd name="connsiteX195" fmla="*/ 1313114 w 7467600"/>
              <a:gd name="connsiteY195" fmla="*/ 3655216 h 6858000"/>
              <a:gd name="connsiteX196" fmla="*/ 3655073 w 7467600"/>
              <a:gd name="connsiteY196" fmla="*/ 3650884 h 6858000"/>
              <a:gd name="connsiteX197" fmla="*/ 3989938 w 7467600"/>
              <a:gd name="connsiteY197" fmla="*/ 3991685 h 6858000"/>
              <a:gd name="connsiteX198" fmla="*/ 4393907 w 7467600"/>
              <a:gd name="connsiteY198" fmla="*/ 4261258 h 6858000"/>
              <a:gd name="connsiteX199" fmla="*/ 4648051 w 7467600"/>
              <a:gd name="connsiteY199" fmla="*/ 4374051 h 6858000"/>
              <a:gd name="connsiteX200" fmla="*/ 4383389 w 7467600"/>
              <a:gd name="connsiteY200" fmla="*/ 4184369 h 6858000"/>
              <a:gd name="connsiteX201" fmla="*/ 4165508 w 7467600"/>
              <a:gd name="connsiteY201" fmla="*/ 4035196 h 6858000"/>
              <a:gd name="connsiteX202" fmla="*/ 4068162 w 7467600"/>
              <a:gd name="connsiteY202" fmla="*/ 3953394 h 6858000"/>
              <a:gd name="connsiteX203" fmla="*/ 3981416 w 7467600"/>
              <a:gd name="connsiteY203" fmla="*/ 3880482 h 6858000"/>
              <a:gd name="connsiteX204" fmla="*/ 3800147 w 7467600"/>
              <a:gd name="connsiteY204" fmla="*/ 3749872 h 6858000"/>
              <a:gd name="connsiteX205" fmla="*/ 3655073 w 7467600"/>
              <a:gd name="connsiteY205" fmla="*/ 3650884 h 6858000"/>
              <a:gd name="connsiteX206" fmla="*/ 3670252 w 7467600"/>
              <a:gd name="connsiteY206" fmla="*/ 3622798 h 6858000"/>
              <a:gd name="connsiteX207" fmla="*/ 3817258 w 7467600"/>
              <a:gd name="connsiteY207" fmla="*/ 3723577 h 6858000"/>
              <a:gd name="connsiteX208" fmla="*/ 4000461 w 7467600"/>
              <a:gd name="connsiteY208" fmla="*/ 3855966 h 6858000"/>
              <a:gd name="connsiteX209" fmla="*/ 4088180 w 7467600"/>
              <a:gd name="connsiteY209" fmla="*/ 3929774 h 6858000"/>
              <a:gd name="connsiteX210" fmla="*/ 4184555 w 7467600"/>
              <a:gd name="connsiteY210" fmla="*/ 4010683 h 6858000"/>
              <a:gd name="connsiteX211" fmla="*/ 4399563 w 7467600"/>
              <a:gd name="connsiteY211" fmla="*/ 4158106 h 6858000"/>
              <a:gd name="connsiteX212" fmla="*/ 4684469 w 7467600"/>
              <a:gd name="connsiteY212" fmla="*/ 4364680 h 6858000"/>
              <a:gd name="connsiteX213" fmla="*/ 4690271 w 7467600"/>
              <a:gd name="connsiteY213" fmla="*/ 4370034 h 6858000"/>
              <a:gd name="connsiteX214" fmla="*/ 4136093 w 7467600"/>
              <a:gd name="connsiteY214" fmla="*/ 3858466 h 6858000"/>
              <a:gd name="connsiteX215" fmla="*/ 3670252 w 7467600"/>
              <a:gd name="connsiteY215" fmla="*/ 3622798 h 6858000"/>
              <a:gd name="connsiteX216" fmla="*/ 4440129 w 7467600"/>
              <a:gd name="connsiteY216" fmla="*/ 3448571 h 6858000"/>
              <a:gd name="connsiteX217" fmla="*/ 4856525 w 7467600"/>
              <a:gd name="connsiteY217" fmla="*/ 3915351 h 6858000"/>
              <a:gd name="connsiteX218" fmla="*/ 5059055 w 7467600"/>
              <a:gd name="connsiteY218" fmla="*/ 4108918 h 6858000"/>
              <a:gd name="connsiteX219" fmla="*/ 5290070 w 7467600"/>
              <a:gd name="connsiteY219" fmla="*/ 4263619 h 6858000"/>
              <a:gd name="connsiteX220" fmla="*/ 4834991 w 7467600"/>
              <a:gd name="connsiteY220" fmla="*/ 3830985 h 6858000"/>
              <a:gd name="connsiteX221" fmla="*/ 4440129 w 7467600"/>
              <a:gd name="connsiteY221" fmla="*/ 3448571 h 6858000"/>
              <a:gd name="connsiteX222" fmla="*/ 4441737 w 7467600"/>
              <a:gd name="connsiteY222" fmla="*/ 3399734 h 6858000"/>
              <a:gd name="connsiteX223" fmla="*/ 4431236 w 7467600"/>
              <a:gd name="connsiteY223" fmla="*/ 3400954 h 6858000"/>
              <a:gd name="connsiteX224" fmla="*/ 4557150 w 7467600"/>
              <a:gd name="connsiteY224" fmla="*/ 3510023 h 6858000"/>
              <a:gd name="connsiteX225" fmla="*/ 4856936 w 7467600"/>
              <a:gd name="connsiteY225" fmla="*/ 3809146 h 6858000"/>
              <a:gd name="connsiteX226" fmla="*/ 5111996 w 7467600"/>
              <a:gd name="connsiteY226" fmla="*/ 4065759 h 6858000"/>
              <a:gd name="connsiteX227" fmla="*/ 5388878 w 7467600"/>
              <a:gd name="connsiteY227" fmla="*/ 4300185 h 6858000"/>
              <a:gd name="connsiteX228" fmla="*/ 5425556 w 7467600"/>
              <a:gd name="connsiteY228" fmla="*/ 4308967 h 6858000"/>
              <a:gd name="connsiteX229" fmla="*/ 4943646 w 7467600"/>
              <a:gd name="connsiteY229" fmla="*/ 3822916 h 6858000"/>
              <a:gd name="connsiteX230" fmla="*/ 4594837 w 7467600"/>
              <a:gd name="connsiteY230" fmla="*/ 3532274 h 6858000"/>
              <a:gd name="connsiteX231" fmla="*/ 4441737 w 7467600"/>
              <a:gd name="connsiteY231" fmla="*/ 3399734 h 6858000"/>
              <a:gd name="connsiteX232" fmla="*/ 5425834 w 7467600"/>
              <a:gd name="connsiteY232" fmla="*/ 3162785 h 6858000"/>
              <a:gd name="connsiteX233" fmla="*/ 5401644 w 7467600"/>
              <a:gd name="connsiteY233" fmla="*/ 3617847 h 6858000"/>
              <a:gd name="connsiteX234" fmla="*/ 5467256 w 7467600"/>
              <a:gd name="connsiteY234" fmla="*/ 4175494 h 6858000"/>
              <a:gd name="connsiteX235" fmla="*/ 5448069 w 7467600"/>
              <a:gd name="connsiteY235" fmla="*/ 3567554 h 6858000"/>
              <a:gd name="connsiteX236" fmla="*/ 5425834 w 7467600"/>
              <a:gd name="connsiteY236" fmla="*/ 3162785 h 6858000"/>
              <a:gd name="connsiteX237" fmla="*/ 1318687 w 7467600"/>
              <a:gd name="connsiteY237" fmla="*/ 3113840 h 6858000"/>
              <a:gd name="connsiteX238" fmla="*/ 1066793 w 7467600"/>
              <a:gd name="connsiteY238" fmla="*/ 3212171 h 6858000"/>
              <a:gd name="connsiteX239" fmla="*/ 993319 w 7467600"/>
              <a:gd name="connsiteY239" fmla="*/ 3247648 h 6858000"/>
              <a:gd name="connsiteX240" fmla="*/ 853081 w 7467600"/>
              <a:gd name="connsiteY240" fmla="*/ 3312410 h 6858000"/>
              <a:gd name="connsiteX241" fmla="*/ 805957 w 7467600"/>
              <a:gd name="connsiteY241" fmla="*/ 3330443 h 6858000"/>
              <a:gd name="connsiteX242" fmla="*/ 1318687 w 7467600"/>
              <a:gd name="connsiteY242" fmla="*/ 3113840 h 6858000"/>
              <a:gd name="connsiteX243" fmla="*/ 5453702 w 7467600"/>
              <a:gd name="connsiteY243" fmla="*/ 3090882 h 6858000"/>
              <a:gd name="connsiteX244" fmla="*/ 5480135 w 7467600"/>
              <a:gd name="connsiteY244" fmla="*/ 3565802 h 6858000"/>
              <a:gd name="connsiteX245" fmla="*/ 5499023 w 7467600"/>
              <a:gd name="connsiteY245" fmla="*/ 4166310 h 6858000"/>
              <a:gd name="connsiteX246" fmla="*/ 5547022 w 7467600"/>
              <a:gd name="connsiteY246" fmla="*/ 3607838 h 6858000"/>
              <a:gd name="connsiteX247" fmla="*/ 5515964 w 7467600"/>
              <a:gd name="connsiteY247" fmla="*/ 3378541 h 6858000"/>
              <a:gd name="connsiteX248" fmla="*/ 5453702 w 7467600"/>
              <a:gd name="connsiteY248" fmla="*/ 3090882 h 6858000"/>
              <a:gd name="connsiteX249" fmla="*/ 1238695 w 7467600"/>
              <a:gd name="connsiteY249" fmla="*/ 3076820 h 6858000"/>
              <a:gd name="connsiteX250" fmla="*/ 716371 w 7467600"/>
              <a:gd name="connsiteY250" fmla="*/ 3293249 h 6858000"/>
              <a:gd name="connsiteX251" fmla="*/ 579522 w 7467600"/>
              <a:gd name="connsiteY251" fmla="*/ 3371759 h 6858000"/>
              <a:gd name="connsiteX252" fmla="*/ 600288 w 7467600"/>
              <a:gd name="connsiteY252" fmla="*/ 3365555 h 6858000"/>
              <a:gd name="connsiteX253" fmla="*/ 840692 w 7467600"/>
              <a:gd name="connsiteY253" fmla="*/ 3284921 h 6858000"/>
              <a:gd name="connsiteX254" fmla="*/ 979248 w 7467600"/>
              <a:gd name="connsiteY254" fmla="*/ 3221003 h 6858000"/>
              <a:gd name="connsiteX255" fmla="*/ 1053282 w 7467600"/>
              <a:gd name="connsiteY255" fmla="*/ 3185247 h 6858000"/>
              <a:gd name="connsiteX256" fmla="*/ 1320603 w 7467600"/>
              <a:gd name="connsiteY256" fmla="*/ 3081281 h 6858000"/>
              <a:gd name="connsiteX257" fmla="*/ 1238695 w 7467600"/>
              <a:gd name="connsiteY257" fmla="*/ 3076820 h 6858000"/>
              <a:gd name="connsiteX258" fmla="*/ 5425627 w 7467600"/>
              <a:gd name="connsiteY258" fmla="*/ 2954192 h 6858000"/>
              <a:gd name="connsiteX259" fmla="*/ 5470770 w 7467600"/>
              <a:gd name="connsiteY259" fmla="*/ 3005435 h 6858000"/>
              <a:gd name="connsiteX260" fmla="*/ 5519779 w 7467600"/>
              <a:gd name="connsiteY260" fmla="*/ 4359223 h 6858000"/>
              <a:gd name="connsiteX261" fmla="*/ 5520293 w 7467600"/>
              <a:gd name="connsiteY261" fmla="*/ 4360602 h 6858000"/>
              <a:gd name="connsiteX262" fmla="*/ 5767221 w 7467600"/>
              <a:gd name="connsiteY262" fmla="*/ 4665564 h 6858000"/>
              <a:gd name="connsiteX263" fmla="*/ 6937169 w 7467600"/>
              <a:gd name="connsiteY263" fmla="*/ 4815941 h 6858000"/>
              <a:gd name="connsiteX264" fmla="*/ 6953922 w 7467600"/>
              <a:gd name="connsiteY264" fmla="*/ 4890068 h 6858000"/>
              <a:gd name="connsiteX265" fmla="*/ 6071359 w 7467600"/>
              <a:gd name="connsiteY265" fmla="*/ 4770770 h 6858000"/>
              <a:gd name="connsiteX266" fmla="*/ 6038839 w 7467600"/>
              <a:gd name="connsiteY266" fmla="*/ 4764474 h 6858000"/>
              <a:gd name="connsiteX267" fmla="*/ 6038706 w 7467600"/>
              <a:gd name="connsiteY267" fmla="*/ 4763847 h 6858000"/>
              <a:gd name="connsiteX268" fmla="*/ 6037784 w 7467600"/>
              <a:gd name="connsiteY268" fmla="*/ 4764270 h 6858000"/>
              <a:gd name="connsiteX269" fmla="*/ 6038839 w 7467600"/>
              <a:gd name="connsiteY269" fmla="*/ 4764474 h 6858000"/>
              <a:gd name="connsiteX270" fmla="*/ 6040338 w 7467600"/>
              <a:gd name="connsiteY270" fmla="*/ 4771418 h 6858000"/>
              <a:gd name="connsiteX271" fmla="*/ 6024488 w 7467600"/>
              <a:gd name="connsiteY271" fmla="*/ 4809903 h 6858000"/>
              <a:gd name="connsiteX272" fmla="*/ 5599771 w 7467600"/>
              <a:gd name="connsiteY272" fmla="*/ 5509652 h 6858000"/>
              <a:gd name="connsiteX273" fmla="*/ 5548843 w 7467600"/>
              <a:gd name="connsiteY273" fmla="*/ 5563845 h 6858000"/>
              <a:gd name="connsiteX274" fmla="*/ 5940952 w 7467600"/>
              <a:gd name="connsiteY274" fmla="*/ 6250028 h 6858000"/>
              <a:gd name="connsiteX275" fmla="*/ 6043441 w 7467600"/>
              <a:gd name="connsiteY275" fmla="*/ 6665847 h 6858000"/>
              <a:gd name="connsiteX276" fmla="*/ 6093432 w 7467600"/>
              <a:gd name="connsiteY276" fmla="*/ 6858000 h 6858000"/>
              <a:gd name="connsiteX277" fmla="*/ 6034344 w 7467600"/>
              <a:gd name="connsiteY277" fmla="*/ 6858000 h 6858000"/>
              <a:gd name="connsiteX278" fmla="*/ 6026679 w 7467600"/>
              <a:gd name="connsiteY278" fmla="*/ 6836959 h 6858000"/>
              <a:gd name="connsiteX279" fmla="*/ 5800441 w 7467600"/>
              <a:gd name="connsiteY279" fmla="*/ 6335286 h 6858000"/>
              <a:gd name="connsiteX280" fmla="*/ 5526562 w 7467600"/>
              <a:gd name="connsiteY280" fmla="*/ 5705388 h 6858000"/>
              <a:gd name="connsiteX281" fmla="*/ 5519640 w 7467600"/>
              <a:gd name="connsiteY281" fmla="*/ 5683774 h 6858000"/>
              <a:gd name="connsiteX282" fmla="*/ 5844559 w 7467600"/>
              <a:gd name="connsiteY282" fmla="*/ 6553349 h 6858000"/>
              <a:gd name="connsiteX283" fmla="*/ 5975994 w 7467600"/>
              <a:gd name="connsiteY283" fmla="*/ 6858000 h 6858000"/>
              <a:gd name="connsiteX284" fmla="*/ 5898547 w 7467600"/>
              <a:gd name="connsiteY284" fmla="*/ 6858000 h 6858000"/>
              <a:gd name="connsiteX285" fmla="*/ 5682041 w 7467600"/>
              <a:gd name="connsiteY285" fmla="*/ 6355860 h 6858000"/>
              <a:gd name="connsiteX286" fmla="*/ 5461758 w 7467600"/>
              <a:gd name="connsiteY286" fmla="*/ 5820220 h 6858000"/>
              <a:gd name="connsiteX287" fmla="*/ 5237282 w 7467600"/>
              <a:gd name="connsiteY287" fmla="*/ 6579086 h 6858000"/>
              <a:gd name="connsiteX288" fmla="*/ 5115009 w 7467600"/>
              <a:gd name="connsiteY288" fmla="*/ 6858000 h 6858000"/>
              <a:gd name="connsiteX289" fmla="*/ 5028074 w 7467600"/>
              <a:gd name="connsiteY289" fmla="*/ 6858000 h 6858000"/>
              <a:gd name="connsiteX290" fmla="*/ 5079508 w 7467600"/>
              <a:gd name="connsiteY290" fmla="*/ 6749074 h 6858000"/>
              <a:gd name="connsiteX291" fmla="*/ 5371846 w 7467600"/>
              <a:gd name="connsiteY291" fmla="*/ 5924413 h 6858000"/>
              <a:gd name="connsiteX292" fmla="*/ 5270512 w 7467600"/>
              <a:gd name="connsiteY292" fmla="*/ 6138975 h 6858000"/>
              <a:gd name="connsiteX293" fmla="*/ 5062409 w 7467600"/>
              <a:gd name="connsiteY293" fmla="*/ 6653544 h 6858000"/>
              <a:gd name="connsiteX294" fmla="*/ 5036628 w 7467600"/>
              <a:gd name="connsiteY294" fmla="*/ 6754247 h 6858000"/>
              <a:gd name="connsiteX295" fmla="*/ 5009112 w 7467600"/>
              <a:gd name="connsiteY295" fmla="*/ 6858000 h 6858000"/>
              <a:gd name="connsiteX296" fmla="*/ 4976679 w 7467600"/>
              <a:gd name="connsiteY296" fmla="*/ 6858000 h 6858000"/>
              <a:gd name="connsiteX297" fmla="*/ 5006537 w 7467600"/>
              <a:gd name="connsiteY297" fmla="*/ 6747068 h 6858000"/>
              <a:gd name="connsiteX298" fmla="*/ 5032723 w 7467600"/>
              <a:gd name="connsiteY298" fmla="*/ 6644957 h 6858000"/>
              <a:gd name="connsiteX299" fmla="*/ 5242949 w 7467600"/>
              <a:gd name="connsiteY299" fmla="*/ 6125175 h 6858000"/>
              <a:gd name="connsiteX300" fmla="*/ 5286321 w 7467600"/>
              <a:gd name="connsiteY300" fmla="*/ 6033555 h 6858000"/>
              <a:gd name="connsiteX301" fmla="*/ 5008210 w 7467600"/>
              <a:gd name="connsiteY301" fmla="*/ 6649194 h 6858000"/>
              <a:gd name="connsiteX302" fmla="*/ 4986321 w 7467600"/>
              <a:gd name="connsiteY302" fmla="*/ 6765687 h 6858000"/>
              <a:gd name="connsiteX303" fmla="*/ 4973474 w 7467600"/>
              <a:gd name="connsiteY303" fmla="*/ 6858000 h 6858000"/>
              <a:gd name="connsiteX304" fmla="*/ 4907178 w 7467600"/>
              <a:gd name="connsiteY304" fmla="*/ 6858000 h 6858000"/>
              <a:gd name="connsiteX305" fmla="*/ 4910810 w 7467600"/>
              <a:gd name="connsiteY305" fmla="*/ 6829660 h 6858000"/>
              <a:gd name="connsiteX306" fmla="*/ 4987461 w 7467600"/>
              <a:gd name="connsiteY306" fmla="*/ 6432994 h 6858000"/>
              <a:gd name="connsiteX307" fmla="*/ 5179262 w 7467600"/>
              <a:gd name="connsiteY307" fmla="*/ 6035044 h 6858000"/>
              <a:gd name="connsiteX308" fmla="*/ 4689678 w 7467600"/>
              <a:gd name="connsiteY308" fmla="*/ 6440241 h 6858000"/>
              <a:gd name="connsiteX309" fmla="*/ 4477543 w 7467600"/>
              <a:gd name="connsiteY309" fmla="*/ 6674836 h 6858000"/>
              <a:gd name="connsiteX310" fmla="*/ 4329957 w 7467600"/>
              <a:gd name="connsiteY310" fmla="*/ 6858000 h 6858000"/>
              <a:gd name="connsiteX311" fmla="*/ 4218595 w 7467600"/>
              <a:gd name="connsiteY311" fmla="*/ 6858000 h 6858000"/>
              <a:gd name="connsiteX312" fmla="*/ 4368888 w 7467600"/>
              <a:gd name="connsiteY312" fmla="*/ 6668412 h 6858000"/>
              <a:gd name="connsiteX313" fmla="*/ 4563091 w 7467600"/>
              <a:gd name="connsiteY313" fmla="*/ 6442508 h 6858000"/>
              <a:gd name="connsiteX314" fmla="*/ 5387324 w 7467600"/>
              <a:gd name="connsiteY314" fmla="*/ 5705830 h 6858000"/>
              <a:gd name="connsiteX315" fmla="*/ 5073620 w 7467600"/>
              <a:gd name="connsiteY315" fmla="*/ 5955437 h 6858000"/>
              <a:gd name="connsiteX316" fmla="*/ 4689789 w 7467600"/>
              <a:gd name="connsiteY316" fmla="*/ 6268382 h 6858000"/>
              <a:gd name="connsiteX317" fmla="*/ 4418722 w 7467600"/>
              <a:gd name="connsiteY317" fmla="*/ 6570886 h 6858000"/>
              <a:gd name="connsiteX318" fmla="*/ 4214944 w 7467600"/>
              <a:gd name="connsiteY318" fmla="*/ 6858000 h 6858000"/>
              <a:gd name="connsiteX319" fmla="*/ 4177898 w 7467600"/>
              <a:gd name="connsiteY319" fmla="*/ 6858000 h 6858000"/>
              <a:gd name="connsiteX320" fmla="*/ 4391597 w 7467600"/>
              <a:gd name="connsiteY320" fmla="*/ 6556370 h 6858000"/>
              <a:gd name="connsiteX321" fmla="*/ 4668889 w 7467600"/>
              <a:gd name="connsiteY321" fmla="*/ 6246399 h 6858000"/>
              <a:gd name="connsiteX322" fmla="*/ 5055427 w 7467600"/>
              <a:gd name="connsiteY322" fmla="*/ 5931476 h 6858000"/>
              <a:gd name="connsiteX323" fmla="*/ 5371814 w 7467600"/>
              <a:gd name="connsiteY323" fmla="*/ 5678975 h 6858000"/>
              <a:gd name="connsiteX324" fmla="*/ 4987918 w 7467600"/>
              <a:gd name="connsiteY324" fmla="*/ 5838701 h 6858000"/>
              <a:gd name="connsiteX325" fmla="*/ 4317146 w 7467600"/>
              <a:gd name="connsiteY325" fmla="*/ 6587716 h 6858000"/>
              <a:gd name="connsiteX326" fmla="*/ 4171627 w 7467600"/>
              <a:gd name="connsiteY326" fmla="*/ 6858000 h 6858000"/>
              <a:gd name="connsiteX327" fmla="*/ 4081585 w 7467600"/>
              <a:gd name="connsiteY327" fmla="*/ 6858000 h 6858000"/>
              <a:gd name="connsiteX328" fmla="*/ 4238603 w 7467600"/>
              <a:gd name="connsiteY328" fmla="*/ 6559341 h 6858000"/>
              <a:gd name="connsiteX329" fmla="*/ 4778333 w 7467600"/>
              <a:gd name="connsiteY329" fmla="*/ 5873626 h 6858000"/>
              <a:gd name="connsiteX330" fmla="*/ 5414185 w 7467600"/>
              <a:gd name="connsiteY330" fmla="*/ 5573882 h 6858000"/>
              <a:gd name="connsiteX331" fmla="*/ 5959648 w 7467600"/>
              <a:gd name="connsiteY331" fmla="*/ 4760797 h 6858000"/>
              <a:gd name="connsiteX332" fmla="*/ 5355019 w 7467600"/>
              <a:gd name="connsiteY332" fmla="*/ 4734672 h 6858000"/>
              <a:gd name="connsiteX333" fmla="*/ 5083565 w 7467600"/>
              <a:gd name="connsiteY333" fmla="*/ 5179121 h 6858000"/>
              <a:gd name="connsiteX334" fmla="*/ 4713577 w 7467600"/>
              <a:gd name="connsiteY334" fmla="*/ 5616803 h 6858000"/>
              <a:gd name="connsiteX335" fmla="*/ 3989559 w 7467600"/>
              <a:gd name="connsiteY335" fmla="*/ 6145945 h 6858000"/>
              <a:gd name="connsiteX336" fmla="*/ 3939824 w 7467600"/>
              <a:gd name="connsiteY336" fmla="*/ 6066900 h 6858000"/>
              <a:gd name="connsiteX337" fmla="*/ 4584537 w 7467600"/>
              <a:gd name="connsiteY337" fmla="*/ 5324826 h 6858000"/>
              <a:gd name="connsiteX338" fmla="*/ 5037105 w 7467600"/>
              <a:gd name="connsiteY338" fmla="*/ 5088765 h 6858000"/>
              <a:gd name="connsiteX339" fmla="*/ 5039930 w 7467600"/>
              <a:gd name="connsiteY339" fmla="*/ 5089585 h 6858000"/>
              <a:gd name="connsiteX340" fmla="*/ 5263764 w 7467600"/>
              <a:gd name="connsiteY340" fmla="*/ 4735525 h 6858000"/>
              <a:gd name="connsiteX341" fmla="*/ 4086300 w 7467600"/>
              <a:gd name="connsiteY341" fmla="*/ 4884599 h 6858000"/>
              <a:gd name="connsiteX342" fmla="*/ 4085485 w 7467600"/>
              <a:gd name="connsiteY342" fmla="*/ 4899070 h 6858000"/>
              <a:gd name="connsiteX343" fmla="*/ 3871915 w 7467600"/>
              <a:gd name="connsiteY343" fmla="*/ 5253645 h 6858000"/>
              <a:gd name="connsiteX344" fmla="*/ 3799374 w 7467600"/>
              <a:gd name="connsiteY344" fmla="*/ 5466127 h 6858000"/>
              <a:gd name="connsiteX345" fmla="*/ 3498850 w 7467600"/>
              <a:gd name="connsiteY345" fmla="*/ 6661888 h 6858000"/>
              <a:gd name="connsiteX346" fmla="*/ 3399216 w 7467600"/>
              <a:gd name="connsiteY346" fmla="*/ 6858000 h 6858000"/>
              <a:gd name="connsiteX347" fmla="*/ 3303688 w 7467600"/>
              <a:gd name="connsiteY347" fmla="*/ 6858000 h 6858000"/>
              <a:gd name="connsiteX348" fmla="*/ 3391774 w 7467600"/>
              <a:gd name="connsiteY348" fmla="*/ 6697181 h 6858000"/>
              <a:gd name="connsiteX349" fmla="*/ 3735540 w 7467600"/>
              <a:gd name="connsiteY349" fmla="*/ 5546923 h 6858000"/>
              <a:gd name="connsiteX350" fmla="*/ 3729438 w 7467600"/>
              <a:gd name="connsiteY350" fmla="*/ 5569058 h 6858000"/>
              <a:gd name="connsiteX351" fmla="*/ 3707782 w 7467600"/>
              <a:gd name="connsiteY351" fmla="*/ 5644908 h 6858000"/>
              <a:gd name="connsiteX352" fmla="*/ 3583827 w 7467600"/>
              <a:gd name="connsiteY352" fmla="*/ 6039215 h 6858000"/>
              <a:gd name="connsiteX353" fmla="*/ 3547861 w 7467600"/>
              <a:gd name="connsiteY353" fmla="*/ 6129609 h 6858000"/>
              <a:gd name="connsiteX354" fmla="*/ 3490905 w 7467600"/>
              <a:gd name="connsiteY354" fmla="*/ 6277660 h 6858000"/>
              <a:gd name="connsiteX355" fmla="*/ 3455859 w 7467600"/>
              <a:gd name="connsiteY355" fmla="*/ 6391301 h 6858000"/>
              <a:gd name="connsiteX356" fmla="*/ 3429112 w 7467600"/>
              <a:gd name="connsiteY356" fmla="*/ 6479469 h 6858000"/>
              <a:gd name="connsiteX357" fmla="*/ 3304862 w 7467600"/>
              <a:gd name="connsiteY357" fmla="*/ 6796476 h 6858000"/>
              <a:gd name="connsiteX358" fmla="*/ 3276071 w 7467600"/>
              <a:gd name="connsiteY358" fmla="*/ 6858000 h 6858000"/>
              <a:gd name="connsiteX359" fmla="*/ 3240805 w 7467600"/>
              <a:gd name="connsiteY359" fmla="*/ 6858000 h 6858000"/>
              <a:gd name="connsiteX360" fmla="*/ 3275917 w 7467600"/>
              <a:gd name="connsiteY360" fmla="*/ 6783192 h 6858000"/>
              <a:gd name="connsiteX361" fmla="*/ 3399358 w 7467600"/>
              <a:gd name="connsiteY361" fmla="*/ 6469011 h 6858000"/>
              <a:gd name="connsiteX362" fmla="*/ 3425650 w 7467600"/>
              <a:gd name="connsiteY362" fmla="*/ 6381333 h 6858000"/>
              <a:gd name="connsiteX363" fmla="*/ 3460661 w 7467600"/>
              <a:gd name="connsiteY363" fmla="*/ 6266763 h 6858000"/>
              <a:gd name="connsiteX364" fmla="*/ 3518021 w 7467600"/>
              <a:gd name="connsiteY364" fmla="*/ 6117298 h 6858000"/>
              <a:gd name="connsiteX365" fmla="*/ 3554035 w 7467600"/>
              <a:gd name="connsiteY365" fmla="*/ 6027832 h 6858000"/>
              <a:gd name="connsiteX366" fmla="*/ 3677174 w 7467600"/>
              <a:gd name="connsiteY366" fmla="*/ 5636351 h 6858000"/>
              <a:gd name="connsiteX367" fmla="*/ 3698819 w 7467600"/>
              <a:gd name="connsiteY367" fmla="*/ 5560503 h 6858000"/>
              <a:gd name="connsiteX368" fmla="*/ 3702094 w 7467600"/>
              <a:gd name="connsiteY368" fmla="*/ 5549194 h 6858000"/>
              <a:gd name="connsiteX369" fmla="*/ 3398355 w 7467600"/>
              <a:gd name="connsiteY369" fmla="*/ 6094603 h 6858000"/>
              <a:gd name="connsiteX370" fmla="*/ 3193941 w 7467600"/>
              <a:gd name="connsiteY370" fmla="*/ 6798775 h 6858000"/>
              <a:gd name="connsiteX371" fmla="*/ 3184140 w 7467600"/>
              <a:gd name="connsiteY371" fmla="*/ 6858000 h 6858000"/>
              <a:gd name="connsiteX372" fmla="*/ 3099978 w 7467600"/>
              <a:gd name="connsiteY372" fmla="*/ 6858000 h 6858000"/>
              <a:gd name="connsiteX373" fmla="*/ 3101556 w 7467600"/>
              <a:gd name="connsiteY373" fmla="*/ 6843337 h 6858000"/>
              <a:gd name="connsiteX374" fmla="*/ 3370162 w 7467600"/>
              <a:gd name="connsiteY374" fmla="*/ 5785550 h 6858000"/>
              <a:gd name="connsiteX375" fmla="*/ 3746477 w 7467600"/>
              <a:gd name="connsiteY375" fmla="*/ 5377889 h 6858000"/>
              <a:gd name="connsiteX376" fmla="*/ 3863399 w 7467600"/>
              <a:gd name="connsiteY376" fmla="*/ 5087257 h 6858000"/>
              <a:gd name="connsiteX377" fmla="*/ 3968712 w 7467600"/>
              <a:gd name="connsiteY377" fmla="*/ 4913989 h 6858000"/>
              <a:gd name="connsiteX378" fmla="*/ 2792390 w 7467600"/>
              <a:gd name="connsiteY378" fmla="*/ 5382974 h 6858000"/>
              <a:gd name="connsiteX379" fmla="*/ 2714982 w 7467600"/>
              <a:gd name="connsiteY379" fmla="*/ 5427051 h 6858000"/>
              <a:gd name="connsiteX380" fmla="*/ 2813361 w 7467600"/>
              <a:gd name="connsiteY380" fmla="*/ 6023912 h 6858000"/>
              <a:gd name="connsiteX381" fmla="*/ 2688430 w 7467600"/>
              <a:gd name="connsiteY381" fmla="*/ 6801564 h 6858000"/>
              <a:gd name="connsiteX382" fmla="*/ 2629626 w 7467600"/>
              <a:gd name="connsiteY382" fmla="*/ 6763394 h 6858000"/>
              <a:gd name="connsiteX383" fmla="*/ 2565328 w 7467600"/>
              <a:gd name="connsiteY383" fmla="*/ 5516399 h 6858000"/>
              <a:gd name="connsiteX384" fmla="*/ 1922999 w 7467600"/>
              <a:gd name="connsiteY384" fmla="*/ 5980343 h 6858000"/>
              <a:gd name="connsiteX385" fmla="*/ 1950261 w 7467600"/>
              <a:gd name="connsiteY385" fmla="*/ 6405858 h 6858000"/>
              <a:gd name="connsiteX386" fmla="*/ 2365554 w 7467600"/>
              <a:gd name="connsiteY386" fmla="*/ 6759107 h 6858000"/>
              <a:gd name="connsiteX387" fmla="*/ 2424142 w 7467600"/>
              <a:gd name="connsiteY387" fmla="*/ 6858000 h 6858000"/>
              <a:gd name="connsiteX388" fmla="*/ 2395994 w 7467600"/>
              <a:gd name="connsiteY388" fmla="*/ 6858000 h 6858000"/>
              <a:gd name="connsiteX389" fmla="*/ 2392863 w 7467600"/>
              <a:gd name="connsiteY389" fmla="*/ 6852964 h 6858000"/>
              <a:gd name="connsiteX390" fmla="*/ 2017589 w 7467600"/>
              <a:gd name="connsiteY390" fmla="*/ 6493982 h 6858000"/>
              <a:gd name="connsiteX391" fmla="*/ 2147336 w 7467600"/>
              <a:gd name="connsiteY391" fmla="*/ 6594052 h 6858000"/>
              <a:gd name="connsiteX392" fmla="*/ 2207047 w 7467600"/>
              <a:gd name="connsiteY392" fmla="*/ 6654540 h 6858000"/>
              <a:gd name="connsiteX393" fmla="*/ 2299106 w 7467600"/>
              <a:gd name="connsiteY393" fmla="*/ 6778931 h 6858000"/>
              <a:gd name="connsiteX394" fmla="*/ 2314430 w 7467600"/>
              <a:gd name="connsiteY394" fmla="*/ 6801144 h 6858000"/>
              <a:gd name="connsiteX395" fmla="*/ 2352406 w 7467600"/>
              <a:gd name="connsiteY395" fmla="*/ 6858000 h 6858000"/>
              <a:gd name="connsiteX396" fmla="*/ 2314492 w 7467600"/>
              <a:gd name="connsiteY396" fmla="*/ 6858000 h 6858000"/>
              <a:gd name="connsiteX397" fmla="*/ 2288095 w 7467600"/>
              <a:gd name="connsiteY397" fmla="*/ 6818030 h 6858000"/>
              <a:gd name="connsiteX398" fmla="*/ 2272768 w 7467600"/>
              <a:gd name="connsiteY398" fmla="*/ 6795822 h 6858000"/>
              <a:gd name="connsiteX399" fmla="*/ 2182715 w 7467600"/>
              <a:gd name="connsiteY399" fmla="*/ 6675071 h 6858000"/>
              <a:gd name="connsiteX400" fmla="*/ 2032061 w 7467600"/>
              <a:gd name="connsiteY400" fmla="*/ 6541380 h 6858000"/>
              <a:gd name="connsiteX401" fmla="*/ 2257220 w 7467600"/>
              <a:gd name="connsiteY401" fmla="*/ 6826257 h 6858000"/>
              <a:gd name="connsiteX402" fmla="*/ 2281324 w 7467600"/>
              <a:gd name="connsiteY402" fmla="*/ 6858000 h 6858000"/>
              <a:gd name="connsiteX403" fmla="*/ 2242860 w 7467600"/>
              <a:gd name="connsiteY403" fmla="*/ 6858000 h 6858000"/>
              <a:gd name="connsiteX404" fmla="*/ 2232818 w 7467600"/>
              <a:gd name="connsiteY404" fmla="*/ 6844926 h 6858000"/>
              <a:gd name="connsiteX405" fmla="*/ 1990172 w 7467600"/>
              <a:gd name="connsiteY405" fmla="*/ 6542121 h 6858000"/>
              <a:gd name="connsiteX406" fmla="*/ 2124090 w 7467600"/>
              <a:gd name="connsiteY406" fmla="*/ 6761017 h 6858000"/>
              <a:gd name="connsiteX407" fmla="*/ 2200380 w 7467600"/>
              <a:gd name="connsiteY407" fmla="*/ 6858000 h 6858000"/>
              <a:gd name="connsiteX408" fmla="*/ 2147507 w 7467600"/>
              <a:gd name="connsiteY408" fmla="*/ 6858000 h 6858000"/>
              <a:gd name="connsiteX409" fmla="*/ 2070668 w 7467600"/>
              <a:gd name="connsiteY409" fmla="*/ 6761520 h 6858000"/>
              <a:gd name="connsiteX410" fmla="*/ 1975142 w 7467600"/>
              <a:gd name="connsiteY410" fmla="*/ 6585570 h 6858000"/>
              <a:gd name="connsiteX411" fmla="*/ 2050035 w 7467600"/>
              <a:gd name="connsiteY411" fmla="*/ 6813345 h 6858000"/>
              <a:gd name="connsiteX412" fmla="*/ 2063025 w 7467600"/>
              <a:gd name="connsiteY412" fmla="*/ 6858000 h 6858000"/>
              <a:gd name="connsiteX413" fmla="*/ 2021675 w 7467600"/>
              <a:gd name="connsiteY413" fmla="*/ 6858000 h 6858000"/>
              <a:gd name="connsiteX414" fmla="*/ 2019308 w 7467600"/>
              <a:gd name="connsiteY414" fmla="*/ 6847118 h 6858000"/>
              <a:gd name="connsiteX415" fmla="*/ 1938835 w 7467600"/>
              <a:gd name="connsiteY415" fmla="*/ 6551160 h 6858000"/>
              <a:gd name="connsiteX416" fmla="*/ 1953230 w 7467600"/>
              <a:gd name="connsiteY416" fmla="*/ 6759699 h 6858000"/>
              <a:gd name="connsiteX417" fmla="*/ 1956763 w 7467600"/>
              <a:gd name="connsiteY417" fmla="*/ 6778191 h 6858000"/>
              <a:gd name="connsiteX418" fmla="*/ 1967925 w 7467600"/>
              <a:gd name="connsiteY418" fmla="*/ 6858000 h 6858000"/>
              <a:gd name="connsiteX419" fmla="*/ 1936622 w 7467600"/>
              <a:gd name="connsiteY419" fmla="*/ 6858000 h 6858000"/>
              <a:gd name="connsiteX420" fmla="*/ 1926261 w 7467600"/>
              <a:gd name="connsiteY420" fmla="*/ 6784064 h 6858000"/>
              <a:gd name="connsiteX421" fmla="*/ 1922724 w 7467600"/>
              <a:gd name="connsiteY421" fmla="*/ 6765577 h 6858000"/>
              <a:gd name="connsiteX422" fmla="*/ 1904650 w 7467600"/>
              <a:gd name="connsiteY422" fmla="*/ 6639616 h 6858000"/>
              <a:gd name="connsiteX423" fmla="*/ 1885273 w 7467600"/>
              <a:gd name="connsiteY423" fmla="*/ 6858000 h 6858000"/>
              <a:gd name="connsiteX424" fmla="*/ 1854363 w 7467600"/>
              <a:gd name="connsiteY424" fmla="*/ 6858000 h 6858000"/>
              <a:gd name="connsiteX425" fmla="*/ 1880391 w 7467600"/>
              <a:gd name="connsiteY425" fmla="*/ 6603796 h 6858000"/>
              <a:gd name="connsiteX426" fmla="*/ 1818273 w 7467600"/>
              <a:gd name="connsiteY426" fmla="*/ 6715729 h 6858000"/>
              <a:gd name="connsiteX427" fmla="*/ 1794691 w 7467600"/>
              <a:gd name="connsiteY427" fmla="*/ 6843239 h 6858000"/>
              <a:gd name="connsiteX428" fmla="*/ 1794914 w 7467600"/>
              <a:gd name="connsiteY428" fmla="*/ 6858000 h 6858000"/>
              <a:gd name="connsiteX429" fmla="*/ 1746128 w 7467600"/>
              <a:gd name="connsiteY429" fmla="*/ 6858000 h 6858000"/>
              <a:gd name="connsiteX430" fmla="*/ 1753934 w 7467600"/>
              <a:gd name="connsiteY430" fmla="*/ 6724796 h 6858000"/>
              <a:gd name="connsiteX431" fmla="*/ 1792053 w 7467600"/>
              <a:gd name="connsiteY431" fmla="*/ 6572396 h 6858000"/>
              <a:gd name="connsiteX432" fmla="*/ 1862248 w 7467600"/>
              <a:gd name="connsiteY432" fmla="*/ 6266397 h 6858000"/>
              <a:gd name="connsiteX433" fmla="*/ 1862250 w 7467600"/>
              <a:gd name="connsiteY433" fmla="*/ 6033531 h 6858000"/>
              <a:gd name="connsiteX434" fmla="*/ 1211999 w 7467600"/>
              <a:gd name="connsiteY434" fmla="*/ 6683610 h 6858000"/>
              <a:gd name="connsiteX435" fmla="*/ 1213266 w 7467600"/>
              <a:gd name="connsiteY435" fmla="*/ 6691947 h 6858000"/>
              <a:gd name="connsiteX436" fmla="*/ 1203370 w 7467600"/>
              <a:gd name="connsiteY436" fmla="*/ 6850676 h 6858000"/>
              <a:gd name="connsiteX437" fmla="*/ 1203671 w 7467600"/>
              <a:gd name="connsiteY437" fmla="*/ 6858000 h 6858000"/>
              <a:gd name="connsiteX438" fmla="*/ 1143180 w 7467600"/>
              <a:gd name="connsiteY438" fmla="*/ 6858000 h 6858000"/>
              <a:gd name="connsiteX439" fmla="*/ 1142176 w 7467600"/>
              <a:gd name="connsiteY439" fmla="*/ 6766045 h 6858000"/>
              <a:gd name="connsiteX440" fmla="*/ 1067484 w 7467600"/>
              <a:gd name="connsiteY440" fmla="*/ 6858000 h 6858000"/>
              <a:gd name="connsiteX441" fmla="*/ 953928 w 7467600"/>
              <a:gd name="connsiteY441" fmla="*/ 6858000 h 6858000"/>
              <a:gd name="connsiteX442" fmla="*/ 959715 w 7467600"/>
              <a:gd name="connsiteY442" fmla="*/ 6850185 h 6858000"/>
              <a:gd name="connsiteX443" fmla="*/ 1483788 w 7467600"/>
              <a:gd name="connsiteY443" fmla="*/ 6259174 h 6858000"/>
              <a:gd name="connsiteX444" fmla="*/ 1100671 w 7467600"/>
              <a:gd name="connsiteY444" fmla="*/ 6252137 h 6858000"/>
              <a:gd name="connsiteX445" fmla="*/ 1090144 w 7467600"/>
              <a:gd name="connsiteY445" fmla="*/ 6256748 h 6858000"/>
              <a:gd name="connsiteX446" fmla="*/ 1095872 w 7467600"/>
              <a:gd name="connsiteY446" fmla="*/ 6271892 h 6858000"/>
              <a:gd name="connsiteX447" fmla="*/ 262785 w 7467600"/>
              <a:gd name="connsiteY447" fmla="*/ 6845450 h 6858000"/>
              <a:gd name="connsiteX448" fmla="*/ 209968 w 7467600"/>
              <a:gd name="connsiteY448" fmla="*/ 6770713 h 6858000"/>
              <a:gd name="connsiteX449" fmla="*/ 873460 w 7467600"/>
              <a:gd name="connsiteY449" fmla="*/ 6253768 h 6858000"/>
              <a:gd name="connsiteX450" fmla="*/ 192686 w 7467600"/>
              <a:gd name="connsiteY450" fmla="*/ 5849257 h 6858000"/>
              <a:gd name="connsiteX451" fmla="*/ 4696 w 7467600"/>
              <a:gd name="connsiteY451" fmla="*/ 5697668 h 6858000"/>
              <a:gd name="connsiteX452" fmla="*/ 0 w 7467600"/>
              <a:gd name="connsiteY452" fmla="*/ 5689984 h 6858000"/>
              <a:gd name="connsiteX453" fmla="*/ 0 w 7467600"/>
              <a:gd name="connsiteY453" fmla="*/ 5513472 h 6858000"/>
              <a:gd name="connsiteX454" fmla="*/ 174101 w 7467600"/>
              <a:gd name="connsiteY454" fmla="*/ 5620277 h 6858000"/>
              <a:gd name="connsiteX455" fmla="*/ 891800 w 7467600"/>
              <a:gd name="connsiteY455" fmla="*/ 6036935 h 6858000"/>
              <a:gd name="connsiteX456" fmla="*/ 1072219 w 7467600"/>
              <a:gd name="connsiteY456" fmla="*/ 6169443 h 6858000"/>
              <a:gd name="connsiteX457" fmla="*/ 1074117 w 7467600"/>
              <a:gd name="connsiteY457" fmla="*/ 6170301 h 6858000"/>
              <a:gd name="connsiteX458" fmla="*/ 1083114 w 7467600"/>
              <a:gd name="connsiteY458" fmla="*/ 6174131 h 6858000"/>
              <a:gd name="connsiteX459" fmla="*/ 1543010 w 7467600"/>
              <a:gd name="connsiteY459" fmla="*/ 6191140 h 6858000"/>
              <a:gd name="connsiteX460" fmla="*/ 1551080 w 7467600"/>
              <a:gd name="connsiteY460" fmla="*/ 6195006 h 6858000"/>
              <a:gd name="connsiteX461" fmla="*/ 2345443 w 7467600"/>
              <a:gd name="connsiteY461" fmla="*/ 5549882 h 6858000"/>
              <a:gd name="connsiteX462" fmla="*/ 1721499 w 7467600"/>
              <a:gd name="connsiteY462" fmla="*/ 5599969 h 6858000"/>
              <a:gd name="connsiteX463" fmla="*/ 767716 w 7467600"/>
              <a:gd name="connsiteY463" fmla="*/ 5472768 h 6858000"/>
              <a:gd name="connsiteX464" fmla="*/ 722147 w 7467600"/>
              <a:gd name="connsiteY464" fmla="*/ 5393091 h 6858000"/>
              <a:gd name="connsiteX465" fmla="*/ 1485552 w 7467600"/>
              <a:gd name="connsiteY465" fmla="*/ 5313202 h 6858000"/>
              <a:gd name="connsiteX466" fmla="*/ 2143004 w 7467600"/>
              <a:gd name="connsiteY466" fmla="*/ 5402420 h 6858000"/>
              <a:gd name="connsiteX467" fmla="*/ 1933391 w 7467600"/>
              <a:gd name="connsiteY467" fmla="*/ 5156971 h 6858000"/>
              <a:gd name="connsiteX468" fmla="*/ 1827118 w 7467600"/>
              <a:gd name="connsiteY468" fmla="*/ 4968410 h 6858000"/>
              <a:gd name="connsiteX469" fmla="*/ 1837349 w 7467600"/>
              <a:gd name="connsiteY469" fmla="*/ 4956357 h 6858000"/>
              <a:gd name="connsiteX470" fmla="*/ 2162835 w 7467600"/>
              <a:gd name="connsiteY470" fmla="*/ 5187853 h 6858000"/>
              <a:gd name="connsiteX471" fmla="*/ 2257167 w 7467600"/>
              <a:gd name="connsiteY471" fmla="*/ 5462123 h 6858000"/>
              <a:gd name="connsiteX472" fmla="*/ 2261598 w 7467600"/>
              <a:gd name="connsiteY472" fmla="*/ 5467998 h 6858000"/>
              <a:gd name="connsiteX473" fmla="*/ 2437177 w 7467600"/>
              <a:gd name="connsiteY473" fmla="*/ 5479608 h 6858000"/>
              <a:gd name="connsiteX474" fmla="*/ 2445247 w 7467600"/>
              <a:gd name="connsiteY474" fmla="*/ 5483476 h 6858000"/>
              <a:gd name="connsiteX475" fmla="*/ 2743626 w 7467600"/>
              <a:gd name="connsiteY475" fmla="*/ 5304819 h 6858000"/>
              <a:gd name="connsiteX476" fmla="*/ 3048102 w 7467600"/>
              <a:gd name="connsiteY476" fmla="*/ 5150595 h 6858000"/>
              <a:gd name="connsiteX477" fmla="*/ 1799414 w 7467600"/>
              <a:gd name="connsiteY477" fmla="*/ 4694732 h 6858000"/>
              <a:gd name="connsiteX478" fmla="*/ 1771735 w 7467600"/>
              <a:gd name="connsiteY478" fmla="*/ 4619929 h 6858000"/>
              <a:gd name="connsiteX479" fmla="*/ 3104273 w 7467600"/>
              <a:gd name="connsiteY479" fmla="*/ 5076159 h 6858000"/>
              <a:gd name="connsiteX480" fmla="*/ 3113245 w 7467600"/>
              <a:gd name="connsiteY480" fmla="*/ 5090705 h 6858000"/>
              <a:gd name="connsiteX481" fmla="*/ 3126294 w 7467600"/>
              <a:gd name="connsiteY481" fmla="*/ 5114400 h 6858000"/>
              <a:gd name="connsiteX482" fmla="*/ 3937433 w 7467600"/>
              <a:gd name="connsiteY482" fmla="*/ 4830473 h 6858000"/>
              <a:gd name="connsiteX483" fmla="*/ 3590475 w 7467600"/>
              <a:gd name="connsiteY483" fmla="*/ 4597974 h 6858000"/>
              <a:gd name="connsiteX484" fmla="*/ 3100264 w 7467600"/>
              <a:gd name="connsiteY484" fmla="*/ 4579845 h 6858000"/>
              <a:gd name="connsiteX485" fmla="*/ 2183576 w 7467600"/>
              <a:gd name="connsiteY485" fmla="*/ 4227150 h 6858000"/>
              <a:gd name="connsiteX486" fmla="*/ 2151029 w 7467600"/>
              <a:gd name="connsiteY486" fmla="*/ 4146947 h 6858000"/>
              <a:gd name="connsiteX487" fmla="*/ 3563434 w 7467600"/>
              <a:gd name="connsiteY487" fmla="*/ 4469115 h 6858000"/>
              <a:gd name="connsiteX488" fmla="*/ 3177952 w 7467600"/>
              <a:gd name="connsiteY488" fmla="*/ 3657386 h 6858000"/>
              <a:gd name="connsiteX489" fmla="*/ 3189263 w 7467600"/>
              <a:gd name="connsiteY489" fmla="*/ 3625726 h 6858000"/>
              <a:gd name="connsiteX490" fmla="*/ 3560912 w 7467600"/>
              <a:gd name="connsiteY490" fmla="*/ 4079863 h 6858000"/>
              <a:gd name="connsiteX491" fmla="*/ 3626636 w 7467600"/>
              <a:gd name="connsiteY491" fmla="*/ 4512230 h 6858000"/>
              <a:gd name="connsiteX492" fmla="*/ 3653088 w 7467600"/>
              <a:gd name="connsiteY492" fmla="*/ 4521417 h 6858000"/>
              <a:gd name="connsiteX493" fmla="*/ 3988128 w 7467600"/>
              <a:gd name="connsiteY493" fmla="*/ 4817267 h 6858000"/>
              <a:gd name="connsiteX494" fmla="*/ 4830582 w 7467600"/>
              <a:gd name="connsiteY494" fmla="*/ 4676000 h 6858000"/>
              <a:gd name="connsiteX495" fmla="*/ 4830100 w 7467600"/>
              <a:gd name="connsiteY495" fmla="*/ 4675554 h 6858000"/>
              <a:gd name="connsiteX496" fmla="*/ 4036318 w 7467600"/>
              <a:gd name="connsiteY496" fmla="*/ 4147013 h 6858000"/>
              <a:gd name="connsiteX497" fmla="*/ 3432098 w 7467600"/>
              <a:gd name="connsiteY497" fmla="*/ 3537312 h 6858000"/>
              <a:gd name="connsiteX498" fmla="*/ 3446761 w 7467600"/>
              <a:gd name="connsiteY498" fmla="*/ 3461278 h 6858000"/>
              <a:gd name="connsiteX499" fmla="*/ 4419733 w 7467600"/>
              <a:gd name="connsiteY499" fmla="*/ 3963555 h 6858000"/>
              <a:gd name="connsiteX500" fmla="*/ 4781371 w 7467600"/>
              <a:gd name="connsiteY500" fmla="*/ 4458604 h 6858000"/>
              <a:gd name="connsiteX501" fmla="*/ 4780440 w 7467600"/>
              <a:gd name="connsiteY501" fmla="*/ 4470290 h 6858000"/>
              <a:gd name="connsiteX502" fmla="*/ 4898954 w 7467600"/>
              <a:gd name="connsiteY502" fmla="*/ 4662092 h 6858000"/>
              <a:gd name="connsiteX503" fmla="*/ 4900699 w 7467600"/>
              <a:gd name="connsiteY503" fmla="*/ 4670867 h 6858000"/>
              <a:gd name="connsiteX504" fmla="*/ 5714511 w 7467600"/>
              <a:gd name="connsiteY504" fmla="*/ 4663483 h 6858000"/>
              <a:gd name="connsiteX505" fmla="*/ 5464793 w 7467600"/>
              <a:gd name="connsiteY505" fmla="*/ 4393556 h 6858000"/>
              <a:gd name="connsiteX506" fmla="*/ 5461897 w 7467600"/>
              <a:gd name="connsiteY506" fmla="*/ 4390879 h 6858000"/>
              <a:gd name="connsiteX507" fmla="*/ 4294126 w 7467600"/>
              <a:gd name="connsiteY507" fmla="*/ 3303048 h 6858000"/>
              <a:gd name="connsiteX508" fmla="*/ 4305321 w 7467600"/>
              <a:gd name="connsiteY508" fmla="*/ 3256953 h 6858000"/>
              <a:gd name="connsiteX509" fmla="*/ 4949299 w 7467600"/>
              <a:gd name="connsiteY509" fmla="*/ 3766336 h 6858000"/>
              <a:gd name="connsiteX510" fmla="*/ 5291452 w 7467600"/>
              <a:gd name="connsiteY510" fmla="*/ 4076801 h 6858000"/>
              <a:gd name="connsiteX511" fmla="*/ 5434998 w 7467600"/>
              <a:gd name="connsiteY511" fmla="*/ 4254100 h 6858000"/>
              <a:gd name="connsiteX512" fmla="*/ 5351015 w 7467600"/>
              <a:gd name="connsiteY512" fmla="*/ 3760989 h 6858000"/>
              <a:gd name="connsiteX513" fmla="*/ 5413780 w 7467600"/>
              <a:gd name="connsiteY513" fmla="*/ 2966265 h 6858000"/>
              <a:gd name="connsiteX514" fmla="*/ 5425627 w 7467600"/>
              <a:gd name="connsiteY514" fmla="*/ 2954192 h 6858000"/>
              <a:gd name="connsiteX515" fmla="*/ 6604735 w 7467600"/>
              <a:gd name="connsiteY515" fmla="*/ 2041381 h 6858000"/>
              <a:gd name="connsiteX516" fmla="*/ 7204487 w 7467600"/>
              <a:gd name="connsiteY516" fmla="*/ 2742112 h 6858000"/>
              <a:gd name="connsiteX517" fmla="*/ 7131592 w 7467600"/>
              <a:gd name="connsiteY517" fmla="*/ 2672096 h 6858000"/>
              <a:gd name="connsiteX518" fmla="*/ 6996344 w 7467600"/>
              <a:gd name="connsiteY518" fmla="*/ 2518310 h 6858000"/>
              <a:gd name="connsiteX519" fmla="*/ 6735495 w 7467600"/>
              <a:gd name="connsiteY519" fmla="*/ 2196890 h 6858000"/>
              <a:gd name="connsiteX520" fmla="*/ 6721901 w 7467600"/>
              <a:gd name="connsiteY520" fmla="*/ 2179274 h 6858000"/>
              <a:gd name="connsiteX521" fmla="*/ 6604735 w 7467600"/>
              <a:gd name="connsiteY521" fmla="*/ 2041381 h 6858000"/>
              <a:gd name="connsiteX522" fmla="*/ 6591670 w 7467600"/>
              <a:gd name="connsiteY522" fmla="*/ 1988277 h 6858000"/>
              <a:gd name="connsiteX523" fmla="*/ 6747349 w 7467600"/>
              <a:gd name="connsiteY523" fmla="*/ 2160069 h 6858000"/>
              <a:gd name="connsiteX524" fmla="*/ 6760943 w 7467600"/>
              <a:gd name="connsiteY524" fmla="*/ 2177686 h 6858000"/>
              <a:gd name="connsiteX525" fmla="*/ 7021065 w 7467600"/>
              <a:gd name="connsiteY525" fmla="*/ 2498102 h 6858000"/>
              <a:gd name="connsiteX526" fmla="*/ 7155223 w 7467600"/>
              <a:gd name="connsiteY526" fmla="*/ 2650386 h 6858000"/>
              <a:gd name="connsiteX527" fmla="*/ 7203167 w 7467600"/>
              <a:gd name="connsiteY527" fmla="*/ 2697288 h 6858000"/>
              <a:gd name="connsiteX528" fmla="*/ 6937703 w 7467600"/>
              <a:gd name="connsiteY528" fmla="*/ 2321981 h 6858000"/>
              <a:gd name="connsiteX529" fmla="*/ 6591670 w 7467600"/>
              <a:gd name="connsiteY529" fmla="*/ 1988277 h 6858000"/>
              <a:gd name="connsiteX530" fmla="*/ 5798671 w 7467600"/>
              <a:gd name="connsiteY530" fmla="*/ 1981601 h 6858000"/>
              <a:gd name="connsiteX531" fmla="*/ 5754709 w 7467600"/>
              <a:gd name="connsiteY531" fmla="*/ 2071454 h 6858000"/>
              <a:gd name="connsiteX532" fmla="*/ 5763044 w 7467600"/>
              <a:gd name="connsiteY532" fmla="*/ 2842206 h 6858000"/>
              <a:gd name="connsiteX533" fmla="*/ 5764974 w 7467600"/>
              <a:gd name="connsiteY533" fmla="*/ 2799609 h 6858000"/>
              <a:gd name="connsiteX534" fmla="*/ 5767665 w 7467600"/>
              <a:gd name="connsiteY534" fmla="*/ 2666409 h 6858000"/>
              <a:gd name="connsiteX535" fmla="*/ 5763055 w 7467600"/>
              <a:gd name="connsiteY535" fmla="*/ 2579705 h 6858000"/>
              <a:gd name="connsiteX536" fmla="*/ 5758079 w 7467600"/>
              <a:gd name="connsiteY536" fmla="*/ 2492508 h 6858000"/>
              <a:gd name="connsiteX537" fmla="*/ 5779325 w 7467600"/>
              <a:gd name="connsiteY537" fmla="*/ 2197069 h 6858000"/>
              <a:gd name="connsiteX538" fmla="*/ 5798671 w 7467600"/>
              <a:gd name="connsiteY538" fmla="*/ 1981601 h 6858000"/>
              <a:gd name="connsiteX539" fmla="*/ 5829202 w 7467600"/>
              <a:gd name="connsiteY539" fmla="*/ 1971679 h 6858000"/>
              <a:gd name="connsiteX540" fmla="*/ 5809558 w 7467600"/>
              <a:gd name="connsiteY540" fmla="*/ 2198043 h 6858000"/>
              <a:gd name="connsiteX541" fmla="*/ 5788653 w 7467600"/>
              <a:gd name="connsiteY541" fmla="*/ 2489430 h 6858000"/>
              <a:gd name="connsiteX542" fmla="*/ 5793439 w 7467600"/>
              <a:gd name="connsiteY542" fmla="*/ 2575235 h 6858000"/>
              <a:gd name="connsiteX543" fmla="*/ 5796837 w 7467600"/>
              <a:gd name="connsiteY543" fmla="*/ 2637633 h 6858000"/>
              <a:gd name="connsiteX544" fmla="*/ 5818614 w 7467600"/>
              <a:gd name="connsiteY544" fmla="*/ 2473055 h 6858000"/>
              <a:gd name="connsiteX545" fmla="*/ 5829202 w 7467600"/>
              <a:gd name="connsiteY545" fmla="*/ 1971679 h 6858000"/>
              <a:gd name="connsiteX546" fmla="*/ 5911389 w 7467600"/>
              <a:gd name="connsiteY546" fmla="*/ 1898371 h 6858000"/>
              <a:gd name="connsiteX547" fmla="*/ 6237627 w 7467600"/>
              <a:gd name="connsiteY547" fmla="*/ 2231921 h 6858000"/>
              <a:gd name="connsiteX548" fmla="*/ 5911389 w 7467600"/>
              <a:gd name="connsiteY548" fmla="*/ 1898371 h 6858000"/>
              <a:gd name="connsiteX549" fmla="*/ 6944437 w 7467600"/>
              <a:gd name="connsiteY549" fmla="*/ 1575402 h 6858000"/>
              <a:gd name="connsiteX550" fmla="*/ 6304730 w 7467600"/>
              <a:gd name="connsiteY550" fmla="*/ 1766654 h 6858000"/>
              <a:gd name="connsiteX551" fmla="*/ 6944437 w 7467600"/>
              <a:gd name="connsiteY551" fmla="*/ 1575402 h 6858000"/>
              <a:gd name="connsiteX552" fmla="*/ 7019523 w 7467600"/>
              <a:gd name="connsiteY552" fmla="*/ 1519450 h 6858000"/>
              <a:gd name="connsiteX553" fmla="*/ 6298091 w 7467600"/>
              <a:gd name="connsiteY553" fmla="*/ 1737122 h 6858000"/>
              <a:gd name="connsiteX554" fmla="*/ 7019523 w 7467600"/>
              <a:gd name="connsiteY554" fmla="*/ 1519450 h 6858000"/>
              <a:gd name="connsiteX555" fmla="*/ 2399523 w 7467600"/>
              <a:gd name="connsiteY555" fmla="*/ 1428234 h 6858000"/>
              <a:gd name="connsiteX556" fmla="*/ 2224982 w 7467600"/>
              <a:gd name="connsiteY556" fmla="*/ 1826201 h 6858000"/>
              <a:gd name="connsiteX557" fmla="*/ 2096099 w 7467600"/>
              <a:gd name="connsiteY557" fmla="*/ 2345900 h 6858000"/>
              <a:gd name="connsiteX558" fmla="*/ 2283317 w 7467600"/>
              <a:gd name="connsiteY558" fmla="*/ 1796925 h 6858000"/>
              <a:gd name="connsiteX559" fmla="*/ 2399523 w 7467600"/>
              <a:gd name="connsiteY559" fmla="*/ 1428234 h 6858000"/>
              <a:gd name="connsiteX560" fmla="*/ 2448558 w 7467600"/>
              <a:gd name="connsiteY560" fmla="*/ 1373435 h 6858000"/>
              <a:gd name="connsiteX561" fmla="*/ 2312521 w 7467600"/>
              <a:gd name="connsiteY561" fmla="*/ 1806140 h 6858000"/>
              <a:gd name="connsiteX562" fmla="*/ 2127533 w 7467600"/>
              <a:gd name="connsiteY562" fmla="*/ 2348380 h 6858000"/>
              <a:gd name="connsiteX563" fmla="*/ 2358080 w 7467600"/>
              <a:gd name="connsiteY563" fmla="*/ 1866134 h 6858000"/>
              <a:gd name="connsiteX564" fmla="*/ 2407436 w 7467600"/>
              <a:gd name="connsiteY564" fmla="*/ 1651070 h 6858000"/>
              <a:gd name="connsiteX565" fmla="*/ 2448558 w 7467600"/>
              <a:gd name="connsiteY565" fmla="*/ 1373435 h 6858000"/>
              <a:gd name="connsiteX566" fmla="*/ 278707 w 7467600"/>
              <a:gd name="connsiteY566" fmla="*/ 1352270 h 6858000"/>
              <a:gd name="connsiteX567" fmla="*/ 321570 w 7467600"/>
              <a:gd name="connsiteY567" fmla="*/ 1861610 h 6858000"/>
              <a:gd name="connsiteX568" fmla="*/ 294281 w 7467600"/>
              <a:gd name="connsiteY568" fmla="*/ 1440658 h 6858000"/>
              <a:gd name="connsiteX569" fmla="*/ 278707 w 7467600"/>
              <a:gd name="connsiteY569" fmla="*/ 1352270 h 6858000"/>
              <a:gd name="connsiteX570" fmla="*/ 1423821 w 7467600"/>
              <a:gd name="connsiteY570" fmla="*/ 1351958 h 6858000"/>
              <a:gd name="connsiteX571" fmla="*/ 1638521 w 7467600"/>
              <a:gd name="connsiteY571" fmla="*/ 1908470 h 6858000"/>
              <a:gd name="connsiteX572" fmla="*/ 1754199 w 7467600"/>
              <a:gd name="connsiteY572" fmla="*/ 2149284 h 6858000"/>
              <a:gd name="connsiteX573" fmla="*/ 1908359 w 7467600"/>
              <a:gd name="connsiteY573" fmla="*/ 2364988 h 6858000"/>
              <a:gd name="connsiteX574" fmla="*/ 1647661 w 7467600"/>
              <a:gd name="connsiteY574" fmla="*/ 1825945 h 6858000"/>
              <a:gd name="connsiteX575" fmla="*/ 1423821 w 7467600"/>
              <a:gd name="connsiteY575" fmla="*/ 1351958 h 6858000"/>
              <a:gd name="connsiteX576" fmla="*/ 1431890 w 7467600"/>
              <a:gd name="connsiteY576" fmla="*/ 1306475 h 6858000"/>
              <a:gd name="connsiteX577" fmla="*/ 1507597 w 7467600"/>
              <a:gd name="connsiteY577" fmla="*/ 1446132 h 6858000"/>
              <a:gd name="connsiteX578" fmla="*/ 1674586 w 7467600"/>
              <a:gd name="connsiteY578" fmla="*/ 1813832 h 6858000"/>
              <a:gd name="connsiteX579" fmla="*/ 1815950 w 7467600"/>
              <a:gd name="connsiteY579" fmla="*/ 2128564 h 6858000"/>
              <a:gd name="connsiteX580" fmla="*/ 1984242 w 7467600"/>
              <a:gd name="connsiteY580" fmla="*/ 2430829 h 6858000"/>
              <a:gd name="connsiteX581" fmla="*/ 2014023 w 7467600"/>
              <a:gd name="connsiteY581" fmla="*/ 2450995 h 6858000"/>
              <a:gd name="connsiteX582" fmla="*/ 1747337 w 7467600"/>
              <a:gd name="connsiteY582" fmla="*/ 1855264 h 6858000"/>
              <a:gd name="connsiteX583" fmla="*/ 1533749 w 7467600"/>
              <a:gd name="connsiteY583" fmla="*/ 1478656 h 6858000"/>
              <a:gd name="connsiteX584" fmla="*/ 1431890 w 7467600"/>
              <a:gd name="connsiteY584" fmla="*/ 1306475 h 6858000"/>
              <a:gd name="connsiteX585" fmla="*/ 5052692 w 7467600"/>
              <a:gd name="connsiteY585" fmla="*/ 1292994 h 6858000"/>
              <a:gd name="connsiteX586" fmla="*/ 5200661 w 7467600"/>
              <a:gd name="connsiteY586" fmla="*/ 1635186 h 6858000"/>
              <a:gd name="connsiteX587" fmla="*/ 5297138 w 7467600"/>
              <a:gd name="connsiteY587" fmla="*/ 1906351 h 6858000"/>
              <a:gd name="connsiteX588" fmla="*/ 5052692 w 7467600"/>
              <a:gd name="connsiteY588" fmla="*/ 1292994 h 6858000"/>
              <a:gd name="connsiteX589" fmla="*/ 5009948 w 7467600"/>
              <a:gd name="connsiteY589" fmla="*/ 1273619 h 6858000"/>
              <a:gd name="connsiteX590" fmla="*/ 5121777 w 7467600"/>
              <a:gd name="connsiteY590" fmla="*/ 1654213 h 6858000"/>
              <a:gd name="connsiteX591" fmla="*/ 5293545 w 7467600"/>
              <a:gd name="connsiteY591" fmla="*/ 2072247 h 6858000"/>
              <a:gd name="connsiteX592" fmla="*/ 5294042 w 7467600"/>
              <a:gd name="connsiteY592" fmla="*/ 2065019 h 6858000"/>
              <a:gd name="connsiteX593" fmla="*/ 5171936 w 7467600"/>
              <a:gd name="connsiteY593" fmla="*/ 1647613 h 6858000"/>
              <a:gd name="connsiteX594" fmla="*/ 5009948 w 7467600"/>
              <a:gd name="connsiteY594" fmla="*/ 1273619 h 6858000"/>
              <a:gd name="connsiteX595" fmla="*/ 655236 w 7467600"/>
              <a:gd name="connsiteY595" fmla="*/ 1268632 h 6858000"/>
              <a:gd name="connsiteX596" fmla="*/ 839521 w 7467600"/>
              <a:gd name="connsiteY596" fmla="*/ 1685315 h 6858000"/>
              <a:gd name="connsiteX597" fmla="*/ 1109416 w 7467600"/>
              <a:gd name="connsiteY597" fmla="*/ 2061663 h 6858000"/>
              <a:gd name="connsiteX598" fmla="*/ 1298300 w 7467600"/>
              <a:gd name="connsiteY598" fmla="*/ 2247742 h 6858000"/>
              <a:gd name="connsiteX599" fmla="*/ 1125871 w 7467600"/>
              <a:gd name="connsiteY599" fmla="*/ 1989513 h 6858000"/>
              <a:gd name="connsiteX600" fmla="*/ 981574 w 7467600"/>
              <a:gd name="connsiteY600" fmla="*/ 1783157 h 6858000"/>
              <a:gd name="connsiteX601" fmla="*/ 922198 w 7467600"/>
              <a:gd name="connsiteY601" fmla="*/ 1677437 h 6858000"/>
              <a:gd name="connsiteX602" fmla="*/ 869293 w 7467600"/>
              <a:gd name="connsiteY602" fmla="*/ 1583214 h 6858000"/>
              <a:gd name="connsiteX603" fmla="*/ 751431 w 7467600"/>
              <a:gd name="connsiteY603" fmla="*/ 1405731 h 6858000"/>
              <a:gd name="connsiteX604" fmla="*/ 655236 w 7467600"/>
              <a:gd name="connsiteY604" fmla="*/ 1268632 h 6858000"/>
              <a:gd name="connsiteX605" fmla="*/ 6516292 w 7467600"/>
              <a:gd name="connsiteY605" fmla="*/ 1263064 h 6858000"/>
              <a:gd name="connsiteX606" fmla="*/ 5736320 w 7467600"/>
              <a:gd name="connsiteY606" fmla="*/ 1501803 h 6858000"/>
              <a:gd name="connsiteX607" fmla="*/ 6516292 w 7467600"/>
              <a:gd name="connsiteY607" fmla="*/ 1263064 h 6858000"/>
              <a:gd name="connsiteX608" fmla="*/ 291466 w 7467600"/>
              <a:gd name="connsiteY608" fmla="*/ 1250369 h 6858000"/>
              <a:gd name="connsiteX609" fmla="*/ 323180 w 7467600"/>
              <a:gd name="connsiteY609" fmla="*/ 1435283 h 6858000"/>
              <a:gd name="connsiteX610" fmla="*/ 349381 w 7467600"/>
              <a:gd name="connsiteY610" fmla="*/ 1875041 h 6858000"/>
              <a:gd name="connsiteX611" fmla="*/ 374363 w 7467600"/>
              <a:gd name="connsiteY611" fmla="*/ 1506494 h 6858000"/>
              <a:gd name="connsiteX612" fmla="*/ 302168 w 7467600"/>
              <a:gd name="connsiteY612" fmla="*/ 1274495 h 6858000"/>
              <a:gd name="connsiteX613" fmla="*/ 291466 w 7467600"/>
              <a:gd name="connsiteY613" fmla="*/ 1250369 h 6858000"/>
              <a:gd name="connsiteX614" fmla="*/ 678222 w 7467600"/>
              <a:gd name="connsiteY614" fmla="*/ 1248670 h 6858000"/>
              <a:gd name="connsiteX615" fmla="*/ 775536 w 7467600"/>
              <a:gd name="connsiteY615" fmla="*/ 1388015 h 6858000"/>
              <a:gd name="connsiteX616" fmla="*/ 894529 w 7467600"/>
              <a:gd name="connsiteY616" fmla="*/ 1567739 h 6858000"/>
              <a:gd name="connsiteX617" fmla="*/ 948000 w 7467600"/>
              <a:gd name="connsiteY617" fmla="*/ 1663088 h 6858000"/>
              <a:gd name="connsiteX618" fmla="*/ 1006812 w 7467600"/>
              <a:gd name="connsiteY618" fmla="*/ 1767683 h 6858000"/>
              <a:gd name="connsiteX619" fmla="*/ 1149133 w 7467600"/>
              <a:gd name="connsiteY619" fmla="*/ 1971513 h 6858000"/>
              <a:gd name="connsiteX620" fmla="*/ 1333952 w 7467600"/>
              <a:gd name="connsiteY620" fmla="*/ 2251620 h 6858000"/>
              <a:gd name="connsiteX621" fmla="*/ 1337329 w 7467600"/>
              <a:gd name="connsiteY621" fmla="*/ 2258350 h 6858000"/>
              <a:gd name="connsiteX622" fmla="*/ 1014726 w 7467600"/>
              <a:gd name="connsiteY622" fmla="*/ 1615556 h 6858000"/>
              <a:gd name="connsiteX623" fmla="*/ 678222 w 7467600"/>
              <a:gd name="connsiteY623" fmla="*/ 1248670 h 6858000"/>
              <a:gd name="connsiteX624" fmla="*/ 6691602 w 7467600"/>
              <a:gd name="connsiteY624" fmla="*/ 1140573 h 6858000"/>
              <a:gd name="connsiteX625" fmla="*/ 6571100 w 7467600"/>
              <a:gd name="connsiteY625" fmla="*/ 1183662 h 6858000"/>
              <a:gd name="connsiteX626" fmla="*/ 6241687 w 7467600"/>
              <a:gd name="connsiteY626" fmla="*/ 1257600 h 6858000"/>
              <a:gd name="connsiteX627" fmla="*/ 5693009 w 7467600"/>
              <a:gd name="connsiteY627" fmla="*/ 1478256 h 6858000"/>
              <a:gd name="connsiteX628" fmla="*/ 6548420 w 7467600"/>
              <a:gd name="connsiteY628" fmla="*/ 1214599 h 6858000"/>
              <a:gd name="connsiteX629" fmla="*/ 6605473 w 7467600"/>
              <a:gd name="connsiteY629" fmla="*/ 1184686 h 6858000"/>
              <a:gd name="connsiteX630" fmla="*/ 6691602 w 7467600"/>
              <a:gd name="connsiteY630" fmla="*/ 1140573 h 6858000"/>
              <a:gd name="connsiteX631" fmla="*/ 4002475 w 7467600"/>
              <a:gd name="connsiteY631" fmla="*/ 1037802 h 6858000"/>
              <a:gd name="connsiteX632" fmla="*/ 4000324 w 7467600"/>
              <a:gd name="connsiteY632" fmla="*/ 1039362 h 6858000"/>
              <a:gd name="connsiteX633" fmla="*/ 4002862 w 7467600"/>
              <a:gd name="connsiteY633" fmla="*/ 1042866 h 6858000"/>
              <a:gd name="connsiteX634" fmla="*/ 4002475 w 7467600"/>
              <a:gd name="connsiteY634" fmla="*/ 1037802 h 6858000"/>
              <a:gd name="connsiteX635" fmla="*/ 506322 w 7467600"/>
              <a:gd name="connsiteY635" fmla="*/ 1020997 h 6858000"/>
              <a:gd name="connsiteX636" fmla="*/ 533068 w 7467600"/>
              <a:gd name="connsiteY636" fmla="*/ 1029409 h 6858000"/>
              <a:gd name="connsiteX637" fmla="*/ 1232525 w 7467600"/>
              <a:gd name="connsiteY637" fmla="*/ 1804675 h 6858000"/>
              <a:gd name="connsiteX638" fmla="*/ 1388858 w 7467600"/>
              <a:gd name="connsiteY638" fmla="*/ 2368011 h 6858000"/>
              <a:gd name="connsiteX639" fmla="*/ 1384098 w 7467600"/>
              <a:gd name="connsiteY639" fmla="*/ 2378125 h 6858000"/>
              <a:gd name="connsiteX640" fmla="*/ 1425393 w 7467600"/>
              <a:gd name="connsiteY640" fmla="*/ 2589124 h 6858000"/>
              <a:gd name="connsiteX641" fmla="*/ 1424001 w 7467600"/>
              <a:gd name="connsiteY641" fmla="*/ 2597541 h 6858000"/>
              <a:gd name="connsiteX642" fmla="*/ 2152729 w 7467600"/>
              <a:gd name="connsiteY642" fmla="*/ 2864487 h 6858000"/>
              <a:gd name="connsiteX643" fmla="*/ 2020609 w 7467600"/>
              <a:gd name="connsiteY643" fmla="*/ 2539671 h 6858000"/>
              <a:gd name="connsiteX644" fmla="*/ 2018920 w 7467600"/>
              <a:gd name="connsiteY644" fmla="*/ 2536309 h 6858000"/>
              <a:gd name="connsiteX645" fmla="*/ 1342441 w 7467600"/>
              <a:gd name="connsiteY645" fmla="*/ 1173017 h 6858000"/>
              <a:gd name="connsiteX646" fmla="*/ 1367925 w 7467600"/>
              <a:gd name="connsiteY646" fmla="*/ 1135648 h 6858000"/>
              <a:gd name="connsiteX647" fmla="*/ 1771401 w 7467600"/>
              <a:gd name="connsiteY647" fmla="*/ 1806673 h 6858000"/>
              <a:gd name="connsiteX648" fmla="*/ 1972385 w 7467600"/>
              <a:gd name="connsiteY648" fmla="*/ 2198735 h 6858000"/>
              <a:gd name="connsiteX649" fmla="*/ 2040892 w 7467600"/>
              <a:gd name="connsiteY649" fmla="*/ 2405205 h 6858000"/>
              <a:gd name="connsiteX650" fmla="*/ 2131689 w 7467600"/>
              <a:gd name="connsiteY650" fmla="*/ 1936926 h 6858000"/>
              <a:gd name="connsiteX651" fmla="*/ 2454820 w 7467600"/>
              <a:gd name="connsiteY651" fmla="*/ 1248808 h 6858000"/>
              <a:gd name="connsiteX652" fmla="*/ 2492512 w 7467600"/>
              <a:gd name="connsiteY652" fmla="*/ 1302920 h 6858000"/>
              <a:gd name="connsiteX653" fmla="*/ 2081216 w 7467600"/>
              <a:gd name="connsiteY653" fmla="*/ 2527513 h 6858000"/>
              <a:gd name="connsiteX654" fmla="*/ 2081211 w 7467600"/>
              <a:gd name="connsiteY654" fmla="*/ 2528916 h 6858000"/>
              <a:gd name="connsiteX655" fmla="*/ 2199067 w 7467600"/>
              <a:gd name="connsiteY655" fmla="*/ 2884061 h 6858000"/>
              <a:gd name="connsiteX656" fmla="*/ 3192586 w 7467600"/>
              <a:gd name="connsiteY656" fmla="*/ 3411496 h 6858000"/>
              <a:gd name="connsiteX657" fmla="*/ 3182620 w 7467600"/>
              <a:gd name="connsiteY657" fmla="*/ 3483279 h 6858000"/>
              <a:gd name="connsiteX658" fmla="*/ 2435119 w 7467600"/>
              <a:gd name="connsiteY658" fmla="*/ 3080173 h 6858000"/>
              <a:gd name="connsiteX659" fmla="*/ 2410152 w 7467600"/>
              <a:gd name="connsiteY659" fmla="*/ 3063751 h 6858000"/>
              <a:gd name="connsiteX660" fmla="*/ 2408099 w 7467600"/>
              <a:gd name="connsiteY660" fmla="*/ 3064403 h 6858000"/>
              <a:gd name="connsiteX661" fmla="*/ 2407218 w 7467600"/>
              <a:gd name="connsiteY661" fmla="*/ 3070324 h 6858000"/>
              <a:gd name="connsiteX662" fmla="*/ 2380138 w 7467600"/>
              <a:gd name="connsiteY662" fmla="*/ 3099341 h 6858000"/>
              <a:gd name="connsiteX663" fmla="*/ 1765923 w 7467600"/>
              <a:gd name="connsiteY663" fmla="*/ 3581043 h 6858000"/>
              <a:gd name="connsiteX664" fmla="*/ 1702258 w 7467600"/>
              <a:gd name="connsiteY664" fmla="*/ 3612286 h 6858000"/>
              <a:gd name="connsiteX665" fmla="*/ 1538370 w 7467600"/>
              <a:gd name="connsiteY665" fmla="*/ 3811804 h 6858000"/>
              <a:gd name="connsiteX666" fmla="*/ 542867 w 7467600"/>
              <a:gd name="connsiteY666" fmla="*/ 4944092 h 6858000"/>
              <a:gd name="connsiteX667" fmla="*/ 515800 w 7467600"/>
              <a:gd name="connsiteY667" fmla="*/ 4862180 h 6858000"/>
              <a:gd name="connsiteX668" fmla="*/ 909145 w 7467600"/>
              <a:gd name="connsiteY668" fmla="*/ 4199225 h 6858000"/>
              <a:gd name="connsiteX669" fmla="*/ 1214067 w 7467600"/>
              <a:gd name="connsiteY669" fmla="*/ 3908561 h 6858000"/>
              <a:gd name="connsiteX670" fmla="*/ 640967 w 7467600"/>
              <a:gd name="connsiteY670" fmla="*/ 4105601 h 6858000"/>
              <a:gd name="connsiteX671" fmla="*/ 112563 w 7467600"/>
              <a:gd name="connsiteY671" fmla="*/ 4396952 h 6858000"/>
              <a:gd name="connsiteX672" fmla="*/ 0 w 7467600"/>
              <a:gd name="connsiteY672" fmla="*/ 4466006 h 6858000"/>
              <a:gd name="connsiteX673" fmla="*/ 0 w 7467600"/>
              <a:gd name="connsiteY673" fmla="*/ 4233763 h 6858000"/>
              <a:gd name="connsiteX674" fmla="*/ 36881 w 7467600"/>
              <a:gd name="connsiteY674" fmla="*/ 4200118 h 6858000"/>
              <a:gd name="connsiteX675" fmla="*/ 910534 w 7467600"/>
              <a:gd name="connsiteY675" fmla="*/ 3629753 h 6858000"/>
              <a:gd name="connsiteX676" fmla="*/ 1578717 w 7467600"/>
              <a:gd name="connsiteY676" fmla="*/ 3575982 h 6858000"/>
              <a:gd name="connsiteX677" fmla="*/ 2338780 w 7467600"/>
              <a:gd name="connsiteY677" fmla="*/ 3033725 h 6858000"/>
              <a:gd name="connsiteX678" fmla="*/ 1807991 w 7467600"/>
              <a:gd name="connsiteY678" fmla="*/ 2807184 h 6858000"/>
              <a:gd name="connsiteX679" fmla="*/ 1416358 w 7467600"/>
              <a:gd name="connsiteY679" fmla="*/ 3112571 h 6858000"/>
              <a:gd name="connsiteX680" fmla="*/ 939066 w 7467600"/>
              <a:gd name="connsiteY680" fmla="*/ 3378798 h 6858000"/>
              <a:gd name="connsiteX681" fmla="*/ 115099 w 7467600"/>
              <a:gd name="connsiteY681" fmla="*/ 3607650 h 6858000"/>
              <a:gd name="connsiteX682" fmla="*/ 97284 w 7467600"/>
              <a:gd name="connsiteY682" fmla="*/ 3520393 h 6858000"/>
              <a:gd name="connsiteX683" fmla="*/ 922050 w 7467600"/>
              <a:gd name="connsiteY683" fmla="*/ 3074867 h 6858000"/>
              <a:gd name="connsiteX684" fmla="*/ 1405265 w 7467600"/>
              <a:gd name="connsiteY684" fmla="*/ 3016319 h 6858000"/>
              <a:gd name="connsiteX685" fmla="*/ 1407512 w 7467600"/>
              <a:gd name="connsiteY685" fmla="*/ 3018001 h 6858000"/>
              <a:gd name="connsiteX686" fmla="*/ 1726266 w 7467600"/>
              <a:gd name="connsiteY686" fmla="*/ 2777274 h 6858000"/>
              <a:gd name="connsiteX687" fmla="*/ 625390 w 7467600"/>
              <a:gd name="connsiteY687" fmla="*/ 2514541 h 6858000"/>
              <a:gd name="connsiteX688" fmla="*/ 619799 w 7467600"/>
              <a:gd name="connsiteY688" fmla="*/ 2527180 h 6858000"/>
              <a:gd name="connsiteX689" fmla="*/ 310030 w 7467600"/>
              <a:gd name="connsiteY689" fmla="*/ 2771818 h 6858000"/>
              <a:gd name="connsiteX690" fmla="*/ 173877 w 7467600"/>
              <a:gd name="connsiteY690" fmla="*/ 2937056 h 6858000"/>
              <a:gd name="connsiteX691" fmla="*/ 77889 w 7467600"/>
              <a:gd name="connsiteY691" fmla="*/ 3138440 h 6858000"/>
              <a:gd name="connsiteX692" fmla="*/ 0 w 7467600"/>
              <a:gd name="connsiteY692" fmla="*/ 3271395 h 6858000"/>
              <a:gd name="connsiteX693" fmla="*/ 0 w 7467600"/>
              <a:gd name="connsiteY693" fmla="*/ 3153002 h 6858000"/>
              <a:gd name="connsiteX694" fmla="*/ 2386 w 7467600"/>
              <a:gd name="connsiteY694" fmla="*/ 3149203 h 6858000"/>
              <a:gd name="connsiteX695" fmla="*/ 89753 w 7467600"/>
              <a:gd name="connsiteY695" fmla="*/ 2987702 h 6858000"/>
              <a:gd name="connsiteX696" fmla="*/ 76869 w 7467600"/>
              <a:gd name="connsiteY696" fmla="*/ 3005404 h 6858000"/>
              <a:gd name="connsiteX697" fmla="*/ 32049 w 7467600"/>
              <a:gd name="connsiteY697" fmla="*/ 3065814 h 6858000"/>
              <a:gd name="connsiteX698" fmla="*/ 0 w 7467600"/>
              <a:gd name="connsiteY698" fmla="*/ 3108744 h 6858000"/>
              <a:gd name="connsiteX699" fmla="*/ 0 w 7467600"/>
              <a:gd name="connsiteY699" fmla="*/ 3058059 h 6858000"/>
              <a:gd name="connsiteX700" fmla="*/ 7610 w 7467600"/>
              <a:gd name="connsiteY700" fmla="*/ 3047889 h 6858000"/>
              <a:gd name="connsiteX701" fmla="*/ 52419 w 7467600"/>
              <a:gd name="connsiteY701" fmla="*/ 2987479 h 6858000"/>
              <a:gd name="connsiteX702" fmla="*/ 59142 w 7467600"/>
              <a:gd name="connsiteY702" fmla="*/ 2978488 h 6858000"/>
              <a:gd name="connsiteX703" fmla="*/ 0 w 7467600"/>
              <a:gd name="connsiteY703" fmla="*/ 3015334 h 6858000"/>
              <a:gd name="connsiteX704" fmla="*/ 0 w 7467600"/>
              <a:gd name="connsiteY704" fmla="*/ 2914286 h 6858000"/>
              <a:gd name="connsiteX705" fmla="*/ 36383 w 7467600"/>
              <a:gd name="connsiteY705" fmla="*/ 2901128 h 6858000"/>
              <a:gd name="connsiteX706" fmla="*/ 156329 w 7467600"/>
              <a:gd name="connsiteY706" fmla="*/ 2840533 h 6858000"/>
              <a:gd name="connsiteX707" fmla="*/ 358355 w 7467600"/>
              <a:gd name="connsiteY707" fmla="*/ 2620471 h 6858000"/>
              <a:gd name="connsiteX708" fmla="*/ 510577 w 7467600"/>
              <a:gd name="connsiteY708" fmla="*/ 2501244 h 6858000"/>
              <a:gd name="connsiteX709" fmla="*/ 211967 w 7467600"/>
              <a:gd name="connsiteY709" fmla="*/ 2479171 h 6858000"/>
              <a:gd name="connsiteX710" fmla="*/ 0 w 7467600"/>
              <a:gd name="connsiteY710" fmla="*/ 2476398 h 6858000"/>
              <a:gd name="connsiteX711" fmla="*/ 0 w 7467600"/>
              <a:gd name="connsiteY711" fmla="*/ 2389189 h 6858000"/>
              <a:gd name="connsiteX712" fmla="*/ 103062 w 7467600"/>
              <a:gd name="connsiteY712" fmla="*/ 2389518 h 6858000"/>
              <a:gd name="connsiteX713" fmla="*/ 510734 w 7467600"/>
              <a:gd name="connsiteY713" fmla="*/ 2416201 h 6858000"/>
              <a:gd name="connsiteX714" fmla="*/ 279257 w 7467600"/>
              <a:gd name="connsiteY714" fmla="*/ 2092102 h 6858000"/>
              <a:gd name="connsiteX715" fmla="*/ 65265 w 7467600"/>
              <a:gd name="connsiteY715" fmla="*/ 2006049 h 6858000"/>
              <a:gd name="connsiteX716" fmla="*/ 0 w 7467600"/>
              <a:gd name="connsiteY716" fmla="*/ 1982532 h 6858000"/>
              <a:gd name="connsiteX717" fmla="*/ 0 w 7467600"/>
              <a:gd name="connsiteY717" fmla="*/ 1912789 h 6858000"/>
              <a:gd name="connsiteX718" fmla="*/ 97460 w 7467600"/>
              <a:gd name="connsiteY718" fmla="*/ 1953725 h 6858000"/>
              <a:gd name="connsiteX719" fmla="*/ 221272 w 7467600"/>
              <a:gd name="connsiteY719" fmla="*/ 1980766 h 6858000"/>
              <a:gd name="connsiteX720" fmla="*/ 116765 w 7467600"/>
              <a:gd name="connsiteY720" fmla="*/ 1911033 h 6858000"/>
              <a:gd name="connsiteX721" fmla="*/ 16405 w 7467600"/>
              <a:gd name="connsiteY721" fmla="*/ 1803412 h 6858000"/>
              <a:gd name="connsiteX722" fmla="*/ 0 w 7467600"/>
              <a:gd name="connsiteY722" fmla="*/ 1784777 h 6858000"/>
              <a:gd name="connsiteX723" fmla="*/ 0 w 7467600"/>
              <a:gd name="connsiteY723" fmla="*/ 1740082 h 6858000"/>
              <a:gd name="connsiteX724" fmla="*/ 39394 w 7467600"/>
              <a:gd name="connsiteY724" fmla="*/ 1784856 h 6858000"/>
              <a:gd name="connsiteX725" fmla="*/ 135813 w 7467600"/>
              <a:gd name="connsiteY725" fmla="*/ 1888838 h 6858000"/>
              <a:gd name="connsiteX726" fmla="*/ 242575 w 7467600"/>
              <a:gd name="connsiteY726" fmla="*/ 1958841 h 6858000"/>
              <a:gd name="connsiteX727" fmla="*/ 82197 w 7467600"/>
              <a:gd name="connsiteY727" fmla="*/ 1754826 h 6858000"/>
              <a:gd name="connsiteX728" fmla="*/ 0 w 7467600"/>
              <a:gd name="connsiteY728" fmla="*/ 1679650 h 6858000"/>
              <a:gd name="connsiteX729" fmla="*/ 0 w 7467600"/>
              <a:gd name="connsiteY729" fmla="*/ 1602463 h 6858000"/>
              <a:gd name="connsiteX730" fmla="*/ 84689 w 7467600"/>
              <a:gd name="connsiteY730" fmla="*/ 1677442 h 6858000"/>
              <a:gd name="connsiteX731" fmla="*/ 298437 w 7467600"/>
              <a:gd name="connsiteY731" fmla="*/ 1968019 h 6858000"/>
              <a:gd name="connsiteX732" fmla="*/ 227269 w 7467600"/>
              <a:gd name="connsiteY732" fmla="*/ 1114064 h 6858000"/>
              <a:gd name="connsiteX733" fmla="*/ 248003 w 7467600"/>
              <a:gd name="connsiteY733" fmla="*/ 1089613 h 6858000"/>
              <a:gd name="connsiteX734" fmla="*/ 427020 w 7467600"/>
              <a:gd name="connsiteY734" fmla="*/ 1619803 h 6858000"/>
              <a:gd name="connsiteX735" fmla="*/ 340345 w 7467600"/>
              <a:gd name="connsiteY735" fmla="*/ 2027739 h 6858000"/>
              <a:gd name="connsiteX736" fmla="*/ 360865 w 7467600"/>
              <a:gd name="connsiteY736" fmla="*/ 2044827 h 6858000"/>
              <a:gd name="connsiteX737" fmla="*/ 560414 w 7467600"/>
              <a:gd name="connsiteY737" fmla="*/ 2421457 h 6858000"/>
              <a:gd name="connsiteX738" fmla="*/ 1359703 w 7467600"/>
              <a:gd name="connsiteY738" fmla="*/ 2578554 h 6858000"/>
              <a:gd name="connsiteX739" fmla="*/ 1359422 w 7467600"/>
              <a:gd name="connsiteY739" fmla="*/ 2577994 h 6858000"/>
              <a:gd name="connsiteX740" fmla="*/ 828701 w 7467600"/>
              <a:gd name="connsiteY740" fmla="*/ 1839520 h 6858000"/>
              <a:gd name="connsiteX741" fmla="*/ 494427 w 7467600"/>
              <a:gd name="connsiteY741" fmla="*/ 1092333 h 6858000"/>
              <a:gd name="connsiteX742" fmla="*/ 506322 w 7467600"/>
              <a:gd name="connsiteY742" fmla="*/ 1020997 h 6858000"/>
              <a:gd name="connsiteX743" fmla="*/ 4570198 w 7467600"/>
              <a:gd name="connsiteY743" fmla="*/ 978081 h 6858000"/>
              <a:gd name="connsiteX744" fmla="*/ 4523691 w 7467600"/>
              <a:gd name="connsiteY744" fmla="*/ 1127776 h 6858000"/>
              <a:gd name="connsiteX745" fmla="*/ 4509875 w 7467600"/>
              <a:gd name="connsiteY745" fmla="*/ 1167552 h 6858000"/>
              <a:gd name="connsiteX746" fmla="*/ 4478168 w 7467600"/>
              <a:gd name="connsiteY746" fmla="*/ 1260735 h 6858000"/>
              <a:gd name="connsiteX747" fmla="*/ 4409309 w 7467600"/>
              <a:gd name="connsiteY747" fmla="*/ 1666996 h 6858000"/>
              <a:gd name="connsiteX748" fmla="*/ 4370031 w 7467600"/>
              <a:gd name="connsiteY748" fmla="*/ 1955666 h 6858000"/>
              <a:gd name="connsiteX749" fmla="*/ 4570198 w 7467600"/>
              <a:gd name="connsiteY749" fmla="*/ 978081 h 6858000"/>
              <a:gd name="connsiteX750" fmla="*/ 4557898 w 7467600"/>
              <a:gd name="connsiteY750" fmla="*/ 900011 h 6858000"/>
              <a:gd name="connsiteX751" fmla="*/ 4344840 w 7467600"/>
              <a:gd name="connsiteY751" fmla="*/ 1922038 h 6858000"/>
              <a:gd name="connsiteX752" fmla="*/ 4378710 w 7467600"/>
              <a:gd name="connsiteY752" fmla="*/ 1665516 h 6858000"/>
              <a:gd name="connsiteX753" fmla="*/ 4448798 w 7467600"/>
              <a:gd name="connsiteY753" fmla="*/ 1253024 h 6858000"/>
              <a:gd name="connsiteX754" fmla="*/ 4480315 w 7467600"/>
              <a:gd name="connsiteY754" fmla="*/ 1158454 h 6858000"/>
              <a:gd name="connsiteX755" fmla="*/ 4494133 w 7467600"/>
              <a:gd name="connsiteY755" fmla="*/ 1118676 h 6858000"/>
              <a:gd name="connsiteX756" fmla="*/ 4557898 w 7467600"/>
              <a:gd name="connsiteY756" fmla="*/ 900011 h 6858000"/>
              <a:gd name="connsiteX757" fmla="*/ 5870151 w 7467600"/>
              <a:gd name="connsiteY757" fmla="*/ 898890 h 6858000"/>
              <a:gd name="connsiteX758" fmla="*/ 5861335 w 7467600"/>
              <a:gd name="connsiteY758" fmla="*/ 899177 h 6858000"/>
              <a:gd name="connsiteX759" fmla="*/ 5843702 w 7467600"/>
              <a:gd name="connsiteY759" fmla="*/ 899748 h 6858000"/>
              <a:gd name="connsiteX760" fmla="*/ 5651107 w 7467600"/>
              <a:gd name="connsiteY760" fmla="*/ 920306 h 6858000"/>
              <a:gd name="connsiteX761" fmla="*/ 5459407 w 7467600"/>
              <a:gd name="connsiteY761" fmla="*/ 940975 h 6858000"/>
              <a:gd name="connsiteX762" fmla="*/ 5374846 w 7467600"/>
              <a:gd name="connsiteY762" fmla="*/ 941988 h 6858000"/>
              <a:gd name="connsiteX763" fmla="*/ 5256105 w 7467600"/>
              <a:gd name="connsiteY763" fmla="*/ 945632 h 6858000"/>
              <a:gd name="connsiteX764" fmla="*/ 5107071 w 7467600"/>
              <a:gd name="connsiteY764" fmla="*/ 969720 h 6858000"/>
              <a:gd name="connsiteX765" fmla="*/ 4998681 w 7467600"/>
              <a:gd name="connsiteY765" fmla="*/ 988771 h 6858000"/>
              <a:gd name="connsiteX766" fmla="*/ 5870151 w 7467600"/>
              <a:gd name="connsiteY766" fmla="*/ 898890 h 6858000"/>
              <a:gd name="connsiteX767" fmla="*/ 5504425 w 7467600"/>
              <a:gd name="connsiteY767" fmla="*/ 848067 h 6858000"/>
              <a:gd name="connsiteX768" fmla="*/ 4968849 w 7467600"/>
              <a:gd name="connsiteY768" fmla="*/ 962318 h 6858000"/>
              <a:gd name="connsiteX769" fmla="*/ 5104039 w 7467600"/>
              <a:gd name="connsiteY769" fmla="*/ 940634 h 6858000"/>
              <a:gd name="connsiteX770" fmla="*/ 5256311 w 7467600"/>
              <a:gd name="connsiteY770" fmla="*/ 916490 h 6858000"/>
              <a:gd name="connsiteX771" fmla="*/ 5377381 w 7467600"/>
              <a:gd name="connsiteY771" fmla="*/ 912671 h 6858000"/>
              <a:gd name="connsiteX772" fmla="*/ 5460148 w 7467600"/>
              <a:gd name="connsiteY772" fmla="*/ 911442 h 6858000"/>
              <a:gd name="connsiteX773" fmla="*/ 5648971 w 7467600"/>
              <a:gd name="connsiteY773" fmla="*/ 891331 h 6858000"/>
              <a:gd name="connsiteX774" fmla="*/ 5844807 w 7467600"/>
              <a:gd name="connsiteY774" fmla="*/ 870718 h 6858000"/>
              <a:gd name="connsiteX775" fmla="*/ 5862975 w 7467600"/>
              <a:gd name="connsiteY775" fmla="*/ 869756 h 6858000"/>
              <a:gd name="connsiteX776" fmla="*/ 5920887 w 7467600"/>
              <a:gd name="connsiteY776" fmla="*/ 865929 h 6858000"/>
              <a:gd name="connsiteX777" fmla="*/ 5504425 w 7467600"/>
              <a:gd name="connsiteY777" fmla="*/ 848067 h 6858000"/>
              <a:gd name="connsiteX778" fmla="*/ 3607114 w 7467600"/>
              <a:gd name="connsiteY778" fmla="*/ 467441 h 6858000"/>
              <a:gd name="connsiteX779" fmla="*/ 3296242 w 7467600"/>
              <a:gd name="connsiteY779" fmla="*/ 807991 h 6858000"/>
              <a:gd name="connsiteX780" fmla="*/ 3174674 w 7467600"/>
              <a:gd name="connsiteY780" fmla="*/ 919759 h 6858000"/>
              <a:gd name="connsiteX781" fmla="*/ 3042978 w 7467600"/>
              <a:gd name="connsiteY781" fmla="*/ 1054894 h 6858000"/>
              <a:gd name="connsiteX782" fmla="*/ 2968914 w 7467600"/>
              <a:gd name="connsiteY782" fmla="*/ 1133756 h 6858000"/>
              <a:gd name="connsiteX783" fmla="*/ 3103823 w 7467600"/>
              <a:gd name="connsiteY783" fmla="*/ 1026814 h 6858000"/>
              <a:gd name="connsiteX784" fmla="*/ 3607114 w 7467600"/>
              <a:gd name="connsiteY784" fmla="*/ 467441 h 6858000"/>
              <a:gd name="connsiteX785" fmla="*/ 3744487 w 7467600"/>
              <a:gd name="connsiteY785" fmla="*/ 383136 h 6858000"/>
              <a:gd name="connsiteX786" fmla="*/ 3970213 w 7467600"/>
              <a:gd name="connsiteY786" fmla="*/ 995559 h 6858000"/>
              <a:gd name="connsiteX787" fmla="*/ 3744487 w 7467600"/>
              <a:gd name="connsiteY787" fmla="*/ 383136 h 6858000"/>
              <a:gd name="connsiteX788" fmla="*/ 3624562 w 7467600"/>
              <a:gd name="connsiteY788" fmla="*/ 367041 h 6858000"/>
              <a:gd name="connsiteX789" fmla="*/ 3489712 w 7467600"/>
              <a:gd name="connsiteY789" fmla="*/ 485386 h 6858000"/>
              <a:gd name="connsiteX790" fmla="*/ 3182994 w 7467600"/>
              <a:gd name="connsiteY790" fmla="*/ 828265 h 6858000"/>
              <a:gd name="connsiteX791" fmla="*/ 2892114 w 7467600"/>
              <a:gd name="connsiteY791" fmla="*/ 1172635 h 6858000"/>
              <a:gd name="connsiteX792" fmla="*/ 3021459 w 7467600"/>
              <a:gd name="connsiteY792" fmla="*/ 1035385 h 6858000"/>
              <a:gd name="connsiteX793" fmla="*/ 3153873 w 7467600"/>
              <a:gd name="connsiteY793" fmla="*/ 898971 h 6858000"/>
              <a:gd name="connsiteX794" fmla="*/ 3276511 w 7467600"/>
              <a:gd name="connsiteY794" fmla="*/ 786423 h 6858000"/>
              <a:gd name="connsiteX795" fmla="*/ 3584154 w 7467600"/>
              <a:gd name="connsiteY795" fmla="*/ 448218 h 6858000"/>
              <a:gd name="connsiteX796" fmla="*/ 3624562 w 7467600"/>
              <a:gd name="connsiteY796" fmla="*/ 367041 h 6858000"/>
              <a:gd name="connsiteX797" fmla="*/ 3766672 w 7467600"/>
              <a:gd name="connsiteY797" fmla="*/ 359429 h 6858000"/>
              <a:gd name="connsiteX798" fmla="*/ 3996338 w 7467600"/>
              <a:gd name="connsiteY798" fmla="*/ 968237 h 6858000"/>
              <a:gd name="connsiteX799" fmla="*/ 3766672 w 7467600"/>
              <a:gd name="connsiteY799" fmla="*/ 359429 h 6858000"/>
              <a:gd name="connsiteX800" fmla="*/ 5805386 w 7467600"/>
              <a:gd name="connsiteY800" fmla="*/ 239240 h 6858000"/>
              <a:gd name="connsiteX801" fmla="*/ 5736947 w 7467600"/>
              <a:gd name="connsiteY801" fmla="*/ 261367 h 6858000"/>
              <a:gd name="connsiteX802" fmla="*/ 5427012 w 7467600"/>
              <a:gd name="connsiteY802" fmla="*/ 311272 h 6858000"/>
              <a:gd name="connsiteX803" fmla="*/ 5147818 w 7467600"/>
              <a:gd name="connsiteY803" fmla="*/ 322112 h 6858000"/>
              <a:gd name="connsiteX804" fmla="*/ 5060854 w 7467600"/>
              <a:gd name="connsiteY804" fmla="*/ 311882 h 6858000"/>
              <a:gd name="connsiteX805" fmla="*/ 4945989 w 7467600"/>
              <a:gd name="connsiteY805" fmla="*/ 300516 h 6858000"/>
              <a:gd name="connsiteX806" fmla="*/ 5410479 w 7467600"/>
              <a:gd name="connsiteY806" fmla="*/ 348434 h 6858000"/>
              <a:gd name="connsiteX807" fmla="*/ 5805386 w 7467600"/>
              <a:gd name="connsiteY807" fmla="*/ 239240 h 6858000"/>
              <a:gd name="connsiteX808" fmla="*/ 5905192 w 7467600"/>
              <a:gd name="connsiteY808" fmla="*/ 163079 h 6858000"/>
              <a:gd name="connsiteX809" fmla="*/ 5865655 w 7467600"/>
              <a:gd name="connsiteY809" fmla="*/ 171901 h 6858000"/>
              <a:gd name="connsiteX810" fmla="*/ 5259740 w 7467600"/>
              <a:gd name="connsiteY810" fmla="*/ 257013 h 6858000"/>
              <a:gd name="connsiteX811" fmla="*/ 5208466 w 7467600"/>
              <a:gd name="connsiteY811" fmla="*/ 257550 h 6858000"/>
              <a:gd name="connsiteX812" fmla="*/ 4980204 w 7467600"/>
              <a:gd name="connsiteY812" fmla="*/ 271903 h 6858000"/>
              <a:gd name="connsiteX813" fmla="*/ 5068068 w 7467600"/>
              <a:gd name="connsiteY813" fmla="*/ 282244 h 6858000"/>
              <a:gd name="connsiteX814" fmla="*/ 5153231 w 7467600"/>
              <a:gd name="connsiteY814" fmla="*/ 292240 h 6858000"/>
              <a:gd name="connsiteX815" fmla="*/ 5426491 w 7467600"/>
              <a:gd name="connsiteY815" fmla="*/ 281128 h 6858000"/>
              <a:gd name="connsiteX816" fmla="*/ 5731212 w 7467600"/>
              <a:gd name="connsiteY816" fmla="*/ 231951 h 6858000"/>
              <a:gd name="connsiteX817" fmla="*/ 5905192 w 7467600"/>
              <a:gd name="connsiteY817" fmla="*/ 163079 h 6858000"/>
              <a:gd name="connsiteX818" fmla="*/ 5944437 w 7467600"/>
              <a:gd name="connsiteY818" fmla="*/ 113829 h 6858000"/>
              <a:gd name="connsiteX819" fmla="*/ 5825032 w 7467600"/>
              <a:gd name="connsiteY819" fmla="*/ 146405 h 6858000"/>
              <a:gd name="connsiteX820" fmla="*/ 4955599 w 7467600"/>
              <a:gd name="connsiteY820" fmla="*/ 247008 h 6858000"/>
              <a:gd name="connsiteX821" fmla="*/ 5210104 w 7467600"/>
              <a:gd name="connsiteY821" fmla="*/ 228123 h 6858000"/>
              <a:gd name="connsiteX822" fmla="*/ 5261015 w 7467600"/>
              <a:gd name="connsiteY822" fmla="*/ 227087 h 6858000"/>
              <a:gd name="connsiteX823" fmla="*/ 5861181 w 7467600"/>
              <a:gd name="connsiteY823" fmla="*/ 143093 h 6858000"/>
              <a:gd name="connsiteX824" fmla="*/ 5961252 w 7467600"/>
              <a:gd name="connsiteY824" fmla="*/ 114820 h 6858000"/>
              <a:gd name="connsiteX825" fmla="*/ 5944437 w 7467600"/>
              <a:gd name="connsiteY825" fmla="*/ 113829 h 6858000"/>
              <a:gd name="connsiteX826" fmla="*/ 3882765 w 7467600"/>
              <a:gd name="connsiteY826" fmla="*/ 0 h 6858000"/>
              <a:gd name="connsiteX827" fmla="*/ 3995099 w 7467600"/>
              <a:gd name="connsiteY827" fmla="*/ 0 h 6858000"/>
              <a:gd name="connsiteX828" fmla="*/ 4163818 w 7467600"/>
              <a:gd name="connsiteY828" fmla="*/ 234104 h 6858000"/>
              <a:gd name="connsiteX829" fmla="*/ 4172099 w 7467600"/>
              <a:gd name="connsiteY829" fmla="*/ 234207 h 6858000"/>
              <a:gd name="connsiteX830" fmla="*/ 4784282 w 7467600"/>
              <a:gd name="connsiteY830" fmla="*/ 276561 h 6858000"/>
              <a:gd name="connsiteX831" fmla="*/ 4801687 w 7467600"/>
              <a:gd name="connsiteY831" fmla="*/ 267764 h 6858000"/>
              <a:gd name="connsiteX832" fmla="*/ 6082788 w 7467600"/>
              <a:gd name="connsiteY832" fmla="*/ 64119 h 6858000"/>
              <a:gd name="connsiteX833" fmla="*/ 6099442 w 7467600"/>
              <a:gd name="connsiteY833" fmla="*/ 82568 h 6858000"/>
              <a:gd name="connsiteX834" fmla="*/ 4804137 w 7467600"/>
              <a:gd name="connsiteY834" fmla="*/ 320931 h 6858000"/>
              <a:gd name="connsiteX835" fmla="*/ 4227047 w 7467600"/>
              <a:gd name="connsiteY835" fmla="*/ 313415 h 6858000"/>
              <a:gd name="connsiteX836" fmla="*/ 4346041 w 7467600"/>
              <a:gd name="connsiteY836" fmla="*/ 456086 h 6858000"/>
              <a:gd name="connsiteX837" fmla="*/ 4870967 w 7467600"/>
              <a:gd name="connsiteY837" fmla="*/ 963061 h 6858000"/>
              <a:gd name="connsiteX838" fmla="*/ 4889647 w 7467600"/>
              <a:gd name="connsiteY838" fmla="*/ 957147 h 6858000"/>
              <a:gd name="connsiteX839" fmla="*/ 5422504 w 7467600"/>
              <a:gd name="connsiteY839" fmla="*/ 805191 h 6858000"/>
              <a:gd name="connsiteX840" fmla="*/ 6087656 w 7467600"/>
              <a:gd name="connsiteY840" fmla="*/ 826703 h 6858000"/>
              <a:gd name="connsiteX841" fmla="*/ 6058717 w 7467600"/>
              <a:gd name="connsiteY841" fmla="*/ 865992 h 6858000"/>
              <a:gd name="connsiteX842" fmla="*/ 4974153 w 7467600"/>
              <a:gd name="connsiteY842" fmla="*/ 1045456 h 6858000"/>
              <a:gd name="connsiteX843" fmla="*/ 5627835 w 7467600"/>
              <a:gd name="connsiteY843" fmla="*/ 1472077 h 6858000"/>
              <a:gd name="connsiteX844" fmla="*/ 5629817 w 7467600"/>
              <a:gd name="connsiteY844" fmla="*/ 1471412 h 6858000"/>
              <a:gd name="connsiteX845" fmla="*/ 5634124 w 7467600"/>
              <a:gd name="connsiteY845" fmla="*/ 1470572 h 6858000"/>
              <a:gd name="connsiteX846" fmla="*/ 5755832 w 7467600"/>
              <a:gd name="connsiteY846" fmla="*/ 1383886 h 6858000"/>
              <a:gd name="connsiteX847" fmla="*/ 6014186 w 7467600"/>
              <a:gd name="connsiteY847" fmla="*/ 1279799 h 6858000"/>
              <a:gd name="connsiteX848" fmla="*/ 6901619 w 7467600"/>
              <a:gd name="connsiteY848" fmla="*/ 1047874 h 6858000"/>
              <a:gd name="connsiteX849" fmla="*/ 6931566 w 7467600"/>
              <a:gd name="connsiteY849" fmla="*/ 1062034 h 6858000"/>
              <a:gd name="connsiteX850" fmla="*/ 5790982 w 7467600"/>
              <a:gd name="connsiteY850" fmla="*/ 1561380 h 6858000"/>
              <a:gd name="connsiteX851" fmla="*/ 6188971 w 7467600"/>
              <a:gd name="connsiteY851" fmla="*/ 1755168 h 6858000"/>
              <a:gd name="connsiteX852" fmla="*/ 6202446 w 7467600"/>
              <a:gd name="connsiteY852" fmla="*/ 1752268 h 6858000"/>
              <a:gd name="connsiteX853" fmla="*/ 7179560 w 7467600"/>
              <a:gd name="connsiteY853" fmla="*/ 1467551 h 6858000"/>
              <a:gd name="connsiteX854" fmla="*/ 7158730 w 7467600"/>
              <a:gd name="connsiteY854" fmla="*/ 1507835 h 6858000"/>
              <a:gd name="connsiteX855" fmla="*/ 6326959 w 7467600"/>
              <a:gd name="connsiteY855" fmla="*/ 1817686 h 6858000"/>
              <a:gd name="connsiteX856" fmla="*/ 6537433 w 7467600"/>
              <a:gd name="connsiteY856" fmla="*/ 1907790 h 6858000"/>
              <a:gd name="connsiteX857" fmla="*/ 6550221 w 7467600"/>
              <a:gd name="connsiteY857" fmla="*/ 1910729 h 6858000"/>
              <a:gd name="connsiteX858" fmla="*/ 6964438 w 7467600"/>
              <a:gd name="connsiteY858" fmla="*/ 2209505 h 6858000"/>
              <a:gd name="connsiteX859" fmla="*/ 7367862 w 7467600"/>
              <a:gd name="connsiteY859" fmla="*/ 2806833 h 6858000"/>
              <a:gd name="connsiteX860" fmla="*/ 7364329 w 7467600"/>
              <a:gd name="connsiteY860" fmla="*/ 2826907 h 6858000"/>
              <a:gd name="connsiteX861" fmla="*/ 7290545 w 7467600"/>
              <a:gd name="connsiteY861" fmla="*/ 2850663 h 6858000"/>
              <a:gd name="connsiteX862" fmla="*/ 6472036 w 7467600"/>
              <a:gd name="connsiteY862" fmla="*/ 1959003 h 6858000"/>
              <a:gd name="connsiteX863" fmla="*/ 5792897 w 7467600"/>
              <a:gd name="connsiteY863" fmla="*/ 1647747 h 6858000"/>
              <a:gd name="connsiteX864" fmla="*/ 5842751 w 7467600"/>
              <a:gd name="connsiteY864" fmla="*/ 1816112 h 6858000"/>
              <a:gd name="connsiteX865" fmla="*/ 5847424 w 7467600"/>
              <a:gd name="connsiteY865" fmla="*/ 1815776 h 6858000"/>
              <a:gd name="connsiteX866" fmla="*/ 6399821 w 7467600"/>
              <a:gd name="connsiteY866" fmla="*/ 2344799 h 6858000"/>
              <a:gd name="connsiteX867" fmla="*/ 6323232 w 7467600"/>
              <a:gd name="connsiteY867" fmla="*/ 2389634 h 6858000"/>
              <a:gd name="connsiteX868" fmla="*/ 5942958 w 7467600"/>
              <a:gd name="connsiteY868" fmla="*/ 2077708 h 6858000"/>
              <a:gd name="connsiteX869" fmla="*/ 5921559 w 7467600"/>
              <a:gd name="connsiteY869" fmla="*/ 2378596 h 6858000"/>
              <a:gd name="connsiteX870" fmla="*/ 5817651 w 7467600"/>
              <a:gd name="connsiteY870" fmla="*/ 3023919 h 6858000"/>
              <a:gd name="connsiteX871" fmla="*/ 5729634 w 7467600"/>
              <a:gd name="connsiteY871" fmla="*/ 3051849 h 6858000"/>
              <a:gd name="connsiteX872" fmla="*/ 5611018 w 7467600"/>
              <a:gd name="connsiteY872" fmla="*/ 2316769 h 6858000"/>
              <a:gd name="connsiteX873" fmla="*/ 5687608 w 7467600"/>
              <a:gd name="connsiteY873" fmla="*/ 2039972 h 6858000"/>
              <a:gd name="connsiteX874" fmla="*/ 5657554 w 7467600"/>
              <a:gd name="connsiteY874" fmla="*/ 1576445 h 6858000"/>
              <a:gd name="connsiteX875" fmla="*/ 5150475 w 7467600"/>
              <a:gd name="connsiteY875" fmla="*/ 1274012 h 6858000"/>
              <a:gd name="connsiteX876" fmla="*/ 5349142 w 7467600"/>
              <a:gd name="connsiteY876" fmla="*/ 2204405 h 6858000"/>
              <a:gd name="connsiteX877" fmla="*/ 5262214 w 7467600"/>
              <a:gd name="connsiteY877" fmla="*/ 2233836 h 6858000"/>
              <a:gd name="connsiteX878" fmla="*/ 4981539 w 7467600"/>
              <a:gd name="connsiteY878" fmla="*/ 1542201 h 6858000"/>
              <a:gd name="connsiteX879" fmla="*/ 4958461 w 7467600"/>
              <a:gd name="connsiteY879" fmla="*/ 1136957 h 6858000"/>
              <a:gd name="connsiteX880" fmla="*/ 4655015 w 7467600"/>
              <a:gd name="connsiteY880" fmla="*/ 891426 h 6858000"/>
              <a:gd name="connsiteX881" fmla="*/ 4348002 w 7467600"/>
              <a:gd name="connsiteY881" fmla="*/ 2205895 h 6858000"/>
              <a:gd name="connsiteX882" fmla="*/ 4262250 w 7467600"/>
              <a:gd name="connsiteY882" fmla="*/ 2219972 h 6858000"/>
              <a:gd name="connsiteX883" fmla="*/ 4550611 w 7467600"/>
              <a:gd name="connsiteY883" fmla="*/ 817540 h 6858000"/>
              <a:gd name="connsiteX884" fmla="*/ 4564418 w 7467600"/>
              <a:gd name="connsiteY884" fmla="*/ 808293 h 6858000"/>
              <a:gd name="connsiteX885" fmla="*/ 4266388 w 7467600"/>
              <a:gd name="connsiteY885" fmla="*/ 500083 h 6858000"/>
              <a:gd name="connsiteX886" fmla="*/ 4032842 w 7467600"/>
              <a:gd name="connsiteY886" fmla="*/ 211809 h 6858000"/>
              <a:gd name="connsiteX887" fmla="*/ 3882765 w 7467600"/>
              <a:gd name="connsiteY887" fmla="*/ 0 h 6858000"/>
              <a:gd name="connsiteX888" fmla="*/ 3721337 w 7467600"/>
              <a:gd name="connsiteY888" fmla="*/ 0 h 6858000"/>
              <a:gd name="connsiteX889" fmla="*/ 3797544 w 7467600"/>
              <a:gd name="connsiteY889" fmla="*/ 0 h 6858000"/>
              <a:gd name="connsiteX890" fmla="*/ 3775734 w 7467600"/>
              <a:gd name="connsiteY890" fmla="*/ 95131 h 6858000"/>
              <a:gd name="connsiteX891" fmla="*/ 3724807 w 7467600"/>
              <a:gd name="connsiteY891" fmla="*/ 272257 h 6858000"/>
              <a:gd name="connsiteX892" fmla="*/ 3726844 w 7467600"/>
              <a:gd name="connsiteY892" fmla="*/ 282988 h 6858000"/>
              <a:gd name="connsiteX893" fmla="*/ 3742664 w 7467600"/>
              <a:gd name="connsiteY893" fmla="*/ 279918 h 6858000"/>
              <a:gd name="connsiteX894" fmla="*/ 4103910 w 7467600"/>
              <a:gd name="connsiteY894" fmla="*/ 1161917 h 6858000"/>
              <a:gd name="connsiteX895" fmla="*/ 4020269 w 7467600"/>
              <a:gd name="connsiteY895" fmla="*/ 1200406 h 6858000"/>
              <a:gd name="connsiteX896" fmla="*/ 3674882 w 7467600"/>
              <a:gd name="connsiteY896" fmla="*/ 488524 h 6858000"/>
              <a:gd name="connsiteX897" fmla="*/ 3132682 w 7467600"/>
              <a:gd name="connsiteY897" fmla="*/ 1072284 h 6858000"/>
              <a:gd name="connsiteX898" fmla="*/ 2716346 w 7467600"/>
              <a:gd name="connsiteY898" fmla="*/ 1276376 h 6858000"/>
              <a:gd name="connsiteX899" fmla="*/ 2716772 w 7467600"/>
              <a:gd name="connsiteY899" fmla="*/ 1255462 h 6858000"/>
              <a:gd name="connsiteX900" fmla="*/ 3471096 w 7467600"/>
              <a:gd name="connsiteY900" fmla="*/ 437072 h 6858000"/>
              <a:gd name="connsiteX901" fmla="*/ 3639057 w 7467600"/>
              <a:gd name="connsiteY901" fmla="*/ 286334 h 6858000"/>
              <a:gd name="connsiteX902" fmla="*/ 3640309 w 7467600"/>
              <a:gd name="connsiteY902" fmla="*/ 284664 h 6858000"/>
              <a:gd name="connsiteX903" fmla="*/ 3646022 w 7467600"/>
              <a:gd name="connsiteY903" fmla="*/ 276711 h 6858000"/>
              <a:gd name="connsiteX904" fmla="*/ 3707943 w 7467600"/>
              <a:gd name="connsiteY904" fmla="*/ 65958 h 6858000"/>
              <a:gd name="connsiteX905" fmla="*/ 3721337 w 7467600"/>
              <a:gd name="connsiteY905" fmla="*/ 0 h 6858000"/>
              <a:gd name="connsiteX906" fmla="*/ 2867960 w 7467600"/>
              <a:gd name="connsiteY906" fmla="*/ 0 h 6858000"/>
              <a:gd name="connsiteX907" fmla="*/ 2926351 w 7467600"/>
              <a:gd name="connsiteY907" fmla="*/ 0 h 6858000"/>
              <a:gd name="connsiteX908" fmla="*/ 2902823 w 7467600"/>
              <a:gd name="connsiteY908" fmla="*/ 262929 h 6858000"/>
              <a:gd name="connsiteX909" fmla="*/ 2940663 w 7467600"/>
              <a:gd name="connsiteY909" fmla="*/ 140884 h 6858000"/>
              <a:gd name="connsiteX910" fmla="*/ 2947039 w 7467600"/>
              <a:gd name="connsiteY910" fmla="*/ 122524 h 6858000"/>
              <a:gd name="connsiteX911" fmla="*/ 2984316 w 7467600"/>
              <a:gd name="connsiteY911" fmla="*/ 0 h 6858000"/>
              <a:gd name="connsiteX912" fmla="*/ 3016114 w 7467600"/>
              <a:gd name="connsiteY912" fmla="*/ 0 h 6858000"/>
              <a:gd name="connsiteX913" fmla="*/ 2979949 w 7467600"/>
              <a:gd name="connsiteY913" fmla="*/ 119274 h 6858000"/>
              <a:gd name="connsiteX914" fmla="*/ 3023879 w 7467600"/>
              <a:gd name="connsiteY914" fmla="*/ 0 h 6858000"/>
              <a:gd name="connsiteX915" fmla="*/ 3105400 w 7467600"/>
              <a:gd name="connsiteY915" fmla="*/ 0 h 6858000"/>
              <a:gd name="connsiteX916" fmla="*/ 3094669 w 7467600"/>
              <a:gd name="connsiteY916" fmla="*/ 30308 h 6858000"/>
              <a:gd name="connsiteX917" fmla="*/ 2901945 w 7467600"/>
              <a:gd name="connsiteY917" fmla="*/ 466538 h 6858000"/>
              <a:gd name="connsiteX918" fmla="*/ 2815209 w 7467600"/>
              <a:gd name="connsiteY918" fmla="*/ 497361 h 6858000"/>
              <a:gd name="connsiteX919" fmla="*/ 2844845 w 7467600"/>
              <a:gd name="connsiteY919" fmla="*/ 127638 h 6858000"/>
              <a:gd name="connsiteX920" fmla="*/ 2867960 w 7467600"/>
              <a:gd name="connsiteY920" fmla="*/ 0 h 6858000"/>
              <a:gd name="connsiteX921" fmla="*/ 1057230 w 7467600"/>
              <a:gd name="connsiteY921" fmla="*/ 0 h 6858000"/>
              <a:gd name="connsiteX922" fmla="*/ 1111003 w 7467600"/>
              <a:gd name="connsiteY922" fmla="*/ 0 h 6858000"/>
              <a:gd name="connsiteX923" fmla="*/ 1125553 w 7467600"/>
              <a:gd name="connsiteY923" fmla="*/ 52588 h 6858000"/>
              <a:gd name="connsiteX924" fmla="*/ 1304276 w 7467600"/>
              <a:gd name="connsiteY924" fmla="*/ 476275 h 6858000"/>
              <a:gd name="connsiteX925" fmla="*/ 1492066 w 7467600"/>
              <a:gd name="connsiteY925" fmla="*/ 886333 h 6858000"/>
              <a:gd name="connsiteX926" fmla="*/ 1423698 w 7467600"/>
              <a:gd name="connsiteY926" fmla="*/ 710817 h 6858000"/>
              <a:gd name="connsiteX927" fmla="*/ 1357609 w 7467600"/>
              <a:gd name="connsiteY927" fmla="*/ 532892 h 6858000"/>
              <a:gd name="connsiteX928" fmla="*/ 1309550 w 7467600"/>
              <a:gd name="connsiteY928" fmla="*/ 374031 h 6858000"/>
              <a:gd name="connsiteX929" fmla="*/ 1193673 w 7467600"/>
              <a:gd name="connsiteY929" fmla="*/ 49533 h 6858000"/>
              <a:gd name="connsiteX930" fmla="*/ 1164391 w 7467600"/>
              <a:gd name="connsiteY930" fmla="*/ 0 h 6858000"/>
              <a:gd name="connsiteX931" fmla="*/ 1200666 w 7467600"/>
              <a:gd name="connsiteY931" fmla="*/ 0 h 6858000"/>
              <a:gd name="connsiteX932" fmla="*/ 1223408 w 7467600"/>
              <a:gd name="connsiteY932" fmla="*/ 38996 h 6858000"/>
              <a:gd name="connsiteX933" fmla="*/ 1339635 w 7467600"/>
              <a:gd name="connsiteY933" fmla="*/ 365517 h 6858000"/>
              <a:gd name="connsiteX934" fmla="*/ 1387469 w 7467600"/>
              <a:gd name="connsiteY934" fmla="*/ 523079 h 6858000"/>
              <a:gd name="connsiteX935" fmla="*/ 1452685 w 7467600"/>
              <a:gd name="connsiteY935" fmla="*/ 699806 h 6858000"/>
              <a:gd name="connsiteX936" fmla="*/ 1492092 w 7467600"/>
              <a:gd name="connsiteY936" fmla="*/ 800424 h 6858000"/>
              <a:gd name="connsiteX937" fmla="*/ 1455302 w 7467600"/>
              <a:gd name="connsiteY937" fmla="*/ 632913 h 6858000"/>
              <a:gd name="connsiteX938" fmla="*/ 1222336 w 7467600"/>
              <a:gd name="connsiteY938" fmla="*/ 9480 h 6858000"/>
              <a:gd name="connsiteX939" fmla="*/ 1214634 w 7467600"/>
              <a:gd name="connsiteY939" fmla="*/ 0 h 6858000"/>
              <a:gd name="connsiteX940" fmla="*/ 1289827 w 7467600"/>
              <a:gd name="connsiteY940" fmla="*/ 0 h 6858000"/>
              <a:gd name="connsiteX941" fmla="*/ 1321076 w 7467600"/>
              <a:gd name="connsiteY941" fmla="*/ 59722 h 6858000"/>
              <a:gd name="connsiteX942" fmla="*/ 1512579 w 7467600"/>
              <a:gd name="connsiteY942" fmla="*/ 626441 h 6858000"/>
              <a:gd name="connsiteX943" fmla="*/ 1506076 w 7467600"/>
              <a:gd name="connsiteY943" fmla="*/ 1089289 h 6858000"/>
              <a:gd name="connsiteX944" fmla="*/ 1486346 w 7467600"/>
              <a:gd name="connsiteY944" fmla="*/ 1079919 h 6858000"/>
              <a:gd name="connsiteX945" fmla="*/ 1070511 w 7467600"/>
              <a:gd name="connsiteY945" fmla="*/ 48609 h 6858000"/>
              <a:gd name="connsiteX946" fmla="*/ 1057230 w 7467600"/>
              <a:gd name="connsiteY946" fmla="*/ 0 h 6858000"/>
              <a:gd name="connsiteX947" fmla="*/ 43151 w 7467600"/>
              <a:gd name="connsiteY947" fmla="*/ 0 h 6858000"/>
              <a:gd name="connsiteX948" fmla="*/ 95283 w 7467600"/>
              <a:gd name="connsiteY948" fmla="*/ 0 h 6858000"/>
              <a:gd name="connsiteX949" fmla="*/ 300708 w 7467600"/>
              <a:gd name="connsiteY949" fmla="*/ 154571 h 6858000"/>
              <a:gd name="connsiteX950" fmla="*/ 530414 w 7467600"/>
              <a:gd name="connsiteY950" fmla="*/ 354673 h 6858000"/>
              <a:gd name="connsiteX951" fmla="*/ 333785 w 7467600"/>
              <a:gd name="connsiteY951" fmla="*/ 161564 h 6858000"/>
              <a:gd name="connsiteX952" fmla="*/ 147005 w 7467600"/>
              <a:gd name="connsiteY952" fmla="*/ 0 h 6858000"/>
              <a:gd name="connsiteX953" fmla="*/ 272509 w 7467600"/>
              <a:gd name="connsiteY953" fmla="*/ 0 h 6858000"/>
              <a:gd name="connsiteX954" fmla="*/ 326276 w 7467600"/>
              <a:gd name="connsiteY954" fmla="*/ 45847 h 6858000"/>
              <a:gd name="connsiteX955" fmla="*/ 823759 w 7467600"/>
              <a:gd name="connsiteY955" fmla="*/ 574145 h 6858000"/>
              <a:gd name="connsiteX956" fmla="*/ 811254 w 7467600"/>
              <a:gd name="connsiteY956" fmla="*/ 665546 h 6858000"/>
              <a:gd name="connsiteX957" fmla="*/ 154042 w 7467600"/>
              <a:gd name="connsiteY957" fmla="*/ 261522 h 6858000"/>
              <a:gd name="connsiteX958" fmla="*/ 13550 w 7467600"/>
              <a:gd name="connsiteY958" fmla="*/ 158423 h 6858000"/>
              <a:gd name="connsiteX959" fmla="*/ 0 w 7467600"/>
              <a:gd name="connsiteY959" fmla="*/ 146618 h 6858000"/>
              <a:gd name="connsiteX960" fmla="*/ 0 w 7467600"/>
              <a:gd name="connsiteY960" fmla="*/ 59161 h 6858000"/>
              <a:gd name="connsiteX961" fmla="*/ 45427 w 7467600"/>
              <a:gd name="connsiteY961" fmla="*/ 101078 h 6858000"/>
              <a:gd name="connsiteX962" fmla="*/ 630103 w 7467600"/>
              <a:gd name="connsiteY962" fmla="*/ 485885 h 6858000"/>
              <a:gd name="connsiteX963" fmla="*/ 532040 w 7467600"/>
              <a:gd name="connsiteY963" fmla="*/ 399359 h 6858000"/>
              <a:gd name="connsiteX964" fmla="*/ 517618 w 7467600"/>
              <a:gd name="connsiteY964" fmla="*/ 385726 h 6858000"/>
              <a:gd name="connsiteX965" fmla="*/ 285074 w 7467600"/>
              <a:gd name="connsiteY965" fmla="*/ 182755 h 6858000"/>
              <a:gd name="connsiteX966" fmla="*/ 43151 w 7467600"/>
              <a:gd name="connsiteY96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6012219 h 6858000"/>
              <a:gd name="connsiteX77" fmla="*/ 7356878 w 7467600"/>
              <a:gd name="connsiteY77" fmla="*/ 5981332 h 6858000"/>
              <a:gd name="connsiteX78" fmla="*/ 7467600 w 7467600"/>
              <a:gd name="connsiteY78" fmla="*/ 6117703 h 6858000"/>
              <a:gd name="connsiteX79" fmla="*/ 7467600 w 7467600"/>
              <a:gd name="connsiteY79" fmla="*/ 6163634 h 6858000"/>
              <a:gd name="connsiteX80" fmla="*/ 7403637 w 7467600"/>
              <a:gd name="connsiteY80" fmla="*/ 6083957 h 6858000"/>
              <a:gd name="connsiteX81" fmla="*/ 7254615 w 7467600"/>
              <a:gd name="connsiteY81" fmla="*/ 5911918 h 6858000"/>
              <a:gd name="connsiteX82" fmla="*/ 7312589 w 7467600"/>
              <a:gd name="connsiteY82" fmla="*/ 5982309 h 6858000"/>
              <a:gd name="connsiteX83" fmla="*/ 7448321 w 7467600"/>
              <a:gd name="connsiteY83" fmla="*/ 6190991 h 6858000"/>
              <a:gd name="connsiteX84" fmla="*/ 7467600 w 7467600"/>
              <a:gd name="connsiteY84" fmla="*/ 6221686 h 6858000"/>
              <a:gd name="connsiteX85" fmla="*/ 7467600 w 7467600"/>
              <a:gd name="connsiteY85" fmla="*/ 6334256 h 6858000"/>
              <a:gd name="connsiteX86" fmla="*/ 7454976 w 7467600"/>
              <a:gd name="connsiteY86" fmla="*/ 6318297 h 6858000"/>
              <a:gd name="connsiteX87" fmla="*/ 1456157 w 7467600"/>
              <a:gd name="connsiteY87" fmla="*/ 5371404 h 6858000"/>
              <a:gd name="connsiteX88" fmla="*/ 1244432 w 7467600"/>
              <a:gd name="connsiteY88" fmla="*/ 5385601 h 6858000"/>
              <a:gd name="connsiteX89" fmla="*/ 973990 w 7467600"/>
              <a:gd name="connsiteY89" fmla="*/ 5424940 h 6858000"/>
              <a:gd name="connsiteX90" fmla="*/ 1103809 w 7467600"/>
              <a:gd name="connsiteY90" fmla="*/ 5433720 h 6858000"/>
              <a:gd name="connsiteX91" fmla="*/ 1123454 w 7467600"/>
              <a:gd name="connsiteY91" fmla="*/ 5435727 h 6858000"/>
              <a:gd name="connsiteX92" fmla="*/ 1737017 w 7467600"/>
              <a:gd name="connsiteY92" fmla="*/ 5452183 h 6858000"/>
              <a:gd name="connsiteX93" fmla="*/ 1824397 w 7467600"/>
              <a:gd name="connsiteY93" fmla="*/ 5447757 h 6858000"/>
              <a:gd name="connsiteX94" fmla="*/ 2070059 w 7467600"/>
              <a:gd name="connsiteY94" fmla="*/ 5441660 h 6858000"/>
              <a:gd name="connsiteX95" fmla="*/ 1456157 w 7467600"/>
              <a:gd name="connsiteY95" fmla="*/ 5371404 h 6858000"/>
              <a:gd name="connsiteX96" fmla="*/ 4988186 w 7467600"/>
              <a:gd name="connsiteY96" fmla="*/ 5216467 h 6858000"/>
              <a:gd name="connsiteX97" fmla="*/ 4777334 w 7467600"/>
              <a:gd name="connsiteY97" fmla="*/ 5406072 h 6858000"/>
              <a:gd name="connsiteX98" fmla="*/ 4718341 w 7467600"/>
              <a:gd name="connsiteY98" fmla="*/ 5468043 h 6858000"/>
              <a:gd name="connsiteX99" fmla="*/ 4604655 w 7467600"/>
              <a:gd name="connsiteY99" fmla="*/ 5583434 h 6858000"/>
              <a:gd name="connsiteX100" fmla="*/ 4565074 w 7467600"/>
              <a:gd name="connsiteY100" fmla="*/ 5618550 h 6858000"/>
              <a:gd name="connsiteX101" fmla="*/ 4988186 w 7467600"/>
              <a:gd name="connsiteY101" fmla="*/ 5216467 h 6858000"/>
              <a:gd name="connsiteX102" fmla="*/ 4978032 w 7467600"/>
              <a:gd name="connsiteY102" fmla="*/ 5183809 h 6858000"/>
              <a:gd name="connsiteX103" fmla="*/ 4463413 w 7467600"/>
              <a:gd name="connsiteY103" fmla="*/ 5615162 h 6858000"/>
              <a:gd name="connsiteX104" fmla="*/ 4358134 w 7467600"/>
              <a:gd name="connsiteY104" fmla="*/ 5742791 h 6858000"/>
              <a:gd name="connsiteX105" fmla="*/ 4376219 w 7467600"/>
              <a:gd name="connsiteY105" fmla="*/ 5729027 h 6858000"/>
              <a:gd name="connsiteX106" fmla="*/ 4582340 w 7467600"/>
              <a:gd name="connsiteY106" fmla="*/ 5561037 h 6858000"/>
              <a:gd name="connsiteX107" fmla="*/ 4694684 w 7467600"/>
              <a:gd name="connsiteY107" fmla="*/ 5447098 h 6858000"/>
              <a:gd name="connsiteX108" fmla="*/ 4754123 w 7467600"/>
              <a:gd name="connsiteY108" fmla="*/ 5384643 h 6858000"/>
              <a:gd name="connsiteX109" fmla="*/ 4978032 w 7467600"/>
              <a:gd name="connsiteY109" fmla="*/ 5183809 h 6858000"/>
              <a:gd name="connsiteX110" fmla="*/ 1903353 w 7467600"/>
              <a:gd name="connsiteY110" fmla="*/ 5044827 h 6858000"/>
              <a:gd name="connsiteX111" fmla="*/ 1936931 w 7467600"/>
              <a:gd name="connsiteY111" fmla="*/ 5093954 h 6858000"/>
              <a:gd name="connsiteX112" fmla="*/ 2195868 w 7467600"/>
              <a:gd name="connsiteY112" fmla="*/ 5396574 h 6858000"/>
              <a:gd name="connsiteX113" fmla="*/ 2088852 w 7467600"/>
              <a:gd name="connsiteY113" fmla="*/ 5166123 h 6858000"/>
              <a:gd name="connsiteX114" fmla="*/ 1958241 w 7467600"/>
              <a:gd name="connsiteY114" fmla="*/ 5067955 h 6858000"/>
              <a:gd name="connsiteX115" fmla="*/ 1903353 w 7467600"/>
              <a:gd name="connsiteY115" fmla="*/ 5044827 h 6858000"/>
              <a:gd name="connsiteX116" fmla="*/ 1979378 w 7467600"/>
              <a:gd name="connsiteY116" fmla="*/ 4769504 h 6858000"/>
              <a:gd name="connsiteX117" fmla="*/ 2882120 w 7467600"/>
              <a:gd name="connsiteY117" fmla="*/ 5064547 h 6858000"/>
              <a:gd name="connsiteX118" fmla="*/ 2793103 w 7467600"/>
              <a:gd name="connsiteY118" fmla="*/ 5039699 h 6858000"/>
              <a:gd name="connsiteX119" fmla="*/ 2770041 w 7467600"/>
              <a:gd name="connsiteY119" fmla="*/ 5033634 h 6858000"/>
              <a:gd name="connsiteX120" fmla="*/ 1979378 w 7467600"/>
              <a:gd name="connsiteY120" fmla="*/ 4769504 h 6858000"/>
              <a:gd name="connsiteX121" fmla="*/ 1927410 w 7467600"/>
              <a:gd name="connsiteY121" fmla="*/ 4716164 h 6858000"/>
              <a:gd name="connsiteX122" fmla="*/ 1959587 w 7467600"/>
              <a:gd name="connsiteY122" fmla="*/ 4728849 h 6858000"/>
              <a:gd name="connsiteX123" fmla="*/ 2777707 w 7467600"/>
              <a:gd name="connsiteY123" fmla="*/ 5003991 h 6858000"/>
              <a:gd name="connsiteX124" fmla="*/ 2800768 w 7467600"/>
              <a:gd name="connsiteY124" fmla="*/ 5010056 h 6858000"/>
              <a:gd name="connsiteX125" fmla="*/ 2879408 w 7467600"/>
              <a:gd name="connsiteY125" fmla="*/ 5031590 h 6858000"/>
              <a:gd name="connsiteX126" fmla="*/ 2862295 w 7467600"/>
              <a:gd name="connsiteY126" fmla="*/ 5022958 h 6858000"/>
              <a:gd name="connsiteX127" fmla="*/ 2813343 w 7467600"/>
              <a:gd name="connsiteY127" fmla="*/ 4998369 h 6858000"/>
              <a:gd name="connsiteX128" fmla="*/ 2646245 w 7467600"/>
              <a:gd name="connsiteY128" fmla="*/ 4930999 h 6858000"/>
              <a:gd name="connsiteX129" fmla="*/ 1999243 w 7467600"/>
              <a:gd name="connsiteY129" fmla="*/ 4730524 h 6858000"/>
              <a:gd name="connsiteX130" fmla="*/ 1979527 w 7467600"/>
              <a:gd name="connsiteY130" fmla="*/ 4726651 h 6858000"/>
              <a:gd name="connsiteX131" fmla="*/ 1927410 w 7467600"/>
              <a:gd name="connsiteY131" fmla="*/ 4716164 h 6858000"/>
              <a:gd name="connsiteX132" fmla="*/ 1997014 w 7467600"/>
              <a:gd name="connsiteY132" fmla="*/ 4698007 h 6858000"/>
              <a:gd name="connsiteX133" fmla="*/ 2005458 w 7467600"/>
              <a:gd name="connsiteY133" fmla="*/ 4699540 h 6858000"/>
              <a:gd name="connsiteX134" fmla="*/ 2657186 w 7467600"/>
              <a:gd name="connsiteY134" fmla="*/ 4901687 h 6858000"/>
              <a:gd name="connsiteX135" fmla="*/ 2826662 w 7467600"/>
              <a:gd name="connsiteY135" fmla="*/ 4970362 h 6858000"/>
              <a:gd name="connsiteX136" fmla="*/ 2876100 w 7467600"/>
              <a:gd name="connsiteY136" fmla="*/ 4995397 h 6858000"/>
              <a:gd name="connsiteX137" fmla="*/ 3042600 w 7467600"/>
              <a:gd name="connsiteY137" fmla="*/ 5059532 h 6858000"/>
              <a:gd name="connsiteX138" fmla="*/ 1997014 w 7467600"/>
              <a:gd name="connsiteY138" fmla="*/ 4698007 h 6858000"/>
              <a:gd name="connsiteX139" fmla="*/ 2305292 w 7467600"/>
              <a:gd name="connsiteY139" fmla="*/ 4219492 h 6858000"/>
              <a:gd name="connsiteX140" fmla="*/ 3360922 w 7467600"/>
              <a:gd name="connsiteY140" fmla="*/ 4529373 h 6858000"/>
              <a:gd name="connsiteX141" fmla="*/ 3492420 w 7467600"/>
              <a:gd name="connsiteY141" fmla="*/ 4510145 h 6858000"/>
              <a:gd name="connsiteX142" fmla="*/ 3364086 w 7467600"/>
              <a:gd name="connsiteY142" fmla="*/ 4480340 h 6858000"/>
              <a:gd name="connsiteX143" fmla="*/ 3225818 w 7467600"/>
              <a:gd name="connsiteY143" fmla="*/ 4411822 h 6858000"/>
              <a:gd name="connsiteX144" fmla="*/ 3129696 w 7467600"/>
              <a:gd name="connsiteY144" fmla="*/ 4360704 h 6858000"/>
              <a:gd name="connsiteX145" fmla="*/ 2814545 w 7467600"/>
              <a:gd name="connsiteY145" fmla="*/ 4282955 h 6858000"/>
              <a:gd name="connsiteX146" fmla="*/ 2305292 w 7467600"/>
              <a:gd name="connsiteY146" fmla="*/ 4219492 h 6858000"/>
              <a:gd name="connsiteX147" fmla="*/ 2626982 w 7467600"/>
              <a:gd name="connsiteY147" fmla="*/ 4206450 h 6858000"/>
              <a:gd name="connsiteX148" fmla="*/ 2490617 w 7467600"/>
              <a:gd name="connsiteY148" fmla="*/ 4206951 h 6858000"/>
              <a:gd name="connsiteX149" fmla="*/ 2819869 w 7467600"/>
              <a:gd name="connsiteY149" fmla="*/ 4252936 h 6858000"/>
              <a:gd name="connsiteX150" fmla="*/ 3143018 w 7467600"/>
              <a:gd name="connsiteY150" fmla="*/ 4332698 h 6858000"/>
              <a:gd name="connsiteX151" fmla="*/ 3241520 w 7467600"/>
              <a:gd name="connsiteY151" fmla="*/ 4385112 h 6858000"/>
              <a:gd name="connsiteX152" fmla="*/ 3374575 w 7467600"/>
              <a:gd name="connsiteY152" fmla="*/ 4451517 h 6858000"/>
              <a:gd name="connsiteX153" fmla="*/ 3505221 w 7467600"/>
              <a:gd name="connsiteY153" fmla="*/ 4480757 h 6858000"/>
              <a:gd name="connsiteX154" fmla="*/ 2626982 w 7467600"/>
              <a:gd name="connsiteY154" fmla="*/ 4206450 h 6858000"/>
              <a:gd name="connsiteX155" fmla="*/ 1310106 w 7467600"/>
              <a:gd name="connsiteY155" fmla="*/ 3943217 h 6858000"/>
              <a:gd name="connsiteX156" fmla="*/ 854994 w 7467600"/>
              <a:gd name="connsiteY156" fmla="*/ 4399136 h 6858000"/>
              <a:gd name="connsiteX157" fmla="*/ 742462 w 7467600"/>
              <a:gd name="connsiteY157" fmla="*/ 4594648 h 6858000"/>
              <a:gd name="connsiteX158" fmla="*/ 820602 w 7467600"/>
              <a:gd name="connsiteY158" fmla="*/ 4485915 h 6858000"/>
              <a:gd name="connsiteX159" fmla="*/ 878295 w 7467600"/>
              <a:gd name="connsiteY159" fmla="*/ 4403594 h 6858000"/>
              <a:gd name="connsiteX160" fmla="*/ 1240607 w 7467600"/>
              <a:gd name="connsiteY160" fmla="*/ 4010401 h 6858000"/>
              <a:gd name="connsiteX161" fmla="*/ 1310106 w 7467600"/>
              <a:gd name="connsiteY161" fmla="*/ 3943217 h 6858000"/>
              <a:gd name="connsiteX162" fmla="*/ 1423113 w 7467600"/>
              <a:gd name="connsiteY162" fmla="*/ 3874565 h 6858000"/>
              <a:gd name="connsiteX163" fmla="*/ 1260565 w 7467600"/>
              <a:gd name="connsiteY163" fmla="*/ 4031982 h 6858000"/>
              <a:gd name="connsiteX164" fmla="*/ 901900 w 7467600"/>
              <a:gd name="connsiteY164" fmla="*/ 4421236 h 6858000"/>
              <a:gd name="connsiteX165" fmla="*/ 845044 w 7467600"/>
              <a:gd name="connsiteY165" fmla="*/ 4502436 h 6858000"/>
              <a:gd name="connsiteX166" fmla="*/ 685926 w 7467600"/>
              <a:gd name="connsiteY166" fmla="*/ 4703069 h 6858000"/>
              <a:gd name="connsiteX167" fmla="*/ 684248 w 7467600"/>
              <a:gd name="connsiteY167" fmla="*/ 4706721 h 6858000"/>
              <a:gd name="connsiteX168" fmla="*/ 1423113 w 7467600"/>
              <a:gd name="connsiteY168" fmla="*/ 3874565 h 6858000"/>
              <a:gd name="connsiteX169" fmla="*/ 3316479 w 7467600"/>
              <a:gd name="connsiteY169" fmla="*/ 3872136 h 6858000"/>
              <a:gd name="connsiteX170" fmla="*/ 3546806 w 7467600"/>
              <a:gd name="connsiteY170" fmla="*/ 4356139 h 6858000"/>
              <a:gd name="connsiteX171" fmla="*/ 3364433 w 7467600"/>
              <a:gd name="connsiteY171" fmla="*/ 3953121 h 6858000"/>
              <a:gd name="connsiteX172" fmla="*/ 3316479 w 7467600"/>
              <a:gd name="connsiteY172" fmla="*/ 3872136 h 6858000"/>
              <a:gd name="connsiteX173" fmla="*/ 3291335 w 7467600"/>
              <a:gd name="connsiteY173" fmla="*/ 3767420 h 6858000"/>
              <a:gd name="connsiteX174" fmla="*/ 3390805 w 7467600"/>
              <a:gd name="connsiteY174" fmla="*/ 3937163 h 6858000"/>
              <a:gd name="connsiteX175" fmla="*/ 3579062 w 7467600"/>
              <a:gd name="connsiteY175" fmla="*/ 4359040 h 6858000"/>
              <a:gd name="connsiteX176" fmla="*/ 3467355 w 7467600"/>
              <a:gd name="connsiteY176" fmla="*/ 3988130 h 6858000"/>
              <a:gd name="connsiteX177" fmla="*/ 3310753 w 7467600"/>
              <a:gd name="connsiteY177" fmla="*/ 3787140 h 6858000"/>
              <a:gd name="connsiteX178" fmla="*/ 3291335 w 7467600"/>
              <a:gd name="connsiteY178" fmla="*/ 3767420 h 6858000"/>
              <a:gd name="connsiteX179" fmla="*/ 1635889 w 7467600"/>
              <a:gd name="connsiteY179" fmla="*/ 3709494 h 6858000"/>
              <a:gd name="connsiteX180" fmla="*/ 1634800 w 7467600"/>
              <a:gd name="connsiteY180" fmla="*/ 3731111 h 6858000"/>
              <a:gd name="connsiteX181" fmla="*/ 1635889 w 7467600"/>
              <a:gd name="connsiteY181" fmla="*/ 3709494 h 6858000"/>
              <a:gd name="connsiteX182" fmla="*/ 1510397 w 7467600"/>
              <a:gd name="connsiteY182" fmla="*/ 3684705 h 6858000"/>
              <a:gd name="connsiteX183" fmla="*/ 1146550 w 7467600"/>
              <a:gd name="connsiteY183" fmla="*/ 3802012 h 6858000"/>
              <a:gd name="connsiteX184" fmla="*/ 698834 w 7467600"/>
              <a:gd name="connsiteY184" fmla="*/ 3952272 h 6858000"/>
              <a:gd name="connsiteX185" fmla="*/ 34256 w 7467600"/>
              <a:gd name="connsiteY185" fmla="*/ 4347603 h 6858000"/>
              <a:gd name="connsiteX186" fmla="*/ 527241 w 7467600"/>
              <a:gd name="connsiteY186" fmla="*/ 4065078 h 6858000"/>
              <a:gd name="connsiteX187" fmla="*/ 1510397 w 7467600"/>
              <a:gd name="connsiteY187" fmla="*/ 3684705 h 6858000"/>
              <a:gd name="connsiteX188" fmla="*/ 1313114 w 7467600"/>
              <a:gd name="connsiteY188" fmla="*/ 3655216 h 6858000"/>
              <a:gd name="connsiteX189" fmla="*/ 1109304 w 7467600"/>
              <a:gd name="connsiteY189" fmla="*/ 3669030 h 6858000"/>
              <a:gd name="connsiteX190" fmla="*/ 8129 w 7467600"/>
              <a:gd name="connsiteY190" fmla="*/ 4330519 h 6858000"/>
              <a:gd name="connsiteX191" fmla="*/ 687572 w 7467600"/>
              <a:gd name="connsiteY191" fmla="*/ 3925629 h 6858000"/>
              <a:gd name="connsiteX192" fmla="*/ 1138365 w 7467600"/>
              <a:gd name="connsiteY192" fmla="*/ 3774515 h 6858000"/>
              <a:gd name="connsiteX193" fmla="*/ 1505579 w 7467600"/>
              <a:gd name="connsiteY193" fmla="*/ 3655526 h 6858000"/>
              <a:gd name="connsiteX194" fmla="*/ 1313114 w 7467600"/>
              <a:gd name="connsiteY194" fmla="*/ 3655216 h 6858000"/>
              <a:gd name="connsiteX195" fmla="*/ 3655073 w 7467600"/>
              <a:gd name="connsiteY195" fmla="*/ 3650884 h 6858000"/>
              <a:gd name="connsiteX196" fmla="*/ 3989938 w 7467600"/>
              <a:gd name="connsiteY196" fmla="*/ 3991685 h 6858000"/>
              <a:gd name="connsiteX197" fmla="*/ 4393907 w 7467600"/>
              <a:gd name="connsiteY197" fmla="*/ 4261258 h 6858000"/>
              <a:gd name="connsiteX198" fmla="*/ 4648051 w 7467600"/>
              <a:gd name="connsiteY198" fmla="*/ 4374051 h 6858000"/>
              <a:gd name="connsiteX199" fmla="*/ 4383389 w 7467600"/>
              <a:gd name="connsiteY199" fmla="*/ 4184369 h 6858000"/>
              <a:gd name="connsiteX200" fmla="*/ 4165508 w 7467600"/>
              <a:gd name="connsiteY200" fmla="*/ 4035196 h 6858000"/>
              <a:gd name="connsiteX201" fmla="*/ 4068162 w 7467600"/>
              <a:gd name="connsiteY201" fmla="*/ 3953394 h 6858000"/>
              <a:gd name="connsiteX202" fmla="*/ 3981416 w 7467600"/>
              <a:gd name="connsiteY202" fmla="*/ 3880482 h 6858000"/>
              <a:gd name="connsiteX203" fmla="*/ 3800147 w 7467600"/>
              <a:gd name="connsiteY203" fmla="*/ 3749872 h 6858000"/>
              <a:gd name="connsiteX204" fmla="*/ 3655073 w 7467600"/>
              <a:gd name="connsiteY204" fmla="*/ 3650884 h 6858000"/>
              <a:gd name="connsiteX205" fmla="*/ 3670252 w 7467600"/>
              <a:gd name="connsiteY205" fmla="*/ 3622798 h 6858000"/>
              <a:gd name="connsiteX206" fmla="*/ 3817258 w 7467600"/>
              <a:gd name="connsiteY206" fmla="*/ 3723577 h 6858000"/>
              <a:gd name="connsiteX207" fmla="*/ 4000461 w 7467600"/>
              <a:gd name="connsiteY207" fmla="*/ 3855966 h 6858000"/>
              <a:gd name="connsiteX208" fmla="*/ 4088180 w 7467600"/>
              <a:gd name="connsiteY208" fmla="*/ 3929774 h 6858000"/>
              <a:gd name="connsiteX209" fmla="*/ 4184555 w 7467600"/>
              <a:gd name="connsiteY209" fmla="*/ 4010683 h 6858000"/>
              <a:gd name="connsiteX210" fmla="*/ 4399563 w 7467600"/>
              <a:gd name="connsiteY210" fmla="*/ 4158106 h 6858000"/>
              <a:gd name="connsiteX211" fmla="*/ 4684469 w 7467600"/>
              <a:gd name="connsiteY211" fmla="*/ 4364680 h 6858000"/>
              <a:gd name="connsiteX212" fmla="*/ 4690271 w 7467600"/>
              <a:gd name="connsiteY212" fmla="*/ 4370034 h 6858000"/>
              <a:gd name="connsiteX213" fmla="*/ 4136093 w 7467600"/>
              <a:gd name="connsiteY213" fmla="*/ 3858466 h 6858000"/>
              <a:gd name="connsiteX214" fmla="*/ 3670252 w 7467600"/>
              <a:gd name="connsiteY214" fmla="*/ 3622798 h 6858000"/>
              <a:gd name="connsiteX215" fmla="*/ 4440129 w 7467600"/>
              <a:gd name="connsiteY215" fmla="*/ 3448571 h 6858000"/>
              <a:gd name="connsiteX216" fmla="*/ 4856525 w 7467600"/>
              <a:gd name="connsiteY216" fmla="*/ 3915351 h 6858000"/>
              <a:gd name="connsiteX217" fmla="*/ 5059055 w 7467600"/>
              <a:gd name="connsiteY217" fmla="*/ 4108918 h 6858000"/>
              <a:gd name="connsiteX218" fmla="*/ 5290070 w 7467600"/>
              <a:gd name="connsiteY218" fmla="*/ 4263619 h 6858000"/>
              <a:gd name="connsiteX219" fmla="*/ 4834991 w 7467600"/>
              <a:gd name="connsiteY219" fmla="*/ 3830985 h 6858000"/>
              <a:gd name="connsiteX220" fmla="*/ 4440129 w 7467600"/>
              <a:gd name="connsiteY220" fmla="*/ 3448571 h 6858000"/>
              <a:gd name="connsiteX221" fmla="*/ 4441737 w 7467600"/>
              <a:gd name="connsiteY221" fmla="*/ 3399734 h 6858000"/>
              <a:gd name="connsiteX222" fmla="*/ 4431236 w 7467600"/>
              <a:gd name="connsiteY222" fmla="*/ 3400954 h 6858000"/>
              <a:gd name="connsiteX223" fmla="*/ 4557150 w 7467600"/>
              <a:gd name="connsiteY223" fmla="*/ 3510023 h 6858000"/>
              <a:gd name="connsiteX224" fmla="*/ 4856936 w 7467600"/>
              <a:gd name="connsiteY224" fmla="*/ 3809146 h 6858000"/>
              <a:gd name="connsiteX225" fmla="*/ 5111996 w 7467600"/>
              <a:gd name="connsiteY225" fmla="*/ 4065759 h 6858000"/>
              <a:gd name="connsiteX226" fmla="*/ 5388878 w 7467600"/>
              <a:gd name="connsiteY226" fmla="*/ 4300185 h 6858000"/>
              <a:gd name="connsiteX227" fmla="*/ 5425556 w 7467600"/>
              <a:gd name="connsiteY227" fmla="*/ 4308967 h 6858000"/>
              <a:gd name="connsiteX228" fmla="*/ 4943646 w 7467600"/>
              <a:gd name="connsiteY228" fmla="*/ 3822916 h 6858000"/>
              <a:gd name="connsiteX229" fmla="*/ 4594837 w 7467600"/>
              <a:gd name="connsiteY229" fmla="*/ 3532274 h 6858000"/>
              <a:gd name="connsiteX230" fmla="*/ 4441737 w 7467600"/>
              <a:gd name="connsiteY230" fmla="*/ 3399734 h 6858000"/>
              <a:gd name="connsiteX231" fmla="*/ 5425834 w 7467600"/>
              <a:gd name="connsiteY231" fmla="*/ 3162785 h 6858000"/>
              <a:gd name="connsiteX232" fmla="*/ 5401644 w 7467600"/>
              <a:gd name="connsiteY232" fmla="*/ 3617847 h 6858000"/>
              <a:gd name="connsiteX233" fmla="*/ 5467256 w 7467600"/>
              <a:gd name="connsiteY233" fmla="*/ 4175494 h 6858000"/>
              <a:gd name="connsiteX234" fmla="*/ 5448069 w 7467600"/>
              <a:gd name="connsiteY234" fmla="*/ 3567554 h 6858000"/>
              <a:gd name="connsiteX235" fmla="*/ 5425834 w 7467600"/>
              <a:gd name="connsiteY235" fmla="*/ 3162785 h 6858000"/>
              <a:gd name="connsiteX236" fmla="*/ 1318687 w 7467600"/>
              <a:gd name="connsiteY236" fmla="*/ 3113840 h 6858000"/>
              <a:gd name="connsiteX237" fmla="*/ 1066793 w 7467600"/>
              <a:gd name="connsiteY237" fmla="*/ 3212171 h 6858000"/>
              <a:gd name="connsiteX238" fmla="*/ 993319 w 7467600"/>
              <a:gd name="connsiteY238" fmla="*/ 3247648 h 6858000"/>
              <a:gd name="connsiteX239" fmla="*/ 853081 w 7467600"/>
              <a:gd name="connsiteY239" fmla="*/ 3312410 h 6858000"/>
              <a:gd name="connsiteX240" fmla="*/ 805957 w 7467600"/>
              <a:gd name="connsiteY240" fmla="*/ 3330443 h 6858000"/>
              <a:gd name="connsiteX241" fmla="*/ 1318687 w 7467600"/>
              <a:gd name="connsiteY241" fmla="*/ 3113840 h 6858000"/>
              <a:gd name="connsiteX242" fmla="*/ 5453702 w 7467600"/>
              <a:gd name="connsiteY242" fmla="*/ 3090882 h 6858000"/>
              <a:gd name="connsiteX243" fmla="*/ 5480135 w 7467600"/>
              <a:gd name="connsiteY243" fmla="*/ 3565802 h 6858000"/>
              <a:gd name="connsiteX244" fmla="*/ 5499023 w 7467600"/>
              <a:gd name="connsiteY244" fmla="*/ 4166310 h 6858000"/>
              <a:gd name="connsiteX245" fmla="*/ 5547022 w 7467600"/>
              <a:gd name="connsiteY245" fmla="*/ 3607838 h 6858000"/>
              <a:gd name="connsiteX246" fmla="*/ 5515964 w 7467600"/>
              <a:gd name="connsiteY246" fmla="*/ 3378541 h 6858000"/>
              <a:gd name="connsiteX247" fmla="*/ 5453702 w 7467600"/>
              <a:gd name="connsiteY247" fmla="*/ 3090882 h 6858000"/>
              <a:gd name="connsiteX248" fmla="*/ 1238695 w 7467600"/>
              <a:gd name="connsiteY248" fmla="*/ 3076820 h 6858000"/>
              <a:gd name="connsiteX249" fmla="*/ 716371 w 7467600"/>
              <a:gd name="connsiteY249" fmla="*/ 3293249 h 6858000"/>
              <a:gd name="connsiteX250" fmla="*/ 579522 w 7467600"/>
              <a:gd name="connsiteY250" fmla="*/ 3371759 h 6858000"/>
              <a:gd name="connsiteX251" fmla="*/ 600288 w 7467600"/>
              <a:gd name="connsiteY251" fmla="*/ 3365555 h 6858000"/>
              <a:gd name="connsiteX252" fmla="*/ 840692 w 7467600"/>
              <a:gd name="connsiteY252" fmla="*/ 3284921 h 6858000"/>
              <a:gd name="connsiteX253" fmla="*/ 979248 w 7467600"/>
              <a:gd name="connsiteY253" fmla="*/ 3221003 h 6858000"/>
              <a:gd name="connsiteX254" fmla="*/ 1053282 w 7467600"/>
              <a:gd name="connsiteY254" fmla="*/ 3185247 h 6858000"/>
              <a:gd name="connsiteX255" fmla="*/ 1320603 w 7467600"/>
              <a:gd name="connsiteY255" fmla="*/ 3081281 h 6858000"/>
              <a:gd name="connsiteX256" fmla="*/ 1238695 w 7467600"/>
              <a:gd name="connsiteY256" fmla="*/ 3076820 h 6858000"/>
              <a:gd name="connsiteX257" fmla="*/ 5425627 w 7467600"/>
              <a:gd name="connsiteY257" fmla="*/ 2954192 h 6858000"/>
              <a:gd name="connsiteX258" fmla="*/ 5470770 w 7467600"/>
              <a:gd name="connsiteY258" fmla="*/ 3005435 h 6858000"/>
              <a:gd name="connsiteX259" fmla="*/ 5519779 w 7467600"/>
              <a:gd name="connsiteY259" fmla="*/ 4359223 h 6858000"/>
              <a:gd name="connsiteX260" fmla="*/ 5520293 w 7467600"/>
              <a:gd name="connsiteY260" fmla="*/ 4360602 h 6858000"/>
              <a:gd name="connsiteX261" fmla="*/ 5767221 w 7467600"/>
              <a:gd name="connsiteY261" fmla="*/ 4665564 h 6858000"/>
              <a:gd name="connsiteX262" fmla="*/ 6937169 w 7467600"/>
              <a:gd name="connsiteY262" fmla="*/ 4815941 h 6858000"/>
              <a:gd name="connsiteX263" fmla="*/ 6953922 w 7467600"/>
              <a:gd name="connsiteY263" fmla="*/ 4890068 h 6858000"/>
              <a:gd name="connsiteX264" fmla="*/ 6071359 w 7467600"/>
              <a:gd name="connsiteY264" fmla="*/ 4770770 h 6858000"/>
              <a:gd name="connsiteX265" fmla="*/ 6038839 w 7467600"/>
              <a:gd name="connsiteY265" fmla="*/ 4764474 h 6858000"/>
              <a:gd name="connsiteX266" fmla="*/ 6038706 w 7467600"/>
              <a:gd name="connsiteY266" fmla="*/ 4763847 h 6858000"/>
              <a:gd name="connsiteX267" fmla="*/ 6037784 w 7467600"/>
              <a:gd name="connsiteY267" fmla="*/ 4764270 h 6858000"/>
              <a:gd name="connsiteX268" fmla="*/ 6038839 w 7467600"/>
              <a:gd name="connsiteY268" fmla="*/ 4764474 h 6858000"/>
              <a:gd name="connsiteX269" fmla="*/ 6040338 w 7467600"/>
              <a:gd name="connsiteY269" fmla="*/ 4771418 h 6858000"/>
              <a:gd name="connsiteX270" fmla="*/ 6024488 w 7467600"/>
              <a:gd name="connsiteY270" fmla="*/ 4809903 h 6858000"/>
              <a:gd name="connsiteX271" fmla="*/ 5599771 w 7467600"/>
              <a:gd name="connsiteY271" fmla="*/ 5509652 h 6858000"/>
              <a:gd name="connsiteX272" fmla="*/ 5548843 w 7467600"/>
              <a:gd name="connsiteY272" fmla="*/ 5563845 h 6858000"/>
              <a:gd name="connsiteX273" fmla="*/ 5940952 w 7467600"/>
              <a:gd name="connsiteY273" fmla="*/ 6250028 h 6858000"/>
              <a:gd name="connsiteX274" fmla="*/ 6043441 w 7467600"/>
              <a:gd name="connsiteY274" fmla="*/ 6665847 h 6858000"/>
              <a:gd name="connsiteX275" fmla="*/ 6093432 w 7467600"/>
              <a:gd name="connsiteY275" fmla="*/ 6858000 h 6858000"/>
              <a:gd name="connsiteX276" fmla="*/ 6034344 w 7467600"/>
              <a:gd name="connsiteY276" fmla="*/ 6858000 h 6858000"/>
              <a:gd name="connsiteX277" fmla="*/ 6026679 w 7467600"/>
              <a:gd name="connsiteY277" fmla="*/ 6836959 h 6858000"/>
              <a:gd name="connsiteX278" fmla="*/ 5800441 w 7467600"/>
              <a:gd name="connsiteY278" fmla="*/ 6335286 h 6858000"/>
              <a:gd name="connsiteX279" fmla="*/ 5526562 w 7467600"/>
              <a:gd name="connsiteY279" fmla="*/ 5705388 h 6858000"/>
              <a:gd name="connsiteX280" fmla="*/ 5519640 w 7467600"/>
              <a:gd name="connsiteY280" fmla="*/ 5683774 h 6858000"/>
              <a:gd name="connsiteX281" fmla="*/ 5844559 w 7467600"/>
              <a:gd name="connsiteY281" fmla="*/ 6553349 h 6858000"/>
              <a:gd name="connsiteX282" fmla="*/ 5975994 w 7467600"/>
              <a:gd name="connsiteY282" fmla="*/ 6858000 h 6858000"/>
              <a:gd name="connsiteX283" fmla="*/ 5898547 w 7467600"/>
              <a:gd name="connsiteY283" fmla="*/ 6858000 h 6858000"/>
              <a:gd name="connsiteX284" fmla="*/ 5682041 w 7467600"/>
              <a:gd name="connsiteY284" fmla="*/ 6355860 h 6858000"/>
              <a:gd name="connsiteX285" fmla="*/ 5461758 w 7467600"/>
              <a:gd name="connsiteY285" fmla="*/ 5820220 h 6858000"/>
              <a:gd name="connsiteX286" fmla="*/ 5237282 w 7467600"/>
              <a:gd name="connsiteY286" fmla="*/ 6579086 h 6858000"/>
              <a:gd name="connsiteX287" fmla="*/ 5115009 w 7467600"/>
              <a:gd name="connsiteY287" fmla="*/ 6858000 h 6858000"/>
              <a:gd name="connsiteX288" fmla="*/ 5028074 w 7467600"/>
              <a:gd name="connsiteY288" fmla="*/ 6858000 h 6858000"/>
              <a:gd name="connsiteX289" fmla="*/ 5079508 w 7467600"/>
              <a:gd name="connsiteY289" fmla="*/ 6749074 h 6858000"/>
              <a:gd name="connsiteX290" fmla="*/ 5371846 w 7467600"/>
              <a:gd name="connsiteY290" fmla="*/ 5924413 h 6858000"/>
              <a:gd name="connsiteX291" fmla="*/ 5270512 w 7467600"/>
              <a:gd name="connsiteY291" fmla="*/ 6138975 h 6858000"/>
              <a:gd name="connsiteX292" fmla="*/ 5062409 w 7467600"/>
              <a:gd name="connsiteY292" fmla="*/ 6653544 h 6858000"/>
              <a:gd name="connsiteX293" fmla="*/ 5036628 w 7467600"/>
              <a:gd name="connsiteY293" fmla="*/ 6754247 h 6858000"/>
              <a:gd name="connsiteX294" fmla="*/ 5009112 w 7467600"/>
              <a:gd name="connsiteY294" fmla="*/ 6858000 h 6858000"/>
              <a:gd name="connsiteX295" fmla="*/ 4976679 w 7467600"/>
              <a:gd name="connsiteY295" fmla="*/ 6858000 h 6858000"/>
              <a:gd name="connsiteX296" fmla="*/ 5006537 w 7467600"/>
              <a:gd name="connsiteY296" fmla="*/ 6747068 h 6858000"/>
              <a:gd name="connsiteX297" fmla="*/ 5032723 w 7467600"/>
              <a:gd name="connsiteY297" fmla="*/ 6644957 h 6858000"/>
              <a:gd name="connsiteX298" fmla="*/ 5242949 w 7467600"/>
              <a:gd name="connsiteY298" fmla="*/ 6125175 h 6858000"/>
              <a:gd name="connsiteX299" fmla="*/ 5286321 w 7467600"/>
              <a:gd name="connsiteY299" fmla="*/ 6033555 h 6858000"/>
              <a:gd name="connsiteX300" fmla="*/ 5008210 w 7467600"/>
              <a:gd name="connsiteY300" fmla="*/ 6649194 h 6858000"/>
              <a:gd name="connsiteX301" fmla="*/ 4986321 w 7467600"/>
              <a:gd name="connsiteY301" fmla="*/ 6765687 h 6858000"/>
              <a:gd name="connsiteX302" fmla="*/ 4973474 w 7467600"/>
              <a:gd name="connsiteY302" fmla="*/ 6858000 h 6858000"/>
              <a:gd name="connsiteX303" fmla="*/ 4907178 w 7467600"/>
              <a:gd name="connsiteY303" fmla="*/ 6858000 h 6858000"/>
              <a:gd name="connsiteX304" fmla="*/ 4910810 w 7467600"/>
              <a:gd name="connsiteY304" fmla="*/ 6829660 h 6858000"/>
              <a:gd name="connsiteX305" fmla="*/ 4987461 w 7467600"/>
              <a:gd name="connsiteY305" fmla="*/ 6432994 h 6858000"/>
              <a:gd name="connsiteX306" fmla="*/ 5179262 w 7467600"/>
              <a:gd name="connsiteY306" fmla="*/ 6035044 h 6858000"/>
              <a:gd name="connsiteX307" fmla="*/ 4689678 w 7467600"/>
              <a:gd name="connsiteY307" fmla="*/ 6440241 h 6858000"/>
              <a:gd name="connsiteX308" fmla="*/ 4477543 w 7467600"/>
              <a:gd name="connsiteY308" fmla="*/ 6674836 h 6858000"/>
              <a:gd name="connsiteX309" fmla="*/ 4329957 w 7467600"/>
              <a:gd name="connsiteY309" fmla="*/ 6858000 h 6858000"/>
              <a:gd name="connsiteX310" fmla="*/ 4218595 w 7467600"/>
              <a:gd name="connsiteY310" fmla="*/ 6858000 h 6858000"/>
              <a:gd name="connsiteX311" fmla="*/ 4368888 w 7467600"/>
              <a:gd name="connsiteY311" fmla="*/ 6668412 h 6858000"/>
              <a:gd name="connsiteX312" fmla="*/ 4563091 w 7467600"/>
              <a:gd name="connsiteY312" fmla="*/ 6442508 h 6858000"/>
              <a:gd name="connsiteX313" fmla="*/ 5387324 w 7467600"/>
              <a:gd name="connsiteY313" fmla="*/ 5705830 h 6858000"/>
              <a:gd name="connsiteX314" fmla="*/ 5073620 w 7467600"/>
              <a:gd name="connsiteY314" fmla="*/ 5955437 h 6858000"/>
              <a:gd name="connsiteX315" fmla="*/ 4689789 w 7467600"/>
              <a:gd name="connsiteY315" fmla="*/ 6268382 h 6858000"/>
              <a:gd name="connsiteX316" fmla="*/ 4418722 w 7467600"/>
              <a:gd name="connsiteY316" fmla="*/ 6570886 h 6858000"/>
              <a:gd name="connsiteX317" fmla="*/ 4214944 w 7467600"/>
              <a:gd name="connsiteY317" fmla="*/ 6858000 h 6858000"/>
              <a:gd name="connsiteX318" fmla="*/ 4177898 w 7467600"/>
              <a:gd name="connsiteY318" fmla="*/ 6858000 h 6858000"/>
              <a:gd name="connsiteX319" fmla="*/ 4391597 w 7467600"/>
              <a:gd name="connsiteY319" fmla="*/ 6556370 h 6858000"/>
              <a:gd name="connsiteX320" fmla="*/ 4668889 w 7467600"/>
              <a:gd name="connsiteY320" fmla="*/ 6246399 h 6858000"/>
              <a:gd name="connsiteX321" fmla="*/ 5055427 w 7467600"/>
              <a:gd name="connsiteY321" fmla="*/ 5931476 h 6858000"/>
              <a:gd name="connsiteX322" fmla="*/ 5371814 w 7467600"/>
              <a:gd name="connsiteY322" fmla="*/ 5678975 h 6858000"/>
              <a:gd name="connsiteX323" fmla="*/ 4987918 w 7467600"/>
              <a:gd name="connsiteY323" fmla="*/ 5838701 h 6858000"/>
              <a:gd name="connsiteX324" fmla="*/ 4317146 w 7467600"/>
              <a:gd name="connsiteY324" fmla="*/ 6587716 h 6858000"/>
              <a:gd name="connsiteX325" fmla="*/ 4171627 w 7467600"/>
              <a:gd name="connsiteY325" fmla="*/ 6858000 h 6858000"/>
              <a:gd name="connsiteX326" fmla="*/ 4081585 w 7467600"/>
              <a:gd name="connsiteY326" fmla="*/ 6858000 h 6858000"/>
              <a:gd name="connsiteX327" fmla="*/ 4238603 w 7467600"/>
              <a:gd name="connsiteY327" fmla="*/ 6559341 h 6858000"/>
              <a:gd name="connsiteX328" fmla="*/ 4778333 w 7467600"/>
              <a:gd name="connsiteY328" fmla="*/ 5873626 h 6858000"/>
              <a:gd name="connsiteX329" fmla="*/ 5414185 w 7467600"/>
              <a:gd name="connsiteY329" fmla="*/ 5573882 h 6858000"/>
              <a:gd name="connsiteX330" fmla="*/ 5959648 w 7467600"/>
              <a:gd name="connsiteY330" fmla="*/ 4760797 h 6858000"/>
              <a:gd name="connsiteX331" fmla="*/ 5355019 w 7467600"/>
              <a:gd name="connsiteY331" fmla="*/ 4734672 h 6858000"/>
              <a:gd name="connsiteX332" fmla="*/ 5083565 w 7467600"/>
              <a:gd name="connsiteY332" fmla="*/ 5179121 h 6858000"/>
              <a:gd name="connsiteX333" fmla="*/ 4713577 w 7467600"/>
              <a:gd name="connsiteY333" fmla="*/ 5616803 h 6858000"/>
              <a:gd name="connsiteX334" fmla="*/ 3989559 w 7467600"/>
              <a:gd name="connsiteY334" fmla="*/ 6145945 h 6858000"/>
              <a:gd name="connsiteX335" fmla="*/ 3939824 w 7467600"/>
              <a:gd name="connsiteY335" fmla="*/ 6066900 h 6858000"/>
              <a:gd name="connsiteX336" fmla="*/ 4584537 w 7467600"/>
              <a:gd name="connsiteY336" fmla="*/ 5324826 h 6858000"/>
              <a:gd name="connsiteX337" fmla="*/ 5037105 w 7467600"/>
              <a:gd name="connsiteY337" fmla="*/ 5088765 h 6858000"/>
              <a:gd name="connsiteX338" fmla="*/ 5039930 w 7467600"/>
              <a:gd name="connsiteY338" fmla="*/ 5089585 h 6858000"/>
              <a:gd name="connsiteX339" fmla="*/ 5263764 w 7467600"/>
              <a:gd name="connsiteY339" fmla="*/ 4735525 h 6858000"/>
              <a:gd name="connsiteX340" fmla="*/ 4086300 w 7467600"/>
              <a:gd name="connsiteY340" fmla="*/ 4884599 h 6858000"/>
              <a:gd name="connsiteX341" fmla="*/ 4085485 w 7467600"/>
              <a:gd name="connsiteY341" fmla="*/ 4899070 h 6858000"/>
              <a:gd name="connsiteX342" fmla="*/ 3871915 w 7467600"/>
              <a:gd name="connsiteY342" fmla="*/ 5253645 h 6858000"/>
              <a:gd name="connsiteX343" fmla="*/ 3799374 w 7467600"/>
              <a:gd name="connsiteY343" fmla="*/ 5466127 h 6858000"/>
              <a:gd name="connsiteX344" fmla="*/ 3498850 w 7467600"/>
              <a:gd name="connsiteY344" fmla="*/ 6661888 h 6858000"/>
              <a:gd name="connsiteX345" fmla="*/ 3399216 w 7467600"/>
              <a:gd name="connsiteY345" fmla="*/ 6858000 h 6858000"/>
              <a:gd name="connsiteX346" fmla="*/ 3303688 w 7467600"/>
              <a:gd name="connsiteY346" fmla="*/ 6858000 h 6858000"/>
              <a:gd name="connsiteX347" fmla="*/ 3391774 w 7467600"/>
              <a:gd name="connsiteY347" fmla="*/ 6697181 h 6858000"/>
              <a:gd name="connsiteX348" fmla="*/ 3735540 w 7467600"/>
              <a:gd name="connsiteY348" fmla="*/ 5546923 h 6858000"/>
              <a:gd name="connsiteX349" fmla="*/ 3729438 w 7467600"/>
              <a:gd name="connsiteY349" fmla="*/ 5569058 h 6858000"/>
              <a:gd name="connsiteX350" fmla="*/ 3707782 w 7467600"/>
              <a:gd name="connsiteY350" fmla="*/ 5644908 h 6858000"/>
              <a:gd name="connsiteX351" fmla="*/ 3583827 w 7467600"/>
              <a:gd name="connsiteY351" fmla="*/ 6039215 h 6858000"/>
              <a:gd name="connsiteX352" fmla="*/ 3547861 w 7467600"/>
              <a:gd name="connsiteY352" fmla="*/ 6129609 h 6858000"/>
              <a:gd name="connsiteX353" fmla="*/ 3490905 w 7467600"/>
              <a:gd name="connsiteY353" fmla="*/ 6277660 h 6858000"/>
              <a:gd name="connsiteX354" fmla="*/ 3455859 w 7467600"/>
              <a:gd name="connsiteY354" fmla="*/ 6391301 h 6858000"/>
              <a:gd name="connsiteX355" fmla="*/ 3429112 w 7467600"/>
              <a:gd name="connsiteY355" fmla="*/ 6479469 h 6858000"/>
              <a:gd name="connsiteX356" fmla="*/ 3304862 w 7467600"/>
              <a:gd name="connsiteY356" fmla="*/ 6796476 h 6858000"/>
              <a:gd name="connsiteX357" fmla="*/ 3276071 w 7467600"/>
              <a:gd name="connsiteY357" fmla="*/ 6858000 h 6858000"/>
              <a:gd name="connsiteX358" fmla="*/ 3240805 w 7467600"/>
              <a:gd name="connsiteY358" fmla="*/ 6858000 h 6858000"/>
              <a:gd name="connsiteX359" fmla="*/ 3275917 w 7467600"/>
              <a:gd name="connsiteY359" fmla="*/ 6783192 h 6858000"/>
              <a:gd name="connsiteX360" fmla="*/ 3399358 w 7467600"/>
              <a:gd name="connsiteY360" fmla="*/ 6469011 h 6858000"/>
              <a:gd name="connsiteX361" fmla="*/ 3425650 w 7467600"/>
              <a:gd name="connsiteY361" fmla="*/ 6381333 h 6858000"/>
              <a:gd name="connsiteX362" fmla="*/ 3460661 w 7467600"/>
              <a:gd name="connsiteY362" fmla="*/ 6266763 h 6858000"/>
              <a:gd name="connsiteX363" fmla="*/ 3518021 w 7467600"/>
              <a:gd name="connsiteY363" fmla="*/ 6117298 h 6858000"/>
              <a:gd name="connsiteX364" fmla="*/ 3554035 w 7467600"/>
              <a:gd name="connsiteY364" fmla="*/ 6027832 h 6858000"/>
              <a:gd name="connsiteX365" fmla="*/ 3677174 w 7467600"/>
              <a:gd name="connsiteY365" fmla="*/ 5636351 h 6858000"/>
              <a:gd name="connsiteX366" fmla="*/ 3698819 w 7467600"/>
              <a:gd name="connsiteY366" fmla="*/ 5560503 h 6858000"/>
              <a:gd name="connsiteX367" fmla="*/ 3702094 w 7467600"/>
              <a:gd name="connsiteY367" fmla="*/ 5549194 h 6858000"/>
              <a:gd name="connsiteX368" fmla="*/ 3398355 w 7467600"/>
              <a:gd name="connsiteY368" fmla="*/ 6094603 h 6858000"/>
              <a:gd name="connsiteX369" fmla="*/ 3193941 w 7467600"/>
              <a:gd name="connsiteY369" fmla="*/ 6798775 h 6858000"/>
              <a:gd name="connsiteX370" fmla="*/ 3184140 w 7467600"/>
              <a:gd name="connsiteY370" fmla="*/ 6858000 h 6858000"/>
              <a:gd name="connsiteX371" fmla="*/ 3099978 w 7467600"/>
              <a:gd name="connsiteY371" fmla="*/ 6858000 h 6858000"/>
              <a:gd name="connsiteX372" fmla="*/ 3101556 w 7467600"/>
              <a:gd name="connsiteY372" fmla="*/ 6843337 h 6858000"/>
              <a:gd name="connsiteX373" fmla="*/ 3370162 w 7467600"/>
              <a:gd name="connsiteY373" fmla="*/ 5785550 h 6858000"/>
              <a:gd name="connsiteX374" fmla="*/ 3746477 w 7467600"/>
              <a:gd name="connsiteY374" fmla="*/ 5377889 h 6858000"/>
              <a:gd name="connsiteX375" fmla="*/ 3863399 w 7467600"/>
              <a:gd name="connsiteY375" fmla="*/ 5087257 h 6858000"/>
              <a:gd name="connsiteX376" fmla="*/ 3968712 w 7467600"/>
              <a:gd name="connsiteY376" fmla="*/ 4913989 h 6858000"/>
              <a:gd name="connsiteX377" fmla="*/ 2792390 w 7467600"/>
              <a:gd name="connsiteY377" fmla="*/ 5382974 h 6858000"/>
              <a:gd name="connsiteX378" fmla="*/ 2714982 w 7467600"/>
              <a:gd name="connsiteY378" fmla="*/ 5427051 h 6858000"/>
              <a:gd name="connsiteX379" fmla="*/ 2813361 w 7467600"/>
              <a:gd name="connsiteY379" fmla="*/ 6023912 h 6858000"/>
              <a:gd name="connsiteX380" fmla="*/ 2688430 w 7467600"/>
              <a:gd name="connsiteY380" fmla="*/ 6801564 h 6858000"/>
              <a:gd name="connsiteX381" fmla="*/ 2629626 w 7467600"/>
              <a:gd name="connsiteY381" fmla="*/ 6763394 h 6858000"/>
              <a:gd name="connsiteX382" fmla="*/ 2565328 w 7467600"/>
              <a:gd name="connsiteY382" fmla="*/ 5516399 h 6858000"/>
              <a:gd name="connsiteX383" fmla="*/ 1922999 w 7467600"/>
              <a:gd name="connsiteY383" fmla="*/ 5980343 h 6858000"/>
              <a:gd name="connsiteX384" fmla="*/ 1950261 w 7467600"/>
              <a:gd name="connsiteY384" fmla="*/ 6405858 h 6858000"/>
              <a:gd name="connsiteX385" fmla="*/ 2365554 w 7467600"/>
              <a:gd name="connsiteY385" fmla="*/ 6759107 h 6858000"/>
              <a:gd name="connsiteX386" fmla="*/ 2424142 w 7467600"/>
              <a:gd name="connsiteY386" fmla="*/ 6858000 h 6858000"/>
              <a:gd name="connsiteX387" fmla="*/ 2395994 w 7467600"/>
              <a:gd name="connsiteY387" fmla="*/ 6858000 h 6858000"/>
              <a:gd name="connsiteX388" fmla="*/ 2392863 w 7467600"/>
              <a:gd name="connsiteY388" fmla="*/ 6852964 h 6858000"/>
              <a:gd name="connsiteX389" fmla="*/ 2017589 w 7467600"/>
              <a:gd name="connsiteY389" fmla="*/ 6493982 h 6858000"/>
              <a:gd name="connsiteX390" fmla="*/ 2147336 w 7467600"/>
              <a:gd name="connsiteY390" fmla="*/ 6594052 h 6858000"/>
              <a:gd name="connsiteX391" fmla="*/ 2207047 w 7467600"/>
              <a:gd name="connsiteY391" fmla="*/ 6654540 h 6858000"/>
              <a:gd name="connsiteX392" fmla="*/ 2299106 w 7467600"/>
              <a:gd name="connsiteY392" fmla="*/ 6778931 h 6858000"/>
              <a:gd name="connsiteX393" fmla="*/ 2314430 w 7467600"/>
              <a:gd name="connsiteY393" fmla="*/ 6801144 h 6858000"/>
              <a:gd name="connsiteX394" fmla="*/ 2352406 w 7467600"/>
              <a:gd name="connsiteY394" fmla="*/ 6858000 h 6858000"/>
              <a:gd name="connsiteX395" fmla="*/ 2314492 w 7467600"/>
              <a:gd name="connsiteY395" fmla="*/ 6858000 h 6858000"/>
              <a:gd name="connsiteX396" fmla="*/ 2288095 w 7467600"/>
              <a:gd name="connsiteY396" fmla="*/ 6818030 h 6858000"/>
              <a:gd name="connsiteX397" fmla="*/ 2272768 w 7467600"/>
              <a:gd name="connsiteY397" fmla="*/ 6795822 h 6858000"/>
              <a:gd name="connsiteX398" fmla="*/ 2182715 w 7467600"/>
              <a:gd name="connsiteY398" fmla="*/ 6675071 h 6858000"/>
              <a:gd name="connsiteX399" fmla="*/ 2032061 w 7467600"/>
              <a:gd name="connsiteY399" fmla="*/ 6541380 h 6858000"/>
              <a:gd name="connsiteX400" fmla="*/ 2257220 w 7467600"/>
              <a:gd name="connsiteY400" fmla="*/ 6826257 h 6858000"/>
              <a:gd name="connsiteX401" fmla="*/ 2281324 w 7467600"/>
              <a:gd name="connsiteY401" fmla="*/ 6858000 h 6858000"/>
              <a:gd name="connsiteX402" fmla="*/ 2242860 w 7467600"/>
              <a:gd name="connsiteY402" fmla="*/ 6858000 h 6858000"/>
              <a:gd name="connsiteX403" fmla="*/ 2232818 w 7467600"/>
              <a:gd name="connsiteY403" fmla="*/ 6844926 h 6858000"/>
              <a:gd name="connsiteX404" fmla="*/ 1990172 w 7467600"/>
              <a:gd name="connsiteY404" fmla="*/ 6542121 h 6858000"/>
              <a:gd name="connsiteX405" fmla="*/ 2124090 w 7467600"/>
              <a:gd name="connsiteY405" fmla="*/ 6761017 h 6858000"/>
              <a:gd name="connsiteX406" fmla="*/ 2200380 w 7467600"/>
              <a:gd name="connsiteY406" fmla="*/ 6858000 h 6858000"/>
              <a:gd name="connsiteX407" fmla="*/ 2147507 w 7467600"/>
              <a:gd name="connsiteY407" fmla="*/ 6858000 h 6858000"/>
              <a:gd name="connsiteX408" fmla="*/ 2070668 w 7467600"/>
              <a:gd name="connsiteY408" fmla="*/ 6761520 h 6858000"/>
              <a:gd name="connsiteX409" fmla="*/ 1975142 w 7467600"/>
              <a:gd name="connsiteY409" fmla="*/ 6585570 h 6858000"/>
              <a:gd name="connsiteX410" fmla="*/ 2050035 w 7467600"/>
              <a:gd name="connsiteY410" fmla="*/ 6813345 h 6858000"/>
              <a:gd name="connsiteX411" fmla="*/ 2063025 w 7467600"/>
              <a:gd name="connsiteY411" fmla="*/ 6858000 h 6858000"/>
              <a:gd name="connsiteX412" fmla="*/ 2021675 w 7467600"/>
              <a:gd name="connsiteY412" fmla="*/ 6858000 h 6858000"/>
              <a:gd name="connsiteX413" fmla="*/ 2019308 w 7467600"/>
              <a:gd name="connsiteY413" fmla="*/ 6847118 h 6858000"/>
              <a:gd name="connsiteX414" fmla="*/ 1938835 w 7467600"/>
              <a:gd name="connsiteY414" fmla="*/ 6551160 h 6858000"/>
              <a:gd name="connsiteX415" fmla="*/ 1953230 w 7467600"/>
              <a:gd name="connsiteY415" fmla="*/ 6759699 h 6858000"/>
              <a:gd name="connsiteX416" fmla="*/ 1956763 w 7467600"/>
              <a:gd name="connsiteY416" fmla="*/ 6778191 h 6858000"/>
              <a:gd name="connsiteX417" fmla="*/ 1967925 w 7467600"/>
              <a:gd name="connsiteY417" fmla="*/ 6858000 h 6858000"/>
              <a:gd name="connsiteX418" fmla="*/ 1936622 w 7467600"/>
              <a:gd name="connsiteY418" fmla="*/ 6858000 h 6858000"/>
              <a:gd name="connsiteX419" fmla="*/ 1926261 w 7467600"/>
              <a:gd name="connsiteY419" fmla="*/ 6784064 h 6858000"/>
              <a:gd name="connsiteX420" fmla="*/ 1922724 w 7467600"/>
              <a:gd name="connsiteY420" fmla="*/ 6765577 h 6858000"/>
              <a:gd name="connsiteX421" fmla="*/ 1904650 w 7467600"/>
              <a:gd name="connsiteY421" fmla="*/ 6639616 h 6858000"/>
              <a:gd name="connsiteX422" fmla="*/ 1885273 w 7467600"/>
              <a:gd name="connsiteY422" fmla="*/ 6858000 h 6858000"/>
              <a:gd name="connsiteX423" fmla="*/ 1854363 w 7467600"/>
              <a:gd name="connsiteY423" fmla="*/ 6858000 h 6858000"/>
              <a:gd name="connsiteX424" fmla="*/ 1880391 w 7467600"/>
              <a:gd name="connsiteY424" fmla="*/ 6603796 h 6858000"/>
              <a:gd name="connsiteX425" fmla="*/ 1818273 w 7467600"/>
              <a:gd name="connsiteY425" fmla="*/ 6715729 h 6858000"/>
              <a:gd name="connsiteX426" fmla="*/ 1794691 w 7467600"/>
              <a:gd name="connsiteY426" fmla="*/ 6843239 h 6858000"/>
              <a:gd name="connsiteX427" fmla="*/ 1794914 w 7467600"/>
              <a:gd name="connsiteY427" fmla="*/ 6858000 h 6858000"/>
              <a:gd name="connsiteX428" fmla="*/ 1746128 w 7467600"/>
              <a:gd name="connsiteY428" fmla="*/ 6858000 h 6858000"/>
              <a:gd name="connsiteX429" fmla="*/ 1753934 w 7467600"/>
              <a:gd name="connsiteY429" fmla="*/ 6724796 h 6858000"/>
              <a:gd name="connsiteX430" fmla="*/ 1792053 w 7467600"/>
              <a:gd name="connsiteY430" fmla="*/ 6572396 h 6858000"/>
              <a:gd name="connsiteX431" fmla="*/ 1862248 w 7467600"/>
              <a:gd name="connsiteY431" fmla="*/ 6266397 h 6858000"/>
              <a:gd name="connsiteX432" fmla="*/ 1862250 w 7467600"/>
              <a:gd name="connsiteY432" fmla="*/ 6033531 h 6858000"/>
              <a:gd name="connsiteX433" fmla="*/ 1211999 w 7467600"/>
              <a:gd name="connsiteY433" fmla="*/ 6683610 h 6858000"/>
              <a:gd name="connsiteX434" fmla="*/ 1213266 w 7467600"/>
              <a:gd name="connsiteY434" fmla="*/ 6691947 h 6858000"/>
              <a:gd name="connsiteX435" fmla="*/ 1203370 w 7467600"/>
              <a:gd name="connsiteY435" fmla="*/ 6850676 h 6858000"/>
              <a:gd name="connsiteX436" fmla="*/ 1203671 w 7467600"/>
              <a:gd name="connsiteY436" fmla="*/ 6858000 h 6858000"/>
              <a:gd name="connsiteX437" fmla="*/ 1143180 w 7467600"/>
              <a:gd name="connsiteY437" fmla="*/ 6858000 h 6858000"/>
              <a:gd name="connsiteX438" fmla="*/ 1142176 w 7467600"/>
              <a:gd name="connsiteY438" fmla="*/ 6766045 h 6858000"/>
              <a:gd name="connsiteX439" fmla="*/ 1067484 w 7467600"/>
              <a:gd name="connsiteY439" fmla="*/ 6858000 h 6858000"/>
              <a:gd name="connsiteX440" fmla="*/ 953928 w 7467600"/>
              <a:gd name="connsiteY440" fmla="*/ 6858000 h 6858000"/>
              <a:gd name="connsiteX441" fmla="*/ 959715 w 7467600"/>
              <a:gd name="connsiteY441" fmla="*/ 6850185 h 6858000"/>
              <a:gd name="connsiteX442" fmla="*/ 1483788 w 7467600"/>
              <a:gd name="connsiteY442" fmla="*/ 6259174 h 6858000"/>
              <a:gd name="connsiteX443" fmla="*/ 1100671 w 7467600"/>
              <a:gd name="connsiteY443" fmla="*/ 6252137 h 6858000"/>
              <a:gd name="connsiteX444" fmla="*/ 1090144 w 7467600"/>
              <a:gd name="connsiteY444" fmla="*/ 6256748 h 6858000"/>
              <a:gd name="connsiteX445" fmla="*/ 1095872 w 7467600"/>
              <a:gd name="connsiteY445" fmla="*/ 6271892 h 6858000"/>
              <a:gd name="connsiteX446" fmla="*/ 262785 w 7467600"/>
              <a:gd name="connsiteY446" fmla="*/ 6845450 h 6858000"/>
              <a:gd name="connsiteX447" fmla="*/ 209968 w 7467600"/>
              <a:gd name="connsiteY447" fmla="*/ 6770713 h 6858000"/>
              <a:gd name="connsiteX448" fmla="*/ 873460 w 7467600"/>
              <a:gd name="connsiteY448" fmla="*/ 6253768 h 6858000"/>
              <a:gd name="connsiteX449" fmla="*/ 192686 w 7467600"/>
              <a:gd name="connsiteY449" fmla="*/ 5849257 h 6858000"/>
              <a:gd name="connsiteX450" fmla="*/ 4696 w 7467600"/>
              <a:gd name="connsiteY450" fmla="*/ 5697668 h 6858000"/>
              <a:gd name="connsiteX451" fmla="*/ 0 w 7467600"/>
              <a:gd name="connsiteY451" fmla="*/ 5689984 h 6858000"/>
              <a:gd name="connsiteX452" fmla="*/ 0 w 7467600"/>
              <a:gd name="connsiteY452" fmla="*/ 5513472 h 6858000"/>
              <a:gd name="connsiteX453" fmla="*/ 174101 w 7467600"/>
              <a:gd name="connsiteY453" fmla="*/ 5620277 h 6858000"/>
              <a:gd name="connsiteX454" fmla="*/ 891800 w 7467600"/>
              <a:gd name="connsiteY454" fmla="*/ 6036935 h 6858000"/>
              <a:gd name="connsiteX455" fmla="*/ 1072219 w 7467600"/>
              <a:gd name="connsiteY455" fmla="*/ 6169443 h 6858000"/>
              <a:gd name="connsiteX456" fmla="*/ 1074117 w 7467600"/>
              <a:gd name="connsiteY456" fmla="*/ 6170301 h 6858000"/>
              <a:gd name="connsiteX457" fmla="*/ 1083114 w 7467600"/>
              <a:gd name="connsiteY457" fmla="*/ 6174131 h 6858000"/>
              <a:gd name="connsiteX458" fmla="*/ 1543010 w 7467600"/>
              <a:gd name="connsiteY458" fmla="*/ 6191140 h 6858000"/>
              <a:gd name="connsiteX459" fmla="*/ 1551080 w 7467600"/>
              <a:gd name="connsiteY459" fmla="*/ 6195006 h 6858000"/>
              <a:gd name="connsiteX460" fmla="*/ 2345443 w 7467600"/>
              <a:gd name="connsiteY460" fmla="*/ 5549882 h 6858000"/>
              <a:gd name="connsiteX461" fmla="*/ 1721499 w 7467600"/>
              <a:gd name="connsiteY461" fmla="*/ 5599969 h 6858000"/>
              <a:gd name="connsiteX462" fmla="*/ 767716 w 7467600"/>
              <a:gd name="connsiteY462" fmla="*/ 5472768 h 6858000"/>
              <a:gd name="connsiteX463" fmla="*/ 722147 w 7467600"/>
              <a:gd name="connsiteY463" fmla="*/ 5393091 h 6858000"/>
              <a:gd name="connsiteX464" fmla="*/ 1485552 w 7467600"/>
              <a:gd name="connsiteY464" fmla="*/ 5313202 h 6858000"/>
              <a:gd name="connsiteX465" fmla="*/ 2143004 w 7467600"/>
              <a:gd name="connsiteY465" fmla="*/ 5402420 h 6858000"/>
              <a:gd name="connsiteX466" fmla="*/ 1933391 w 7467600"/>
              <a:gd name="connsiteY466" fmla="*/ 5156971 h 6858000"/>
              <a:gd name="connsiteX467" fmla="*/ 1827118 w 7467600"/>
              <a:gd name="connsiteY467" fmla="*/ 4968410 h 6858000"/>
              <a:gd name="connsiteX468" fmla="*/ 1837349 w 7467600"/>
              <a:gd name="connsiteY468" fmla="*/ 4956357 h 6858000"/>
              <a:gd name="connsiteX469" fmla="*/ 2162835 w 7467600"/>
              <a:gd name="connsiteY469" fmla="*/ 5187853 h 6858000"/>
              <a:gd name="connsiteX470" fmla="*/ 2257167 w 7467600"/>
              <a:gd name="connsiteY470" fmla="*/ 5462123 h 6858000"/>
              <a:gd name="connsiteX471" fmla="*/ 2261598 w 7467600"/>
              <a:gd name="connsiteY471" fmla="*/ 5467998 h 6858000"/>
              <a:gd name="connsiteX472" fmla="*/ 2437177 w 7467600"/>
              <a:gd name="connsiteY472" fmla="*/ 5479608 h 6858000"/>
              <a:gd name="connsiteX473" fmla="*/ 2445247 w 7467600"/>
              <a:gd name="connsiteY473" fmla="*/ 5483476 h 6858000"/>
              <a:gd name="connsiteX474" fmla="*/ 2743626 w 7467600"/>
              <a:gd name="connsiteY474" fmla="*/ 5304819 h 6858000"/>
              <a:gd name="connsiteX475" fmla="*/ 3048102 w 7467600"/>
              <a:gd name="connsiteY475" fmla="*/ 5150595 h 6858000"/>
              <a:gd name="connsiteX476" fmla="*/ 1799414 w 7467600"/>
              <a:gd name="connsiteY476" fmla="*/ 4694732 h 6858000"/>
              <a:gd name="connsiteX477" fmla="*/ 1771735 w 7467600"/>
              <a:gd name="connsiteY477" fmla="*/ 4619929 h 6858000"/>
              <a:gd name="connsiteX478" fmla="*/ 3104273 w 7467600"/>
              <a:gd name="connsiteY478" fmla="*/ 5076159 h 6858000"/>
              <a:gd name="connsiteX479" fmla="*/ 3113245 w 7467600"/>
              <a:gd name="connsiteY479" fmla="*/ 5090705 h 6858000"/>
              <a:gd name="connsiteX480" fmla="*/ 3126294 w 7467600"/>
              <a:gd name="connsiteY480" fmla="*/ 5114400 h 6858000"/>
              <a:gd name="connsiteX481" fmla="*/ 3937433 w 7467600"/>
              <a:gd name="connsiteY481" fmla="*/ 4830473 h 6858000"/>
              <a:gd name="connsiteX482" fmla="*/ 3590475 w 7467600"/>
              <a:gd name="connsiteY482" fmla="*/ 4597974 h 6858000"/>
              <a:gd name="connsiteX483" fmla="*/ 3100264 w 7467600"/>
              <a:gd name="connsiteY483" fmla="*/ 4579845 h 6858000"/>
              <a:gd name="connsiteX484" fmla="*/ 2183576 w 7467600"/>
              <a:gd name="connsiteY484" fmla="*/ 4227150 h 6858000"/>
              <a:gd name="connsiteX485" fmla="*/ 2151029 w 7467600"/>
              <a:gd name="connsiteY485" fmla="*/ 4146947 h 6858000"/>
              <a:gd name="connsiteX486" fmla="*/ 3563434 w 7467600"/>
              <a:gd name="connsiteY486" fmla="*/ 4469115 h 6858000"/>
              <a:gd name="connsiteX487" fmla="*/ 3177952 w 7467600"/>
              <a:gd name="connsiteY487" fmla="*/ 3657386 h 6858000"/>
              <a:gd name="connsiteX488" fmla="*/ 3189263 w 7467600"/>
              <a:gd name="connsiteY488" fmla="*/ 3625726 h 6858000"/>
              <a:gd name="connsiteX489" fmla="*/ 3560912 w 7467600"/>
              <a:gd name="connsiteY489" fmla="*/ 4079863 h 6858000"/>
              <a:gd name="connsiteX490" fmla="*/ 3626636 w 7467600"/>
              <a:gd name="connsiteY490" fmla="*/ 4512230 h 6858000"/>
              <a:gd name="connsiteX491" fmla="*/ 3653088 w 7467600"/>
              <a:gd name="connsiteY491" fmla="*/ 4521417 h 6858000"/>
              <a:gd name="connsiteX492" fmla="*/ 3988128 w 7467600"/>
              <a:gd name="connsiteY492" fmla="*/ 4817267 h 6858000"/>
              <a:gd name="connsiteX493" fmla="*/ 4830582 w 7467600"/>
              <a:gd name="connsiteY493" fmla="*/ 4676000 h 6858000"/>
              <a:gd name="connsiteX494" fmla="*/ 4830100 w 7467600"/>
              <a:gd name="connsiteY494" fmla="*/ 4675554 h 6858000"/>
              <a:gd name="connsiteX495" fmla="*/ 4036318 w 7467600"/>
              <a:gd name="connsiteY495" fmla="*/ 4147013 h 6858000"/>
              <a:gd name="connsiteX496" fmla="*/ 3432098 w 7467600"/>
              <a:gd name="connsiteY496" fmla="*/ 3537312 h 6858000"/>
              <a:gd name="connsiteX497" fmla="*/ 3446761 w 7467600"/>
              <a:gd name="connsiteY497" fmla="*/ 3461278 h 6858000"/>
              <a:gd name="connsiteX498" fmla="*/ 4419733 w 7467600"/>
              <a:gd name="connsiteY498" fmla="*/ 3963555 h 6858000"/>
              <a:gd name="connsiteX499" fmla="*/ 4781371 w 7467600"/>
              <a:gd name="connsiteY499" fmla="*/ 4458604 h 6858000"/>
              <a:gd name="connsiteX500" fmla="*/ 4780440 w 7467600"/>
              <a:gd name="connsiteY500" fmla="*/ 4470290 h 6858000"/>
              <a:gd name="connsiteX501" fmla="*/ 4898954 w 7467600"/>
              <a:gd name="connsiteY501" fmla="*/ 4662092 h 6858000"/>
              <a:gd name="connsiteX502" fmla="*/ 4900699 w 7467600"/>
              <a:gd name="connsiteY502" fmla="*/ 4670867 h 6858000"/>
              <a:gd name="connsiteX503" fmla="*/ 5714511 w 7467600"/>
              <a:gd name="connsiteY503" fmla="*/ 4663483 h 6858000"/>
              <a:gd name="connsiteX504" fmla="*/ 5464793 w 7467600"/>
              <a:gd name="connsiteY504" fmla="*/ 4393556 h 6858000"/>
              <a:gd name="connsiteX505" fmla="*/ 5461897 w 7467600"/>
              <a:gd name="connsiteY505" fmla="*/ 4390879 h 6858000"/>
              <a:gd name="connsiteX506" fmla="*/ 4294126 w 7467600"/>
              <a:gd name="connsiteY506" fmla="*/ 3303048 h 6858000"/>
              <a:gd name="connsiteX507" fmla="*/ 4305321 w 7467600"/>
              <a:gd name="connsiteY507" fmla="*/ 3256953 h 6858000"/>
              <a:gd name="connsiteX508" fmla="*/ 4949299 w 7467600"/>
              <a:gd name="connsiteY508" fmla="*/ 3766336 h 6858000"/>
              <a:gd name="connsiteX509" fmla="*/ 5291452 w 7467600"/>
              <a:gd name="connsiteY509" fmla="*/ 4076801 h 6858000"/>
              <a:gd name="connsiteX510" fmla="*/ 5434998 w 7467600"/>
              <a:gd name="connsiteY510" fmla="*/ 4254100 h 6858000"/>
              <a:gd name="connsiteX511" fmla="*/ 5351015 w 7467600"/>
              <a:gd name="connsiteY511" fmla="*/ 3760989 h 6858000"/>
              <a:gd name="connsiteX512" fmla="*/ 5413780 w 7467600"/>
              <a:gd name="connsiteY512" fmla="*/ 2966265 h 6858000"/>
              <a:gd name="connsiteX513" fmla="*/ 5425627 w 7467600"/>
              <a:gd name="connsiteY513" fmla="*/ 2954192 h 6858000"/>
              <a:gd name="connsiteX514" fmla="*/ 6604735 w 7467600"/>
              <a:gd name="connsiteY514" fmla="*/ 2041381 h 6858000"/>
              <a:gd name="connsiteX515" fmla="*/ 7204487 w 7467600"/>
              <a:gd name="connsiteY515" fmla="*/ 2742112 h 6858000"/>
              <a:gd name="connsiteX516" fmla="*/ 7131592 w 7467600"/>
              <a:gd name="connsiteY516" fmla="*/ 2672096 h 6858000"/>
              <a:gd name="connsiteX517" fmla="*/ 6996344 w 7467600"/>
              <a:gd name="connsiteY517" fmla="*/ 2518310 h 6858000"/>
              <a:gd name="connsiteX518" fmla="*/ 6735495 w 7467600"/>
              <a:gd name="connsiteY518" fmla="*/ 2196890 h 6858000"/>
              <a:gd name="connsiteX519" fmla="*/ 6721901 w 7467600"/>
              <a:gd name="connsiteY519" fmla="*/ 2179274 h 6858000"/>
              <a:gd name="connsiteX520" fmla="*/ 6604735 w 7467600"/>
              <a:gd name="connsiteY520" fmla="*/ 2041381 h 6858000"/>
              <a:gd name="connsiteX521" fmla="*/ 6591670 w 7467600"/>
              <a:gd name="connsiteY521" fmla="*/ 1988277 h 6858000"/>
              <a:gd name="connsiteX522" fmla="*/ 6747349 w 7467600"/>
              <a:gd name="connsiteY522" fmla="*/ 2160069 h 6858000"/>
              <a:gd name="connsiteX523" fmla="*/ 6760943 w 7467600"/>
              <a:gd name="connsiteY523" fmla="*/ 2177686 h 6858000"/>
              <a:gd name="connsiteX524" fmla="*/ 7021065 w 7467600"/>
              <a:gd name="connsiteY524" fmla="*/ 2498102 h 6858000"/>
              <a:gd name="connsiteX525" fmla="*/ 7155223 w 7467600"/>
              <a:gd name="connsiteY525" fmla="*/ 2650386 h 6858000"/>
              <a:gd name="connsiteX526" fmla="*/ 7203167 w 7467600"/>
              <a:gd name="connsiteY526" fmla="*/ 2697288 h 6858000"/>
              <a:gd name="connsiteX527" fmla="*/ 6937703 w 7467600"/>
              <a:gd name="connsiteY527" fmla="*/ 2321981 h 6858000"/>
              <a:gd name="connsiteX528" fmla="*/ 6591670 w 7467600"/>
              <a:gd name="connsiteY528" fmla="*/ 1988277 h 6858000"/>
              <a:gd name="connsiteX529" fmla="*/ 5798671 w 7467600"/>
              <a:gd name="connsiteY529" fmla="*/ 1981601 h 6858000"/>
              <a:gd name="connsiteX530" fmla="*/ 5754709 w 7467600"/>
              <a:gd name="connsiteY530" fmla="*/ 2071454 h 6858000"/>
              <a:gd name="connsiteX531" fmla="*/ 5763044 w 7467600"/>
              <a:gd name="connsiteY531" fmla="*/ 2842206 h 6858000"/>
              <a:gd name="connsiteX532" fmla="*/ 5764974 w 7467600"/>
              <a:gd name="connsiteY532" fmla="*/ 2799609 h 6858000"/>
              <a:gd name="connsiteX533" fmla="*/ 5767665 w 7467600"/>
              <a:gd name="connsiteY533" fmla="*/ 2666409 h 6858000"/>
              <a:gd name="connsiteX534" fmla="*/ 5763055 w 7467600"/>
              <a:gd name="connsiteY534" fmla="*/ 2579705 h 6858000"/>
              <a:gd name="connsiteX535" fmla="*/ 5758079 w 7467600"/>
              <a:gd name="connsiteY535" fmla="*/ 2492508 h 6858000"/>
              <a:gd name="connsiteX536" fmla="*/ 5779325 w 7467600"/>
              <a:gd name="connsiteY536" fmla="*/ 2197069 h 6858000"/>
              <a:gd name="connsiteX537" fmla="*/ 5798671 w 7467600"/>
              <a:gd name="connsiteY537" fmla="*/ 1981601 h 6858000"/>
              <a:gd name="connsiteX538" fmla="*/ 5829202 w 7467600"/>
              <a:gd name="connsiteY538" fmla="*/ 1971679 h 6858000"/>
              <a:gd name="connsiteX539" fmla="*/ 5809558 w 7467600"/>
              <a:gd name="connsiteY539" fmla="*/ 2198043 h 6858000"/>
              <a:gd name="connsiteX540" fmla="*/ 5788653 w 7467600"/>
              <a:gd name="connsiteY540" fmla="*/ 2489430 h 6858000"/>
              <a:gd name="connsiteX541" fmla="*/ 5793439 w 7467600"/>
              <a:gd name="connsiteY541" fmla="*/ 2575235 h 6858000"/>
              <a:gd name="connsiteX542" fmla="*/ 5796837 w 7467600"/>
              <a:gd name="connsiteY542" fmla="*/ 2637633 h 6858000"/>
              <a:gd name="connsiteX543" fmla="*/ 5818614 w 7467600"/>
              <a:gd name="connsiteY543" fmla="*/ 2473055 h 6858000"/>
              <a:gd name="connsiteX544" fmla="*/ 5829202 w 7467600"/>
              <a:gd name="connsiteY544" fmla="*/ 1971679 h 6858000"/>
              <a:gd name="connsiteX545" fmla="*/ 5911389 w 7467600"/>
              <a:gd name="connsiteY545" fmla="*/ 1898371 h 6858000"/>
              <a:gd name="connsiteX546" fmla="*/ 6237627 w 7467600"/>
              <a:gd name="connsiteY546" fmla="*/ 2231921 h 6858000"/>
              <a:gd name="connsiteX547" fmla="*/ 5911389 w 7467600"/>
              <a:gd name="connsiteY547" fmla="*/ 1898371 h 6858000"/>
              <a:gd name="connsiteX548" fmla="*/ 6944437 w 7467600"/>
              <a:gd name="connsiteY548" fmla="*/ 1575402 h 6858000"/>
              <a:gd name="connsiteX549" fmla="*/ 6304730 w 7467600"/>
              <a:gd name="connsiteY549" fmla="*/ 1766654 h 6858000"/>
              <a:gd name="connsiteX550" fmla="*/ 6944437 w 7467600"/>
              <a:gd name="connsiteY550" fmla="*/ 1575402 h 6858000"/>
              <a:gd name="connsiteX551" fmla="*/ 7019523 w 7467600"/>
              <a:gd name="connsiteY551" fmla="*/ 1519450 h 6858000"/>
              <a:gd name="connsiteX552" fmla="*/ 6298091 w 7467600"/>
              <a:gd name="connsiteY552" fmla="*/ 1737122 h 6858000"/>
              <a:gd name="connsiteX553" fmla="*/ 7019523 w 7467600"/>
              <a:gd name="connsiteY553" fmla="*/ 1519450 h 6858000"/>
              <a:gd name="connsiteX554" fmla="*/ 2399523 w 7467600"/>
              <a:gd name="connsiteY554" fmla="*/ 1428234 h 6858000"/>
              <a:gd name="connsiteX555" fmla="*/ 2224982 w 7467600"/>
              <a:gd name="connsiteY555" fmla="*/ 1826201 h 6858000"/>
              <a:gd name="connsiteX556" fmla="*/ 2096099 w 7467600"/>
              <a:gd name="connsiteY556" fmla="*/ 2345900 h 6858000"/>
              <a:gd name="connsiteX557" fmla="*/ 2283317 w 7467600"/>
              <a:gd name="connsiteY557" fmla="*/ 1796925 h 6858000"/>
              <a:gd name="connsiteX558" fmla="*/ 2399523 w 7467600"/>
              <a:gd name="connsiteY558" fmla="*/ 1428234 h 6858000"/>
              <a:gd name="connsiteX559" fmla="*/ 2448558 w 7467600"/>
              <a:gd name="connsiteY559" fmla="*/ 1373435 h 6858000"/>
              <a:gd name="connsiteX560" fmla="*/ 2312521 w 7467600"/>
              <a:gd name="connsiteY560" fmla="*/ 1806140 h 6858000"/>
              <a:gd name="connsiteX561" fmla="*/ 2127533 w 7467600"/>
              <a:gd name="connsiteY561" fmla="*/ 2348380 h 6858000"/>
              <a:gd name="connsiteX562" fmla="*/ 2358080 w 7467600"/>
              <a:gd name="connsiteY562" fmla="*/ 1866134 h 6858000"/>
              <a:gd name="connsiteX563" fmla="*/ 2407436 w 7467600"/>
              <a:gd name="connsiteY563" fmla="*/ 1651070 h 6858000"/>
              <a:gd name="connsiteX564" fmla="*/ 2448558 w 7467600"/>
              <a:gd name="connsiteY564" fmla="*/ 1373435 h 6858000"/>
              <a:gd name="connsiteX565" fmla="*/ 278707 w 7467600"/>
              <a:gd name="connsiteY565" fmla="*/ 1352270 h 6858000"/>
              <a:gd name="connsiteX566" fmla="*/ 321570 w 7467600"/>
              <a:gd name="connsiteY566" fmla="*/ 1861610 h 6858000"/>
              <a:gd name="connsiteX567" fmla="*/ 294281 w 7467600"/>
              <a:gd name="connsiteY567" fmla="*/ 1440658 h 6858000"/>
              <a:gd name="connsiteX568" fmla="*/ 278707 w 7467600"/>
              <a:gd name="connsiteY568" fmla="*/ 1352270 h 6858000"/>
              <a:gd name="connsiteX569" fmla="*/ 1423821 w 7467600"/>
              <a:gd name="connsiteY569" fmla="*/ 1351958 h 6858000"/>
              <a:gd name="connsiteX570" fmla="*/ 1638521 w 7467600"/>
              <a:gd name="connsiteY570" fmla="*/ 1908470 h 6858000"/>
              <a:gd name="connsiteX571" fmla="*/ 1754199 w 7467600"/>
              <a:gd name="connsiteY571" fmla="*/ 2149284 h 6858000"/>
              <a:gd name="connsiteX572" fmla="*/ 1908359 w 7467600"/>
              <a:gd name="connsiteY572" fmla="*/ 2364988 h 6858000"/>
              <a:gd name="connsiteX573" fmla="*/ 1647661 w 7467600"/>
              <a:gd name="connsiteY573" fmla="*/ 1825945 h 6858000"/>
              <a:gd name="connsiteX574" fmla="*/ 1423821 w 7467600"/>
              <a:gd name="connsiteY574" fmla="*/ 1351958 h 6858000"/>
              <a:gd name="connsiteX575" fmla="*/ 1431890 w 7467600"/>
              <a:gd name="connsiteY575" fmla="*/ 1306475 h 6858000"/>
              <a:gd name="connsiteX576" fmla="*/ 1507597 w 7467600"/>
              <a:gd name="connsiteY576" fmla="*/ 1446132 h 6858000"/>
              <a:gd name="connsiteX577" fmla="*/ 1674586 w 7467600"/>
              <a:gd name="connsiteY577" fmla="*/ 1813832 h 6858000"/>
              <a:gd name="connsiteX578" fmla="*/ 1815950 w 7467600"/>
              <a:gd name="connsiteY578" fmla="*/ 2128564 h 6858000"/>
              <a:gd name="connsiteX579" fmla="*/ 1984242 w 7467600"/>
              <a:gd name="connsiteY579" fmla="*/ 2430829 h 6858000"/>
              <a:gd name="connsiteX580" fmla="*/ 2014023 w 7467600"/>
              <a:gd name="connsiteY580" fmla="*/ 2450995 h 6858000"/>
              <a:gd name="connsiteX581" fmla="*/ 1747337 w 7467600"/>
              <a:gd name="connsiteY581" fmla="*/ 1855264 h 6858000"/>
              <a:gd name="connsiteX582" fmla="*/ 1533749 w 7467600"/>
              <a:gd name="connsiteY582" fmla="*/ 1478656 h 6858000"/>
              <a:gd name="connsiteX583" fmla="*/ 1431890 w 7467600"/>
              <a:gd name="connsiteY583" fmla="*/ 1306475 h 6858000"/>
              <a:gd name="connsiteX584" fmla="*/ 5052692 w 7467600"/>
              <a:gd name="connsiteY584" fmla="*/ 1292994 h 6858000"/>
              <a:gd name="connsiteX585" fmla="*/ 5200661 w 7467600"/>
              <a:gd name="connsiteY585" fmla="*/ 1635186 h 6858000"/>
              <a:gd name="connsiteX586" fmla="*/ 5297138 w 7467600"/>
              <a:gd name="connsiteY586" fmla="*/ 1906351 h 6858000"/>
              <a:gd name="connsiteX587" fmla="*/ 5052692 w 7467600"/>
              <a:gd name="connsiteY587" fmla="*/ 1292994 h 6858000"/>
              <a:gd name="connsiteX588" fmla="*/ 5009948 w 7467600"/>
              <a:gd name="connsiteY588" fmla="*/ 1273619 h 6858000"/>
              <a:gd name="connsiteX589" fmla="*/ 5121777 w 7467600"/>
              <a:gd name="connsiteY589" fmla="*/ 1654213 h 6858000"/>
              <a:gd name="connsiteX590" fmla="*/ 5293545 w 7467600"/>
              <a:gd name="connsiteY590" fmla="*/ 2072247 h 6858000"/>
              <a:gd name="connsiteX591" fmla="*/ 5294042 w 7467600"/>
              <a:gd name="connsiteY591" fmla="*/ 2065019 h 6858000"/>
              <a:gd name="connsiteX592" fmla="*/ 5171936 w 7467600"/>
              <a:gd name="connsiteY592" fmla="*/ 1647613 h 6858000"/>
              <a:gd name="connsiteX593" fmla="*/ 5009948 w 7467600"/>
              <a:gd name="connsiteY593" fmla="*/ 1273619 h 6858000"/>
              <a:gd name="connsiteX594" fmla="*/ 655236 w 7467600"/>
              <a:gd name="connsiteY594" fmla="*/ 1268632 h 6858000"/>
              <a:gd name="connsiteX595" fmla="*/ 839521 w 7467600"/>
              <a:gd name="connsiteY595" fmla="*/ 1685315 h 6858000"/>
              <a:gd name="connsiteX596" fmla="*/ 1109416 w 7467600"/>
              <a:gd name="connsiteY596" fmla="*/ 2061663 h 6858000"/>
              <a:gd name="connsiteX597" fmla="*/ 1298300 w 7467600"/>
              <a:gd name="connsiteY597" fmla="*/ 2247742 h 6858000"/>
              <a:gd name="connsiteX598" fmla="*/ 1125871 w 7467600"/>
              <a:gd name="connsiteY598" fmla="*/ 1989513 h 6858000"/>
              <a:gd name="connsiteX599" fmla="*/ 981574 w 7467600"/>
              <a:gd name="connsiteY599" fmla="*/ 1783157 h 6858000"/>
              <a:gd name="connsiteX600" fmla="*/ 922198 w 7467600"/>
              <a:gd name="connsiteY600" fmla="*/ 1677437 h 6858000"/>
              <a:gd name="connsiteX601" fmla="*/ 869293 w 7467600"/>
              <a:gd name="connsiteY601" fmla="*/ 1583214 h 6858000"/>
              <a:gd name="connsiteX602" fmla="*/ 751431 w 7467600"/>
              <a:gd name="connsiteY602" fmla="*/ 1405731 h 6858000"/>
              <a:gd name="connsiteX603" fmla="*/ 655236 w 7467600"/>
              <a:gd name="connsiteY603" fmla="*/ 1268632 h 6858000"/>
              <a:gd name="connsiteX604" fmla="*/ 6516292 w 7467600"/>
              <a:gd name="connsiteY604" fmla="*/ 1263064 h 6858000"/>
              <a:gd name="connsiteX605" fmla="*/ 5736320 w 7467600"/>
              <a:gd name="connsiteY605" fmla="*/ 1501803 h 6858000"/>
              <a:gd name="connsiteX606" fmla="*/ 6516292 w 7467600"/>
              <a:gd name="connsiteY606" fmla="*/ 1263064 h 6858000"/>
              <a:gd name="connsiteX607" fmla="*/ 291466 w 7467600"/>
              <a:gd name="connsiteY607" fmla="*/ 1250369 h 6858000"/>
              <a:gd name="connsiteX608" fmla="*/ 323180 w 7467600"/>
              <a:gd name="connsiteY608" fmla="*/ 1435283 h 6858000"/>
              <a:gd name="connsiteX609" fmla="*/ 349381 w 7467600"/>
              <a:gd name="connsiteY609" fmla="*/ 1875041 h 6858000"/>
              <a:gd name="connsiteX610" fmla="*/ 374363 w 7467600"/>
              <a:gd name="connsiteY610" fmla="*/ 1506494 h 6858000"/>
              <a:gd name="connsiteX611" fmla="*/ 302168 w 7467600"/>
              <a:gd name="connsiteY611" fmla="*/ 1274495 h 6858000"/>
              <a:gd name="connsiteX612" fmla="*/ 291466 w 7467600"/>
              <a:gd name="connsiteY612" fmla="*/ 1250369 h 6858000"/>
              <a:gd name="connsiteX613" fmla="*/ 678222 w 7467600"/>
              <a:gd name="connsiteY613" fmla="*/ 1248670 h 6858000"/>
              <a:gd name="connsiteX614" fmla="*/ 775536 w 7467600"/>
              <a:gd name="connsiteY614" fmla="*/ 1388015 h 6858000"/>
              <a:gd name="connsiteX615" fmla="*/ 894529 w 7467600"/>
              <a:gd name="connsiteY615" fmla="*/ 1567739 h 6858000"/>
              <a:gd name="connsiteX616" fmla="*/ 948000 w 7467600"/>
              <a:gd name="connsiteY616" fmla="*/ 1663088 h 6858000"/>
              <a:gd name="connsiteX617" fmla="*/ 1006812 w 7467600"/>
              <a:gd name="connsiteY617" fmla="*/ 1767683 h 6858000"/>
              <a:gd name="connsiteX618" fmla="*/ 1149133 w 7467600"/>
              <a:gd name="connsiteY618" fmla="*/ 1971513 h 6858000"/>
              <a:gd name="connsiteX619" fmla="*/ 1333952 w 7467600"/>
              <a:gd name="connsiteY619" fmla="*/ 2251620 h 6858000"/>
              <a:gd name="connsiteX620" fmla="*/ 1337329 w 7467600"/>
              <a:gd name="connsiteY620" fmla="*/ 2258350 h 6858000"/>
              <a:gd name="connsiteX621" fmla="*/ 1014726 w 7467600"/>
              <a:gd name="connsiteY621" fmla="*/ 1615556 h 6858000"/>
              <a:gd name="connsiteX622" fmla="*/ 678222 w 7467600"/>
              <a:gd name="connsiteY622" fmla="*/ 1248670 h 6858000"/>
              <a:gd name="connsiteX623" fmla="*/ 6691602 w 7467600"/>
              <a:gd name="connsiteY623" fmla="*/ 1140573 h 6858000"/>
              <a:gd name="connsiteX624" fmla="*/ 6571100 w 7467600"/>
              <a:gd name="connsiteY624" fmla="*/ 1183662 h 6858000"/>
              <a:gd name="connsiteX625" fmla="*/ 6241687 w 7467600"/>
              <a:gd name="connsiteY625" fmla="*/ 1257600 h 6858000"/>
              <a:gd name="connsiteX626" fmla="*/ 5693009 w 7467600"/>
              <a:gd name="connsiteY626" fmla="*/ 1478256 h 6858000"/>
              <a:gd name="connsiteX627" fmla="*/ 6548420 w 7467600"/>
              <a:gd name="connsiteY627" fmla="*/ 1214599 h 6858000"/>
              <a:gd name="connsiteX628" fmla="*/ 6605473 w 7467600"/>
              <a:gd name="connsiteY628" fmla="*/ 1184686 h 6858000"/>
              <a:gd name="connsiteX629" fmla="*/ 6691602 w 7467600"/>
              <a:gd name="connsiteY629" fmla="*/ 1140573 h 6858000"/>
              <a:gd name="connsiteX630" fmla="*/ 4002475 w 7467600"/>
              <a:gd name="connsiteY630" fmla="*/ 1037802 h 6858000"/>
              <a:gd name="connsiteX631" fmla="*/ 4000324 w 7467600"/>
              <a:gd name="connsiteY631" fmla="*/ 1039362 h 6858000"/>
              <a:gd name="connsiteX632" fmla="*/ 4002862 w 7467600"/>
              <a:gd name="connsiteY632" fmla="*/ 1042866 h 6858000"/>
              <a:gd name="connsiteX633" fmla="*/ 4002475 w 7467600"/>
              <a:gd name="connsiteY633" fmla="*/ 1037802 h 6858000"/>
              <a:gd name="connsiteX634" fmla="*/ 506322 w 7467600"/>
              <a:gd name="connsiteY634" fmla="*/ 1020997 h 6858000"/>
              <a:gd name="connsiteX635" fmla="*/ 533068 w 7467600"/>
              <a:gd name="connsiteY635" fmla="*/ 1029409 h 6858000"/>
              <a:gd name="connsiteX636" fmla="*/ 1232525 w 7467600"/>
              <a:gd name="connsiteY636" fmla="*/ 1804675 h 6858000"/>
              <a:gd name="connsiteX637" fmla="*/ 1388858 w 7467600"/>
              <a:gd name="connsiteY637" fmla="*/ 2368011 h 6858000"/>
              <a:gd name="connsiteX638" fmla="*/ 1384098 w 7467600"/>
              <a:gd name="connsiteY638" fmla="*/ 2378125 h 6858000"/>
              <a:gd name="connsiteX639" fmla="*/ 1425393 w 7467600"/>
              <a:gd name="connsiteY639" fmla="*/ 2589124 h 6858000"/>
              <a:gd name="connsiteX640" fmla="*/ 1424001 w 7467600"/>
              <a:gd name="connsiteY640" fmla="*/ 2597541 h 6858000"/>
              <a:gd name="connsiteX641" fmla="*/ 2152729 w 7467600"/>
              <a:gd name="connsiteY641" fmla="*/ 2864487 h 6858000"/>
              <a:gd name="connsiteX642" fmla="*/ 2020609 w 7467600"/>
              <a:gd name="connsiteY642" fmla="*/ 2539671 h 6858000"/>
              <a:gd name="connsiteX643" fmla="*/ 2018920 w 7467600"/>
              <a:gd name="connsiteY643" fmla="*/ 2536309 h 6858000"/>
              <a:gd name="connsiteX644" fmla="*/ 1342441 w 7467600"/>
              <a:gd name="connsiteY644" fmla="*/ 1173017 h 6858000"/>
              <a:gd name="connsiteX645" fmla="*/ 1367925 w 7467600"/>
              <a:gd name="connsiteY645" fmla="*/ 1135648 h 6858000"/>
              <a:gd name="connsiteX646" fmla="*/ 1771401 w 7467600"/>
              <a:gd name="connsiteY646" fmla="*/ 1806673 h 6858000"/>
              <a:gd name="connsiteX647" fmla="*/ 1972385 w 7467600"/>
              <a:gd name="connsiteY647" fmla="*/ 2198735 h 6858000"/>
              <a:gd name="connsiteX648" fmla="*/ 2040892 w 7467600"/>
              <a:gd name="connsiteY648" fmla="*/ 2405205 h 6858000"/>
              <a:gd name="connsiteX649" fmla="*/ 2131689 w 7467600"/>
              <a:gd name="connsiteY649" fmla="*/ 1936926 h 6858000"/>
              <a:gd name="connsiteX650" fmla="*/ 2454820 w 7467600"/>
              <a:gd name="connsiteY650" fmla="*/ 1248808 h 6858000"/>
              <a:gd name="connsiteX651" fmla="*/ 2492512 w 7467600"/>
              <a:gd name="connsiteY651" fmla="*/ 1302920 h 6858000"/>
              <a:gd name="connsiteX652" fmla="*/ 2081216 w 7467600"/>
              <a:gd name="connsiteY652" fmla="*/ 2527513 h 6858000"/>
              <a:gd name="connsiteX653" fmla="*/ 2081211 w 7467600"/>
              <a:gd name="connsiteY653" fmla="*/ 2528916 h 6858000"/>
              <a:gd name="connsiteX654" fmla="*/ 2199067 w 7467600"/>
              <a:gd name="connsiteY654" fmla="*/ 2884061 h 6858000"/>
              <a:gd name="connsiteX655" fmla="*/ 3192586 w 7467600"/>
              <a:gd name="connsiteY655" fmla="*/ 3411496 h 6858000"/>
              <a:gd name="connsiteX656" fmla="*/ 3182620 w 7467600"/>
              <a:gd name="connsiteY656" fmla="*/ 3483279 h 6858000"/>
              <a:gd name="connsiteX657" fmla="*/ 2435119 w 7467600"/>
              <a:gd name="connsiteY657" fmla="*/ 3080173 h 6858000"/>
              <a:gd name="connsiteX658" fmla="*/ 2410152 w 7467600"/>
              <a:gd name="connsiteY658" fmla="*/ 3063751 h 6858000"/>
              <a:gd name="connsiteX659" fmla="*/ 2408099 w 7467600"/>
              <a:gd name="connsiteY659" fmla="*/ 3064403 h 6858000"/>
              <a:gd name="connsiteX660" fmla="*/ 2407218 w 7467600"/>
              <a:gd name="connsiteY660" fmla="*/ 3070324 h 6858000"/>
              <a:gd name="connsiteX661" fmla="*/ 2380138 w 7467600"/>
              <a:gd name="connsiteY661" fmla="*/ 3099341 h 6858000"/>
              <a:gd name="connsiteX662" fmla="*/ 1765923 w 7467600"/>
              <a:gd name="connsiteY662" fmla="*/ 3581043 h 6858000"/>
              <a:gd name="connsiteX663" fmla="*/ 1702258 w 7467600"/>
              <a:gd name="connsiteY663" fmla="*/ 3612286 h 6858000"/>
              <a:gd name="connsiteX664" fmla="*/ 1538370 w 7467600"/>
              <a:gd name="connsiteY664" fmla="*/ 3811804 h 6858000"/>
              <a:gd name="connsiteX665" fmla="*/ 542867 w 7467600"/>
              <a:gd name="connsiteY665" fmla="*/ 4944092 h 6858000"/>
              <a:gd name="connsiteX666" fmla="*/ 515800 w 7467600"/>
              <a:gd name="connsiteY666" fmla="*/ 4862180 h 6858000"/>
              <a:gd name="connsiteX667" fmla="*/ 909145 w 7467600"/>
              <a:gd name="connsiteY667" fmla="*/ 4199225 h 6858000"/>
              <a:gd name="connsiteX668" fmla="*/ 1214067 w 7467600"/>
              <a:gd name="connsiteY668" fmla="*/ 3908561 h 6858000"/>
              <a:gd name="connsiteX669" fmla="*/ 640967 w 7467600"/>
              <a:gd name="connsiteY669" fmla="*/ 4105601 h 6858000"/>
              <a:gd name="connsiteX670" fmla="*/ 112563 w 7467600"/>
              <a:gd name="connsiteY670" fmla="*/ 4396952 h 6858000"/>
              <a:gd name="connsiteX671" fmla="*/ 0 w 7467600"/>
              <a:gd name="connsiteY671" fmla="*/ 4466006 h 6858000"/>
              <a:gd name="connsiteX672" fmla="*/ 0 w 7467600"/>
              <a:gd name="connsiteY672" fmla="*/ 4233763 h 6858000"/>
              <a:gd name="connsiteX673" fmla="*/ 36881 w 7467600"/>
              <a:gd name="connsiteY673" fmla="*/ 4200118 h 6858000"/>
              <a:gd name="connsiteX674" fmla="*/ 910534 w 7467600"/>
              <a:gd name="connsiteY674" fmla="*/ 3629753 h 6858000"/>
              <a:gd name="connsiteX675" fmla="*/ 1578717 w 7467600"/>
              <a:gd name="connsiteY675" fmla="*/ 3575982 h 6858000"/>
              <a:gd name="connsiteX676" fmla="*/ 2338780 w 7467600"/>
              <a:gd name="connsiteY676" fmla="*/ 3033725 h 6858000"/>
              <a:gd name="connsiteX677" fmla="*/ 1807991 w 7467600"/>
              <a:gd name="connsiteY677" fmla="*/ 2807184 h 6858000"/>
              <a:gd name="connsiteX678" fmla="*/ 1416358 w 7467600"/>
              <a:gd name="connsiteY678" fmla="*/ 3112571 h 6858000"/>
              <a:gd name="connsiteX679" fmla="*/ 939066 w 7467600"/>
              <a:gd name="connsiteY679" fmla="*/ 3378798 h 6858000"/>
              <a:gd name="connsiteX680" fmla="*/ 115099 w 7467600"/>
              <a:gd name="connsiteY680" fmla="*/ 3607650 h 6858000"/>
              <a:gd name="connsiteX681" fmla="*/ 97284 w 7467600"/>
              <a:gd name="connsiteY681" fmla="*/ 3520393 h 6858000"/>
              <a:gd name="connsiteX682" fmla="*/ 922050 w 7467600"/>
              <a:gd name="connsiteY682" fmla="*/ 3074867 h 6858000"/>
              <a:gd name="connsiteX683" fmla="*/ 1405265 w 7467600"/>
              <a:gd name="connsiteY683" fmla="*/ 3016319 h 6858000"/>
              <a:gd name="connsiteX684" fmla="*/ 1407512 w 7467600"/>
              <a:gd name="connsiteY684" fmla="*/ 3018001 h 6858000"/>
              <a:gd name="connsiteX685" fmla="*/ 1726266 w 7467600"/>
              <a:gd name="connsiteY685" fmla="*/ 2777274 h 6858000"/>
              <a:gd name="connsiteX686" fmla="*/ 625390 w 7467600"/>
              <a:gd name="connsiteY686" fmla="*/ 2514541 h 6858000"/>
              <a:gd name="connsiteX687" fmla="*/ 619799 w 7467600"/>
              <a:gd name="connsiteY687" fmla="*/ 2527180 h 6858000"/>
              <a:gd name="connsiteX688" fmla="*/ 310030 w 7467600"/>
              <a:gd name="connsiteY688" fmla="*/ 2771818 h 6858000"/>
              <a:gd name="connsiteX689" fmla="*/ 173877 w 7467600"/>
              <a:gd name="connsiteY689" fmla="*/ 2937056 h 6858000"/>
              <a:gd name="connsiteX690" fmla="*/ 77889 w 7467600"/>
              <a:gd name="connsiteY690" fmla="*/ 3138440 h 6858000"/>
              <a:gd name="connsiteX691" fmla="*/ 0 w 7467600"/>
              <a:gd name="connsiteY691" fmla="*/ 3271395 h 6858000"/>
              <a:gd name="connsiteX692" fmla="*/ 0 w 7467600"/>
              <a:gd name="connsiteY692" fmla="*/ 3153002 h 6858000"/>
              <a:gd name="connsiteX693" fmla="*/ 2386 w 7467600"/>
              <a:gd name="connsiteY693" fmla="*/ 3149203 h 6858000"/>
              <a:gd name="connsiteX694" fmla="*/ 89753 w 7467600"/>
              <a:gd name="connsiteY694" fmla="*/ 2987702 h 6858000"/>
              <a:gd name="connsiteX695" fmla="*/ 76869 w 7467600"/>
              <a:gd name="connsiteY695" fmla="*/ 3005404 h 6858000"/>
              <a:gd name="connsiteX696" fmla="*/ 32049 w 7467600"/>
              <a:gd name="connsiteY696" fmla="*/ 3065814 h 6858000"/>
              <a:gd name="connsiteX697" fmla="*/ 0 w 7467600"/>
              <a:gd name="connsiteY697" fmla="*/ 3108744 h 6858000"/>
              <a:gd name="connsiteX698" fmla="*/ 0 w 7467600"/>
              <a:gd name="connsiteY698" fmla="*/ 3058059 h 6858000"/>
              <a:gd name="connsiteX699" fmla="*/ 7610 w 7467600"/>
              <a:gd name="connsiteY699" fmla="*/ 3047889 h 6858000"/>
              <a:gd name="connsiteX700" fmla="*/ 52419 w 7467600"/>
              <a:gd name="connsiteY700" fmla="*/ 2987479 h 6858000"/>
              <a:gd name="connsiteX701" fmla="*/ 59142 w 7467600"/>
              <a:gd name="connsiteY701" fmla="*/ 2978488 h 6858000"/>
              <a:gd name="connsiteX702" fmla="*/ 0 w 7467600"/>
              <a:gd name="connsiteY702" fmla="*/ 3015334 h 6858000"/>
              <a:gd name="connsiteX703" fmla="*/ 0 w 7467600"/>
              <a:gd name="connsiteY703" fmla="*/ 2914286 h 6858000"/>
              <a:gd name="connsiteX704" fmla="*/ 36383 w 7467600"/>
              <a:gd name="connsiteY704" fmla="*/ 2901128 h 6858000"/>
              <a:gd name="connsiteX705" fmla="*/ 156329 w 7467600"/>
              <a:gd name="connsiteY705" fmla="*/ 2840533 h 6858000"/>
              <a:gd name="connsiteX706" fmla="*/ 358355 w 7467600"/>
              <a:gd name="connsiteY706" fmla="*/ 2620471 h 6858000"/>
              <a:gd name="connsiteX707" fmla="*/ 510577 w 7467600"/>
              <a:gd name="connsiteY707" fmla="*/ 2501244 h 6858000"/>
              <a:gd name="connsiteX708" fmla="*/ 211967 w 7467600"/>
              <a:gd name="connsiteY708" fmla="*/ 2479171 h 6858000"/>
              <a:gd name="connsiteX709" fmla="*/ 0 w 7467600"/>
              <a:gd name="connsiteY709" fmla="*/ 2476398 h 6858000"/>
              <a:gd name="connsiteX710" fmla="*/ 0 w 7467600"/>
              <a:gd name="connsiteY710" fmla="*/ 2389189 h 6858000"/>
              <a:gd name="connsiteX711" fmla="*/ 103062 w 7467600"/>
              <a:gd name="connsiteY711" fmla="*/ 2389518 h 6858000"/>
              <a:gd name="connsiteX712" fmla="*/ 510734 w 7467600"/>
              <a:gd name="connsiteY712" fmla="*/ 2416201 h 6858000"/>
              <a:gd name="connsiteX713" fmla="*/ 279257 w 7467600"/>
              <a:gd name="connsiteY713" fmla="*/ 2092102 h 6858000"/>
              <a:gd name="connsiteX714" fmla="*/ 65265 w 7467600"/>
              <a:gd name="connsiteY714" fmla="*/ 2006049 h 6858000"/>
              <a:gd name="connsiteX715" fmla="*/ 0 w 7467600"/>
              <a:gd name="connsiteY715" fmla="*/ 1982532 h 6858000"/>
              <a:gd name="connsiteX716" fmla="*/ 0 w 7467600"/>
              <a:gd name="connsiteY716" fmla="*/ 1912789 h 6858000"/>
              <a:gd name="connsiteX717" fmla="*/ 97460 w 7467600"/>
              <a:gd name="connsiteY717" fmla="*/ 1953725 h 6858000"/>
              <a:gd name="connsiteX718" fmla="*/ 221272 w 7467600"/>
              <a:gd name="connsiteY718" fmla="*/ 1980766 h 6858000"/>
              <a:gd name="connsiteX719" fmla="*/ 116765 w 7467600"/>
              <a:gd name="connsiteY719" fmla="*/ 1911033 h 6858000"/>
              <a:gd name="connsiteX720" fmla="*/ 16405 w 7467600"/>
              <a:gd name="connsiteY720" fmla="*/ 1803412 h 6858000"/>
              <a:gd name="connsiteX721" fmla="*/ 0 w 7467600"/>
              <a:gd name="connsiteY721" fmla="*/ 1784777 h 6858000"/>
              <a:gd name="connsiteX722" fmla="*/ 0 w 7467600"/>
              <a:gd name="connsiteY722" fmla="*/ 1740082 h 6858000"/>
              <a:gd name="connsiteX723" fmla="*/ 39394 w 7467600"/>
              <a:gd name="connsiteY723" fmla="*/ 1784856 h 6858000"/>
              <a:gd name="connsiteX724" fmla="*/ 135813 w 7467600"/>
              <a:gd name="connsiteY724" fmla="*/ 1888838 h 6858000"/>
              <a:gd name="connsiteX725" fmla="*/ 242575 w 7467600"/>
              <a:gd name="connsiteY725" fmla="*/ 1958841 h 6858000"/>
              <a:gd name="connsiteX726" fmla="*/ 82197 w 7467600"/>
              <a:gd name="connsiteY726" fmla="*/ 1754826 h 6858000"/>
              <a:gd name="connsiteX727" fmla="*/ 0 w 7467600"/>
              <a:gd name="connsiteY727" fmla="*/ 1679650 h 6858000"/>
              <a:gd name="connsiteX728" fmla="*/ 0 w 7467600"/>
              <a:gd name="connsiteY728" fmla="*/ 1602463 h 6858000"/>
              <a:gd name="connsiteX729" fmla="*/ 84689 w 7467600"/>
              <a:gd name="connsiteY729" fmla="*/ 1677442 h 6858000"/>
              <a:gd name="connsiteX730" fmla="*/ 298437 w 7467600"/>
              <a:gd name="connsiteY730" fmla="*/ 1968019 h 6858000"/>
              <a:gd name="connsiteX731" fmla="*/ 227269 w 7467600"/>
              <a:gd name="connsiteY731" fmla="*/ 1114064 h 6858000"/>
              <a:gd name="connsiteX732" fmla="*/ 248003 w 7467600"/>
              <a:gd name="connsiteY732" fmla="*/ 1089613 h 6858000"/>
              <a:gd name="connsiteX733" fmla="*/ 427020 w 7467600"/>
              <a:gd name="connsiteY733" fmla="*/ 1619803 h 6858000"/>
              <a:gd name="connsiteX734" fmla="*/ 340345 w 7467600"/>
              <a:gd name="connsiteY734" fmla="*/ 2027739 h 6858000"/>
              <a:gd name="connsiteX735" fmla="*/ 360865 w 7467600"/>
              <a:gd name="connsiteY735" fmla="*/ 2044827 h 6858000"/>
              <a:gd name="connsiteX736" fmla="*/ 560414 w 7467600"/>
              <a:gd name="connsiteY736" fmla="*/ 2421457 h 6858000"/>
              <a:gd name="connsiteX737" fmla="*/ 1359703 w 7467600"/>
              <a:gd name="connsiteY737" fmla="*/ 2578554 h 6858000"/>
              <a:gd name="connsiteX738" fmla="*/ 1359422 w 7467600"/>
              <a:gd name="connsiteY738" fmla="*/ 2577994 h 6858000"/>
              <a:gd name="connsiteX739" fmla="*/ 828701 w 7467600"/>
              <a:gd name="connsiteY739" fmla="*/ 1839520 h 6858000"/>
              <a:gd name="connsiteX740" fmla="*/ 494427 w 7467600"/>
              <a:gd name="connsiteY740" fmla="*/ 1092333 h 6858000"/>
              <a:gd name="connsiteX741" fmla="*/ 506322 w 7467600"/>
              <a:gd name="connsiteY741" fmla="*/ 1020997 h 6858000"/>
              <a:gd name="connsiteX742" fmla="*/ 4570198 w 7467600"/>
              <a:gd name="connsiteY742" fmla="*/ 978081 h 6858000"/>
              <a:gd name="connsiteX743" fmla="*/ 4523691 w 7467600"/>
              <a:gd name="connsiteY743" fmla="*/ 1127776 h 6858000"/>
              <a:gd name="connsiteX744" fmla="*/ 4509875 w 7467600"/>
              <a:gd name="connsiteY744" fmla="*/ 1167552 h 6858000"/>
              <a:gd name="connsiteX745" fmla="*/ 4478168 w 7467600"/>
              <a:gd name="connsiteY745" fmla="*/ 1260735 h 6858000"/>
              <a:gd name="connsiteX746" fmla="*/ 4409309 w 7467600"/>
              <a:gd name="connsiteY746" fmla="*/ 1666996 h 6858000"/>
              <a:gd name="connsiteX747" fmla="*/ 4370031 w 7467600"/>
              <a:gd name="connsiteY747" fmla="*/ 1955666 h 6858000"/>
              <a:gd name="connsiteX748" fmla="*/ 4570198 w 7467600"/>
              <a:gd name="connsiteY748" fmla="*/ 978081 h 6858000"/>
              <a:gd name="connsiteX749" fmla="*/ 4557898 w 7467600"/>
              <a:gd name="connsiteY749" fmla="*/ 900011 h 6858000"/>
              <a:gd name="connsiteX750" fmla="*/ 4344840 w 7467600"/>
              <a:gd name="connsiteY750" fmla="*/ 1922038 h 6858000"/>
              <a:gd name="connsiteX751" fmla="*/ 4378710 w 7467600"/>
              <a:gd name="connsiteY751" fmla="*/ 1665516 h 6858000"/>
              <a:gd name="connsiteX752" fmla="*/ 4448798 w 7467600"/>
              <a:gd name="connsiteY752" fmla="*/ 1253024 h 6858000"/>
              <a:gd name="connsiteX753" fmla="*/ 4480315 w 7467600"/>
              <a:gd name="connsiteY753" fmla="*/ 1158454 h 6858000"/>
              <a:gd name="connsiteX754" fmla="*/ 4494133 w 7467600"/>
              <a:gd name="connsiteY754" fmla="*/ 1118676 h 6858000"/>
              <a:gd name="connsiteX755" fmla="*/ 4557898 w 7467600"/>
              <a:gd name="connsiteY755" fmla="*/ 900011 h 6858000"/>
              <a:gd name="connsiteX756" fmla="*/ 5870151 w 7467600"/>
              <a:gd name="connsiteY756" fmla="*/ 898890 h 6858000"/>
              <a:gd name="connsiteX757" fmla="*/ 5861335 w 7467600"/>
              <a:gd name="connsiteY757" fmla="*/ 899177 h 6858000"/>
              <a:gd name="connsiteX758" fmla="*/ 5843702 w 7467600"/>
              <a:gd name="connsiteY758" fmla="*/ 899748 h 6858000"/>
              <a:gd name="connsiteX759" fmla="*/ 5651107 w 7467600"/>
              <a:gd name="connsiteY759" fmla="*/ 920306 h 6858000"/>
              <a:gd name="connsiteX760" fmla="*/ 5459407 w 7467600"/>
              <a:gd name="connsiteY760" fmla="*/ 940975 h 6858000"/>
              <a:gd name="connsiteX761" fmla="*/ 5374846 w 7467600"/>
              <a:gd name="connsiteY761" fmla="*/ 941988 h 6858000"/>
              <a:gd name="connsiteX762" fmla="*/ 5256105 w 7467600"/>
              <a:gd name="connsiteY762" fmla="*/ 945632 h 6858000"/>
              <a:gd name="connsiteX763" fmla="*/ 5107071 w 7467600"/>
              <a:gd name="connsiteY763" fmla="*/ 969720 h 6858000"/>
              <a:gd name="connsiteX764" fmla="*/ 4998681 w 7467600"/>
              <a:gd name="connsiteY764" fmla="*/ 988771 h 6858000"/>
              <a:gd name="connsiteX765" fmla="*/ 5870151 w 7467600"/>
              <a:gd name="connsiteY765" fmla="*/ 898890 h 6858000"/>
              <a:gd name="connsiteX766" fmla="*/ 5504425 w 7467600"/>
              <a:gd name="connsiteY766" fmla="*/ 848067 h 6858000"/>
              <a:gd name="connsiteX767" fmla="*/ 4968849 w 7467600"/>
              <a:gd name="connsiteY767" fmla="*/ 962318 h 6858000"/>
              <a:gd name="connsiteX768" fmla="*/ 5104039 w 7467600"/>
              <a:gd name="connsiteY768" fmla="*/ 940634 h 6858000"/>
              <a:gd name="connsiteX769" fmla="*/ 5256311 w 7467600"/>
              <a:gd name="connsiteY769" fmla="*/ 916490 h 6858000"/>
              <a:gd name="connsiteX770" fmla="*/ 5377381 w 7467600"/>
              <a:gd name="connsiteY770" fmla="*/ 912671 h 6858000"/>
              <a:gd name="connsiteX771" fmla="*/ 5460148 w 7467600"/>
              <a:gd name="connsiteY771" fmla="*/ 911442 h 6858000"/>
              <a:gd name="connsiteX772" fmla="*/ 5648971 w 7467600"/>
              <a:gd name="connsiteY772" fmla="*/ 891331 h 6858000"/>
              <a:gd name="connsiteX773" fmla="*/ 5844807 w 7467600"/>
              <a:gd name="connsiteY773" fmla="*/ 870718 h 6858000"/>
              <a:gd name="connsiteX774" fmla="*/ 5862975 w 7467600"/>
              <a:gd name="connsiteY774" fmla="*/ 869756 h 6858000"/>
              <a:gd name="connsiteX775" fmla="*/ 5920887 w 7467600"/>
              <a:gd name="connsiteY775" fmla="*/ 865929 h 6858000"/>
              <a:gd name="connsiteX776" fmla="*/ 5504425 w 7467600"/>
              <a:gd name="connsiteY776" fmla="*/ 848067 h 6858000"/>
              <a:gd name="connsiteX777" fmla="*/ 3607114 w 7467600"/>
              <a:gd name="connsiteY777" fmla="*/ 467441 h 6858000"/>
              <a:gd name="connsiteX778" fmla="*/ 3296242 w 7467600"/>
              <a:gd name="connsiteY778" fmla="*/ 807991 h 6858000"/>
              <a:gd name="connsiteX779" fmla="*/ 3174674 w 7467600"/>
              <a:gd name="connsiteY779" fmla="*/ 919759 h 6858000"/>
              <a:gd name="connsiteX780" fmla="*/ 3042978 w 7467600"/>
              <a:gd name="connsiteY780" fmla="*/ 1054894 h 6858000"/>
              <a:gd name="connsiteX781" fmla="*/ 2968914 w 7467600"/>
              <a:gd name="connsiteY781" fmla="*/ 1133756 h 6858000"/>
              <a:gd name="connsiteX782" fmla="*/ 3103823 w 7467600"/>
              <a:gd name="connsiteY782" fmla="*/ 1026814 h 6858000"/>
              <a:gd name="connsiteX783" fmla="*/ 3607114 w 7467600"/>
              <a:gd name="connsiteY783" fmla="*/ 467441 h 6858000"/>
              <a:gd name="connsiteX784" fmla="*/ 3744487 w 7467600"/>
              <a:gd name="connsiteY784" fmla="*/ 383136 h 6858000"/>
              <a:gd name="connsiteX785" fmla="*/ 3970213 w 7467600"/>
              <a:gd name="connsiteY785" fmla="*/ 995559 h 6858000"/>
              <a:gd name="connsiteX786" fmla="*/ 3744487 w 7467600"/>
              <a:gd name="connsiteY786" fmla="*/ 383136 h 6858000"/>
              <a:gd name="connsiteX787" fmla="*/ 3624562 w 7467600"/>
              <a:gd name="connsiteY787" fmla="*/ 367041 h 6858000"/>
              <a:gd name="connsiteX788" fmla="*/ 3489712 w 7467600"/>
              <a:gd name="connsiteY788" fmla="*/ 485386 h 6858000"/>
              <a:gd name="connsiteX789" fmla="*/ 3182994 w 7467600"/>
              <a:gd name="connsiteY789" fmla="*/ 828265 h 6858000"/>
              <a:gd name="connsiteX790" fmla="*/ 2892114 w 7467600"/>
              <a:gd name="connsiteY790" fmla="*/ 1172635 h 6858000"/>
              <a:gd name="connsiteX791" fmla="*/ 3021459 w 7467600"/>
              <a:gd name="connsiteY791" fmla="*/ 1035385 h 6858000"/>
              <a:gd name="connsiteX792" fmla="*/ 3153873 w 7467600"/>
              <a:gd name="connsiteY792" fmla="*/ 898971 h 6858000"/>
              <a:gd name="connsiteX793" fmla="*/ 3276511 w 7467600"/>
              <a:gd name="connsiteY793" fmla="*/ 786423 h 6858000"/>
              <a:gd name="connsiteX794" fmla="*/ 3584154 w 7467600"/>
              <a:gd name="connsiteY794" fmla="*/ 448218 h 6858000"/>
              <a:gd name="connsiteX795" fmla="*/ 3624562 w 7467600"/>
              <a:gd name="connsiteY795" fmla="*/ 367041 h 6858000"/>
              <a:gd name="connsiteX796" fmla="*/ 3766672 w 7467600"/>
              <a:gd name="connsiteY796" fmla="*/ 359429 h 6858000"/>
              <a:gd name="connsiteX797" fmla="*/ 3996338 w 7467600"/>
              <a:gd name="connsiteY797" fmla="*/ 968237 h 6858000"/>
              <a:gd name="connsiteX798" fmla="*/ 3766672 w 7467600"/>
              <a:gd name="connsiteY798" fmla="*/ 359429 h 6858000"/>
              <a:gd name="connsiteX799" fmla="*/ 5805386 w 7467600"/>
              <a:gd name="connsiteY799" fmla="*/ 239240 h 6858000"/>
              <a:gd name="connsiteX800" fmla="*/ 5736947 w 7467600"/>
              <a:gd name="connsiteY800" fmla="*/ 261367 h 6858000"/>
              <a:gd name="connsiteX801" fmla="*/ 5427012 w 7467600"/>
              <a:gd name="connsiteY801" fmla="*/ 311272 h 6858000"/>
              <a:gd name="connsiteX802" fmla="*/ 5147818 w 7467600"/>
              <a:gd name="connsiteY802" fmla="*/ 322112 h 6858000"/>
              <a:gd name="connsiteX803" fmla="*/ 5060854 w 7467600"/>
              <a:gd name="connsiteY803" fmla="*/ 311882 h 6858000"/>
              <a:gd name="connsiteX804" fmla="*/ 4945989 w 7467600"/>
              <a:gd name="connsiteY804" fmla="*/ 300516 h 6858000"/>
              <a:gd name="connsiteX805" fmla="*/ 5410479 w 7467600"/>
              <a:gd name="connsiteY805" fmla="*/ 348434 h 6858000"/>
              <a:gd name="connsiteX806" fmla="*/ 5805386 w 7467600"/>
              <a:gd name="connsiteY806" fmla="*/ 239240 h 6858000"/>
              <a:gd name="connsiteX807" fmla="*/ 5905192 w 7467600"/>
              <a:gd name="connsiteY807" fmla="*/ 163079 h 6858000"/>
              <a:gd name="connsiteX808" fmla="*/ 5865655 w 7467600"/>
              <a:gd name="connsiteY808" fmla="*/ 171901 h 6858000"/>
              <a:gd name="connsiteX809" fmla="*/ 5259740 w 7467600"/>
              <a:gd name="connsiteY809" fmla="*/ 257013 h 6858000"/>
              <a:gd name="connsiteX810" fmla="*/ 5208466 w 7467600"/>
              <a:gd name="connsiteY810" fmla="*/ 257550 h 6858000"/>
              <a:gd name="connsiteX811" fmla="*/ 4980204 w 7467600"/>
              <a:gd name="connsiteY811" fmla="*/ 271903 h 6858000"/>
              <a:gd name="connsiteX812" fmla="*/ 5068068 w 7467600"/>
              <a:gd name="connsiteY812" fmla="*/ 282244 h 6858000"/>
              <a:gd name="connsiteX813" fmla="*/ 5153231 w 7467600"/>
              <a:gd name="connsiteY813" fmla="*/ 292240 h 6858000"/>
              <a:gd name="connsiteX814" fmla="*/ 5426491 w 7467600"/>
              <a:gd name="connsiteY814" fmla="*/ 281128 h 6858000"/>
              <a:gd name="connsiteX815" fmla="*/ 5731212 w 7467600"/>
              <a:gd name="connsiteY815" fmla="*/ 231951 h 6858000"/>
              <a:gd name="connsiteX816" fmla="*/ 5905192 w 7467600"/>
              <a:gd name="connsiteY816" fmla="*/ 163079 h 6858000"/>
              <a:gd name="connsiteX817" fmla="*/ 5944437 w 7467600"/>
              <a:gd name="connsiteY817" fmla="*/ 113829 h 6858000"/>
              <a:gd name="connsiteX818" fmla="*/ 5825032 w 7467600"/>
              <a:gd name="connsiteY818" fmla="*/ 146405 h 6858000"/>
              <a:gd name="connsiteX819" fmla="*/ 4955599 w 7467600"/>
              <a:gd name="connsiteY819" fmla="*/ 247008 h 6858000"/>
              <a:gd name="connsiteX820" fmla="*/ 5210104 w 7467600"/>
              <a:gd name="connsiteY820" fmla="*/ 228123 h 6858000"/>
              <a:gd name="connsiteX821" fmla="*/ 5261015 w 7467600"/>
              <a:gd name="connsiteY821" fmla="*/ 227087 h 6858000"/>
              <a:gd name="connsiteX822" fmla="*/ 5861181 w 7467600"/>
              <a:gd name="connsiteY822" fmla="*/ 143093 h 6858000"/>
              <a:gd name="connsiteX823" fmla="*/ 5961252 w 7467600"/>
              <a:gd name="connsiteY823" fmla="*/ 114820 h 6858000"/>
              <a:gd name="connsiteX824" fmla="*/ 5944437 w 7467600"/>
              <a:gd name="connsiteY824" fmla="*/ 113829 h 6858000"/>
              <a:gd name="connsiteX825" fmla="*/ 3882765 w 7467600"/>
              <a:gd name="connsiteY825" fmla="*/ 0 h 6858000"/>
              <a:gd name="connsiteX826" fmla="*/ 3995099 w 7467600"/>
              <a:gd name="connsiteY826" fmla="*/ 0 h 6858000"/>
              <a:gd name="connsiteX827" fmla="*/ 4163818 w 7467600"/>
              <a:gd name="connsiteY827" fmla="*/ 234104 h 6858000"/>
              <a:gd name="connsiteX828" fmla="*/ 4172099 w 7467600"/>
              <a:gd name="connsiteY828" fmla="*/ 234207 h 6858000"/>
              <a:gd name="connsiteX829" fmla="*/ 4784282 w 7467600"/>
              <a:gd name="connsiteY829" fmla="*/ 276561 h 6858000"/>
              <a:gd name="connsiteX830" fmla="*/ 4801687 w 7467600"/>
              <a:gd name="connsiteY830" fmla="*/ 267764 h 6858000"/>
              <a:gd name="connsiteX831" fmla="*/ 6082788 w 7467600"/>
              <a:gd name="connsiteY831" fmla="*/ 64119 h 6858000"/>
              <a:gd name="connsiteX832" fmla="*/ 6099442 w 7467600"/>
              <a:gd name="connsiteY832" fmla="*/ 82568 h 6858000"/>
              <a:gd name="connsiteX833" fmla="*/ 4804137 w 7467600"/>
              <a:gd name="connsiteY833" fmla="*/ 320931 h 6858000"/>
              <a:gd name="connsiteX834" fmla="*/ 4227047 w 7467600"/>
              <a:gd name="connsiteY834" fmla="*/ 313415 h 6858000"/>
              <a:gd name="connsiteX835" fmla="*/ 4346041 w 7467600"/>
              <a:gd name="connsiteY835" fmla="*/ 456086 h 6858000"/>
              <a:gd name="connsiteX836" fmla="*/ 4870967 w 7467600"/>
              <a:gd name="connsiteY836" fmla="*/ 963061 h 6858000"/>
              <a:gd name="connsiteX837" fmla="*/ 4889647 w 7467600"/>
              <a:gd name="connsiteY837" fmla="*/ 957147 h 6858000"/>
              <a:gd name="connsiteX838" fmla="*/ 5422504 w 7467600"/>
              <a:gd name="connsiteY838" fmla="*/ 805191 h 6858000"/>
              <a:gd name="connsiteX839" fmla="*/ 6087656 w 7467600"/>
              <a:gd name="connsiteY839" fmla="*/ 826703 h 6858000"/>
              <a:gd name="connsiteX840" fmla="*/ 6058717 w 7467600"/>
              <a:gd name="connsiteY840" fmla="*/ 865992 h 6858000"/>
              <a:gd name="connsiteX841" fmla="*/ 4974153 w 7467600"/>
              <a:gd name="connsiteY841" fmla="*/ 1045456 h 6858000"/>
              <a:gd name="connsiteX842" fmla="*/ 5627835 w 7467600"/>
              <a:gd name="connsiteY842" fmla="*/ 1472077 h 6858000"/>
              <a:gd name="connsiteX843" fmla="*/ 5629817 w 7467600"/>
              <a:gd name="connsiteY843" fmla="*/ 1471412 h 6858000"/>
              <a:gd name="connsiteX844" fmla="*/ 5634124 w 7467600"/>
              <a:gd name="connsiteY844" fmla="*/ 1470572 h 6858000"/>
              <a:gd name="connsiteX845" fmla="*/ 5755832 w 7467600"/>
              <a:gd name="connsiteY845" fmla="*/ 1383886 h 6858000"/>
              <a:gd name="connsiteX846" fmla="*/ 6014186 w 7467600"/>
              <a:gd name="connsiteY846" fmla="*/ 1279799 h 6858000"/>
              <a:gd name="connsiteX847" fmla="*/ 6901619 w 7467600"/>
              <a:gd name="connsiteY847" fmla="*/ 1047874 h 6858000"/>
              <a:gd name="connsiteX848" fmla="*/ 6931566 w 7467600"/>
              <a:gd name="connsiteY848" fmla="*/ 1062034 h 6858000"/>
              <a:gd name="connsiteX849" fmla="*/ 5790982 w 7467600"/>
              <a:gd name="connsiteY849" fmla="*/ 1561380 h 6858000"/>
              <a:gd name="connsiteX850" fmla="*/ 6188971 w 7467600"/>
              <a:gd name="connsiteY850" fmla="*/ 1755168 h 6858000"/>
              <a:gd name="connsiteX851" fmla="*/ 6202446 w 7467600"/>
              <a:gd name="connsiteY851" fmla="*/ 1752268 h 6858000"/>
              <a:gd name="connsiteX852" fmla="*/ 7179560 w 7467600"/>
              <a:gd name="connsiteY852" fmla="*/ 1467551 h 6858000"/>
              <a:gd name="connsiteX853" fmla="*/ 7158730 w 7467600"/>
              <a:gd name="connsiteY853" fmla="*/ 1507835 h 6858000"/>
              <a:gd name="connsiteX854" fmla="*/ 6326959 w 7467600"/>
              <a:gd name="connsiteY854" fmla="*/ 1817686 h 6858000"/>
              <a:gd name="connsiteX855" fmla="*/ 6537433 w 7467600"/>
              <a:gd name="connsiteY855" fmla="*/ 1907790 h 6858000"/>
              <a:gd name="connsiteX856" fmla="*/ 6550221 w 7467600"/>
              <a:gd name="connsiteY856" fmla="*/ 1910729 h 6858000"/>
              <a:gd name="connsiteX857" fmla="*/ 6964438 w 7467600"/>
              <a:gd name="connsiteY857" fmla="*/ 2209505 h 6858000"/>
              <a:gd name="connsiteX858" fmla="*/ 7367862 w 7467600"/>
              <a:gd name="connsiteY858" fmla="*/ 2806833 h 6858000"/>
              <a:gd name="connsiteX859" fmla="*/ 7364329 w 7467600"/>
              <a:gd name="connsiteY859" fmla="*/ 2826907 h 6858000"/>
              <a:gd name="connsiteX860" fmla="*/ 7290545 w 7467600"/>
              <a:gd name="connsiteY860" fmla="*/ 2850663 h 6858000"/>
              <a:gd name="connsiteX861" fmla="*/ 6472036 w 7467600"/>
              <a:gd name="connsiteY861" fmla="*/ 1959003 h 6858000"/>
              <a:gd name="connsiteX862" fmla="*/ 5792897 w 7467600"/>
              <a:gd name="connsiteY862" fmla="*/ 1647747 h 6858000"/>
              <a:gd name="connsiteX863" fmla="*/ 5842751 w 7467600"/>
              <a:gd name="connsiteY863" fmla="*/ 1816112 h 6858000"/>
              <a:gd name="connsiteX864" fmla="*/ 5847424 w 7467600"/>
              <a:gd name="connsiteY864" fmla="*/ 1815776 h 6858000"/>
              <a:gd name="connsiteX865" fmla="*/ 6399821 w 7467600"/>
              <a:gd name="connsiteY865" fmla="*/ 2344799 h 6858000"/>
              <a:gd name="connsiteX866" fmla="*/ 6323232 w 7467600"/>
              <a:gd name="connsiteY866" fmla="*/ 2389634 h 6858000"/>
              <a:gd name="connsiteX867" fmla="*/ 5942958 w 7467600"/>
              <a:gd name="connsiteY867" fmla="*/ 2077708 h 6858000"/>
              <a:gd name="connsiteX868" fmla="*/ 5921559 w 7467600"/>
              <a:gd name="connsiteY868" fmla="*/ 2378596 h 6858000"/>
              <a:gd name="connsiteX869" fmla="*/ 5817651 w 7467600"/>
              <a:gd name="connsiteY869" fmla="*/ 3023919 h 6858000"/>
              <a:gd name="connsiteX870" fmla="*/ 5729634 w 7467600"/>
              <a:gd name="connsiteY870" fmla="*/ 3051849 h 6858000"/>
              <a:gd name="connsiteX871" fmla="*/ 5611018 w 7467600"/>
              <a:gd name="connsiteY871" fmla="*/ 2316769 h 6858000"/>
              <a:gd name="connsiteX872" fmla="*/ 5687608 w 7467600"/>
              <a:gd name="connsiteY872" fmla="*/ 2039972 h 6858000"/>
              <a:gd name="connsiteX873" fmla="*/ 5657554 w 7467600"/>
              <a:gd name="connsiteY873" fmla="*/ 1576445 h 6858000"/>
              <a:gd name="connsiteX874" fmla="*/ 5150475 w 7467600"/>
              <a:gd name="connsiteY874" fmla="*/ 1274012 h 6858000"/>
              <a:gd name="connsiteX875" fmla="*/ 5349142 w 7467600"/>
              <a:gd name="connsiteY875" fmla="*/ 2204405 h 6858000"/>
              <a:gd name="connsiteX876" fmla="*/ 5262214 w 7467600"/>
              <a:gd name="connsiteY876" fmla="*/ 2233836 h 6858000"/>
              <a:gd name="connsiteX877" fmla="*/ 4981539 w 7467600"/>
              <a:gd name="connsiteY877" fmla="*/ 1542201 h 6858000"/>
              <a:gd name="connsiteX878" fmla="*/ 4958461 w 7467600"/>
              <a:gd name="connsiteY878" fmla="*/ 1136957 h 6858000"/>
              <a:gd name="connsiteX879" fmla="*/ 4655015 w 7467600"/>
              <a:gd name="connsiteY879" fmla="*/ 891426 h 6858000"/>
              <a:gd name="connsiteX880" fmla="*/ 4348002 w 7467600"/>
              <a:gd name="connsiteY880" fmla="*/ 2205895 h 6858000"/>
              <a:gd name="connsiteX881" fmla="*/ 4262250 w 7467600"/>
              <a:gd name="connsiteY881" fmla="*/ 2219972 h 6858000"/>
              <a:gd name="connsiteX882" fmla="*/ 4550611 w 7467600"/>
              <a:gd name="connsiteY882" fmla="*/ 817540 h 6858000"/>
              <a:gd name="connsiteX883" fmla="*/ 4564418 w 7467600"/>
              <a:gd name="connsiteY883" fmla="*/ 808293 h 6858000"/>
              <a:gd name="connsiteX884" fmla="*/ 4266388 w 7467600"/>
              <a:gd name="connsiteY884" fmla="*/ 500083 h 6858000"/>
              <a:gd name="connsiteX885" fmla="*/ 4032842 w 7467600"/>
              <a:gd name="connsiteY885" fmla="*/ 211809 h 6858000"/>
              <a:gd name="connsiteX886" fmla="*/ 3882765 w 7467600"/>
              <a:gd name="connsiteY886" fmla="*/ 0 h 6858000"/>
              <a:gd name="connsiteX887" fmla="*/ 3721337 w 7467600"/>
              <a:gd name="connsiteY887" fmla="*/ 0 h 6858000"/>
              <a:gd name="connsiteX888" fmla="*/ 3797544 w 7467600"/>
              <a:gd name="connsiteY888" fmla="*/ 0 h 6858000"/>
              <a:gd name="connsiteX889" fmla="*/ 3775734 w 7467600"/>
              <a:gd name="connsiteY889" fmla="*/ 95131 h 6858000"/>
              <a:gd name="connsiteX890" fmla="*/ 3724807 w 7467600"/>
              <a:gd name="connsiteY890" fmla="*/ 272257 h 6858000"/>
              <a:gd name="connsiteX891" fmla="*/ 3726844 w 7467600"/>
              <a:gd name="connsiteY891" fmla="*/ 282988 h 6858000"/>
              <a:gd name="connsiteX892" fmla="*/ 3742664 w 7467600"/>
              <a:gd name="connsiteY892" fmla="*/ 279918 h 6858000"/>
              <a:gd name="connsiteX893" fmla="*/ 4103910 w 7467600"/>
              <a:gd name="connsiteY893" fmla="*/ 1161917 h 6858000"/>
              <a:gd name="connsiteX894" fmla="*/ 4020269 w 7467600"/>
              <a:gd name="connsiteY894" fmla="*/ 1200406 h 6858000"/>
              <a:gd name="connsiteX895" fmla="*/ 3674882 w 7467600"/>
              <a:gd name="connsiteY895" fmla="*/ 488524 h 6858000"/>
              <a:gd name="connsiteX896" fmla="*/ 3132682 w 7467600"/>
              <a:gd name="connsiteY896" fmla="*/ 1072284 h 6858000"/>
              <a:gd name="connsiteX897" fmla="*/ 2716346 w 7467600"/>
              <a:gd name="connsiteY897" fmla="*/ 1276376 h 6858000"/>
              <a:gd name="connsiteX898" fmla="*/ 2716772 w 7467600"/>
              <a:gd name="connsiteY898" fmla="*/ 1255462 h 6858000"/>
              <a:gd name="connsiteX899" fmla="*/ 3471096 w 7467600"/>
              <a:gd name="connsiteY899" fmla="*/ 437072 h 6858000"/>
              <a:gd name="connsiteX900" fmla="*/ 3639057 w 7467600"/>
              <a:gd name="connsiteY900" fmla="*/ 286334 h 6858000"/>
              <a:gd name="connsiteX901" fmla="*/ 3640309 w 7467600"/>
              <a:gd name="connsiteY901" fmla="*/ 284664 h 6858000"/>
              <a:gd name="connsiteX902" fmla="*/ 3646022 w 7467600"/>
              <a:gd name="connsiteY902" fmla="*/ 276711 h 6858000"/>
              <a:gd name="connsiteX903" fmla="*/ 3707943 w 7467600"/>
              <a:gd name="connsiteY903" fmla="*/ 65958 h 6858000"/>
              <a:gd name="connsiteX904" fmla="*/ 3721337 w 7467600"/>
              <a:gd name="connsiteY904" fmla="*/ 0 h 6858000"/>
              <a:gd name="connsiteX905" fmla="*/ 2867960 w 7467600"/>
              <a:gd name="connsiteY905" fmla="*/ 0 h 6858000"/>
              <a:gd name="connsiteX906" fmla="*/ 2926351 w 7467600"/>
              <a:gd name="connsiteY906" fmla="*/ 0 h 6858000"/>
              <a:gd name="connsiteX907" fmla="*/ 2902823 w 7467600"/>
              <a:gd name="connsiteY907" fmla="*/ 262929 h 6858000"/>
              <a:gd name="connsiteX908" fmla="*/ 2940663 w 7467600"/>
              <a:gd name="connsiteY908" fmla="*/ 140884 h 6858000"/>
              <a:gd name="connsiteX909" fmla="*/ 2947039 w 7467600"/>
              <a:gd name="connsiteY909" fmla="*/ 122524 h 6858000"/>
              <a:gd name="connsiteX910" fmla="*/ 2984316 w 7467600"/>
              <a:gd name="connsiteY910" fmla="*/ 0 h 6858000"/>
              <a:gd name="connsiteX911" fmla="*/ 3016114 w 7467600"/>
              <a:gd name="connsiteY911" fmla="*/ 0 h 6858000"/>
              <a:gd name="connsiteX912" fmla="*/ 2979949 w 7467600"/>
              <a:gd name="connsiteY912" fmla="*/ 119274 h 6858000"/>
              <a:gd name="connsiteX913" fmla="*/ 3023879 w 7467600"/>
              <a:gd name="connsiteY913" fmla="*/ 0 h 6858000"/>
              <a:gd name="connsiteX914" fmla="*/ 3105400 w 7467600"/>
              <a:gd name="connsiteY914" fmla="*/ 0 h 6858000"/>
              <a:gd name="connsiteX915" fmla="*/ 3094669 w 7467600"/>
              <a:gd name="connsiteY915" fmla="*/ 30308 h 6858000"/>
              <a:gd name="connsiteX916" fmla="*/ 2901945 w 7467600"/>
              <a:gd name="connsiteY916" fmla="*/ 466538 h 6858000"/>
              <a:gd name="connsiteX917" fmla="*/ 2815209 w 7467600"/>
              <a:gd name="connsiteY917" fmla="*/ 497361 h 6858000"/>
              <a:gd name="connsiteX918" fmla="*/ 2844845 w 7467600"/>
              <a:gd name="connsiteY918" fmla="*/ 127638 h 6858000"/>
              <a:gd name="connsiteX919" fmla="*/ 2867960 w 7467600"/>
              <a:gd name="connsiteY919" fmla="*/ 0 h 6858000"/>
              <a:gd name="connsiteX920" fmla="*/ 1057230 w 7467600"/>
              <a:gd name="connsiteY920" fmla="*/ 0 h 6858000"/>
              <a:gd name="connsiteX921" fmla="*/ 1111003 w 7467600"/>
              <a:gd name="connsiteY921" fmla="*/ 0 h 6858000"/>
              <a:gd name="connsiteX922" fmla="*/ 1125553 w 7467600"/>
              <a:gd name="connsiteY922" fmla="*/ 52588 h 6858000"/>
              <a:gd name="connsiteX923" fmla="*/ 1304276 w 7467600"/>
              <a:gd name="connsiteY923" fmla="*/ 476275 h 6858000"/>
              <a:gd name="connsiteX924" fmla="*/ 1492066 w 7467600"/>
              <a:gd name="connsiteY924" fmla="*/ 886333 h 6858000"/>
              <a:gd name="connsiteX925" fmla="*/ 1423698 w 7467600"/>
              <a:gd name="connsiteY925" fmla="*/ 710817 h 6858000"/>
              <a:gd name="connsiteX926" fmla="*/ 1357609 w 7467600"/>
              <a:gd name="connsiteY926" fmla="*/ 532892 h 6858000"/>
              <a:gd name="connsiteX927" fmla="*/ 1309550 w 7467600"/>
              <a:gd name="connsiteY927" fmla="*/ 374031 h 6858000"/>
              <a:gd name="connsiteX928" fmla="*/ 1193673 w 7467600"/>
              <a:gd name="connsiteY928" fmla="*/ 49533 h 6858000"/>
              <a:gd name="connsiteX929" fmla="*/ 1164391 w 7467600"/>
              <a:gd name="connsiteY929" fmla="*/ 0 h 6858000"/>
              <a:gd name="connsiteX930" fmla="*/ 1200666 w 7467600"/>
              <a:gd name="connsiteY930" fmla="*/ 0 h 6858000"/>
              <a:gd name="connsiteX931" fmla="*/ 1223408 w 7467600"/>
              <a:gd name="connsiteY931" fmla="*/ 38996 h 6858000"/>
              <a:gd name="connsiteX932" fmla="*/ 1339635 w 7467600"/>
              <a:gd name="connsiteY932" fmla="*/ 365517 h 6858000"/>
              <a:gd name="connsiteX933" fmla="*/ 1387469 w 7467600"/>
              <a:gd name="connsiteY933" fmla="*/ 523079 h 6858000"/>
              <a:gd name="connsiteX934" fmla="*/ 1452685 w 7467600"/>
              <a:gd name="connsiteY934" fmla="*/ 699806 h 6858000"/>
              <a:gd name="connsiteX935" fmla="*/ 1492092 w 7467600"/>
              <a:gd name="connsiteY935" fmla="*/ 800424 h 6858000"/>
              <a:gd name="connsiteX936" fmla="*/ 1455302 w 7467600"/>
              <a:gd name="connsiteY936" fmla="*/ 632913 h 6858000"/>
              <a:gd name="connsiteX937" fmla="*/ 1222336 w 7467600"/>
              <a:gd name="connsiteY937" fmla="*/ 9480 h 6858000"/>
              <a:gd name="connsiteX938" fmla="*/ 1214634 w 7467600"/>
              <a:gd name="connsiteY938" fmla="*/ 0 h 6858000"/>
              <a:gd name="connsiteX939" fmla="*/ 1289827 w 7467600"/>
              <a:gd name="connsiteY939" fmla="*/ 0 h 6858000"/>
              <a:gd name="connsiteX940" fmla="*/ 1321076 w 7467600"/>
              <a:gd name="connsiteY940" fmla="*/ 59722 h 6858000"/>
              <a:gd name="connsiteX941" fmla="*/ 1512579 w 7467600"/>
              <a:gd name="connsiteY941" fmla="*/ 626441 h 6858000"/>
              <a:gd name="connsiteX942" fmla="*/ 1506076 w 7467600"/>
              <a:gd name="connsiteY942" fmla="*/ 1089289 h 6858000"/>
              <a:gd name="connsiteX943" fmla="*/ 1486346 w 7467600"/>
              <a:gd name="connsiteY943" fmla="*/ 1079919 h 6858000"/>
              <a:gd name="connsiteX944" fmla="*/ 1070511 w 7467600"/>
              <a:gd name="connsiteY944" fmla="*/ 48609 h 6858000"/>
              <a:gd name="connsiteX945" fmla="*/ 1057230 w 7467600"/>
              <a:gd name="connsiteY945" fmla="*/ 0 h 6858000"/>
              <a:gd name="connsiteX946" fmla="*/ 43151 w 7467600"/>
              <a:gd name="connsiteY946" fmla="*/ 0 h 6858000"/>
              <a:gd name="connsiteX947" fmla="*/ 95283 w 7467600"/>
              <a:gd name="connsiteY947" fmla="*/ 0 h 6858000"/>
              <a:gd name="connsiteX948" fmla="*/ 300708 w 7467600"/>
              <a:gd name="connsiteY948" fmla="*/ 154571 h 6858000"/>
              <a:gd name="connsiteX949" fmla="*/ 530414 w 7467600"/>
              <a:gd name="connsiteY949" fmla="*/ 354673 h 6858000"/>
              <a:gd name="connsiteX950" fmla="*/ 333785 w 7467600"/>
              <a:gd name="connsiteY950" fmla="*/ 161564 h 6858000"/>
              <a:gd name="connsiteX951" fmla="*/ 147005 w 7467600"/>
              <a:gd name="connsiteY951" fmla="*/ 0 h 6858000"/>
              <a:gd name="connsiteX952" fmla="*/ 272509 w 7467600"/>
              <a:gd name="connsiteY952" fmla="*/ 0 h 6858000"/>
              <a:gd name="connsiteX953" fmla="*/ 326276 w 7467600"/>
              <a:gd name="connsiteY953" fmla="*/ 45847 h 6858000"/>
              <a:gd name="connsiteX954" fmla="*/ 823759 w 7467600"/>
              <a:gd name="connsiteY954" fmla="*/ 574145 h 6858000"/>
              <a:gd name="connsiteX955" fmla="*/ 811254 w 7467600"/>
              <a:gd name="connsiteY955" fmla="*/ 665546 h 6858000"/>
              <a:gd name="connsiteX956" fmla="*/ 154042 w 7467600"/>
              <a:gd name="connsiteY956" fmla="*/ 261522 h 6858000"/>
              <a:gd name="connsiteX957" fmla="*/ 13550 w 7467600"/>
              <a:gd name="connsiteY957" fmla="*/ 158423 h 6858000"/>
              <a:gd name="connsiteX958" fmla="*/ 0 w 7467600"/>
              <a:gd name="connsiteY958" fmla="*/ 146618 h 6858000"/>
              <a:gd name="connsiteX959" fmla="*/ 0 w 7467600"/>
              <a:gd name="connsiteY959" fmla="*/ 59161 h 6858000"/>
              <a:gd name="connsiteX960" fmla="*/ 45427 w 7467600"/>
              <a:gd name="connsiteY960" fmla="*/ 101078 h 6858000"/>
              <a:gd name="connsiteX961" fmla="*/ 630103 w 7467600"/>
              <a:gd name="connsiteY961" fmla="*/ 485885 h 6858000"/>
              <a:gd name="connsiteX962" fmla="*/ 532040 w 7467600"/>
              <a:gd name="connsiteY962" fmla="*/ 399359 h 6858000"/>
              <a:gd name="connsiteX963" fmla="*/ 517618 w 7467600"/>
              <a:gd name="connsiteY963" fmla="*/ 385726 h 6858000"/>
              <a:gd name="connsiteX964" fmla="*/ 285074 w 7467600"/>
              <a:gd name="connsiteY964" fmla="*/ 182755 h 6858000"/>
              <a:gd name="connsiteX965" fmla="*/ 43151 w 7467600"/>
              <a:gd name="connsiteY965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03637 w 7472601"/>
              <a:gd name="connsiteY79" fmla="*/ 6083957 h 6858000"/>
              <a:gd name="connsiteX80" fmla="*/ 7254615 w 7472601"/>
              <a:gd name="connsiteY80" fmla="*/ 5911918 h 6858000"/>
              <a:gd name="connsiteX81" fmla="*/ 7312589 w 7472601"/>
              <a:gd name="connsiteY81" fmla="*/ 5982309 h 6858000"/>
              <a:gd name="connsiteX82" fmla="*/ 7448321 w 7472601"/>
              <a:gd name="connsiteY82" fmla="*/ 6190991 h 6858000"/>
              <a:gd name="connsiteX83" fmla="*/ 7467600 w 7472601"/>
              <a:gd name="connsiteY83" fmla="*/ 6221686 h 6858000"/>
              <a:gd name="connsiteX84" fmla="*/ 7467600 w 7472601"/>
              <a:gd name="connsiteY84" fmla="*/ 6334256 h 6858000"/>
              <a:gd name="connsiteX85" fmla="*/ 7454976 w 7472601"/>
              <a:gd name="connsiteY85" fmla="*/ 6318297 h 6858000"/>
              <a:gd name="connsiteX86" fmla="*/ 1456157 w 7472601"/>
              <a:gd name="connsiteY86" fmla="*/ 5371404 h 6858000"/>
              <a:gd name="connsiteX87" fmla="*/ 1244432 w 7472601"/>
              <a:gd name="connsiteY87" fmla="*/ 5385601 h 6858000"/>
              <a:gd name="connsiteX88" fmla="*/ 973990 w 7472601"/>
              <a:gd name="connsiteY88" fmla="*/ 5424940 h 6858000"/>
              <a:gd name="connsiteX89" fmla="*/ 1103809 w 7472601"/>
              <a:gd name="connsiteY89" fmla="*/ 5433720 h 6858000"/>
              <a:gd name="connsiteX90" fmla="*/ 1123454 w 7472601"/>
              <a:gd name="connsiteY90" fmla="*/ 5435727 h 6858000"/>
              <a:gd name="connsiteX91" fmla="*/ 1737017 w 7472601"/>
              <a:gd name="connsiteY91" fmla="*/ 5452183 h 6858000"/>
              <a:gd name="connsiteX92" fmla="*/ 1824397 w 7472601"/>
              <a:gd name="connsiteY92" fmla="*/ 5447757 h 6858000"/>
              <a:gd name="connsiteX93" fmla="*/ 2070059 w 7472601"/>
              <a:gd name="connsiteY93" fmla="*/ 5441660 h 6858000"/>
              <a:gd name="connsiteX94" fmla="*/ 1456157 w 7472601"/>
              <a:gd name="connsiteY94" fmla="*/ 5371404 h 6858000"/>
              <a:gd name="connsiteX95" fmla="*/ 4988186 w 7472601"/>
              <a:gd name="connsiteY95" fmla="*/ 5216467 h 6858000"/>
              <a:gd name="connsiteX96" fmla="*/ 4777334 w 7472601"/>
              <a:gd name="connsiteY96" fmla="*/ 5406072 h 6858000"/>
              <a:gd name="connsiteX97" fmla="*/ 4718341 w 7472601"/>
              <a:gd name="connsiteY97" fmla="*/ 5468043 h 6858000"/>
              <a:gd name="connsiteX98" fmla="*/ 4604655 w 7472601"/>
              <a:gd name="connsiteY98" fmla="*/ 5583434 h 6858000"/>
              <a:gd name="connsiteX99" fmla="*/ 4565074 w 7472601"/>
              <a:gd name="connsiteY99" fmla="*/ 5618550 h 6858000"/>
              <a:gd name="connsiteX100" fmla="*/ 4988186 w 7472601"/>
              <a:gd name="connsiteY100" fmla="*/ 5216467 h 6858000"/>
              <a:gd name="connsiteX101" fmla="*/ 4978032 w 7472601"/>
              <a:gd name="connsiteY101" fmla="*/ 5183809 h 6858000"/>
              <a:gd name="connsiteX102" fmla="*/ 4463413 w 7472601"/>
              <a:gd name="connsiteY102" fmla="*/ 5615162 h 6858000"/>
              <a:gd name="connsiteX103" fmla="*/ 4358134 w 7472601"/>
              <a:gd name="connsiteY103" fmla="*/ 5742791 h 6858000"/>
              <a:gd name="connsiteX104" fmla="*/ 4376219 w 7472601"/>
              <a:gd name="connsiteY104" fmla="*/ 5729027 h 6858000"/>
              <a:gd name="connsiteX105" fmla="*/ 4582340 w 7472601"/>
              <a:gd name="connsiteY105" fmla="*/ 5561037 h 6858000"/>
              <a:gd name="connsiteX106" fmla="*/ 4694684 w 7472601"/>
              <a:gd name="connsiteY106" fmla="*/ 5447098 h 6858000"/>
              <a:gd name="connsiteX107" fmla="*/ 4754123 w 7472601"/>
              <a:gd name="connsiteY107" fmla="*/ 5384643 h 6858000"/>
              <a:gd name="connsiteX108" fmla="*/ 4978032 w 7472601"/>
              <a:gd name="connsiteY108" fmla="*/ 5183809 h 6858000"/>
              <a:gd name="connsiteX109" fmla="*/ 1903353 w 7472601"/>
              <a:gd name="connsiteY109" fmla="*/ 5044827 h 6858000"/>
              <a:gd name="connsiteX110" fmla="*/ 1936931 w 7472601"/>
              <a:gd name="connsiteY110" fmla="*/ 5093954 h 6858000"/>
              <a:gd name="connsiteX111" fmla="*/ 2195868 w 7472601"/>
              <a:gd name="connsiteY111" fmla="*/ 5396574 h 6858000"/>
              <a:gd name="connsiteX112" fmla="*/ 2088852 w 7472601"/>
              <a:gd name="connsiteY112" fmla="*/ 5166123 h 6858000"/>
              <a:gd name="connsiteX113" fmla="*/ 1958241 w 7472601"/>
              <a:gd name="connsiteY113" fmla="*/ 5067955 h 6858000"/>
              <a:gd name="connsiteX114" fmla="*/ 1903353 w 7472601"/>
              <a:gd name="connsiteY114" fmla="*/ 5044827 h 6858000"/>
              <a:gd name="connsiteX115" fmla="*/ 1979378 w 7472601"/>
              <a:gd name="connsiteY115" fmla="*/ 4769504 h 6858000"/>
              <a:gd name="connsiteX116" fmla="*/ 2882120 w 7472601"/>
              <a:gd name="connsiteY116" fmla="*/ 5064547 h 6858000"/>
              <a:gd name="connsiteX117" fmla="*/ 2793103 w 7472601"/>
              <a:gd name="connsiteY117" fmla="*/ 5039699 h 6858000"/>
              <a:gd name="connsiteX118" fmla="*/ 2770041 w 7472601"/>
              <a:gd name="connsiteY118" fmla="*/ 5033634 h 6858000"/>
              <a:gd name="connsiteX119" fmla="*/ 1979378 w 7472601"/>
              <a:gd name="connsiteY119" fmla="*/ 4769504 h 6858000"/>
              <a:gd name="connsiteX120" fmla="*/ 1927410 w 7472601"/>
              <a:gd name="connsiteY120" fmla="*/ 4716164 h 6858000"/>
              <a:gd name="connsiteX121" fmla="*/ 1959587 w 7472601"/>
              <a:gd name="connsiteY121" fmla="*/ 4728849 h 6858000"/>
              <a:gd name="connsiteX122" fmla="*/ 2777707 w 7472601"/>
              <a:gd name="connsiteY122" fmla="*/ 5003991 h 6858000"/>
              <a:gd name="connsiteX123" fmla="*/ 2800768 w 7472601"/>
              <a:gd name="connsiteY123" fmla="*/ 5010056 h 6858000"/>
              <a:gd name="connsiteX124" fmla="*/ 2879408 w 7472601"/>
              <a:gd name="connsiteY124" fmla="*/ 5031590 h 6858000"/>
              <a:gd name="connsiteX125" fmla="*/ 2862295 w 7472601"/>
              <a:gd name="connsiteY125" fmla="*/ 5022958 h 6858000"/>
              <a:gd name="connsiteX126" fmla="*/ 2813343 w 7472601"/>
              <a:gd name="connsiteY126" fmla="*/ 4998369 h 6858000"/>
              <a:gd name="connsiteX127" fmla="*/ 2646245 w 7472601"/>
              <a:gd name="connsiteY127" fmla="*/ 4930999 h 6858000"/>
              <a:gd name="connsiteX128" fmla="*/ 1999243 w 7472601"/>
              <a:gd name="connsiteY128" fmla="*/ 4730524 h 6858000"/>
              <a:gd name="connsiteX129" fmla="*/ 1979527 w 7472601"/>
              <a:gd name="connsiteY129" fmla="*/ 4726651 h 6858000"/>
              <a:gd name="connsiteX130" fmla="*/ 1927410 w 7472601"/>
              <a:gd name="connsiteY130" fmla="*/ 4716164 h 6858000"/>
              <a:gd name="connsiteX131" fmla="*/ 1997014 w 7472601"/>
              <a:gd name="connsiteY131" fmla="*/ 4698007 h 6858000"/>
              <a:gd name="connsiteX132" fmla="*/ 2005458 w 7472601"/>
              <a:gd name="connsiteY132" fmla="*/ 4699540 h 6858000"/>
              <a:gd name="connsiteX133" fmla="*/ 2657186 w 7472601"/>
              <a:gd name="connsiteY133" fmla="*/ 4901687 h 6858000"/>
              <a:gd name="connsiteX134" fmla="*/ 2826662 w 7472601"/>
              <a:gd name="connsiteY134" fmla="*/ 4970362 h 6858000"/>
              <a:gd name="connsiteX135" fmla="*/ 2876100 w 7472601"/>
              <a:gd name="connsiteY135" fmla="*/ 4995397 h 6858000"/>
              <a:gd name="connsiteX136" fmla="*/ 3042600 w 7472601"/>
              <a:gd name="connsiteY136" fmla="*/ 5059532 h 6858000"/>
              <a:gd name="connsiteX137" fmla="*/ 1997014 w 7472601"/>
              <a:gd name="connsiteY137" fmla="*/ 4698007 h 6858000"/>
              <a:gd name="connsiteX138" fmla="*/ 2305292 w 7472601"/>
              <a:gd name="connsiteY138" fmla="*/ 4219492 h 6858000"/>
              <a:gd name="connsiteX139" fmla="*/ 3360922 w 7472601"/>
              <a:gd name="connsiteY139" fmla="*/ 4529373 h 6858000"/>
              <a:gd name="connsiteX140" fmla="*/ 3492420 w 7472601"/>
              <a:gd name="connsiteY140" fmla="*/ 4510145 h 6858000"/>
              <a:gd name="connsiteX141" fmla="*/ 3364086 w 7472601"/>
              <a:gd name="connsiteY141" fmla="*/ 4480340 h 6858000"/>
              <a:gd name="connsiteX142" fmla="*/ 3225818 w 7472601"/>
              <a:gd name="connsiteY142" fmla="*/ 4411822 h 6858000"/>
              <a:gd name="connsiteX143" fmla="*/ 3129696 w 7472601"/>
              <a:gd name="connsiteY143" fmla="*/ 4360704 h 6858000"/>
              <a:gd name="connsiteX144" fmla="*/ 2814545 w 7472601"/>
              <a:gd name="connsiteY144" fmla="*/ 4282955 h 6858000"/>
              <a:gd name="connsiteX145" fmla="*/ 2305292 w 7472601"/>
              <a:gd name="connsiteY145" fmla="*/ 4219492 h 6858000"/>
              <a:gd name="connsiteX146" fmla="*/ 2626982 w 7472601"/>
              <a:gd name="connsiteY146" fmla="*/ 4206450 h 6858000"/>
              <a:gd name="connsiteX147" fmla="*/ 2490617 w 7472601"/>
              <a:gd name="connsiteY147" fmla="*/ 4206951 h 6858000"/>
              <a:gd name="connsiteX148" fmla="*/ 2819869 w 7472601"/>
              <a:gd name="connsiteY148" fmla="*/ 4252936 h 6858000"/>
              <a:gd name="connsiteX149" fmla="*/ 3143018 w 7472601"/>
              <a:gd name="connsiteY149" fmla="*/ 4332698 h 6858000"/>
              <a:gd name="connsiteX150" fmla="*/ 3241520 w 7472601"/>
              <a:gd name="connsiteY150" fmla="*/ 4385112 h 6858000"/>
              <a:gd name="connsiteX151" fmla="*/ 3374575 w 7472601"/>
              <a:gd name="connsiteY151" fmla="*/ 4451517 h 6858000"/>
              <a:gd name="connsiteX152" fmla="*/ 3505221 w 7472601"/>
              <a:gd name="connsiteY152" fmla="*/ 4480757 h 6858000"/>
              <a:gd name="connsiteX153" fmla="*/ 2626982 w 7472601"/>
              <a:gd name="connsiteY153" fmla="*/ 4206450 h 6858000"/>
              <a:gd name="connsiteX154" fmla="*/ 1310106 w 7472601"/>
              <a:gd name="connsiteY154" fmla="*/ 3943217 h 6858000"/>
              <a:gd name="connsiteX155" fmla="*/ 854994 w 7472601"/>
              <a:gd name="connsiteY155" fmla="*/ 4399136 h 6858000"/>
              <a:gd name="connsiteX156" fmla="*/ 742462 w 7472601"/>
              <a:gd name="connsiteY156" fmla="*/ 4594648 h 6858000"/>
              <a:gd name="connsiteX157" fmla="*/ 820602 w 7472601"/>
              <a:gd name="connsiteY157" fmla="*/ 4485915 h 6858000"/>
              <a:gd name="connsiteX158" fmla="*/ 878295 w 7472601"/>
              <a:gd name="connsiteY158" fmla="*/ 4403594 h 6858000"/>
              <a:gd name="connsiteX159" fmla="*/ 1240607 w 7472601"/>
              <a:gd name="connsiteY159" fmla="*/ 4010401 h 6858000"/>
              <a:gd name="connsiteX160" fmla="*/ 1310106 w 7472601"/>
              <a:gd name="connsiteY160" fmla="*/ 3943217 h 6858000"/>
              <a:gd name="connsiteX161" fmla="*/ 1423113 w 7472601"/>
              <a:gd name="connsiteY161" fmla="*/ 3874565 h 6858000"/>
              <a:gd name="connsiteX162" fmla="*/ 1260565 w 7472601"/>
              <a:gd name="connsiteY162" fmla="*/ 4031982 h 6858000"/>
              <a:gd name="connsiteX163" fmla="*/ 901900 w 7472601"/>
              <a:gd name="connsiteY163" fmla="*/ 4421236 h 6858000"/>
              <a:gd name="connsiteX164" fmla="*/ 845044 w 7472601"/>
              <a:gd name="connsiteY164" fmla="*/ 4502436 h 6858000"/>
              <a:gd name="connsiteX165" fmla="*/ 685926 w 7472601"/>
              <a:gd name="connsiteY165" fmla="*/ 4703069 h 6858000"/>
              <a:gd name="connsiteX166" fmla="*/ 684248 w 7472601"/>
              <a:gd name="connsiteY166" fmla="*/ 4706721 h 6858000"/>
              <a:gd name="connsiteX167" fmla="*/ 1423113 w 7472601"/>
              <a:gd name="connsiteY167" fmla="*/ 3874565 h 6858000"/>
              <a:gd name="connsiteX168" fmla="*/ 3316479 w 7472601"/>
              <a:gd name="connsiteY168" fmla="*/ 3872136 h 6858000"/>
              <a:gd name="connsiteX169" fmla="*/ 3546806 w 7472601"/>
              <a:gd name="connsiteY169" fmla="*/ 4356139 h 6858000"/>
              <a:gd name="connsiteX170" fmla="*/ 3364433 w 7472601"/>
              <a:gd name="connsiteY170" fmla="*/ 3953121 h 6858000"/>
              <a:gd name="connsiteX171" fmla="*/ 3316479 w 7472601"/>
              <a:gd name="connsiteY171" fmla="*/ 3872136 h 6858000"/>
              <a:gd name="connsiteX172" fmla="*/ 3291335 w 7472601"/>
              <a:gd name="connsiteY172" fmla="*/ 3767420 h 6858000"/>
              <a:gd name="connsiteX173" fmla="*/ 3390805 w 7472601"/>
              <a:gd name="connsiteY173" fmla="*/ 3937163 h 6858000"/>
              <a:gd name="connsiteX174" fmla="*/ 3579062 w 7472601"/>
              <a:gd name="connsiteY174" fmla="*/ 4359040 h 6858000"/>
              <a:gd name="connsiteX175" fmla="*/ 3467355 w 7472601"/>
              <a:gd name="connsiteY175" fmla="*/ 3988130 h 6858000"/>
              <a:gd name="connsiteX176" fmla="*/ 3310753 w 7472601"/>
              <a:gd name="connsiteY176" fmla="*/ 3787140 h 6858000"/>
              <a:gd name="connsiteX177" fmla="*/ 3291335 w 7472601"/>
              <a:gd name="connsiteY177" fmla="*/ 3767420 h 6858000"/>
              <a:gd name="connsiteX178" fmla="*/ 1635889 w 7472601"/>
              <a:gd name="connsiteY178" fmla="*/ 3709494 h 6858000"/>
              <a:gd name="connsiteX179" fmla="*/ 1634800 w 7472601"/>
              <a:gd name="connsiteY179" fmla="*/ 3731111 h 6858000"/>
              <a:gd name="connsiteX180" fmla="*/ 1635889 w 7472601"/>
              <a:gd name="connsiteY180" fmla="*/ 3709494 h 6858000"/>
              <a:gd name="connsiteX181" fmla="*/ 1510397 w 7472601"/>
              <a:gd name="connsiteY181" fmla="*/ 3684705 h 6858000"/>
              <a:gd name="connsiteX182" fmla="*/ 1146550 w 7472601"/>
              <a:gd name="connsiteY182" fmla="*/ 3802012 h 6858000"/>
              <a:gd name="connsiteX183" fmla="*/ 698834 w 7472601"/>
              <a:gd name="connsiteY183" fmla="*/ 3952272 h 6858000"/>
              <a:gd name="connsiteX184" fmla="*/ 34256 w 7472601"/>
              <a:gd name="connsiteY184" fmla="*/ 4347603 h 6858000"/>
              <a:gd name="connsiteX185" fmla="*/ 527241 w 7472601"/>
              <a:gd name="connsiteY185" fmla="*/ 4065078 h 6858000"/>
              <a:gd name="connsiteX186" fmla="*/ 1510397 w 7472601"/>
              <a:gd name="connsiteY186" fmla="*/ 3684705 h 6858000"/>
              <a:gd name="connsiteX187" fmla="*/ 1313114 w 7472601"/>
              <a:gd name="connsiteY187" fmla="*/ 3655216 h 6858000"/>
              <a:gd name="connsiteX188" fmla="*/ 1109304 w 7472601"/>
              <a:gd name="connsiteY188" fmla="*/ 3669030 h 6858000"/>
              <a:gd name="connsiteX189" fmla="*/ 8129 w 7472601"/>
              <a:gd name="connsiteY189" fmla="*/ 4330519 h 6858000"/>
              <a:gd name="connsiteX190" fmla="*/ 687572 w 7472601"/>
              <a:gd name="connsiteY190" fmla="*/ 3925629 h 6858000"/>
              <a:gd name="connsiteX191" fmla="*/ 1138365 w 7472601"/>
              <a:gd name="connsiteY191" fmla="*/ 3774515 h 6858000"/>
              <a:gd name="connsiteX192" fmla="*/ 1505579 w 7472601"/>
              <a:gd name="connsiteY192" fmla="*/ 3655526 h 6858000"/>
              <a:gd name="connsiteX193" fmla="*/ 1313114 w 7472601"/>
              <a:gd name="connsiteY193" fmla="*/ 3655216 h 6858000"/>
              <a:gd name="connsiteX194" fmla="*/ 3655073 w 7472601"/>
              <a:gd name="connsiteY194" fmla="*/ 3650884 h 6858000"/>
              <a:gd name="connsiteX195" fmla="*/ 3989938 w 7472601"/>
              <a:gd name="connsiteY195" fmla="*/ 3991685 h 6858000"/>
              <a:gd name="connsiteX196" fmla="*/ 4393907 w 7472601"/>
              <a:gd name="connsiteY196" fmla="*/ 4261258 h 6858000"/>
              <a:gd name="connsiteX197" fmla="*/ 4648051 w 7472601"/>
              <a:gd name="connsiteY197" fmla="*/ 4374051 h 6858000"/>
              <a:gd name="connsiteX198" fmla="*/ 4383389 w 7472601"/>
              <a:gd name="connsiteY198" fmla="*/ 4184369 h 6858000"/>
              <a:gd name="connsiteX199" fmla="*/ 4165508 w 7472601"/>
              <a:gd name="connsiteY199" fmla="*/ 4035196 h 6858000"/>
              <a:gd name="connsiteX200" fmla="*/ 4068162 w 7472601"/>
              <a:gd name="connsiteY200" fmla="*/ 3953394 h 6858000"/>
              <a:gd name="connsiteX201" fmla="*/ 3981416 w 7472601"/>
              <a:gd name="connsiteY201" fmla="*/ 3880482 h 6858000"/>
              <a:gd name="connsiteX202" fmla="*/ 3800147 w 7472601"/>
              <a:gd name="connsiteY202" fmla="*/ 3749872 h 6858000"/>
              <a:gd name="connsiteX203" fmla="*/ 3655073 w 7472601"/>
              <a:gd name="connsiteY203" fmla="*/ 3650884 h 6858000"/>
              <a:gd name="connsiteX204" fmla="*/ 3670252 w 7472601"/>
              <a:gd name="connsiteY204" fmla="*/ 3622798 h 6858000"/>
              <a:gd name="connsiteX205" fmla="*/ 3817258 w 7472601"/>
              <a:gd name="connsiteY205" fmla="*/ 3723577 h 6858000"/>
              <a:gd name="connsiteX206" fmla="*/ 4000461 w 7472601"/>
              <a:gd name="connsiteY206" fmla="*/ 3855966 h 6858000"/>
              <a:gd name="connsiteX207" fmla="*/ 4088180 w 7472601"/>
              <a:gd name="connsiteY207" fmla="*/ 3929774 h 6858000"/>
              <a:gd name="connsiteX208" fmla="*/ 4184555 w 7472601"/>
              <a:gd name="connsiteY208" fmla="*/ 4010683 h 6858000"/>
              <a:gd name="connsiteX209" fmla="*/ 4399563 w 7472601"/>
              <a:gd name="connsiteY209" fmla="*/ 4158106 h 6858000"/>
              <a:gd name="connsiteX210" fmla="*/ 4684469 w 7472601"/>
              <a:gd name="connsiteY210" fmla="*/ 4364680 h 6858000"/>
              <a:gd name="connsiteX211" fmla="*/ 4690271 w 7472601"/>
              <a:gd name="connsiteY211" fmla="*/ 4370034 h 6858000"/>
              <a:gd name="connsiteX212" fmla="*/ 4136093 w 7472601"/>
              <a:gd name="connsiteY212" fmla="*/ 3858466 h 6858000"/>
              <a:gd name="connsiteX213" fmla="*/ 3670252 w 7472601"/>
              <a:gd name="connsiteY213" fmla="*/ 3622798 h 6858000"/>
              <a:gd name="connsiteX214" fmla="*/ 4440129 w 7472601"/>
              <a:gd name="connsiteY214" fmla="*/ 3448571 h 6858000"/>
              <a:gd name="connsiteX215" fmla="*/ 4856525 w 7472601"/>
              <a:gd name="connsiteY215" fmla="*/ 3915351 h 6858000"/>
              <a:gd name="connsiteX216" fmla="*/ 5059055 w 7472601"/>
              <a:gd name="connsiteY216" fmla="*/ 4108918 h 6858000"/>
              <a:gd name="connsiteX217" fmla="*/ 5290070 w 7472601"/>
              <a:gd name="connsiteY217" fmla="*/ 4263619 h 6858000"/>
              <a:gd name="connsiteX218" fmla="*/ 4834991 w 7472601"/>
              <a:gd name="connsiteY218" fmla="*/ 3830985 h 6858000"/>
              <a:gd name="connsiteX219" fmla="*/ 4440129 w 7472601"/>
              <a:gd name="connsiteY219" fmla="*/ 3448571 h 6858000"/>
              <a:gd name="connsiteX220" fmla="*/ 4441737 w 7472601"/>
              <a:gd name="connsiteY220" fmla="*/ 3399734 h 6858000"/>
              <a:gd name="connsiteX221" fmla="*/ 4431236 w 7472601"/>
              <a:gd name="connsiteY221" fmla="*/ 3400954 h 6858000"/>
              <a:gd name="connsiteX222" fmla="*/ 4557150 w 7472601"/>
              <a:gd name="connsiteY222" fmla="*/ 3510023 h 6858000"/>
              <a:gd name="connsiteX223" fmla="*/ 4856936 w 7472601"/>
              <a:gd name="connsiteY223" fmla="*/ 3809146 h 6858000"/>
              <a:gd name="connsiteX224" fmla="*/ 5111996 w 7472601"/>
              <a:gd name="connsiteY224" fmla="*/ 4065759 h 6858000"/>
              <a:gd name="connsiteX225" fmla="*/ 5388878 w 7472601"/>
              <a:gd name="connsiteY225" fmla="*/ 4300185 h 6858000"/>
              <a:gd name="connsiteX226" fmla="*/ 5425556 w 7472601"/>
              <a:gd name="connsiteY226" fmla="*/ 4308967 h 6858000"/>
              <a:gd name="connsiteX227" fmla="*/ 4943646 w 7472601"/>
              <a:gd name="connsiteY227" fmla="*/ 3822916 h 6858000"/>
              <a:gd name="connsiteX228" fmla="*/ 4594837 w 7472601"/>
              <a:gd name="connsiteY228" fmla="*/ 3532274 h 6858000"/>
              <a:gd name="connsiteX229" fmla="*/ 4441737 w 7472601"/>
              <a:gd name="connsiteY229" fmla="*/ 3399734 h 6858000"/>
              <a:gd name="connsiteX230" fmla="*/ 5425834 w 7472601"/>
              <a:gd name="connsiteY230" fmla="*/ 3162785 h 6858000"/>
              <a:gd name="connsiteX231" fmla="*/ 5401644 w 7472601"/>
              <a:gd name="connsiteY231" fmla="*/ 3617847 h 6858000"/>
              <a:gd name="connsiteX232" fmla="*/ 5467256 w 7472601"/>
              <a:gd name="connsiteY232" fmla="*/ 4175494 h 6858000"/>
              <a:gd name="connsiteX233" fmla="*/ 5448069 w 7472601"/>
              <a:gd name="connsiteY233" fmla="*/ 3567554 h 6858000"/>
              <a:gd name="connsiteX234" fmla="*/ 5425834 w 7472601"/>
              <a:gd name="connsiteY234" fmla="*/ 3162785 h 6858000"/>
              <a:gd name="connsiteX235" fmla="*/ 1318687 w 7472601"/>
              <a:gd name="connsiteY235" fmla="*/ 3113840 h 6858000"/>
              <a:gd name="connsiteX236" fmla="*/ 1066793 w 7472601"/>
              <a:gd name="connsiteY236" fmla="*/ 3212171 h 6858000"/>
              <a:gd name="connsiteX237" fmla="*/ 993319 w 7472601"/>
              <a:gd name="connsiteY237" fmla="*/ 3247648 h 6858000"/>
              <a:gd name="connsiteX238" fmla="*/ 853081 w 7472601"/>
              <a:gd name="connsiteY238" fmla="*/ 3312410 h 6858000"/>
              <a:gd name="connsiteX239" fmla="*/ 805957 w 7472601"/>
              <a:gd name="connsiteY239" fmla="*/ 3330443 h 6858000"/>
              <a:gd name="connsiteX240" fmla="*/ 1318687 w 7472601"/>
              <a:gd name="connsiteY240" fmla="*/ 3113840 h 6858000"/>
              <a:gd name="connsiteX241" fmla="*/ 5453702 w 7472601"/>
              <a:gd name="connsiteY241" fmla="*/ 3090882 h 6858000"/>
              <a:gd name="connsiteX242" fmla="*/ 5480135 w 7472601"/>
              <a:gd name="connsiteY242" fmla="*/ 3565802 h 6858000"/>
              <a:gd name="connsiteX243" fmla="*/ 5499023 w 7472601"/>
              <a:gd name="connsiteY243" fmla="*/ 4166310 h 6858000"/>
              <a:gd name="connsiteX244" fmla="*/ 5547022 w 7472601"/>
              <a:gd name="connsiteY244" fmla="*/ 3607838 h 6858000"/>
              <a:gd name="connsiteX245" fmla="*/ 5515964 w 7472601"/>
              <a:gd name="connsiteY245" fmla="*/ 3378541 h 6858000"/>
              <a:gd name="connsiteX246" fmla="*/ 5453702 w 7472601"/>
              <a:gd name="connsiteY246" fmla="*/ 3090882 h 6858000"/>
              <a:gd name="connsiteX247" fmla="*/ 1238695 w 7472601"/>
              <a:gd name="connsiteY247" fmla="*/ 3076820 h 6858000"/>
              <a:gd name="connsiteX248" fmla="*/ 716371 w 7472601"/>
              <a:gd name="connsiteY248" fmla="*/ 3293249 h 6858000"/>
              <a:gd name="connsiteX249" fmla="*/ 579522 w 7472601"/>
              <a:gd name="connsiteY249" fmla="*/ 3371759 h 6858000"/>
              <a:gd name="connsiteX250" fmla="*/ 600288 w 7472601"/>
              <a:gd name="connsiteY250" fmla="*/ 3365555 h 6858000"/>
              <a:gd name="connsiteX251" fmla="*/ 840692 w 7472601"/>
              <a:gd name="connsiteY251" fmla="*/ 3284921 h 6858000"/>
              <a:gd name="connsiteX252" fmla="*/ 979248 w 7472601"/>
              <a:gd name="connsiteY252" fmla="*/ 3221003 h 6858000"/>
              <a:gd name="connsiteX253" fmla="*/ 1053282 w 7472601"/>
              <a:gd name="connsiteY253" fmla="*/ 3185247 h 6858000"/>
              <a:gd name="connsiteX254" fmla="*/ 1320603 w 7472601"/>
              <a:gd name="connsiteY254" fmla="*/ 3081281 h 6858000"/>
              <a:gd name="connsiteX255" fmla="*/ 1238695 w 7472601"/>
              <a:gd name="connsiteY255" fmla="*/ 3076820 h 6858000"/>
              <a:gd name="connsiteX256" fmla="*/ 5425627 w 7472601"/>
              <a:gd name="connsiteY256" fmla="*/ 2954192 h 6858000"/>
              <a:gd name="connsiteX257" fmla="*/ 5470770 w 7472601"/>
              <a:gd name="connsiteY257" fmla="*/ 3005435 h 6858000"/>
              <a:gd name="connsiteX258" fmla="*/ 5519779 w 7472601"/>
              <a:gd name="connsiteY258" fmla="*/ 4359223 h 6858000"/>
              <a:gd name="connsiteX259" fmla="*/ 5520293 w 7472601"/>
              <a:gd name="connsiteY259" fmla="*/ 4360602 h 6858000"/>
              <a:gd name="connsiteX260" fmla="*/ 5767221 w 7472601"/>
              <a:gd name="connsiteY260" fmla="*/ 4665564 h 6858000"/>
              <a:gd name="connsiteX261" fmla="*/ 6937169 w 7472601"/>
              <a:gd name="connsiteY261" fmla="*/ 4815941 h 6858000"/>
              <a:gd name="connsiteX262" fmla="*/ 6953922 w 7472601"/>
              <a:gd name="connsiteY262" fmla="*/ 4890068 h 6858000"/>
              <a:gd name="connsiteX263" fmla="*/ 6071359 w 7472601"/>
              <a:gd name="connsiteY263" fmla="*/ 4770770 h 6858000"/>
              <a:gd name="connsiteX264" fmla="*/ 6038839 w 7472601"/>
              <a:gd name="connsiteY264" fmla="*/ 4764474 h 6858000"/>
              <a:gd name="connsiteX265" fmla="*/ 6038706 w 7472601"/>
              <a:gd name="connsiteY265" fmla="*/ 4763847 h 6858000"/>
              <a:gd name="connsiteX266" fmla="*/ 6037784 w 7472601"/>
              <a:gd name="connsiteY266" fmla="*/ 4764270 h 6858000"/>
              <a:gd name="connsiteX267" fmla="*/ 6038839 w 7472601"/>
              <a:gd name="connsiteY267" fmla="*/ 4764474 h 6858000"/>
              <a:gd name="connsiteX268" fmla="*/ 6040338 w 7472601"/>
              <a:gd name="connsiteY268" fmla="*/ 4771418 h 6858000"/>
              <a:gd name="connsiteX269" fmla="*/ 6024488 w 7472601"/>
              <a:gd name="connsiteY269" fmla="*/ 4809903 h 6858000"/>
              <a:gd name="connsiteX270" fmla="*/ 5599771 w 7472601"/>
              <a:gd name="connsiteY270" fmla="*/ 5509652 h 6858000"/>
              <a:gd name="connsiteX271" fmla="*/ 5548843 w 7472601"/>
              <a:gd name="connsiteY271" fmla="*/ 5563845 h 6858000"/>
              <a:gd name="connsiteX272" fmla="*/ 5940952 w 7472601"/>
              <a:gd name="connsiteY272" fmla="*/ 6250028 h 6858000"/>
              <a:gd name="connsiteX273" fmla="*/ 6043441 w 7472601"/>
              <a:gd name="connsiteY273" fmla="*/ 6665847 h 6858000"/>
              <a:gd name="connsiteX274" fmla="*/ 6093432 w 7472601"/>
              <a:gd name="connsiteY274" fmla="*/ 6858000 h 6858000"/>
              <a:gd name="connsiteX275" fmla="*/ 6034344 w 7472601"/>
              <a:gd name="connsiteY275" fmla="*/ 6858000 h 6858000"/>
              <a:gd name="connsiteX276" fmla="*/ 6026679 w 7472601"/>
              <a:gd name="connsiteY276" fmla="*/ 6836959 h 6858000"/>
              <a:gd name="connsiteX277" fmla="*/ 5800441 w 7472601"/>
              <a:gd name="connsiteY277" fmla="*/ 6335286 h 6858000"/>
              <a:gd name="connsiteX278" fmla="*/ 5526562 w 7472601"/>
              <a:gd name="connsiteY278" fmla="*/ 5705388 h 6858000"/>
              <a:gd name="connsiteX279" fmla="*/ 5519640 w 7472601"/>
              <a:gd name="connsiteY279" fmla="*/ 5683774 h 6858000"/>
              <a:gd name="connsiteX280" fmla="*/ 5844559 w 7472601"/>
              <a:gd name="connsiteY280" fmla="*/ 6553349 h 6858000"/>
              <a:gd name="connsiteX281" fmla="*/ 5975994 w 7472601"/>
              <a:gd name="connsiteY281" fmla="*/ 6858000 h 6858000"/>
              <a:gd name="connsiteX282" fmla="*/ 5898547 w 7472601"/>
              <a:gd name="connsiteY282" fmla="*/ 6858000 h 6858000"/>
              <a:gd name="connsiteX283" fmla="*/ 5682041 w 7472601"/>
              <a:gd name="connsiteY283" fmla="*/ 6355860 h 6858000"/>
              <a:gd name="connsiteX284" fmla="*/ 5461758 w 7472601"/>
              <a:gd name="connsiteY284" fmla="*/ 5820220 h 6858000"/>
              <a:gd name="connsiteX285" fmla="*/ 5237282 w 7472601"/>
              <a:gd name="connsiteY285" fmla="*/ 6579086 h 6858000"/>
              <a:gd name="connsiteX286" fmla="*/ 5115009 w 7472601"/>
              <a:gd name="connsiteY286" fmla="*/ 6858000 h 6858000"/>
              <a:gd name="connsiteX287" fmla="*/ 5028074 w 7472601"/>
              <a:gd name="connsiteY287" fmla="*/ 6858000 h 6858000"/>
              <a:gd name="connsiteX288" fmla="*/ 5079508 w 7472601"/>
              <a:gd name="connsiteY288" fmla="*/ 6749074 h 6858000"/>
              <a:gd name="connsiteX289" fmla="*/ 5371846 w 7472601"/>
              <a:gd name="connsiteY289" fmla="*/ 5924413 h 6858000"/>
              <a:gd name="connsiteX290" fmla="*/ 5270512 w 7472601"/>
              <a:gd name="connsiteY290" fmla="*/ 6138975 h 6858000"/>
              <a:gd name="connsiteX291" fmla="*/ 5062409 w 7472601"/>
              <a:gd name="connsiteY291" fmla="*/ 6653544 h 6858000"/>
              <a:gd name="connsiteX292" fmla="*/ 5036628 w 7472601"/>
              <a:gd name="connsiteY292" fmla="*/ 6754247 h 6858000"/>
              <a:gd name="connsiteX293" fmla="*/ 5009112 w 7472601"/>
              <a:gd name="connsiteY293" fmla="*/ 6858000 h 6858000"/>
              <a:gd name="connsiteX294" fmla="*/ 4976679 w 7472601"/>
              <a:gd name="connsiteY294" fmla="*/ 6858000 h 6858000"/>
              <a:gd name="connsiteX295" fmla="*/ 5006537 w 7472601"/>
              <a:gd name="connsiteY295" fmla="*/ 6747068 h 6858000"/>
              <a:gd name="connsiteX296" fmla="*/ 5032723 w 7472601"/>
              <a:gd name="connsiteY296" fmla="*/ 6644957 h 6858000"/>
              <a:gd name="connsiteX297" fmla="*/ 5242949 w 7472601"/>
              <a:gd name="connsiteY297" fmla="*/ 6125175 h 6858000"/>
              <a:gd name="connsiteX298" fmla="*/ 5286321 w 7472601"/>
              <a:gd name="connsiteY298" fmla="*/ 6033555 h 6858000"/>
              <a:gd name="connsiteX299" fmla="*/ 5008210 w 7472601"/>
              <a:gd name="connsiteY299" fmla="*/ 6649194 h 6858000"/>
              <a:gd name="connsiteX300" fmla="*/ 4986321 w 7472601"/>
              <a:gd name="connsiteY300" fmla="*/ 6765687 h 6858000"/>
              <a:gd name="connsiteX301" fmla="*/ 4973474 w 7472601"/>
              <a:gd name="connsiteY301" fmla="*/ 6858000 h 6858000"/>
              <a:gd name="connsiteX302" fmla="*/ 4907178 w 7472601"/>
              <a:gd name="connsiteY302" fmla="*/ 6858000 h 6858000"/>
              <a:gd name="connsiteX303" fmla="*/ 4910810 w 7472601"/>
              <a:gd name="connsiteY303" fmla="*/ 6829660 h 6858000"/>
              <a:gd name="connsiteX304" fmla="*/ 4987461 w 7472601"/>
              <a:gd name="connsiteY304" fmla="*/ 6432994 h 6858000"/>
              <a:gd name="connsiteX305" fmla="*/ 5179262 w 7472601"/>
              <a:gd name="connsiteY305" fmla="*/ 6035044 h 6858000"/>
              <a:gd name="connsiteX306" fmla="*/ 4689678 w 7472601"/>
              <a:gd name="connsiteY306" fmla="*/ 6440241 h 6858000"/>
              <a:gd name="connsiteX307" fmla="*/ 4477543 w 7472601"/>
              <a:gd name="connsiteY307" fmla="*/ 6674836 h 6858000"/>
              <a:gd name="connsiteX308" fmla="*/ 4329957 w 7472601"/>
              <a:gd name="connsiteY308" fmla="*/ 6858000 h 6858000"/>
              <a:gd name="connsiteX309" fmla="*/ 4218595 w 7472601"/>
              <a:gd name="connsiteY309" fmla="*/ 6858000 h 6858000"/>
              <a:gd name="connsiteX310" fmla="*/ 4368888 w 7472601"/>
              <a:gd name="connsiteY310" fmla="*/ 6668412 h 6858000"/>
              <a:gd name="connsiteX311" fmla="*/ 4563091 w 7472601"/>
              <a:gd name="connsiteY311" fmla="*/ 6442508 h 6858000"/>
              <a:gd name="connsiteX312" fmla="*/ 5387324 w 7472601"/>
              <a:gd name="connsiteY312" fmla="*/ 5705830 h 6858000"/>
              <a:gd name="connsiteX313" fmla="*/ 5073620 w 7472601"/>
              <a:gd name="connsiteY313" fmla="*/ 5955437 h 6858000"/>
              <a:gd name="connsiteX314" fmla="*/ 4689789 w 7472601"/>
              <a:gd name="connsiteY314" fmla="*/ 6268382 h 6858000"/>
              <a:gd name="connsiteX315" fmla="*/ 4418722 w 7472601"/>
              <a:gd name="connsiteY315" fmla="*/ 6570886 h 6858000"/>
              <a:gd name="connsiteX316" fmla="*/ 4214944 w 7472601"/>
              <a:gd name="connsiteY316" fmla="*/ 6858000 h 6858000"/>
              <a:gd name="connsiteX317" fmla="*/ 4177898 w 7472601"/>
              <a:gd name="connsiteY317" fmla="*/ 6858000 h 6858000"/>
              <a:gd name="connsiteX318" fmla="*/ 4391597 w 7472601"/>
              <a:gd name="connsiteY318" fmla="*/ 6556370 h 6858000"/>
              <a:gd name="connsiteX319" fmla="*/ 4668889 w 7472601"/>
              <a:gd name="connsiteY319" fmla="*/ 6246399 h 6858000"/>
              <a:gd name="connsiteX320" fmla="*/ 5055427 w 7472601"/>
              <a:gd name="connsiteY320" fmla="*/ 5931476 h 6858000"/>
              <a:gd name="connsiteX321" fmla="*/ 5371814 w 7472601"/>
              <a:gd name="connsiteY321" fmla="*/ 5678975 h 6858000"/>
              <a:gd name="connsiteX322" fmla="*/ 4987918 w 7472601"/>
              <a:gd name="connsiteY322" fmla="*/ 5838701 h 6858000"/>
              <a:gd name="connsiteX323" fmla="*/ 4317146 w 7472601"/>
              <a:gd name="connsiteY323" fmla="*/ 6587716 h 6858000"/>
              <a:gd name="connsiteX324" fmla="*/ 4171627 w 7472601"/>
              <a:gd name="connsiteY324" fmla="*/ 6858000 h 6858000"/>
              <a:gd name="connsiteX325" fmla="*/ 4081585 w 7472601"/>
              <a:gd name="connsiteY325" fmla="*/ 6858000 h 6858000"/>
              <a:gd name="connsiteX326" fmla="*/ 4238603 w 7472601"/>
              <a:gd name="connsiteY326" fmla="*/ 6559341 h 6858000"/>
              <a:gd name="connsiteX327" fmla="*/ 4778333 w 7472601"/>
              <a:gd name="connsiteY327" fmla="*/ 5873626 h 6858000"/>
              <a:gd name="connsiteX328" fmla="*/ 5414185 w 7472601"/>
              <a:gd name="connsiteY328" fmla="*/ 5573882 h 6858000"/>
              <a:gd name="connsiteX329" fmla="*/ 5959648 w 7472601"/>
              <a:gd name="connsiteY329" fmla="*/ 4760797 h 6858000"/>
              <a:gd name="connsiteX330" fmla="*/ 5355019 w 7472601"/>
              <a:gd name="connsiteY330" fmla="*/ 4734672 h 6858000"/>
              <a:gd name="connsiteX331" fmla="*/ 5083565 w 7472601"/>
              <a:gd name="connsiteY331" fmla="*/ 5179121 h 6858000"/>
              <a:gd name="connsiteX332" fmla="*/ 4713577 w 7472601"/>
              <a:gd name="connsiteY332" fmla="*/ 5616803 h 6858000"/>
              <a:gd name="connsiteX333" fmla="*/ 3989559 w 7472601"/>
              <a:gd name="connsiteY333" fmla="*/ 6145945 h 6858000"/>
              <a:gd name="connsiteX334" fmla="*/ 3939824 w 7472601"/>
              <a:gd name="connsiteY334" fmla="*/ 6066900 h 6858000"/>
              <a:gd name="connsiteX335" fmla="*/ 4584537 w 7472601"/>
              <a:gd name="connsiteY335" fmla="*/ 5324826 h 6858000"/>
              <a:gd name="connsiteX336" fmla="*/ 5037105 w 7472601"/>
              <a:gd name="connsiteY336" fmla="*/ 5088765 h 6858000"/>
              <a:gd name="connsiteX337" fmla="*/ 5039930 w 7472601"/>
              <a:gd name="connsiteY337" fmla="*/ 5089585 h 6858000"/>
              <a:gd name="connsiteX338" fmla="*/ 5263764 w 7472601"/>
              <a:gd name="connsiteY338" fmla="*/ 4735525 h 6858000"/>
              <a:gd name="connsiteX339" fmla="*/ 4086300 w 7472601"/>
              <a:gd name="connsiteY339" fmla="*/ 4884599 h 6858000"/>
              <a:gd name="connsiteX340" fmla="*/ 4085485 w 7472601"/>
              <a:gd name="connsiteY340" fmla="*/ 4899070 h 6858000"/>
              <a:gd name="connsiteX341" fmla="*/ 3871915 w 7472601"/>
              <a:gd name="connsiteY341" fmla="*/ 5253645 h 6858000"/>
              <a:gd name="connsiteX342" fmla="*/ 3799374 w 7472601"/>
              <a:gd name="connsiteY342" fmla="*/ 5466127 h 6858000"/>
              <a:gd name="connsiteX343" fmla="*/ 3498850 w 7472601"/>
              <a:gd name="connsiteY343" fmla="*/ 6661888 h 6858000"/>
              <a:gd name="connsiteX344" fmla="*/ 3399216 w 7472601"/>
              <a:gd name="connsiteY344" fmla="*/ 6858000 h 6858000"/>
              <a:gd name="connsiteX345" fmla="*/ 3303688 w 7472601"/>
              <a:gd name="connsiteY345" fmla="*/ 6858000 h 6858000"/>
              <a:gd name="connsiteX346" fmla="*/ 3391774 w 7472601"/>
              <a:gd name="connsiteY346" fmla="*/ 6697181 h 6858000"/>
              <a:gd name="connsiteX347" fmla="*/ 3735540 w 7472601"/>
              <a:gd name="connsiteY347" fmla="*/ 5546923 h 6858000"/>
              <a:gd name="connsiteX348" fmla="*/ 3729438 w 7472601"/>
              <a:gd name="connsiteY348" fmla="*/ 5569058 h 6858000"/>
              <a:gd name="connsiteX349" fmla="*/ 3707782 w 7472601"/>
              <a:gd name="connsiteY349" fmla="*/ 5644908 h 6858000"/>
              <a:gd name="connsiteX350" fmla="*/ 3583827 w 7472601"/>
              <a:gd name="connsiteY350" fmla="*/ 6039215 h 6858000"/>
              <a:gd name="connsiteX351" fmla="*/ 3547861 w 7472601"/>
              <a:gd name="connsiteY351" fmla="*/ 6129609 h 6858000"/>
              <a:gd name="connsiteX352" fmla="*/ 3490905 w 7472601"/>
              <a:gd name="connsiteY352" fmla="*/ 6277660 h 6858000"/>
              <a:gd name="connsiteX353" fmla="*/ 3455859 w 7472601"/>
              <a:gd name="connsiteY353" fmla="*/ 6391301 h 6858000"/>
              <a:gd name="connsiteX354" fmla="*/ 3429112 w 7472601"/>
              <a:gd name="connsiteY354" fmla="*/ 6479469 h 6858000"/>
              <a:gd name="connsiteX355" fmla="*/ 3304862 w 7472601"/>
              <a:gd name="connsiteY355" fmla="*/ 6796476 h 6858000"/>
              <a:gd name="connsiteX356" fmla="*/ 3276071 w 7472601"/>
              <a:gd name="connsiteY356" fmla="*/ 6858000 h 6858000"/>
              <a:gd name="connsiteX357" fmla="*/ 3240805 w 7472601"/>
              <a:gd name="connsiteY357" fmla="*/ 6858000 h 6858000"/>
              <a:gd name="connsiteX358" fmla="*/ 3275917 w 7472601"/>
              <a:gd name="connsiteY358" fmla="*/ 6783192 h 6858000"/>
              <a:gd name="connsiteX359" fmla="*/ 3399358 w 7472601"/>
              <a:gd name="connsiteY359" fmla="*/ 6469011 h 6858000"/>
              <a:gd name="connsiteX360" fmla="*/ 3425650 w 7472601"/>
              <a:gd name="connsiteY360" fmla="*/ 6381333 h 6858000"/>
              <a:gd name="connsiteX361" fmla="*/ 3460661 w 7472601"/>
              <a:gd name="connsiteY361" fmla="*/ 6266763 h 6858000"/>
              <a:gd name="connsiteX362" fmla="*/ 3518021 w 7472601"/>
              <a:gd name="connsiteY362" fmla="*/ 6117298 h 6858000"/>
              <a:gd name="connsiteX363" fmla="*/ 3554035 w 7472601"/>
              <a:gd name="connsiteY363" fmla="*/ 6027832 h 6858000"/>
              <a:gd name="connsiteX364" fmla="*/ 3677174 w 7472601"/>
              <a:gd name="connsiteY364" fmla="*/ 5636351 h 6858000"/>
              <a:gd name="connsiteX365" fmla="*/ 3698819 w 7472601"/>
              <a:gd name="connsiteY365" fmla="*/ 5560503 h 6858000"/>
              <a:gd name="connsiteX366" fmla="*/ 3702094 w 7472601"/>
              <a:gd name="connsiteY366" fmla="*/ 5549194 h 6858000"/>
              <a:gd name="connsiteX367" fmla="*/ 3398355 w 7472601"/>
              <a:gd name="connsiteY367" fmla="*/ 6094603 h 6858000"/>
              <a:gd name="connsiteX368" fmla="*/ 3193941 w 7472601"/>
              <a:gd name="connsiteY368" fmla="*/ 6798775 h 6858000"/>
              <a:gd name="connsiteX369" fmla="*/ 3184140 w 7472601"/>
              <a:gd name="connsiteY369" fmla="*/ 6858000 h 6858000"/>
              <a:gd name="connsiteX370" fmla="*/ 3099978 w 7472601"/>
              <a:gd name="connsiteY370" fmla="*/ 6858000 h 6858000"/>
              <a:gd name="connsiteX371" fmla="*/ 3101556 w 7472601"/>
              <a:gd name="connsiteY371" fmla="*/ 6843337 h 6858000"/>
              <a:gd name="connsiteX372" fmla="*/ 3370162 w 7472601"/>
              <a:gd name="connsiteY372" fmla="*/ 5785550 h 6858000"/>
              <a:gd name="connsiteX373" fmla="*/ 3746477 w 7472601"/>
              <a:gd name="connsiteY373" fmla="*/ 5377889 h 6858000"/>
              <a:gd name="connsiteX374" fmla="*/ 3863399 w 7472601"/>
              <a:gd name="connsiteY374" fmla="*/ 5087257 h 6858000"/>
              <a:gd name="connsiteX375" fmla="*/ 3968712 w 7472601"/>
              <a:gd name="connsiteY375" fmla="*/ 4913989 h 6858000"/>
              <a:gd name="connsiteX376" fmla="*/ 2792390 w 7472601"/>
              <a:gd name="connsiteY376" fmla="*/ 5382974 h 6858000"/>
              <a:gd name="connsiteX377" fmla="*/ 2714982 w 7472601"/>
              <a:gd name="connsiteY377" fmla="*/ 5427051 h 6858000"/>
              <a:gd name="connsiteX378" fmla="*/ 2813361 w 7472601"/>
              <a:gd name="connsiteY378" fmla="*/ 6023912 h 6858000"/>
              <a:gd name="connsiteX379" fmla="*/ 2688430 w 7472601"/>
              <a:gd name="connsiteY379" fmla="*/ 6801564 h 6858000"/>
              <a:gd name="connsiteX380" fmla="*/ 2629626 w 7472601"/>
              <a:gd name="connsiteY380" fmla="*/ 6763394 h 6858000"/>
              <a:gd name="connsiteX381" fmla="*/ 2565328 w 7472601"/>
              <a:gd name="connsiteY381" fmla="*/ 5516399 h 6858000"/>
              <a:gd name="connsiteX382" fmla="*/ 1922999 w 7472601"/>
              <a:gd name="connsiteY382" fmla="*/ 5980343 h 6858000"/>
              <a:gd name="connsiteX383" fmla="*/ 1950261 w 7472601"/>
              <a:gd name="connsiteY383" fmla="*/ 6405858 h 6858000"/>
              <a:gd name="connsiteX384" fmla="*/ 2365554 w 7472601"/>
              <a:gd name="connsiteY384" fmla="*/ 6759107 h 6858000"/>
              <a:gd name="connsiteX385" fmla="*/ 2424142 w 7472601"/>
              <a:gd name="connsiteY385" fmla="*/ 6858000 h 6858000"/>
              <a:gd name="connsiteX386" fmla="*/ 2395994 w 7472601"/>
              <a:gd name="connsiteY386" fmla="*/ 6858000 h 6858000"/>
              <a:gd name="connsiteX387" fmla="*/ 2392863 w 7472601"/>
              <a:gd name="connsiteY387" fmla="*/ 6852964 h 6858000"/>
              <a:gd name="connsiteX388" fmla="*/ 2017589 w 7472601"/>
              <a:gd name="connsiteY388" fmla="*/ 6493982 h 6858000"/>
              <a:gd name="connsiteX389" fmla="*/ 2147336 w 7472601"/>
              <a:gd name="connsiteY389" fmla="*/ 6594052 h 6858000"/>
              <a:gd name="connsiteX390" fmla="*/ 2207047 w 7472601"/>
              <a:gd name="connsiteY390" fmla="*/ 6654540 h 6858000"/>
              <a:gd name="connsiteX391" fmla="*/ 2299106 w 7472601"/>
              <a:gd name="connsiteY391" fmla="*/ 6778931 h 6858000"/>
              <a:gd name="connsiteX392" fmla="*/ 2314430 w 7472601"/>
              <a:gd name="connsiteY392" fmla="*/ 6801144 h 6858000"/>
              <a:gd name="connsiteX393" fmla="*/ 2352406 w 7472601"/>
              <a:gd name="connsiteY393" fmla="*/ 6858000 h 6858000"/>
              <a:gd name="connsiteX394" fmla="*/ 2314492 w 7472601"/>
              <a:gd name="connsiteY394" fmla="*/ 6858000 h 6858000"/>
              <a:gd name="connsiteX395" fmla="*/ 2288095 w 7472601"/>
              <a:gd name="connsiteY395" fmla="*/ 6818030 h 6858000"/>
              <a:gd name="connsiteX396" fmla="*/ 2272768 w 7472601"/>
              <a:gd name="connsiteY396" fmla="*/ 6795822 h 6858000"/>
              <a:gd name="connsiteX397" fmla="*/ 2182715 w 7472601"/>
              <a:gd name="connsiteY397" fmla="*/ 6675071 h 6858000"/>
              <a:gd name="connsiteX398" fmla="*/ 2032061 w 7472601"/>
              <a:gd name="connsiteY398" fmla="*/ 6541380 h 6858000"/>
              <a:gd name="connsiteX399" fmla="*/ 2257220 w 7472601"/>
              <a:gd name="connsiteY399" fmla="*/ 6826257 h 6858000"/>
              <a:gd name="connsiteX400" fmla="*/ 2281324 w 7472601"/>
              <a:gd name="connsiteY400" fmla="*/ 6858000 h 6858000"/>
              <a:gd name="connsiteX401" fmla="*/ 2242860 w 7472601"/>
              <a:gd name="connsiteY401" fmla="*/ 6858000 h 6858000"/>
              <a:gd name="connsiteX402" fmla="*/ 2232818 w 7472601"/>
              <a:gd name="connsiteY402" fmla="*/ 6844926 h 6858000"/>
              <a:gd name="connsiteX403" fmla="*/ 1990172 w 7472601"/>
              <a:gd name="connsiteY403" fmla="*/ 6542121 h 6858000"/>
              <a:gd name="connsiteX404" fmla="*/ 2124090 w 7472601"/>
              <a:gd name="connsiteY404" fmla="*/ 6761017 h 6858000"/>
              <a:gd name="connsiteX405" fmla="*/ 2200380 w 7472601"/>
              <a:gd name="connsiteY405" fmla="*/ 6858000 h 6858000"/>
              <a:gd name="connsiteX406" fmla="*/ 2147507 w 7472601"/>
              <a:gd name="connsiteY406" fmla="*/ 6858000 h 6858000"/>
              <a:gd name="connsiteX407" fmla="*/ 2070668 w 7472601"/>
              <a:gd name="connsiteY407" fmla="*/ 6761520 h 6858000"/>
              <a:gd name="connsiteX408" fmla="*/ 1975142 w 7472601"/>
              <a:gd name="connsiteY408" fmla="*/ 6585570 h 6858000"/>
              <a:gd name="connsiteX409" fmla="*/ 2050035 w 7472601"/>
              <a:gd name="connsiteY409" fmla="*/ 6813345 h 6858000"/>
              <a:gd name="connsiteX410" fmla="*/ 2063025 w 7472601"/>
              <a:gd name="connsiteY410" fmla="*/ 6858000 h 6858000"/>
              <a:gd name="connsiteX411" fmla="*/ 2021675 w 7472601"/>
              <a:gd name="connsiteY411" fmla="*/ 6858000 h 6858000"/>
              <a:gd name="connsiteX412" fmla="*/ 2019308 w 7472601"/>
              <a:gd name="connsiteY412" fmla="*/ 6847118 h 6858000"/>
              <a:gd name="connsiteX413" fmla="*/ 1938835 w 7472601"/>
              <a:gd name="connsiteY413" fmla="*/ 6551160 h 6858000"/>
              <a:gd name="connsiteX414" fmla="*/ 1953230 w 7472601"/>
              <a:gd name="connsiteY414" fmla="*/ 6759699 h 6858000"/>
              <a:gd name="connsiteX415" fmla="*/ 1956763 w 7472601"/>
              <a:gd name="connsiteY415" fmla="*/ 6778191 h 6858000"/>
              <a:gd name="connsiteX416" fmla="*/ 1967925 w 7472601"/>
              <a:gd name="connsiteY416" fmla="*/ 6858000 h 6858000"/>
              <a:gd name="connsiteX417" fmla="*/ 1936622 w 7472601"/>
              <a:gd name="connsiteY417" fmla="*/ 6858000 h 6858000"/>
              <a:gd name="connsiteX418" fmla="*/ 1926261 w 7472601"/>
              <a:gd name="connsiteY418" fmla="*/ 6784064 h 6858000"/>
              <a:gd name="connsiteX419" fmla="*/ 1922724 w 7472601"/>
              <a:gd name="connsiteY419" fmla="*/ 6765577 h 6858000"/>
              <a:gd name="connsiteX420" fmla="*/ 1904650 w 7472601"/>
              <a:gd name="connsiteY420" fmla="*/ 6639616 h 6858000"/>
              <a:gd name="connsiteX421" fmla="*/ 1885273 w 7472601"/>
              <a:gd name="connsiteY421" fmla="*/ 6858000 h 6858000"/>
              <a:gd name="connsiteX422" fmla="*/ 1854363 w 7472601"/>
              <a:gd name="connsiteY422" fmla="*/ 6858000 h 6858000"/>
              <a:gd name="connsiteX423" fmla="*/ 1880391 w 7472601"/>
              <a:gd name="connsiteY423" fmla="*/ 6603796 h 6858000"/>
              <a:gd name="connsiteX424" fmla="*/ 1818273 w 7472601"/>
              <a:gd name="connsiteY424" fmla="*/ 6715729 h 6858000"/>
              <a:gd name="connsiteX425" fmla="*/ 1794691 w 7472601"/>
              <a:gd name="connsiteY425" fmla="*/ 6843239 h 6858000"/>
              <a:gd name="connsiteX426" fmla="*/ 1794914 w 7472601"/>
              <a:gd name="connsiteY426" fmla="*/ 6858000 h 6858000"/>
              <a:gd name="connsiteX427" fmla="*/ 1746128 w 7472601"/>
              <a:gd name="connsiteY427" fmla="*/ 6858000 h 6858000"/>
              <a:gd name="connsiteX428" fmla="*/ 1753934 w 7472601"/>
              <a:gd name="connsiteY428" fmla="*/ 6724796 h 6858000"/>
              <a:gd name="connsiteX429" fmla="*/ 1792053 w 7472601"/>
              <a:gd name="connsiteY429" fmla="*/ 6572396 h 6858000"/>
              <a:gd name="connsiteX430" fmla="*/ 1862248 w 7472601"/>
              <a:gd name="connsiteY430" fmla="*/ 6266397 h 6858000"/>
              <a:gd name="connsiteX431" fmla="*/ 1862250 w 7472601"/>
              <a:gd name="connsiteY431" fmla="*/ 6033531 h 6858000"/>
              <a:gd name="connsiteX432" fmla="*/ 1211999 w 7472601"/>
              <a:gd name="connsiteY432" fmla="*/ 6683610 h 6858000"/>
              <a:gd name="connsiteX433" fmla="*/ 1213266 w 7472601"/>
              <a:gd name="connsiteY433" fmla="*/ 6691947 h 6858000"/>
              <a:gd name="connsiteX434" fmla="*/ 1203370 w 7472601"/>
              <a:gd name="connsiteY434" fmla="*/ 6850676 h 6858000"/>
              <a:gd name="connsiteX435" fmla="*/ 1203671 w 7472601"/>
              <a:gd name="connsiteY435" fmla="*/ 6858000 h 6858000"/>
              <a:gd name="connsiteX436" fmla="*/ 1143180 w 7472601"/>
              <a:gd name="connsiteY436" fmla="*/ 6858000 h 6858000"/>
              <a:gd name="connsiteX437" fmla="*/ 1142176 w 7472601"/>
              <a:gd name="connsiteY437" fmla="*/ 6766045 h 6858000"/>
              <a:gd name="connsiteX438" fmla="*/ 1067484 w 7472601"/>
              <a:gd name="connsiteY438" fmla="*/ 6858000 h 6858000"/>
              <a:gd name="connsiteX439" fmla="*/ 953928 w 7472601"/>
              <a:gd name="connsiteY439" fmla="*/ 6858000 h 6858000"/>
              <a:gd name="connsiteX440" fmla="*/ 959715 w 7472601"/>
              <a:gd name="connsiteY440" fmla="*/ 6850185 h 6858000"/>
              <a:gd name="connsiteX441" fmla="*/ 1483788 w 7472601"/>
              <a:gd name="connsiteY441" fmla="*/ 6259174 h 6858000"/>
              <a:gd name="connsiteX442" fmla="*/ 1100671 w 7472601"/>
              <a:gd name="connsiteY442" fmla="*/ 6252137 h 6858000"/>
              <a:gd name="connsiteX443" fmla="*/ 1090144 w 7472601"/>
              <a:gd name="connsiteY443" fmla="*/ 6256748 h 6858000"/>
              <a:gd name="connsiteX444" fmla="*/ 1095872 w 7472601"/>
              <a:gd name="connsiteY444" fmla="*/ 6271892 h 6858000"/>
              <a:gd name="connsiteX445" fmla="*/ 262785 w 7472601"/>
              <a:gd name="connsiteY445" fmla="*/ 6845450 h 6858000"/>
              <a:gd name="connsiteX446" fmla="*/ 209968 w 7472601"/>
              <a:gd name="connsiteY446" fmla="*/ 6770713 h 6858000"/>
              <a:gd name="connsiteX447" fmla="*/ 873460 w 7472601"/>
              <a:gd name="connsiteY447" fmla="*/ 6253768 h 6858000"/>
              <a:gd name="connsiteX448" fmla="*/ 192686 w 7472601"/>
              <a:gd name="connsiteY448" fmla="*/ 5849257 h 6858000"/>
              <a:gd name="connsiteX449" fmla="*/ 4696 w 7472601"/>
              <a:gd name="connsiteY449" fmla="*/ 5697668 h 6858000"/>
              <a:gd name="connsiteX450" fmla="*/ 0 w 7472601"/>
              <a:gd name="connsiteY450" fmla="*/ 5689984 h 6858000"/>
              <a:gd name="connsiteX451" fmla="*/ 0 w 7472601"/>
              <a:gd name="connsiteY451" fmla="*/ 5513472 h 6858000"/>
              <a:gd name="connsiteX452" fmla="*/ 174101 w 7472601"/>
              <a:gd name="connsiteY452" fmla="*/ 5620277 h 6858000"/>
              <a:gd name="connsiteX453" fmla="*/ 891800 w 7472601"/>
              <a:gd name="connsiteY453" fmla="*/ 6036935 h 6858000"/>
              <a:gd name="connsiteX454" fmla="*/ 1072219 w 7472601"/>
              <a:gd name="connsiteY454" fmla="*/ 6169443 h 6858000"/>
              <a:gd name="connsiteX455" fmla="*/ 1074117 w 7472601"/>
              <a:gd name="connsiteY455" fmla="*/ 6170301 h 6858000"/>
              <a:gd name="connsiteX456" fmla="*/ 1083114 w 7472601"/>
              <a:gd name="connsiteY456" fmla="*/ 6174131 h 6858000"/>
              <a:gd name="connsiteX457" fmla="*/ 1543010 w 7472601"/>
              <a:gd name="connsiteY457" fmla="*/ 6191140 h 6858000"/>
              <a:gd name="connsiteX458" fmla="*/ 1551080 w 7472601"/>
              <a:gd name="connsiteY458" fmla="*/ 6195006 h 6858000"/>
              <a:gd name="connsiteX459" fmla="*/ 2345443 w 7472601"/>
              <a:gd name="connsiteY459" fmla="*/ 5549882 h 6858000"/>
              <a:gd name="connsiteX460" fmla="*/ 1721499 w 7472601"/>
              <a:gd name="connsiteY460" fmla="*/ 5599969 h 6858000"/>
              <a:gd name="connsiteX461" fmla="*/ 767716 w 7472601"/>
              <a:gd name="connsiteY461" fmla="*/ 5472768 h 6858000"/>
              <a:gd name="connsiteX462" fmla="*/ 722147 w 7472601"/>
              <a:gd name="connsiteY462" fmla="*/ 5393091 h 6858000"/>
              <a:gd name="connsiteX463" fmla="*/ 1485552 w 7472601"/>
              <a:gd name="connsiteY463" fmla="*/ 5313202 h 6858000"/>
              <a:gd name="connsiteX464" fmla="*/ 2143004 w 7472601"/>
              <a:gd name="connsiteY464" fmla="*/ 5402420 h 6858000"/>
              <a:gd name="connsiteX465" fmla="*/ 1933391 w 7472601"/>
              <a:gd name="connsiteY465" fmla="*/ 5156971 h 6858000"/>
              <a:gd name="connsiteX466" fmla="*/ 1827118 w 7472601"/>
              <a:gd name="connsiteY466" fmla="*/ 4968410 h 6858000"/>
              <a:gd name="connsiteX467" fmla="*/ 1837349 w 7472601"/>
              <a:gd name="connsiteY467" fmla="*/ 4956357 h 6858000"/>
              <a:gd name="connsiteX468" fmla="*/ 2162835 w 7472601"/>
              <a:gd name="connsiteY468" fmla="*/ 5187853 h 6858000"/>
              <a:gd name="connsiteX469" fmla="*/ 2257167 w 7472601"/>
              <a:gd name="connsiteY469" fmla="*/ 5462123 h 6858000"/>
              <a:gd name="connsiteX470" fmla="*/ 2261598 w 7472601"/>
              <a:gd name="connsiteY470" fmla="*/ 5467998 h 6858000"/>
              <a:gd name="connsiteX471" fmla="*/ 2437177 w 7472601"/>
              <a:gd name="connsiteY471" fmla="*/ 5479608 h 6858000"/>
              <a:gd name="connsiteX472" fmla="*/ 2445247 w 7472601"/>
              <a:gd name="connsiteY472" fmla="*/ 5483476 h 6858000"/>
              <a:gd name="connsiteX473" fmla="*/ 2743626 w 7472601"/>
              <a:gd name="connsiteY473" fmla="*/ 5304819 h 6858000"/>
              <a:gd name="connsiteX474" fmla="*/ 3048102 w 7472601"/>
              <a:gd name="connsiteY474" fmla="*/ 5150595 h 6858000"/>
              <a:gd name="connsiteX475" fmla="*/ 1799414 w 7472601"/>
              <a:gd name="connsiteY475" fmla="*/ 4694732 h 6858000"/>
              <a:gd name="connsiteX476" fmla="*/ 1771735 w 7472601"/>
              <a:gd name="connsiteY476" fmla="*/ 4619929 h 6858000"/>
              <a:gd name="connsiteX477" fmla="*/ 3104273 w 7472601"/>
              <a:gd name="connsiteY477" fmla="*/ 5076159 h 6858000"/>
              <a:gd name="connsiteX478" fmla="*/ 3113245 w 7472601"/>
              <a:gd name="connsiteY478" fmla="*/ 5090705 h 6858000"/>
              <a:gd name="connsiteX479" fmla="*/ 3126294 w 7472601"/>
              <a:gd name="connsiteY479" fmla="*/ 5114400 h 6858000"/>
              <a:gd name="connsiteX480" fmla="*/ 3937433 w 7472601"/>
              <a:gd name="connsiteY480" fmla="*/ 4830473 h 6858000"/>
              <a:gd name="connsiteX481" fmla="*/ 3590475 w 7472601"/>
              <a:gd name="connsiteY481" fmla="*/ 4597974 h 6858000"/>
              <a:gd name="connsiteX482" fmla="*/ 3100264 w 7472601"/>
              <a:gd name="connsiteY482" fmla="*/ 4579845 h 6858000"/>
              <a:gd name="connsiteX483" fmla="*/ 2183576 w 7472601"/>
              <a:gd name="connsiteY483" fmla="*/ 4227150 h 6858000"/>
              <a:gd name="connsiteX484" fmla="*/ 2151029 w 7472601"/>
              <a:gd name="connsiteY484" fmla="*/ 4146947 h 6858000"/>
              <a:gd name="connsiteX485" fmla="*/ 3563434 w 7472601"/>
              <a:gd name="connsiteY485" fmla="*/ 4469115 h 6858000"/>
              <a:gd name="connsiteX486" fmla="*/ 3177952 w 7472601"/>
              <a:gd name="connsiteY486" fmla="*/ 3657386 h 6858000"/>
              <a:gd name="connsiteX487" fmla="*/ 3189263 w 7472601"/>
              <a:gd name="connsiteY487" fmla="*/ 3625726 h 6858000"/>
              <a:gd name="connsiteX488" fmla="*/ 3560912 w 7472601"/>
              <a:gd name="connsiteY488" fmla="*/ 4079863 h 6858000"/>
              <a:gd name="connsiteX489" fmla="*/ 3626636 w 7472601"/>
              <a:gd name="connsiteY489" fmla="*/ 4512230 h 6858000"/>
              <a:gd name="connsiteX490" fmla="*/ 3653088 w 7472601"/>
              <a:gd name="connsiteY490" fmla="*/ 4521417 h 6858000"/>
              <a:gd name="connsiteX491" fmla="*/ 3988128 w 7472601"/>
              <a:gd name="connsiteY491" fmla="*/ 4817267 h 6858000"/>
              <a:gd name="connsiteX492" fmla="*/ 4830582 w 7472601"/>
              <a:gd name="connsiteY492" fmla="*/ 4676000 h 6858000"/>
              <a:gd name="connsiteX493" fmla="*/ 4830100 w 7472601"/>
              <a:gd name="connsiteY493" fmla="*/ 4675554 h 6858000"/>
              <a:gd name="connsiteX494" fmla="*/ 4036318 w 7472601"/>
              <a:gd name="connsiteY494" fmla="*/ 4147013 h 6858000"/>
              <a:gd name="connsiteX495" fmla="*/ 3432098 w 7472601"/>
              <a:gd name="connsiteY495" fmla="*/ 3537312 h 6858000"/>
              <a:gd name="connsiteX496" fmla="*/ 3446761 w 7472601"/>
              <a:gd name="connsiteY496" fmla="*/ 3461278 h 6858000"/>
              <a:gd name="connsiteX497" fmla="*/ 4419733 w 7472601"/>
              <a:gd name="connsiteY497" fmla="*/ 3963555 h 6858000"/>
              <a:gd name="connsiteX498" fmla="*/ 4781371 w 7472601"/>
              <a:gd name="connsiteY498" fmla="*/ 4458604 h 6858000"/>
              <a:gd name="connsiteX499" fmla="*/ 4780440 w 7472601"/>
              <a:gd name="connsiteY499" fmla="*/ 4470290 h 6858000"/>
              <a:gd name="connsiteX500" fmla="*/ 4898954 w 7472601"/>
              <a:gd name="connsiteY500" fmla="*/ 4662092 h 6858000"/>
              <a:gd name="connsiteX501" fmla="*/ 4900699 w 7472601"/>
              <a:gd name="connsiteY501" fmla="*/ 4670867 h 6858000"/>
              <a:gd name="connsiteX502" fmla="*/ 5714511 w 7472601"/>
              <a:gd name="connsiteY502" fmla="*/ 4663483 h 6858000"/>
              <a:gd name="connsiteX503" fmla="*/ 5464793 w 7472601"/>
              <a:gd name="connsiteY503" fmla="*/ 4393556 h 6858000"/>
              <a:gd name="connsiteX504" fmla="*/ 5461897 w 7472601"/>
              <a:gd name="connsiteY504" fmla="*/ 4390879 h 6858000"/>
              <a:gd name="connsiteX505" fmla="*/ 4294126 w 7472601"/>
              <a:gd name="connsiteY505" fmla="*/ 3303048 h 6858000"/>
              <a:gd name="connsiteX506" fmla="*/ 4305321 w 7472601"/>
              <a:gd name="connsiteY506" fmla="*/ 3256953 h 6858000"/>
              <a:gd name="connsiteX507" fmla="*/ 4949299 w 7472601"/>
              <a:gd name="connsiteY507" fmla="*/ 3766336 h 6858000"/>
              <a:gd name="connsiteX508" fmla="*/ 5291452 w 7472601"/>
              <a:gd name="connsiteY508" fmla="*/ 4076801 h 6858000"/>
              <a:gd name="connsiteX509" fmla="*/ 5434998 w 7472601"/>
              <a:gd name="connsiteY509" fmla="*/ 4254100 h 6858000"/>
              <a:gd name="connsiteX510" fmla="*/ 5351015 w 7472601"/>
              <a:gd name="connsiteY510" fmla="*/ 3760989 h 6858000"/>
              <a:gd name="connsiteX511" fmla="*/ 5413780 w 7472601"/>
              <a:gd name="connsiteY511" fmla="*/ 2966265 h 6858000"/>
              <a:gd name="connsiteX512" fmla="*/ 5425627 w 7472601"/>
              <a:gd name="connsiteY512" fmla="*/ 2954192 h 6858000"/>
              <a:gd name="connsiteX513" fmla="*/ 6604735 w 7472601"/>
              <a:gd name="connsiteY513" fmla="*/ 2041381 h 6858000"/>
              <a:gd name="connsiteX514" fmla="*/ 7204487 w 7472601"/>
              <a:gd name="connsiteY514" fmla="*/ 2742112 h 6858000"/>
              <a:gd name="connsiteX515" fmla="*/ 7131592 w 7472601"/>
              <a:gd name="connsiteY515" fmla="*/ 2672096 h 6858000"/>
              <a:gd name="connsiteX516" fmla="*/ 6996344 w 7472601"/>
              <a:gd name="connsiteY516" fmla="*/ 2518310 h 6858000"/>
              <a:gd name="connsiteX517" fmla="*/ 6735495 w 7472601"/>
              <a:gd name="connsiteY517" fmla="*/ 2196890 h 6858000"/>
              <a:gd name="connsiteX518" fmla="*/ 6721901 w 7472601"/>
              <a:gd name="connsiteY518" fmla="*/ 2179274 h 6858000"/>
              <a:gd name="connsiteX519" fmla="*/ 6604735 w 7472601"/>
              <a:gd name="connsiteY519" fmla="*/ 2041381 h 6858000"/>
              <a:gd name="connsiteX520" fmla="*/ 6591670 w 7472601"/>
              <a:gd name="connsiteY520" fmla="*/ 1988277 h 6858000"/>
              <a:gd name="connsiteX521" fmla="*/ 6747349 w 7472601"/>
              <a:gd name="connsiteY521" fmla="*/ 2160069 h 6858000"/>
              <a:gd name="connsiteX522" fmla="*/ 6760943 w 7472601"/>
              <a:gd name="connsiteY522" fmla="*/ 2177686 h 6858000"/>
              <a:gd name="connsiteX523" fmla="*/ 7021065 w 7472601"/>
              <a:gd name="connsiteY523" fmla="*/ 2498102 h 6858000"/>
              <a:gd name="connsiteX524" fmla="*/ 7155223 w 7472601"/>
              <a:gd name="connsiteY524" fmla="*/ 2650386 h 6858000"/>
              <a:gd name="connsiteX525" fmla="*/ 7203167 w 7472601"/>
              <a:gd name="connsiteY525" fmla="*/ 2697288 h 6858000"/>
              <a:gd name="connsiteX526" fmla="*/ 6937703 w 7472601"/>
              <a:gd name="connsiteY526" fmla="*/ 2321981 h 6858000"/>
              <a:gd name="connsiteX527" fmla="*/ 6591670 w 7472601"/>
              <a:gd name="connsiteY527" fmla="*/ 1988277 h 6858000"/>
              <a:gd name="connsiteX528" fmla="*/ 5798671 w 7472601"/>
              <a:gd name="connsiteY528" fmla="*/ 1981601 h 6858000"/>
              <a:gd name="connsiteX529" fmla="*/ 5754709 w 7472601"/>
              <a:gd name="connsiteY529" fmla="*/ 2071454 h 6858000"/>
              <a:gd name="connsiteX530" fmla="*/ 5763044 w 7472601"/>
              <a:gd name="connsiteY530" fmla="*/ 2842206 h 6858000"/>
              <a:gd name="connsiteX531" fmla="*/ 5764974 w 7472601"/>
              <a:gd name="connsiteY531" fmla="*/ 2799609 h 6858000"/>
              <a:gd name="connsiteX532" fmla="*/ 5767665 w 7472601"/>
              <a:gd name="connsiteY532" fmla="*/ 2666409 h 6858000"/>
              <a:gd name="connsiteX533" fmla="*/ 5763055 w 7472601"/>
              <a:gd name="connsiteY533" fmla="*/ 2579705 h 6858000"/>
              <a:gd name="connsiteX534" fmla="*/ 5758079 w 7472601"/>
              <a:gd name="connsiteY534" fmla="*/ 2492508 h 6858000"/>
              <a:gd name="connsiteX535" fmla="*/ 5779325 w 7472601"/>
              <a:gd name="connsiteY535" fmla="*/ 2197069 h 6858000"/>
              <a:gd name="connsiteX536" fmla="*/ 5798671 w 7472601"/>
              <a:gd name="connsiteY536" fmla="*/ 1981601 h 6858000"/>
              <a:gd name="connsiteX537" fmla="*/ 5829202 w 7472601"/>
              <a:gd name="connsiteY537" fmla="*/ 1971679 h 6858000"/>
              <a:gd name="connsiteX538" fmla="*/ 5809558 w 7472601"/>
              <a:gd name="connsiteY538" fmla="*/ 2198043 h 6858000"/>
              <a:gd name="connsiteX539" fmla="*/ 5788653 w 7472601"/>
              <a:gd name="connsiteY539" fmla="*/ 2489430 h 6858000"/>
              <a:gd name="connsiteX540" fmla="*/ 5793439 w 7472601"/>
              <a:gd name="connsiteY540" fmla="*/ 2575235 h 6858000"/>
              <a:gd name="connsiteX541" fmla="*/ 5796837 w 7472601"/>
              <a:gd name="connsiteY541" fmla="*/ 2637633 h 6858000"/>
              <a:gd name="connsiteX542" fmla="*/ 5818614 w 7472601"/>
              <a:gd name="connsiteY542" fmla="*/ 2473055 h 6858000"/>
              <a:gd name="connsiteX543" fmla="*/ 5829202 w 7472601"/>
              <a:gd name="connsiteY543" fmla="*/ 1971679 h 6858000"/>
              <a:gd name="connsiteX544" fmla="*/ 5911389 w 7472601"/>
              <a:gd name="connsiteY544" fmla="*/ 1898371 h 6858000"/>
              <a:gd name="connsiteX545" fmla="*/ 6237627 w 7472601"/>
              <a:gd name="connsiteY545" fmla="*/ 2231921 h 6858000"/>
              <a:gd name="connsiteX546" fmla="*/ 5911389 w 7472601"/>
              <a:gd name="connsiteY546" fmla="*/ 1898371 h 6858000"/>
              <a:gd name="connsiteX547" fmla="*/ 6944437 w 7472601"/>
              <a:gd name="connsiteY547" fmla="*/ 1575402 h 6858000"/>
              <a:gd name="connsiteX548" fmla="*/ 6304730 w 7472601"/>
              <a:gd name="connsiteY548" fmla="*/ 1766654 h 6858000"/>
              <a:gd name="connsiteX549" fmla="*/ 6944437 w 7472601"/>
              <a:gd name="connsiteY549" fmla="*/ 1575402 h 6858000"/>
              <a:gd name="connsiteX550" fmla="*/ 7019523 w 7472601"/>
              <a:gd name="connsiteY550" fmla="*/ 1519450 h 6858000"/>
              <a:gd name="connsiteX551" fmla="*/ 6298091 w 7472601"/>
              <a:gd name="connsiteY551" fmla="*/ 1737122 h 6858000"/>
              <a:gd name="connsiteX552" fmla="*/ 7019523 w 7472601"/>
              <a:gd name="connsiteY552" fmla="*/ 1519450 h 6858000"/>
              <a:gd name="connsiteX553" fmla="*/ 2399523 w 7472601"/>
              <a:gd name="connsiteY553" fmla="*/ 1428234 h 6858000"/>
              <a:gd name="connsiteX554" fmla="*/ 2224982 w 7472601"/>
              <a:gd name="connsiteY554" fmla="*/ 1826201 h 6858000"/>
              <a:gd name="connsiteX555" fmla="*/ 2096099 w 7472601"/>
              <a:gd name="connsiteY555" fmla="*/ 2345900 h 6858000"/>
              <a:gd name="connsiteX556" fmla="*/ 2283317 w 7472601"/>
              <a:gd name="connsiteY556" fmla="*/ 1796925 h 6858000"/>
              <a:gd name="connsiteX557" fmla="*/ 2399523 w 7472601"/>
              <a:gd name="connsiteY557" fmla="*/ 1428234 h 6858000"/>
              <a:gd name="connsiteX558" fmla="*/ 2448558 w 7472601"/>
              <a:gd name="connsiteY558" fmla="*/ 1373435 h 6858000"/>
              <a:gd name="connsiteX559" fmla="*/ 2312521 w 7472601"/>
              <a:gd name="connsiteY559" fmla="*/ 1806140 h 6858000"/>
              <a:gd name="connsiteX560" fmla="*/ 2127533 w 7472601"/>
              <a:gd name="connsiteY560" fmla="*/ 2348380 h 6858000"/>
              <a:gd name="connsiteX561" fmla="*/ 2358080 w 7472601"/>
              <a:gd name="connsiteY561" fmla="*/ 1866134 h 6858000"/>
              <a:gd name="connsiteX562" fmla="*/ 2407436 w 7472601"/>
              <a:gd name="connsiteY562" fmla="*/ 1651070 h 6858000"/>
              <a:gd name="connsiteX563" fmla="*/ 2448558 w 7472601"/>
              <a:gd name="connsiteY563" fmla="*/ 1373435 h 6858000"/>
              <a:gd name="connsiteX564" fmla="*/ 278707 w 7472601"/>
              <a:gd name="connsiteY564" fmla="*/ 1352270 h 6858000"/>
              <a:gd name="connsiteX565" fmla="*/ 321570 w 7472601"/>
              <a:gd name="connsiteY565" fmla="*/ 1861610 h 6858000"/>
              <a:gd name="connsiteX566" fmla="*/ 294281 w 7472601"/>
              <a:gd name="connsiteY566" fmla="*/ 1440658 h 6858000"/>
              <a:gd name="connsiteX567" fmla="*/ 278707 w 7472601"/>
              <a:gd name="connsiteY567" fmla="*/ 1352270 h 6858000"/>
              <a:gd name="connsiteX568" fmla="*/ 1423821 w 7472601"/>
              <a:gd name="connsiteY568" fmla="*/ 1351958 h 6858000"/>
              <a:gd name="connsiteX569" fmla="*/ 1638521 w 7472601"/>
              <a:gd name="connsiteY569" fmla="*/ 1908470 h 6858000"/>
              <a:gd name="connsiteX570" fmla="*/ 1754199 w 7472601"/>
              <a:gd name="connsiteY570" fmla="*/ 2149284 h 6858000"/>
              <a:gd name="connsiteX571" fmla="*/ 1908359 w 7472601"/>
              <a:gd name="connsiteY571" fmla="*/ 2364988 h 6858000"/>
              <a:gd name="connsiteX572" fmla="*/ 1647661 w 7472601"/>
              <a:gd name="connsiteY572" fmla="*/ 1825945 h 6858000"/>
              <a:gd name="connsiteX573" fmla="*/ 1423821 w 7472601"/>
              <a:gd name="connsiteY573" fmla="*/ 1351958 h 6858000"/>
              <a:gd name="connsiteX574" fmla="*/ 1431890 w 7472601"/>
              <a:gd name="connsiteY574" fmla="*/ 1306475 h 6858000"/>
              <a:gd name="connsiteX575" fmla="*/ 1507597 w 7472601"/>
              <a:gd name="connsiteY575" fmla="*/ 1446132 h 6858000"/>
              <a:gd name="connsiteX576" fmla="*/ 1674586 w 7472601"/>
              <a:gd name="connsiteY576" fmla="*/ 1813832 h 6858000"/>
              <a:gd name="connsiteX577" fmla="*/ 1815950 w 7472601"/>
              <a:gd name="connsiteY577" fmla="*/ 2128564 h 6858000"/>
              <a:gd name="connsiteX578" fmla="*/ 1984242 w 7472601"/>
              <a:gd name="connsiteY578" fmla="*/ 2430829 h 6858000"/>
              <a:gd name="connsiteX579" fmla="*/ 2014023 w 7472601"/>
              <a:gd name="connsiteY579" fmla="*/ 2450995 h 6858000"/>
              <a:gd name="connsiteX580" fmla="*/ 1747337 w 7472601"/>
              <a:gd name="connsiteY580" fmla="*/ 1855264 h 6858000"/>
              <a:gd name="connsiteX581" fmla="*/ 1533749 w 7472601"/>
              <a:gd name="connsiteY581" fmla="*/ 1478656 h 6858000"/>
              <a:gd name="connsiteX582" fmla="*/ 1431890 w 7472601"/>
              <a:gd name="connsiteY582" fmla="*/ 1306475 h 6858000"/>
              <a:gd name="connsiteX583" fmla="*/ 5052692 w 7472601"/>
              <a:gd name="connsiteY583" fmla="*/ 1292994 h 6858000"/>
              <a:gd name="connsiteX584" fmla="*/ 5200661 w 7472601"/>
              <a:gd name="connsiteY584" fmla="*/ 1635186 h 6858000"/>
              <a:gd name="connsiteX585" fmla="*/ 5297138 w 7472601"/>
              <a:gd name="connsiteY585" fmla="*/ 1906351 h 6858000"/>
              <a:gd name="connsiteX586" fmla="*/ 5052692 w 7472601"/>
              <a:gd name="connsiteY586" fmla="*/ 1292994 h 6858000"/>
              <a:gd name="connsiteX587" fmla="*/ 5009948 w 7472601"/>
              <a:gd name="connsiteY587" fmla="*/ 1273619 h 6858000"/>
              <a:gd name="connsiteX588" fmla="*/ 5121777 w 7472601"/>
              <a:gd name="connsiteY588" fmla="*/ 1654213 h 6858000"/>
              <a:gd name="connsiteX589" fmla="*/ 5293545 w 7472601"/>
              <a:gd name="connsiteY589" fmla="*/ 2072247 h 6858000"/>
              <a:gd name="connsiteX590" fmla="*/ 5294042 w 7472601"/>
              <a:gd name="connsiteY590" fmla="*/ 2065019 h 6858000"/>
              <a:gd name="connsiteX591" fmla="*/ 5171936 w 7472601"/>
              <a:gd name="connsiteY591" fmla="*/ 1647613 h 6858000"/>
              <a:gd name="connsiteX592" fmla="*/ 5009948 w 7472601"/>
              <a:gd name="connsiteY592" fmla="*/ 1273619 h 6858000"/>
              <a:gd name="connsiteX593" fmla="*/ 655236 w 7472601"/>
              <a:gd name="connsiteY593" fmla="*/ 1268632 h 6858000"/>
              <a:gd name="connsiteX594" fmla="*/ 839521 w 7472601"/>
              <a:gd name="connsiteY594" fmla="*/ 1685315 h 6858000"/>
              <a:gd name="connsiteX595" fmla="*/ 1109416 w 7472601"/>
              <a:gd name="connsiteY595" fmla="*/ 2061663 h 6858000"/>
              <a:gd name="connsiteX596" fmla="*/ 1298300 w 7472601"/>
              <a:gd name="connsiteY596" fmla="*/ 2247742 h 6858000"/>
              <a:gd name="connsiteX597" fmla="*/ 1125871 w 7472601"/>
              <a:gd name="connsiteY597" fmla="*/ 1989513 h 6858000"/>
              <a:gd name="connsiteX598" fmla="*/ 981574 w 7472601"/>
              <a:gd name="connsiteY598" fmla="*/ 1783157 h 6858000"/>
              <a:gd name="connsiteX599" fmla="*/ 922198 w 7472601"/>
              <a:gd name="connsiteY599" fmla="*/ 1677437 h 6858000"/>
              <a:gd name="connsiteX600" fmla="*/ 869293 w 7472601"/>
              <a:gd name="connsiteY600" fmla="*/ 1583214 h 6858000"/>
              <a:gd name="connsiteX601" fmla="*/ 751431 w 7472601"/>
              <a:gd name="connsiteY601" fmla="*/ 1405731 h 6858000"/>
              <a:gd name="connsiteX602" fmla="*/ 655236 w 7472601"/>
              <a:gd name="connsiteY602" fmla="*/ 1268632 h 6858000"/>
              <a:gd name="connsiteX603" fmla="*/ 6516292 w 7472601"/>
              <a:gd name="connsiteY603" fmla="*/ 1263064 h 6858000"/>
              <a:gd name="connsiteX604" fmla="*/ 5736320 w 7472601"/>
              <a:gd name="connsiteY604" fmla="*/ 1501803 h 6858000"/>
              <a:gd name="connsiteX605" fmla="*/ 6516292 w 7472601"/>
              <a:gd name="connsiteY605" fmla="*/ 1263064 h 6858000"/>
              <a:gd name="connsiteX606" fmla="*/ 291466 w 7472601"/>
              <a:gd name="connsiteY606" fmla="*/ 1250369 h 6858000"/>
              <a:gd name="connsiteX607" fmla="*/ 323180 w 7472601"/>
              <a:gd name="connsiteY607" fmla="*/ 1435283 h 6858000"/>
              <a:gd name="connsiteX608" fmla="*/ 349381 w 7472601"/>
              <a:gd name="connsiteY608" fmla="*/ 1875041 h 6858000"/>
              <a:gd name="connsiteX609" fmla="*/ 374363 w 7472601"/>
              <a:gd name="connsiteY609" fmla="*/ 1506494 h 6858000"/>
              <a:gd name="connsiteX610" fmla="*/ 302168 w 7472601"/>
              <a:gd name="connsiteY610" fmla="*/ 1274495 h 6858000"/>
              <a:gd name="connsiteX611" fmla="*/ 291466 w 7472601"/>
              <a:gd name="connsiteY611" fmla="*/ 1250369 h 6858000"/>
              <a:gd name="connsiteX612" fmla="*/ 678222 w 7472601"/>
              <a:gd name="connsiteY612" fmla="*/ 1248670 h 6858000"/>
              <a:gd name="connsiteX613" fmla="*/ 775536 w 7472601"/>
              <a:gd name="connsiteY613" fmla="*/ 1388015 h 6858000"/>
              <a:gd name="connsiteX614" fmla="*/ 894529 w 7472601"/>
              <a:gd name="connsiteY614" fmla="*/ 1567739 h 6858000"/>
              <a:gd name="connsiteX615" fmla="*/ 948000 w 7472601"/>
              <a:gd name="connsiteY615" fmla="*/ 1663088 h 6858000"/>
              <a:gd name="connsiteX616" fmla="*/ 1006812 w 7472601"/>
              <a:gd name="connsiteY616" fmla="*/ 1767683 h 6858000"/>
              <a:gd name="connsiteX617" fmla="*/ 1149133 w 7472601"/>
              <a:gd name="connsiteY617" fmla="*/ 1971513 h 6858000"/>
              <a:gd name="connsiteX618" fmla="*/ 1333952 w 7472601"/>
              <a:gd name="connsiteY618" fmla="*/ 2251620 h 6858000"/>
              <a:gd name="connsiteX619" fmla="*/ 1337329 w 7472601"/>
              <a:gd name="connsiteY619" fmla="*/ 2258350 h 6858000"/>
              <a:gd name="connsiteX620" fmla="*/ 1014726 w 7472601"/>
              <a:gd name="connsiteY620" fmla="*/ 1615556 h 6858000"/>
              <a:gd name="connsiteX621" fmla="*/ 678222 w 7472601"/>
              <a:gd name="connsiteY621" fmla="*/ 1248670 h 6858000"/>
              <a:gd name="connsiteX622" fmla="*/ 6691602 w 7472601"/>
              <a:gd name="connsiteY622" fmla="*/ 1140573 h 6858000"/>
              <a:gd name="connsiteX623" fmla="*/ 6571100 w 7472601"/>
              <a:gd name="connsiteY623" fmla="*/ 1183662 h 6858000"/>
              <a:gd name="connsiteX624" fmla="*/ 6241687 w 7472601"/>
              <a:gd name="connsiteY624" fmla="*/ 1257600 h 6858000"/>
              <a:gd name="connsiteX625" fmla="*/ 5693009 w 7472601"/>
              <a:gd name="connsiteY625" fmla="*/ 1478256 h 6858000"/>
              <a:gd name="connsiteX626" fmla="*/ 6548420 w 7472601"/>
              <a:gd name="connsiteY626" fmla="*/ 1214599 h 6858000"/>
              <a:gd name="connsiteX627" fmla="*/ 6605473 w 7472601"/>
              <a:gd name="connsiteY627" fmla="*/ 1184686 h 6858000"/>
              <a:gd name="connsiteX628" fmla="*/ 6691602 w 7472601"/>
              <a:gd name="connsiteY628" fmla="*/ 1140573 h 6858000"/>
              <a:gd name="connsiteX629" fmla="*/ 4002475 w 7472601"/>
              <a:gd name="connsiteY629" fmla="*/ 1037802 h 6858000"/>
              <a:gd name="connsiteX630" fmla="*/ 4000324 w 7472601"/>
              <a:gd name="connsiteY630" fmla="*/ 1039362 h 6858000"/>
              <a:gd name="connsiteX631" fmla="*/ 4002862 w 7472601"/>
              <a:gd name="connsiteY631" fmla="*/ 1042866 h 6858000"/>
              <a:gd name="connsiteX632" fmla="*/ 4002475 w 7472601"/>
              <a:gd name="connsiteY632" fmla="*/ 1037802 h 6858000"/>
              <a:gd name="connsiteX633" fmla="*/ 506322 w 7472601"/>
              <a:gd name="connsiteY633" fmla="*/ 1020997 h 6858000"/>
              <a:gd name="connsiteX634" fmla="*/ 533068 w 7472601"/>
              <a:gd name="connsiteY634" fmla="*/ 1029409 h 6858000"/>
              <a:gd name="connsiteX635" fmla="*/ 1232525 w 7472601"/>
              <a:gd name="connsiteY635" fmla="*/ 1804675 h 6858000"/>
              <a:gd name="connsiteX636" fmla="*/ 1388858 w 7472601"/>
              <a:gd name="connsiteY636" fmla="*/ 2368011 h 6858000"/>
              <a:gd name="connsiteX637" fmla="*/ 1384098 w 7472601"/>
              <a:gd name="connsiteY637" fmla="*/ 2378125 h 6858000"/>
              <a:gd name="connsiteX638" fmla="*/ 1425393 w 7472601"/>
              <a:gd name="connsiteY638" fmla="*/ 2589124 h 6858000"/>
              <a:gd name="connsiteX639" fmla="*/ 1424001 w 7472601"/>
              <a:gd name="connsiteY639" fmla="*/ 2597541 h 6858000"/>
              <a:gd name="connsiteX640" fmla="*/ 2152729 w 7472601"/>
              <a:gd name="connsiteY640" fmla="*/ 2864487 h 6858000"/>
              <a:gd name="connsiteX641" fmla="*/ 2020609 w 7472601"/>
              <a:gd name="connsiteY641" fmla="*/ 2539671 h 6858000"/>
              <a:gd name="connsiteX642" fmla="*/ 2018920 w 7472601"/>
              <a:gd name="connsiteY642" fmla="*/ 2536309 h 6858000"/>
              <a:gd name="connsiteX643" fmla="*/ 1342441 w 7472601"/>
              <a:gd name="connsiteY643" fmla="*/ 1173017 h 6858000"/>
              <a:gd name="connsiteX644" fmla="*/ 1367925 w 7472601"/>
              <a:gd name="connsiteY644" fmla="*/ 1135648 h 6858000"/>
              <a:gd name="connsiteX645" fmla="*/ 1771401 w 7472601"/>
              <a:gd name="connsiteY645" fmla="*/ 1806673 h 6858000"/>
              <a:gd name="connsiteX646" fmla="*/ 1972385 w 7472601"/>
              <a:gd name="connsiteY646" fmla="*/ 2198735 h 6858000"/>
              <a:gd name="connsiteX647" fmla="*/ 2040892 w 7472601"/>
              <a:gd name="connsiteY647" fmla="*/ 2405205 h 6858000"/>
              <a:gd name="connsiteX648" fmla="*/ 2131689 w 7472601"/>
              <a:gd name="connsiteY648" fmla="*/ 1936926 h 6858000"/>
              <a:gd name="connsiteX649" fmla="*/ 2454820 w 7472601"/>
              <a:gd name="connsiteY649" fmla="*/ 1248808 h 6858000"/>
              <a:gd name="connsiteX650" fmla="*/ 2492512 w 7472601"/>
              <a:gd name="connsiteY650" fmla="*/ 1302920 h 6858000"/>
              <a:gd name="connsiteX651" fmla="*/ 2081216 w 7472601"/>
              <a:gd name="connsiteY651" fmla="*/ 2527513 h 6858000"/>
              <a:gd name="connsiteX652" fmla="*/ 2081211 w 7472601"/>
              <a:gd name="connsiteY652" fmla="*/ 2528916 h 6858000"/>
              <a:gd name="connsiteX653" fmla="*/ 2199067 w 7472601"/>
              <a:gd name="connsiteY653" fmla="*/ 2884061 h 6858000"/>
              <a:gd name="connsiteX654" fmla="*/ 3192586 w 7472601"/>
              <a:gd name="connsiteY654" fmla="*/ 3411496 h 6858000"/>
              <a:gd name="connsiteX655" fmla="*/ 3182620 w 7472601"/>
              <a:gd name="connsiteY655" fmla="*/ 3483279 h 6858000"/>
              <a:gd name="connsiteX656" fmla="*/ 2435119 w 7472601"/>
              <a:gd name="connsiteY656" fmla="*/ 3080173 h 6858000"/>
              <a:gd name="connsiteX657" fmla="*/ 2410152 w 7472601"/>
              <a:gd name="connsiteY657" fmla="*/ 3063751 h 6858000"/>
              <a:gd name="connsiteX658" fmla="*/ 2408099 w 7472601"/>
              <a:gd name="connsiteY658" fmla="*/ 3064403 h 6858000"/>
              <a:gd name="connsiteX659" fmla="*/ 2407218 w 7472601"/>
              <a:gd name="connsiteY659" fmla="*/ 3070324 h 6858000"/>
              <a:gd name="connsiteX660" fmla="*/ 2380138 w 7472601"/>
              <a:gd name="connsiteY660" fmla="*/ 3099341 h 6858000"/>
              <a:gd name="connsiteX661" fmla="*/ 1765923 w 7472601"/>
              <a:gd name="connsiteY661" fmla="*/ 3581043 h 6858000"/>
              <a:gd name="connsiteX662" fmla="*/ 1702258 w 7472601"/>
              <a:gd name="connsiteY662" fmla="*/ 3612286 h 6858000"/>
              <a:gd name="connsiteX663" fmla="*/ 1538370 w 7472601"/>
              <a:gd name="connsiteY663" fmla="*/ 3811804 h 6858000"/>
              <a:gd name="connsiteX664" fmla="*/ 542867 w 7472601"/>
              <a:gd name="connsiteY664" fmla="*/ 4944092 h 6858000"/>
              <a:gd name="connsiteX665" fmla="*/ 515800 w 7472601"/>
              <a:gd name="connsiteY665" fmla="*/ 4862180 h 6858000"/>
              <a:gd name="connsiteX666" fmla="*/ 909145 w 7472601"/>
              <a:gd name="connsiteY666" fmla="*/ 4199225 h 6858000"/>
              <a:gd name="connsiteX667" fmla="*/ 1214067 w 7472601"/>
              <a:gd name="connsiteY667" fmla="*/ 3908561 h 6858000"/>
              <a:gd name="connsiteX668" fmla="*/ 640967 w 7472601"/>
              <a:gd name="connsiteY668" fmla="*/ 4105601 h 6858000"/>
              <a:gd name="connsiteX669" fmla="*/ 112563 w 7472601"/>
              <a:gd name="connsiteY669" fmla="*/ 4396952 h 6858000"/>
              <a:gd name="connsiteX670" fmla="*/ 0 w 7472601"/>
              <a:gd name="connsiteY670" fmla="*/ 4466006 h 6858000"/>
              <a:gd name="connsiteX671" fmla="*/ 0 w 7472601"/>
              <a:gd name="connsiteY671" fmla="*/ 4233763 h 6858000"/>
              <a:gd name="connsiteX672" fmla="*/ 36881 w 7472601"/>
              <a:gd name="connsiteY672" fmla="*/ 4200118 h 6858000"/>
              <a:gd name="connsiteX673" fmla="*/ 910534 w 7472601"/>
              <a:gd name="connsiteY673" fmla="*/ 3629753 h 6858000"/>
              <a:gd name="connsiteX674" fmla="*/ 1578717 w 7472601"/>
              <a:gd name="connsiteY674" fmla="*/ 3575982 h 6858000"/>
              <a:gd name="connsiteX675" fmla="*/ 2338780 w 7472601"/>
              <a:gd name="connsiteY675" fmla="*/ 3033725 h 6858000"/>
              <a:gd name="connsiteX676" fmla="*/ 1807991 w 7472601"/>
              <a:gd name="connsiteY676" fmla="*/ 2807184 h 6858000"/>
              <a:gd name="connsiteX677" fmla="*/ 1416358 w 7472601"/>
              <a:gd name="connsiteY677" fmla="*/ 3112571 h 6858000"/>
              <a:gd name="connsiteX678" fmla="*/ 939066 w 7472601"/>
              <a:gd name="connsiteY678" fmla="*/ 3378798 h 6858000"/>
              <a:gd name="connsiteX679" fmla="*/ 115099 w 7472601"/>
              <a:gd name="connsiteY679" fmla="*/ 3607650 h 6858000"/>
              <a:gd name="connsiteX680" fmla="*/ 97284 w 7472601"/>
              <a:gd name="connsiteY680" fmla="*/ 3520393 h 6858000"/>
              <a:gd name="connsiteX681" fmla="*/ 922050 w 7472601"/>
              <a:gd name="connsiteY681" fmla="*/ 3074867 h 6858000"/>
              <a:gd name="connsiteX682" fmla="*/ 1405265 w 7472601"/>
              <a:gd name="connsiteY682" fmla="*/ 3016319 h 6858000"/>
              <a:gd name="connsiteX683" fmla="*/ 1407512 w 7472601"/>
              <a:gd name="connsiteY683" fmla="*/ 3018001 h 6858000"/>
              <a:gd name="connsiteX684" fmla="*/ 1726266 w 7472601"/>
              <a:gd name="connsiteY684" fmla="*/ 2777274 h 6858000"/>
              <a:gd name="connsiteX685" fmla="*/ 625390 w 7472601"/>
              <a:gd name="connsiteY685" fmla="*/ 2514541 h 6858000"/>
              <a:gd name="connsiteX686" fmla="*/ 619799 w 7472601"/>
              <a:gd name="connsiteY686" fmla="*/ 2527180 h 6858000"/>
              <a:gd name="connsiteX687" fmla="*/ 310030 w 7472601"/>
              <a:gd name="connsiteY687" fmla="*/ 2771818 h 6858000"/>
              <a:gd name="connsiteX688" fmla="*/ 173877 w 7472601"/>
              <a:gd name="connsiteY688" fmla="*/ 2937056 h 6858000"/>
              <a:gd name="connsiteX689" fmla="*/ 77889 w 7472601"/>
              <a:gd name="connsiteY689" fmla="*/ 3138440 h 6858000"/>
              <a:gd name="connsiteX690" fmla="*/ 0 w 7472601"/>
              <a:gd name="connsiteY690" fmla="*/ 3271395 h 6858000"/>
              <a:gd name="connsiteX691" fmla="*/ 0 w 7472601"/>
              <a:gd name="connsiteY691" fmla="*/ 3153002 h 6858000"/>
              <a:gd name="connsiteX692" fmla="*/ 2386 w 7472601"/>
              <a:gd name="connsiteY692" fmla="*/ 3149203 h 6858000"/>
              <a:gd name="connsiteX693" fmla="*/ 89753 w 7472601"/>
              <a:gd name="connsiteY693" fmla="*/ 2987702 h 6858000"/>
              <a:gd name="connsiteX694" fmla="*/ 76869 w 7472601"/>
              <a:gd name="connsiteY694" fmla="*/ 3005404 h 6858000"/>
              <a:gd name="connsiteX695" fmla="*/ 32049 w 7472601"/>
              <a:gd name="connsiteY695" fmla="*/ 3065814 h 6858000"/>
              <a:gd name="connsiteX696" fmla="*/ 0 w 7472601"/>
              <a:gd name="connsiteY696" fmla="*/ 3108744 h 6858000"/>
              <a:gd name="connsiteX697" fmla="*/ 0 w 7472601"/>
              <a:gd name="connsiteY697" fmla="*/ 3058059 h 6858000"/>
              <a:gd name="connsiteX698" fmla="*/ 7610 w 7472601"/>
              <a:gd name="connsiteY698" fmla="*/ 3047889 h 6858000"/>
              <a:gd name="connsiteX699" fmla="*/ 52419 w 7472601"/>
              <a:gd name="connsiteY699" fmla="*/ 2987479 h 6858000"/>
              <a:gd name="connsiteX700" fmla="*/ 59142 w 7472601"/>
              <a:gd name="connsiteY700" fmla="*/ 2978488 h 6858000"/>
              <a:gd name="connsiteX701" fmla="*/ 0 w 7472601"/>
              <a:gd name="connsiteY701" fmla="*/ 3015334 h 6858000"/>
              <a:gd name="connsiteX702" fmla="*/ 0 w 7472601"/>
              <a:gd name="connsiteY702" fmla="*/ 2914286 h 6858000"/>
              <a:gd name="connsiteX703" fmla="*/ 36383 w 7472601"/>
              <a:gd name="connsiteY703" fmla="*/ 2901128 h 6858000"/>
              <a:gd name="connsiteX704" fmla="*/ 156329 w 7472601"/>
              <a:gd name="connsiteY704" fmla="*/ 2840533 h 6858000"/>
              <a:gd name="connsiteX705" fmla="*/ 358355 w 7472601"/>
              <a:gd name="connsiteY705" fmla="*/ 2620471 h 6858000"/>
              <a:gd name="connsiteX706" fmla="*/ 510577 w 7472601"/>
              <a:gd name="connsiteY706" fmla="*/ 2501244 h 6858000"/>
              <a:gd name="connsiteX707" fmla="*/ 211967 w 7472601"/>
              <a:gd name="connsiteY707" fmla="*/ 2479171 h 6858000"/>
              <a:gd name="connsiteX708" fmla="*/ 0 w 7472601"/>
              <a:gd name="connsiteY708" fmla="*/ 2476398 h 6858000"/>
              <a:gd name="connsiteX709" fmla="*/ 0 w 7472601"/>
              <a:gd name="connsiteY709" fmla="*/ 2389189 h 6858000"/>
              <a:gd name="connsiteX710" fmla="*/ 103062 w 7472601"/>
              <a:gd name="connsiteY710" fmla="*/ 2389518 h 6858000"/>
              <a:gd name="connsiteX711" fmla="*/ 510734 w 7472601"/>
              <a:gd name="connsiteY711" fmla="*/ 2416201 h 6858000"/>
              <a:gd name="connsiteX712" fmla="*/ 279257 w 7472601"/>
              <a:gd name="connsiteY712" fmla="*/ 2092102 h 6858000"/>
              <a:gd name="connsiteX713" fmla="*/ 65265 w 7472601"/>
              <a:gd name="connsiteY713" fmla="*/ 2006049 h 6858000"/>
              <a:gd name="connsiteX714" fmla="*/ 0 w 7472601"/>
              <a:gd name="connsiteY714" fmla="*/ 1982532 h 6858000"/>
              <a:gd name="connsiteX715" fmla="*/ 0 w 7472601"/>
              <a:gd name="connsiteY715" fmla="*/ 1912789 h 6858000"/>
              <a:gd name="connsiteX716" fmla="*/ 97460 w 7472601"/>
              <a:gd name="connsiteY716" fmla="*/ 1953725 h 6858000"/>
              <a:gd name="connsiteX717" fmla="*/ 221272 w 7472601"/>
              <a:gd name="connsiteY717" fmla="*/ 1980766 h 6858000"/>
              <a:gd name="connsiteX718" fmla="*/ 116765 w 7472601"/>
              <a:gd name="connsiteY718" fmla="*/ 1911033 h 6858000"/>
              <a:gd name="connsiteX719" fmla="*/ 16405 w 7472601"/>
              <a:gd name="connsiteY719" fmla="*/ 1803412 h 6858000"/>
              <a:gd name="connsiteX720" fmla="*/ 0 w 7472601"/>
              <a:gd name="connsiteY720" fmla="*/ 1784777 h 6858000"/>
              <a:gd name="connsiteX721" fmla="*/ 0 w 7472601"/>
              <a:gd name="connsiteY721" fmla="*/ 1740082 h 6858000"/>
              <a:gd name="connsiteX722" fmla="*/ 39394 w 7472601"/>
              <a:gd name="connsiteY722" fmla="*/ 1784856 h 6858000"/>
              <a:gd name="connsiteX723" fmla="*/ 135813 w 7472601"/>
              <a:gd name="connsiteY723" fmla="*/ 1888838 h 6858000"/>
              <a:gd name="connsiteX724" fmla="*/ 242575 w 7472601"/>
              <a:gd name="connsiteY724" fmla="*/ 1958841 h 6858000"/>
              <a:gd name="connsiteX725" fmla="*/ 82197 w 7472601"/>
              <a:gd name="connsiteY725" fmla="*/ 1754826 h 6858000"/>
              <a:gd name="connsiteX726" fmla="*/ 0 w 7472601"/>
              <a:gd name="connsiteY726" fmla="*/ 1679650 h 6858000"/>
              <a:gd name="connsiteX727" fmla="*/ 0 w 7472601"/>
              <a:gd name="connsiteY727" fmla="*/ 1602463 h 6858000"/>
              <a:gd name="connsiteX728" fmla="*/ 84689 w 7472601"/>
              <a:gd name="connsiteY728" fmla="*/ 1677442 h 6858000"/>
              <a:gd name="connsiteX729" fmla="*/ 298437 w 7472601"/>
              <a:gd name="connsiteY729" fmla="*/ 1968019 h 6858000"/>
              <a:gd name="connsiteX730" fmla="*/ 227269 w 7472601"/>
              <a:gd name="connsiteY730" fmla="*/ 1114064 h 6858000"/>
              <a:gd name="connsiteX731" fmla="*/ 248003 w 7472601"/>
              <a:gd name="connsiteY731" fmla="*/ 1089613 h 6858000"/>
              <a:gd name="connsiteX732" fmla="*/ 427020 w 7472601"/>
              <a:gd name="connsiteY732" fmla="*/ 1619803 h 6858000"/>
              <a:gd name="connsiteX733" fmla="*/ 340345 w 7472601"/>
              <a:gd name="connsiteY733" fmla="*/ 2027739 h 6858000"/>
              <a:gd name="connsiteX734" fmla="*/ 360865 w 7472601"/>
              <a:gd name="connsiteY734" fmla="*/ 2044827 h 6858000"/>
              <a:gd name="connsiteX735" fmla="*/ 560414 w 7472601"/>
              <a:gd name="connsiteY735" fmla="*/ 2421457 h 6858000"/>
              <a:gd name="connsiteX736" fmla="*/ 1359703 w 7472601"/>
              <a:gd name="connsiteY736" fmla="*/ 2578554 h 6858000"/>
              <a:gd name="connsiteX737" fmla="*/ 1359422 w 7472601"/>
              <a:gd name="connsiteY737" fmla="*/ 2577994 h 6858000"/>
              <a:gd name="connsiteX738" fmla="*/ 828701 w 7472601"/>
              <a:gd name="connsiteY738" fmla="*/ 1839520 h 6858000"/>
              <a:gd name="connsiteX739" fmla="*/ 494427 w 7472601"/>
              <a:gd name="connsiteY739" fmla="*/ 1092333 h 6858000"/>
              <a:gd name="connsiteX740" fmla="*/ 506322 w 7472601"/>
              <a:gd name="connsiteY740" fmla="*/ 1020997 h 6858000"/>
              <a:gd name="connsiteX741" fmla="*/ 4570198 w 7472601"/>
              <a:gd name="connsiteY741" fmla="*/ 978081 h 6858000"/>
              <a:gd name="connsiteX742" fmla="*/ 4523691 w 7472601"/>
              <a:gd name="connsiteY742" fmla="*/ 1127776 h 6858000"/>
              <a:gd name="connsiteX743" fmla="*/ 4509875 w 7472601"/>
              <a:gd name="connsiteY743" fmla="*/ 1167552 h 6858000"/>
              <a:gd name="connsiteX744" fmla="*/ 4478168 w 7472601"/>
              <a:gd name="connsiteY744" fmla="*/ 1260735 h 6858000"/>
              <a:gd name="connsiteX745" fmla="*/ 4409309 w 7472601"/>
              <a:gd name="connsiteY745" fmla="*/ 1666996 h 6858000"/>
              <a:gd name="connsiteX746" fmla="*/ 4370031 w 7472601"/>
              <a:gd name="connsiteY746" fmla="*/ 1955666 h 6858000"/>
              <a:gd name="connsiteX747" fmla="*/ 4570198 w 7472601"/>
              <a:gd name="connsiteY747" fmla="*/ 978081 h 6858000"/>
              <a:gd name="connsiteX748" fmla="*/ 4557898 w 7472601"/>
              <a:gd name="connsiteY748" fmla="*/ 900011 h 6858000"/>
              <a:gd name="connsiteX749" fmla="*/ 4344840 w 7472601"/>
              <a:gd name="connsiteY749" fmla="*/ 1922038 h 6858000"/>
              <a:gd name="connsiteX750" fmla="*/ 4378710 w 7472601"/>
              <a:gd name="connsiteY750" fmla="*/ 1665516 h 6858000"/>
              <a:gd name="connsiteX751" fmla="*/ 4448798 w 7472601"/>
              <a:gd name="connsiteY751" fmla="*/ 1253024 h 6858000"/>
              <a:gd name="connsiteX752" fmla="*/ 4480315 w 7472601"/>
              <a:gd name="connsiteY752" fmla="*/ 1158454 h 6858000"/>
              <a:gd name="connsiteX753" fmla="*/ 4494133 w 7472601"/>
              <a:gd name="connsiteY753" fmla="*/ 1118676 h 6858000"/>
              <a:gd name="connsiteX754" fmla="*/ 4557898 w 7472601"/>
              <a:gd name="connsiteY754" fmla="*/ 900011 h 6858000"/>
              <a:gd name="connsiteX755" fmla="*/ 5870151 w 7472601"/>
              <a:gd name="connsiteY755" fmla="*/ 898890 h 6858000"/>
              <a:gd name="connsiteX756" fmla="*/ 5861335 w 7472601"/>
              <a:gd name="connsiteY756" fmla="*/ 899177 h 6858000"/>
              <a:gd name="connsiteX757" fmla="*/ 5843702 w 7472601"/>
              <a:gd name="connsiteY757" fmla="*/ 899748 h 6858000"/>
              <a:gd name="connsiteX758" fmla="*/ 5651107 w 7472601"/>
              <a:gd name="connsiteY758" fmla="*/ 920306 h 6858000"/>
              <a:gd name="connsiteX759" fmla="*/ 5459407 w 7472601"/>
              <a:gd name="connsiteY759" fmla="*/ 940975 h 6858000"/>
              <a:gd name="connsiteX760" fmla="*/ 5374846 w 7472601"/>
              <a:gd name="connsiteY760" fmla="*/ 941988 h 6858000"/>
              <a:gd name="connsiteX761" fmla="*/ 5256105 w 7472601"/>
              <a:gd name="connsiteY761" fmla="*/ 945632 h 6858000"/>
              <a:gd name="connsiteX762" fmla="*/ 5107071 w 7472601"/>
              <a:gd name="connsiteY762" fmla="*/ 969720 h 6858000"/>
              <a:gd name="connsiteX763" fmla="*/ 4998681 w 7472601"/>
              <a:gd name="connsiteY763" fmla="*/ 988771 h 6858000"/>
              <a:gd name="connsiteX764" fmla="*/ 5870151 w 7472601"/>
              <a:gd name="connsiteY764" fmla="*/ 898890 h 6858000"/>
              <a:gd name="connsiteX765" fmla="*/ 5504425 w 7472601"/>
              <a:gd name="connsiteY765" fmla="*/ 848067 h 6858000"/>
              <a:gd name="connsiteX766" fmla="*/ 4968849 w 7472601"/>
              <a:gd name="connsiteY766" fmla="*/ 962318 h 6858000"/>
              <a:gd name="connsiteX767" fmla="*/ 5104039 w 7472601"/>
              <a:gd name="connsiteY767" fmla="*/ 940634 h 6858000"/>
              <a:gd name="connsiteX768" fmla="*/ 5256311 w 7472601"/>
              <a:gd name="connsiteY768" fmla="*/ 916490 h 6858000"/>
              <a:gd name="connsiteX769" fmla="*/ 5377381 w 7472601"/>
              <a:gd name="connsiteY769" fmla="*/ 912671 h 6858000"/>
              <a:gd name="connsiteX770" fmla="*/ 5460148 w 7472601"/>
              <a:gd name="connsiteY770" fmla="*/ 911442 h 6858000"/>
              <a:gd name="connsiteX771" fmla="*/ 5648971 w 7472601"/>
              <a:gd name="connsiteY771" fmla="*/ 891331 h 6858000"/>
              <a:gd name="connsiteX772" fmla="*/ 5844807 w 7472601"/>
              <a:gd name="connsiteY772" fmla="*/ 870718 h 6858000"/>
              <a:gd name="connsiteX773" fmla="*/ 5862975 w 7472601"/>
              <a:gd name="connsiteY773" fmla="*/ 869756 h 6858000"/>
              <a:gd name="connsiteX774" fmla="*/ 5920887 w 7472601"/>
              <a:gd name="connsiteY774" fmla="*/ 865929 h 6858000"/>
              <a:gd name="connsiteX775" fmla="*/ 5504425 w 7472601"/>
              <a:gd name="connsiteY775" fmla="*/ 848067 h 6858000"/>
              <a:gd name="connsiteX776" fmla="*/ 3607114 w 7472601"/>
              <a:gd name="connsiteY776" fmla="*/ 467441 h 6858000"/>
              <a:gd name="connsiteX777" fmla="*/ 3296242 w 7472601"/>
              <a:gd name="connsiteY777" fmla="*/ 807991 h 6858000"/>
              <a:gd name="connsiteX778" fmla="*/ 3174674 w 7472601"/>
              <a:gd name="connsiteY778" fmla="*/ 919759 h 6858000"/>
              <a:gd name="connsiteX779" fmla="*/ 3042978 w 7472601"/>
              <a:gd name="connsiteY779" fmla="*/ 1054894 h 6858000"/>
              <a:gd name="connsiteX780" fmla="*/ 2968914 w 7472601"/>
              <a:gd name="connsiteY780" fmla="*/ 1133756 h 6858000"/>
              <a:gd name="connsiteX781" fmla="*/ 3103823 w 7472601"/>
              <a:gd name="connsiteY781" fmla="*/ 1026814 h 6858000"/>
              <a:gd name="connsiteX782" fmla="*/ 3607114 w 7472601"/>
              <a:gd name="connsiteY782" fmla="*/ 467441 h 6858000"/>
              <a:gd name="connsiteX783" fmla="*/ 3744487 w 7472601"/>
              <a:gd name="connsiteY783" fmla="*/ 383136 h 6858000"/>
              <a:gd name="connsiteX784" fmla="*/ 3970213 w 7472601"/>
              <a:gd name="connsiteY784" fmla="*/ 995559 h 6858000"/>
              <a:gd name="connsiteX785" fmla="*/ 3744487 w 7472601"/>
              <a:gd name="connsiteY785" fmla="*/ 383136 h 6858000"/>
              <a:gd name="connsiteX786" fmla="*/ 3624562 w 7472601"/>
              <a:gd name="connsiteY786" fmla="*/ 367041 h 6858000"/>
              <a:gd name="connsiteX787" fmla="*/ 3489712 w 7472601"/>
              <a:gd name="connsiteY787" fmla="*/ 485386 h 6858000"/>
              <a:gd name="connsiteX788" fmla="*/ 3182994 w 7472601"/>
              <a:gd name="connsiteY788" fmla="*/ 828265 h 6858000"/>
              <a:gd name="connsiteX789" fmla="*/ 2892114 w 7472601"/>
              <a:gd name="connsiteY789" fmla="*/ 1172635 h 6858000"/>
              <a:gd name="connsiteX790" fmla="*/ 3021459 w 7472601"/>
              <a:gd name="connsiteY790" fmla="*/ 1035385 h 6858000"/>
              <a:gd name="connsiteX791" fmla="*/ 3153873 w 7472601"/>
              <a:gd name="connsiteY791" fmla="*/ 898971 h 6858000"/>
              <a:gd name="connsiteX792" fmla="*/ 3276511 w 7472601"/>
              <a:gd name="connsiteY792" fmla="*/ 786423 h 6858000"/>
              <a:gd name="connsiteX793" fmla="*/ 3584154 w 7472601"/>
              <a:gd name="connsiteY793" fmla="*/ 448218 h 6858000"/>
              <a:gd name="connsiteX794" fmla="*/ 3624562 w 7472601"/>
              <a:gd name="connsiteY794" fmla="*/ 367041 h 6858000"/>
              <a:gd name="connsiteX795" fmla="*/ 3766672 w 7472601"/>
              <a:gd name="connsiteY795" fmla="*/ 359429 h 6858000"/>
              <a:gd name="connsiteX796" fmla="*/ 3996338 w 7472601"/>
              <a:gd name="connsiteY796" fmla="*/ 968237 h 6858000"/>
              <a:gd name="connsiteX797" fmla="*/ 3766672 w 7472601"/>
              <a:gd name="connsiteY797" fmla="*/ 359429 h 6858000"/>
              <a:gd name="connsiteX798" fmla="*/ 5805386 w 7472601"/>
              <a:gd name="connsiteY798" fmla="*/ 239240 h 6858000"/>
              <a:gd name="connsiteX799" fmla="*/ 5736947 w 7472601"/>
              <a:gd name="connsiteY799" fmla="*/ 261367 h 6858000"/>
              <a:gd name="connsiteX800" fmla="*/ 5427012 w 7472601"/>
              <a:gd name="connsiteY800" fmla="*/ 311272 h 6858000"/>
              <a:gd name="connsiteX801" fmla="*/ 5147818 w 7472601"/>
              <a:gd name="connsiteY801" fmla="*/ 322112 h 6858000"/>
              <a:gd name="connsiteX802" fmla="*/ 5060854 w 7472601"/>
              <a:gd name="connsiteY802" fmla="*/ 311882 h 6858000"/>
              <a:gd name="connsiteX803" fmla="*/ 4945989 w 7472601"/>
              <a:gd name="connsiteY803" fmla="*/ 300516 h 6858000"/>
              <a:gd name="connsiteX804" fmla="*/ 5410479 w 7472601"/>
              <a:gd name="connsiteY804" fmla="*/ 348434 h 6858000"/>
              <a:gd name="connsiteX805" fmla="*/ 5805386 w 7472601"/>
              <a:gd name="connsiteY805" fmla="*/ 239240 h 6858000"/>
              <a:gd name="connsiteX806" fmla="*/ 5905192 w 7472601"/>
              <a:gd name="connsiteY806" fmla="*/ 163079 h 6858000"/>
              <a:gd name="connsiteX807" fmla="*/ 5865655 w 7472601"/>
              <a:gd name="connsiteY807" fmla="*/ 171901 h 6858000"/>
              <a:gd name="connsiteX808" fmla="*/ 5259740 w 7472601"/>
              <a:gd name="connsiteY808" fmla="*/ 257013 h 6858000"/>
              <a:gd name="connsiteX809" fmla="*/ 5208466 w 7472601"/>
              <a:gd name="connsiteY809" fmla="*/ 257550 h 6858000"/>
              <a:gd name="connsiteX810" fmla="*/ 4980204 w 7472601"/>
              <a:gd name="connsiteY810" fmla="*/ 271903 h 6858000"/>
              <a:gd name="connsiteX811" fmla="*/ 5068068 w 7472601"/>
              <a:gd name="connsiteY811" fmla="*/ 282244 h 6858000"/>
              <a:gd name="connsiteX812" fmla="*/ 5153231 w 7472601"/>
              <a:gd name="connsiteY812" fmla="*/ 292240 h 6858000"/>
              <a:gd name="connsiteX813" fmla="*/ 5426491 w 7472601"/>
              <a:gd name="connsiteY813" fmla="*/ 281128 h 6858000"/>
              <a:gd name="connsiteX814" fmla="*/ 5731212 w 7472601"/>
              <a:gd name="connsiteY814" fmla="*/ 231951 h 6858000"/>
              <a:gd name="connsiteX815" fmla="*/ 5905192 w 7472601"/>
              <a:gd name="connsiteY815" fmla="*/ 163079 h 6858000"/>
              <a:gd name="connsiteX816" fmla="*/ 5944437 w 7472601"/>
              <a:gd name="connsiteY816" fmla="*/ 113829 h 6858000"/>
              <a:gd name="connsiteX817" fmla="*/ 5825032 w 7472601"/>
              <a:gd name="connsiteY817" fmla="*/ 146405 h 6858000"/>
              <a:gd name="connsiteX818" fmla="*/ 4955599 w 7472601"/>
              <a:gd name="connsiteY818" fmla="*/ 247008 h 6858000"/>
              <a:gd name="connsiteX819" fmla="*/ 5210104 w 7472601"/>
              <a:gd name="connsiteY819" fmla="*/ 228123 h 6858000"/>
              <a:gd name="connsiteX820" fmla="*/ 5261015 w 7472601"/>
              <a:gd name="connsiteY820" fmla="*/ 227087 h 6858000"/>
              <a:gd name="connsiteX821" fmla="*/ 5861181 w 7472601"/>
              <a:gd name="connsiteY821" fmla="*/ 143093 h 6858000"/>
              <a:gd name="connsiteX822" fmla="*/ 5961252 w 7472601"/>
              <a:gd name="connsiteY822" fmla="*/ 114820 h 6858000"/>
              <a:gd name="connsiteX823" fmla="*/ 5944437 w 7472601"/>
              <a:gd name="connsiteY823" fmla="*/ 113829 h 6858000"/>
              <a:gd name="connsiteX824" fmla="*/ 3882765 w 7472601"/>
              <a:gd name="connsiteY824" fmla="*/ 0 h 6858000"/>
              <a:gd name="connsiteX825" fmla="*/ 3995099 w 7472601"/>
              <a:gd name="connsiteY825" fmla="*/ 0 h 6858000"/>
              <a:gd name="connsiteX826" fmla="*/ 4163818 w 7472601"/>
              <a:gd name="connsiteY826" fmla="*/ 234104 h 6858000"/>
              <a:gd name="connsiteX827" fmla="*/ 4172099 w 7472601"/>
              <a:gd name="connsiteY827" fmla="*/ 234207 h 6858000"/>
              <a:gd name="connsiteX828" fmla="*/ 4784282 w 7472601"/>
              <a:gd name="connsiteY828" fmla="*/ 276561 h 6858000"/>
              <a:gd name="connsiteX829" fmla="*/ 4801687 w 7472601"/>
              <a:gd name="connsiteY829" fmla="*/ 267764 h 6858000"/>
              <a:gd name="connsiteX830" fmla="*/ 6082788 w 7472601"/>
              <a:gd name="connsiteY830" fmla="*/ 64119 h 6858000"/>
              <a:gd name="connsiteX831" fmla="*/ 6099442 w 7472601"/>
              <a:gd name="connsiteY831" fmla="*/ 82568 h 6858000"/>
              <a:gd name="connsiteX832" fmla="*/ 4804137 w 7472601"/>
              <a:gd name="connsiteY832" fmla="*/ 320931 h 6858000"/>
              <a:gd name="connsiteX833" fmla="*/ 4227047 w 7472601"/>
              <a:gd name="connsiteY833" fmla="*/ 313415 h 6858000"/>
              <a:gd name="connsiteX834" fmla="*/ 4346041 w 7472601"/>
              <a:gd name="connsiteY834" fmla="*/ 456086 h 6858000"/>
              <a:gd name="connsiteX835" fmla="*/ 4870967 w 7472601"/>
              <a:gd name="connsiteY835" fmla="*/ 963061 h 6858000"/>
              <a:gd name="connsiteX836" fmla="*/ 4889647 w 7472601"/>
              <a:gd name="connsiteY836" fmla="*/ 957147 h 6858000"/>
              <a:gd name="connsiteX837" fmla="*/ 5422504 w 7472601"/>
              <a:gd name="connsiteY837" fmla="*/ 805191 h 6858000"/>
              <a:gd name="connsiteX838" fmla="*/ 6087656 w 7472601"/>
              <a:gd name="connsiteY838" fmla="*/ 826703 h 6858000"/>
              <a:gd name="connsiteX839" fmla="*/ 6058717 w 7472601"/>
              <a:gd name="connsiteY839" fmla="*/ 865992 h 6858000"/>
              <a:gd name="connsiteX840" fmla="*/ 4974153 w 7472601"/>
              <a:gd name="connsiteY840" fmla="*/ 1045456 h 6858000"/>
              <a:gd name="connsiteX841" fmla="*/ 5627835 w 7472601"/>
              <a:gd name="connsiteY841" fmla="*/ 1472077 h 6858000"/>
              <a:gd name="connsiteX842" fmla="*/ 5629817 w 7472601"/>
              <a:gd name="connsiteY842" fmla="*/ 1471412 h 6858000"/>
              <a:gd name="connsiteX843" fmla="*/ 5634124 w 7472601"/>
              <a:gd name="connsiteY843" fmla="*/ 1470572 h 6858000"/>
              <a:gd name="connsiteX844" fmla="*/ 5755832 w 7472601"/>
              <a:gd name="connsiteY844" fmla="*/ 1383886 h 6858000"/>
              <a:gd name="connsiteX845" fmla="*/ 6014186 w 7472601"/>
              <a:gd name="connsiteY845" fmla="*/ 1279799 h 6858000"/>
              <a:gd name="connsiteX846" fmla="*/ 6901619 w 7472601"/>
              <a:gd name="connsiteY846" fmla="*/ 1047874 h 6858000"/>
              <a:gd name="connsiteX847" fmla="*/ 6931566 w 7472601"/>
              <a:gd name="connsiteY847" fmla="*/ 1062034 h 6858000"/>
              <a:gd name="connsiteX848" fmla="*/ 5790982 w 7472601"/>
              <a:gd name="connsiteY848" fmla="*/ 1561380 h 6858000"/>
              <a:gd name="connsiteX849" fmla="*/ 6188971 w 7472601"/>
              <a:gd name="connsiteY849" fmla="*/ 1755168 h 6858000"/>
              <a:gd name="connsiteX850" fmla="*/ 6202446 w 7472601"/>
              <a:gd name="connsiteY850" fmla="*/ 1752268 h 6858000"/>
              <a:gd name="connsiteX851" fmla="*/ 7179560 w 7472601"/>
              <a:gd name="connsiteY851" fmla="*/ 1467551 h 6858000"/>
              <a:gd name="connsiteX852" fmla="*/ 7158730 w 7472601"/>
              <a:gd name="connsiteY852" fmla="*/ 1507835 h 6858000"/>
              <a:gd name="connsiteX853" fmla="*/ 6326959 w 7472601"/>
              <a:gd name="connsiteY853" fmla="*/ 1817686 h 6858000"/>
              <a:gd name="connsiteX854" fmla="*/ 6537433 w 7472601"/>
              <a:gd name="connsiteY854" fmla="*/ 1907790 h 6858000"/>
              <a:gd name="connsiteX855" fmla="*/ 6550221 w 7472601"/>
              <a:gd name="connsiteY855" fmla="*/ 1910729 h 6858000"/>
              <a:gd name="connsiteX856" fmla="*/ 6964438 w 7472601"/>
              <a:gd name="connsiteY856" fmla="*/ 2209505 h 6858000"/>
              <a:gd name="connsiteX857" fmla="*/ 7367862 w 7472601"/>
              <a:gd name="connsiteY857" fmla="*/ 2806833 h 6858000"/>
              <a:gd name="connsiteX858" fmla="*/ 7364329 w 7472601"/>
              <a:gd name="connsiteY858" fmla="*/ 2826907 h 6858000"/>
              <a:gd name="connsiteX859" fmla="*/ 7290545 w 7472601"/>
              <a:gd name="connsiteY859" fmla="*/ 2850663 h 6858000"/>
              <a:gd name="connsiteX860" fmla="*/ 6472036 w 7472601"/>
              <a:gd name="connsiteY860" fmla="*/ 1959003 h 6858000"/>
              <a:gd name="connsiteX861" fmla="*/ 5792897 w 7472601"/>
              <a:gd name="connsiteY861" fmla="*/ 1647747 h 6858000"/>
              <a:gd name="connsiteX862" fmla="*/ 5842751 w 7472601"/>
              <a:gd name="connsiteY862" fmla="*/ 1816112 h 6858000"/>
              <a:gd name="connsiteX863" fmla="*/ 5847424 w 7472601"/>
              <a:gd name="connsiteY863" fmla="*/ 1815776 h 6858000"/>
              <a:gd name="connsiteX864" fmla="*/ 6399821 w 7472601"/>
              <a:gd name="connsiteY864" fmla="*/ 2344799 h 6858000"/>
              <a:gd name="connsiteX865" fmla="*/ 6323232 w 7472601"/>
              <a:gd name="connsiteY865" fmla="*/ 2389634 h 6858000"/>
              <a:gd name="connsiteX866" fmla="*/ 5942958 w 7472601"/>
              <a:gd name="connsiteY866" fmla="*/ 2077708 h 6858000"/>
              <a:gd name="connsiteX867" fmla="*/ 5921559 w 7472601"/>
              <a:gd name="connsiteY867" fmla="*/ 2378596 h 6858000"/>
              <a:gd name="connsiteX868" fmla="*/ 5817651 w 7472601"/>
              <a:gd name="connsiteY868" fmla="*/ 3023919 h 6858000"/>
              <a:gd name="connsiteX869" fmla="*/ 5729634 w 7472601"/>
              <a:gd name="connsiteY869" fmla="*/ 3051849 h 6858000"/>
              <a:gd name="connsiteX870" fmla="*/ 5611018 w 7472601"/>
              <a:gd name="connsiteY870" fmla="*/ 2316769 h 6858000"/>
              <a:gd name="connsiteX871" fmla="*/ 5687608 w 7472601"/>
              <a:gd name="connsiteY871" fmla="*/ 2039972 h 6858000"/>
              <a:gd name="connsiteX872" fmla="*/ 5657554 w 7472601"/>
              <a:gd name="connsiteY872" fmla="*/ 1576445 h 6858000"/>
              <a:gd name="connsiteX873" fmla="*/ 5150475 w 7472601"/>
              <a:gd name="connsiteY873" fmla="*/ 1274012 h 6858000"/>
              <a:gd name="connsiteX874" fmla="*/ 5349142 w 7472601"/>
              <a:gd name="connsiteY874" fmla="*/ 2204405 h 6858000"/>
              <a:gd name="connsiteX875" fmla="*/ 5262214 w 7472601"/>
              <a:gd name="connsiteY875" fmla="*/ 2233836 h 6858000"/>
              <a:gd name="connsiteX876" fmla="*/ 4981539 w 7472601"/>
              <a:gd name="connsiteY876" fmla="*/ 1542201 h 6858000"/>
              <a:gd name="connsiteX877" fmla="*/ 4958461 w 7472601"/>
              <a:gd name="connsiteY877" fmla="*/ 1136957 h 6858000"/>
              <a:gd name="connsiteX878" fmla="*/ 4655015 w 7472601"/>
              <a:gd name="connsiteY878" fmla="*/ 891426 h 6858000"/>
              <a:gd name="connsiteX879" fmla="*/ 4348002 w 7472601"/>
              <a:gd name="connsiteY879" fmla="*/ 2205895 h 6858000"/>
              <a:gd name="connsiteX880" fmla="*/ 4262250 w 7472601"/>
              <a:gd name="connsiteY880" fmla="*/ 2219972 h 6858000"/>
              <a:gd name="connsiteX881" fmla="*/ 4550611 w 7472601"/>
              <a:gd name="connsiteY881" fmla="*/ 817540 h 6858000"/>
              <a:gd name="connsiteX882" fmla="*/ 4564418 w 7472601"/>
              <a:gd name="connsiteY882" fmla="*/ 808293 h 6858000"/>
              <a:gd name="connsiteX883" fmla="*/ 4266388 w 7472601"/>
              <a:gd name="connsiteY883" fmla="*/ 500083 h 6858000"/>
              <a:gd name="connsiteX884" fmla="*/ 4032842 w 7472601"/>
              <a:gd name="connsiteY884" fmla="*/ 211809 h 6858000"/>
              <a:gd name="connsiteX885" fmla="*/ 3882765 w 7472601"/>
              <a:gd name="connsiteY885" fmla="*/ 0 h 6858000"/>
              <a:gd name="connsiteX886" fmla="*/ 3721337 w 7472601"/>
              <a:gd name="connsiteY886" fmla="*/ 0 h 6858000"/>
              <a:gd name="connsiteX887" fmla="*/ 3797544 w 7472601"/>
              <a:gd name="connsiteY887" fmla="*/ 0 h 6858000"/>
              <a:gd name="connsiteX888" fmla="*/ 3775734 w 7472601"/>
              <a:gd name="connsiteY888" fmla="*/ 95131 h 6858000"/>
              <a:gd name="connsiteX889" fmla="*/ 3724807 w 7472601"/>
              <a:gd name="connsiteY889" fmla="*/ 272257 h 6858000"/>
              <a:gd name="connsiteX890" fmla="*/ 3726844 w 7472601"/>
              <a:gd name="connsiteY890" fmla="*/ 282988 h 6858000"/>
              <a:gd name="connsiteX891" fmla="*/ 3742664 w 7472601"/>
              <a:gd name="connsiteY891" fmla="*/ 279918 h 6858000"/>
              <a:gd name="connsiteX892" fmla="*/ 4103910 w 7472601"/>
              <a:gd name="connsiteY892" fmla="*/ 1161917 h 6858000"/>
              <a:gd name="connsiteX893" fmla="*/ 4020269 w 7472601"/>
              <a:gd name="connsiteY893" fmla="*/ 1200406 h 6858000"/>
              <a:gd name="connsiteX894" fmla="*/ 3674882 w 7472601"/>
              <a:gd name="connsiteY894" fmla="*/ 488524 h 6858000"/>
              <a:gd name="connsiteX895" fmla="*/ 3132682 w 7472601"/>
              <a:gd name="connsiteY895" fmla="*/ 1072284 h 6858000"/>
              <a:gd name="connsiteX896" fmla="*/ 2716346 w 7472601"/>
              <a:gd name="connsiteY896" fmla="*/ 1276376 h 6858000"/>
              <a:gd name="connsiteX897" fmla="*/ 2716772 w 7472601"/>
              <a:gd name="connsiteY897" fmla="*/ 1255462 h 6858000"/>
              <a:gd name="connsiteX898" fmla="*/ 3471096 w 7472601"/>
              <a:gd name="connsiteY898" fmla="*/ 437072 h 6858000"/>
              <a:gd name="connsiteX899" fmla="*/ 3639057 w 7472601"/>
              <a:gd name="connsiteY899" fmla="*/ 286334 h 6858000"/>
              <a:gd name="connsiteX900" fmla="*/ 3640309 w 7472601"/>
              <a:gd name="connsiteY900" fmla="*/ 284664 h 6858000"/>
              <a:gd name="connsiteX901" fmla="*/ 3646022 w 7472601"/>
              <a:gd name="connsiteY901" fmla="*/ 276711 h 6858000"/>
              <a:gd name="connsiteX902" fmla="*/ 3707943 w 7472601"/>
              <a:gd name="connsiteY902" fmla="*/ 65958 h 6858000"/>
              <a:gd name="connsiteX903" fmla="*/ 3721337 w 7472601"/>
              <a:gd name="connsiteY903" fmla="*/ 0 h 6858000"/>
              <a:gd name="connsiteX904" fmla="*/ 2867960 w 7472601"/>
              <a:gd name="connsiteY904" fmla="*/ 0 h 6858000"/>
              <a:gd name="connsiteX905" fmla="*/ 2926351 w 7472601"/>
              <a:gd name="connsiteY905" fmla="*/ 0 h 6858000"/>
              <a:gd name="connsiteX906" fmla="*/ 2902823 w 7472601"/>
              <a:gd name="connsiteY906" fmla="*/ 262929 h 6858000"/>
              <a:gd name="connsiteX907" fmla="*/ 2940663 w 7472601"/>
              <a:gd name="connsiteY907" fmla="*/ 140884 h 6858000"/>
              <a:gd name="connsiteX908" fmla="*/ 2947039 w 7472601"/>
              <a:gd name="connsiteY908" fmla="*/ 122524 h 6858000"/>
              <a:gd name="connsiteX909" fmla="*/ 2984316 w 7472601"/>
              <a:gd name="connsiteY909" fmla="*/ 0 h 6858000"/>
              <a:gd name="connsiteX910" fmla="*/ 3016114 w 7472601"/>
              <a:gd name="connsiteY910" fmla="*/ 0 h 6858000"/>
              <a:gd name="connsiteX911" fmla="*/ 2979949 w 7472601"/>
              <a:gd name="connsiteY911" fmla="*/ 119274 h 6858000"/>
              <a:gd name="connsiteX912" fmla="*/ 3023879 w 7472601"/>
              <a:gd name="connsiteY912" fmla="*/ 0 h 6858000"/>
              <a:gd name="connsiteX913" fmla="*/ 3105400 w 7472601"/>
              <a:gd name="connsiteY913" fmla="*/ 0 h 6858000"/>
              <a:gd name="connsiteX914" fmla="*/ 3094669 w 7472601"/>
              <a:gd name="connsiteY914" fmla="*/ 30308 h 6858000"/>
              <a:gd name="connsiteX915" fmla="*/ 2901945 w 7472601"/>
              <a:gd name="connsiteY915" fmla="*/ 466538 h 6858000"/>
              <a:gd name="connsiteX916" fmla="*/ 2815209 w 7472601"/>
              <a:gd name="connsiteY916" fmla="*/ 497361 h 6858000"/>
              <a:gd name="connsiteX917" fmla="*/ 2844845 w 7472601"/>
              <a:gd name="connsiteY917" fmla="*/ 127638 h 6858000"/>
              <a:gd name="connsiteX918" fmla="*/ 2867960 w 7472601"/>
              <a:gd name="connsiteY918" fmla="*/ 0 h 6858000"/>
              <a:gd name="connsiteX919" fmla="*/ 1057230 w 7472601"/>
              <a:gd name="connsiteY919" fmla="*/ 0 h 6858000"/>
              <a:gd name="connsiteX920" fmla="*/ 1111003 w 7472601"/>
              <a:gd name="connsiteY920" fmla="*/ 0 h 6858000"/>
              <a:gd name="connsiteX921" fmla="*/ 1125553 w 7472601"/>
              <a:gd name="connsiteY921" fmla="*/ 52588 h 6858000"/>
              <a:gd name="connsiteX922" fmla="*/ 1304276 w 7472601"/>
              <a:gd name="connsiteY922" fmla="*/ 476275 h 6858000"/>
              <a:gd name="connsiteX923" fmla="*/ 1492066 w 7472601"/>
              <a:gd name="connsiteY923" fmla="*/ 886333 h 6858000"/>
              <a:gd name="connsiteX924" fmla="*/ 1423698 w 7472601"/>
              <a:gd name="connsiteY924" fmla="*/ 710817 h 6858000"/>
              <a:gd name="connsiteX925" fmla="*/ 1357609 w 7472601"/>
              <a:gd name="connsiteY925" fmla="*/ 532892 h 6858000"/>
              <a:gd name="connsiteX926" fmla="*/ 1309550 w 7472601"/>
              <a:gd name="connsiteY926" fmla="*/ 374031 h 6858000"/>
              <a:gd name="connsiteX927" fmla="*/ 1193673 w 7472601"/>
              <a:gd name="connsiteY927" fmla="*/ 49533 h 6858000"/>
              <a:gd name="connsiteX928" fmla="*/ 1164391 w 7472601"/>
              <a:gd name="connsiteY928" fmla="*/ 0 h 6858000"/>
              <a:gd name="connsiteX929" fmla="*/ 1200666 w 7472601"/>
              <a:gd name="connsiteY929" fmla="*/ 0 h 6858000"/>
              <a:gd name="connsiteX930" fmla="*/ 1223408 w 7472601"/>
              <a:gd name="connsiteY930" fmla="*/ 38996 h 6858000"/>
              <a:gd name="connsiteX931" fmla="*/ 1339635 w 7472601"/>
              <a:gd name="connsiteY931" fmla="*/ 365517 h 6858000"/>
              <a:gd name="connsiteX932" fmla="*/ 1387469 w 7472601"/>
              <a:gd name="connsiteY932" fmla="*/ 523079 h 6858000"/>
              <a:gd name="connsiteX933" fmla="*/ 1452685 w 7472601"/>
              <a:gd name="connsiteY933" fmla="*/ 699806 h 6858000"/>
              <a:gd name="connsiteX934" fmla="*/ 1492092 w 7472601"/>
              <a:gd name="connsiteY934" fmla="*/ 800424 h 6858000"/>
              <a:gd name="connsiteX935" fmla="*/ 1455302 w 7472601"/>
              <a:gd name="connsiteY935" fmla="*/ 632913 h 6858000"/>
              <a:gd name="connsiteX936" fmla="*/ 1222336 w 7472601"/>
              <a:gd name="connsiteY936" fmla="*/ 9480 h 6858000"/>
              <a:gd name="connsiteX937" fmla="*/ 1214634 w 7472601"/>
              <a:gd name="connsiteY937" fmla="*/ 0 h 6858000"/>
              <a:gd name="connsiteX938" fmla="*/ 1289827 w 7472601"/>
              <a:gd name="connsiteY938" fmla="*/ 0 h 6858000"/>
              <a:gd name="connsiteX939" fmla="*/ 1321076 w 7472601"/>
              <a:gd name="connsiteY939" fmla="*/ 59722 h 6858000"/>
              <a:gd name="connsiteX940" fmla="*/ 1512579 w 7472601"/>
              <a:gd name="connsiteY940" fmla="*/ 626441 h 6858000"/>
              <a:gd name="connsiteX941" fmla="*/ 1506076 w 7472601"/>
              <a:gd name="connsiteY941" fmla="*/ 1089289 h 6858000"/>
              <a:gd name="connsiteX942" fmla="*/ 1486346 w 7472601"/>
              <a:gd name="connsiteY942" fmla="*/ 1079919 h 6858000"/>
              <a:gd name="connsiteX943" fmla="*/ 1070511 w 7472601"/>
              <a:gd name="connsiteY943" fmla="*/ 48609 h 6858000"/>
              <a:gd name="connsiteX944" fmla="*/ 1057230 w 7472601"/>
              <a:gd name="connsiteY944" fmla="*/ 0 h 6858000"/>
              <a:gd name="connsiteX945" fmla="*/ 43151 w 7472601"/>
              <a:gd name="connsiteY945" fmla="*/ 0 h 6858000"/>
              <a:gd name="connsiteX946" fmla="*/ 95283 w 7472601"/>
              <a:gd name="connsiteY946" fmla="*/ 0 h 6858000"/>
              <a:gd name="connsiteX947" fmla="*/ 300708 w 7472601"/>
              <a:gd name="connsiteY947" fmla="*/ 154571 h 6858000"/>
              <a:gd name="connsiteX948" fmla="*/ 530414 w 7472601"/>
              <a:gd name="connsiteY948" fmla="*/ 354673 h 6858000"/>
              <a:gd name="connsiteX949" fmla="*/ 333785 w 7472601"/>
              <a:gd name="connsiteY949" fmla="*/ 161564 h 6858000"/>
              <a:gd name="connsiteX950" fmla="*/ 147005 w 7472601"/>
              <a:gd name="connsiteY950" fmla="*/ 0 h 6858000"/>
              <a:gd name="connsiteX951" fmla="*/ 272509 w 7472601"/>
              <a:gd name="connsiteY951" fmla="*/ 0 h 6858000"/>
              <a:gd name="connsiteX952" fmla="*/ 326276 w 7472601"/>
              <a:gd name="connsiteY952" fmla="*/ 45847 h 6858000"/>
              <a:gd name="connsiteX953" fmla="*/ 823759 w 7472601"/>
              <a:gd name="connsiteY953" fmla="*/ 574145 h 6858000"/>
              <a:gd name="connsiteX954" fmla="*/ 811254 w 7472601"/>
              <a:gd name="connsiteY954" fmla="*/ 665546 h 6858000"/>
              <a:gd name="connsiteX955" fmla="*/ 154042 w 7472601"/>
              <a:gd name="connsiteY955" fmla="*/ 261522 h 6858000"/>
              <a:gd name="connsiteX956" fmla="*/ 13550 w 7472601"/>
              <a:gd name="connsiteY956" fmla="*/ 158423 h 6858000"/>
              <a:gd name="connsiteX957" fmla="*/ 0 w 7472601"/>
              <a:gd name="connsiteY957" fmla="*/ 146618 h 6858000"/>
              <a:gd name="connsiteX958" fmla="*/ 0 w 7472601"/>
              <a:gd name="connsiteY958" fmla="*/ 59161 h 6858000"/>
              <a:gd name="connsiteX959" fmla="*/ 45427 w 7472601"/>
              <a:gd name="connsiteY959" fmla="*/ 101078 h 6858000"/>
              <a:gd name="connsiteX960" fmla="*/ 630103 w 7472601"/>
              <a:gd name="connsiteY960" fmla="*/ 485885 h 6858000"/>
              <a:gd name="connsiteX961" fmla="*/ 532040 w 7472601"/>
              <a:gd name="connsiteY961" fmla="*/ 399359 h 6858000"/>
              <a:gd name="connsiteX962" fmla="*/ 517618 w 7472601"/>
              <a:gd name="connsiteY962" fmla="*/ 385726 h 6858000"/>
              <a:gd name="connsiteX963" fmla="*/ 285074 w 7472601"/>
              <a:gd name="connsiteY963" fmla="*/ 182755 h 6858000"/>
              <a:gd name="connsiteX964" fmla="*/ 43151 w 7472601"/>
              <a:gd name="connsiteY964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03637 w 7472601"/>
              <a:gd name="connsiteY79" fmla="*/ 6083957 h 6858000"/>
              <a:gd name="connsiteX80" fmla="*/ 7312589 w 7472601"/>
              <a:gd name="connsiteY80" fmla="*/ 5982309 h 6858000"/>
              <a:gd name="connsiteX81" fmla="*/ 7448321 w 7472601"/>
              <a:gd name="connsiteY81" fmla="*/ 6190991 h 6858000"/>
              <a:gd name="connsiteX82" fmla="*/ 7467600 w 7472601"/>
              <a:gd name="connsiteY82" fmla="*/ 6221686 h 6858000"/>
              <a:gd name="connsiteX83" fmla="*/ 7467600 w 7472601"/>
              <a:gd name="connsiteY83" fmla="*/ 6334256 h 6858000"/>
              <a:gd name="connsiteX84" fmla="*/ 7454976 w 7472601"/>
              <a:gd name="connsiteY84" fmla="*/ 6318297 h 6858000"/>
              <a:gd name="connsiteX85" fmla="*/ 1456157 w 7472601"/>
              <a:gd name="connsiteY85" fmla="*/ 5371404 h 6858000"/>
              <a:gd name="connsiteX86" fmla="*/ 1244432 w 7472601"/>
              <a:gd name="connsiteY86" fmla="*/ 5385601 h 6858000"/>
              <a:gd name="connsiteX87" fmla="*/ 973990 w 7472601"/>
              <a:gd name="connsiteY87" fmla="*/ 5424940 h 6858000"/>
              <a:gd name="connsiteX88" fmla="*/ 1103809 w 7472601"/>
              <a:gd name="connsiteY88" fmla="*/ 5433720 h 6858000"/>
              <a:gd name="connsiteX89" fmla="*/ 1123454 w 7472601"/>
              <a:gd name="connsiteY89" fmla="*/ 5435727 h 6858000"/>
              <a:gd name="connsiteX90" fmla="*/ 1737017 w 7472601"/>
              <a:gd name="connsiteY90" fmla="*/ 5452183 h 6858000"/>
              <a:gd name="connsiteX91" fmla="*/ 1824397 w 7472601"/>
              <a:gd name="connsiteY91" fmla="*/ 5447757 h 6858000"/>
              <a:gd name="connsiteX92" fmla="*/ 2070059 w 7472601"/>
              <a:gd name="connsiteY92" fmla="*/ 5441660 h 6858000"/>
              <a:gd name="connsiteX93" fmla="*/ 1456157 w 7472601"/>
              <a:gd name="connsiteY93" fmla="*/ 5371404 h 6858000"/>
              <a:gd name="connsiteX94" fmla="*/ 4988186 w 7472601"/>
              <a:gd name="connsiteY94" fmla="*/ 5216467 h 6858000"/>
              <a:gd name="connsiteX95" fmla="*/ 4777334 w 7472601"/>
              <a:gd name="connsiteY95" fmla="*/ 5406072 h 6858000"/>
              <a:gd name="connsiteX96" fmla="*/ 4718341 w 7472601"/>
              <a:gd name="connsiteY96" fmla="*/ 5468043 h 6858000"/>
              <a:gd name="connsiteX97" fmla="*/ 4604655 w 7472601"/>
              <a:gd name="connsiteY97" fmla="*/ 5583434 h 6858000"/>
              <a:gd name="connsiteX98" fmla="*/ 4565074 w 7472601"/>
              <a:gd name="connsiteY98" fmla="*/ 5618550 h 6858000"/>
              <a:gd name="connsiteX99" fmla="*/ 4988186 w 7472601"/>
              <a:gd name="connsiteY99" fmla="*/ 5216467 h 6858000"/>
              <a:gd name="connsiteX100" fmla="*/ 4978032 w 7472601"/>
              <a:gd name="connsiteY100" fmla="*/ 5183809 h 6858000"/>
              <a:gd name="connsiteX101" fmla="*/ 4463413 w 7472601"/>
              <a:gd name="connsiteY101" fmla="*/ 5615162 h 6858000"/>
              <a:gd name="connsiteX102" fmla="*/ 4358134 w 7472601"/>
              <a:gd name="connsiteY102" fmla="*/ 5742791 h 6858000"/>
              <a:gd name="connsiteX103" fmla="*/ 4376219 w 7472601"/>
              <a:gd name="connsiteY103" fmla="*/ 5729027 h 6858000"/>
              <a:gd name="connsiteX104" fmla="*/ 4582340 w 7472601"/>
              <a:gd name="connsiteY104" fmla="*/ 5561037 h 6858000"/>
              <a:gd name="connsiteX105" fmla="*/ 4694684 w 7472601"/>
              <a:gd name="connsiteY105" fmla="*/ 5447098 h 6858000"/>
              <a:gd name="connsiteX106" fmla="*/ 4754123 w 7472601"/>
              <a:gd name="connsiteY106" fmla="*/ 5384643 h 6858000"/>
              <a:gd name="connsiteX107" fmla="*/ 4978032 w 7472601"/>
              <a:gd name="connsiteY107" fmla="*/ 5183809 h 6858000"/>
              <a:gd name="connsiteX108" fmla="*/ 1903353 w 7472601"/>
              <a:gd name="connsiteY108" fmla="*/ 5044827 h 6858000"/>
              <a:gd name="connsiteX109" fmla="*/ 1936931 w 7472601"/>
              <a:gd name="connsiteY109" fmla="*/ 5093954 h 6858000"/>
              <a:gd name="connsiteX110" fmla="*/ 2195868 w 7472601"/>
              <a:gd name="connsiteY110" fmla="*/ 5396574 h 6858000"/>
              <a:gd name="connsiteX111" fmla="*/ 2088852 w 7472601"/>
              <a:gd name="connsiteY111" fmla="*/ 5166123 h 6858000"/>
              <a:gd name="connsiteX112" fmla="*/ 1958241 w 7472601"/>
              <a:gd name="connsiteY112" fmla="*/ 5067955 h 6858000"/>
              <a:gd name="connsiteX113" fmla="*/ 1903353 w 7472601"/>
              <a:gd name="connsiteY113" fmla="*/ 5044827 h 6858000"/>
              <a:gd name="connsiteX114" fmla="*/ 1979378 w 7472601"/>
              <a:gd name="connsiteY114" fmla="*/ 4769504 h 6858000"/>
              <a:gd name="connsiteX115" fmla="*/ 2882120 w 7472601"/>
              <a:gd name="connsiteY115" fmla="*/ 5064547 h 6858000"/>
              <a:gd name="connsiteX116" fmla="*/ 2793103 w 7472601"/>
              <a:gd name="connsiteY116" fmla="*/ 5039699 h 6858000"/>
              <a:gd name="connsiteX117" fmla="*/ 2770041 w 7472601"/>
              <a:gd name="connsiteY117" fmla="*/ 5033634 h 6858000"/>
              <a:gd name="connsiteX118" fmla="*/ 1979378 w 7472601"/>
              <a:gd name="connsiteY118" fmla="*/ 4769504 h 6858000"/>
              <a:gd name="connsiteX119" fmla="*/ 1927410 w 7472601"/>
              <a:gd name="connsiteY119" fmla="*/ 4716164 h 6858000"/>
              <a:gd name="connsiteX120" fmla="*/ 1959587 w 7472601"/>
              <a:gd name="connsiteY120" fmla="*/ 4728849 h 6858000"/>
              <a:gd name="connsiteX121" fmla="*/ 2777707 w 7472601"/>
              <a:gd name="connsiteY121" fmla="*/ 5003991 h 6858000"/>
              <a:gd name="connsiteX122" fmla="*/ 2800768 w 7472601"/>
              <a:gd name="connsiteY122" fmla="*/ 5010056 h 6858000"/>
              <a:gd name="connsiteX123" fmla="*/ 2879408 w 7472601"/>
              <a:gd name="connsiteY123" fmla="*/ 5031590 h 6858000"/>
              <a:gd name="connsiteX124" fmla="*/ 2862295 w 7472601"/>
              <a:gd name="connsiteY124" fmla="*/ 5022958 h 6858000"/>
              <a:gd name="connsiteX125" fmla="*/ 2813343 w 7472601"/>
              <a:gd name="connsiteY125" fmla="*/ 4998369 h 6858000"/>
              <a:gd name="connsiteX126" fmla="*/ 2646245 w 7472601"/>
              <a:gd name="connsiteY126" fmla="*/ 4930999 h 6858000"/>
              <a:gd name="connsiteX127" fmla="*/ 1999243 w 7472601"/>
              <a:gd name="connsiteY127" fmla="*/ 4730524 h 6858000"/>
              <a:gd name="connsiteX128" fmla="*/ 1979527 w 7472601"/>
              <a:gd name="connsiteY128" fmla="*/ 4726651 h 6858000"/>
              <a:gd name="connsiteX129" fmla="*/ 1927410 w 7472601"/>
              <a:gd name="connsiteY129" fmla="*/ 4716164 h 6858000"/>
              <a:gd name="connsiteX130" fmla="*/ 1997014 w 7472601"/>
              <a:gd name="connsiteY130" fmla="*/ 4698007 h 6858000"/>
              <a:gd name="connsiteX131" fmla="*/ 2005458 w 7472601"/>
              <a:gd name="connsiteY131" fmla="*/ 4699540 h 6858000"/>
              <a:gd name="connsiteX132" fmla="*/ 2657186 w 7472601"/>
              <a:gd name="connsiteY132" fmla="*/ 4901687 h 6858000"/>
              <a:gd name="connsiteX133" fmla="*/ 2826662 w 7472601"/>
              <a:gd name="connsiteY133" fmla="*/ 4970362 h 6858000"/>
              <a:gd name="connsiteX134" fmla="*/ 2876100 w 7472601"/>
              <a:gd name="connsiteY134" fmla="*/ 4995397 h 6858000"/>
              <a:gd name="connsiteX135" fmla="*/ 3042600 w 7472601"/>
              <a:gd name="connsiteY135" fmla="*/ 5059532 h 6858000"/>
              <a:gd name="connsiteX136" fmla="*/ 1997014 w 7472601"/>
              <a:gd name="connsiteY136" fmla="*/ 4698007 h 6858000"/>
              <a:gd name="connsiteX137" fmla="*/ 2305292 w 7472601"/>
              <a:gd name="connsiteY137" fmla="*/ 4219492 h 6858000"/>
              <a:gd name="connsiteX138" fmla="*/ 3360922 w 7472601"/>
              <a:gd name="connsiteY138" fmla="*/ 4529373 h 6858000"/>
              <a:gd name="connsiteX139" fmla="*/ 3492420 w 7472601"/>
              <a:gd name="connsiteY139" fmla="*/ 4510145 h 6858000"/>
              <a:gd name="connsiteX140" fmla="*/ 3364086 w 7472601"/>
              <a:gd name="connsiteY140" fmla="*/ 4480340 h 6858000"/>
              <a:gd name="connsiteX141" fmla="*/ 3225818 w 7472601"/>
              <a:gd name="connsiteY141" fmla="*/ 4411822 h 6858000"/>
              <a:gd name="connsiteX142" fmla="*/ 3129696 w 7472601"/>
              <a:gd name="connsiteY142" fmla="*/ 4360704 h 6858000"/>
              <a:gd name="connsiteX143" fmla="*/ 2814545 w 7472601"/>
              <a:gd name="connsiteY143" fmla="*/ 4282955 h 6858000"/>
              <a:gd name="connsiteX144" fmla="*/ 2305292 w 7472601"/>
              <a:gd name="connsiteY144" fmla="*/ 4219492 h 6858000"/>
              <a:gd name="connsiteX145" fmla="*/ 2626982 w 7472601"/>
              <a:gd name="connsiteY145" fmla="*/ 4206450 h 6858000"/>
              <a:gd name="connsiteX146" fmla="*/ 2490617 w 7472601"/>
              <a:gd name="connsiteY146" fmla="*/ 4206951 h 6858000"/>
              <a:gd name="connsiteX147" fmla="*/ 2819869 w 7472601"/>
              <a:gd name="connsiteY147" fmla="*/ 4252936 h 6858000"/>
              <a:gd name="connsiteX148" fmla="*/ 3143018 w 7472601"/>
              <a:gd name="connsiteY148" fmla="*/ 4332698 h 6858000"/>
              <a:gd name="connsiteX149" fmla="*/ 3241520 w 7472601"/>
              <a:gd name="connsiteY149" fmla="*/ 4385112 h 6858000"/>
              <a:gd name="connsiteX150" fmla="*/ 3374575 w 7472601"/>
              <a:gd name="connsiteY150" fmla="*/ 4451517 h 6858000"/>
              <a:gd name="connsiteX151" fmla="*/ 3505221 w 7472601"/>
              <a:gd name="connsiteY151" fmla="*/ 4480757 h 6858000"/>
              <a:gd name="connsiteX152" fmla="*/ 2626982 w 7472601"/>
              <a:gd name="connsiteY152" fmla="*/ 4206450 h 6858000"/>
              <a:gd name="connsiteX153" fmla="*/ 1310106 w 7472601"/>
              <a:gd name="connsiteY153" fmla="*/ 3943217 h 6858000"/>
              <a:gd name="connsiteX154" fmla="*/ 854994 w 7472601"/>
              <a:gd name="connsiteY154" fmla="*/ 4399136 h 6858000"/>
              <a:gd name="connsiteX155" fmla="*/ 742462 w 7472601"/>
              <a:gd name="connsiteY155" fmla="*/ 4594648 h 6858000"/>
              <a:gd name="connsiteX156" fmla="*/ 820602 w 7472601"/>
              <a:gd name="connsiteY156" fmla="*/ 4485915 h 6858000"/>
              <a:gd name="connsiteX157" fmla="*/ 878295 w 7472601"/>
              <a:gd name="connsiteY157" fmla="*/ 4403594 h 6858000"/>
              <a:gd name="connsiteX158" fmla="*/ 1240607 w 7472601"/>
              <a:gd name="connsiteY158" fmla="*/ 4010401 h 6858000"/>
              <a:gd name="connsiteX159" fmla="*/ 1310106 w 7472601"/>
              <a:gd name="connsiteY159" fmla="*/ 3943217 h 6858000"/>
              <a:gd name="connsiteX160" fmla="*/ 1423113 w 7472601"/>
              <a:gd name="connsiteY160" fmla="*/ 3874565 h 6858000"/>
              <a:gd name="connsiteX161" fmla="*/ 1260565 w 7472601"/>
              <a:gd name="connsiteY161" fmla="*/ 4031982 h 6858000"/>
              <a:gd name="connsiteX162" fmla="*/ 901900 w 7472601"/>
              <a:gd name="connsiteY162" fmla="*/ 4421236 h 6858000"/>
              <a:gd name="connsiteX163" fmla="*/ 845044 w 7472601"/>
              <a:gd name="connsiteY163" fmla="*/ 4502436 h 6858000"/>
              <a:gd name="connsiteX164" fmla="*/ 685926 w 7472601"/>
              <a:gd name="connsiteY164" fmla="*/ 4703069 h 6858000"/>
              <a:gd name="connsiteX165" fmla="*/ 684248 w 7472601"/>
              <a:gd name="connsiteY165" fmla="*/ 4706721 h 6858000"/>
              <a:gd name="connsiteX166" fmla="*/ 1423113 w 7472601"/>
              <a:gd name="connsiteY166" fmla="*/ 3874565 h 6858000"/>
              <a:gd name="connsiteX167" fmla="*/ 3316479 w 7472601"/>
              <a:gd name="connsiteY167" fmla="*/ 3872136 h 6858000"/>
              <a:gd name="connsiteX168" fmla="*/ 3546806 w 7472601"/>
              <a:gd name="connsiteY168" fmla="*/ 4356139 h 6858000"/>
              <a:gd name="connsiteX169" fmla="*/ 3364433 w 7472601"/>
              <a:gd name="connsiteY169" fmla="*/ 3953121 h 6858000"/>
              <a:gd name="connsiteX170" fmla="*/ 3316479 w 7472601"/>
              <a:gd name="connsiteY170" fmla="*/ 3872136 h 6858000"/>
              <a:gd name="connsiteX171" fmla="*/ 3291335 w 7472601"/>
              <a:gd name="connsiteY171" fmla="*/ 3767420 h 6858000"/>
              <a:gd name="connsiteX172" fmla="*/ 3390805 w 7472601"/>
              <a:gd name="connsiteY172" fmla="*/ 3937163 h 6858000"/>
              <a:gd name="connsiteX173" fmla="*/ 3579062 w 7472601"/>
              <a:gd name="connsiteY173" fmla="*/ 4359040 h 6858000"/>
              <a:gd name="connsiteX174" fmla="*/ 3467355 w 7472601"/>
              <a:gd name="connsiteY174" fmla="*/ 3988130 h 6858000"/>
              <a:gd name="connsiteX175" fmla="*/ 3310753 w 7472601"/>
              <a:gd name="connsiteY175" fmla="*/ 3787140 h 6858000"/>
              <a:gd name="connsiteX176" fmla="*/ 3291335 w 7472601"/>
              <a:gd name="connsiteY176" fmla="*/ 3767420 h 6858000"/>
              <a:gd name="connsiteX177" fmla="*/ 1635889 w 7472601"/>
              <a:gd name="connsiteY177" fmla="*/ 3709494 h 6858000"/>
              <a:gd name="connsiteX178" fmla="*/ 1634800 w 7472601"/>
              <a:gd name="connsiteY178" fmla="*/ 3731111 h 6858000"/>
              <a:gd name="connsiteX179" fmla="*/ 1635889 w 7472601"/>
              <a:gd name="connsiteY179" fmla="*/ 3709494 h 6858000"/>
              <a:gd name="connsiteX180" fmla="*/ 1510397 w 7472601"/>
              <a:gd name="connsiteY180" fmla="*/ 3684705 h 6858000"/>
              <a:gd name="connsiteX181" fmla="*/ 1146550 w 7472601"/>
              <a:gd name="connsiteY181" fmla="*/ 3802012 h 6858000"/>
              <a:gd name="connsiteX182" fmla="*/ 698834 w 7472601"/>
              <a:gd name="connsiteY182" fmla="*/ 3952272 h 6858000"/>
              <a:gd name="connsiteX183" fmla="*/ 34256 w 7472601"/>
              <a:gd name="connsiteY183" fmla="*/ 4347603 h 6858000"/>
              <a:gd name="connsiteX184" fmla="*/ 527241 w 7472601"/>
              <a:gd name="connsiteY184" fmla="*/ 4065078 h 6858000"/>
              <a:gd name="connsiteX185" fmla="*/ 1510397 w 7472601"/>
              <a:gd name="connsiteY185" fmla="*/ 3684705 h 6858000"/>
              <a:gd name="connsiteX186" fmla="*/ 1313114 w 7472601"/>
              <a:gd name="connsiteY186" fmla="*/ 3655216 h 6858000"/>
              <a:gd name="connsiteX187" fmla="*/ 1109304 w 7472601"/>
              <a:gd name="connsiteY187" fmla="*/ 3669030 h 6858000"/>
              <a:gd name="connsiteX188" fmla="*/ 8129 w 7472601"/>
              <a:gd name="connsiteY188" fmla="*/ 4330519 h 6858000"/>
              <a:gd name="connsiteX189" fmla="*/ 687572 w 7472601"/>
              <a:gd name="connsiteY189" fmla="*/ 3925629 h 6858000"/>
              <a:gd name="connsiteX190" fmla="*/ 1138365 w 7472601"/>
              <a:gd name="connsiteY190" fmla="*/ 3774515 h 6858000"/>
              <a:gd name="connsiteX191" fmla="*/ 1505579 w 7472601"/>
              <a:gd name="connsiteY191" fmla="*/ 3655526 h 6858000"/>
              <a:gd name="connsiteX192" fmla="*/ 1313114 w 7472601"/>
              <a:gd name="connsiteY192" fmla="*/ 3655216 h 6858000"/>
              <a:gd name="connsiteX193" fmla="*/ 3655073 w 7472601"/>
              <a:gd name="connsiteY193" fmla="*/ 3650884 h 6858000"/>
              <a:gd name="connsiteX194" fmla="*/ 3989938 w 7472601"/>
              <a:gd name="connsiteY194" fmla="*/ 3991685 h 6858000"/>
              <a:gd name="connsiteX195" fmla="*/ 4393907 w 7472601"/>
              <a:gd name="connsiteY195" fmla="*/ 4261258 h 6858000"/>
              <a:gd name="connsiteX196" fmla="*/ 4648051 w 7472601"/>
              <a:gd name="connsiteY196" fmla="*/ 4374051 h 6858000"/>
              <a:gd name="connsiteX197" fmla="*/ 4383389 w 7472601"/>
              <a:gd name="connsiteY197" fmla="*/ 4184369 h 6858000"/>
              <a:gd name="connsiteX198" fmla="*/ 4165508 w 7472601"/>
              <a:gd name="connsiteY198" fmla="*/ 4035196 h 6858000"/>
              <a:gd name="connsiteX199" fmla="*/ 4068162 w 7472601"/>
              <a:gd name="connsiteY199" fmla="*/ 3953394 h 6858000"/>
              <a:gd name="connsiteX200" fmla="*/ 3981416 w 7472601"/>
              <a:gd name="connsiteY200" fmla="*/ 3880482 h 6858000"/>
              <a:gd name="connsiteX201" fmla="*/ 3800147 w 7472601"/>
              <a:gd name="connsiteY201" fmla="*/ 3749872 h 6858000"/>
              <a:gd name="connsiteX202" fmla="*/ 3655073 w 7472601"/>
              <a:gd name="connsiteY202" fmla="*/ 3650884 h 6858000"/>
              <a:gd name="connsiteX203" fmla="*/ 3670252 w 7472601"/>
              <a:gd name="connsiteY203" fmla="*/ 3622798 h 6858000"/>
              <a:gd name="connsiteX204" fmla="*/ 3817258 w 7472601"/>
              <a:gd name="connsiteY204" fmla="*/ 3723577 h 6858000"/>
              <a:gd name="connsiteX205" fmla="*/ 4000461 w 7472601"/>
              <a:gd name="connsiteY205" fmla="*/ 3855966 h 6858000"/>
              <a:gd name="connsiteX206" fmla="*/ 4088180 w 7472601"/>
              <a:gd name="connsiteY206" fmla="*/ 3929774 h 6858000"/>
              <a:gd name="connsiteX207" fmla="*/ 4184555 w 7472601"/>
              <a:gd name="connsiteY207" fmla="*/ 4010683 h 6858000"/>
              <a:gd name="connsiteX208" fmla="*/ 4399563 w 7472601"/>
              <a:gd name="connsiteY208" fmla="*/ 4158106 h 6858000"/>
              <a:gd name="connsiteX209" fmla="*/ 4684469 w 7472601"/>
              <a:gd name="connsiteY209" fmla="*/ 4364680 h 6858000"/>
              <a:gd name="connsiteX210" fmla="*/ 4690271 w 7472601"/>
              <a:gd name="connsiteY210" fmla="*/ 4370034 h 6858000"/>
              <a:gd name="connsiteX211" fmla="*/ 4136093 w 7472601"/>
              <a:gd name="connsiteY211" fmla="*/ 3858466 h 6858000"/>
              <a:gd name="connsiteX212" fmla="*/ 3670252 w 7472601"/>
              <a:gd name="connsiteY212" fmla="*/ 3622798 h 6858000"/>
              <a:gd name="connsiteX213" fmla="*/ 4440129 w 7472601"/>
              <a:gd name="connsiteY213" fmla="*/ 3448571 h 6858000"/>
              <a:gd name="connsiteX214" fmla="*/ 4856525 w 7472601"/>
              <a:gd name="connsiteY214" fmla="*/ 3915351 h 6858000"/>
              <a:gd name="connsiteX215" fmla="*/ 5059055 w 7472601"/>
              <a:gd name="connsiteY215" fmla="*/ 4108918 h 6858000"/>
              <a:gd name="connsiteX216" fmla="*/ 5290070 w 7472601"/>
              <a:gd name="connsiteY216" fmla="*/ 4263619 h 6858000"/>
              <a:gd name="connsiteX217" fmla="*/ 4834991 w 7472601"/>
              <a:gd name="connsiteY217" fmla="*/ 3830985 h 6858000"/>
              <a:gd name="connsiteX218" fmla="*/ 4440129 w 7472601"/>
              <a:gd name="connsiteY218" fmla="*/ 3448571 h 6858000"/>
              <a:gd name="connsiteX219" fmla="*/ 4441737 w 7472601"/>
              <a:gd name="connsiteY219" fmla="*/ 3399734 h 6858000"/>
              <a:gd name="connsiteX220" fmla="*/ 4431236 w 7472601"/>
              <a:gd name="connsiteY220" fmla="*/ 3400954 h 6858000"/>
              <a:gd name="connsiteX221" fmla="*/ 4557150 w 7472601"/>
              <a:gd name="connsiteY221" fmla="*/ 3510023 h 6858000"/>
              <a:gd name="connsiteX222" fmla="*/ 4856936 w 7472601"/>
              <a:gd name="connsiteY222" fmla="*/ 3809146 h 6858000"/>
              <a:gd name="connsiteX223" fmla="*/ 5111996 w 7472601"/>
              <a:gd name="connsiteY223" fmla="*/ 4065759 h 6858000"/>
              <a:gd name="connsiteX224" fmla="*/ 5388878 w 7472601"/>
              <a:gd name="connsiteY224" fmla="*/ 4300185 h 6858000"/>
              <a:gd name="connsiteX225" fmla="*/ 5425556 w 7472601"/>
              <a:gd name="connsiteY225" fmla="*/ 4308967 h 6858000"/>
              <a:gd name="connsiteX226" fmla="*/ 4943646 w 7472601"/>
              <a:gd name="connsiteY226" fmla="*/ 3822916 h 6858000"/>
              <a:gd name="connsiteX227" fmla="*/ 4594837 w 7472601"/>
              <a:gd name="connsiteY227" fmla="*/ 3532274 h 6858000"/>
              <a:gd name="connsiteX228" fmla="*/ 4441737 w 7472601"/>
              <a:gd name="connsiteY228" fmla="*/ 3399734 h 6858000"/>
              <a:gd name="connsiteX229" fmla="*/ 5425834 w 7472601"/>
              <a:gd name="connsiteY229" fmla="*/ 3162785 h 6858000"/>
              <a:gd name="connsiteX230" fmla="*/ 5401644 w 7472601"/>
              <a:gd name="connsiteY230" fmla="*/ 3617847 h 6858000"/>
              <a:gd name="connsiteX231" fmla="*/ 5467256 w 7472601"/>
              <a:gd name="connsiteY231" fmla="*/ 4175494 h 6858000"/>
              <a:gd name="connsiteX232" fmla="*/ 5448069 w 7472601"/>
              <a:gd name="connsiteY232" fmla="*/ 3567554 h 6858000"/>
              <a:gd name="connsiteX233" fmla="*/ 5425834 w 7472601"/>
              <a:gd name="connsiteY233" fmla="*/ 3162785 h 6858000"/>
              <a:gd name="connsiteX234" fmla="*/ 1318687 w 7472601"/>
              <a:gd name="connsiteY234" fmla="*/ 3113840 h 6858000"/>
              <a:gd name="connsiteX235" fmla="*/ 1066793 w 7472601"/>
              <a:gd name="connsiteY235" fmla="*/ 3212171 h 6858000"/>
              <a:gd name="connsiteX236" fmla="*/ 993319 w 7472601"/>
              <a:gd name="connsiteY236" fmla="*/ 3247648 h 6858000"/>
              <a:gd name="connsiteX237" fmla="*/ 853081 w 7472601"/>
              <a:gd name="connsiteY237" fmla="*/ 3312410 h 6858000"/>
              <a:gd name="connsiteX238" fmla="*/ 805957 w 7472601"/>
              <a:gd name="connsiteY238" fmla="*/ 3330443 h 6858000"/>
              <a:gd name="connsiteX239" fmla="*/ 1318687 w 7472601"/>
              <a:gd name="connsiteY239" fmla="*/ 3113840 h 6858000"/>
              <a:gd name="connsiteX240" fmla="*/ 5453702 w 7472601"/>
              <a:gd name="connsiteY240" fmla="*/ 3090882 h 6858000"/>
              <a:gd name="connsiteX241" fmla="*/ 5480135 w 7472601"/>
              <a:gd name="connsiteY241" fmla="*/ 3565802 h 6858000"/>
              <a:gd name="connsiteX242" fmla="*/ 5499023 w 7472601"/>
              <a:gd name="connsiteY242" fmla="*/ 4166310 h 6858000"/>
              <a:gd name="connsiteX243" fmla="*/ 5547022 w 7472601"/>
              <a:gd name="connsiteY243" fmla="*/ 3607838 h 6858000"/>
              <a:gd name="connsiteX244" fmla="*/ 5515964 w 7472601"/>
              <a:gd name="connsiteY244" fmla="*/ 3378541 h 6858000"/>
              <a:gd name="connsiteX245" fmla="*/ 5453702 w 7472601"/>
              <a:gd name="connsiteY245" fmla="*/ 3090882 h 6858000"/>
              <a:gd name="connsiteX246" fmla="*/ 1238695 w 7472601"/>
              <a:gd name="connsiteY246" fmla="*/ 3076820 h 6858000"/>
              <a:gd name="connsiteX247" fmla="*/ 716371 w 7472601"/>
              <a:gd name="connsiteY247" fmla="*/ 3293249 h 6858000"/>
              <a:gd name="connsiteX248" fmla="*/ 579522 w 7472601"/>
              <a:gd name="connsiteY248" fmla="*/ 3371759 h 6858000"/>
              <a:gd name="connsiteX249" fmla="*/ 600288 w 7472601"/>
              <a:gd name="connsiteY249" fmla="*/ 3365555 h 6858000"/>
              <a:gd name="connsiteX250" fmla="*/ 840692 w 7472601"/>
              <a:gd name="connsiteY250" fmla="*/ 3284921 h 6858000"/>
              <a:gd name="connsiteX251" fmla="*/ 979248 w 7472601"/>
              <a:gd name="connsiteY251" fmla="*/ 3221003 h 6858000"/>
              <a:gd name="connsiteX252" fmla="*/ 1053282 w 7472601"/>
              <a:gd name="connsiteY252" fmla="*/ 3185247 h 6858000"/>
              <a:gd name="connsiteX253" fmla="*/ 1320603 w 7472601"/>
              <a:gd name="connsiteY253" fmla="*/ 3081281 h 6858000"/>
              <a:gd name="connsiteX254" fmla="*/ 1238695 w 7472601"/>
              <a:gd name="connsiteY254" fmla="*/ 3076820 h 6858000"/>
              <a:gd name="connsiteX255" fmla="*/ 5425627 w 7472601"/>
              <a:gd name="connsiteY255" fmla="*/ 2954192 h 6858000"/>
              <a:gd name="connsiteX256" fmla="*/ 5470770 w 7472601"/>
              <a:gd name="connsiteY256" fmla="*/ 3005435 h 6858000"/>
              <a:gd name="connsiteX257" fmla="*/ 5519779 w 7472601"/>
              <a:gd name="connsiteY257" fmla="*/ 4359223 h 6858000"/>
              <a:gd name="connsiteX258" fmla="*/ 5520293 w 7472601"/>
              <a:gd name="connsiteY258" fmla="*/ 4360602 h 6858000"/>
              <a:gd name="connsiteX259" fmla="*/ 5767221 w 7472601"/>
              <a:gd name="connsiteY259" fmla="*/ 4665564 h 6858000"/>
              <a:gd name="connsiteX260" fmla="*/ 6937169 w 7472601"/>
              <a:gd name="connsiteY260" fmla="*/ 4815941 h 6858000"/>
              <a:gd name="connsiteX261" fmla="*/ 6953922 w 7472601"/>
              <a:gd name="connsiteY261" fmla="*/ 4890068 h 6858000"/>
              <a:gd name="connsiteX262" fmla="*/ 6071359 w 7472601"/>
              <a:gd name="connsiteY262" fmla="*/ 4770770 h 6858000"/>
              <a:gd name="connsiteX263" fmla="*/ 6038839 w 7472601"/>
              <a:gd name="connsiteY263" fmla="*/ 4764474 h 6858000"/>
              <a:gd name="connsiteX264" fmla="*/ 6038706 w 7472601"/>
              <a:gd name="connsiteY264" fmla="*/ 4763847 h 6858000"/>
              <a:gd name="connsiteX265" fmla="*/ 6037784 w 7472601"/>
              <a:gd name="connsiteY265" fmla="*/ 4764270 h 6858000"/>
              <a:gd name="connsiteX266" fmla="*/ 6038839 w 7472601"/>
              <a:gd name="connsiteY266" fmla="*/ 4764474 h 6858000"/>
              <a:gd name="connsiteX267" fmla="*/ 6040338 w 7472601"/>
              <a:gd name="connsiteY267" fmla="*/ 4771418 h 6858000"/>
              <a:gd name="connsiteX268" fmla="*/ 6024488 w 7472601"/>
              <a:gd name="connsiteY268" fmla="*/ 4809903 h 6858000"/>
              <a:gd name="connsiteX269" fmla="*/ 5599771 w 7472601"/>
              <a:gd name="connsiteY269" fmla="*/ 5509652 h 6858000"/>
              <a:gd name="connsiteX270" fmla="*/ 5548843 w 7472601"/>
              <a:gd name="connsiteY270" fmla="*/ 5563845 h 6858000"/>
              <a:gd name="connsiteX271" fmla="*/ 5940952 w 7472601"/>
              <a:gd name="connsiteY271" fmla="*/ 6250028 h 6858000"/>
              <a:gd name="connsiteX272" fmla="*/ 6043441 w 7472601"/>
              <a:gd name="connsiteY272" fmla="*/ 6665847 h 6858000"/>
              <a:gd name="connsiteX273" fmla="*/ 6093432 w 7472601"/>
              <a:gd name="connsiteY273" fmla="*/ 6858000 h 6858000"/>
              <a:gd name="connsiteX274" fmla="*/ 6034344 w 7472601"/>
              <a:gd name="connsiteY274" fmla="*/ 6858000 h 6858000"/>
              <a:gd name="connsiteX275" fmla="*/ 6026679 w 7472601"/>
              <a:gd name="connsiteY275" fmla="*/ 6836959 h 6858000"/>
              <a:gd name="connsiteX276" fmla="*/ 5800441 w 7472601"/>
              <a:gd name="connsiteY276" fmla="*/ 6335286 h 6858000"/>
              <a:gd name="connsiteX277" fmla="*/ 5526562 w 7472601"/>
              <a:gd name="connsiteY277" fmla="*/ 5705388 h 6858000"/>
              <a:gd name="connsiteX278" fmla="*/ 5519640 w 7472601"/>
              <a:gd name="connsiteY278" fmla="*/ 5683774 h 6858000"/>
              <a:gd name="connsiteX279" fmla="*/ 5844559 w 7472601"/>
              <a:gd name="connsiteY279" fmla="*/ 6553349 h 6858000"/>
              <a:gd name="connsiteX280" fmla="*/ 5975994 w 7472601"/>
              <a:gd name="connsiteY280" fmla="*/ 6858000 h 6858000"/>
              <a:gd name="connsiteX281" fmla="*/ 5898547 w 7472601"/>
              <a:gd name="connsiteY281" fmla="*/ 6858000 h 6858000"/>
              <a:gd name="connsiteX282" fmla="*/ 5682041 w 7472601"/>
              <a:gd name="connsiteY282" fmla="*/ 6355860 h 6858000"/>
              <a:gd name="connsiteX283" fmla="*/ 5461758 w 7472601"/>
              <a:gd name="connsiteY283" fmla="*/ 5820220 h 6858000"/>
              <a:gd name="connsiteX284" fmla="*/ 5237282 w 7472601"/>
              <a:gd name="connsiteY284" fmla="*/ 6579086 h 6858000"/>
              <a:gd name="connsiteX285" fmla="*/ 5115009 w 7472601"/>
              <a:gd name="connsiteY285" fmla="*/ 6858000 h 6858000"/>
              <a:gd name="connsiteX286" fmla="*/ 5028074 w 7472601"/>
              <a:gd name="connsiteY286" fmla="*/ 6858000 h 6858000"/>
              <a:gd name="connsiteX287" fmla="*/ 5079508 w 7472601"/>
              <a:gd name="connsiteY287" fmla="*/ 6749074 h 6858000"/>
              <a:gd name="connsiteX288" fmla="*/ 5371846 w 7472601"/>
              <a:gd name="connsiteY288" fmla="*/ 5924413 h 6858000"/>
              <a:gd name="connsiteX289" fmla="*/ 5270512 w 7472601"/>
              <a:gd name="connsiteY289" fmla="*/ 6138975 h 6858000"/>
              <a:gd name="connsiteX290" fmla="*/ 5062409 w 7472601"/>
              <a:gd name="connsiteY290" fmla="*/ 6653544 h 6858000"/>
              <a:gd name="connsiteX291" fmla="*/ 5036628 w 7472601"/>
              <a:gd name="connsiteY291" fmla="*/ 6754247 h 6858000"/>
              <a:gd name="connsiteX292" fmla="*/ 5009112 w 7472601"/>
              <a:gd name="connsiteY292" fmla="*/ 6858000 h 6858000"/>
              <a:gd name="connsiteX293" fmla="*/ 4976679 w 7472601"/>
              <a:gd name="connsiteY293" fmla="*/ 6858000 h 6858000"/>
              <a:gd name="connsiteX294" fmla="*/ 5006537 w 7472601"/>
              <a:gd name="connsiteY294" fmla="*/ 6747068 h 6858000"/>
              <a:gd name="connsiteX295" fmla="*/ 5032723 w 7472601"/>
              <a:gd name="connsiteY295" fmla="*/ 6644957 h 6858000"/>
              <a:gd name="connsiteX296" fmla="*/ 5242949 w 7472601"/>
              <a:gd name="connsiteY296" fmla="*/ 6125175 h 6858000"/>
              <a:gd name="connsiteX297" fmla="*/ 5286321 w 7472601"/>
              <a:gd name="connsiteY297" fmla="*/ 6033555 h 6858000"/>
              <a:gd name="connsiteX298" fmla="*/ 5008210 w 7472601"/>
              <a:gd name="connsiteY298" fmla="*/ 6649194 h 6858000"/>
              <a:gd name="connsiteX299" fmla="*/ 4986321 w 7472601"/>
              <a:gd name="connsiteY299" fmla="*/ 6765687 h 6858000"/>
              <a:gd name="connsiteX300" fmla="*/ 4973474 w 7472601"/>
              <a:gd name="connsiteY300" fmla="*/ 6858000 h 6858000"/>
              <a:gd name="connsiteX301" fmla="*/ 4907178 w 7472601"/>
              <a:gd name="connsiteY301" fmla="*/ 6858000 h 6858000"/>
              <a:gd name="connsiteX302" fmla="*/ 4910810 w 7472601"/>
              <a:gd name="connsiteY302" fmla="*/ 6829660 h 6858000"/>
              <a:gd name="connsiteX303" fmla="*/ 4987461 w 7472601"/>
              <a:gd name="connsiteY303" fmla="*/ 6432994 h 6858000"/>
              <a:gd name="connsiteX304" fmla="*/ 5179262 w 7472601"/>
              <a:gd name="connsiteY304" fmla="*/ 6035044 h 6858000"/>
              <a:gd name="connsiteX305" fmla="*/ 4689678 w 7472601"/>
              <a:gd name="connsiteY305" fmla="*/ 6440241 h 6858000"/>
              <a:gd name="connsiteX306" fmla="*/ 4477543 w 7472601"/>
              <a:gd name="connsiteY306" fmla="*/ 6674836 h 6858000"/>
              <a:gd name="connsiteX307" fmla="*/ 4329957 w 7472601"/>
              <a:gd name="connsiteY307" fmla="*/ 6858000 h 6858000"/>
              <a:gd name="connsiteX308" fmla="*/ 4218595 w 7472601"/>
              <a:gd name="connsiteY308" fmla="*/ 6858000 h 6858000"/>
              <a:gd name="connsiteX309" fmla="*/ 4368888 w 7472601"/>
              <a:gd name="connsiteY309" fmla="*/ 6668412 h 6858000"/>
              <a:gd name="connsiteX310" fmla="*/ 4563091 w 7472601"/>
              <a:gd name="connsiteY310" fmla="*/ 6442508 h 6858000"/>
              <a:gd name="connsiteX311" fmla="*/ 5387324 w 7472601"/>
              <a:gd name="connsiteY311" fmla="*/ 5705830 h 6858000"/>
              <a:gd name="connsiteX312" fmla="*/ 5073620 w 7472601"/>
              <a:gd name="connsiteY312" fmla="*/ 5955437 h 6858000"/>
              <a:gd name="connsiteX313" fmla="*/ 4689789 w 7472601"/>
              <a:gd name="connsiteY313" fmla="*/ 6268382 h 6858000"/>
              <a:gd name="connsiteX314" fmla="*/ 4418722 w 7472601"/>
              <a:gd name="connsiteY314" fmla="*/ 6570886 h 6858000"/>
              <a:gd name="connsiteX315" fmla="*/ 4214944 w 7472601"/>
              <a:gd name="connsiteY315" fmla="*/ 6858000 h 6858000"/>
              <a:gd name="connsiteX316" fmla="*/ 4177898 w 7472601"/>
              <a:gd name="connsiteY316" fmla="*/ 6858000 h 6858000"/>
              <a:gd name="connsiteX317" fmla="*/ 4391597 w 7472601"/>
              <a:gd name="connsiteY317" fmla="*/ 6556370 h 6858000"/>
              <a:gd name="connsiteX318" fmla="*/ 4668889 w 7472601"/>
              <a:gd name="connsiteY318" fmla="*/ 6246399 h 6858000"/>
              <a:gd name="connsiteX319" fmla="*/ 5055427 w 7472601"/>
              <a:gd name="connsiteY319" fmla="*/ 5931476 h 6858000"/>
              <a:gd name="connsiteX320" fmla="*/ 5371814 w 7472601"/>
              <a:gd name="connsiteY320" fmla="*/ 5678975 h 6858000"/>
              <a:gd name="connsiteX321" fmla="*/ 4987918 w 7472601"/>
              <a:gd name="connsiteY321" fmla="*/ 5838701 h 6858000"/>
              <a:gd name="connsiteX322" fmla="*/ 4317146 w 7472601"/>
              <a:gd name="connsiteY322" fmla="*/ 6587716 h 6858000"/>
              <a:gd name="connsiteX323" fmla="*/ 4171627 w 7472601"/>
              <a:gd name="connsiteY323" fmla="*/ 6858000 h 6858000"/>
              <a:gd name="connsiteX324" fmla="*/ 4081585 w 7472601"/>
              <a:gd name="connsiteY324" fmla="*/ 6858000 h 6858000"/>
              <a:gd name="connsiteX325" fmla="*/ 4238603 w 7472601"/>
              <a:gd name="connsiteY325" fmla="*/ 6559341 h 6858000"/>
              <a:gd name="connsiteX326" fmla="*/ 4778333 w 7472601"/>
              <a:gd name="connsiteY326" fmla="*/ 5873626 h 6858000"/>
              <a:gd name="connsiteX327" fmla="*/ 5414185 w 7472601"/>
              <a:gd name="connsiteY327" fmla="*/ 5573882 h 6858000"/>
              <a:gd name="connsiteX328" fmla="*/ 5959648 w 7472601"/>
              <a:gd name="connsiteY328" fmla="*/ 4760797 h 6858000"/>
              <a:gd name="connsiteX329" fmla="*/ 5355019 w 7472601"/>
              <a:gd name="connsiteY329" fmla="*/ 4734672 h 6858000"/>
              <a:gd name="connsiteX330" fmla="*/ 5083565 w 7472601"/>
              <a:gd name="connsiteY330" fmla="*/ 5179121 h 6858000"/>
              <a:gd name="connsiteX331" fmla="*/ 4713577 w 7472601"/>
              <a:gd name="connsiteY331" fmla="*/ 5616803 h 6858000"/>
              <a:gd name="connsiteX332" fmla="*/ 3989559 w 7472601"/>
              <a:gd name="connsiteY332" fmla="*/ 6145945 h 6858000"/>
              <a:gd name="connsiteX333" fmla="*/ 3939824 w 7472601"/>
              <a:gd name="connsiteY333" fmla="*/ 6066900 h 6858000"/>
              <a:gd name="connsiteX334" fmla="*/ 4584537 w 7472601"/>
              <a:gd name="connsiteY334" fmla="*/ 5324826 h 6858000"/>
              <a:gd name="connsiteX335" fmla="*/ 5037105 w 7472601"/>
              <a:gd name="connsiteY335" fmla="*/ 5088765 h 6858000"/>
              <a:gd name="connsiteX336" fmla="*/ 5039930 w 7472601"/>
              <a:gd name="connsiteY336" fmla="*/ 5089585 h 6858000"/>
              <a:gd name="connsiteX337" fmla="*/ 5263764 w 7472601"/>
              <a:gd name="connsiteY337" fmla="*/ 4735525 h 6858000"/>
              <a:gd name="connsiteX338" fmla="*/ 4086300 w 7472601"/>
              <a:gd name="connsiteY338" fmla="*/ 4884599 h 6858000"/>
              <a:gd name="connsiteX339" fmla="*/ 4085485 w 7472601"/>
              <a:gd name="connsiteY339" fmla="*/ 4899070 h 6858000"/>
              <a:gd name="connsiteX340" fmla="*/ 3871915 w 7472601"/>
              <a:gd name="connsiteY340" fmla="*/ 5253645 h 6858000"/>
              <a:gd name="connsiteX341" fmla="*/ 3799374 w 7472601"/>
              <a:gd name="connsiteY341" fmla="*/ 5466127 h 6858000"/>
              <a:gd name="connsiteX342" fmla="*/ 3498850 w 7472601"/>
              <a:gd name="connsiteY342" fmla="*/ 6661888 h 6858000"/>
              <a:gd name="connsiteX343" fmla="*/ 3399216 w 7472601"/>
              <a:gd name="connsiteY343" fmla="*/ 6858000 h 6858000"/>
              <a:gd name="connsiteX344" fmla="*/ 3303688 w 7472601"/>
              <a:gd name="connsiteY344" fmla="*/ 6858000 h 6858000"/>
              <a:gd name="connsiteX345" fmla="*/ 3391774 w 7472601"/>
              <a:gd name="connsiteY345" fmla="*/ 6697181 h 6858000"/>
              <a:gd name="connsiteX346" fmla="*/ 3735540 w 7472601"/>
              <a:gd name="connsiteY346" fmla="*/ 5546923 h 6858000"/>
              <a:gd name="connsiteX347" fmla="*/ 3729438 w 7472601"/>
              <a:gd name="connsiteY347" fmla="*/ 5569058 h 6858000"/>
              <a:gd name="connsiteX348" fmla="*/ 3707782 w 7472601"/>
              <a:gd name="connsiteY348" fmla="*/ 5644908 h 6858000"/>
              <a:gd name="connsiteX349" fmla="*/ 3583827 w 7472601"/>
              <a:gd name="connsiteY349" fmla="*/ 6039215 h 6858000"/>
              <a:gd name="connsiteX350" fmla="*/ 3547861 w 7472601"/>
              <a:gd name="connsiteY350" fmla="*/ 6129609 h 6858000"/>
              <a:gd name="connsiteX351" fmla="*/ 3490905 w 7472601"/>
              <a:gd name="connsiteY351" fmla="*/ 6277660 h 6858000"/>
              <a:gd name="connsiteX352" fmla="*/ 3455859 w 7472601"/>
              <a:gd name="connsiteY352" fmla="*/ 6391301 h 6858000"/>
              <a:gd name="connsiteX353" fmla="*/ 3429112 w 7472601"/>
              <a:gd name="connsiteY353" fmla="*/ 6479469 h 6858000"/>
              <a:gd name="connsiteX354" fmla="*/ 3304862 w 7472601"/>
              <a:gd name="connsiteY354" fmla="*/ 6796476 h 6858000"/>
              <a:gd name="connsiteX355" fmla="*/ 3276071 w 7472601"/>
              <a:gd name="connsiteY355" fmla="*/ 6858000 h 6858000"/>
              <a:gd name="connsiteX356" fmla="*/ 3240805 w 7472601"/>
              <a:gd name="connsiteY356" fmla="*/ 6858000 h 6858000"/>
              <a:gd name="connsiteX357" fmla="*/ 3275917 w 7472601"/>
              <a:gd name="connsiteY357" fmla="*/ 6783192 h 6858000"/>
              <a:gd name="connsiteX358" fmla="*/ 3399358 w 7472601"/>
              <a:gd name="connsiteY358" fmla="*/ 6469011 h 6858000"/>
              <a:gd name="connsiteX359" fmla="*/ 3425650 w 7472601"/>
              <a:gd name="connsiteY359" fmla="*/ 6381333 h 6858000"/>
              <a:gd name="connsiteX360" fmla="*/ 3460661 w 7472601"/>
              <a:gd name="connsiteY360" fmla="*/ 6266763 h 6858000"/>
              <a:gd name="connsiteX361" fmla="*/ 3518021 w 7472601"/>
              <a:gd name="connsiteY361" fmla="*/ 6117298 h 6858000"/>
              <a:gd name="connsiteX362" fmla="*/ 3554035 w 7472601"/>
              <a:gd name="connsiteY362" fmla="*/ 6027832 h 6858000"/>
              <a:gd name="connsiteX363" fmla="*/ 3677174 w 7472601"/>
              <a:gd name="connsiteY363" fmla="*/ 5636351 h 6858000"/>
              <a:gd name="connsiteX364" fmla="*/ 3698819 w 7472601"/>
              <a:gd name="connsiteY364" fmla="*/ 5560503 h 6858000"/>
              <a:gd name="connsiteX365" fmla="*/ 3702094 w 7472601"/>
              <a:gd name="connsiteY365" fmla="*/ 5549194 h 6858000"/>
              <a:gd name="connsiteX366" fmla="*/ 3398355 w 7472601"/>
              <a:gd name="connsiteY366" fmla="*/ 6094603 h 6858000"/>
              <a:gd name="connsiteX367" fmla="*/ 3193941 w 7472601"/>
              <a:gd name="connsiteY367" fmla="*/ 6798775 h 6858000"/>
              <a:gd name="connsiteX368" fmla="*/ 3184140 w 7472601"/>
              <a:gd name="connsiteY368" fmla="*/ 6858000 h 6858000"/>
              <a:gd name="connsiteX369" fmla="*/ 3099978 w 7472601"/>
              <a:gd name="connsiteY369" fmla="*/ 6858000 h 6858000"/>
              <a:gd name="connsiteX370" fmla="*/ 3101556 w 7472601"/>
              <a:gd name="connsiteY370" fmla="*/ 6843337 h 6858000"/>
              <a:gd name="connsiteX371" fmla="*/ 3370162 w 7472601"/>
              <a:gd name="connsiteY371" fmla="*/ 5785550 h 6858000"/>
              <a:gd name="connsiteX372" fmla="*/ 3746477 w 7472601"/>
              <a:gd name="connsiteY372" fmla="*/ 5377889 h 6858000"/>
              <a:gd name="connsiteX373" fmla="*/ 3863399 w 7472601"/>
              <a:gd name="connsiteY373" fmla="*/ 5087257 h 6858000"/>
              <a:gd name="connsiteX374" fmla="*/ 3968712 w 7472601"/>
              <a:gd name="connsiteY374" fmla="*/ 4913989 h 6858000"/>
              <a:gd name="connsiteX375" fmla="*/ 2792390 w 7472601"/>
              <a:gd name="connsiteY375" fmla="*/ 5382974 h 6858000"/>
              <a:gd name="connsiteX376" fmla="*/ 2714982 w 7472601"/>
              <a:gd name="connsiteY376" fmla="*/ 5427051 h 6858000"/>
              <a:gd name="connsiteX377" fmla="*/ 2813361 w 7472601"/>
              <a:gd name="connsiteY377" fmla="*/ 6023912 h 6858000"/>
              <a:gd name="connsiteX378" fmla="*/ 2688430 w 7472601"/>
              <a:gd name="connsiteY378" fmla="*/ 6801564 h 6858000"/>
              <a:gd name="connsiteX379" fmla="*/ 2629626 w 7472601"/>
              <a:gd name="connsiteY379" fmla="*/ 6763394 h 6858000"/>
              <a:gd name="connsiteX380" fmla="*/ 2565328 w 7472601"/>
              <a:gd name="connsiteY380" fmla="*/ 5516399 h 6858000"/>
              <a:gd name="connsiteX381" fmla="*/ 1922999 w 7472601"/>
              <a:gd name="connsiteY381" fmla="*/ 5980343 h 6858000"/>
              <a:gd name="connsiteX382" fmla="*/ 1950261 w 7472601"/>
              <a:gd name="connsiteY382" fmla="*/ 6405858 h 6858000"/>
              <a:gd name="connsiteX383" fmla="*/ 2365554 w 7472601"/>
              <a:gd name="connsiteY383" fmla="*/ 6759107 h 6858000"/>
              <a:gd name="connsiteX384" fmla="*/ 2424142 w 7472601"/>
              <a:gd name="connsiteY384" fmla="*/ 6858000 h 6858000"/>
              <a:gd name="connsiteX385" fmla="*/ 2395994 w 7472601"/>
              <a:gd name="connsiteY385" fmla="*/ 6858000 h 6858000"/>
              <a:gd name="connsiteX386" fmla="*/ 2392863 w 7472601"/>
              <a:gd name="connsiteY386" fmla="*/ 6852964 h 6858000"/>
              <a:gd name="connsiteX387" fmla="*/ 2017589 w 7472601"/>
              <a:gd name="connsiteY387" fmla="*/ 6493982 h 6858000"/>
              <a:gd name="connsiteX388" fmla="*/ 2147336 w 7472601"/>
              <a:gd name="connsiteY388" fmla="*/ 6594052 h 6858000"/>
              <a:gd name="connsiteX389" fmla="*/ 2207047 w 7472601"/>
              <a:gd name="connsiteY389" fmla="*/ 6654540 h 6858000"/>
              <a:gd name="connsiteX390" fmla="*/ 2299106 w 7472601"/>
              <a:gd name="connsiteY390" fmla="*/ 6778931 h 6858000"/>
              <a:gd name="connsiteX391" fmla="*/ 2314430 w 7472601"/>
              <a:gd name="connsiteY391" fmla="*/ 6801144 h 6858000"/>
              <a:gd name="connsiteX392" fmla="*/ 2352406 w 7472601"/>
              <a:gd name="connsiteY392" fmla="*/ 6858000 h 6858000"/>
              <a:gd name="connsiteX393" fmla="*/ 2314492 w 7472601"/>
              <a:gd name="connsiteY393" fmla="*/ 6858000 h 6858000"/>
              <a:gd name="connsiteX394" fmla="*/ 2288095 w 7472601"/>
              <a:gd name="connsiteY394" fmla="*/ 6818030 h 6858000"/>
              <a:gd name="connsiteX395" fmla="*/ 2272768 w 7472601"/>
              <a:gd name="connsiteY395" fmla="*/ 6795822 h 6858000"/>
              <a:gd name="connsiteX396" fmla="*/ 2182715 w 7472601"/>
              <a:gd name="connsiteY396" fmla="*/ 6675071 h 6858000"/>
              <a:gd name="connsiteX397" fmla="*/ 2032061 w 7472601"/>
              <a:gd name="connsiteY397" fmla="*/ 6541380 h 6858000"/>
              <a:gd name="connsiteX398" fmla="*/ 2257220 w 7472601"/>
              <a:gd name="connsiteY398" fmla="*/ 6826257 h 6858000"/>
              <a:gd name="connsiteX399" fmla="*/ 2281324 w 7472601"/>
              <a:gd name="connsiteY399" fmla="*/ 6858000 h 6858000"/>
              <a:gd name="connsiteX400" fmla="*/ 2242860 w 7472601"/>
              <a:gd name="connsiteY400" fmla="*/ 6858000 h 6858000"/>
              <a:gd name="connsiteX401" fmla="*/ 2232818 w 7472601"/>
              <a:gd name="connsiteY401" fmla="*/ 6844926 h 6858000"/>
              <a:gd name="connsiteX402" fmla="*/ 1990172 w 7472601"/>
              <a:gd name="connsiteY402" fmla="*/ 6542121 h 6858000"/>
              <a:gd name="connsiteX403" fmla="*/ 2124090 w 7472601"/>
              <a:gd name="connsiteY403" fmla="*/ 6761017 h 6858000"/>
              <a:gd name="connsiteX404" fmla="*/ 2200380 w 7472601"/>
              <a:gd name="connsiteY404" fmla="*/ 6858000 h 6858000"/>
              <a:gd name="connsiteX405" fmla="*/ 2147507 w 7472601"/>
              <a:gd name="connsiteY405" fmla="*/ 6858000 h 6858000"/>
              <a:gd name="connsiteX406" fmla="*/ 2070668 w 7472601"/>
              <a:gd name="connsiteY406" fmla="*/ 6761520 h 6858000"/>
              <a:gd name="connsiteX407" fmla="*/ 1975142 w 7472601"/>
              <a:gd name="connsiteY407" fmla="*/ 6585570 h 6858000"/>
              <a:gd name="connsiteX408" fmla="*/ 2050035 w 7472601"/>
              <a:gd name="connsiteY408" fmla="*/ 6813345 h 6858000"/>
              <a:gd name="connsiteX409" fmla="*/ 2063025 w 7472601"/>
              <a:gd name="connsiteY409" fmla="*/ 6858000 h 6858000"/>
              <a:gd name="connsiteX410" fmla="*/ 2021675 w 7472601"/>
              <a:gd name="connsiteY410" fmla="*/ 6858000 h 6858000"/>
              <a:gd name="connsiteX411" fmla="*/ 2019308 w 7472601"/>
              <a:gd name="connsiteY411" fmla="*/ 6847118 h 6858000"/>
              <a:gd name="connsiteX412" fmla="*/ 1938835 w 7472601"/>
              <a:gd name="connsiteY412" fmla="*/ 6551160 h 6858000"/>
              <a:gd name="connsiteX413" fmla="*/ 1953230 w 7472601"/>
              <a:gd name="connsiteY413" fmla="*/ 6759699 h 6858000"/>
              <a:gd name="connsiteX414" fmla="*/ 1956763 w 7472601"/>
              <a:gd name="connsiteY414" fmla="*/ 6778191 h 6858000"/>
              <a:gd name="connsiteX415" fmla="*/ 1967925 w 7472601"/>
              <a:gd name="connsiteY415" fmla="*/ 6858000 h 6858000"/>
              <a:gd name="connsiteX416" fmla="*/ 1936622 w 7472601"/>
              <a:gd name="connsiteY416" fmla="*/ 6858000 h 6858000"/>
              <a:gd name="connsiteX417" fmla="*/ 1926261 w 7472601"/>
              <a:gd name="connsiteY417" fmla="*/ 6784064 h 6858000"/>
              <a:gd name="connsiteX418" fmla="*/ 1922724 w 7472601"/>
              <a:gd name="connsiteY418" fmla="*/ 6765577 h 6858000"/>
              <a:gd name="connsiteX419" fmla="*/ 1904650 w 7472601"/>
              <a:gd name="connsiteY419" fmla="*/ 6639616 h 6858000"/>
              <a:gd name="connsiteX420" fmla="*/ 1885273 w 7472601"/>
              <a:gd name="connsiteY420" fmla="*/ 6858000 h 6858000"/>
              <a:gd name="connsiteX421" fmla="*/ 1854363 w 7472601"/>
              <a:gd name="connsiteY421" fmla="*/ 6858000 h 6858000"/>
              <a:gd name="connsiteX422" fmla="*/ 1880391 w 7472601"/>
              <a:gd name="connsiteY422" fmla="*/ 6603796 h 6858000"/>
              <a:gd name="connsiteX423" fmla="*/ 1818273 w 7472601"/>
              <a:gd name="connsiteY423" fmla="*/ 6715729 h 6858000"/>
              <a:gd name="connsiteX424" fmla="*/ 1794691 w 7472601"/>
              <a:gd name="connsiteY424" fmla="*/ 6843239 h 6858000"/>
              <a:gd name="connsiteX425" fmla="*/ 1794914 w 7472601"/>
              <a:gd name="connsiteY425" fmla="*/ 6858000 h 6858000"/>
              <a:gd name="connsiteX426" fmla="*/ 1746128 w 7472601"/>
              <a:gd name="connsiteY426" fmla="*/ 6858000 h 6858000"/>
              <a:gd name="connsiteX427" fmla="*/ 1753934 w 7472601"/>
              <a:gd name="connsiteY427" fmla="*/ 6724796 h 6858000"/>
              <a:gd name="connsiteX428" fmla="*/ 1792053 w 7472601"/>
              <a:gd name="connsiteY428" fmla="*/ 6572396 h 6858000"/>
              <a:gd name="connsiteX429" fmla="*/ 1862248 w 7472601"/>
              <a:gd name="connsiteY429" fmla="*/ 6266397 h 6858000"/>
              <a:gd name="connsiteX430" fmla="*/ 1862250 w 7472601"/>
              <a:gd name="connsiteY430" fmla="*/ 6033531 h 6858000"/>
              <a:gd name="connsiteX431" fmla="*/ 1211999 w 7472601"/>
              <a:gd name="connsiteY431" fmla="*/ 6683610 h 6858000"/>
              <a:gd name="connsiteX432" fmla="*/ 1213266 w 7472601"/>
              <a:gd name="connsiteY432" fmla="*/ 6691947 h 6858000"/>
              <a:gd name="connsiteX433" fmla="*/ 1203370 w 7472601"/>
              <a:gd name="connsiteY433" fmla="*/ 6850676 h 6858000"/>
              <a:gd name="connsiteX434" fmla="*/ 1203671 w 7472601"/>
              <a:gd name="connsiteY434" fmla="*/ 6858000 h 6858000"/>
              <a:gd name="connsiteX435" fmla="*/ 1143180 w 7472601"/>
              <a:gd name="connsiteY435" fmla="*/ 6858000 h 6858000"/>
              <a:gd name="connsiteX436" fmla="*/ 1142176 w 7472601"/>
              <a:gd name="connsiteY436" fmla="*/ 6766045 h 6858000"/>
              <a:gd name="connsiteX437" fmla="*/ 1067484 w 7472601"/>
              <a:gd name="connsiteY437" fmla="*/ 6858000 h 6858000"/>
              <a:gd name="connsiteX438" fmla="*/ 953928 w 7472601"/>
              <a:gd name="connsiteY438" fmla="*/ 6858000 h 6858000"/>
              <a:gd name="connsiteX439" fmla="*/ 959715 w 7472601"/>
              <a:gd name="connsiteY439" fmla="*/ 6850185 h 6858000"/>
              <a:gd name="connsiteX440" fmla="*/ 1483788 w 7472601"/>
              <a:gd name="connsiteY440" fmla="*/ 6259174 h 6858000"/>
              <a:gd name="connsiteX441" fmla="*/ 1100671 w 7472601"/>
              <a:gd name="connsiteY441" fmla="*/ 6252137 h 6858000"/>
              <a:gd name="connsiteX442" fmla="*/ 1090144 w 7472601"/>
              <a:gd name="connsiteY442" fmla="*/ 6256748 h 6858000"/>
              <a:gd name="connsiteX443" fmla="*/ 1095872 w 7472601"/>
              <a:gd name="connsiteY443" fmla="*/ 6271892 h 6858000"/>
              <a:gd name="connsiteX444" fmla="*/ 262785 w 7472601"/>
              <a:gd name="connsiteY444" fmla="*/ 6845450 h 6858000"/>
              <a:gd name="connsiteX445" fmla="*/ 209968 w 7472601"/>
              <a:gd name="connsiteY445" fmla="*/ 6770713 h 6858000"/>
              <a:gd name="connsiteX446" fmla="*/ 873460 w 7472601"/>
              <a:gd name="connsiteY446" fmla="*/ 6253768 h 6858000"/>
              <a:gd name="connsiteX447" fmla="*/ 192686 w 7472601"/>
              <a:gd name="connsiteY447" fmla="*/ 5849257 h 6858000"/>
              <a:gd name="connsiteX448" fmla="*/ 4696 w 7472601"/>
              <a:gd name="connsiteY448" fmla="*/ 5697668 h 6858000"/>
              <a:gd name="connsiteX449" fmla="*/ 0 w 7472601"/>
              <a:gd name="connsiteY449" fmla="*/ 5689984 h 6858000"/>
              <a:gd name="connsiteX450" fmla="*/ 0 w 7472601"/>
              <a:gd name="connsiteY450" fmla="*/ 5513472 h 6858000"/>
              <a:gd name="connsiteX451" fmla="*/ 174101 w 7472601"/>
              <a:gd name="connsiteY451" fmla="*/ 5620277 h 6858000"/>
              <a:gd name="connsiteX452" fmla="*/ 891800 w 7472601"/>
              <a:gd name="connsiteY452" fmla="*/ 6036935 h 6858000"/>
              <a:gd name="connsiteX453" fmla="*/ 1072219 w 7472601"/>
              <a:gd name="connsiteY453" fmla="*/ 6169443 h 6858000"/>
              <a:gd name="connsiteX454" fmla="*/ 1074117 w 7472601"/>
              <a:gd name="connsiteY454" fmla="*/ 6170301 h 6858000"/>
              <a:gd name="connsiteX455" fmla="*/ 1083114 w 7472601"/>
              <a:gd name="connsiteY455" fmla="*/ 6174131 h 6858000"/>
              <a:gd name="connsiteX456" fmla="*/ 1543010 w 7472601"/>
              <a:gd name="connsiteY456" fmla="*/ 6191140 h 6858000"/>
              <a:gd name="connsiteX457" fmla="*/ 1551080 w 7472601"/>
              <a:gd name="connsiteY457" fmla="*/ 6195006 h 6858000"/>
              <a:gd name="connsiteX458" fmla="*/ 2345443 w 7472601"/>
              <a:gd name="connsiteY458" fmla="*/ 5549882 h 6858000"/>
              <a:gd name="connsiteX459" fmla="*/ 1721499 w 7472601"/>
              <a:gd name="connsiteY459" fmla="*/ 5599969 h 6858000"/>
              <a:gd name="connsiteX460" fmla="*/ 767716 w 7472601"/>
              <a:gd name="connsiteY460" fmla="*/ 5472768 h 6858000"/>
              <a:gd name="connsiteX461" fmla="*/ 722147 w 7472601"/>
              <a:gd name="connsiteY461" fmla="*/ 5393091 h 6858000"/>
              <a:gd name="connsiteX462" fmla="*/ 1485552 w 7472601"/>
              <a:gd name="connsiteY462" fmla="*/ 5313202 h 6858000"/>
              <a:gd name="connsiteX463" fmla="*/ 2143004 w 7472601"/>
              <a:gd name="connsiteY463" fmla="*/ 5402420 h 6858000"/>
              <a:gd name="connsiteX464" fmla="*/ 1933391 w 7472601"/>
              <a:gd name="connsiteY464" fmla="*/ 5156971 h 6858000"/>
              <a:gd name="connsiteX465" fmla="*/ 1827118 w 7472601"/>
              <a:gd name="connsiteY465" fmla="*/ 4968410 h 6858000"/>
              <a:gd name="connsiteX466" fmla="*/ 1837349 w 7472601"/>
              <a:gd name="connsiteY466" fmla="*/ 4956357 h 6858000"/>
              <a:gd name="connsiteX467" fmla="*/ 2162835 w 7472601"/>
              <a:gd name="connsiteY467" fmla="*/ 5187853 h 6858000"/>
              <a:gd name="connsiteX468" fmla="*/ 2257167 w 7472601"/>
              <a:gd name="connsiteY468" fmla="*/ 5462123 h 6858000"/>
              <a:gd name="connsiteX469" fmla="*/ 2261598 w 7472601"/>
              <a:gd name="connsiteY469" fmla="*/ 5467998 h 6858000"/>
              <a:gd name="connsiteX470" fmla="*/ 2437177 w 7472601"/>
              <a:gd name="connsiteY470" fmla="*/ 5479608 h 6858000"/>
              <a:gd name="connsiteX471" fmla="*/ 2445247 w 7472601"/>
              <a:gd name="connsiteY471" fmla="*/ 5483476 h 6858000"/>
              <a:gd name="connsiteX472" fmla="*/ 2743626 w 7472601"/>
              <a:gd name="connsiteY472" fmla="*/ 5304819 h 6858000"/>
              <a:gd name="connsiteX473" fmla="*/ 3048102 w 7472601"/>
              <a:gd name="connsiteY473" fmla="*/ 5150595 h 6858000"/>
              <a:gd name="connsiteX474" fmla="*/ 1799414 w 7472601"/>
              <a:gd name="connsiteY474" fmla="*/ 4694732 h 6858000"/>
              <a:gd name="connsiteX475" fmla="*/ 1771735 w 7472601"/>
              <a:gd name="connsiteY475" fmla="*/ 4619929 h 6858000"/>
              <a:gd name="connsiteX476" fmla="*/ 3104273 w 7472601"/>
              <a:gd name="connsiteY476" fmla="*/ 5076159 h 6858000"/>
              <a:gd name="connsiteX477" fmla="*/ 3113245 w 7472601"/>
              <a:gd name="connsiteY477" fmla="*/ 5090705 h 6858000"/>
              <a:gd name="connsiteX478" fmla="*/ 3126294 w 7472601"/>
              <a:gd name="connsiteY478" fmla="*/ 5114400 h 6858000"/>
              <a:gd name="connsiteX479" fmla="*/ 3937433 w 7472601"/>
              <a:gd name="connsiteY479" fmla="*/ 4830473 h 6858000"/>
              <a:gd name="connsiteX480" fmla="*/ 3590475 w 7472601"/>
              <a:gd name="connsiteY480" fmla="*/ 4597974 h 6858000"/>
              <a:gd name="connsiteX481" fmla="*/ 3100264 w 7472601"/>
              <a:gd name="connsiteY481" fmla="*/ 4579845 h 6858000"/>
              <a:gd name="connsiteX482" fmla="*/ 2183576 w 7472601"/>
              <a:gd name="connsiteY482" fmla="*/ 4227150 h 6858000"/>
              <a:gd name="connsiteX483" fmla="*/ 2151029 w 7472601"/>
              <a:gd name="connsiteY483" fmla="*/ 4146947 h 6858000"/>
              <a:gd name="connsiteX484" fmla="*/ 3563434 w 7472601"/>
              <a:gd name="connsiteY484" fmla="*/ 4469115 h 6858000"/>
              <a:gd name="connsiteX485" fmla="*/ 3177952 w 7472601"/>
              <a:gd name="connsiteY485" fmla="*/ 3657386 h 6858000"/>
              <a:gd name="connsiteX486" fmla="*/ 3189263 w 7472601"/>
              <a:gd name="connsiteY486" fmla="*/ 3625726 h 6858000"/>
              <a:gd name="connsiteX487" fmla="*/ 3560912 w 7472601"/>
              <a:gd name="connsiteY487" fmla="*/ 4079863 h 6858000"/>
              <a:gd name="connsiteX488" fmla="*/ 3626636 w 7472601"/>
              <a:gd name="connsiteY488" fmla="*/ 4512230 h 6858000"/>
              <a:gd name="connsiteX489" fmla="*/ 3653088 w 7472601"/>
              <a:gd name="connsiteY489" fmla="*/ 4521417 h 6858000"/>
              <a:gd name="connsiteX490" fmla="*/ 3988128 w 7472601"/>
              <a:gd name="connsiteY490" fmla="*/ 4817267 h 6858000"/>
              <a:gd name="connsiteX491" fmla="*/ 4830582 w 7472601"/>
              <a:gd name="connsiteY491" fmla="*/ 4676000 h 6858000"/>
              <a:gd name="connsiteX492" fmla="*/ 4830100 w 7472601"/>
              <a:gd name="connsiteY492" fmla="*/ 4675554 h 6858000"/>
              <a:gd name="connsiteX493" fmla="*/ 4036318 w 7472601"/>
              <a:gd name="connsiteY493" fmla="*/ 4147013 h 6858000"/>
              <a:gd name="connsiteX494" fmla="*/ 3432098 w 7472601"/>
              <a:gd name="connsiteY494" fmla="*/ 3537312 h 6858000"/>
              <a:gd name="connsiteX495" fmla="*/ 3446761 w 7472601"/>
              <a:gd name="connsiteY495" fmla="*/ 3461278 h 6858000"/>
              <a:gd name="connsiteX496" fmla="*/ 4419733 w 7472601"/>
              <a:gd name="connsiteY496" fmla="*/ 3963555 h 6858000"/>
              <a:gd name="connsiteX497" fmla="*/ 4781371 w 7472601"/>
              <a:gd name="connsiteY497" fmla="*/ 4458604 h 6858000"/>
              <a:gd name="connsiteX498" fmla="*/ 4780440 w 7472601"/>
              <a:gd name="connsiteY498" fmla="*/ 4470290 h 6858000"/>
              <a:gd name="connsiteX499" fmla="*/ 4898954 w 7472601"/>
              <a:gd name="connsiteY499" fmla="*/ 4662092 h 6858000"/>
              <a:gd name="connsiteX500" fmla="*/ 4900699 w 7472601"/>
              <a:gd name="connsiteY500" fmla="*/ 4670867 h 6858000"/>
              <a:gd name="connsiteX501" fmla="*/ 5714511 w 7472601"/>
              <a:gd name="connsiteY501" fmla="*/ 4663483 h 6858000"/>
              <a:gd name="connsiteX502" fmla="*/ 5464793 w 7472601"/>
              <a:gd name="connsiteY502" fmla="*/ 4393556 h 6858000"/>
              <a:gd name="connsiteX503" fmla="*/ 5461897 w 7472601"/>
              <a:gd name="connsiteY503" fmla="*/ 4390879 h 6858000"/>
              <a:gd name="connsiteX504" fmla="*/ 4294126 w 7472601"/>
              <a:gd name="connsiteY504" fmla="*/ 3303048 h 6858000"/>
              <a:gd name="connsiteX505" fmla="*/ 4305321 w 7472601"/>
              <a:gd name="connsiteY505" fmla="*/ 3256953 h 6858000"/>
              <a:gd name="connsiteX506" fmla="*/ 4949299 w 7472601"/>
              <a:gd name="connsiteY506" fmla="*/ 3766336 h 6858000"/>
              <a:gd name="connsiteX507" fmla="*/ 5291452 w 7472601"/>
              <a:gd name="connsiteY507" fmla="*/ 4076801 h 6858000"/>
              <a:gd name="connsiteX508" fmla="*/ 5434998 w 7472601"/>
              <a:gd name="connsiteY508" fmla="*/ 4254100 h 6858000"/>
              <a:gd name="connsiteX509" fmla="*/ 5351015 w 7472601"/>
              <a:gd name="connsiteY509" fmla="*/ 3760989 h 6858000"/>
              <a:gd name="connsiteX510" fmla="*/ 5413780 w 7472601"/>
              <a:gd name="connsiteY510" fmla="*/ 2966265 h 6858000"/>
              <a:gd name="connsiteX511" fmla="*/ 5425627 w 7472601"/>
              <a:gd name="connsiteY511" fmla="*/ 2954192 h 6858000"/>
              <a:gd name="connsiteX512" fmla="*/ 6604735 w 7472601"/>
              <a:gd name="connsiteY512" fmla="*/ 2041381 h 6858000"/>
              <a:gd name="connsiteX513" fmla="*/ 7204487 w 7472601"/>
              <a:gd name="connsiteY513" fmla="*/ 2742112 h 6858000"/>
              <a:gd name="connsiteX514" fmla="*/ 7131592 w 7472601"/>
              <a:gd name="connsiteY514" fmla="*/ 2672096 h 6858000"/>
              <a:gd name="connsiteX515" fmla="*/ 6996344 w 7472601"/>
              <a:gd name="connsiteY515" fmla="*/ 2518310 h 6858000"/>
              <a:gd name="connsiteX516" fmla="*/ 6735495 w 7472601"/>
              <a:gd name="connsiteY516" fmla="*/ 2196890 h 6858000"/>
              <a:gd name="connsiteX517" fmla="*/ 6721901 w 7472601"/>
              <a:gd name="connsiteY517" fmla="*/ 2179274 h 6858000"/>
              <a:gd name="connsiteX518" fmla="*/ 6604735 w 7472601"/>
              <a:gd name="connsiteY518" fmla="*/ 2041381 h 6858000"/>
              <a:gd name="connsiteX519" fmla="*/ 6591670 w 7472601"/>
              <a:gd name="connsiteY519" fmla="*/ 1988277 h 6858000"/>
              <a:gd name="connsiteX520" fmla="*/ 6747349 w 7472601"/>
              <a:gd name="connsiteY520" fmla="*/ 2160069 h 6858000"/>
              <a:gd name="connsiteX521" fmla="*/ 6760943 w 7472601"/>
              <a:gd name="connsiteY521" fmla="*/ 2177686 h 6858000"/>
              <a:gd name="connsiteX522" fmla="*/ 7021065 w 7472601"/>
              <a:gd name="connsiteY522" fmla="*/ 2498102 h 6858000"/>
              <a:gd name="connsiteX523" fmla="*/ 7155223 w 7472601"/>
              <a:gd name="connsiteY523" fmla="*/ 2650386 h 6858000"/>
              <a:gd name="connsiteX524" fmla="*/ 7203167 w 7472601"/>
              <a:gd name="connsiteY524" fmla="*/ 2697288 h 6858000"/>
              <a:gd name="connsiteX525" fmla="*/ 6937703 w 7472601"/>
              <a:gd name="connsiteY525" fmla="*/ 2321981 h 6858000"/>
              <a:gd name="connsiteX526" fmla="*/ 6591670 w 7472601"/>
              <a:gd name="connsiteY526" fmla="*/ 1988277 h 6858000"/>
              <a:gd name="connsiteX527" fmla="*/ 5798671 w 7472601"/>
              <a:gd name="connsiteY527" fmla="*/ 1981601 h 6858000"/>
              <a:gd name="connsiteX528" fmla="*/ 5754709 w 7472601"/>
              <a:gd name="connsiteY528" fmla="*/ 2071454 h 6858000"/>
              <a:gd name="connsiteX529" fmla="*/ 5763044 w 7472601"/>
              <a:gd name="connsiteY529" fmla="*/ 2842206 h 6858000"/>
              <a:gd name="connsiteX530" fmla="*/ 5764974 w 7472601"/>
              <a:gd name="connsiteY530" fmla="*/ 2799609 h 6858000"/>
              <a:gd name="connsiteX531" fmla="*/ 5767665 w 7472601"/>
              <a:gd name="connsiteY531" fmla="*/ 2666409 h 6858000"/>
              <a:gd name="connsiteX532" fmla="*/ 5763055 w 7472601"/>
              <a:gd name="connsiteY532" fmla="*/ 2579705 h 6858000"/>
              <a:gd name="connsiteX533" fmla="*/ 5758079 w 7472601"/>
              <a:gd name="connsiteY533" fmla="*/ 2492508 h 6858000"/>
              <a:gd name="connsiteX534" fmla="*/ 5779325 w 7472601"/>
              <a:gd name="connsiteY534" fmla="*/ 2197069 h 6858000"/>
              <a:gd name="connsiteX535" fmla="*/ 5798671 w 7472601"/>
              <a:gd name="connsiteY535" fmla="*/ 1981601 h 6858000"/>
              <a:gd name="connsiteX536" fmla="*/ 5829202 w 7472601"/>
              <a:gd name="connsiteY536" fmla="*/ 1971679 h 6858000"/>
              <a:gd name="connsiteX537" fmla="*/ 5809558 w 7472601"/>
              <a:gd name="connsiteY537" fmla="*/ 2198043 h 6858000"/>
              <a:gd name="connsiteX538" fmla="*/ 5788653 w 7472601"/>
              <a:gd name="connsiteY538" fmla="*/ 2489430 h 6858000"/>
              <a:gd name="connsiteX539" fmla="*/ 5793439 w 7472601"/>
              <a:gd name="connsiteY539" fmla="*/ 2575235 h 6858000"/>
              <a:gd name="connsiteX540" fmla="*/ 5796837 w 7472601"/>
              <a:gd name="connsiteY540" fmla="*/ 2637633 h 6858000"/>
              <a:gd name="connsiteX541" fmla="*/ 5818614 w 7472601"/>
              <a:gd name="connsiteY541" fmla="*/ 2473055 h 6858000"/>
              <a:gd name="connsiteX542" fmla="*/ 5829202 w 7472601"/>
              <a:gd name="connsiteY542" fmla="*/ 1971679 h 6858000"/>
              <a:gd name="connsiteX543" fmla="*/ 5911389 w 7472601"/>
              <a:gd name="connsiteY543" fmla="*/ 1898371 h 6858000"/>
              <a:gd name="connsiteX544" fmla="*/ 6237627 w 7472601"/>
              <a:gd name="connsiteY544" fmla="*/ 2231921 h 6858000"/>
              <a:gd name="connsiteX545" fmla="*/ 5911389 w 7472601"/>
              <a:gd name="connsiteY545" fmla="*/ 1898371 h 6858000"/>
              <a:gd name="connsiteX546" fmla="*/ 6944437 w 7472601"/>
              <a:gd name="connsiteY546" fmla="*/ 1575402 h 6858000"/>
              <a:gd name="connsiteX547" fmla="*/ 6304730 w 7472601"/>
              <a:gd name="connsiteY547" fmla="*/ 1766654 h 6858000"/>
              <a:gd name="connsiteX548" fmla="*/ 6944437 w 7472601"/>
              <a:gd name="connsiteY548" fmla="*/ 1575402 h 6858000"/>
              <a:gd name="connsiteX549" fmla="*/ 7019523 w 7472601"/>
              <a:gd name="connsiteY549" fmla="*/ 1519450 h 6858000"/>
              <a:gd name="connsiteX550" fmla="*/ 6298091 w 7472601"/>
              <a:gd name="connsiteY550" fmla="*/ 1737122 h 6858000"/>
              <a:gd name="connsiteX551" fmla="*/ 7019523 w 7472601"/>
              <a:gd name="connsiteY551" fmla="*/ 1519450 h 6858000"/>
              <a:gd name="connsiteX552" fmla="*/ 2399523 w 7472601"/>
              <a:gd name="connsiteY552" fmla="*/ 1428234 h 6858000"/>
              <a:gd name="connsiteX553" fmla="*/ 2224982 w 7472601"/>
              <a:gd name="connsiteY553" fmla="*/ 1826201 h 6858000"/>
              <a:gd name="connsiteX554" fmla="*/ 2096099 w 7472601"/>
              <a:gd name="connsiteY554" fmla="*/ 2345900 h 6858000"/>
              <a:gd name="connsiteX555" fmla="*/ 2283317 w 7472601"/>
              <a:gd name="connsiteY555" fmla="*/ 1796925 h 6858000"/>
              <a:gd name="connsiteX556" fmla="*/ 2399523 w 7472601"/>
              <a:gd name="connsiteY556" fmla="*/ 1428234 h 6858000"/>
              <a:gd name="connsiteX557" fmla="*/ 2448558 w 7472601"/>
              <a:gd name="connsiteY557" fmla="*/ 1373435 h 6858000"/>
              <a:gd name="connsiteX558" fmla="*/ 2312521 w 7472601"/>
              <a:gd name="connsiteY558" fmla="*/ 1806140 h 6858000"/>
              <a:gd name="connsiteX559" fmla="*/ 2127533 w 7472601"/>
              <a:gd name="connsiteY559" fmla="*/ 2348380 h 6858000"/>
              <a:gd name="connsiteX560" fmla="*/ 2358080 w 7472601"/>
              <a:gd name="connsiteY560" fmla="*/ 1866134 h 6858000"/>
              <a:gd name="connsiteX561" fmla="*/ 2407436 w 7472601"/>
              <a:gd name="connsiteY561" fmla="*/ 1651070 h 6858000"/>
              <a:gd name="connsiteX562" fmla="*/ 2448558 w 7472601"/>
              <a:gd name="connsiteY562" fmla="*/ 1373435 h 6858000"/>
              <a:gd name="connsiteX563" fmla="*/ 278707 w 7472601"/>
              <a:gd name="connsiteY563" fmla="*/ 1352270 h 6858000"/>
              <a:gd name="connsiteX564" fmla="*/ 321570 w 7472601"/>
              <a:gd name="connsiteY564" fmla="*/ 1861610 h 6858000"/>
              <a:gd name="connsiteX565" fmla="*/ 294281 w 7472601"/>
              <a:gd name="connsiteY565" fmla="*/ 1440658 h 6858000"/>
              <a:gd name="connsiteX566" fmla="*/ 278707 w 7472601"/>
              <a:gd name="connsiteY566" fmla="*/ 1352270 h 6858000"/>
              <a:gd name="connsiteX567" fmla="*/ 1423821 w 7472601"/>
              <a:gd name="connsiteY567" fmla="*/ 1351958 h 6858000"/>
              <a:gd name="connsiteX568" fmla="*/ 1638521 w 7472601"/>
              <a:gd name="connsiteY568" fmla="*/ 1908470 h 6858000"/>
              <a:gd name="connsiteX569" fmla="*/ 1754199 w 7472601"/>
              <a:gd name="connsiteY569" fmla="*/ 2149284 h 6858000"/>
              <a:gd name="connsiteX570" fmla="*/ 1908359 w 7472601"/>
              <a:gd name="connsiteY570" fmla="*/ 2364988 h 6858000"/>
              <a:gd name="connsiteX571" fmla="*/ 1647661 w 7472601"/>
              <a:gd name="connsiteY571" fmla="*/ 1825945 h 6858000"/>
              <a:gd name="connsiteX572" fmla="*/ 1423821 w 7472601"/>
              <a:gd name="connsiteY572" fmla="*/ 1351958 h 6858000"/>
              <a:gd name="connsiteX573" fmla="*/ 1431890 w 7472601"/>
              <a:gd name="connsiteY573" fmla="*/ 1306475 h 6858000"/>
              <a:gd name="connsiteX574" fmla="*/ 1507597 w 7472601"/>
              <a:gd name="connsiteY574" fmla="*/ 1446132 h 6858000"/>
              <a:gd name="connsiteX575" fmla="*/ 1674586 w 7472601"/>
              <a:gd name="connsiteY575" fmla="*/ 1813832 h 6858000"/>
              <a:gd name="connsiteX576" fmla="*/ 1815950 w 7472601"/>
              <a:gd name="connsiteY576" fmla="*/ 2128564 h 6858000"/>
              <a:gd name="connsiteX577" fmla="*/ 1984242 w 7472601"/>
              <a:gd name="connsiteY577" fmla="*/ 2430829 h 6858000"/>
              <a:gd name="connsiteX578" fmla="*/ 2014023 w 7472601"/>
              <a:gd name="connsiteY578" fmla="*/ 2450995 h 6858000"/>
              <a:gd name="connsiteX579" fmla="*/ 1747337 w 7472601"/>
              <a:gd name="connsiteY579" fmla="*/ 1855264 h 6858000"/>
              <a:gd name="connsiteX580" fmla="*/ 1533749 w 7472601"/>
              <a:gd name="connsiteY580" fmla="*/ 1478656 h 6858000"/>
              <a:gd name="connsiteX581" fmla="*/ 1431890 w 7472601"/>
              <a:gd name="connsiteY581" fmla="*/ 1306475 h 6858000"/>
              <a:gd name="connsiteX582" fmla="*/ 5052692 w 7472601"/>
              <a:gd name="connsiteY582" fmla="*/ 1292994 h 6858000"/>
              <a:gd name="connsiteX583" fmla="*/ 5200661 w 7472601"/>
              <a:gd name="connsiteY583" fmla="*/ 1635186 h 6858000"/>
              <a:gd name="connsiteX584" fmla="*/ 5297138 w 7472601"/>
              <a:gd name="connsiteY584" fmla="*/ 1906351 h 6858000"/>
              <a:gd name="connsiteX585" fmla="*/ 5052692 w 7472601"/>
              <a:gd name="connsiteY585" fmla="*/ 1292994 h 6858000"/>
              <a:gd name="connsiteX586" fmla="*/ 5009948 w 7472601"/>
              <a:gd name="connsiteY586" fmla="*/ 1273619 h 6858000"/>
              <a:gd name="connsiteX587" fmla="*/ 5121777 w 7472601"/>
              <a:gd name="connsiteY587" fmla="*/ 1654213 h 6858000"/>
              <a:gd name="connsiteX588" fmla="*/ 5293545 w 7472601"/>
              <a:gd name="connsiteY588" fmla="*/ 2072247 h 6858000"/>
              <a:gd name="connsiteX589" fmla="*/ 5294042 w 7472601"/>
              <a:gd name="connsiteY589" fmla="*/ 2065019 h 6858000"/>
              <a:gd name="connsiteX590" fmla="*/ 5171936 w 7472601"/>
              <a:gd name="connsiteY590" fmla="*/ 1647613 h 6858000"/>
              <a:gd name="connsiteX591" fmla="*/ 5009948 w 7472601"/>
              <a:gd name="connsiteY591" fmla="*/ 1273619 h 6858000"/>
              <a:gd name="connsiteX592" fmla="*/ 655236 w 7472601"/>
              <a:gd name="connsiteY592" fmla="*/ 1268632 h 6858000"/>
              <a:gd name="connsiteX593" fmla="*/ 839521 w 7472601"/>
              <a:gd name="connsiteY593" fmla="*/ 1685315 h 6858000"/>
              <a:gd name="connsiteX594" fmla="*/ 1109416 w 7472601"/>
              <a:gd name="connsiteY594" fmla="*/ 2061663 h 6858000"/>
              <a:gd name="connsiteX595" fmla="*/ 1298300 w 7472601"/>
              <a:gd name="connsiteY595" fmla="*/ 2247742 h 6858000"/>
              <a:gd name="connsiteX596" fmla="*/ 1125871 w 7472601"/>
              <a:gd name="connsiteY596" fmla="*/ 1989513 h 6858000"/>
              <a:gd name="connsiteX597" fmla="*/ 981574 w 7472601"/>
              <a:gd name="connsiteY597" fmla="*/ 1783157 h 6858000"/>
              <a:gd name="connsiteX598" fmla="*/ 922198 w 7472601"/>
              <a:gd name="connsiteY598" fmla="*/ 1677437 h 6858000"/>
              <a:gd name="connsiteX599" fmla="*/ 869293 w 7472601"/>
              <a:gd name="connsiteY599" fmla="*/ 1583214 h 6858000"/>
              <a:gd name="connsiteX600" fmla="*/ 751431 w 7472601"/>
              <a:gd name="connsiteY600" fmla="*/ 1405731 h 6858000"/>
              <a:gd name="connsiteX601" fmla="*/ 655236 w 7472601"/>
              <a:gd name="connsiteY601" fmla="*/ 1268632 h 6858000"/>
              <a:gd name="connsiteX602" fmla="*/ 6516292 w 7472601"/>
              <a:gd name="connsiteY602" fmla="*/ 1263064 h 6858000"/>
              <a:gd name="connsiteX603" fmla="*/ 5736320 w 7472601"/>
              <a:gd name="connsiteY603" fmla="*/ 1501803 h 6858000"/>
              <a:gd name="connsiteX604" fmla="*/ 6516292 w 7472601"/>
              <a:gd name="connsiteY604" fmla="*/ 1263064 h 6858000"/>
              <a:gd name="connsiteX605" fmla="*/ 291466 w 7472601"/>
              <a:gd name="connsiteY605" fmla="*/ 1250369 h 6858000"/>
              <a:gd name="connsiteX606" fmla="*/ 323180 w 7472601"/>
              <a:gd name="connsiteY606" fmla="*/ 1435283 h 6858000"/>
              <a:gd name="connsiteX607" fmla="*/ 349381 w 7472601"/>
              <a:gd name="connsiteY607" fmla="*/ 1875041 h 6858000"/>
              <a:gd name="connsiteX608" fmla="*/ 374363 w 7472601"/>
              <a:gd name="connsiteY608" fmla="*/ 1506494 h 6858000"/>
              <a:gd name="connsiteX609" fmla="*/ 302168 w 7472601"/>
              <a:gd name="connsiteY609" fmla="*/ 1274495 h 6858000"/>
              <a:gd name="connsiteX610" fmla="*/ 291466 w 7472601"/>
              <a:gd name="connsiteY610" fmla="*/ 1250369 h 6858000"/>
              <a:gd name="connsiteX611" fmla="*/ 678222 w 7472601"/>
              <a:gd name="connsiteY611" fmla="*/ 1248670 h 6858000"/>
              <a:gd name="connsiteX612" fmla="*/ 775536 w 7472601"/>
              <a:gd name="connsiteY612" fmla="*/ 1388015 h 6858000"/>
              <a:gd name="connsiteX613" fmla="*/ 894529 w 7472601"/>
              <a:gd name="connsiteY613" fmla="*/ 1567739 h 6858000"/>
              <a:gd name="connsiteX614" fmla="*/ 948000 w 7472601"/>
              <a:gd name="connsiteY614" fmla="*/ 1663088 h 6858000"/>
              <a:gd name="connsiteX615" fmla="*/ 1006812 w 7472601"/>
              <a:gd name="connsiteY615" fmla="*/ 1767683 h 6858000"/>
              <a:gd name="connsiteX616" fmla="*/ 1149133 w 7472601"/>
              <a:gd name="connsiteY616" fmla="*/ 1971513 h 6858000"/>
              <a:gd name="connsiteX617" fmla="*/ 1333952 w 7472601"/>
              <a:gd name="connsiteY617" fmla="*/ 2251620 h 6858000"/>
              <a:gd name="connsiteX618" fmla="*/ 1337329 w 7472601"/>
              <a:gd name="connsiteY618" fmla="*/ 2258350 h 6858000"/>
              <a:gd name="connsiteX619" fmla="*/ 1014726 w 7472601"/>
              <a:gd name="connsiteY619" fmla="*/ 1615556 h 6858000"/>
              <a:gd name="connsiteX620" fmla="*/ 678222 w 7472601"/>
              <a:gd name="connsiteY620" fmla="*/ 1248670 h 6858000"/>
              <a:gd name="connsiteX621" fmla="*/ 6691602 w 7472601"/>
              <a:gd name="connsiteY621" fmla="*/ 1140573 h 6858000"/>
              <a:gd name="connsiteX622" fmla="*/ 6571100 w 7472601"/>
              <a:gd name="connsiteY622" fmla="*/ 1183662 h 6858000"/>
              <a:gd name="connsiteX623" fmla="*/ 6241687 w 7472601"/>
              <a:gd name="connsiteY623" fmla="*/ 1257600 h 6858000"/>
              <a:gd name="connsiteX624" fmla="*/ 5693009 w 7472601"/>
              <a:gd name="connsiteY624" fmla="*/ 1478256 h 6858000"/>
              <a:gd name="connsiteX625" fmla="*/ 6548420 w 7472601"/>
              <a:gd name="connsiteY625" fmla="*/ 1214599 h 6858000"/>
              <a:gd name="connsiteX626" fmla="*/ 6605473 w 7472601"/>
              <a:gd name="connsiteY626" fmla="*/ 1184686 h 6858000"/>
              <a:gd name="connsiteX627" fmla="*/ 6691602 w 7472601"/>
              <a:gd name="connsiteY627" fmla="*/ 1140573 h 6858000"/>
              <a:gd name="connsiteX628" fmla="*/ 4002475 w 7472601"/>
              <a:gd name="connsiteY628" fmla="*/ 1037802 h 6858000"/>
              <a:gd name="connsiteX629" fmla="*/ 4000324 w 7472601"/>
              <a:gd name="connsiteY629" fmla="*/ 1039362 h 6858000"/>
              <a:gd name="connsiteX630" fmla="*/ 4002862 w 7472601"/>
              <a:gd name="connsiteY630" fmla="*/ 1042866 h 6858000"/>
              <a:gd name="connsiteX631" fmla="*/ 4002475 w 7472601"/>
              <a:gd name="connsiteY631" fmla="*/ 1037802 h 6858000"/>
              <a:gd name="connsiteX632" fmla="*/ 506322 w 7472601"/>
              <a:gd name="connsiteY632" fmla="*/ 1020997 h 6858000"/>
              <a:gd name="connsiteX633" fmla="*/ 533068 w 7472601"/>
              <a:gd name="connsiteY633" fmla="*/ 1029409 h 6858000"/>
              <a:gd name="connsiteX634" fmla="*/ 1232525 w 7472601"/>
              <a:gd name="connsiteY634" fmla="*/ 1804675 h 6858000"/>
              <a:gd name="connsiteX635" fmla="*/ 1388858 w 7472601"/>
              <a:gd name="connsiteY635" fmla="*/ 2368011 h 6858000"/>
              <a:gd name="connsiteX636" fmla="*/ 1384098 w 7472601"/>
              <a:gd name="connsiteY636" fmla="*/ 2378125 h 6858000"/>
              <a:gd name="connsiteX637" fmla="*/ 1425393 w 7472601"/>
              <a:gd name="connsiteY637" fmla="*/ 2589124 h 6858000"/>
              <a:gd name="connsiteX638" fmla="*/ 1424001 w 7472601"/>
              <a:gd name="connsiteY638" fmla="*/ 2597541 h 6858000"/>
              <a:gd name="connsiteX639" fmla="*/ 2152729 w 7472601"/>
              <a:gd name="connsiteY639" fmla="*/ 2864487 h 6858000"/>
              <a:gd name="connsiteX640" fmla="*/ 2020609 w 7472601"/>
              <a:gd name="connsiteY640" fmla="*/ 2539671 h 6858000"/>
              <a:gd name="connsiteX641" fmla="*/ 2018920 w 7472601"/>
              <a:gd name="connsiteY641" fmla="*/ 2536309 h 6858000"/>
              <a:gd name="connsiteX642" fmla="*/ 1342441 w 7472601"/>
              <a:gd name="connsiteY642" fmla="*/ 1173017 h 6858000"/>
              <a:gd name="connsiteX643" fmla="*/ 1367925 w 7472601"/>
              <a:gd name="connsiteY643" fmla="*/ 1135648 h 6858000"/>
              <a:gd name="connsiteX644" fmla="*/ 1771401 w 7472601"/>
              <a:gd name="connsiteY644" fmla="*/ 1806673 h 6858000"/>
              <a:gd name="connsiteX645" fmla="*/ 1972385 w 7472601"/>
              <a:gd name="connsiteY645" fmla="*/ 2198735 h 6858000"/>
              <a:gd name="connsiteX646" fmla="*/ 2040892 w 7472601"/>
              <a:gd name="connsiteY646" fmla="*/ 2405205 h 6858000"/>
              <a:gd name="connsiteX647" fmla="*/ 2131689 w 7472601"/>
              <a:gd name="connsiteY647" fmla="*/ 1936926 h 6858000"/>
              <a:gd name="connsiteX648" fmla="*/ 2454820 w 7472601"/>
              <a:gd name="connsiteY648" fmla="*/ 1248808 h 6858000"/>
              <a:gd name="connsiteX649" fmla="*/ 2492512 w 7472601"/>
              <a:gd name="connsiteY649" fmla="*/ 1302920 h 6858000"/>
              <a:gd name="connsiteX650" fmla="*/ 2081216 w 7472601"/>
              <a:gd name="connsiteY650" fmla="*/ 2527513 h 6858000"/>
              <a:gd name="connsiteX651" fmla="*/ 2081211 w 7472601"/>
              <a:gd name="connsiteY651" fmla="*/ 2528916 h 6858000"/>
              <a:gd name="connsiteX652" fmla="*/ 2199067 w 7472601"/>
              <a:gd name="connsiteY652" fmla="*/ 2884061 h 6858000"/>
              <a:gd name="connsiteX653" fmla="*/ 3192586 w 7472601"/>
              <a:gd name="connsiteY653" fmla="*/ 3411496 h 6858000"/>
              <a:gd name="connsiteX654" fmla="*/ 3182620 w 7472601"/>
              <a:gd name="connsiteY654" fmla="*/ 3483279 h 6858000"/>
              <a:gd name="connsiteX655" fmla="*/ 2435119 w 7472601"/>
              <a:gd name="connsiteY655" fmla="*/ 3080173 h 6858000"/>
              <a:gd name="connsiteX656" fmla="*/ 2410152 w 7472601"/>
              <a:gd name="connsiteY656" fmla="*/ 3063751 h 6858000"/>
              <a:gd name="connsiteX657" fmla="*/ 2408099 w 7472601"/>
              <a:gd name="connsiteY657" fmla="*/ 3064403 h 6858000"/>
              <a:gd name="connsiteX658" fmla="*/ 2407218 w 7472601"/>
              <a:gd name="connsiteY658" fmla="*/ 3070324 h 6858000"/>
              <a:gd name="connsiteX659" fmla="*/ 2380138 w 7472601"/>
              <a:gd name="connsiteY659" fmla="*/ 3099341 h 6858000"/>
              <a:gd name="connsiteX660" fmla="*/ 1765923 w 7472601"/>
              <a:gd name="connsiteY660" fmla="*/ 3581043 h 6858000"/>
              <a:gd name="connsiteX661" fmla="*/ 1702258 w 7472601"/>
              <a:gd name="connsiteY661" fmla="*/ 3612286 h 6858000"/>
              <a:gd name="connsiteX662" fmla="*/ 1538370 w 7472601"/>
              <a:gd name="connsiteY662" fmla="*/ 3811804 h 6858000"/>
              <a:gd name="connsiteX663" fmla="*/ 542867 w 7472601"/>
              <a:gd name="connsiteY663" fmla="*/ 4944092 h 6858000"/>
              <a:gd name="connsiteX664" fmla="*/ 515800 w 7472601"/>
              <a:gd name="connsiteY664" fmla="*/ 4862180 h 6858000"/>
              <a:gd name="connsiteX665" fmla="*/ 909145 w 7472601"/>
              <a:gd name="connsiteY665" fmla="*/ 4199225 h 6858000"/>
              <a:gd name="connsiteX666" fmla="*/ 1214067 w 7472601"/>
              <a:gd name="connsiteY666" fmla="*/ 3908561 h 6858000"/>
              <a:gd name="connsiteX667" fmla="*/ 640967 w 7472601"/>
              <a:gd name="connsiteY667" fmla="*/ 4105601 h 6858000"/>
              <a:gd name="connsiteX668" fmla="*/ 112563 w 7472601"/>
              <a:gd name="connsiteY668" fmla="*/ 4396952 h 6858000"/>
              <a:gd name="connsiteX669" fmla="*/ 0 w 7472601"/>
              <a:gd name="connsiteY669" fmla="*/ 4466006 h 6858000"/>
              <a:gd name="connsiteX670" fmla="*/ 0 w 7472601"/>
              <a:gd name="connsiteY670" fmla="*/ 4233763 h 6858000"/>
              <a:gd name="connsiteX671" fmla="*/ 36881 w 7472601"/>
              <a:gd name="connsiteY671" fmla="*/ 4200118 h 6858000"/>
              <a:gd name="connsiteX672" fmla="*/ 910534 w 7472601"/>
              <a:gd name="connsiteY672" fmla="*/ 3629753 h 6858000"/>
              <a:gd name="connsiteX673" fmla="*/ 1578717 w 7472601"/>
              <a:gd name="connsiteY673" fmla="*/ 3575982 h 6858000"/>
              <a:gd name="connsiteX674" fmla="*/ 2338780 w 7472601"/>
              <a:gd name="connsiteY674" fmla="*/ 3033725 h 6858000"/>
              <a:gd name="connsiteX675" fmla="*/ 1807991 w 7472601"/>
              <a:gd name="connsiteY675" fmla="*/ 2807184 h 6858000"/>
              <a:gd name="connsiteX676" fmla="*/ 1416358 w 7472601"/>
              <a:gd name="connsiteY676" fmla="*/ 3112571 h 6858000"/>
              <a:gd name="connsiteX677" fmla="*/ 939066 w 7472601"/>
              <a:gd name="connsiteY677" fmla="*/ 3378798 h 6858000"/>
              <a:gd name="connsiteX678" fmla="*/ 115099 w 7472601"/>
              <a:gd name="connsiteY678" fmla="*/ 3607650 h 6858000"/>
              <a:gd name="connsiteX679" fmla="*/ 97284 w 7472601"/>
              <a:gd name="connsiteY679" fmla="*/ 3520393 h 6858000"/>
              <a:gd name="connsiteX680" fmla="*/ 922050 w 7472601"/>
              <a:gd name="connsiteY680" fmla="*/ 3074867 h 6858000"/>
              <a:gd name="connsiteX681" fmla="*/ 1405265 w 7472601"/>
              <a:gd name="connsiteY681" fmla="*/ 3016319 h 6858000"/>
              <a:gd name="connsiteX682" fmla="*/ 1407512 w 7472601"/>
              <a:gd name="connsiteY682" fmla="*/ 3018001 h 6858000"/>
              <a:gd name="connsiteX683" fmla="*/ 1726266 w 7472601"/>
              <a:gd name="connsiteY683" fmla="*/ 2777274 h 6858000"/>
              <a:gd name="connsiteX684" fmla="*/ 625390 w 7472601"/>
              <a:gd name="connsiteY684" fmla="*/ 2514541 h 6858000"/>
              <a:gd name="connsiteX685" fmla="*/ 619799 w 7472601"/>
              <a:gd name="connsiteY685" fmla="*/ 2527180 h 6858000"/>
              <a:gd name="connsiteX686" fmla="*/ 310030 w 7472601"/>
              <a:gd name="connsiteY686" fmla="*/ 2771818 h 6858000"/>
              <a:gd name="connsiteX687" fmla="*/ 173877 w 7472601"/>
              <a:gd name="connsiteY687" fmla="*/ 2937056 h 6858000"/>
              <a:gd name="connsiteX688" fmla="*/ 77889 w 7472601"/>
              <a:gd name="connsiteY688" fmla="*/ 3138440 h 6858000"/>
              <a:gd name="connsiteX689" fmla="*/ 0 w 7472601"/>
              <a:gd name="connsiteY689" fmla="*/ 3271395 h 6858000"/>
              <a:gd name="connsiteX690" fmla="*/ 0 w 7472601"/>
              <a:gd name="connsiteY690" fmla="*/ 3153002 h 6858000"/>
              <a:gd name="connsiteX691" fmla="*/ 2386 w 7472601"/>
              <a:gd name="connsiteY691" fmla="*/ 3149203 h 6858000"/>
              <a:gd name="connsiteX692" fmla="*/ 89753 w 7472601"/>
              <a:gd name="connsiteY692" fmla="*/ 2987702 h 6858000"/>
              <a:gd name="connsiteX693" fmla="*/ 76869 w 7472601"/>
              <a:gd name="connsiteY693" fmla="*/ 3005404 h 6858000"/>
              <a:gd name="connsiteX694" fmla="*/ 32049 w 7472601"/>
              <a:gd name="connsiteY694" fmla="*/ 3065814 h 6858000"/>
              <a:gd name="connsiteX695" fmla="*/ 0 w 7472601"/>
              <a:gd name="connsiteY695" fmla="*/ 3108744 h 6858000"/>
              <a:gd name="connsiteX696" fmla="*/ 0 w 7472601"/>
              <a:gd name="connsiteY696" fmla="*/ 3058059 h 6858000"/>
              <a:gd name="connsiteX697" fmla="*/ 7610 w 7472601"/>
              <a:gd name="connsiteY697" fmla="*/ 3047889 h 6858000"/>
              <a:gd name="connsiteX698" fmla="*/ 52419 w 7472601"/>
              <a:gd name="connsiteY698" fmla="*/ 2987479 h 6858000"/>
              <a:gd name="connsiteX699" fmla="*/ 59142 w 7472601"/>
              <a:gd name="connsiteY699" fmla="*/ 2978488 h 6858000"/>
              <a:gd name="connsiteX700" fmla="*/ 0 w 7472601"/>
              <a:gd name="connsiteY700" fmla="*/ 3015334 h 6858000"/>
              <a:gd name="connsiteX701" fmla="*/ 0 w 7472601"/>
              <a:gd name="connsiteY701" fmla="*/ 2914286 h 6858000"/>
              <a:gd name="connsiteX702" fmla="*/ 36383 w 7472601"/>
              <a:gd name="connsiteY702" fmla="*/ 2901128 h 6858000"/>
              <a:gd name="connsiteX703" fmla="*/ 156329 w 7472601"/>
              <a:gd name="connsiteY703" fmla="*/ 2840533 h 6858000"/>
              <a:gd name="connsiteX704" fmla="*/ 358355 w 7472601"/>
              <a:gd name="connsiteY704" fmla="*/ 2620471 h 6858000"/>
              <a:gd name="connsiteX705" fmla="*/ 510577 w 7472601"/>
              <a:gd name="connsiteY705" fmla="*/ 2501244 h 6858000"/>
              <a:gd name="connsiteX706" fmla="*/ 211967 w 7472601"/>
              <a:gd name="connsiteY706" fmla="*/ 2479171 h 6858000"/>
              <a:gd name="connsiteX707" fmla="*/ 0 w 7472601"/>
              <a:gd name="connsiteY707" fmla="*/ 2476398 h 6858000"/>
              <a:gd name="connsiteX708" fmla="*/ 0 w 7472601"/>
              <a:gd name="connsiteY708" fmla="*/ 2389189 h 6858000"/>
              <a:gd name="connsiteX709" fmla="*/ 103062 w 7472601"/>
              <a:gd name="connsiteY709" fmla="*/ 2389518 h 6858000"/>
              <a:gd name="connsiteX710" fmla="*/ 510734 w 7472601"/>
              <a:gd name="connsiteY710" fmla="*/ 2416201 h 6858000"/>
              <a:gd name="connsiteX711" fmla="*/ 279257 w 7472601"/>
              <a:gd name="connsiteY711" fmla="*/ 2092102 h 6858000"/>
              <a:gd name="connsiteX712" fmla="*/ 65265 w 7472601"/>
              <a:gd name="connsiteY712" fmla="*/ 2006049 h 6858000"/>
              <a:gd name="connsiteX713" fmla="*/ 0 w 7472601"/>
              <a:gd name="connsiteY713" fmla="*/ 1982532 h 6858000"/>
              <a:gd name="connsiteX714" fmla="*/ 0 w 7472601"/>
              <a:gd name="connsiteY714" fmla="*/ 1912789 h 6858000"/>
              <a:gd name="connsiteX715" fmla="*/ 97460 w 7472601"/>
              <a:gd name="connsiteY715" fmla="*/ 1953725 h 6858000"/>
              <a:gd name="connsiteX716" fmla="*/ 221272 w 7472601"/>
              <a:gd name="connsiteY716" fmla="*/ 1980766 h 6858000"/>
              <a:gd name="connsiteX717" fmla="*/ 116765 w 7472601"/>
              <a:gd name="connsiteY717" fmla="*/ 1911033 h 6858000"/>
              <a:gd name="connsiteX718" fmla="*/ 16405 w 7472601"/>
              <a:gd name="connsiteY718" fmla="*/ 1803412 h 6858000"/>
              <a:gd name="connsiteX719" fmla="*/ 0 w 7472601"/>
              <a:gd name="connsiteY719" fmla="*/ 1784777 h 6858000"/>
              <a:gd name="connsiteX720" fmla="*/ 0 w 7472601"/>
              <a:gd name="connsiteY720" fmla="*/ 1740082 h 6858000"/>
              <a:gd name="connsiteX721" fmla="*/ 39394 w 7472601"/>
              <a:gd name="connsiteY721" fmla="*/ 1784856 h 6858000"/>
              <a:gd name="connsiteX722" fmla="*/ 135813 w 7472601"/>
              <a:gd name="connsiteY722" fmla="*/ 1888838 h 6858000"/>
              <a:gd name="connsiteX723" fmla="*/ 242575 w 7472601"/>
              <a:gd name="connsiteY723" fmla="*/ 1958841 h 6858000"/>
              <a:gd name="connsiteX724" fmla="*/ 82197 w 7472601"/>
              <a:gd name="connsiteY724" fmla="*/ 1754826 h 6858000"/>
              <a:gd name="connsiteX725" fmla="*/ 0 w 7472601"/>
              <a:gd name="connsiteY725" fmla="*/ 1679650 h 6858000"/>
              <a:gd name="connsiteX726" fmla="*/ 0 w 7472601"/>
              <a:gd name="connsiteY726" fmla="*/ 1602463 h 6858000"/>
              <a:gd name="connsiteX727" fmla="*/ 84689 w 7472601"/>
              <a:gd name="connsiteY727" fmla="*/ 1677442 h 6858000"/>
              <a:gd name="connsiteX728" fmla="*/ 298437 w 7472601"/>
              <a:gd name="connsiteY728" fmla="*/ 1968019 h 6858000"/>
              <a:gd name="connsiteX729" fmla="*/ 227269 w 7472601"/>
              <a:gd name="connsiteY729" fmla="*/ 1114064 h 6858000"/>
              <a:gd name="connsiteX730" fmla="*/ 248003 w 7472601"/>
              <a:gd name="connsiteY730" fmla="*/ 1089613 h 6858000"/>
              <a:gd name="connsiteX731" fmla="*/ 427020 w 7472601"/>
              <a:gd name="connsiteY731" fmla="*/ 1619803 h 6858000"/>
              <a:gd name="connsiteX732" fmla="*/ 340345 w 7472601"/>
              <a:gd name="connsiteY732" fmla="*/ 2027739 h 6858000"/>
              <a:gd name="connsiteX733" fmla="*/ 360865 w 7472601"/>
              <a:gd name="connsiteY733" fmla="*/ 2044827 h 6858000"/>
              <a:gd name="connsiteX734" fmla="*/ 560414 w 7472601"/>
              <a:gd name="connsiteY734" fmla="*/ 2421457 h 6858000"/>
              <a:gd name="connsiteX735" fmla="*/ 1359703 w 7472601"/>
              <a:gd name="connsiteY735" fmla="*/ 2578554 h 6858000"/>
              <a:gd name="connsiteX736" fmla="*/ 1359422 w 7472601"/>
              <a:gd name="connsiteY736" fmla="*/ 2577994 h 6858000"/>
              <a:gd name="connsiteX737" fmla="*/ 828701 w 7472601"/>
              <a:gd name="connsiteY737" fmla="*/ 1839520 h 6858000"/>
              <a:gd name="connsiteX738" fmla="*/ 494427 w 7472601"/>
              <a:gd name="connsiteY738" fmla="*/ 1092333 h 6858000"/>
              <a:gd name="connsiteX739" fmla="*/ 506322 w 7472601"/>
              <a:gd name="connsiteY739" fmla="*/ 1020997 h 6858000"/>
              <a:gd name="connsiteX740" fmla="*/ 4570198 w 7472601"/>
              <a:gd name="connsiteY740" fmla="*/ 978081 h 6858000"/>
              <a:gd name="connsiteX741" fmla="*/ 4523691 w 7472601"/>
              <a:gd name="connsiteY741" fmla="*/ 1127776 h 6858000"/>
              <a:gd name="connsiteX742" fmla="*/ 4509875 w 7472601"/>
              <a:gd name="connsiteY742" fmla="*/ 1167552 h 6858000"/>
              <a:gd name="connsiteX743" fmla="*/ 4478168 w 7472601"/>
              <a:gd name="connsiteY743" fmla="*/ 1260735 h 6858000"/>
              <a:gd name="connsiteX744" fmla="*/ 4409309 w 7472601"/>
              <a:gd name="connsiteY744" fmla="*/ 1666996 h 6858000"/>
              <a:gd name="connsiteX745" fmla="*/ 4370031 w 7472601"/>
              <a:gd name="connsiteY745" fmla="*/ 1955666 h 6858000"/>
              <a:gd name="connsiteX746" fmla="*/ 4570198 w 7472601"/>
              <a:gd name="connsiteY746" fmla="*/ 978081 h 6858000"/>
              <a:gd name="connsiteX747" fmla="*/ 4557898 w 7472601"/>
              <a:gd name="connsiteY747" fmla="*/ 900011 h 6858000"/>
              <a:gd name="connsiteX748" fmla="*/ 4344840 w 7472601"/>
              <a:gd name="connsiteY748" fmla="*/ 1922038 h 6858000"/>
              <a:gd name="connsiteX749" fmla="*/ 4378710 w 7472601"/>
              <a:gd name="connsiteY749" fmla="*/ 1665516 h 6858000"/>
              <a:gd name="connsiteX750" fmla="*/ 4448798 w 7472601"/>
              <a:gd name="connsiteY750" fmla="*/ 1253024 h 6858000"/>
              <a:gd name="connsiteX751" fmla="*/ 4480315 w 7472601"/>
              <a:gd name="connsiteY751" fmla="*/ 1158454 h 6858000"/>
              <a:gd name="connsiteX752" fmla="*/ 4494133 w 7472601"/>
              <a:gd name="connsiteY752" fmla="*/ 1118676 h 6858000"/>
              <a:gd name="connsiteX753" fmla="*/ 4557898 w 7472601"/>
              <a:gd name="connsiteY753" fmla="*/ 900011 h 6858000"/>
              <a:gd name="connsiteX754" fmla="*/ 5870151 w 7472601"/>
              <a:gd name="connsiteY754" fmla="*/ 898890 h 6858000"/>
              <a:gd name="connsiteX755" fmla="*/ 5861335 w 7472601"/>
              <a:gd name="connsiteY755" fmla="*/ 899177 h 6858000"/>
              <a:gd name="connsiteX756" fmla="*/ 5843702 w 7472601"/>
              <a:gd name="connsiteY756" fmla="*/ 899748 h 6858000"/>
              <a:gd name="connsiteX757" fmla="*/ 5651107 w 7472601"/>
              <a:gd name="connsiteY757" fmla="*/ 920306 h 6858000"/>
              <a:gd name="connsiteX758" fmla="*/ 5459407 w 7472601"/>
              <a:gd name="connsiteY758" fmla="*/ 940975 h 6858000"/>
              <a:gd name="connsiteX759" fmla="*/ 5374846 w 7472601"/>
              <a:gd name="connsiteY759" fmla="*/ 941988 h 6858000"/>
              <a:gd name="connsiteX760" fmla="*/ 5256105 w 7472601"/>
              <a:gd name="connsiteY760" fmla="*/ 945632 h 6858000"/>
              <a:gd name="connsiteX761" fmla="*/ 5107071 w 7472601"/>
              <a:gd name="connsiteY761" fmla="*/ 969720 h 6858000"/>
              <a:gd name="connsiteX762" fmla="*/ 4998681 w 7472601"/>
              <a:gd name="connsiteY762" fmla="*/ 988771 h 6858000"/>
              <a:gd name="connsiteX763" fmla="*/ 5870151 w 7472601"/>
              <a:gd name="connsiteY763" fmla="*/ 898890 h 6858000"/>
              <a:gd name="connsiteX764" fmla="*/ 5504425 w 7472601"/>
              <a:gd name="connsiteY764" fmla="*/ 848067 h 6858000"/>
              <a:gd name="connsiteX765" fmla="*/ 4968849 w 7472601"/>
              <a:gd name="connsiteY765" fmla="*/ 962318 h 6858000"/>
              <a:gd name="connsiteX766" fmla="*/ 5104039 w 7472601"/>
              <a:gd name="connsiteY766" fmla="*/ 940634 h 6858000"/>
              <a:gd name="connsiteX767" fmla="*/ 5256311 w 7472601"/>
              <a:gd name="connsiteY767" fmla="*/ 916490 h 6858000"/>
              <a:gd name="connsiteX768" fmla="*/ 5377381 w 7472601"/>
              <a:gd name="connsiteY768" fmla="*/ 912671 h 6858000"/>
              <a:gd name="connsiteX769" fmla="*/ 5460148 w 7472601"/>
              <a:gd name="connsiteY769" fmla="*/ 911442 h 6858000"/>
              <a:gd name="connsiteX770" fmla="*/ 5648971 w 7472601"/>
              <a:gd name="connsiteY770" fmla="*/ 891331 h 6858000"/>
              <a:gd name="connsiteX771" fmla="*/ 5844807 w 7472601"/>
              <a:gd name="connsiteY771" fmla="*/ 870718 h 6858000"/>
              <a:gd name="connsiteX772" fmla="*/ 5862975 w 7472601"/>
              <a:gd name="connsiteY772" fmla="*/ 869756 h 6858000"/>
              <a:gd name="connsiteX773" fmla="*/ 5920887 w 7472601"/>
              <a:gd name="connsiteY773" fmla="*/ 865929 h 6858000"/>
              <a:gd name="connsiteX774" fmla="*/ 5504425 w 7472601"/>
              <a:gd name="connsiteY774" fmla="*/ 848067 h 6858000"/>
              <a:gd name="connsiteX775" fmla="*/ 3607114 w 7472601"/>
              <a:gd name="connsiteY775" fmla="*/ 467441 h 6858000"/>
              <a:gd name="connsiteX776" fmla="*/ 3296242 w 7472601"/>
              <a:gd name="connsiteY776" fmla="*/ 807991 h 6858000"/>
              <a:gd name="connsiteX777" fmla="*/ 3174674 w 7472601"/>
              <a:gd name="connsiteY777" fmla="*/ 919759 h 6858000"/>
              <a:gd name="connsiteX778" fmla="*/ 3042978 w 7472601"/>
              <a:gd name="connsiteY778" fmla="*/ 1054894 h 6858000"/>
              <a:gd name="connsiteX779" fmla="*/ 2968914 w 7472601"/>
              <a:gd name="connsiteY779" fmla="*/ 1133756 h 6858000"/>
              <a:gd name="connsiteX780" fmla="*/ 3103823 w 7472601"/>
              <a:gd name="connsiteY780" fmla="*/ 1026814 h 6858000"/>
              <a:gd name="connsiteX781" fmla="*/ 3607114 w 7472601"/>
              <a:gd name="connsiteY781" fmla="*/ 467441 h 6858000"/>
              <a:gd name="connsiteX782" fmla="*/ 3744487 w 7472601"/>
              <a:gd name="connsiteY782" fmla="*/ 383136 h 6858000"/>
              <a:gd name="connsiteX783" fmla="*/ 3970213 w 7472601"/>
              <a:gd name="connsiteY783" fmla="*/ 995559 h 6858000"/>
              <a:gd name="connsiteX784" fmla="*/ 3744487 w 7472601"/>
              <a:gd name="connsiteY784" fmla="*/ 383136 h 6858000"/>
              <a:gd name="connsiteX785" fmla="*/ 3624562 w 7472601"/>
              <a:gd name="connsiteY785" fmla="*/ 367041 h 6858000"/>
              <a:gd name="connsiteX786" fmla="*/ 3489712 w 7472601"/>
              <a:gd name="connsiteY786" fmla="*/ 485386 h 6858000"/>
              <a:gd name="connsiteX787" fmla="*/ 3182994 w 7472601"/>
              <a:gd name="connsiteY787" fmla="*/ 828265 h 6858000"/>
              <a:gd name="connsiteX788" fmla="*/ 2892114 w 7472601"/>
              <a:gd name="connsiteY788" fmla="*/ 1172635 h 6858000"/>
              <a:gd name="connsiteX789" fmla="*/ 3021459 w 7472601"/>
              <a:gd name="connsiteY789" fmla="*/ 1035385 h 6858000"/>
              <a:gd name="connsiteX790" fmla="*/ 3153873 w 7472601"/>
              <a:gd name="connsiteY790" fmla="*/ 898971 h 6858000"/>
              <a:gd name="connsiteX791" fmla="*/ 3276511 w 7472601"/>
              <a:gd name="connsiteY791" fmla="*/ 786423 h 6858000"/>
              <a:gd name="connsiteX792" fmla="*/ 3584154 w 7472601"/>
              <a:gd name="connsiteY792" fmla="*/ 448218 h 6858000"/>
              <a:gd name="connsiteX793" fmla="*/ 3624562 w 7472601"/>
              <a:gd name="connsiteY793" fmla="*/ 367041 h 6858000"/>
              <a:gd name="connsiteX794" fmla="*/ 3766672 w 7472601"/>
              <a:gd name="connsiteY794" fmla="*/ 359429 h 6858000"/>
              <a:gd name="connsiteX795" fmla="*/ 3996338 w 7472601"/>
              <a:gd name="connsiteY795" fmla="*/ 968237 h 6858000"/>
              <a:gd name="connsiteX796" fmla="*/ 3766672 w 7472601"/>
              <a:gd name="connsiteY796" fmla="*/ 359429 h 6858000"/>
              <a:gd name="connsiteX797" fmla="*/ 5805386 w 7472601"/>
              <a:gd name="connsiteY797" fmla="*/ 239240 h 6858000"/>
              <a:gd name="connsiteX798" fmla="*/ 5736947 w 7472601"/>
              <a:gd name="connsiteY798" fmla="*/ 261367 h 6858000"/>
              <a:gd name="connsiteX799" fmla="*/ 5427012 w 7472601"/>
              <a:gd name="connsiteY799" fmla="*/ 311272 h 6858000"/>
              <a:gd name="connsiteX800" fmla="*/ 5147818 w 7472601"/>
              <a:gd name="connsiteY800" fmla="*/ 322112 h 6858000"/>
              <a:gd name="connsiteX801" fmla="*/ 5060854 w 7472601"/>
              <a:gd name="connsiteY801" fmla="*/ 311882 h 6858000"/>
              <a:gd name="connsiteX802" fmla="*/ 4945989 w 7472601"/>
              <a:gd name="connsiteY802" fmla="*/ 300516 h 6858000"/>
              <a:gd name="connsiteX803" fmla="*/ 5410479 w 7472601"/>
              <a:gd name="connsiteY803" fmla="*/ 348434 h 6858000"/>
              <a:gd name="connsiteX804" fmla="*/ 5805386 w 7472601"/>
              <a:gd name="connsiteY804" fmla="*/ 239240 h 6858000"/>
              <a:gd name="connsiteX805" fmla="*/ 5905192 w 7472601"/>
              <a:gd name="connsiteY805" fmla="*/ 163079 h 6858000"/>
              <a:gd name="connsiteX806" fmla="*/ 5865655 w 7472601"/>
              <a:gd name="connsiteY806" fmla="*/ 171901 h 6858000"/>
              <a:gd name="connsiteX807" fmla="*/ 5259740 w 7472601"/>
              <a:gd name="connsiteY807" fmla="*/ 257013 h 6858000"/>
              <a:gd name="connsiteX808" fmla="*/ 5208466 w 7472601"/>
              <a:gd name="connsiteY808" fmla="*/ 257550 h 6858000"/>
              <a:gd name="connsiteX809" fmla="*/ 4980204 w 7472601"/>
              <a:gd name="connsiteY809" fmla="*/ 271903 h 6858000"/>
              <a:gd name="connsiteX810" fmla="*/ 5068068 w 7472601"/>
              <a:gd name="connsiteY810" fmla="*/ 282244 h 6858000"/>
              <a:gd name="connsiteX811" fmla="*/ 5153231 w 7472601"/>
              <a:gd name="connsiteY811" fmla="*/ 292240 h 6858000"/>
              <a:gd name="connsiteX812" fmla="*/ 5426491 w 7472601"/>
              <a:gd name="connsiteY812" fmla="*/ 281128 h 6858000"/>
              <a:gd name="connsiteX813" fmla="*/ 5731212 w 7472601"/>
              <a:gd name="connsiteY813" fmla="*/ 231951 h 6858000"/>
              <a:gd name="connsiteX814" fmla="*/ 5905192 w 7472601"/>
              <a:gd name="connsiteY814" fmla="*/ 163079 h 6858000"/>
              <a:gd name="connsiteX815" fmla="*/ 5944437 w 7472601"/>
              <a:gd name="connsiteY815" fmla="*/ 113829 h 6858000"/>
              <a:gd name="connsiteX816" fmla="*/ 5825032 w 7472601"/>
              <a:gd name="connsiteY816" fmla="*/ 146405 h 6858000"/>
              <a:gd name="connsiteX817" fmla="*/ 4955599 w 7472601"/>
              <a:gd name="connsiteY817" fmla="*/ 247008 h 6858000"/>
              <a:gd name="connsiteX818" fmla="*/ 5210104 w 7472601"/>
              <a:gd name="connsiteY818" fmla="*/ 228123 h 6858000"/>
              <a:gd name="connsiteX819" fmla="*/ 5261015 w 7472601"/>
              <a:gd name="connsiteY819" fmla="*/ 227087 h 6858000"/>
              <a:gd name="connsiteX820" fmla="*/ 5861181 w 7472601"/>
              <a:gd name="connsiteY820" fmla="*/ 143093 h 6858000"/>
              <a:gd name="connsiteX821" fmla="*/ 5961252 w 7472601"/>
              <a:gd name="connsiteY821" fmla="*/ 114820 h 6858000"/>
              <a:gd name="connsiteX822" fmla="*/ 5944437 w 7472601"/>
              <a:gd name="connsiteY822" fmla="*/ 113829 h 6858000"/>
              <a:gd name="connsiteX823" fmla="*/ 3882765 w 7472601"/>
              <a:gd name="connsiteY823" fmla="*/ 0 h 6858000"/>
              <a:gd name="connsiteX824" fmla="*/ 3995099 w 7472601"/>
              <a:gd name="connsiteY824" fmla="*/ 0 h 6858000"/>
              <a:gd name="connsiteX825" fmla="*/ 4163818 w 7472601"/>
              <a:gd name="connsiteY825" fmla="*/ 234104 h 6858000"/>
              <a:gd name="connsiteX826" fmla="*/ 4172099 w 7472601"/>
              <a:gd name="connsiteY826" fmla="*/ 234207 h 6858000"/>
              <a:gd name="connsiteX827" fmla="*/ 4784282 w 7472601"/>
              <a:gd name="connsiteY827" fmla="*/ 276561 h 6858000"/>
              <a:gd name="connsiteX828" fmla="*/ 4801687 w 7472601"/>
              <a:gd name="connsiteY828" fmla="*/ 267764 h 6858000"/>
              <a:gd name="connsiteX829" fmla="*/ 6082788 w 7472601"/>
              <a:gd name="connsiteY829" fmla="*/ 64119 h 6858000"/>
              <a:gd name="connsiteX830" fmla="*/ 6099442 w 7472601"/>
              <a:gd name="connsiteY830" fmla="*/ 82568 h 6858000"/>
              <a:gd name="connsiteX831" fmla="*/ 4804137 w 7472601"/>
              <a:gd name="connsiteY831" fmla="*/ 320931 h 6858000"/>
              <a:gd name="connsiteX832" fmla="*/ 4227047 w 7472601"/>
              <a:gd name="connsiteY832" fmla="*/ 313415 h 6858000"/>
              <a:gd name="connsiteX833" fmla="*/ 4346041 w 7472601"/>
              <a:gd name="connsiteY833" fmla="*/ 456086 h 6858000"/>
              <a:gd name="connsiteX834" fmla="*/ 4870967 w 7472601"/>
              <a:gd name="connsiteY834" fmla="*/ 963061 h 6858000"/>
              <a:gd name="connsiteX835" fmla="*/ 4889647 w 7472601"/>
              <a:gd name="connsiteY835" fmla="*/ 957147 h 6858000"/>
              <a:gd name="connsiteX836" fmla="*/ 5422504 w 7472601"/>
              <a:gd name="connsiteY836" fmla="*/ 805191 h 6858000"/>
              <a:gd name="connsiteX837" fmla="*/ 6087656 w 7472601"/>
              <a:gd name="connsiteY837" fmla="*/ 826703 h 6858000"/>
              <a:gd name="connsiteX838" fmla="*/ 6058717 w 7472601"/>
              <a:gd name="connsiteY838" fmla="*/ 865992 h 6858000"/>
              <a:gd name="connsiteX839" fmla="*/ 4974153 w 7472601"/>
              <a:gd name="connsiteY839" fmla="*/ 1045456 h 6858000"/>
              <a:gd name="connsiteX840" fmla="*/ 5627835 w 7472601"/>
              <a:gd name="connsiteY840" fmla="*/ 1472077 h 6858000"/>
              <a:gd name="connsiteX841" fmla="*/ 5629817 w 7472601"/>
              <a:gd name="connsiteY841" fmla="*/ 1471412 h 6858000"/>
              <a:gd name="connsiteX842" fmla="*/ 5634124 w 7472601"/>
              <a:gd name="connsiteY842" fmla="*/ 1470572 h 6858000"/>
              <a:gd name="connsiteX843" fmla="*/ 5755832 w 7472601"/>
              <a:gd name="connsiteY843" fmla="*/ 1383886 h 6858000"/>
              <a:gd name="connsiteX844" fmla="*/ 6014186 w 7472601"/>
              <a:gd name="connsiteY844" fmla="*/ 1279799 h 6858000"/>
              <a:gd name="connsiteX845" fmla="*/ 6901619 w 7472601"/>
              <a:gd name="connsiteY845" fmla="*/ 1047874 h 6858000"/>
              <a:gd name="connsiteX846" fmla="*/ 6931566 w 7472601"/>
              <a:gd name="connsiteY846" fmla="*/ 1062034 h 6858000"/>
              <a:gd name="connsiteX847" fmla="*/ 5790982 w 7472601"/>
              <a:gd name="connsiteY847" fmla="*/ 1561380 h 6858000"/>
              <a:gd name="connsiteX848" fmla="*/ 6188971 w 7472601"/>
              <a:gd name="connsiteY848" fmla="*/ 1755168 h 6858000"/>
              <a:gd name="connsiteX849" fmla="*/ 6202446 w 7472601"/>
              <a:gd name="connsiteY849" fmla="*/ 1752268 h 6858000"/>
              <a:gd name="connsiteX850" fmla="*/ 7179560 w 7472601"/>
              <a:gd name="connsiteY850" fmla="*/ 1467551 h 6858000"/>
              <a:gd name="connsiteX851" fmla="*/ 7158730 w 7472601"/>
              <a:gd name="connsiteY851" fmla="*/ 1507835 h 6858000"/>
              <a:gd name="connsiteX852" fmla="*/ 6326959 w 7472601"/>
              <a:gd name="connsiteY852" fmla="*/ 1817686 h 6858000"/>
              <a:gd name="connsiteX853" fmla="*/ 6537433 w 7472601"/>
              <a:gd name="connsiteY853" fmla="*/ 1907790 h 6858000"/>
              <a:gd name="connsiteX854" fmla="*/ 6550221 w 7472601"/>
              <a:gd name="connsiteY854" fmla="*/ 1910729 h 6858000"/>
              <a:gd name="connsiteX855" fmla="*/ 6964438 w 7472601"/>
              <a:gd name="connsiteY855" fmla="*/ 2209505 h 6858000"/>
              <a:gd name="connsiteX856" fmla="*/ 7367862 w 7472601"/>
              <a:gd name="connsiteY856" fmla="*/ 2806833 h 6858000"/>
              <a:gd name="connsiteX857" fmla="*/ 7364329 w 7472601"/>
              <a:gd name="connsiteY857" fmla="*/ 2826907 h 6858000"/>
              <a:gd name="connsiteX858" fmla="*/ 7290545 w 7472601"/>
              <a:gd name="connsiteY858" fmla="*/ 2850663 h 6858000"/>
              <a:gd name="connsiteX859" fmla="*/ 6472036 w 7472601"/>
              <a:gd name="connsiteY859" fmla="*/ 1959003 h 6858000"/>
              <a:gd name="connsiteX860" fmla="*/ 5792897 w 7472601"/>
              <a:gd name="connsiteY860" fmla="*/ 1647747 h 6858000"/>
              <a:gd name="connsiteX861" fmla="*/ 5842751 w 7472601"/>
              <a:gd name="connsiteY861" fmla="*/ 1816112 h 6858000"/>
              <a:gd name="connsiteX862" fmla="*/ 5847424 w 7472601"/>
              <a:gd name="connsiteY862" fmla="*/ 1815776 h 6858000"/>
              <a:gd name="connsiteX863" fmla="*/ 6399821 w 7472601"/>
              <a:gd name="connsiteY863" fmla="*/ 2344799 h 6858000"/>
              <a:gd name="connsiteX864" fmla="*/ 6323232 w 7472601"/>
              <a:gd name="connsiteY864" fmla="*/ 2389634 h 6858000"/>
              <a:gd name="connsiteX865" fmla="*/ 5942958 w 7472601"/>
              <a:gd name="connsiteY865" fmla="*/ 2077708 h 6858000"/>
              <a:gd name="connsiteX866" fmla="*/ 5921559 w 7472601"/>
              <a:gd name="connsiteY866" fmla="*/ 2378596 h 6858000"/>
              <a:gd name="connsiteX867" fmla="*/ 5817651 w 7472601"/>
              <a:gd name="connsiteY867" fmla="*/ 3023919 h 6858000"/>
              <a:gd name="connsiteX868" fmla="*/ 5729634 w 7472601"/>
              <a:gd name="connsiteY868" fmla="*/ 3051849 h 6858000"/>
              <a:gd name="connsiteX869" fmla="*/ 5611018 w 7472601"/>
              <a:gd name="connsiteY869" fmla="*/ 2316769 h 6858000"/>
              <a:gd name="connsiteX870" fmla="*/ 5687608 w 7472601"/>
              <a:gd name="connsiteY870" fmla="*/ 2039972 h 6858000"/>
              <a:gd name="connsiteX871" fmla="*/ 5657554 w 7472601"/>
              <a:gd name="connsiteY871" fmla="*/ 1576445 h 6858000"/>
              <a:gd name="connsiteX872" fmla="*/ 5150475 w 7472601"/>
              <a:gd name="connsiteY872" fmla="*/ 1274012 h 6858000"/>
              <a:gd name="connsiteX873" fmla="*/ 5349142 w 7472601"/>
              <a:gd name="connsiteY873" fmla="*/ 2204405 h 6858000"/>
              <a:gd name="connsiteX874" fmla="*/ 5262214 w 7472601"/>
              <a:gd name="connsiteY874" fmla="*/ 2233836 h 6858000"/>
              <a:gd name="connsiteX875" fmla="*/ 4981539 w 7472601"/>
              <a:gd name="connsiteY875" fmla="*/ 1542201 h 6858000"/>
              <a:gd name="connsiteX876" fmla="*/ 4958461 w 7472601"/>
              <a:gd name="connsiteY876" fmla="*/ 1136957 h 6858000"/>
              <a:gd name="connsiteX877" fmla="*/ 4655015 w 7472601"/>
              <a:gd name="connsiteY877" fmla="*/ 891426 h 6858000"/>
              <a:gd name="connsiteX878" fmla="*/ 4348002 w 7472601"/>
              <a:gd name="connsiteY878" fmla="*/ 2205895 h 6858000"/>
              <a:gd name="connsiteX879" fmla="*/ 4262250 w 7472601"/>
              <a:gd name="connsiteY879" fmla="*/ 2219972 h 6858000"/>
              <a:gd name="connsiteX880" fmla="*/ 4550611 w 7472601"/>
              <a:gd name="connsiteY880" fmla="*/ 817540 h 6858000"/>
              <a:gd name="connsiteX881" fmla="*/ 4564418 w 7472601"/>
              <a:gd name="connsiteY881" fmla="*/ 808293 h 6858000"/>
              <a:gd name="connsiteX882" fmla="*/ 4266388 w 7472601"/>
              <a:gd name="connsiteY882" fmla="*/ 500083 h 6858000"/>
              <a:gd name="connsiteX883" fmla="*/ 4032842 w 7472601"/>
              <a:gd name="connsiteY883" fmla="*/ 211809 h 6858000"/>
              <a:gd name="connsiteX884" fmla="*/ 3882765 w 7472601"/>
              <a:gd name="connsiteY884" fmla="*/ 0 h 6858000"/>
              <a:gd name="connsiteX885" fmla="*/ 3721337 w 7472601"/>
              <a:gd name="connsiteY885" fmla="*/ 0 h 6858000"/>
              <a:gd name="connsiteX886" fmla="*/ 3797544 w 7472601"/>
              <a:gd name="connsiteY886" fmla="*/ 0 h 6858000"/>
              <a:gd name="connsiteX887" fmla="*/ 3775734 w 7472601"/>
              <a:gd name="connsiteY887" fmla="*/ 95131 h 6858000"/>
              <a:gd name="connsiteX888" fmla="*/ 3724807 w 7472601"/>
              <a:gd name="connsiteY888" fmla="*/ 272257 h 6858000"/>
              <a:gd name="connsiteX889" fmla="*/ 3726844 w 7472601"/>
              <a:gd name="connsiteY889" fmla="*/ 282988 h 6858000"/>
              <a:gd name="connsiteX890" fmla="*/ 3742664 w 7472601"/>
              <a:gd name="connsiteY890" fmla="*/ 279918 h 6858000"/>
              <a:gd name="connsiteX891" fmla="*/ 4103910 w 7472601"/>
              <a:gd name="connsiteY891" fmla="*/ 1161917 h 6858000"/>
              <a:gd name="connsiteX892" fmla="*/ 4020269 w 7472601"/>
              <a:gd name="connsiteY892" fmla="*/ 1200406 h 6858000"/>
              <a:gd name="connsiteX893" fmla="*/ 3674882 w 7472601"/>
              <a:gd name="connsiteY893" fmla="*/ 488524 h 6858000"/>
              <a:gd name="connsiteX894" fmla="*/ 3132682 w 7472601"/>
              <a:gd name="connsiteY894" fmla="*/ 1072284 h 6858000"/>
              <a:gd name="connsiteX895" fmla="*/ 2716346 w 7472601"/>
              <a:gd name="connsiteY895" fmla="*/ 1276376 h 6858000"/>
              <a:gd name="connsiteX896" fmla="*/ 2716772 w 7472601"/>
              <a:gd name="connsiteY896" fmla="*/ 1255462 h 6858000"/>
              <a:gd name="connsiteX897" fmla="*/ 3471096 w 7472601"/>
              <a:gd name="connsiteY897" fmla="*/ 437072 h 6858000"/>
              <a:gd name="connsiteX898" fmla="*/ 3639057 w 7472601"/>
              <a:gd name="connsiteY898" fmla="*/ 286334 h 6858000"/>
              <a:gd name="connsiteX899" fmla="*/ 3640309 w 7472601"/>
              <a:gd name="connsiteY899" fmla="*/ 284664 h 6858000"/>
              <a:gd name="connsiteX900" fmla="*/ 3646022 w 7472601"/>
              <a:gd name="connsiteY900" fmla="*/ 276711 h 6858000"/>
              <a:gd name="connsiteX901" fmla="*/ 3707943 w 7472601"/>
              <a:gd name="connsiteY901" fmla="*/ 65958 h 6858000"/>
              <a:gd name="connsiteX902" fmla="*/ 3721337 w 7472601"/>
              <a:gd name="connsiteY902" fmla="*/ 0 h 6858000"/>
              <a:gd name="connsiteX903" fmla="*/ 2867960 w 7472601"/>
              <a:gd name="connsiteY903" fmla="*/ 0 h 6858000"/>
              <a:gd name="connsiteX904" fmla="*/ 2926351 w 7472601"/>
              <a:gd name="connsiteY904" fmla="*/ 0 h 6858000"/>
              <a:gd name="connsiteX905" fmla="*/ 2902823 w 7472601"/>
              <a:gd name="connsiteY905" fmla="*/ 262929 h 6858000"/>
              <a:gd name="connsiteX906" fmla="*/ 2940663 w 7472601"/>
              <a:gd name="connsiteY906" fmla="*/ 140884 h 6858000"/>
              <a:gd name="connsiteX907" fmla="*/ 2947039 w 7472601"/>
              <a:gd name="connsiteY907" fmla="*/ 122524 h 6858000"/>
              <a:gd name="connsiteX908" fmla="*/ 2984316 w 7472601"/>
              <a:gd name="connsiteY908" fmla="*/ 0 h 6858000"/>
              <a:gd name="connsiteX909" fmla="*/ 3016114 w 7472601"/>
              <a:gd name="connsiteY909" fmla="*/ 0 h 6858000"/>
              <a:gd name="connsiteX910" fmla="*/ 2979949 w 7472601"/>
              <a:gd name="connsiteY910" fmla="*/ 119274 h 6858000"/>
              <a:gd name="connsiteX911" fmla="*/ 3023879 w 7472601"/>
              <a:gd name="connsiteY911" fmla="*/ 0 h 6858000"/>
              <a:gd name="connsiteX912" fmla="*/ 3105400 w 7472601"/>
              <a:gd name="connsiteY912" fmla="*/ 0 h 6858000"/>
              <a:gd name="connsiteX913" fmla="*/ 3094669 w 7472601"/>
              <a:gd name="connsiteY913" fmla="*/ 30308 h 6858000"/>
              <a:gd name="connsiteX914" fmla="*/ 2901945 w 7472601"/>
              <a:gd name="connsiteY914" fmla="*/ 466538 h 6858000"/>
              <a:gd name="connsiteX915" fmla="*/ 2815209 w 7472601"/>
              <a:gd name="connsiteY915" fmla="*/ 497361 h 6858000"/>
              <a:gd name="connsiteX916" fmla="*/ 2844845 w 7472601"/>
              <a:gd name="connsiteY916" fmla="*/ 127638 h 6858000"/>
              <a:gd name="connsiteX917" fmla="*/ 2867960 w 7472601"/>
              <a:gd name="connsiteY917" fmla="*/ 0 h 6858000"/>
              <a:gd name="connsiteX918" fmla="*/ 1057230 w 7472601"/>
              <a:gd name="connsiteY918" fmla="*/ 0 h 6858000"/>
              <a:gd name="connsiteX919" fmla="*/ 1111003 w 7472601"/>
              <a:gd name="connsiteY919" fmla="*/ 0 h 6858000"/>
              <a:gd name="connsiteX920" fmla="*/ 1125553 w 7472601"/>
              <a:gd name="connsiteY920" fmla="*/ 52588 h 6858000"/>
              <a:gd name="connsiteX921" fmla="*/ 1304276 w 7472601"/>
              <a:gd name="connsiteY921" fmla="*/ 476275 h 6858000"/>
              <a:gd name="connsiteX922" fmla="*/ 1492066 w 7472601"/>
              <a:gd name="connsiteY922" fmla="*/ 886333 h 6858000"/>
              <a:gd name="connsiteX923" fmla="*/ 1423698 w 7472601"/>
              <a:gd name="connsiteY923" fmla="*/ 710817 h 6858000"/>
              <a:gd name="connsiteX924" fmla="*/ 1357609 w 7472601"/>
              <a:gd name="connsiteY924" fmla="*/ 532892 h 6858000"/>
              <a:gd name="connsiteX925" fmla="*/ 1309550 w 7472601"/>
              <a:gd name="connsiteY925" fmla="*/ 374031 h 6858000"/>
              <a:gd name="connsiteX926" fmla="*/ 1193673 w 7472601"/>
              <a:gd name="connsiteY926" fmla="*/ 49533 h 6858000"/>
              <a:gd name="connsiteX927" fmla="*/ 1164391 w 7472601"/>
              <a:gd name="connsiteY927" fmla="*/ 0 h 6858000"/>
              <a:gd name="connsiteX928" fmla="*/ 1200666 w 7472601"/>
              <a:gd name="connsiteY928" fmla="*/ 0 h 6858000"/>
              <a:gd name="connsiteX929" fmla="*/ 1223408 w 7472601"/>
              <a:gd name="connsiteY929" fmla="*/ 38996 h 6858000"/>
              <a:gd name="connsiteX930" fmla="*/ 1339635 w 7472601"/>
              <a:gd name="connsiteY930" fmla="*/ 365517 h 6858000"/>
              <a:gd name="connsiteX931" fmla="*/ 1387469 w 7472601"/>
              <a:gd name="connsiteY931" fmla="*/ 523079 h 6858000"/>
              <a:gd name="connsiteX932" fmla="*/ 1452685 w 7472601"/>
              <a:gd name="connsiteY932" fmla="*/ 699806 h 6858000"/>
              <a:gd name="connsiteX933" fmla="*/ 1492092 w 7472601"/>
              <a:gd name="connsiteY933" fmla="*/ 800424 h 6858000"/>
              <a:gd name="connsiteX934" fmla="*/ 1455302 w 7472601"/>
              <a:gd name="connsiteY934" fmla="*/ 632913 h 6858000"/>
              <a:gd name="connsiteX935" fmla="*/ 1222336 w 7472601"/>
              <a:gd name="connsiteY935" fmla="*/ 9480 h 6858000"/>
              <a:gd name="connsiteX936" fmla="*/ 1214634 w 7472601"/>
              <a:gd name="connsiteY936" fmla="*/ 0 h 6858000"/>
              <a:gd name="connsiteX937" fmla="*/ 1289827 w 7472601"/>
              <a:gd name="connsiteY937" fmla="*/ 0 h 6858000"/>
              <a:gd name="connsiteX938" fmla="*/ 1321076 w 7472601"/>
              <a:gd name="connsiteY938" fmla="*/ 59722 h 6858000"/>
              <a:gd name="connsiteX939" fmla="*/ 1512579 w 7472601"/>
              <a:gd name="connsiteY939" fmla="*/ 626441 h 6858000"/>
              <a:gd name="connsiteX940" fmla="*/ 1506076 w 7472601"/>
              <a:gd name="connsiteY940" fmla="*/ 1089289 h 6858000"/>
              <a:gd name="connsiteX941" fmla="*/ 1486346 w 7472601"/>
              <a:gd name="connsiteY941" fmla="*/ 1079919 h 6858000"/>
              <a:gd name="connsiteX942" fmla="*/ 1070511 w 7472601"/>
              <a:gd name="connsiteY942" fmla="*/ 48609 h 6858000"/>
              <a:gd name="connsiteX943" fmla="*/ 1057230 w 7472601"/>
              <a:gd name="connsiteY943" fmla="*/ 0 h 6858000"/>
              <a:gd name="connsiteX944" fmla="*/ 43151 w 7472601"/>
              <a:gd name="connsiteY944" fmla="*/ 0 h 6858000"/>
              <a:gd name="connsiteX945" fmla="*/ 95283 w 7472601"/>
              <a:gd name="connsiteY945" fmla="*/ 0 h 6858000"/>
              <a:gd name="connsiteX946" fmla="*/ 300708 w 7472601"/>
              <a:gd name="connsiteY946" fmla="*/ 154571 h 6858000"/>
              <a:gd name="connsiteX947" fmla="*/ 530414 w 7472601"/>
              <a:gd name="connsiteY947" fmla="*/ 354673 h 6858000"/>
              <a:gd name="connsiteX948" fmla="*/ 333785 w 7472601"/>
              <a:gd name="connsiteY948" fmla="*/ 161564 h 6858000"/>
              <a:gd name="connsiteX949" fmla="*/ 147005 w 7472601"/>
              <a:gd name="connsiteY949" fmla="*/ 0 h 6858000"/>
              <a:gd name="connsiteX950" fmla="*/ 272509 w 7472601"/>
              <a:gd name="connsiteY950" fmla="*/ 0 h 6858000"/>
              <a:gd name="connsiteX951" fmla="*/ 326276 w 7472601"/>
              <a:gd name="connsiteY951" fmla="*/ 45847 h 6858000"/>
              <a:gd name="connsiteX952" fmla="*/ 823759 w 7472601"/>
              <a:gd name="connsiteY952" fmla="*/ 574145 h 6858000"/>
              <a:gd name="connsiteX953" fmla="*/ 811254 w 7472601"/>
              <a:gd name="connsiteY953" fmla="*/ 665546 h 6858000"/>
              <a:gd name="connsiteX954" fmla="*/ 154042 w 7472601"/>
              <a:gd name="connsiteY954" fmla="*/ 261522 h 6858000"/>
              <a:gd name="connsiteX955" fmla="*/ 13550 w 7472601"/>
              <a:gd name="connsiteY955" fmla="*/ 158423 h 6858000"/>
              <a:gd name="connsiteX956" fmla="*/ 0 w 7472601"/>
              <a:gd name="connsiteY956" fmla="*/ 146618 h 6858000"/>
              <a:gd name="connsiteX957" fmla="*/ 0 w 7472601"/>
              <a:gd name="connsiteY957" fmla="*/ 59161 h 6858000"/>
              <a:gd name="connsiteX958" fmla="*/ 45427 w 7472601"/>
              <a:gd name="connsiteY958" fmla="*/ 101078 h 6858000"/>
              <a:gd name="connsiteX959" fmla="*/ 630103 w 7472601"/>
              <a:gd name="connsiteY959" fmla="*/ 485885 h 6858000"/>
              <a:gd name="connsiteX960" fmla="*/ 532040 w 7472601"/>
              <a:gd name="connsiteY960" fmla="*/ 399359 h 6858000"/>
              <a:gd name="connsiteX961" fmla="*/ 517618 w 7472601"/>
              <a:gd name="connsiteY961" fmla="*/ 385726 h 6858000"/>
              <a:gd name="connsiteX962" fmla="*/ 285074 w 7472601"/>
              <a:gd name="connsiteY962" fmla="*/ 182755 h 6858000"/>
              <a:gd name="connsiteX963" fmla="*/ 43151 w 7472601"/>
              <a:gd name="connsiteY963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03637 w 7472601"/>
              <a:gd name="connsiteY79" fmla="*/ 6083957 h 6858000"/>
              <a:gd name="connsiteX80" fmla="*/ 7448321 w 7472601"/>
              <a:gd name="connsiteY80" fmla="*/ 6190991 h 6858000"/>
              <a:gd name="connsiteX81" fmla="*/ 7467600 w 7472601"/>
              <a:gd name="connsiteY81" fmla="*/ 6221686 h 6858000"/>
              <a:gd name="connsiteX82" fmla="*/ 7467600 w 7472601"/>
              <a:gd name="connsiteY82" fmla="*/ 6334256 h 6858000"/>
              <a:gd name="connsiteX83" fmla="*/ 7454976 w 7472601"/>
              <a:gd name="connsiteY83" fmla="*/ 6318297 h 6858000"/>
              <a:gd name="connsiteX84" fmla="*/ 1456157 w 7472601"/>
              <a:gd name="connsiteY84" fmla="*/ 5371404 h 6858000"/>
              <a:gd name="connsiteX85" fmla="*/ 1244432 w 7472601"/>
              <a:gd name="connsiteY85" fmla="*/ 5385601 h 6858000"/>
              <a:gd name="connsiteX86" fmla="*/ 973990 w 7472601"/>
              <a:gd name="connsiteY86" fmla="*/ 5424940 h 6858000"/>
              <a:gd name="connsiteX87" fmla="*/ 1103809 w 7472601"/>
              <a:gd name="connsiteY87" fmla="*/ 5433720 h 6858000"/>
              <a:gd name="connsiteX88" fmla="*/ 1123454 w 7472601"/>
              <a:gd name="connsiteY88" fmla="*/ 5435727 h 6858000"/>
              <a:gd name="connsiteX89" fmla="*/ 1737017 w 7472601"/>
              <a:gd name="connsiteY89" fmla="*/ 5452183 h 6858000"/>
              <a:gd name="connsiteX90" fmla="*/ 1824397 w 7472601"/>
              <a:gd name="connsiteY90" fmla="*/ 5447757 h 6858000"/>
              <a:gd name="connsiteX91" fmla="*/ 2070059 w 7472601"/>
              <a:gd name="connsiteY91" fmla="*/ 5441660 h 6858000"/>
              <a:gd name="connsiteX92" fmla="*/ 1456157 w 7472601"/>
              <a:gd name="connsiteY92" fmla="*/ 5371404 h 6858000"/>
              <a:gd name="connsiteX93" fmla="*/ 4988186 w 7472601"/>
              <a:gd name="connsiteY93" fmla="*/ 5216467 h 6858000"/>
              <a:gd name="connsiteX94" fmla="*/ 4777334 w 7472601"/>
              <a:gd name="connsiteY94" fmla="*/ 5406072 h 6858000"/>
              <a:gd name="connsiteX95" fmla="*/ 4718341 w 7472601"/>
              <a:gd name="connsiteY95" fmla="*/ 5468043 h 6858000"/>
              <a:gd name="connsiteX96" fmla="*/ 4604655 w 7472601"/>
              <a:gd name="connsiteY96" fmla="*/ 5583434 h 6858000"/>
              <a:gd name="connsiteX97" fmla="*/ 4565074 w 7472601"/>
              <a:gd name="connsiteY97" fmla="*/ 5618550 h 6858000"/>
              <a:gd name="connsiteX98" fmla="*/ 4988186 w 7472601"/>
              <a:gd name="connsiteY98" fmla="*/ 5216467 h 6858000"/>
              <a:gd name="connsiteX99" fmla="*/ 4978032 w 7472601"/>
              <a:gd name="connsiteY99" fmla="*/ 5183809 h 6858000"/>
              <a:gd name="connsiteX100" fmla="*/ 4463413 w 7472601"/>
              <a:gd name="connsiteY100" fmla="*/ 5615162 h 6858000"/>
              <a:gd name="connsiteX101" fmla="*/ 4358134 w 7472601"/>
              <a:gd name="connsiteY101" fmla="*/ 5742791 h 6858000"/>
              <a:gd name="connsiteX102" fmla="*/ 4376219 w 7472601"/>
              <a:gd name="connsiteY102" fmla="*/ 5729027 h 6858000"/>
              <a:gd name="connsiteX103" fmla="*/ 4582340 w 7472601"/>
              <a:gd name="connsiteY103" fmla="*/ 5561037 h 6858000"/>
              <a:gd name="connsiteX104" fmla="*/ 4694684 w 7472601"/>
              <a:gd name="connsiteY104" fmla="*/ 5447098 h 6858000"/>
              <a:gd name="connsiteX105" fmla="*/ 4754123 w 7472601"/>
              <a:gd name="connsiteY105" fmla="*/ 5384643 h 6858000"/>
              <a:gd name="connsiteX106" fmla="*/ 4978032 w 7472601"/>
              <a:gd name="connsiteY106" fmla="*/ 5183809 h 6858000"/>
              <a:gd name="connsiteX107" fmla="*/ 1903353 w 7472601"/>
              <a:gd name="connsiteY107" fmla="*/ 5044827 h 6858000"/>
              <a:gd name="connsiteX108" fmla="*/ 1936931 w 7472601"/>
              <a:gd name="connsiteY108" fmla="*/ 5093954 h 6858000"/>
              <a:gd name="connsiteX109" fmla="*/ 2195868 w 7472601"/>
              <a:gd name="connsiteY109" fmla="*/ 5396574 h 6858000"/>
              <a:gd name="connsiteX110" fmla="*/ 2088852 w 7472601"/>
              <a:gd name="connsiteY110" fmla="*/ 5166123 h 6858000"/>
              <a:gd name="connsiteX111" fmla="*/ 1958241 w 7472601"/>
              <a:gd name="connsiteY111" fmla="*/ 5067955 h 6858000"/>
              <a:gd name="connsiteX112" fmla="*/ 1903353 w 7472601"/>
              <a:gd name="connsiteY112" fmla="*/ 5044827 h 6858000"/>
              <a:gd name="connsiteX113" fmla="*/ 1979378 w 7472601"/>
              <a:gd name="connsiteY113" fmla="*/ 4769504 h 6858000"/>
              <a:gd name="connsiteX114" fmla="*/ 2882120 w 7472601"/>
              <a:gd name="connsiteY114" fmla="*/ 5064547 h 6858000"/>
              <a:gd name="connsiteX115" fmla="*/ 2793103 w 7472601"/>
              <a:gd name="connsiteY115" fmla="*/ 5039699 h 6858000"/>
              <a:gd name="connsiteX116" fmla="*/ 2770041 w 7472601"/>
              <a:gd name="connsiteY116" fmla="*/ 5033634 h 6858000"/>
              <a:gd name="connsiteX117" fmla="*/ 1979378 w 7472601"/>
              <a:gd name="connsiteY117" fmla="*/ 4769504 h 6858000"/>
              <a:gd name="connsiteX118" fmla="*/ 1927410 w 7472601"/>
              <a:gd name="connsiteY118" fmla="*/ 4716164 h 6858000"/>
              <a:gd name="connsiteX119" fmla="*/ 1959587 w 7472601"/>
              <a:gd name="connsiteY119" fmla="*/ 4728849 h 6858000"/>
              <a:gd name="connsiteX120" fmla="*/ 2777707 w 7472601"/>
              <a:gd name="connsiteY120" fmla="*/ 5003991 h 6858000"/>
              <a:gd name="connsiteX121" fmla="*/ 2800768 w 7472601"/>
              <a:gd name="connsiteY121" fmla="*/ 5010056 h 6858000"/>
              <a:gd name="connsiteX122" fmla="*/ 2879408 w 7472601"/>
              <a:gd name="connsiteY122" fmla="*/ 5031590 h 6858000"/>
              <a:gd name="connsiteX123" fmla="*/ 2862295 w 7472601"/>
              <a:gd name="connsiteY123" fmla="*/ 5022958 h 6858000"/>
              <a:gd name="connsiteX124" fmla="*/ 2813343 w 7472601"/>
              <a:gd name="connsiteY124" fmla="*/ 4998369 h 6858000"/>
              <a:gd name="connsiteX125" fmla="*/ 2646245 w 7472601"/>
              <a:gd name="connsiteY125" fmla="*/ 4930999 h 6858000"/>
              <a:gd name="connsiteX126" fmla="*/ 1999243 w 7472601"/>
              <a:gd name="connsiteY126" fmla="*/ 4730524 h 6858000"/>
              <a:gd name="connsiteX127" fmla="*/ 1979527 w 7472601"/>
              <a:gd name="connsiteY127" fmla="*/ 4726651 h 6858000"/>
              <a:gd name="connsiteX128" fmla="*/ 1927410 w 7472601"/>
              <a:gd name="connsiteY128" fmla="*/ 4716164 h 6858000"/>
              <a:gd name="connsiteX129" fmla="*/ 1997014 w 7472601"/>
              <a:gd name="connsiteY129" fmla="*/ 4698007 h 6858000"/>
              <a:gd name="connsiteX130" fmla="*/ 2005458 w 7472601"/>
              <a:gd name="connsiteY130" fmla="*/ 4699540 h 6858000"/>
              <a:gd name="connsiteX131" fmla="*/ 2657186 w 7472601"/>
              <a:gd name="connsiteY131" fmla="*/ 4901687 h 6858000"/>
              <a:gd name="connsiteX132" fmla="*/ 2826662 w 7472601"/>
              <a:gd name="connsiteY132" fmla="*/ 4970362 h 6858000"/>
              <a:gd name="connsiteX133" fmla="*/ 2876100 w 7472601"/>
              <a:gd name="connsiteY133" fmla="*/ 4995397 h 6858000"/>
              <a:gd name="connsiteX134" fmla="*/ 3042600 w 7472601"/>
              <a:gd name="connsiteY134" fmla="*/ 5059532 h 6858000"/>
              <a:gd name="connsiteX135" fmla="*/ 1997014 w 7472601"/>
              <a:gd name="connsiteY135" fmla="*/ 4698007 h 6858000"/>
              <a:gd name="connsiteX136" fmla="*/ 2305292 w 7472601"/>
              <a:gd name="connsiteY136" fmla="*/ 4219492 h 6858000"/>
              <a:gd name="connsiteX137" fmla="*/ 3360922 w 7472601"/>
              <a:gd name="connsiteY137" fmla="*/ 4529373 h 6858000"/>
              <a:gd name="connsiteX138" fmla="*/ 3492420 w 7472601"/>
              <a:gd name="connsiteY138" fmla="*/ 4510145 h 6858000"/>
              <a:gd name="connsiteX139" fmla="*/ 3364086 w 7472601"/>
              <a:gd name="connsiteY139" fmla="*/ 4480340 h 6858000"/>
              <a:gd name="connsiteX140" fmla="*/ 3225818 w 7472601"/>
              <a:gd name="connsiteY140" fmla="*/ 4411822 h 6858000"/>
              <a:gd name="connsiteX141" fmla="*/ 3129696 w 7472601"/>
              <a:gd name="connsiteY141" fmla="*/ 4360704 h 6858000"/>
              <a:gd name="connsiteX142" fmla="*/ 2814545 w 7472601"/>
              <a:gd name="connsiteY142" fmla="*/ 4282955 h 6858000"/>
              <a:gd name="connsiteX143" fmla="*/ 2305292 w 7472601"/>
              <a:gd name="connsiteY143" fmla="*/ 4219492 h 6858000"/>
              <a:gd name="connsiteX144" fmla="*/ 2626982 w 7472601"/>
              <a:gd name="connsiteY144" fmla="*/ 4206450 h 6858000"/>
              <a:gd name="connsiteX145" fmla="*/ 2490617 w 7472601"/>
              <a:gd name="connsiteY145" fmla="*/ 4206951 h 6858000"/>
              <a:gd name="connsiteX146" fmla="*/ 2819869 w 7472601"/>
              <a:gd name="connsiteY146" fmla="*/ 4252936 h 6858000"/>
              <a:gd name="connsiteX147" fmla="*/ 3143018 w 7472601"/>
              <a:gd name="connsiteY147" fmla="*/ 4332698 h 6858000"/>
              <a:gd name="connsiteX148" fmla="*/ 3241520 w 7472601"/>
              <a:gd name="connsiteY148" fmla="*/ 4385112 h 6858000"/>
              <a:gd name="connsiteX149" fmla="*/ 3374575 w 7472601"/>
              <a:gd name="connsiteY149" fmla="*/ 4451517 h 6858000"/>
              <a:gd name="connsiteX150" fmla="*/ 3505221 w 7472601"/>
              <a:gd name="connsiteY150" fmla="*/ 4480757 h 6858000"/>
              <a:gd name="connsiteX151" fmla="*/ 2626982 w 7472601"/>
              <a:gd name="connsiteY151" fmla="*/ 4206450 h 6858000"/>
              <a:gd name="connsiteX152" fmla="*/ 1310106 w 7472601"/>
              <a:gd name="connsiteY152" fmla="*/ 3943217 h 6858000"/>
              <a:gd name="connsiteX153" fmla="*/ 854994 w 7472601"/>
              <a:gd name="connsiteY153" fmla="*/ 4399136 h 6858000"/>
              <a:gd name="connsiteX154" fmla="*/ 742462 w 7472601"/>
              <a:gd name="connsiteY154" fmla="*/ 4594648 h 6858000"/>
              <a:gd name="connsiteX155" fmla="*/ 820602 w 7472601"/>
              <a:gd name="connsiteY155" fmla="*/ 4485915 h 6858000"/>
              <a:gd name="connsiteX156" fmla="*/ 878295 w 7472601"/>
              <a:gd name="connsiteY156" fmla="*/ 4403594 h 6858000"/>
              <a:gd name="connsiteX157" fmla="*/ 1240607 w 7472601"/>
              <a:gd name="connsiteY157" fmla="*/ 4010401 h 6858000"/>
              <a:gd name="connsiteX158" fmla="*/ 1310106 w 7472601"/>
              <a:gd name="connsiteY158" fmla="*/ 3943217 h 6858000"/>
              <a:gd name="connsiteX159" fmla="*/ 1423113 w 7472601"/>
              <a:gd name="connsiteY159" fmla="*/ 3874565 h 6858000"/>
              <a:gd name="connsiteX160" fmla="*/ 1260565 w 7472601"/>
              <a:gd name="connsiteY160" fmla="*/ 4031982 h 6858000"/>
              <a:gd name="connsiteX161" fmla="*/ 901900 w 7472601"/>
              <a:gd name="connsiteY161" fmla="*/ 4421236 h 6858000"/>
              <a:gd name="connsiteX162" fmla="*/ 845044 w 7472601"/>
              <a:gd name="connsiteY162" fmla="*/ 4502436 h 6858000"/>
              <a:gd name="connsiteX163" fmla="*/ 685926 w 7472601"/>
              <a:gd name="connsiteY163" fmla="*/ 4703069 h 6858000"/>
              <a:gd name="connsiteX164" fmla="*/ 684248 w 7472601"/>
              <a:gd name="connsiteY164" fmla="*/ 4706721 h 6858000"/>
              <a:gd name="connsiteX165" fmla="*/ 1423113 w 7472601"/>
              <a:gd name="connsiteY165" fmla="*/ 3874565 h 6858000"/>
              <a:gd name="connsiteX166" fmla="*/ 3316479 w 7472601"/>
              <a:gd name="connsiteY166" fmla="*/ 3872136 h 6858000"/>
              <a:gd name="connsiteX167" fmla="*/ 3546806 w 7472601"/>
              <a:gd name="connsiteY167" fmla="*/ 4356139 h 6858000"/>
              <a:gd name="connsiteX168" fmla="*/ 3364433 w 7472601"/>
              <a:gd name="connsiteY168" fmla="*/ 3953121 h 6858000"/>
              <a:gd name="connsiteX169" fmla="*/ 3316479 w 7472601"/>
              <a:gd name="connsiteY169" fmla="*/ 3872136 h 6858000"/>
              <a:gd name="connsiteX170" fmla="*/ 3291335 w 7472601"/>
              <a:gd name="connsiteY170" fmla="*/ 3767420 h 6858000"/>
              <a:gd name="connsiteX171" fmla="*/ 3390805 w 7472601"/>
              <a:gd name="connsiteY171" fmla="*/ 3937163 h 6858000"/>
              <a:gd name="connsiteX172" fmla="*/ 3579062 w 7472601"/>
              <a:gd name="connsiteY172" fmla="*/ 4359040 h 6858000"/>
              <a:gd name="connsiteX173" fmla="*/ 3467355 w 7472601"/>
              <a:gd name="connsiteY173" fmla="*/ 3988130 h 6858000"/>
              <a:gd name="connsiteX174" fmla="*/ 3310753 w 7472601"/>
              <a:gd name="connsiteY174" fmla="*/ 3787140 h 6858000"/>
              <a:gd name="connsiteX175" fmla="*/ 3291335 w 7472601"/>
              <a:gd name="connsiteY175" fmla="*/ 3767420 h 6858000"/>
              <a:gd name="connsiteX176" fmla="*/ 1635889 w 7472601"/>
              <a:gd name="connsiteY176" fmla="*/ 3709494 h 6858000"/>
              <a:gd name="connsiteX177" fmla="*/ 1634800 w 7472601"/>
              <a:gd name="connsiteY177" fmla="*/ 3731111 h 6858000"/>
              <a:gd name="connsiteX178" fmla="*/ 1635889 w 7472601"/>
              <a:gd name="connsiteY178" fmla="*/ 3709494 h 6858000"/>
              <a:gd name="connsiteX179" fmla="*/ 1510397 w 7472601"/>
              <a:gd name="connsiteY179" fmla="*/ 3684705 h 6858000"/>
              <a:gd name="connsiteX180" fmla="*/ 1146550 w 7472601"/>
              <a:gd name="connsiteY180" fmla="*/ 3802012 h 6858000"/>
              <a:gd name="connsiteX181" fmla="*/ 698834 w 7472601"/>
              <a:gd name="connsiteY181" fmla="*/ 3952272 h 6858000"/>
              <a:gd name="connsiteX182" fmla="*/ 34256 w 7472601"/>
              <a:gd name="connsiteY182" fmla="*/ 4347603 h 6858000"/>
              <a:gd name="connsiteX183" fmla="*/ 527241 w 7472601"/>
              <a:gd name="connsiteY183" fmla="*/ 4065078 h 6858000"/>
              <a:gd name="connsiteX184" fmla="*/ 1510397 w 7472601"/>
              <a:gd name="connsiteY184" fmla="*/ 3684705 h 6858000"/>
              <a:gd name="connsiteX185" fmla="*/ 1313114 w 7472601"/>
              <a:gd name="connsiteY185" fmla="*/ 3655216 h 6858000"/>
              <a:gd name="connsiteX186" fmla="*/ 1109304 w 7472601"/>
              <a:gd name="connsiteY186" fmla="*/ 3669030 h 6858000"/>
              <a:gd name="connsiteX187" fmla="*/ 8129 w 7472601"/>
              <a:gd name="connsiteY187" fmla="*/ 4330519 h 6858000"/>
              <a:gd name="connsiteX188" fmla="*/ 687572 w 7472601"/>
              <a:gd name="connsiteY188" fmla="*/ 3925629 h 6858000"/>
              <a:gd name="connsiteX189" fmla="*/ 1138365 w 7472601"/>
              <a:gd name="connsiteY189" fmla="*/ 3774515 h 6858000"/>
              <a:gd name="connsiteX190" fmla="*/ 1505579 w 7472601"/>
              <a:gd name="connsiteY190" fmla="*/ 3655526 h 6858000"/>
              <a:gd name="connsiteX191" fmla="*/ 1313114 w 7472601"/>
              <a:gd name="connsiteY191" fmla="*/ 3655216 h 6858000"/>
              <a:gd name="connsiteX192" fmla="*/ 3655073 w 7472601"/>
              <a:gd name="connsiteY192" fmla="*/ 3650884 h 6858000"/>
              <a:gd name="connsiteX193" fmla="*/ 3989938 w 7472601"/>
              <a:gd name="connsiteY193" fmla="*/ 3991685 h 6858000"/>
              <a:gd name="connsiteX194" fmla="*/ 4393907 w 7472601"/>
              <a:gd name="connsiteY194" fmla="*/ 4261258 h 6858000"/>
              <a:gd name="connsiteX195" fmla="*/ 4648051 w 7472601"/>
              <a:gd name="connsiteY195" fmla="*/ 4374051 h 6858000"/>
              <a:gd name="connsiteX196" fmla="*/ 4383389 w 7472601"/>
              <a:gd name="connsiteY196" fmla="*/ 4184369 h 6858000"/>
              <a:gd name="connsiteX197" fmla="*/ 4165508 w 7472601"/>
              <a:gd name="connsiteY197" fmla="*/ 4035196 h 6858000"/>
              <a:gd name="connsiteX198" fmla="*/ 4068162 w 7472601"/>
              <a:gd name="connsiteY198" fmla="*/ 3953394 h 6858000"/>
              <a:gd name="connsiteX199" fmla="*/ 3981416 w 7472601"/>
              <a:gd name="connsiteY199" fmla="*/ 3880482 h 6858000"/>
              <a:gd name="connsiteX200" fmla="*/ 3800147 w 7472601"/>
              <a:gd name="connsiteY200" fmla="*/ 3749872 h 6858000"/>
              <a:gd name="connsiteX201" fmla="*/ 3655073 w 7472601"/>
              <a:gd name="connsiteY201" fmla="*/ 3650884 h 6858000"/>
              <a:gd name="connsiteX202" fmla="*/ 3670252 w 7472601"/>
              <a:gd name="connsiteY202" fmla="*/ 3622798 h 6858000"/>
              <a:gd name="connsiteX203" fmla="*/ 3817258 w 7472601"/>
              <a:gd name="connsiteY203" fmla="*/ 3723577 h 6858000"/>
              <a:gd name="connsiteX204" fmla="*/ 4000461 w 7472601"/>
              <a:gd name="connsiteY204" fmla="*/ 3855966 h 6858000"/>
              <a:gd name="connsiteX205" fmla="*/ 4088180 w 7472601"/>
              <a:gd name="connsiteY205" fmla="*/ 3929774 h 6858000"/>
              <a:gd name="connsiteX206" fmla="*/ 4184555 w 7472601"/>
              <a:gd name="connsiteY206" fmla="*/ 4010683 h 6858000"/>
              <a:gd name="connsiteX207" fmla="*/ 4399563 w 7472601"/>
              <a:gd name="connsiteY207" fmla="*/ 4158106 h 6858000"/>
              <a:gd name="connsiteX208" fmla="*/ 4684469 w 7472601"/>
              <a:gd name="connsiteY208" fmla="*/ 4364680 h 6858000"/>
              <a:gd name="connsiteX209" fmla="*/ 4690271 w 7472601"/>
              <a:gd name="connsiteY209" fmla="*/ 4370034 h 6858000"/>
              <a:gd name="connsiteX210" fmla="*/ 4136093 w 7472601"/>
              <a:gd name="connsiteY210" fmla="*/ 3858466 h 6858000"/>
              <a:gd name="connsiteX211" fmla="*/ 3670252 w 7472601"/>
              <a:gd name="connsiteY211" fmla="*/ 3622798 h 6858000"/>
              <a:gd name="connsiteX212" fmla="*/ 4440129 w 7472601"/>
              <a:gd name="connsiteY212" fmla="*/ 3448571 h 6858000"/>
              <a:gd name="connsiteX213" fmla="*/ 4856525 w 7472601"/>
              <a:gd name="connsiteY213" fmla="*/ 3915351 h 6858000"/>
              <a:gd name="connsiteX214" fmla="*/ 5059055 w 7472601"/>
              <a:gd name="connsiteY214" fmla="*/ 4108918 h 6858000"/>
              <a:gd name="connsiteX215" fmla="*/ 5290070 w 7472601"/>
              <a:gd name="connsiteY215" fmla="*/ 4263619 h 6858000"/>
              <a:gd name="connsiteX216" fmla="*/ 4834991 w 7472601"/>
              <a:gd name="connsiteY216" fmla="*/ 3830985 h 6858000"/>
              <a:gd name="connsiteX217" fmla="*/ 4440129 w 7472601"/>
              <a:gd name="connsiteY217" fmla="*/ 3448571 h 6858000"/>
              <a:gd name="connsiteX218" fmla="*/ 4441737 w 7472601"/>
              <a:gd name="connsiteY218" fmla="*/ 3399734 h 6858000"/>
              <a:gd name="connsiteX219" fmla="*/ 4431236 w 7472601"/>
              <a:gd name="connsiteY219" fmla="*/ 3400954 h 6858000"/>
              <a:gd name="connsiteX220" fmla="*/ 4557150 w 7472601"/>
              <a:gd name="connsiteY220" fmla="*/ 3510023 h 6858000"/>
              <a:gd name="connsiteX221" fmla="*/ 4856936 w 7472601"/>
              <a:gd name="connsiteY221" fmla="*/ 3809146 h 6858000"/>
              <a:gd name="connsiteX222" fmla="*/ 5111996 w 7472601"/>
              <a:gd name="connsiteY222" fmla="*/ 4065759 h 6858000"/>
              <a:gd name="connsiteX223" fmla="*/ 5388878 w 7472601"/>
              <a:gd name="connsiteY223" fmla="*/ 4300185 h 6858000"/>
              <a:gd name="connsiteX224" fmla="*/ 5425556 w 7472601"/>
              <a:gd name="connsiteY224" fmla="*/ 4308967 h 6858000"/>
              <a:gd name="connsiteX225" fmla="*/ 4943646 w 7472601"/>
              <a:gd name="connsiteY225" fmla="*/ 3822916 h 6858000"/>
              <a:gd name="connsiteX226" fmla="*/ 4594837 w 7472601"/>
              <a:gd name="connsiteY226" fmla="*/ 3532274 h 6858000"/>
              <a:gd name="connsiteX227" fmla="*/ 4441737 w 7472601"/>
              <a:gd name="connsiteY227" fmla="*/ 3399734 h 6858000"/>
              <a:gd name="connsiteX228" fmla="*/ 5425834 w 7472601"/>
              <a:gd name="connsiteY228" fmla="*/ 3162785 h 6858000"/>
              <a:gd name="connsiteX229" fmla="*/ 5401644 w 7472601"/>
              <a:gd name="connsiteY229" fmla="*/ 3617847 h 6858000"/>
              <a:gd name="connsiteX230" fmla="*/ 5467256 w 7472601"/>
              <a:gd name="connsiteY230" fmla="*/ 4175494 h 6858000"/>
              <a:gd name="connsiteX231" fmla="*/ 5448069 w 7472601"/>
              <a:gd name="connsiteY231" fmla="*/ 3567554 h 6858000"/>
              <a:gd name="connsiteX232" fmla="*/ 5425834 w 7472601"/>
              <a:gd name="connsiteY232" fmla="*/ 3162785 h 6858000"/>
              <a:gd name="connsiteX233" fmla="*/ 1318687 w 7472601"/>
              <a:gd name="connsiteY233" fmla="*/ 3113840 h 6858000"/>
              <a:gd name="connsiteX234" fmla="*/ 1066793 w 7472601"/>
              <a:gd name="connsiteY234" fmla="*/ 3212171 h 6858000"/>
              <a:gd name="connsiteX235" fmla="*/ 993319 w 7472601"/>
              <a:gd name="connsiteY235" fmla="*/ 3247648 h 6858000"/>
              <a:gd name="connsiteX236" fmla="*/ 853081 w 7472601"/>
              <a:gd name="connsiteY236" fmla="*/ 3312410 h 6858000"/>
              <a:gd name="connsiteX237" fmla="*/ 805957 w 7472601"/>
              <a:gd name="connsiteY237" fmla="*/ 3330443 h 6858000"/>
              <a:gd name="connsiteX238" fmla="*/ 1318687 w 7472601"/>
              <a:gd name="connsiteY238" fmla="*/ 3113840 h 6858000"/>
              <a:gd name="connsiteX239" fmla="*/ 5453702 w 7472601"/>
              <a:gd name="connsiteY239" fmla="*/ 3090882 h 6858000"/>
              <a:gd name="connsiteX240" fmla="*/ 5480135 w 7472601"/>
              <a:gd name="connsiteY240" fmla="*/ 3565802 h 6858000"/>
              <a:gd name="connsiteX241" fmla="*/ 5499023 w 7472601"/>
              <a:gd name="connsiteY241" fmla="*/ 4166310 h 6858000"/>
              <a:gd name="connsiteX242" fmla="*/ 5547022 w 7472601"/>
              <a:gd name="connsiteY242" fmla="*/ 3607838 h 6858000"/>
              <a:gd name="connsiteX243" fmla="*/ 5515964 w 7472601"/>
              <a:gd name="connsiteY243" fmla="*/ 3378541 h 6858000"/>
              <a:gd name="connsiteX244" fmla="*/ 5453702 w 7472601"/>
              <a:gd name="connsiteY244" fmla="*/ 3090882 h 6858000"/>
              <a:gd name="connsiteX245" fmla="*/ 1238695 w 7472601"/>
              <a:gd name="connsiteY245" fmla="*/ 3076820 h 6858000"/>
              <a:gd name="connsiteX246" fmla="*/ 716371 w 7472601"/>
              <a:gd name="connsiteY246" fmla="*/ 3293249 h 6858000"/>
              <a:gd name="connsiteX247" fmla="*/ 579522 w 7472601"/>
              <a:gd name="connsiteY247" fmla="*/ 3371759 h 6858000"/>
              <a:gd name="connsiteX248" fmla="*/ 600288 w 7472601"/>
              <a:gd name="connsiteY248" fmla="*/ 3365555 h 6858000"/>
              <a:gd name="connsiteX249" fmla="*/ 840692 w 7472601"/>
              <a:gd name="connsiteY249" fmla="*/ 3284921 h 6858000"/>
              <a:gd name="connsiteX250" fmla="*/ 979248 w 7472601"/>
              <a:gd name="connsiteY250" fmla="*/ 3221003 h 6858000"/>
              <a:gd name="connsiteX251" fmla="*/ 1053282 w 7472601"/>
              <a:gd name="connsiteY251" fmla="*/ 3185247 h 6858000"/>
              <a:gd name="connsiteX252" fmla="*/ 1320603 w 7472601"/>
              <a:gd name="connsiteY252" fmla="*/ 3081281 h 6858000"/>
              <a:gd name="connsiteX253" fmla="*/ 1238695 w 7472601"/>
              <a:gd name="connsiteY253" fmla="*/ 3076820 h 6858000"/>
              <a:gd name="connsiteX254" fmla="*/ 5425627 w 7472601"/>
              <a:gd name="connsiteY254" fmla="*/ 2954192 h 6858000"/>
              <a:gd name="connsiteX255" fmla="*/ 5470770 w 7472601"/>
              <a:gd name="connsiteY255" fmla="*/ 3005435 h 6858000"/>
              <a:gd name="connsiteX256" fmla="*/ 5519779 w 7472601"/>
              <a:gd name="connsiteY256" fmla="*/ 4359223 h 6858000"/>
              <a:gd name="connsiteX257" fmla="*/ 5520293 w 7472601"/>
              <a:gd name="connsiteY257" fmla="*/ 4360602 h 6858000"/>
              <a:gd name="connsiteX258" fmla="*/ 5767221 w 7472601"/>
              <a:gd name="connsiteY258" fmla="*/ 4665564 h 6858000"/>
              <a:gd name="connsiteX259" fmla="*/ 6937169 w 7472601"/>
              <a:gd name="connsiteY259" fmla="*/ 4815941 h 6858000"/>
              <a:gd name="connsiteX260" fmla="*/ 6953922 w 7472601"/>
              <a:gd name="connsiteY260" fmla="*/ 4890068 h 6858000"/>
              <a:gd name="connsiteX261" fmla="*/ 6071359 w 7472601"/>
              <a:gd name="connsiteY261" fmla="*/ 4770770 h 6858000"/>
              <a:gd name="connsiteX262" fmla="*/ 6038839 w 7472601"/>
              <a:gd name="connsiteY262" fmla="*/ 4764474 h 6858000"/>
              <a:gd name="connsiteX263" fmla="*/ 6038706 w 7472601"/>
              <a:gd name="connsiteY263" fmla="*/ 4763847 h 6858000"/>
              <a:gd name="connsiteX264" fmla="*/ 6037784 w 7472601"/>
              <a:gd name="connsiteY264" fmla="*/ 4764270 h 6858000"/>
              <a:gd name="connsiteX265" fmla="*/ 6038839 w 7472601"/>
              <a:gd name="connsiteY265" fmla="*/ 4764474 h 6858000"/>
              <a:gd name="connsiteX266" fmla="*/ 6040338 w 7472601"/>
              <a:gd name="connsiteY266" fmla="*/ 4771418 h 6858000"/>
              <a:gd name="connsiteX267" fmla="*/ 6024488 w 7472601"/>
              <a:gd name="connsiteY267" fmla="*/ 4809903 h 6858000"/>
              <a:gd name="connsiteX268" fmla="*/ 5599771 w 7472601"/>
              <a:gd name="connsiteY268" fmla="*/ 5509652 h 6858000"/>
              <a:gd name="connsiteX269" fmla="*/ 5548843 w 7472601"/>
              <a:gd name="connsiteY269" fmla="*/ 5563845 h 6858000"/>
              <a:gd name="connsiteX270" fmla="*/ 5940952 w 7472601"/>
              <a:gd name="connsiteY270" fmla="*/ 6250028 h 6858000"/>
              <a:gd name="connsiteX271" fmla="*/ 6043441 w 7472601"/>
              <a:gd name="connsiteY271" fmla="*/ 6665847 h 6858000"/>
              <a:gd name="connsiteX272" fmla="*/ 6093432 w 7472601"/>
              <a:gd name="connsiteY272" fmla="*/ 6858000 h 6858000"/>
              <a:gd name="connsiteX273" fmla="*/ 6034344 w 7472601"/>
              <a:gd name="connsiteY273" fmla="*/ 6858000 h 6858000"/>
              <a:gd name="connsiteX274" fmla="*/ 6026679 w 7472601"/>
              <a:gd name="connsiteY274" fmla="*/ 6836959 h 6858000"/>
              <a:gd name="connsiteX275" fmla="*/ 5800441 w 7472601"/>
              <a:gd name="connsiteY275" fmla="*/ 6335286 h 6858000"/>
              <a:gd name="connsiteX276" fmla="*/ 5526562 w 7472601"/>
              <a:gd name="connsiteY276" fmla="*/ 5705388 h 6858000"/>
              <a:gd name="connsiteX277" fmla="*/ 5519640 w 7472601"/>
              <a:gd name="connsiteY277" fmla="*/ 5683774 h 6858000"/>
              <a:gd name="connsiteX278" fmla="*/ 5844559 w 7472601"/>
              <a:gd name="connsiteY278" fmla="*/ 6553349 h 6858000"/>
              <a:gd name="connsiteX279" fmla="*/ 5975994 w 7472601"/>
              <a:gd name="connsiteY279" fmla="*/ 6858000 h 6858000"/>
              <a:gd name="connsiteX280" fmla="*/ 5898547 w 7472601"/>
              <a:gd name="connsiteY280" fmla="*/ 6858000 h 6858000"/>
              <a:gd name="connsiteX281" fmla="*/ 5682041 w 7472601"/>
              <a:gd name="connsiteY281" fmla="*/ 6355860 h 6858000"/>
              <a:gd name="connsiteX282" fmla="*/ 5461758 w 7472601"/>
              <a:gd name="connsiteY282" fmla="*/ 5820220 h 6858000"/>
              <a:gd name="connsiteX283" fmla="*/ 5237282 w 7472601"/>
              <a:gd name="connsiteY283" fmla="*/ 6579086 h 6858000"/>
              <a:gd name="connsiteX284" fmla="*/ 5115009 w 7472601"/>
              <a:gd name="connsiteY284" fmla="*/ 6858000 h 6858000"/>
              <a:gd name="connsiteX285" fmla="*/ 5028074 w 7472601"/>
              <a:gd name="connsiteY285" fmla="*/ 6858000 h 6858000"/>
              <a:gd name="connsiteX286" fmla="*/ 5079508 w 7472601"/>
              <a:gd name="connsiteY286" fmla="*/ 6749074 h 6858000"/>
              <a:gd name="connsiteX287" fmla="*/ 5371846 w 7472601"/>
              <a:gd name="connsiteY287" fmla="*/ 5924413 h 6858000"/>
              <a:gd name="connsiteX288" fmla="*/ 5270512 w 7472601"/>
              <a:gd name="connsiteY288" fmla="*/ 6138975 h 6858000"/>
              <a:gd name="connsiteX289" fmla="*/ 5062409 w 7472601"/>
              <a:gd name="connsiteY289" fmla="*/ 6653544 h 6858000"/>
              <a:gd name="connsiteX290" fmla="*/ 5036628 w 7472601"/>
              <a:gd name="connsiteY290" fmla="*/ 6754247 h 6858000"/>
              <a:gd name="connsiteX291" fmla="*/ 5009112 w 7472601"/>
              <a:gd name="connsiteY291" fmla="*/ 6858000 h 6858000"/>
              <a:gd name="connsiteX292" fmla="*/ 4976679 w 7472601"/>
              <a:gd name="connsiteY292" fmla="*/ 6858000 h 6858000"/>
              <a:gd name="connsiteX293" fmla="*/ 5006537 w 7472601"/>
              <a:gd name="connsiteY293" fmla="*/ 6747068 h 6858000"/>
              <a:gd name="connsiteX294" fmla="*/ 5032723 w 7472601"/>
              <a:gd name="connsiteY294" fmla="*/ 6644957 h 6858000"/>
              <a:gd name="connsiteX295" fmla="*/ 5242949 w 7472601"/>
              <a:gd name="connsiteY295" fmla="*/ 6125175 h 6858000"/>
              <a:gd name="connsiteX296" fmla="*/ 5286321 w 7472601"/>
              <a:gd name="connsiteY296" fmla="*/ 6033555 h 6858000"/>
              <a:gd name="connsiteX297" fmla="*/ 5008210 w 7472601"/>
              <a:gd name="connsiteY297" fmla="*/ 6649194 h 6858000"/>
              <a:gd name="connsiteX298" fmla="*/ 4986321 w 7472601"/>
              <a:gd name="connsiteY298" fmla="*/ 6765687 h 6858000"/>
              <a:gd name="connsiteX299" fmla="*/ 4973474 w 7472601"/>
              <a:gd name="connsiteY299" fmla="*/ 6858000 h 6858000"/>
              <a:gd name="connsiteX300" fmla="*/ 4907178 w 7472601"/>
              <a:gd name="connsiteY300" fmla="*/ 6858000 h 6858000"/>
              <a:gd name="connsiteX301" fmla="*/ 4910810 w 7472601"/>
              <a:gd name="connsiteY301" fmla="*/ 6829660 h 6858000"/>
              <a:gd name="connsiteX302" fmla="*/ 4987461 w 7472601"/>
              <a:gd name="connsiteY302" fmla="*/ 6432994 h 6858000"/>
              <a:gd name="connsiteX303" fmla="*/ 5179262 w 7472601"/>
              <a:gd name="connsiteY303" fmla="*/ 6035044 h 6858000"/>
              <a:gd name="connsiteX304" fmla="*/ 4689678 w 7472601"/>
              <a:gd name="connsiteY304" fmla="*/ 6440241 h 6858000"/>
              <a:gd name="connsiteX305" fmla="*/ 4477543 w 7472601"/>
              <a:gd name="connsiteY305" fmla="*/ 6674836 h 6858000"/>
              <a:gd name="connsiteX306" fmla="*/ 4329957 w 7472601"/>
              <a:gd name="connsiteY306" fmla="*/ 6858000 h 6858000"/>
              <a:gd name="connsiteX307" fmla="*/ 4218595 w 7472601"/>
              <a:gd name="connsiteY307" fmla="*/ 6858000 h 6858000"/>
              <a:gd name="connsiteX308" fmla="*/ 4368888 w 7472601"/>
              <a:gd name="connsiteY308" fmla="*/ 6668412 h 6858000"/>
              <a:gd name="connsiteX309" fmla="*/ 4563091 w 7472601"/>
              <a:gd name="connsiteY309" fmla="*/ 6442508 h 6858000"/>
              <a:gd name="connsiteX310" fmla="*/ 5387324 w 7472601"/>
              <a:gd name="connsiteY310" fmla="*/ 5705830 h 6858000"/>
              <a:gd name="connsiteX311" fmla="*/ 5073620 w 7472601"/>
              <a:gd name="connsiteY311" fmla="*/ 5955437 h 6858000"/>
              <a:gd name="connsiteX312" fmla="*/ 4689789 w 7472601"/>
              <a:gd name="connsiteY312" fmla="*/ 6268382 h 6858000"/>
              <a:gd name="connsiteX313" fmla="*/ 4418722 w 7472601"/>
              <a:gd name="connsiteY313" fmla="*/ 6570886 h 6858000"/>
              <a:gd name="connsiteX314" fmla="*/ 4214944 w 7472601"/>
              <a:gd name="connsiteY314" fmla="*/ 6858000 h 6858000"/>
              <a:gd name="connsiteX315" fmla="*/ 4177898 w 7472601"/>
              <a:gd name="connsiteY315" fmla="*/ 6858000 h 6858000"/>
              <a:gd name="connsiteX316" fmla="*/ 4391597 w 7472601"/>
              <a:gd name="connsiteY316" fmla="*/ 6556370 h 6858000"/>
              <a:gd name="connsiteX317" fmla="*/ 4668889 w 7472601"/>
              <a:gd name="connsiteY317" fmla="*/ 6246399 h 6858000"/>
              <a:gd name="connsiteX318" fmla="*/ 5055427 w 7472601"/>
              <a:gd name="connsiteY318" fmla="*/ 5931476 h 6858000"/>
              <a:gd name="connsiteX319" fmla="*/ 5371814 w 7472601"/>
              <a:gd name="connsiteY319" fmla="*/ 5678975 h 6858000"/>
              <a:gd name="connsiteX320" fmla="*/ 4987918 w 7472601"/>
              <a:gd name="connsiteY320" fmla="*/ 5838701 h 6858000"/>
              <a:gd name="connsiteX321" fmla="*/ 4317146 w 7472601"/>
              <a:gd name="connsiteY321" fmla="*/ 6587716 h 6858000"/>
              <a:gd name="connsiteX322" fmla="*/ 4171627 w 7472601"/>
              <a:gd name="connsiteY322" fmla="*/ 6858000 h 6858000"/>
              <a:gd name="connsiteX323" fmla="*/ 4081585 w 7472601"/>
              <a:gd name="connsiteY323" fmla="*/ 6858000 h 6858000"/>
              <a:gd name="connsiteX324" fmla="*/ 4238603 w 7472601"/>
              <a:gd name="connsiteY324" fmla="*/ 6559341 h 6858000"/>
              <a:gd name="connsiteX325" fmla="*/ 4778333 w 7472601"/>
              <a:gd name="connsiteY325" fmla="*/ 5873626 h 6858000"/>
              <a:gd name="connsiteX326" fmla="*/ 5414185 w 7472601"/>
              <a:gd name="connsiteY326" fmla="*/ 5573882 h 6858000"/>
              <a:gd name="connsiteX327" fmla="*/ 5959648 w 7472601"/>
              <a:gd name="connsiteY327" fmla="*/ 4760797 h 6858000"/>
              <a:gd name="connsiteX328" fmla="*/ 5355019 w 7472601"/>
              <a:gd name="connsiteY328" fmla="*/ 4734672 h 6858000"/>
              <a:gd name="connsiteX329" fmla="*/ 5083565 w 7472601"/>
              <a:gd name="connsiteY329" fmla="*/ 5179121 h 6858000"/>
              <a:gd name="connsiteX330" fmla="*/ 4713577 w 7472601"/>
              <a:gd name="connsiteY330" fmla="*/ 5616803 h 6858000"/>
              <a:gd name="connsiteX331" fmla="*/ 3989559 w 7472601"/>
              <a:gd name="connsiteY331" fmla="*/ 6145945 h 6858000"/>
              <a:gd name="connsiteX332" fmla="*/ 3939824 w 7472601"/>
              <a:gd name="connsiteY332" fmla="*/ 6066900 h 6858000"/>
              <a:gd name="connsiteX333" fmla="*/ 4584537 w 7472601"/>
              <a:gd name="connsiteY333" fmla="*/ 5324826 h 6858000"/>
              <a:gd name="connsiteX334" fmla="*/ 5037105 w 7472601"/>
              <a:gd name="connsiteY334" fmla="*/ 5088765 h 6858000"/>
              <a:gd name="connsiteX335" fmla="*/ 5039930 w 7472601"/>
              <a:gd name="connsiteY335" fmla="*/ 5089585 h 6858000"/>
              <a:gd name="connsiteX336" fmla="*/ 5263764 w 7472601"/>
              <a:gd name="connsiteY336" fmla="*/ 4735525 h 6858000"/>
              <a:gd name="connsiteX337" fmla="*/ 4086300 w 7472601"/>
              <a:gd name="connsiteY337" fmla="*/ 4884599 h 6858000"/>
              <a:gd name="connsiteX338" fmla="*/ 4085485 w 7472601"/>
              <a:gd name="connsiteY338" fmla="*/ 4899070 h 6858000"/>
              <a:gd name="connsiteX339" fmla="*/ 3871915 w 7472601"/>
              <a:gd name="connsiteY339" fmla="*/ 5253645 h 6858000"/>
              <a:gd name="connsiteX340" fmla="*/ 3799374 w 7472601"/>
              <a:gd name="connsiteY340" fmla="*/ 5466127 h 6858000"/>
              <a:gd name="connsiteX341" fmla="*/ 3498850 w 7472601"/>
              <a:gd name="connsiteY341" fmla="*/ 6661888 h 6858000"/>
              <a:gd name="connsiteX342" fmla="*/ 3399216 w 7472601"/>
              <a:gd name="connsiteY342" fmla="*/ 6858000 h 6858000"/>
              <a:gd name="connsiteX343" fmla="*/ 3303688 w 7472601"/>
              <a:gd name="connsiteY343" fmla="*/ 6858000 h 6858000"/>
              <a:gd name="connsiteX344" fmla="*/ 3391774 w 7472601"/>
              <a:gd name="connsiteY344" fmla="*/ 6697181 h 6858000"/>
              <a:gd name="connsiteX345" fmla="*/ 3735540 w 7472601"/>
              <a:gd name="connsiteY345" fmla="*/ 5546923 h 6858000"/>
              <a:gd name="connsiteX346" fmla="*/ 3729438 w 7472601"/>
              <a:gd name="connsiteY346" fmla="*/ 5569058 h 6858000"/>
              <a:gd name="connsiteX347" fmla="*/ 3707782 w 7472601"/>
              <a:gd name="connsiteY347" fmla="*/ 5644908 h 6858000"/>
              <a:gd name="connsiteX348" fmla="*/ 3583827 w 7472601"/>
              <a:gd name="connsiteY348" fmla="*/ 6039215 h 6858000"/>
              <a:gd name="connsiteX349" fmla="*/ 3547861 w 7472601"/>
              <a:gd name="connsiteY349" fmla="*/ 6129609 h 6858000"/>
              <a:gd name="connsiteX350" fmla="*/ 3490905 w 7472601"/>
              <a:gd name="connsiteY350" fmla="*/ 6277660 h 6858000"/>
              <a:gd name="connsiteX351" fmla="*/ 3455859 w 7472601"/>
              <a:gd name="connsiteY351" fmla="*/ 6391301 h 6858000"/>
              <a:gd name="connsiteX352" fmla="*/ 3429112 w 7472601"/>
              <a:gd name="connsiteY352" fmla="*/ 6479469 h 6858000"/>
              <a:gd name="connsiteX353" fmla="*/ 3304862 w 7472601"/>
              <a:gd name="connsiteY353" fmla="*/ 6796476 h 6858000"/>
              <a:gd name="connsiteX354" fmla="*/ 3276071 w 7472601"/>
              <a:gd name="connsiteY354" fmla="*/ 6858000 h 6858000"/>
              <a:gd name="connsiteX355" fmla="*/ 3240805 w 7472601"/>
              <a:gd name="connsiteY355" fmla="*/ 6858000 h 6858000"/>
              <a:gd name="connsiteX356" fmla="*/ 3275917 w 7472601"/>
              <a:gd name="connsiteY356" fmla="*/ 6783192 h 6858000"/>
              <a:gd name="connsiteX357" fmla="*/ 3399358 w 7472601"/>
              <a:gd name="connsiteY357" fmla="*/ 6469011 h 6858000"/>
              <a:gd name="connsiteX358" fmla="*/ 3425650 w 7472601"/>
              <a:gd name="connsiteY358" fmla="*/ 6381333 h 6858000"/>
              <a:gd name="connsiteX359" fmla="*/ 3460661 w 7472601"/>
              <a:gd name="connsiteY359" fmla="*/ 6266763 h 6858000"/>
              <a:gd name="connsiteX360" fmla="*/ 3518021 w 7472601"/>
              <a:gd name="connsiteY360" fmla="*/ 6117298 h 6858000"/>
              <a:gd name="connsiteX361" fmla="*/ 3554035 w 7472601"/>
              <a:gd name="connsiteY361" fmla="*/ 6027832 h 6858000"/>
              <a:gd name="connsiteX362" fmla="*/ 3677174 w 7472601"/>
              <a:gd name="connsiteY362" fmla="*/ 5636351 h 6858000"/>
              <a:gd name="connsiteX363" fmla="*/ 3698819 w 7472601"/>
              <a:gd name="connsiteY363" fmla="*/ 5560503 h 6858000"/>
              <a:gd name="connsiteX364" fmla="*/ 3702094 w 7472601"/>
              <a:gd name="connsiteY364" fmla="*/ 5549194 h 6858000"/>
              <a:gd name="connsiteX365" fmla="*/ 3398355 w 7472601"/>
              <a:gd name="connsiteY365" fmla="*/ 6094603 h 6858000"/>
              <a:gd name="connsiteX366" fmla="*/ 3193941 w 7472601"/>
              <a:gd name="connsiteY366" fmla="*/ 6798775 h 6858000"/>
              <a:gd name="connsiteX367" fmla="*/ 3184140 w 7472601"/>
              <a:gd name="connsiteY367" fmla="*/ 6858000 h 6858000"/>
              <a:gd name="connsiteX368" fmla="*/ 3099978 w 7472601"/>
              <a:gd name="connsiteY368" fmla="*/ 6858000 h 6858000"/>
              <a:gd name="connsiteX369" fmla="*/ 3101556 w 7472601"/>
              <a:gd name="connsiteY369" fmla="*/ 6843337 h 6858000"/>
              <a:gd name="connsiteX370" fmla="*/ 3370162 w 7472601"/>
              <a:gd name="connsiteY370" fmla="*/ 5785550 h 6858000"/>
              <a:gd name="connsiteX371" fmla="*/ 3746477 w 7472601"/>
              <a:gd name="connsiteY371" fmla="*/ 5377889 h 6858000"/>
              <a:gd name="connsiteX372" fmla="*/ 3863399 w 7472601"/>
              <a:gd name="connsiteY372" fmla="*/ 5087257 h 6858000"/>
              <a:gd name="connsiteX373" fmla="*/ 3968712 w 7472601"/>
              <a:gd name="connsiteY373" fmla="*/ 4913989 h 6858000"/>
              <a:gd name="connsiteX374" fmla="*/ 2792390 w 7472601"/>
              <a:gd name="connsiteY374" fmla="*/ 5382974 h 6858000"/>
              <a:gd name="connsiteX375" fmla="*/ 2714982 w 7472601"/>
              <a:gd name="connsiteY375" fmla="*/ 5427051 h 6858000"/>
              <a:gd name="connsiteX376" fmla="*/ 2813361 w 7472601"/>
              <a:gd name="connsiteY376" fmla="*/ 6023912 h 6858000"/>
              <a:gd name="connsiteX377" fmla="*/ 2688430 w 7472601"/>
              <a:gd name="connsiteY377" fmla="*/ 6801564 h 6858000"/>
              <a:gd name="connsiteX378" fmla="*/ 2629626 w 7472601"/>
              <a:gd name="connsiteY378" fmla="*/ 6763394 h 6858000"/>
              <a:gd name="connsiteX379" fmla="*/ 2565328 w 7472601"/>
              <a:gd name="connsiteY379" fmla="*/ 5516399 h 6858000"/>
              <a:gd name="connsiteX380" fmla="*/ 1922999 w 7472601"/>
              <a:gd name="connsiteY380" fmla="*/ 5980343 h 6858000"/>
              <a:gd name="connsiteX381" fmla="*/ 1950261 w 7472601"/>
              <a:gd name="connsiteY381" fmla="*/ 6405858 h 6858000"/>
              <a:gd name="connsiteX382" fmla="*/ 2365554 w 7472601"/>
              <a:gd name="connsiteY382" fmla="*/ 6759107 h 6858000"/>
              <a:gd name="connsiteX383" fmla="*/ 2424142 w 7472601"/>
              <a:gd name="connsiteY383" fmla="*/ 6858000 h 6858000"/>
              <a:gd name="connsiteX384" fmla="*/ 2395994 w 7472601"/>
              <a:gd name="connsiteY384" fmla="*/ 6858000 h 6858000"/>
              <a:gd name="connsiteX385" fmla="*/ 2392863 w 7472601"/>
              <a:gd name="connsiteY385" fmla="*/ 6852964 h 6858000"/>
              <a:gd name="connsiteX386" fmla="*/ 2017589 w 7472601"/>
              <a:gd name="connsiteY386" fmla="*/ 6493982 h 6858000"/>
              <a:gd name="connsiteX387" fmla="*/ 2147336 w 7472601"/>
              <a:gd name="connsiteY387" fmla="*/ 6594052 h 6858000"/>
              <a:gd name="connsiteX388" fmla="*/ 2207047 w 7472601"/>
              <a:gd name="connsiteY388" fmla="*/ 6654540 h 6858000"/>
              <a:gd name="connsiteX389" fmla="*/ 2299106 w 7472601"/>
              <a:gd name="connsiteY389" fmla="*/ 6778931 h 6858000"/>
              <a:gd name="connsiteX390" fmla="*/ 2314430 w 7472601"/>
              <a:gd name="connsiteY390" fmla="*/ 6801144 h 6858000"/>
              <a:gd name="connsiteX391" fmla="*/ 2352406 w 7472601"/>
              <a:gd name="connsiteY391" fmla="*/ 6858000 h 6858000"/>
              <a:gd name="connsiteX392" fmla="*/ 2314492 w 7472601"/>
              <a:gd name="connsiteY392" fmla="*/ 6858000 h 6858000"/>
              <a:gd name="connsiteX393" fmla="*/ 2288095 w 7472601"/>
              <a:gd name="connsiteY393" fmla="*/ 6818030 h 6858000"/>
              <a:gd name="connsiteX394" fmla="*/ 2272768 w 7472601"/>
              <a:gd name="connsiteY394" fmla="*/ 6795822 h 6858000"/>
              <a:gd name="connsiteX395" fmla="*/ 2182715 w 7472601"/>
              <a:gd name="connsiteY395" fmla="*/ 6675071 h 6858000"/>
              <a:gd name="connsiteX396" fmla="*/ 2032061 w 7472601"/>
              <a:gd name="connsiteY396" fmla="*/ 6541380 h 6858000"/>
              <a:gd name="connsiteX397" fmla="*/ 2257220 w 7472601"/>
              <a:gd name="connsiteY397" fmla="*/ 6826257 h 6858000"/>
              <a:gd name="connsiteX398" fmla="*/ 2281324 w 7472601"/>
              <a:gd name="connsiteY398" fmla="*/ 6858000 h 6858000"/>
              <a:gd name="connsiteX399" fmla="*/ 2242860 w 7472601"/>
              <a:gd name="connsiteY399" fmla="*/ 6858000 h 6858000"/>
              <a:gd name="connsiteX400" fmla="*/ 2232818 w 7472601"/>
              <a:gd name="connsiteY400" fmla="*/ 6844926 h 6858000"/>
              <a:gd name="connsiteX401" fmla="*/ 1990172 w 7472601"/>
              <a:gd name="connsiteY401" fmla="*/ 6542121 h 6858000"/>
              <a:gd name="connsiteX402" fmla="*/ 2124090 w 7472601"/>
              <a:gd name="connsiteY402" fmla="*/ 6761017 h 6858000"/>
              <a:gd name="connsiteX403" fmla="*/ 2200380 w 7472601"/>
              <a:gd name="connsiteY403" fmla="*/ 6858000 h 6858000"/>
              <a:gd name="connsiteX404" fmla="*/ 2147507 w 7472601"/>
              <a:gd name="connsiteY404" fmla="*/ 6858000 h 6858000"/>
              <a:gd name="connsiteX405" fmla="*/ 2070668 w 7472601"/>
              <a:gd name="connsiteY405" fmla="*/ 6761520 h 6858000"/>
              <a:gd name="connsiteX406" fmla="*/ 1975142 w 7472601"/>
              <a:gd name="connsiteY406" fmla="*/ 6585570 h 6858000"/>
              <a:gd name="connsiteX407" fmla="*/ 2050035 w 7472601"/>
              <a:gd name="connsiteY407" fmla="*/ 6813345 h 6858000"/>
              <a:gd name="connsiteX408" fmla="*/ 2063025 w 7472601"/>
              <a:gd name="connsiteY408" fmla="*/ 6858000 h 6858000"/>
              <a:gd name="connsiteX409" fmla="*/ 2021675 w 7472601"/>
              <a:gd name="connsiteY409" fmla="*/ 6858000 h 6858000"/>
              <a:gd name="connsiteX410" fmla="*/ 2019308 w 7472601"/>
              <a:gd name="connsiteY410" fmla="*/ 6847118 h 6858000"/>
              <a:gd name="connsiteX411" fmla="*/ 1938835 w 7472601"/>
              <a:gd name="connsiteY411" fmla="*/ 6551160 h 6858000"/>
              <a:gd name="connsiteX412" fmla="*/ 1953230 w 7472601"/>
              <a:gd name="connsiteY412" fmla="*/ 6759699 h 6858000"/>
              <a:gd name="connsiteX413" fmla="*/ 1956763 w 7472601"/>
              <a:gd name="connsiteY413" fmla="*/ 6778191 h 6858000"/>
              <a:gd name="connsiteX414" fmla="*/ 1967925 w 7472601"/>
              <a:gd name="connsiteY414" fmla="*/ 6858000 h 6858000"/>
              <a:gd name="connsiteX415" fmla="*/ 1936622 w 7472601"/>
              <a:gd name="connsiteY415" fmla="*/ 6858000 h 6858000"/>
              <a:gd name="connsiteX416" fmla="*/ 1926261 w 7472601"/>
              <a:gd name="connsiteY416" fmla="*/ 6784064 h 6858000"/>
              <a:gd name="connsiteX417" fmla="*/ 1922724 w 7472601"/>
              <a:gd name="connsiteY417" fmla="*/ 6765577 h 6858000"/>
              <a:gd name="connsiteX418" fmla="*/ 1904650 w 7472601"/>
              <a:gd name="connsiteY418" fmla="*/ 6639616 h 6858000"/>
              <a:gd name="connsiteX419" fmla="*/ 1885273 w 7472601"/>
              <a:gd name="connsiteY419" fmla="*/ 6858000 h 6858000"/>
              <a:gd name="connsiteX420" fmla="*/ 1854363 w 7472601"/>
              <a:gd name="connsiteY420" fmla="*/ 6858000 h 6858000"/>
              <a:gd name="connsiteX421" fmla="*/ 1880391 w 7472601"/>
              <a:gd name="connsiteY421" fmla="*/ 6603796 h 6858000"/>
              <a:gd name="connsiteX422" fmla="*/ 1818273 w 7472601"/>
              <a:gd name="connsiteY422" fmla="*/ 6715729 h 6858000"/>
              <a:gd name="connsiteX423" fmla="*/ 1794691 w 7472601"/>
              <a:gd name="connsiteY423" fmla="*/ 6843239 h 6858000"/>
              <a:gd name="connsiteX424" fmla="*/ 1794914 w 7472601"/>
              <a:gd name="connsiteY424" fmla="*/ 6858000 h 6858000"/>
              <a:gd name="connsiteX425" fmla="*/ 1746128 w 7472601"/>
              <a:gd name="connsiteY425" fmla="*/ 6858000 h 6858000"/>
              <a:gd name="connsiteX426" fmla="*/ 1753934 w 7472601"/>
              <a:gd name="connsiteY426" fmla="*/ 6724796 h 6858000"/>
              <a:gd name="connsiteX427" fmla="*/ 1792053 w 7472601"/>
              <a:gd name="connsiteY427" fmla="*/ 6572396 h 6858000"/>
              <a:gd name="connsiteX428" fmla="*/ 1862248 w 7472601"/>
              <a:gd name="connsiteY428" fmla="*/ 6266397 h 6858000"/>
              <a:gd name="connsiteX429" fmla="*/ 1862250 w 7472601"/>
              <a:gd name="connsiteY429" fmla="*/ 6033531 h 6858000"/>
              <a:gd name="connsiteX430" fmla="*/ 1211999 w 7472601"/>
              <a:gd name="connsiteY430" fmla="*/ 6683610 h 6858000"/>
              <a:gd name="connsiteX431" fmla="*/ 1213266 w 7472601"/>
              <a:gd name="connsiteY431" fmla="*/ 6691947 h 6858000"/>
              <a:gd name="connsiteX432" fmla="*/ 1203370 w 7472601"/>
              <a:gd name="connsiteY432" fmla="*/ 6850676 h 6858000"/>
              <a:gd name="connsiteX433" fmla="*/ 1203671 w 7472601"/>
              <a:gd name="connsiteY433" fmla="*/ 6858000 h 6858000"/>
              <a:gd name="connsiteX434" fmla="*/ 1143180 w 7472601"/>
              <a:gd name="connsiteY434" fmla="*/ 6858000 h 6858000"/>
              <a:gd name="connsiteX435" fmla="*/ 1142176 w 7472601"/>
              <a:gd name="connsiteY435" fmla="*/ 6766045 h 6858000"/>
              <a:gd name="connsiteX436" fmla="*/ 1067484 w 7472601"/>
              <a:gd name="connsiteY436" fmla="*/ 6858000 h 6858000"/>
              <a:gd name="connsiteX437" fmla="*/ 953928 w 7472601"/>
              <a:gd name="connsiteY437" fmla="*/ 6858000 h 6858000"/>
              <a:gd name="connsiteX438" fmla="*/ 959715 w 7472601"/>
              <a:gd name="connsiteY438" fmla="*/ 6850185 h 6858000"/>
              <a:gd name="connsiteX439" fmla="*/ 1483788 w 7472601"/>
              <a:gd name="connsiteY439" fmla="*/ 6259174 h 6858000"/>
              <a:gd name="connsiteX440" fmla="*/ 1100671 w 7472601"/>
              <a:gd name="connsiteY440" fmla="*/ 6252137 h 6858000"/>
              <a:gd name="connsiteX441" fmla="*/ 1090144 w 7472601"/>
              <a:gd name="connsiteY441" fmla="*/ 6256748 h 6858000"/>
              <a:gd name="connsiteX442" fmla="*/ 1095872 w 7472601"/>
              <a:gd name="connsiteY442" fmla="*/ 6271892 h 6858000"/>
              <a:gd name="connsiteX443" fmla="*/ 262785 w 7472601"/>
              <a:gd name="connsiteY443" fmla="*/ 6845450 h 6858000"/>
              <a:gd name="connsiteX444" fmla="*/ 209968 w 7472601"/>
              <a:gd name="connsiteY444" fmla="*/ 6770713 h 6858000"/>
              <a:gd name="connsiteX445" fmla="*/ 873460 w 7472601"/>
              <a:gd name="connsiteY445" fmla="*/ 6253768 h 6858000"/>
              <a:gd name="connsiteX446" fmla="*/ 192686 w 7472601"/>
              <a:gd name="connsiteY446" fmla="*/ 5849257 h 6858000"/>
              <a:gd name="connsiteX447" fmla="*/ 4696 w 7472601"/>
              <a:gd name="connsiteY447" fmla="*/ 5697668 h 6858000"/>
              <a:gd name="connsiteX448" fmla="*/ 0 w 7472601"/>
              <a:gd name="connsiteY448" fmla="*/ 5689984 h 6858000"/>
              <a:gd name="connsiteX449" fmla="*/ 0 w 7472601"/>
              <a:gd name="connsiteY449" fmla="*/ 5513472 h 6858000"/>
              <a:gd name="connsiteX450" fmla="*/ 174101 w 7472601"/>
              <a:gd name="connsiteY450" fmla="*/ 5620277 h 6858000"/>
              <a:gd name="connsiteX451" fmla="*/ 891800 w 7472601"/>
              <a:gd name="connsiteY451" fmla="*/ 6036935 h 6858000"/>
              <a:gd name="connsiteX452" fmla="*/ 1072219 w 7472601"/>
              <a:gd name="connsiteY452" fmla="*/ 6169443 h 6858000"/>
              <a:gd name="connsiteX453" fmla="*/ 1074117 w 7472601"/>
              <a:gd name="connsiteY453" fmla="*/ 6170301 h 6858000"/>
              <a:gd name="connsiteX454" fmla="*/ 1083114 w 7472601"/>
              <a:gd name="connsiteY454" fmla="*/ 6174131 h 6858000"/>
              <a:gd name="connsiteX455" fmla="*/ 1543010 w 7472601"/>
              <a:gd name="connsiteY455" fmla="*/ 6191140 h 6858000"/>
              <a:gd name="connsiteX456" fmla="*/ 1551080 w 7472601"/>
              <a:gd name="connsiteY456" fmla="*/ 6195006 h 6858000"/>
              <a:gd name="connsiteX457" fmla="*/ 2345443 w 7472601"/>
              <a:gd name="connsiteY457" fmla="*/ 5549882 h 6858000"/>
              <a:gd name="connsiteX458" fmla="*/ 1721499 w 7472601"/>
              <a:gd name="connsiteY458" fmla="*/ 5599969 h 6858000"/>
              <a:gd name="connsiteX459" fmla="*/ 767716 w 7472601"/>
              <a:gd name="connsiteY459" fmla="*/ 5472768 h 6858000"/>
              <a:gd name="connsiteX460" fmla="*/ 722147 w 7472601"/>
              <a:gd name="connsiteY460" fmla="*/ 5393091 h 6858000"/>
              <a:gd name="connsiteX461" fmla="*/ 1485552 w 7472601"/>
              <a:gd name="connsiteY461" fmla="*/ 5313202 h 6858000"/>
              <a:gd name="connsiteX462" fmla="*/ 2143004 w 7472601"/>
              <a:gd name="connsiteY462" fmla="*/ 5402420 h 6858000"/>
              <a:gd name="connsiteX463" fmla="*/ 1933391 w 7472601"/>
              <a:gd name="connsiteY463" fmla="*/ 5156971 h 6858000"/>
              <a:gd name="connsiteX464" fmla="*/ 1827118 w 7472601"/>
              <a:gd name="connsiteY464" fmla="*/ 4968410 h 6858000"/>
              <a:gd name="connsiteX465" fmla="*/ 1837349 w 7472601"/>
              <a:gd name="connsiteY465" fmla="*/ 4956357 h 6858000"/>
              <a:gd name="connsiteX466" fmla="*/ 2162835 w 7472601"/>
              <a:gd name="connsiteY466" fmla="*/ 5187853 h 6858000"/>
              <a:gd name="connsiteX467" fmla="*/ 2257167 w 7472601"/>
              <a:gd name="connsiteY467" fmla="*/ 5462123 h 6858000"/>
              <a:gd name="connsiteX468" fmla="*/ 2261598 w 7472601"/>
              <a:gd name="connsiteY468" fmla="*/ 5467998 h 6858000"/>
              <a:gd name="connsiteX469" fmla="*/ 2437177 w 7472601"/>
              <a:gd name="connsiteY469" fmla="*/ 5479608 h 6858000"/>
              <a:gd name="connsiteX470" fmla="*/ 2445247 w 7472601"/>
              <a:gd name="connsiteY470" fmla="*/ 5483476 h 6858000"/>
              <a:gd name="connsiteX471" fmla="*/ 2743626 w 7472601"/>
              <a:gd name="connsiteY471" fmla="*/ 5304819 h 6858000"/>
              <a:gd name="connsiteX472" fmla="*/ 3048102 w 7472601"/>
              <a:gd name="connsiteY472" fmla="*/ 5150595 h 6858000"/>
              <a:gd name="connsiteX473" fmla="*/ 1799414 w 7472601"/>
              <a:gd name="connsiteY473" fmla="*/ 4694732 h 6858000"/>
              <a:gd name="connsiteX474" fmla="*/ 1771735 w 7472601"/>
              <a:gd name="connsiteY474" fmla="*/ 4619929 h 6858000"/>
              <a:gd name="connsiteX475" fmla="*/ 3104273 w 7472601"/>
              <a:gd name="connsiteY475" fmla="*/ 5076159 h 6858000"/>
              <a:gd name="connsiteX476" fmla="*/ 3113245 w 7472601"/>
              <a:gd name="connsiteY476" fmla="*/ 5090705 h 6858000"/>
              <a:gd name="connsiteX477" fmla="*/ 3126294 w 7472601"/>
              <a:gd name="connsiteY477" fmla="*/ 5114400 h 6858000"/>
              <a:gd name="connsiteX478" fmla="*/ 3937433 w 7472601"/>
              <a:gd name="connsiteY478" fmla="*/ 4830473 h 6858000"/>
              <a:gd name="connsiteX479" fmla="*/ 3590475 w 7472601"/>
              <a:gd name="connsiteY479" fmla="*/ 4597974 h 6858000"/>
              <a:gd name="connsiteX480" fmla="*/ 3100264 w 7472601"/>
              <a:gd name="connsiteY480" fmla="*/ 4579845 h 6858000"/>
              <a:gd name="connsiteX481" fmla="*/ 2183576 w 7472601"/>
              <a:gd name="connsiteY481" fmla="*/ 4227150 h 6858000"/>
              <a:gd name="connsiteX482" fmla="*/ 2151029 w 7472601"/>
              <a:gd name="connsiteY482" fmla="*/ 4146947 h 6858000"/>
              <a:gd name="connsiteX483" fmla="*/ 3563434 w 7472601"/>
              <a:gd name="connsiteY483" fmla="*/ 4469115 h 6858000"/>
              <a:gd name="connsiteX484" fmla="*/ 3177952 w 7472601"/>
              <a:gd name="connsiteY484" fmla="*/ 3657386 h 6858000"/>
              <a:gd name="connsiteX485" fmla="*/ 3189263 w 7472601"/>
              <a:gd name="connsiteY485" fmla="*/ 3625726 h 6858000"/>
              <a:gd name="connsiteX486" fmla="*/ 3560912 w 7472601"/>
              <a:gd name="connsiteY486" fmla="*/ 4079863 h 6858000"/>
              <a:gd name="connsiteX487" fmla="*/ 3626636 w 7472601"/>
              <a:gd name="connsiteY487" fmla="*/ 4512230 h 6858000"/>
              <a:gd name="connsiteX488" fmla="*/ 3653088 w 7472601"/>
              <a:gd name="connsiteY488" fmla="*/ 4521417 h 6858000"/>
              <a:gd name="connsiteX489" fmla="*/ 3988128 w 7472601"/>
              <a:gd name="connsiteY489" fmla="*/ 4817267 h 6858000"/>
              <a:gd name="connsiteX490" fmla="*/ 4830582 w 7472601"/>
              <a:gd name="connsiteY490" fmla="*/ 4676000 h 6858000"/>
              <a:gd name="connsiteX491" fmla="*/ 4830100 w 7472601"/>
              <a:gd name="connsiteY491" fmla="*/ 4675554 h 6858000"/>
              <a:gd name="connsiteX492" fmla="*/ 4036318 w 7472601"/>
              <a:gd name="connsiteY492" fmla="*/ 4147013 h 6858000"/>
              <a:gd name="connsiteX493" fmla="*/ 3432098 w 7472601"/>
              <a:gd name="connsiteY493" fmla="*/ 3537312 h 6858000"/>
              <a:gd name="connsiteX494" fmla="*/ 3446761 w 7472601"/>
              <a:gd name="connsiteY494" fmla="*/ 3461278 h 6858000"/>
              <a:gd name="connsiteX495" fmla="*/ 4419733 w 7472601"/>
              <a:gd name="connsiteY495" fmla="*/ 3963555 h 6858000"/>
              <a:gd name="connsiteX496" fmla="*/ 4781371 w 7472601"/>
              <a:gd name="connsiteY496" fmla="*/ 4458604 h 6858000"/>
              <a:gd name="connsiteX497" fmla="*/ 4780440 w 7472601"/>
              <a:gd name="connsiteY497" fmla="*/ 4470290 h 6858000"/>
              <a:gd name="connsiteX498" fmla="*/ 4898954 w 7472601"/>
              <a:gd name="connsiteY498" fmla="*/ 4662092 h 6858000"/>
              <a:gd name="connsiteX499" fmla="*/ 4900699 w 7472601"/>
              <a:gd name="connsiteY499" fmla="*/ 4670867 h 6858000"/>
              <a:gd name="connsiteX500" fmla="*/ 5714511 w 7472601"/>
              <a:gd name="connsiteY500" fmla="*/ 4663483 h 6858000"/>
              <a:gd name="connsiteX501" fmla="*/ 5464793 w 7472601"/>
              <a:gd name="connsiteY501" fmla="*/ 4393556 h 6858000"/>
              <a:gd name="connsiteX502" fmla="*/ 5461897 w 7472601"/>
              <a:gd name="connsiteY502" fmla="*/ 4390879 h 6858000"/>
              <a:gd name="connsiteX503" fmla="*/ 4294126 w 7472601"/>
              <a:gd name="connsiteY503" fmla="*/ 3303048 h 6858000"/>
              <a:gd name="connsiteX504" fmla="*/ 4305321 w 7472601"/>
              <a:gd name="connsiteY504" fmla="*/ 3256953 h 6858000"/>
              <a:gd name="connsiteX505" fmla="*/ 4949299 w 7472601"/>
              <a:gd name="connsiteY505" fmla="*/ 3766336 h 6858000"/>
              <a:gd name="connsiteX506" fmla="*/ 5291452 w 7472601"/>
              <a:gd name="connsiteY506" fmla="*/ 4076801 h 6858000"/>
              <a:gd name="connsiteX507" fmla="*/ 5434998 w 7472601"/>
              <a:gd name="connsiteY507" fmla="*/ 4254100 h 6858000"/>
              <a:gd name="connsiteX508" fmla="*/ 5351015 w 7472601"/>
              <a:gd name="connsiteY508" fmla="*/ 3760989 h 6858000"/>
              <a:gd name="connsiteX509" fmla="*/ 5413780 w 7472601"/>
              <a:gd name="connsiteY509" fmla="*/ 2966265 h 6858000"/>
              <a:gd name="connsiteX510" fmla="*/ 5425627 w 7472601"/>
              <a:gd name="connsiteY510" fmla="*/ 2954192 h 6858000"/>
              <a:gd name="connsiteX511" fmla="*/ 6604735 w 7472601"/>
              <a:gd name="connsiteY511" fmla="*/ 2041381 h 6858000"/>
              <a:gd name="connsiteX512" fmla="*/ 7204487 w 7472601"/>
              <a:gd name="connsiteY512" fmla="*/ 2742112 h 6858000"/>
              <a:gd name="connsiteX513" fmla="*/ 7131592 w 7472601"/>
              <a:gd name="connsiteY513" fmla="*/ 2672096 h 6858000"/>
              <a:gd name="connsiteX514" fmla="*/ 6996344 w 7472601"/>
              <a:gd name="connsiteY514" fmla="*/ 2518310 h 6858000"/>
              <a:gd name="connsiteX515" fmla="*/ 6735495 w 7472601"/>
              <a:gd name="connsiteY515" fmla="*/ 2196890 h 6858000"/>
              <a:gd name="connsiteX516" fmla="*/ 6721901 w 7472601"/>
              <a:gd name="connsiteY516" fmla="*/ 2179274 h 6858000"/>
              <a:gd name="connsiteX517" fmla="*/ 6604735 w 7472601"/>
              <a:gd name="connsiteY517" fmla="*/ 2041381 h 6858000"/>
              <a:gd name="connsiteX518" fmla="*/ 6591670 w 7472601"/>
              <a:gd name="connsiteY518" fmla="*/ 1988277 h 6858000"/>
              <a:gd name="connsiteX519" fmla="*/ 6747349 w 7472601"/>
              <a:gd name="connsiteY519" fmla="*/ 2160069 h 6858000"/>
              <a:gd name="connsiteX520" fmla="*/ 6760943 w 7472601"/>
              <a:gd name="connsiteY520" fmla="*/ 2177686 h 6858000"/>
              <a:gd name="connsiteX521" fmla="*/ 7021065 w 7472601"/>
              <a:gd name="connsiteY521" fmla="*/ 2498102 h 6858000"/>
              <a:gd name="connsiteX522" fmla="*/ 7155223 w 7472601"/>
              <a:gd name="connsiteY522" fmla="*/ 2650386 h 6858000"/>
              <a:gd name="connsiteX523" fmla="*/ 7203167 w 7472601"/>
              <a:gd name="connsiteY523" fmla="*/ 2697288 h 6858000"/>
              <a:gd name="connsiteX524" fmla="*/ 6937703 w 7472601"/>
              <a:gd name="connsiteY524" fmla="*/ 2321981 h 6858000"/>
              <a:gd name="connsiteX525" fmla="*/ 6591670 w 7472601"/>
              <a:gd name="connsiteY525" fmla="*/ 1988277 h 6858000"/>
              <a:gd name="connsiteX526" fmla="*/ 5798671 w 7472601"/>
              <a:gd name="connsiteY526" fmla="*/ 1981601 h 6858000"/>
              <a:gd name="connsiteX527" fmla="*/ 5754709 w 7472601"/>
              <a:gd name="connsiteY527" fmla="*/ 2071454 h 6858000"/>
              <a:gd name="connsiteX528" fmla="*/ 5763044 w 7472601"/>
              <a:gd name="connsiteY528" fmla="*/ 2842206 h 6858000"/>
              <a:gd name="connsiteX529" fmla="*/ 5764974 w 7472601"/>
              <a:gd name="connsiteY529" fmla="*/ 2799609 h 6858000"/>
              <a:gd name="connsiteX530" fmla="*/ 5767665 w 7472601"/>
              <a:gd name="connsiteY530" fmla="*/ 2666409 h 6858000"/>
              <a:gd name="connsiteX531" fmla="*/ 5763055 w 7472601"/>
              <a:gd name="connsiteY531" fmla="*/ 2579705 h 6858000"/>
              <a:gd name="connsiteX532" fmla="*/ 5758079 w 7472601"/>
              <a:gd name="connsiteY532" fmla="*/ 2492508 h 6858000"/>
              <a:gd name="connsiteX533" fmla="*/ 5779325 w 7472601"/>
              <a:gd name="connsiteY533" fmla="*/ 2197069 h 6858000"/>
              <a:gd name="connsiteX534" fmla="*/ 5798671 w 7472601"/>
              <a:gd name="connsiteY534" fmla="*/ 1981601 h 6858000"/>
              <a:gd name="connsiteX535" fmla="*/ 5829202 w 7472601"/>
              <a:gd name="connsiteY535" fmla="*/ 1971679 h 6858000"/>
              <a:gd name="connsiteX536" fmla="*/ 5809558 w 7472601"/>
              <a:gd name="connsiteY536" fmla="*/ 2198043 h 6858000"/>
              <a:gd name="connsiteX537" fmla="*/ 5788653 w 7472601"/>
              <a:gd name="connsiteY537" fmla="*/ 2489430 h 6858000"/>
              <a:gd name="connsiteX538" fmla="*/ 5793439 w 7472601"/>
              <a:gd name="connsiteY538" fmla="*/ 2575235 h 6858000"/>
              <a:gd name="connsiteX539" fmla="*/ 5796837 w 7472601"/>
              <a:gd name="connsiteY539" fmla="*/ 2637633 h 6858000"/>
              <a:gd name="connsiteX540" fmla="*/ 5818614 w 7472601"/>
              <a:gd name="connsiteY540" fmla="*/ 2473055 h 6858000"/>
              <a:gd name="connsiteX541" fmla="*/ 5829202 w 7472601"/>
              <a:gd name="connsiteY541" fmla="*/ 1971679 h 6858000"/>
              <a:gd name="connsiteX542" fmla="*/ 5911389 w 7472601"/>
              <a:gd name="connsiteY542" fmla="*/ 1898371 h 6858000"/>
              <a:gd name="connsiteX543" fmla="*/ 6237627 w 7472601"/>
              <a:gd name="connsiteY543" fmla="*/ 2231921 h 6858000"/>
              <a:gd name="connsiteX544" fmla="*/ 5911389 w 7472601"/>
              <a:gd name="connsiteY544" fmla="*/ 1898371 h 6858000"/>
              <a:gd name="connsiteX545" fmla="*/ 6944437 w 7472601"/>
              <a:gd name="connsiteY545" fmla="*/ 1575402 h 6858000"/>
              <a:gd name="connsiteX546" fmla="*/ 6304730 w 7472601"/>
              <a:gd name="connsiteY546" fmla="*/ 1766654 h 6858000"/>
              <a:gd name="connsiteX547" fmla="*/ 6944437 w 7472601"/>
              <a:gd name="connsiteY547" fmla="*/ 1575402 h 6858000"/>
              <a:gd name="connsiteX548" fmla="*/ 7019523 w 7472601"/>
              <a:gd name="connsiteY548" fmla="*/ 1519450 h 6858000"/>
              <a:gd name="connsiteX549" fmla="*/ 6298091 w 7472601"/>
              <a:gd name="connsiteY549" fmla="*/ 1737122 h 6858000"/>
              <a:gd name="connsiteX550" fmla="*/ 7019523 w 7472601"/>
              <a:gd name="connsiteY550" fmla="*/ 1519450 h 6858000"/>
              <a:gd name="connsiteX551" fmla="*/ 2399523 w 7472601"/>
              <a:gd name="connsiteY551" fmla="*/ 1428234 h 6858000"/>
              <a:gd name="connsiteX552" fmla="*/ 2224982 w 7472601"/>
              <a:gd name="connsiteY552" fmla="*/ 1826201 h 6858000"/>
              <a:gd name="connsiteX553" fmla="*/ 2096099 w 7472601"/>
              <a:gd name="connsiteY553" fmla="*/ 2345900 h 6858000"/>
              <a:gd name="connsiteX554" fmla="*/ 2283317 w 7472601"/>
              <a:gd name="connsiteY554" fmla="*/ 1796925 h 6858000"/>
              <a:gd name="connsiteX555" fmla="*/ 2399523 w 7472601"/>
              <a:gd name="connsiteY555" fmla="*/ 1428234 h 6858000"/>
              <a:gd name="connsiteX556" fmla="*/ 2448558 w 7472601"/>
              <a:gd name="connsiteY556" fmla="*/ 1373435 h 6858000"/>
              <a:gd name="connsiteX557" fmla="*/ 2312521 w 7472601"/>
              <a:gd name="connsiteY557" fmla="*/ 1806140 h 6858000"/>
              <a:gd name="connsiteX558" fmla="*/ 2127533 w 7472601"/>
              <a:gd name="connsiteY558" fmla="*/ 2348380 h 6858000"/>
              <a:gd name="connsiteX559" fmla="*/ 2358080 w 7472601"/>
              <a:gd name="connsiteY559" fmla="*/ 1866134 h 6858000"/>
              <a:gd name="connsiteX560" fmla="*/ 2407436 w 7472601"/>
              <a:gd name="connsiteY560" fmla="*/ 1651070 h 6858000"/>
              <a:gd name="connsiteX561" fmla="*/ 2448558 w 7472601"/>
              <a:gd name="connsiteY561" fmla="*/ 1373435 h 6858000"/>
              <a:gd name="connsiteX562" fmla="*/ 278707 w 7472601"/>
              <a:gd name="connsiteY562" fmla="*/ 1352270 h 6858000"/>
              <a:gd name="connsiteX563" fmla="*/ 321570 w 7472601"/>
              <a:gd name="connsiteY563" fmla="*/ 1861610 h 6858000"/>
              <a:gd name="connsiteX564" fmla="*/ 294281 w 7472601"/>
              <a:gd name="connsiteY564" fmla="*/ 1440658 h 6858000"/>
              <a:gd name="connsiteX565" fmla="*/ 278707 w 7472601"/>
              <a:gd name="connsiteY565" fmla="*/ 1352270 h 6858000"/>
              <a:gd name="connsiteX566" fmla="*/ 1423821 w 7472601"/>
              <a:gd name="connsiteY566" fmla="*/ 1351958 h 6858000"/>
              <a:gd name="connsiteX567" fmla="*/ 1638521 w 7472601"/>
              <a:gd name="connsiteY567" fmla="*/ 1908470 h 6858000"/>
              <a:gd name="connsiteX568" fmla="*/ 1754199 w 7472601"/>
              <a:gd name="connsiteY568" fmla="*/ 2149284 h 6858000"/>
              <a:gd name="connsiteX569" fmla="*/ 1908359 w 7472601"/>
              <a:gd name="connsiteY569" fmla="*/ 2364988 h 6858000"/>
              <a:gd name="connsiteX570" fmla="*/ 1647661 w 7472601"/>
              <a:gd name="connsiteY570" fmla="*/ 1825945 h 6858000"/>
              <a:gd name="connsiteX571" fmla="*/ 1423821 w 7472601"/>
              <a:gd name="connsiteY571" fmla="*/ 1351958 h 6858000"/>
              <a:gd name="connsiteX572" fmla="*/ 1431890 w 7472601"/>
              <a:gd name="connsiteY572" fmla="*/ 1306475 h 6858000"/>
              <a:gd name="connsiteX573" fmla="*/ 1507597 w 7472601"/>
              <a:gd name="connsiteY573" fmla="*/ 1446132 h 6858000"/>
              <a:gd name="connsiteX574" fmla="*/ 1674586 w 7472601"/>
              <a:gd name="connsiteY574" fmla="*/ 1813832 h 6858000"/>
              <a:gd name="connsiteX575" fmla="*/ 1815950 w 7472601"/>
              <a:gd name="connsiteY575" fmla="*/ 2128564 h 6858000"/>
              <a:gd name="connsiteX576" fmla="*/ 1984242 w 7472601"/>
              <a:gd name="connsiteY576" fmla="*/ 2430829 h 6858000"/>
              <a:gd name="connsiteX577" fmla="*/ 2014023 w 7472601"/>
              <a:gd name="connsiteY577" fmla="*/ 2450995 h 6858000"/>
              <a:gd name="connsiteX578" fmla="*/ 1747337 w 7472601"/>
              <a:gd name="connsiteY578" fmla="*/ 1855264 h 6858000"/>
              <a:gd name="connsiteX579" fmla="*/ 1533749 w 7472601"/>
              <a:gd name="connsiteY579" fmla="*/ 1478656 h 6858000"/>
              <a:gd name="connsiteX580" fmla="*/ 1431890 w 7472601"/>
              <a:gd name="connsiteY580" fmla="*/ 1306475 h 6858000"/>
              <a:gd name="connsiteX581" fmla="*/ 5052692 w 7472601"/>
              <a:gd name="connsiteY581" fmla="*/ 1292994 h 6858000"/>
              <a:gd name="connsiteX582" fmla="*/ 5200661 w 7472601"/>
              <a:gd name="connsiteY582" fmla="*/ 1635186 h 6858000"/>
              <a:gd name="connsiteX583" fmla="*/ 5297138 w 7472601"/>
              <a:gd name="connsiteY583" fmla="*/ 1906351 h 6858000"/>
              <a:gd name="connsiteX584" fmla="*/ 5052692 w 7472601"/>
              <a:gd name="connsiteY584" fmla="*/ 1292994 h 6858000"/>
              <a:gd name="connsiteX585" fmla="*/ 5009948 w 7472601"/>
              <a:gd name="connsiteY585" fmla="*/ 1273619 h 6858000"/>
              <a:gd name="connsiteX586" fmla="*/ 5121777 w 7472601"/>
              <a:gd name="connsiteY586" fmla="*/ 1654213 h 6858000"/>
              <a:gd name="connsiteX587" fmla="*/ 5293545 w 7472601"/>
              <a:gd name="connsiteY587" fmla="*/ 2072247 h 6858000"/>
              <a:gd name="connsiteX588" fmla="*/ 5294042 w 7472601"/>
              <a:gd name="connsiteY588" fmla="*/ 2065019 h 6858000"/>
              <a:gd name="connsiteX589" fmla="*/ 5171936 w 7472601"/>
              <a:gd name="connsiteY589" fmla="*/ 1647613 h 6858000"/>
              <a:gd name="connsiteX590" fmla="*/ 5009948 w 7472601"/>
              <a:gd name="connsiteY590" fmla="*/ 1273619 h 6858000"/>
              <a:gd name="connsiteX591" fmla="*/ 655236 w 7472601"/>
              <a:gd name="connsiteY591" fmla="*/ 1268632 h 6858000"/>
              <a:gd name="connsiteX592" fmla="*/ 839521 w 7472601"/>
              <a:gd name="connsiteY592" fmla="*/ 1685315 h 6858000"/>
              <a:gd name="connsiteX593" fmla="*/ 1109416 w 7472601"/>
              <a:gd name="connsiteY593" fmla="*/ 2061663 h 6858000"/>
              <a:gd name="connsiteX594" fmla="*/ 1298300 w 7472601"/>
              <a:gd name="connsiteY594" fmla="*/ 2247742 h 6858000"/>
              <a:gd name="connsiteX595" fmla="*/ 1125871 w 7472601"/>
              <a:gd name="connsiteY595" fmla="*/ 1989513 h 6858000"/>
              <a:gd name="connsiteX596" fmla="*/ 981574 w 7472601"/>
              <a:gd name="connsiteY596" fmla="*/ 1783157 h 6858000"/>
              <a:gd name="connsiteX597" fmla="*/ 922198 w 7472601"/>
              <a:gd name="connsiteY597" fmla="*/ 1677437 h 6858000"/>
              <a:gd name="connsiteX598" fmla="*/ 869293 w 7472601"/>
              <a:gd name="connsiteY598" fmla="*/ 1583214 h 6858000"/>
              <a:gd name="connsiteX599" fmla="*/ 751431 w 7472601"/>
              <a:gd name="connsiteY599" fmla="*/ 1405731 h 6858000"/>
              <a:gd name="connsiteX600" fmla="*/ 655236 w 7472601"/>
              <a:gd name="connsiteY600" fmla="*/ 1268632 h 6858000"/>
              <a:gd name="connsiteX601" fmla="*/ 6516292 w 7472601"/>
              <a:gd name="connsiteY601" fmla="*/ 1263064 h 6858000"/>
              <a:gd name="connsiteX602" fmla="*/ 5736320 w 7472601"/>
              <a:gd name="connsiteY602" fmla="*/ 1501803 h 6858000"/>
              <a:gd name="connsiteX603" fmla="*/ 6516292 w 7472601"/>
              <a:gd name="connsiteY603" fmla="*/ 1263064 h 6858000"/>
              <a:gd name="connsiteX604" fmla="*/ 291466 w 7472601"/>
              <a:gd name="connsiteY604" fmla="*/ 1250369 h 6858000"/>
              <a:gd name="connsiteX605" fmla="*/ 323180 w 7472601"/>
              <a:gd name="connsiteY605" fmla="*/ 1435283 h 6858000"/>
              <a:gd name="connsiteX606" fmla="*/ 349381 w 7472601"/>
              <a:gd name="connsiteY606" fmla="*/ 1875041 h 6858000"/>
              <a:gd name="connsiteX607" fmla="*/ 374363 w 7472601"/>
              <a:gd name="connsiteY607" fmla="*/ 1506494 h 6858000"/>
              <a:gd name="connsiteX608" fmla="*/ 302168 w 7472601"/>
              <a:gd name="connsiteY608" fmla="*/ 1274495 h 6858000"/>
              <a:gd name="connsiteX609" fmla="*/ 291466 w 7472601"/>
              <a:gd name="connsiteY609" fmla="*/ 1250369 h 6858000"/>
              <a:gd name="connsiteX610" fmla="*/ 678222 w 7472601"/>
              <a:gd name="connsiteY610" fmla="*/ 1248670 h 6858000"/>
              <a:gd name="connsiteX611" fmla="*/ 775536 w 7472601"/>
              <a:gd name="connsiteY611" fmla="*/ 1388015 h 6858000"/>
              <a:gd name="connsiteX612" fmla="*/ 894529 w 7472601"/>
              <a:gd name="connsiteY612" fmla="*/ 1567739 h 6858000"/>
              <a:gd name="connsiteX613" fmla="*/ 948000 w 7472601"/>
              <a:gd name="connsiteY613" fmla="*/ 1663088 h 6858000"/>
              <a:gd name="connsiteX614" fmla="*/ 1006812 w 7472601"/>
              <a:gd name="connsiteY614" fmla="*/ 1767683 h 6858000"/>
              <a:gd name="connsiteX615" fmla="*/ 1149133 w 7472601"/>
              <a:gd name="connsiteY615" fmla="*/ 1971513 h 6858000"/>
              <a:gd name="connsiteX616" fmla="*/ 1333952 w 7472601"/>
              <a:gd name="connsiteY616" fmla="*/ 2251620 h 6858000"/>
              <a:gd name="connsiteX617" fmla="*/ 1337329 w 7472601"/>
              <a:gd name="connsiteY617" fmla="*/ 2258350 h 6858000"/>
              <a:gd name="connsiteX618" fmla="*/ 1014726 w 7472601"/>
              <a:gd name="connsiteY618" fmla="*/ 1615556 h 6858000"/>
              <a:gd name="connsiteX619" fmla="*/ 678222 w 7472601"/>
              <a:gd name="connsiteY619" fmla="*/ 1248670 h 6858000"/>
              <a:gd name="connsiteX620" fmla="*/ 6691602 w 7472601"/>
              <a:gd name="connsiteY620" fmla="*/ 1140573 h 6858000"/>
              <a:gd name="connsiteX621" fmla="*/ 6571100 w 7472601"/>
              <a:gd name="connsiteY621" fmla="*/ 1183662 h 6858000"/>
              <a:gd name="connsiteX622" fmla="*/ 6241687 w 7472601"/>
              <a:gd name="connsiteY622" fmla="*/ 1257600 h 6858000"/>
              <a:gd name="connsiteX623" fmla="*/ 5693009 w 7472601"/>
              <a:gd name="connsiteY623" fmla="*/ 1478256 h 6858000"/>
              <a:gd name="connsiteX624" fmla="*/ 6548420 w 7472601"/>
              <a:gd name="connsiteY624" fmla="*/ 1214599 h 6858000"/>
              <a:gd name="connsiteX625" fmla="*/ 6605473 w 7472601"/>
              <a:gd name="connsiteY625" fmla="*/ 1184686 h 6858000"/>
              <a:gd name="connsiteX626" fmla="*/ 6691602 w 7472601"/>
              <a:gd name="connsiteY626" fmla="*/ 1140573 h 6858000"/>
              <a:gd name="connsiteX627" fmla="*/ 4002475 w 7472601"/>
              <a:gd name="connsiteY627" fmla="*/ 1037802 h 6858000"/>
              <a:gd name="connsiteX628" fmla="*/ 4000324 w 7472601"/>
              <a:gd name="connsiteY628" fmla="*/ 1039362 h 6858000"/>
              <a:gd name="connsiteX629" fmla="*/ 4002862 w 7472601"/>
              <a:gd name="connsiteY629" fmla="*/ 1042866 h 6858000"/>
              <a:gd name="connsiteX630" fmla="*/ 4002475 w 7472601"/>
              <a:gd name="connsiteY630" fmla="*/ 1037802 h 6858000"/>
              <a:gd name="connsiteX631" fmla="*/ 506322 w 7472601"/>
              <a:gd name="connsiteY631" fmla="*/ 1020997 h 6858000"/>
              <a:gd name="connsiteX632" fmla="*/ 533068 w 7472601"/>
              <a:gd name="connsiteY632" fmla="*/ 1029409 h 6858000"/>
              <a:gd name="connsiteX633" fmla="*/ 1232525 w 7472601"/>
              <a:gd name="connsiteY633" fmla="*/ 1804675 h 6858000"/>
              <a:gd name="connsiteX634" fmla="*/ 1388858 w 7472601"/>
              <a:gd name="connsiteY634" fmla="*/ 2368011 h 6858000"/>
              <a:gd name="connsiteX635" fmla="*/ 1384098 w 7472601"/>
              <a:gd name="connsiteY635" fmla="*/ 2378125 h 6858000"/>
              <a:gd name="connsiteX636" fmla="*/ 1425393 w 7472601"/>
              <a:gd name="connsiteY636" fmla="*/ 2589124 h 6858000"/>
              <a:gd name="connsiteX637" fmla="*/ 1424001 w 7472601"/>
              <a:gd name="connsiteY637" fmla="*/ 2597541 h 6858000"/>
              <a:gd name="connsiteX638" fmla="*/ 2152729 w 7472601"/>
              <a:gd name="connsiteY638" fmla="*/ 2864487 h 6858000"/>
              <a:gd name="connsiteX639" fmla="*/ 2020609 w 7472601"/>
              <a:gd name="connsiteY639" fmla="*/ 2539671 h 6858000"/>
              <a:gd name="connsiteX640" fmla="*/ 2018920 w 7472601"/>
              <a:gd name="connsiteY640" fmla="*/ 2536309 h 6858000"/>
              <a:gd name="connsiteX641" fmla="*/ 1342441 w 7472601"/>
              <a:gd name="connsiteY641" fmla="*/ 1173017 h 6858000"/>
              <a:gd name="connsiteX642" fmla="*/ 1367925 w 7472601"/>
              <a:gd name="connsiteY642" fmla="*/ 1135648 h 6858000"/>
              <a:gd name="connsiteX643" fmla="*/ 1771401 w 7472601"/>
              <a:gd name="connsiteY643" fmla="*/ 1806673 h 6858000"/>
              <a:gd name="connsiteX644" fmla="*/ 1972385 w 7472601"/>
              <a:gd name="connsiteY644" fmla="*/ 2198735 h 6858000"/>
              <a:gd name="connsiteX645" fmla="*/ 2040892 w 7472601"/>
              <a:gd name="connsiteY645" fmla="*/ 2405205 h 6858000"/>
              <a:gd name="connsiteX646" fmla="*/ 2131689 w 7472601"/>
              <a:gd name="connsiteY646" fmla="*/ 1936926 h 6858000"/>
              <a:gd name="connsiteX647" fmla="*/ 2454820 w 7472601"/>
              <a:gd name="connsiteY647" fmla="*/ 1248808 h 6858000"/>
              <a:gd name="connsiteX648" fmla="*/ 2492512 w 7472601"/>
              <a:gd name="connsiteY648" fmla="*/ 1302920 h 6858000"/>
              <a:gd name="connsiteX649" fmla="*/ 2081216 w 7472601"/>
              <a:gd name="connsiteY649" fmla="*/ 2527513 h 6858000"/>
              <a:gd name="connsiteX650" fmla="*/ 2081211 w 7472601"/>
              <a:gd name="connsiteY650" fmla="*/ 2528916 h 6858000"/>
              <a:gd name="connsiteX651" fmla="*/ 2199067 w 7472601"/>
              <a:gd name="connsiteY651" fmla="*/ 2884061 h 6858000"/>
              <a:gd name="connsiteX652" fmla="*/ 3192586 w 7472601"/>
              <a:gd name="connsiteY652" fmla="*/ 3411496 h 6858000"/>
              <a:gd name="connsiteX653" fmla="*/ 3182620 w 7472601"/>
              <a:gd name="connsiteY653" fmla="*/ 3483279 h 6858000"/>
              <a:gd name="connsiteX654" fmla="*/ 2435119 w 7472601"/>
              <a:gd name="connsiteY654" fmla="*/ 3080173 h 6858000"/>
              <a:gd name="connsiteX655" fmla="*/ 2410152 w 7472601"/>
              <a:gd name="connsiteY655" fmla="*/ 3063751 h 6858000"/>
              <a:gd name="connsiteX656" fmla="*/ 2408099 w 7472601"/>
              <a:gd name="connsiteY656" fmla="*/ 3064403 h 6858000"/>
              <a:gd name="connsiteX657" fmla="*/ 2407218 w 7472601"/>
              <a:gd name="connsiteY657" fmla="*/ 3070324 h 6858000"/>
              <a:gd name="connsiteX658" fmla="*/ 2380138 w 7472601"/>
              <a:gd name="connsiteY658" fmla="*/ 3099341 h 6858000"/>
              <a:gd name="connsiteX659" fmla="*/ 1765923 w 7472601"/>
              <a:gd name="connsiteY659" fmla="*/ 3581043 h 6858000"/>
              <a:gd name="connsiteX660" fmla="*/ 1702258 w 7472601"/>
              <a:gd name="connsiteY660" fmla="*/ 3612286 h 6858000"/>
              <a:gd name="connsiteX661" fmla="*/ 1538370 w 7472601"/>
              <a:gd name="connsiteY661" fmla="*/ 3811804 h 6858000"/>
              <a:gd name="connsiteX662" fmla="*/ 542867 w 7472601"/>
              <a:gd name="connsiteY662" fmla="*/ 4944092 h 6858000"/>
              <a:gd name="connsiteX663" fmla="*/ 515800 w 7472601"/>
              <a:gd name="connsiteY663" fmla="*/ 4862180 h 6858000"/>
              <a:gd name="connsiteX664" fmla="*/ 909145 w 7472601"/>
              <a:gd name="connsiteY664" fmla="*/ 4199225 h 6858000"/>
              <a:gd name="connsiteX665" fmla="*/ 1214067 w 7472601"/>
              <a:gd name="connsiteY665" fmla="*/ 3908561 h 6858000"/>
              <a:gd name="connsiteX666" fmla="*/ 640967 w 7472601"/>
              <a:gd name="connsiteY666" fmla="*/ 4105601 h 6858000"/>
              <a:gd name="connsiteX667" fmla="*/ 112563 w 7472601"/>
              <a:gd name="connsiteY667" fmla="*/ 4396952 h 6858000"/>
              <a:gd name="connsiteX668" fmla="*/ 0 w 7472601"/>
              <a:gd name="connsiteY668" fmla="*/ 4466006 h 6858000"/>
              <a:gd name="connsiteX669" fmla="*/ 0 w 7472601"/>
              <a:gd name="connsiteY669" fmla="*/ 4233763 h 6858000"/>
              <a:gd name="connsiteX670" fmla="*/ 36881 w 7472601"/>
              <a:gd name="connsiteY670" fmla="*/ 4200118 h 6858000"/>
              <a:gd name="connsiteX671" fmla="*/ 910534 w 7472601"/>
              <a:gd name="connsiteY671" fmla="*/ 3629753 h 6858000"/>
              <a:gd name="connsiteX672" fmla="*/ 1578717 w 7472601"/>
              <a:gd name="connsiteY672" fmla="*/ 3575982 h 6858000"/>
              <a:gd name="connsiteX673" fmla="*/ 2338780 w 7472601"/>
              <a:gd name="connsiteY673" fmla="*/ 3033725 h 6858000"/>
              <a:gd name="connsiteX674" fmla="*/ 1807991 w 7472601"/>
              <a:gd name="connsiteY674" fmla="*/ 2807184 h 6858000"/>
              <a:gd name="connsiteX675" fmla="*/ 1416358 w 7472601"/>
              <a:gd name="connsiteY675" fmla="*/ 3112571 h 6858000"/>
              <a:gd name="connsiteX676" fmla="*/ 939066 w 7472601"/>
              <a:gd name="connsiteY676" fmla="*/ 3378798 h 6858000"/>
              <a:gd name="connsiteX677" fmla="*/ 115099 w 7472601"/>
              <a:gd name="connsiteY677" fmla="*/ 3607650 h 6858000"/>
              <a:gd name="connsiteX678" fmla="*/ 97284 w 7472601"/>
              <a:gd name="connsiteY678" fmla="*/ 3520393 h 6858000"/>
              <a:gd name="connsiteX679" fmla="*/ 922050 w 7472601"/>
              <a:gd name="connsiteY679" fmla="*/ 3074867 h 6858000"/>
              <a:gd name="connsiteX680" fmla="*/ 1405265 w 7472601"/>
              <a:gd name="connsiteY680" fmla="*/ 3016319 h 6858000"/>
              <a:gd name="connsiteX681" fmla="*/ 1407512 w 7472601"/>
              <a:gd name="connsiteY681" fmla="*/ 3018001 h 6858000"/>
              <a:gd name="connsiteX682" fmla="*/ 1726266 w 7472601"/>
              <a:gd name="connsiteY682" fmla="*/ 2777274 h 6858000"/>
              <a:gd name="connsiteX683" fmla="*/ 625390 w 7472601"/>
              <a:gd name="connsiteY683" fmla="*/ 2514541 h 6858000"/>
              <a:gd name="connsiteX684" fmla="*/ 619799 w 7472601"/>
              <a:gd name="connsiteY684" fmla="*/ 2527180 h 6858000"/>
              <a:gd name="connsiteX685" fmla="*/ 310030 w 7472601"/>
              <a:gd name="connsiteY685" fmla="*/ 2771818 h 6858000"/>
              <a:gd name="connsiteX686" fmla="*/ 173877 w 7472601"/>
              <a:gd name="connsiteY686" fmla="*/ 2937056 h 6858000"/>
              <a:gd name="connsiteX687" fmla="*/ 77889 w 7472601"/>
              <a:gd name="connsiteY687" fmla="*/ 3138440 h 6858000"/>
              <a:gd name="connsiteX688" fmla="*/ 0 w 7472601"/>
              <a:gd name="connsiteY688" fmla="*/ 3271395 h 6858000"/>
              <a:gd name="connsiteX689" fmla="*/ 0 w 7472601"/>
              <a:gd name="connsiteY689" fmla="*/ 3153002 h 6858000"/>
              <a:gd name="connsiteX690" fmla="*/ 2386 w 7472601"/>
              <a:gd name="connsiteY690" fmla="*/ 3149203 h 6858000"/>
              <a:gd name="connsiteX691" fmla="*/ 89753 w 7472601"/>
              <a:gd name="connsiteY691" fmla="*/ 2987702 h 6858000"/>
              <a:gd name="connsiteX692" fmla="*/ 76869 w 7472601"/>
              <a:gd name="connsiteY692" fmla="*/ 3005404 h 6858000"/>
              <a:gd name="connsiteX693" fmla="*/ 32049 w 7472601"/>
              <a:gd name="connsiteY693" fmla="*/ 3065814 h 6858000"/>
              <a:gd name="connsiteX694" fmla="*/ 0 w 7472601"/>
              <a:gd name="connsiteY694" fmla="*/ 3108744 h 6858000"/>
              <a:gd name="connsiteX695" fmla="*/ 0 w 7472601"/>
              <a:gd name="connsiteY695" fmla="*/ 3058059 h 6858000"/>
              <a:gd name="connsiteX696" fmla="*/ 7610 w 7472601"/>
              <a:gd name="connsiteY696" fmla="*/ 3047889 h 6858000"/>
              <a:gd name="connsiteX697" fmla="*/ 52419 w 7472601"/>
              <a:gd name="connsiteY697" fmla="*/ 2987479 h 6858000"/>
              <a:gd name="connsiteX698" fmla="*/ 59142 w 7472601"/>
              <a:gd name="connsiteY698" fmla="*/ 2978488 h 6858000"/>
              <a:gd name="connsiteX699" fmla="*/ 0 w 7472601"/>
              <a:gd name="connsiteY699" fmla="*/ 3015334 h 6858000"/>
              <a:gd name="connsiteX700" fmla="*/ 0 w 7472601"/>
              <a:gd name="connsiteY700" fmla="*/ 2914286 h 6858000"/>
              <a:gd name="connsiteX701" fmla="*/ 36383 w 7472601"/>
              <a:gd name="connsiteY701" fmla="*/ 2901128 h 6858000"/>
              <a:gd name="connsiteX702" fmla="*/ 156329 w 7472601"/>
              <a:gd name="connsiteY702" fmla="*/ 2840533 h 6858000"/>
              <a:gd name="connsiteX703" fmla="*/ 358355 w 7472601"/>
              <a:gd name="connsiteY703" fmla="*/ 2620471 h 6858000"/>
              <a:gd name="connsiteX704" fmla="*/ 510577 w 7472601"/>
              <a:gd name="connsiteY704" fmla="*/ 2501244 h 6858000"/>
              <a:gd name="connsiteX705" fmla="*/ 211967 w 7472601"/>
              <a:gd name="connsiteY705" fmla="*/ 2479171 h 6858000"/>
              <a:gd name="connsiteX706" fmla="*/ 0 w 7472601"/>
              <a:gd name="connsiteY706" fmla="*/ 2476398 h 6858000"/>
              <a:gd name="connsiteX707" fmla="*/ 0 w 7472601"/>
              <a:gd name="connsiteY707" fmla="*/ 2389189 h 6858000"/>
              <a:gd name="connsiteX708" fmla="*/ 103062 w 7472601"/>
              <a:gd name="connsiteY708" fmla="*/ 2389518 h 6858000"/>
              <a:gd name="connsiteX709" fmla="*/ 510734 w 7472601"/>
              <a:gd name="connsiteY709" fmla="*/ 2416201 h 6858000"/>
              <a:gd name="connsiteX710" fmla="*/ 279257 w 7472601"/>
              <a:gd name="connsiteY710" fmla="*/ 2092102 h 6858000"/>
              <a:gd name="connsiteX711" fmla="*/ 65265 w 7472601"/>
              <a:gd name="connsiteY711" fmla="*/ 2006049 h 6858000"/>
              <a:gd name="connsiteX712" fmla="*/ 0 w 7472601"/>
              <a:gd name="connsiteY712" fmla="*/ 1982532 h 6858000"/>
              <a:gd name="connsiteX713" fmla="*/ 0 w 7472601"/>
              <a:gd name="connsiteY713" fmla="*/ 1912789 h 6858000"/>
              <a:gd name="connsiteX714" fmla="*/ 97460 w 7472601"/>
              <a:gd name="connsiteY714" fmla="*/ 1953725 h 6858000"/>
              <a:gd name="connsiteX715" fmla="*/ 221272 w 7472601"/>
              <a:gd name="connsiteY715" fmla="*/ 1980766 h 6858000"/>
              <a:gd name="connsiteX716" fmla="*/ 116765 w 7472601"/>
              <a:gd name="connsiteY716" fmla="*/ 1911033 h 6858000"/>
              <a:gd name="connsiteX717" fmla="*/ 16405 w 7472601"/>
              <a:gd name="connsiteY717" fmla="*/ 1803412 h 6858000"/>
              <a:gd name="connsiteX718" fmla="*/ 0 w 7472601"/>
              <a:gd name="connsiteY718" fmla="*/ 1784777 h 6858000"/>
              <a:gd name="connsiteX719" fmla="*/ 0 w 7472601"/>
              <a:gd name="connsiteY719" fmla="*/ 1740082 h 6858000"/>
              <a:gd name="connsiteX720" fmla="*/ 39394 w 7472601"/>
              <a:gd name="connsiteY720" fmla="*/ 1784856 h 6858000"/>
              <a:gd name="connsiteX721" fmla="*/ 135813 w 7472601"/>
              <a:gd name="connsiteY721" fmla="*/ 1888838 h 6858000"/>
              <a:gd name="connsiteX722" fmla="*/ 242575 w 7472601"/>
              <a:gd name="connsiteY722" fmla="*/ 1958841 h 6858000"/>
              <a:gd name="connsiteX723" fmla="*/ 82197 w 7472601"/>
              <a:gd name="connsiteY723" fmla="*/ 1754826 h 6858000"/>
              <a:gd name="connsiteX724" fmla="*/ 0 w 7472601"/>
              <a:gd name="connsiteY724" fmla="*/ 1679650 h 6858000"/>
              <a:gd name="connsiteX725" fmla="*/ 0 w 7472601"/>
              <a:gd name="connsiteY725" fmla="*/ 1602463 h 6858000"/>
              <a:gd name="connsiteX726" fmla="*/ 84689 w 7472601"/>
              <a:gd name="connsiteY726" fmla="*/ 1677442 h 6858000"/>
              <a:gd name="connsiteX727" fmla="*/ 298437 w 7472601"/>
              <a:gd name="connsiteY727" fmla="*/ 1968019 h 6858000"/>
              <a:gd name="connsiteX728" fmla="*/ 227269 w 7472601"/>
              <a:gd name="connsiteY728" fmla="*/ 1114064 h 6858000"/>
              <a:gd name="connsiteX729" fmla="*/ 248003 w 7472601"/>
              <a:gd name="connsiteY729" fmla="*/ 1089613 h 6858000"/>
              <a:gd name="connsiteX730" fmla="*/ 427020 w 7472601"/>
              <a:gd name="connsiteY730" fmla="*/ 1619803 h 6858000"/>
              <a:gd name="connsiteX731" fmla="*/ 340345 w 7472601"/>
              <a:gd name="connsiteY731" fmla="*/ 2027739 h 6858000"/>
              <a:gd name="connsiteX732" fmla="*/ 360865 w 7472601"/>
              <a:gd name="connsiteY732" fmla="*/ 2044827 h 6858000"/>
              <a:gd name="connsiteX733" fmla="*/ 560414 w 7472601"/>
              <a:gd name="connsiteY733" fmla="*/ 2421457 h 6858000"/>
              <a:gd name="connsiteX734" fmla="*/ 1359703 w 7472601"/>
              <a:gd name="connsiteY734" fmla="*/ 2578554 h 6858000"/>
              <a:gd name="connsiteX735" fmla="*/ 1359422 w 7472601"/>
              <a:gd name="connsiteY735" fmla="*/ 2577994 h 6858000"/>
              <a:gd name="connsiteX736" fmla="*/ 828701 w 7472601"/>
              <a:gd name="connsiteY736" fmla="*/ 1839520 h 6858000"/>
              <a:gd name="connsiteX737" fmla="*/ 494427 w 7472601"/>
              <a:gd name="connsiteY737" fmla="*/ 1092333 h 6858000"/>
              <a:gd name="connsiteX738" fmla="*/ 506322 w 7472601"/>
              <a:gd name="connsiteY738" fmla="*/ 1020997 h 6858000"/>
              <a:gd name="connsiteX739" fmla="*/ 4570198 w 7472601"/>
              <a:gd name="connsiteY739" fmla="*/ 978081 h 6858000"/>
              <a:gd name="connsiteX740" fmla="*/ 4523691 w 7472601"/>
              <a:gd name="connsiteY740" fmla="*/ 1127776 h 6858000"/>
              <a:gd name="connsiteX741" fmla="*/ 4509875 w 7472601"/>
              <a:gd name="connsiteY741" fmla="*/ 1167552 h 6858000"/>
              <a:gd name="connsiteX742" fmla="*/ 4478168 w 7472601"/>
              <a:gd name="connsiteY742" fmla="*/ 1260735 h 6858000"/>
              <a:gd name="connsiteX743" fmla="*/ 4409309 w 7472601"/>
              <a:gd name="connsiteY743" fmla="*/ 1666996 h 6858000"/>
              <a:gd name="connsiteX744" fmla="*/ 4370031 w 7472601"/>
              <a:gd name="connsiteY744" fmla="*/ 1955666 h 6858000"/>
              <a:gd name="connsiteX745" fmla="*/ 4570198 w 7472601"/>
              <a:gd name="connsiteY745" fmla="*/ 978081 h 6858000"/>
              <a:gd name="connsiteX746" fmla="*/ 4557898 w 7472601"/>
              <a:gd name="connsiteY746" fmla="*/ 900011 h 6858000"/>
              <a:gd name="connsiteX747" fmla="*/ 4344840 w 7472601"/>
              <a:gd name="connsiteY747" fmla="*/ 1922038 h 6858000"/>
              <a:gd name="connsiteX748" fmla="*/ 4378710 w 7472601"/>
              <a:gd name="connsiteY748" fmla="*/ 1665516 h 6858000"/>
              <a:gd name="connsiteX749" fmla="*/ 4448798 w 7472601"/>
              <a:gd name="connsiteY749" fmla="*/ 1253024 h 6858000"/>
              <a:gd name="connsiteX750" fmla="*/ 4480315 w 7472601"/>
              <a:gd name="connsiteY750" fmla="*/ 1158454 h 6858000"/>
              <a:gd name="connsiteX751" fmla="*/ 4494133 w 7472601"/>
              <a:gd name="connsiteY751" fmla="*/ 1118676 h 6858000"/>
              <a:gd name="connsiteX752" fmla="*/ 4557898 w 7472601"/>
              <a:gd name="connsiteY752" fmla="*/ 900011 h 6858000"/>
              <a:gd name="connsiteX753" fmla="*/ 5870151 w 7472601"/>
              <a:gd name="connsiteY753" fmla="*/ 898890 h 6858000"/>
              <a:gd name="connsiteX754" fmla="*/ 5861335 w 7472601"/>
              <a:gd name="connsiteY754" fmla="*/ 899177 h 6858000"/>
              <a:gd name="connsiteX755" fmla="*/ 5843702 w 7472601"/>
              <a:gd name="connsiteY755" fmla="*/ 899748 h 6858000"/>
              <a:gd name="connsiteX756" fmla="*/ 5651107 w 7472601"/>
              <a:gd name="connsiteY756" fmla="*/ 920306 h 6858000"/>
              <a:gd name="connsiteX757" fmla="*/ 5459407 w 7472601"/>
              <a:gd name="connsiteY757" fmla="*/ 940975 h 6858000"/>
              <a:gd name="connsiteX758" fmla="*/ 5374846 w 7472601"/>
              <a:gd name="connsiteY758" fmla="*/ 941988 h 6858000"/>
              <a:gd name="connsiteX759" fmla="*/ 5256105 w 7472601"/>
              <a:gd name="connsiteY759" fmla="*/ 945632 h 6858000"/>
              <a:gd name="connsiteX760" fmla="*/ 5107071 w 7472601"/>
              <a:gd name="connsiteY760" fmla="*/ 969720 h 6858000"/>
              <a:gd name="connsiteX761" fmla="*/ 4998681 w 7472601"/>
              <a:gd name="connsiteY761" fmla="*/ 988771 h 6858000"/>
              <a:gd name="connsiteX762" fmla="*/ 5870151 w 7472601"/>
              <a:gd name="connsiteY762" fmla="*/ 898890 h 6858000"/>
              <a:gd name="connsiteX763" fmla="*/ 5504425 w 7472601"/>
              <a:gd name="connsiteY763" fmla="*/ 848067 h 6858000"/>
              <a:gd name="connsiteX764" fmla="*/ 4968849 w 7472601"/>
              <a:gd name="connsiteY764" fmla="*/ 962318 h 6858000"/>
              <a:gd name="connsiteX765" fmla="*/ 5104039 w 7472601"/>
              <a:gd name="connsiteY765" fmla="*/ 940634 h 6858000"/>
              <a:gd name="connsiteX766" fmla="*/ 5256311 w 7472601"/>
              <a:gd name="connsiteY766" fmla="*/ 916490 h 6858000"/>
              <a:gd name="connsiteX767" fmla="*/ 5377381 w 7472601"/>
              <a:gd name="connsiteY767" fmla="*/ 912671 h 6858000"/>
              <a:gd name="connsiteX768" fmla="*/ 5460148 w 7472601"/>
              <a:gd name="connsiteY768" fmla="*/ 911442 h 6858000"/>
              <a:gd name="connsiteX769" fmla="*/ 5648971 w 7472601"/>
              <a:gd name="connsiteY769" fmla="*/ 891331 h 6858000"/>
              <a:gd name="connsiteX770" fmla="*/ 5844807 w 7472601"/>
              <a:gd name="connsiteY770" fmla="*/ 870718 h 6858000"/>
              <a:gd name="connsiteX771" fmla="*/ 5862975 w 7472601"/>
              <a:gd name="connsiteY771" fmla="*/ 869756 h 6858000"/>
              <a:gd name="connsiteX772" fmla="*/ 5920887 w 7472601"/>
              <a:gd name="connsiteY772" fmla="*/ 865929 h 6858000"/>
              <a:gd name="connsiteX773" fmla="*/ 5504425 w 7472601"/>
              <a:gd name="connsiteY773" fmla="*/ 848067 h 6858000"/>
              <a:gd name="connsiteX774" fmla="*/ 3607114 w 7472601"/>
              <a:gd name="connsiteY774" fmla="*/ 467441 h 6858000"/>
              <a:gd name="connsiteX775" fmla="*/ 3296242 w 7472601"/>
              <a:gd name="connsiteY775" fmla="*/ 807991 h 6858000"/>
              <a:gd name="connsiteX776" fmla="*/ 3174674 w 7472601"/>
              <a:gd name="connsiteY776" fmla="*/ 919759 h 6858000"/>
              <a:gd name="connsiteX777" fmla="*/ 3042978 w 7472601"/>
              <a:gd name="connsiteY777" fmla="*/ 1054894 h 6858000"/>
              <a:gd name="connsiteX778" fmla="*/ 2968914 w 7472601"/>
              <a:gd name="connsiteY778" fmla="*/ 1133756 h 6858000"/>
              <a:gd name="connsiteX779" fmla="*/ 3103823 w 7472601"/>
              <a:gd name="connsiteY779" fmla="*/ 1026814 h 6858000"/>
              <a:gd name="connsiteX780" fmla="*/ 3607114 w 7472601"/>
              <a:gd name="connsiteY780" fmla="*/ 467441 h 6858000"/>
              <a:gd name="connsiteX781" fmla="*/ 3744487 w 7472601"/>
              <a:gd name="connsiteY781" fmla="*/ 383136 h 6858000"/>
              <a:gd name="connsiteX782" fmla="*/ 3970213 w 7472601"/>
              <a:gd name="connsiteY782" fmla="*/ 995559 h 6858000"/>
              <a:gd name="connsiteX783" fmla="*/ 3744487 w 7472601"/>
              <a:gd name="connsiteY783" fmla="*/ 383136 h 6858000"/>
              <a:gd name="connsiteX784" fmla="*/ 3624562 w 7472601"/>
              <a:gd name="connsiteY784" fmla="*/ 367041 h 6858000"/>
              <a:gd name="connsiteX785" fmla="*/ 3489712 w 7472601"/>
              <a:gd name="connsiteY785" fmla="*/ 485386 h 6858000"/>
              <a:gd name="connsiteX786" fmla="*/ 3182994 w 7472601"/>
              <a:gd name="connsiteY786" fmla="*/ 828265 h 6858000"/>
              <a:gd name="connsiteX787" fmla="*/ 2892114 w 7472601"/>
              <a:gd name="connsiteY787" fmla="*/ 1172635 h 6858000"/>
              <a:gd name="connsiteX788" fmla="*/ 3021459 w 7472601"/>
              <a:gd name="connsiteY788" fmla="*/ 1035385 h 6858000"/>
              <a:gd name="connsiteX789" fmla="*/ 3153873 w 7472601"/>
              <a:gd name="connsiteY789" fmla="*/ 898971 h 6858000"/>
              <a:gd name="connsiteX790" fmla="*/ 3276511 w 7472601"/>
              <a:gd name="connsiteY790" fmla="*/ 786423 h 6858000"/>
              <a:gd name="connsiteX791" fmla="*/ 3584154 w 7472601"/>
              <a:gd name="connsiteY791" fmla="*/ 448218 h 6858000"/>
              <a:gd name="connsiteX792" fmla="*/ 3624562 w 7472601"/>
              <a:gd name="connsiteY792" fmla="*/ 367041 h 6858000"/>
              <a:gd name="connsiteX793" fmla="*/ 3766672 w 7472601"/>
              <a:gd name="connsiteY793" fmla="*/ 359429 h 6858000"/>
              <a:gd name="connsiteX794" fmla="*/ 3996338 w 7472601"/>
              <a:gd name="connsiteY794" fmla="*/ 968237 h 6858000"/>
              <a:gd name="connsiteX795" fmla="*/ 3766672 w 7472601"/>
              <a:gd name="connsiteY795" fmla="*/ 359429 h 6858000"/>
              <a:gd name="connsiteX796" fmla="*/ 5805386 w 7472601"/>
              <a:gd name="connsiteY796" fmla="*/ 239240 h 6858000"/>
              <a:gd name="connsiteX797" fmla="*/ 5736947 w 7472601"/>
              <a:gd name="connsiteY797" fmla="*/ 261367 h 6858000"/>
              <a:gd name="connsiteX798" fmla="*/ 5427012 w 7472601"/>
              <a:gd name="connsiteY798" fmla="*/ 311272 h 6858000"/>
              <a:gd name="connsiteX799" fmla="*/ 5147818 w 7472601"/>
              <a:gd name="connsiteY799" fmla="*/ 322112 h 6858000"/>
              <a:gd name="connsiteX800" fmla="*/ 5060854 w 7472601"/>
              <a:gd name="connsiteY800" fmla="*/ 311882 h 6858000"/>
              <a:gd name="connsiteX801" fmla="*/ 4945989 w 7472601"/>
              <a:gd name="connsiteY801" fmla="*/ 300516 h 6858000"/>
              <a:gd name="connsiteX802" fmla="*/ 5410479 w 7472601"/>
              <a:gd name="connsiteY802" fmla="*/ 348434 h 6858000"/>
              <a:gd name="connsiteX803" fmla="*/ 5805386 w 7472601"/>
              <a:gd name="connsiteY803" fmla="*/ 239240 h 6858000"/>
              <a:gd name="connsiteX804" fmla="*/ 5905192 w 7472601"/>
              <a:gd name="connsiteY804" fmla="*/ 163079 h 6858000"/>
              <a:gd name="connsiteX805" fmla="*/ 5865655 w 7472601"/>
              <a:gd name="connsiteY805" fmla="*/ 171901 h 6858000"/>
              <a:gd name="connsiteX806" fmla="*/ 5259740 w 7472601"/>
              <a:gd name="connsiteY806" fmla="*/ 257013 h 6858000"/>
              <a:gd name="connsiteX807" fmla="*/ 5208466 w 7472601"/>
              <a:gd name="connsiteY807" fmla="*/ 257550 h 6858000"/>
              <a:gd name="connsiteX808" fmla="*/ 4980204 w 7472601"/>
              <a:gd name="connsiteY808" fmla="*/ 271903 h 6858000"/>
              <a:gd name="connsiteX809" fmla="*/ 5068068 w 7472601"/>
              <a:gd name="connsiteY809" fmla="*/ 282244 h 6858000"/>
              <a:gd name="connsiteX810" fmla="*/ 5153231 w 7472601"/>
              <a:gd name="connsiteY810" fmla="*/ 292240 h 6858000"/>
              <a:gd name="connsiteX811" fmla="*/ 5426491 w 7472601"/>
              <a:gd name="connsiteY811" fmla="*/ 281128 h 6858000"/>
              <a:gd name="connsiteX812" fmla="*/ 5731212 w 7472601"/>
              <a:gd name="connsiteY812" fmla="*/ 231951 h 6858000"/>
              <a:gd name="connsiteX813" fmla="*/ 5905192 w 7472601"/>
              <a:gd name="connsiteY813" fmla="*/ 163079 h 6858000"/>
              <a:gd name="connsiteX814" fmla="*/ 5944437 w 7472601"/>
              <a:gd name="connsiteY814" fmla="*/ 113829 h 6858000"/>
              <a:gd name="connsiteX815" fmla="*/ 5825032 w 7472601"/>
              <a:gd name="connsiteY815" fmla="*/ 146405 h 6858000"/>
              <a:gd name="connsiteX816" fmla="*/ 4955599 w 7472601"/>
              <a:gd name="connsiteY816" fmla="*/ 247008 h 6858000"/>
              <a:gd name="connsiteX817" fmla="*/ 5210104 w 7472601"/>
              <a:gd name="connsiteY817" fmla="*/ 228123 h 6858000"/>
              <a:gd name="connsiteX818" fmla="*/ 5261015 w 7472601"/>
              <a:gd name="connsiteY818" fmla="*/ 227087 h 6858000"/>
              <a:gd name="connsiteX819" fmla="*/ 5861181 w 7472601"/>
              <a:gd name="connsiteY819" fmla="*/ 143093 h 6858000"/>
              <a:gd name="connsiteX820" fmla="*/ 5961252 w 7472601"/>
              <a:gd name="connsiteY820" fmla="*/ 114820 h 6858000"/>
              <a:gd name="connsiteX821" fmla="*/ 5944437 w 7472601"/>
              <a:gd name="connsiteY821" fmla="*/ 113829 h 6858000"/>
              <a:gd name="connsiteX822" fmla="*/ 3882765 w 7472601"/>
              <a:gd name="connsiteY822" fmla="*/ 0 h 6858000"/>
              <a:gd name="connsiteX823" fmla="*/ 3995099 w 7472601"/>
              <a:gd name="connsiteY823" fmla="*/ 0 h 6858000"/>
              <a:gd name="connsiteX824" fmla="*/ 4163818 w 7472601"/>
              <a:gd name="connsiteY824" fmla="*/ 234104 h 6858000"/>
              <a:gd name="connsiteX825" fmla="*/ 4172099 w 7472601"/>
              <a:gd name="connsiteY825" fmla="*/ 234207 h 6858000"/>
              <a:gd name="connsiteX826" fmla="*/ 4784282 w 7472601"/>
              <a:gd name="connsiteY826" fmla="*/ 276561 h 6858000"/>
              <a:gd name="connsiteX827" fmla="*/ 4801687 w 7472601"/>
              <a:gd name="connsiteY827" fmla="*/ 267764 h 6858000"/>
              <a:gd name="connsiteX828" fmla="*/ 6082788 w 7472601"/>
              <a:gd name="connsiteY828" fmla="*/ 64119 h 6858000"/>
              <a:gd name="connsiteX829" fmla="*/ 6099442 w 7472601"/>
              <a:gd name="connsiteY829" fmla="*/ 82568 h 6858000"/>
              <a:gd name="connsiteX830" fmla="*/ 4804137 w 7472601"/>
              <a:gd name="connsiteY830" fmla="*/ 320931 h 6858000"/>
              <a:gd name="connsiteX831" fmla="*/ 4227047 w 7472601"/>
              <a:gd name="connsiteY831" fmla="*/ 313415 h 6858000"/>
              <a:gd name="connsiteX832" fmla="*/ 4346041 w 7472601"/>
              <a:gd name="connsiteY832" fmla="*/ 456086 h 6858000"/>
              <a:gd name="connsiteX833" fmla="*/ 4870967 w 7472601"/>
              <a:gd name="connsiteY833" fmla="*/ 963061 h 6858000"/>
              <a:gd name="connsiteX834" fmla="*/ 4889647 w 7472601"/>
              <a:gd name="connsiteY834" fmla="*/ 957147 h 6858000"/>
              <a:gd name="connsiteX835" fmla="*/ 5422504 w 7472601"/>
              <a:gd name="connsiteY835" fmla="*/ 805191 h 6858000"/>
              <a:gd name="connsiteX836" fmla="*/ 6087656 w 7472601"/>
              <a:gd name="connsiteY836" fmla="*/ 826703 h 6858000"/>
              <a:gd name="connsiteX837" fmla="*/ 6058717 w 7472601"/>
              <a:gd name="connsiteY837" fmla="*/ 865992 h 6858000"/>
              <a:gd name="connsiteX838" fmla="*/ 4974153 w 7472601"/>
              <a:gd name="connsiteY838" fmla="*/ 1045456 h 6858000"/>
              <a:gd name="connsiteX839" fmla="*/ 5627835 w 7472601"/>
              <a:gd name="connsiteY839" fmla="*/ 1472077 h 6858000"/>
              <a:gd name="connsiteX840" fmla="*/ 5629817 w 7472601"/>
              <a:gd name="connsiteY840" fmla="*/ 1471412 h 6858000"/>
              <a:gd name="connsiteX841" fmla="*/ 5634124 w 7472601"/>
              <a:gd name="connsiteY841" fmla="*/ 1470572 h 6858000"/>
              <a:gd name="connsiteX842" fmla="*/ 5755832 w 7472601"/>
              <a:gd name="connsiteY842" fmla="*/ 1383886 h 6858000"/>
              <a:gd name="connsiteX843" fmla="*/ 6014186 w 7472601"/>
              <a:gd name="connsiteY843" fmla="*/ 1279799 h 6858000"/>
              <a:gd name="connsiteX844" fmla="*/ 6901619 w 7472601"/>
              <a:gd name="connsiteY844" fmla="*/ 1047874 h 6858000"/>
              <a:gd name="connsiteX845" fmla="*/ 6931566 w 7472601"/>
              <a:gd name="connsiteY845" fmla="*/ 1062034 h 6858000"/>
              <a:gd name="connsiteX846" fmla="*/ 5790982 w 7472601"/>
              <a:gd name="connsiteY846" fmla="*/ 1561380 h 6858000"/>
              <a:gd name="connsiteX847" fmla="*/ 6188971 w 7472601"/>
              <a:gd name="connsiteY847" fmla="*/ 1755168 h 6858000"/>
              <a:gd name="connsiteX848" fmla="*/ 6202446 w 7472601"/>
              <a:gd name="connsiteY848" fmla="*/ 1752268 h 6858000"/>
              <a:gd name="connsiteX849" fmla="*/ 7179560 w 7472601"/>
              <a:gd name="connsiteY849" fmla="*/ 1467551 h 6858000"/>
              <a:gd name="connsiteX850" fmla="*/ 7158730 w 7472601"/>
              <a:gd name="connsiteY850" fmla="*/ 1507835 h 6858000"/>
              <a:gd name="connsiteX851" fmla="*/ 6326959 w 7472601"/>
              <a:gd name="connsiteY851" fmla="*/ 1817686 h 6858000"/>
              <a:gd name="connsiteX852" fmla="*/ 6537433 w 7472601"/>
              <a:gd name="connsiteY852" fmla="*/ 1907790 h 6858000"/>
              <a:gd name="connsiteX853" fmla="*/ 6550221 w 7472601"/>
              <a:gd name="connsiteY853" fmla="*/ 1910729 h 6858000"/>
              <a:gd name="connsiteX854" fmla="*/ 6964438 w 7472601"/>
              <a:gd name="connsiteY854" fmla="*/ 2209505 h 6858000"/>
              <a:gd name="connsiteX855" fmla="*/ 7367862 w 7472601"/>
              <a:gd name="connsiteY855" fmla="*/ 2806833 h 6858000"/>
              <a:gd name="connsiteX856" fmla="*/ 7364329 w 7472601"/>
              <a:gd name="connsiteY856" fmla="*/ 2826907 h 6858000"/>
              <a:gd name="connsiteX857" fmla="*/ 7290545 w 7472601"/>
              <a:gd name="connsiteY857" fmla="*/ 2850663 h 6858000"/>
              <a:gd name="connsiteX858" fmla="*/ 6472036 w 7472601"/>
              <a:gd name="connsiteY858" fmla="*/ 1959003 h 6858000"/>
              <a:gd name="connsiteX859" fmla="*/ 5792897 w 7472601"/>
              <a:gd name="connsiteY859" fmla="*/ 1647747 h 6858000"/>
              <a:gd name="connsiteX860" fmla="*/ 5842751 w 7472601"/>
              <a:gd name="connsiteY860" fmla="*/ 1816112 h 6858000"/>
              <a:gd name="connsiteX861" fmla="*/ 5847424 w 7472601"/>
              <a:gd name="connsiteY861" fmla="*/ 1815776 h 6858000"/>
              <a:gd name="connsiteX862" fmla="*/ 6399821 w 7472601"/>
              <a:gd name="connsiteY862" fmla="*/ 2344799 h 6858000"/>
              <a:gd name="connsiteX863" fmla="*/ 6323232 w 7472601"/>
              <a:gd name="connsiteY863" fmla="*/ 2389634 h 6858000"/>
              <a:gd name="connsiteX864" fmla="*/ 5942958 w 7472601"/>
              <a:gd name="connsiteY864" fmla="*/ 2077708 h 6858000"/>
              <a:gd name="connsiteX865" fmla="*/ 5921559 w 7472601"/>
              <a:gd name="connsiteY865" fmla="*/ 2378596 h 6858000"/>
              <a:gd name="connsiteX866" fmla="*/ 5817651 w 7472601"/>
              <a:gd name="connsiteY866" fmla="*/ 3023919 h 6858000"/>
              <a:gd name="connsiteX867" fmla="*/ 5729634 w 7472601"/>
              <a:gd name="connsiteY867" fmla="*/ 3051849 h 6858000"/>
              <a:gd name="connsiteX868" fmla="*/ 5611018 w 7472601"/>
              <a:gd name="connsiteY868" fmla="*/ 2316769 h 6858000"/>
              <a:gd name="connsiteX869" fmla="*/ 5687608 w 7472601"/>
              <a:gd name="connsiteY869" fmla="*/ 2039972 h 6858000"/>
              <a:gd name="connsiteX870" fmla="*/ 5657554 w 7472601"/>
              <a:gd name="connsiteY870" fmla="*/ 1576445 h 6858000"/>
              <a:gd name="connsiteX871" fmla="*/ 5150475 w 7472601"/>
              <a:gd name="connsiteY871" fmla="*/ 1274012 h 6858000"/>
              <a:gd name="connsiteX872" fmla="*/ 5349142 w 7472601"/>
              <a:gd name="connsiteY872" fmla="*/ 2204405 h 6858000"/>
              <a:gd name="connsiteX873" fmla="*/ 5262214 w 7472601"/>
              <a:gd name="connsiteY873" fmla="*/ 2233836 h 6858000"/>
              <a:gd name="connsiteX874" fmla="*/ 4981539 w 7472601"/>
              <a:gd name="connsiteY874" fmla="*/ 1542201 h 6858000"/>
              <a:gd name="connsiteX875" fmla="*/ 4958461 w 7472601"/>
              <a:gd name="connsiteY875" fmla="*/ 1136957 h 6858000"/>
              <a:gd name="connsiteX876" fmla="*/ 4655015 w 7472601"/>
              <a:gd name="connsiteY876" fmla="*/ 891426 h 6858000"/>
              <a:gd name="connsiteX877" fmla="*/ 4348002 w 7472601"/>
              <a:gd name="connsiteY877" fmla="*/ 2205895 h 6858000"/>
              <a:gd name="connsiteX878" fmla="*/ 4262250 w 7472601"/>
              <a:gd name="connsiteY878" fmla="*/ 2219972 h 6858000"/>
              <a:gd name="connsiteX879" fmla="*/ 4550611 w 7472601"/>
              <a:gd name="connsiteY879" fmla="*/ 817540 h 6858000"/>
              <a:gd name="connsiteX880" fmla="*/ 4564418 w 7472601"/>
              <a:gd name="connsiteY880" fmla="*/ 808293 h 6858000"/>
              <a:gd name="connsiteX881" fmla="*/ 4266388 w 7472601"/>
              <a:gd name="connsiteY881" fmla="*/ 500083 h 6858000"/>
              <a:gd name="connsiteX882" fmla="*/ 4032842 w 7472601"/>
              <a:gd name="connsiteY882" fmla="*/ 211809 h 6858000"/>
              <a:gd name="connsiteX883" fmla="*/ 3882765 w 7472601"/>
              <a:gd name="connsiteY883" fmla="*/ 0 h 6858000"/>
              <a:gd name="connsiteX884" fmla="*/ 3721337 w 7472601"/>
              <a:gd name="connsiteY884" fmla="*/ 0 h 6858000"/>
              <a:gd name="connsiteX885" fmla="*/ 3797544 w 7472601"/>
              <a:gd name="connsiteY885" fmla="*/ 0 h 6858000"/>
              <a:gd name="connsiteX886" fmla="*/ 3775734 w 7472601"/>
              <a:gd name="connsiteY886" fmla="*/ 95131 h 6858000"/>
              <a:gd name="connsiteX887" fmla="*/ 3724807 w 7472601"/>
              <a:gd name="connsiteY887" fmla="*/ 272257 h 6858000"/>
              <a:gd name="connsiteX888" fmla="*/ 3726844 w 7472601"/>
              <a:gd name="connsiteY888" fmla="*/ 282988 h 6858000"/>
              <a:gd name="connsiteX889" fmla="*/ 3742664 w 7472601"/>
              <a:gd name="connsiteY889" fmla="*/ 279918 h 6858000"/>
              <a:gd name="connsiteX890" fmla="*/ 4103910 w 7472601"/>
              <a:gd name="connsiteY890" fmla="*/ 1161917 h 6858000"/>
              <a:gd name="connsiteX891" fmla="*/ 4020269 w 7472601"/>
              <a:gd name="connsiteY891" fmla="*/ 1200406 h 6858000"/>
              <a:gd name="connsiteX892" fmla="*/ 3674882 w 7472601"/>
              <a:gd name="connsiteY892" fmla="*/ 488524 h 6858000"/>
              <a:gd name="connsiteX893" fmla="*/ 3132682 w 7472601"/>
              <a:gd name="connsiteY893" fmla="*/ 1072284 h 6858000"/>
              <a:gd name="connsiteX894" fmla="*/ 2716346 w 7472601"/>
              <a:gd name="connsiteY894" fmla="*/ 1276376 h 6858000"/>
              <a:gd name="connsiteX895" fmla="*/ 2716772 w 7472601"/>
              <a:gd name="connsiteY895" fmla="*/ 1255462 h 6858000"/>
              <a:gd name="connsiteX896" fmla="*/ 3471096 w 7472601"/>
              <a:gd name="connsiteY896" fmla="*/ 437072 h 6858000"/>
              <a:gd name="connsiteX897" fmla="*/ 3639057 w 7472601"/>
              <a:gd name="connsiteY897" fmla="*/ 286334 h 6858000"/>
              <a:gd name="connsiteX898" fmla="*/ 3640309 w 7472601"/>
              <a:gd name="connsiteY898" fmla="*/ 284664 h 6858000"/>
              <a:gd name="connsiteX899" fmla="*/ 3646022 w 7472601"/>
              <a:gd name="connsiteY899" fmla="*/ 276711 h 6858000"/>
              <a:gd name="connsiteX900" fmla="*/ 3707943 w 7472601"/>
              <a:gd name="connsiteY900" fmla="*/ 65958 h 6858000"/>
              <a:gd name="connsiteX901" fmla="*/ 3721337 w 7472601"/>
              <a:gd name="connsiteY901" fmla="*/ 0 h 6858000"/>
              <a:gd name="connsiteX902" fmla="*/ 2867960 w 7472601"/>
              <a:gd name="connsiteY902" fmla="*/ 0 h 6858000"/>
              <a:gd name="connsiteX903" fmla="*/ 2926351 w 7472601"/>
              <a:gd name="connsiteY903" fmla="*/ 0 h 6858000"/>
              <a:gd name="connsiteX904" fmla="*/ 2902823 w 7472601"/>
              <a:gd name="connsiteY904" fmla="*/ 262929 h 6858000"/>
              <a:gd name="connsiteX905" fmla="*/ 2940663 w 7472601"/>
              <a:gd name="connsiteY905" fmla="*/ 140884 h 6858000"/>
              <a:gd name="connsiteX906" fmla="*/ 2947039 w 7472601"/>
              <a:gd name="connsiteY906" fmla="*/ 122524 h 6858000"/>
              <a:gd name="connsiteX907" fmla="*/ 2984316 w 7472601"/>
              <a:gd name="connsiteY907" fmla="*/ 0 h 6858000"/>
              <a:gd name="connsiteX908" fmla="*/ 3016114 w 7472601"/>
              <a:gd name="connsiteY908" fmla="*/ 0 h 6858000"/>
              <a:gd name="connsiteX909" fmla="*/ 2979949 w 7472601"/>
              <a:gd name="connsiteY909" fmla="*/ 119274 h 6858000"/>
              <a:gd name="connsiteX910" fmla="*/ 3023879 w 7472601"/>
              <a:gd name="connsiteY910" fmla="*/ 0 h 6858000"/>
              <a:gd name="connsiteX911" fmla="*/ 3105400 w 7472601"/>
              <a:gd name="connsiteY911" fmla="*/ 0 h 6858000"/>
              <a:gd name="connsiteX912" fmla="*/ 3094669 w 7472601"/>
              <a:gd name="connsiteY912" fmla="*/ 30308 h 6858000"/>
              <a:gd name="connsiteX913" fmla="*/ 2901945 w 7472601"/>
              <a:gd name="connsiteY913" fmla="*/ 466538 h 6858000"/>
              <a:gd name="connsiteX914" fmla="*/ 2815209 w 7472601"/>
              <a:gd name="connsiteY914" fmla="*/ 497361 h 6858000"/>
              <a:gd name="connsiteX915" fmla="*/ 2844845 w 7472601"/>
              <a:gd name="connsiteY915" fmla="*/ 127638 h 6858000"/>
              <a:gd name="connsiteX916" fmla="*/ 2867960 w 7472601"/>
              <a:gd name="connsiteY916" fmla="*/ 0 h 6858000"/>
              <a:gd name="connsiteX917" fmla="*/ 1057230 w 7472601"/>
              <a:gd name="connsiteY917" fmla="*/ 0 h 6858000"/>
              <a:gd name="connsiteX918" fmla="*/ 1111003 w 7472601"/>
              <a:gd name="connsiteY918" fmla="*/ 0 h 6858000"/>
              <a:gd name="connsiteX919" fmla="*/ 1125553 w 7472601"/>
              <a:gd name="connsiteY919" fmla="*/ 52588 h 6858000"/>
              <a:gd name="connsiteX920" fmla="*/ 1304276 w 7472601"/>
              <a:gd name="connsiteY920" fmla="*/ 476275 h 6858000"/>
              <a:gd name="connsiteX921" fmla="*/ 1492066 w 7472601"/>
              <a:gd name="connsiteY921" fmla="*/ 886333 h 6858000"/>
              <a:gd name="connsiteX922" fmla="*/ 1423698 w 7472601"/>
              <a:gd name="connsiteY922" fmla="*/ 710817 h 6858000"/>
              <a:gd name="connsiteX923" fmla="*/ 1357609 w 7472601"/>
              <a:gd name="connsiteY923" fmla="*/ 532892 h 6858000"/>
              <a:gd name="connsiteX924" fmla="*/ 1309550 w 7472601"/>
              <a:gd name="connsiteY924" fmla="*/ 374031 h 6858000"/>
              <a:gd name="connsiteX925" fmla="*/ 1193673 w 7472601"/>
              <a:gd name="connsiteY925" fmla="*/ 49533 h 6858000"/>
              <a:gd name="connsiteX926" fmla="*/ 1164391 w 7472601"/>
              <a:gd name="connsiteY926" fmla="*/ 0 h 6858000"/>
              <a:gd name="connsiteX927" fmla="*/ 1200666 w 7472601"/>
              <a:gd name="connsiteY927" fmla="*/ 0 h 6858000"/>
              <a:gd name="connsiteX928" fmla="*/ 1223408 w 7472601"/>
              <a:gd name="connsiteY928" fmla="*/ 38996 h 6858000"/>
              <a:gd name="connsiteX929" fmla="*/ 1339635 w 7472601"/>
              <a:gd name="connsiteY929" fmla="*/ 365517 h 6858000"/>
              <a:gd name="connsiteX930" fmla="*/ 1387469 w 7472601"/>
              <a:gd name="connsiteY930" fmla="*/ 523079 h 6858000"/>
              <a:gd name="connsiteX931" fmla="*/ 1452685 w 7472601"/>
              <a:gd name="connsiteY931" fmla="*/ 699806 h 6858000"/>
              <a:gd name="connsiteX932" fmla="*/ 1492092 w 7472601"/>
              <a:gd name="connsiteY932" fmla="*/ 800424 h 6858000"/>
              <a:gd name="connsiteX933" fmla="*/ 1455302 w 7472601"/>
              <a:gd name="connsiteY933" fmla="*/ 632913 h 6858000"/>
              <a:gd name="connsiteX934" fmla="*/ 1222336 w 7472601"/>
              <a:gd name="connsiteY934" fmla="*/ 9480 h 6858000"/>
              <a:gd name="connsiteX935" fmla="*/ 1214634 w 7472601"/>
              <a:gd name="connsiteY935" fmla="*/ 0 h 6858000"/>
              <a:gd name="connsiteX936" fmla="*/ 1289827 w 7472601"/>
              <a:gd name="connsiteY936" fmla="*/ 0 h 6858000"/>
              <a:gd name="connsiteX937" fmla="*/ 1321076 w 7472601"/>
              <a:gd name="connsiteY937" fmla="*/ 59722 h 6858000"/>
              <a:gd name="connsiteX938" fmla="*/ 1512579 w 7472601"/>
              <a:gd name="connsiteY938" fmla="*/ 626441 h 6858000"/>
              <a:gd name="connsiteX939" fmla="*/ 1506076 w 7472601"/>
              <a:gd name="connsiteY939" fmla="*/ 1089289 h 6858000"/>
              <a:gd name="connsiteX940" fmla="*/ 1486346 w 7472601"/>
              <a:gd name="connsiteY940" fmla="*/ 1079919 h 6858000"/>
              <a:gd name="connsiteX941" fmla="*/ 1070511 w 7472601"/>
              <a:gd name="connsiteY941" fmla="*/ 48609 h 6858000"/>
              <a:gd name="connsiteX942" fmla="*/ 1057230 w 7472601"/>
              <a:gd name="connsiteY942" fmla="*/ 0 h 6858000"/>
              <a:gd name="connsiteX943" fmla="*/ 43151 w 7472601"/>
              <a:gd name="connsiteY943" fmla="*/ 0 h 6858000"/>
              <a:gd name="connsiteX944" fmla="*/ 95283 w 7472601"/>
              <a:gd name="connsiteY944" fmla="*/ 0 h 6858000"/>
              <a:gd name="connsiteX945" fmla="*/ 300708 w 7472601"/>
              <a:gd name="connsiteY945" fmla="*/ 154571 h 6858000"/>
              <a:gd name="connsiteX946" fmla="*/ 530414 w 7472601"/>
              <a:gd name="connsiteY946" fmla="*/ 354673 h 6858000"/>
              <a:gd name="connsiteX947" fmla="*/ 333785 w 7472601"/>
              <a:gd name="connsiteY947" fmla="*/ 161564 h 6858000"/>
              <a:gd name="connsiteX948" fmla="*/ 147005 w 7472601"/>
              <a:gd name="connsiteY948" fmla="*/ 0 h 6858000"/>
              <a:gd name="connsiteX949" fmla="*/ 272509 w 7472601"/>
              <a:gd name="connsiteY949" fmla="*/ 0 h 6858000"/>
              <a:gd name="connsiteX950" fmla="*/ 326276 w 7472601"/>
              <a:gd name="connsiteY950" fmla="*/ 45847 h 6858000"/>
              <a:gd name="connsiteX951" fmla="*/ 823759 w 7472601"/>
              <a:gd name="connsiteY951" fmla="*/ 574145 h 6858000"/>
              <a:gd name="connsiteX952" fmla="*/ 811254 w 7472601"/>
              <a:gd name="connsiteY952" fmla="*/ 665546 h 6858000"/>
              <a:gd name="connsiteX953" fmla="*/ 154042 w 7472601"/>
              <a:gd name="connsiteY953" fmla="*/ 261522 h 6858000"/>
              <a:gd name="connsiteX954" fmla="*/ 13550 w 7472601"/>
              <a:gd name="connsiteY954" fmla="*/ 158423 h 6858000"/>
              <a:gd name="connsiteX955" fmla="*/ 0 w 7472601"/>
              <a:gd name="connsiteY955" fmla="*/ 146618 h 6858000"/>
              <a:gd name="connsiteX956" fmla="*/ 0 w 7472601"/>
              <a:gd name="connsiteY956" fmla="*/ 59161 h 6858000"/>
              <a:gd name="connsiteX957" fmla="*/ 45427 w 7472601"/>
              <a:gd name="connsiteY957" fmla="*/ 101078 h 6858000"/>
              <a:gd name="connsiteX958" fmla="*/ 630103 w 7472601"/>
              <a:gd name="connsiteY958" fmla="*/ 485885 h 6858000"/>
              <a:gd name="connsiteX959" fmla="*/ 532040 w 7472601"/>
              <a:gd name="connsiteY959" fmla="*/ 399359 h 6858000"/>
              <a:gd name="connsiteX960" fmla="*/ 517618 w 7472601"/>
              <a:gd name="connsiteY960" fmla="*/ 385726 h 6858000"/>
              <a:gd name="connsiteX961" fmla="*/ 285074 w 7472601"/>
              <a:gd name="connsiteY961" fmla="*/ 182755 h 6858000"/>
              <a:gd name="connsiteX962" fmla="*/ 43151 w 7472601"/>
              <a:gd name="connsiteY962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48321 w 7472601"/>
              <a:gd name="connsiteY79" fmla="*/ 6190991 h 6858000"/>
              <a:gd name="connsiteX80" fmla="*/ 7467600 w 7472601"/>
              <a:gd name="connsiteY80" fmla="*/ 6221686 h 6858000"/>
              <a:gd name="connsiteX81" fmla="*/ 7467600 w 7472601"/>
              <a:gd name="connsiteY81" fmla="*/ 6334256 h 6858000"/>
              <a:gd name="connsiteX82" fmla="*/ 7454976 w 7472601"/>
              <a:gd name="connsiteY82" fmla="*/ 6318297 h 6858000"/>
              <a:gd name="connsiteX83" fmla="*/ 1456157 w 7472601"/>
              <a:gd name="connsiteY83" fmla="*/ 5371404 h 6858000"/>
              <a:gd name="connsiteX84" fmla="*/ 1244432 w 7472601"/>
              <a:gd name="connsiteY84" fmla="*/ 5385601 h 6858000"/>
              <a:gd name="connsiteX85" fmla="*/ 973990 w 7472601"/>
              <a:gd name="connsiteY85" fmla="*/ 5424940 h 6858000"/>
              <a:gd name="connsiteX86" fmla="*/ 1103809 w 7472601"/>
              <a:gd name="connsiteY86" fmla="*/ 5433720 h 6858000"/>
              <a:gd name="connsiteX87" fmla="*/ 1123454 w 7472601"/>
              <a:gd name="connsiteY87" fmla="*/ 5435727 h 6858000"/>
              <a:gd name="connsiteX88" fmla="*/ 1737017 w 7472601"/>
              <a:gd name="connsiteY88" fmla="*/ 5452183 h 6858000"/>
              <a:gd name="connsiteX89" fmla="*/ 1824397 w 7472601"/>
              <a:gd name="connsiteY89" fmla="*/ 5447757 h 6858000"/>
              <a:gd name="connsiteX90" fmla="*/ 2070059 w 7472601"/>
              <a:gd name="connsiteY90" fmla="*/ 5441660 h 6858000"/>
              <a:gd name="connsiteX91" fmla="*/ 1456157 w 7472601"/>
              <a:gd name="connsiteY91" fmla="*/ 5371404 h 6858000"/>
              <a:gd name="connsiteX92" fmla="*/ 4988186 w 7472601"/>
              <a:gd name="connsiteY92" fmla="*/ 5216467 h 6858000"/>
              <a:gd name="connsiteX93" fmla="*/ 4777334 w 7472601"/>
              <a:gd name="connsiteY93" fmla="*/ 5406072 h 6858000"/>
              <a:gd name="connsiteX94" fmla="*/ 4718341 w 7472601"/>
              <a:gd name="connsiteY94" fmla="*/ 5468043 h 6858000"/>
              <a:gd name="connsiteX95" fmla="*/ 4604655 w 7472601"/>
              <a:gd name="connsiteY95" fmla="*/ 5583434 h 6858000"/>
              <a:gd name="connsiteX96" fmla="*/ 4565074 w 7472601"/>
              <a:gd name="connsiteY96" fmla="*/ 5618550 h 6858000"/>
              <a:gd name="connsiteX97" fmla="*/ 4988186 w 7472601"/>
              <a:gd name="connsiteY97" fmla="*/ 5216467 h 6858000"/>
              <a:gd name="connsiteX98" fmla="*/ 4978032 w 7472601"/>
              <a:gd name="connsiteY98" fmla="*/ 5183809 h 6858000"/>
              <a:gd name="connsiteX99" fmla="*/ 4463413 w 7472601"/>
              <a:gd name="connsiteY99" fmla="*/ 5615162 h 6858000"/>
              <a:gd name="connsiteX100" fmla="*/ 4358134 w 7472601"/>
              <a:gd name="connsiteY100" fmla="*/ 5742791 h 6858000"/>
              <a:gd name="connsiteX101" fmla="*/ 4376219 w 7472601"/>
              <a:gd name="connsiteY101" fmla="*/ 5729027 h 6858000"/>
              <a:gd name="connsiteX102" fmla="*/ 4582340 w 7472601"/>
              <a:gd name="connsiteY102" fmla="*/ 5561037 h 6858000"/>
              <a:gd name="connsiteX103" fmla="*/ 4694684 w 7472601"/>
              <a:gd name="connsiteY103" fmla="*/ 5447098 h 6858000"/>
              <a:gd name="connsiteX104" fmla="*/ 4754123 w 7472601"/>
              <a:gd name="connsiteY104" fmla="*/ 5384643 h 6858000"/>
              <a:gd name="connsiteX105" fmla="*/ 4978032 w 7472601"/>
              <a:gd name="connsiteY105" fmla="*/ 5183809 h 6858000"/>
              <a:gd name="connsiteX106" fmla="*/ 1903353 w 7472601"/>
              <a:gd name="connsiteY106" fmla="*/ 5044827 h 6858000"/>
              <a:gd name="connsiteX107" fmla="*/ 1936931 w 7472601"/>
              <a:gd name="connsiteY107" fmla="*/ 5093954 h 6858000"/>
              <a:gd name="connsiteX108" fmla="*/ 2195868 w 7472601"/>
              <a:gd name="connsiteY108" fmla="*/ 5396574 h 6858000"/>
              <a:gd name="connsiteX109" fmla="*/ 2088852 w 7472601"/>
              <a:gd name="connsiteY109" fmla="*/ 5166123 h 6858000"/>
              <a:gd name="connsiteX110" fmla="*/ 1958241 w 7472601"/>
              <a:gd name="connsiteY110" fmla="*/ 5067955 h 6858000"/>
              <a:gd name="connsiteX111" fmla="*/ 1903353 w 7472601"/>
              <a:gd name="connsiteY111" fmla="*/ 5044827 h 6858000"/>
              <a:gd name="connsiteX112" fmla="*/ 1979378 w 7472601"/>
              <a:gd name="connsiteY112" fmla="*/ 4769504 h 6858000"/>
              <a:gd name="connsiteX113" fmla="*/ 2882120 w 7472601"/>
              <a:gd name="connsiteY113" fmla="*/ 5064547 h 6858000"/>
              <a:gd name="connsiteX114" fmla="*/ 2793103 w 7472601"/>
              <a:gd name="connsiteY114" fmla="*/ 5039699 h 6858000"/>
              <a:gd name="connsiteX115" fmla="*/ 2770041 w 7472601"/>
              <a:gd name="connsiteY115" fmla="*/ 5033634 h 6858000"/>
              <a:gd name="connsiteX116" fmla="*/ 1979378 w 7472601"/>
              <a:gd name="connsiteY116" fmla="*/ 4769504 h 6858000"/>
              <a:gd name="connsiteX117" fmla="*/ 1927410 w 7472601"/>
              <a:gd name="connsiteY117" fmla="*/ 4716164 h 6858000"/>
              <a:gd name="connsiteX118" fmla="*/ 1959587 w 7472601"/>
              <a:gd name="connsiteY118" fmla="*/ 4728849 h 6858000"/>
              <a:gd name="connsiteX119" fmla="*/ 2777707 w 7472601"/>
              <a:gd name="connsiteY119" fmla="*/ 5003991 h 6858000"/>
              <a:gd name="connsiteX120" fmla="*/ 2800768 w 7472601"/>
              <a:gd name="connsiteY120" fmla="*/ 5010056 h 6858000"/>
              <a:gd name="connsiteX121" fmla="*/ 2879408 w 7472601"/>
              <a:gd name="connsiteY121" fmla="*/ 5031590 h 6858000"/>
              <a:gd name="connsiteX122" fmla="*/ 2862295 w 7472601"/>
              <a:gd name="connsiteY122" fmla="*/ 5022958 h 6858000"/>
              <a:gd name="connsiteX123" fmla="*/ 2813343 w 7472601"/>
              <a:gd name="connsiteY123" fmla="*/ 4998369 h 6858000"/>
              <a:gd name="connsiteX124" fmla="*/ 2646245 w 7472601"/>
              <a:gd name="connsiteY124" fmla="*/ 4930999 h 6858000"/>
              <a:gd name="connsiteX125" fmla="*/ 1999243 w 7472601"/>
              <a:gd name="connsiteY125" fmla="*/ 4730524 h 6858000"/>
              <a:gd name="connsiteX126" fmla="*/ 1979527 w 7472601"/>
              <a:gd name="connsiteY126" fmla="*/ 4726651 h 6858000"/>
              <a:gd name="connsiteX127" fmla="*/ 1927410 w 7472601"/>
              <a:gd name="connsiteY127" fmla="*/ 4716164 h 6858000"/>
              <a:gd name="connsiteX128" fmla="*/ 1997014 w 7472601"/>
              <a:gd name="connsiteY128" fmla="*/ 4698007 h 6858000"/>
              <a:gd name="connsiteX129" fmla="*/ 2005458 w 7472601"/>
              <a:gd name="connsiteY129" fmla="*/ 4699540 h 6858000"/>
              <a:gd name="connsiteX130" fmla="*/ 2657186 w 7472601"/>
              <a:gd name="connsiteY130" fmla="*/ 4901687 h 6858000"/>
              <a:gd name="connsiteX131" fmla="*/ 2826662 w 7472601"/>
              <a:gd name="connsiteY131" fmla="*/ 4970362 h 6858000"/>
              <a:gd name="connsiteX132" fmla="*/ 2876100 w 7472601"/>
              <a:gd name="connsiteY132" fmla="*/ 4995397 h 6858000"/>
              <a:gd name="connsiteX133" fmla="*/ 3042600 w 7472601"/>
              <a:gd name="connsiteY133" fmla="*/ 5059532 h 6858000"/>
              <a:gd name="connsiteX134" fmla="*/ 1997014 w 7472601"/>
              <a:gd name="connsiteY134" fmla="*/ 4698007 h 6858000"/>
              <a:gd name="connsiteX135" fmla="*/ 2305292 w 7472601"/>
              <a:gd name="connsiteY135" fmla="*/ 4219492 h 6858000"/>
              <a:gd name="connsiteX136" fmla="*/ 3360922 w 7472601"/>
              <a:gd name="connsiteY136" fmla="*/ 4529373 h 6858000"/>
              <a:gd name="connsiteX137" fmla="*/ 3492420 w 7472601"/>
              <a:gd name="connsiteY137" fmla="*/ 4510145 h 6858000"/>
              <a:gd name="connsiteX138" fmla="*/ 3364086 w 7472601"/>
              <a:gd name="connsiteY138" fmla="*/ 4480340 h 6858000"/>
              <a:gd name="connsiteX139" fmla="*/ 3225818 w 7472601"/>
              <a:gd name="connsiteY139" fmla="*/ 4411822 h 6858000"/>
              <a:gd name="connsiteX140" fmla="*/ 3129696 w 7472601"/>
              <a:gd name="connsiteY140" fmla="*/ 4360704 h 6858000"/>
              <a:gd name="connsiteX141" fmla="*/ 2814545 w 7472601"/>
              <a:gd name="connsiteY141" fmla="*/ 4282955 h 6858000"/>
              <a:gd name="connsiteX142" fmla="*/ 2305292 w 7472601"/>
              <a:gd name="connsiteY142" fmla="*/ 4219492 h 6858000"/>
              <a:gd name="connsiteX143" fmla="*/ 2626982 w 7472601"/>
              <a:gd name="connsiteY143" fmla="*/ 4206450 h 6858000"/>
              <a:gd name="connsiteX144" fmla="*/ 2490617 w 7472601"/>
              <a:gd name="connsiteY144" fmla="*/ 4206951 h 6858000"/>
              <a:gd name="connsiteX145" fmla="*/ 2819869 w 7472601"/>
              <a:gd name="connsiteY145" fmla="*/ 4252936 h 6858000"/>
              <a:gd name="connsiteX146" fmla="*/ 3143018 w 7472601"/>
              <a:gd name="connsiteY146" fmla="*/ 4332698 h 6858000"/>
              <a:gd name="connsiteX147" fmla="*/ 3241520 w 7472601"/>
              <a:gd name="connsiteY147" fmla="*/ 4385112 h 6858000"/>
              <a:gd name="connsiteX148" fmla="*/ 3374575 w 7472601"/>
              <a:gd name="connsiteY148" fmla="*/ 4451517 h 6858000"/>
              <a:gd name="connsiteX149" fmla="*/ 3505221 w 7472601"/>
              <a:gd name="connsiteY149" fmla="*/ 4480757 h 6858000"/>
              <a:gd name="connsiteX150" fmla="*/ 2626982 w 7472601"/>
              <a:gd name="connsiteY150" fmla="*/ 4206450 h 6858000"/>
              <a:gd name="connsiteX151" fmla="*/ 1310106 w 7472601"/>
              <a:gd name="connsiteY151" fmla="*/ 3943217 h 6858000"/>
              <a:gd name="connsiteX152" fmla="*/ 854994 w 7472601"/>
              <a:gd name="connsiteY152" fmla="*/ 4399136 h 6858000"/>
              <a:gd name="connsiteX153" fmla="*/ 742462 w 7472601"/>
              <a:gd name="connsiteY153" fmla="*/ 4594648 h 6858000"/>
              <a:gd name="connsiteX154" fmla="*/ 820602 w 7472601"/>
              <a:gd name="connsiteY154" fmla="*/ 4485915 h 6858000"/>
              <a:gd name="connsiteX155" fmla="*/ 878295 w 7472601"/>
              <a:gd name="connsiteY155" fmla="*/ 4403594 h 6858000"/>
              <a:gd name="connsiteX156" fmla="*/ 1240607 w 7472601"/>
              <a:gd name="connsiteY156" fmla="*/ 4010401 h 6858000"/>
              <a:gd name="connsiteX157" fmla="*/ 1310106 w 7472601"/>
              <a:gd name="connsiteY157" fmla="*/ 3943217 h 6858000"/>
              <a:gd name="connsiteX158" fmla="*/ 1423113 w 7472601"/>
              <a:gd name="connsiteY158" fmla="*/ 3874565 h 6858000"/>
              <a:gd name="connsiteX159" fmla="*/ 1260565 w 7472601"/>
              <a:gd name="connsiteY159" fmla="*/ 4031982 h 6858000"/>
              <a:gd name="connsiteX160" fmla="*/ 901900 w 7472601"/>
              <a:gd name="connsiteY160" fmla="*/ 4421236 h 6858000"/>
              <a:gd name="connsiteX161" fmla="*/ 845044 w 7472601"/>
              <a:gd name="connsiteY161" fmla="*/ 4502436 h 6858000"/>
              <a:gd name="connsiteX162" fmla="*/ 685926 w 7472601"/>
              <a:gd name="connsiteY162" fmla="*/ 4703069 h 6858000"/>
              <a:gd name="connsiteX163" fmla="*/ 684248 w 7472601"/>
              <a:gd name="connsiteY163" fmla="*/ 4706721 h 6858000"/>
              <a:gd name="connsiteX164" fmla="*/ 1423113 w 7472601"/>
              <a:gd name="connsiteY164" fmla="*/ 3874565 h 6858000"/>
              <a:gd name="connsiteX165" fmla="*/ 3316479 w 7472601"/>
              <a:gd name="connsiteY165" fmla="*/ 3872136 h 6858000"/>
              <a:gd name="connsiteX166" fmla="*/ 3546806 w 7472601"/>
              <a:gd name="connsiteY166" fmla="*/ 4356139 h 6858000"/>
              <a:gd name="connsiteX167" fmla="*/ 3364433 w 7472601"/>
              <a:gd name="connsiteY167" fmla="*/ 3953121 h 6858000"/>
              <a:gd name="connsiteX168" fmla="*/ 3316479 w 7472601"/>
              <a:gd name="connsiteY168" fmla="*/ 3872136 h 6858000"/>
              <a:gd name="connsiteX169" fmla="*/ 3291335 w 7472601"/>
              <a:gd name="connsiteY169" fmla="*/ 3767420 h 6858000"/>
              <a:gd name="connsiteX170" fmla="*/ 3390805 w 7472601"/>
              <a:gd name="connsiteY170" fmla="*/ 3937163 h 6858000"/>
              <a:gd name="connsiteX171" fmla="*/ 3579062 w 7472601"/>
              <a:gd name="connsiteY171" fmla="*/ 4359040 h 6858000"/>
              <a:gd name="connsiteX172" fmla="*/ 3467355 w 7472601"/>
              <a:gd name="connsiteY172" fmla="*/ 3988130 h 6858000"/>
              <a:gd name="connsiteX173" fmla="*/ 3310753 w 7472601"/>
              <a:gd name="connsiteY173" fmla="*/ 3787140 h 6858000"/>
              <a:gd name="connsiteX174" fmla="*/ 3291335 w 7472601"/>
              <a:gd name="connsiteY174" fmla="*/ 3767420 h 6858000"/>
              <a:gd name="connsiteX175" fmla="*/ 1635889 w 7472601"/>
              <a:gd name="connsiteY175" fmla="*/ 3709494 h 6858000"/>
              <a:gd name="connsiteX176" fmla="*/ 1634800 w 7472601"/>
              <a:gd name="connsiteY176" fmla="*/ 3731111 h 6858000"/>
              <a:gd name="connsiteX177" fmla="*/ 1635889 w 7472601"/>
              <a:gd name="connsiteY177" fmla="*/ 3709494 h 6858000"/>
              <a:gd name="connsiteX178" fmla="*/ 1510397 w 7472601"/>
              <a:gd name="connsiteY178" fmla="*/ 3684705 h 6858000"/>
              <a:gd name="connsiteX179" fmla="*/ 1146550 w 7472601"/>
              <a:gd name="connsiteY179" fmla="*/ 3802012 h 6858000"/>
              <a:gd name="connsiteX180" fmla="*/ 698834 w 7472601"/>
              <a:gd name="connsiteY180" fmla="*/ 3952272 h 6858000"/>
              <a:gd name="connsiteX181" fmla="*/ 34256 w 7472601"/>
              <a:gd name="connsiteY181" fmla="*/ 4347603 h 6858000"/>
              <a:gd name="connsiteX182" fmla="*/ 527241 w 7472601"/>
              <a:gd name="connsiteY182" fmla="*/ 4065078 h 6858000"/>
              <a:gd name="connsiteX183" fmla="*/ 1510397 w 7472601"/>
              <a:gd name="connsiteY183" fmla="*/ 3684705 h 6858000"/>
              <a:gd name="connsiteX184" fmla="*/ 1313114 w 7472601"/>
              <a:gd name="connsiteY184" fmla="*/ 3655216 h 6858000"/>
              <a:gd name="connsiteX185" fmla="*/ 1109304 w 7472601"/>
              <a:gd name="connsiteY185" fmla="*/ 3669030 h 6858000"/>
              <a:gd name="connsiteX186" fmla="*/ 8129 w 7472601"/>
              <a:gd name="connsiteY186" fmla="*/ 4330519 h 6858000"/>
              <a:gd name="connsiteX187" fmla="*/ 687572 w 7472601"/>
              <a:gd name="connsiteY187" fmla="*/ 3925629 h 6858000"/>
              <a:gd name="connsiteX188" fmla="*/ 1138365 w 7472601"/>
              <a:gd name="connsiteY188" fmla="*/ 3774515 h 6858000"/>
              <a:gd name="connsiteX189" fmla="*/ 1505579 w 7472601"/>
              <a:gd name="connsiteY189" fmla="*/ 3655526 h 6858000"/>
              <a:gd name="connsiteX190" fmla="*/ 1313114 w 7472601"/>
              <a:gd name="connsiteY190" fmla="*/ 3655216 h 6858000"/>
              <a:gd name="connsiteX191" fmla="*/ 3655073 w 7472601"/>
              <a:gd name="connsiteY191" fmla="*/ 3650884 h 6858000"/>
              <a:gd name="connsiteX192" fmla="*/ 3989938 w 7472601"/>
              <a:gd name="connsiteY192" fmla="*/ 3991685 h 6858000"/>
              <a:gd name="connsiteX193" fmla="*/ 4393907 w 7472601"/>
              <a:gd name="connsiteY193" fmla="*/ 4261258 h 6858000"/>
              <a:gd name="connsiteX194" fmla="*/ 4648051 w 7472601"/>
              <a:gd name="connsiteY194" fmla="*/ 4374051 h 6858000"/>
              <a:gd name="connsiteX195" fmla="*/ 4383389 w 7472601"/>
              <a:gd name="connsiteY195" fmla="*/ 4184369 h 6858000"/>
              <a:gd name="connsiteX196" fmla="*/ 4165508 w 7472601"/>
              <a:gd name="connsiteY196" fmla="*/ 4035196 h 6858000"/>
              <a:gd name="connsiteX197" fmla="*/ 4068162 w 7472601"/>
              <a:gd name="connsiteY197" fmla="*/ 3953394 h 6858000"/>
              <a:gd name="connsiteX198" fmla="*/ 3981416 w 7472601"/>
              <a:gd name="connsiteY198" fmla="*/ 3880482 h 6858000"/>
              <a:gd name="connsiteX199" fmla="*/ 3800147 w 7472601"/>
              <a:gd name="connsiteY199" fmla="*/ 3749872 h 6858000"/>
              <a:gd name="connsiteX200" fmla="*/ 3655073 w 7472601"/>
              <a:gd name="connsiteY200" fmla="*/ 3650884 h 6858000"/>
              <a:gd name="connsiteX201" fmla="*/ 3670252 w 7472601"/>
              <a:gd name="connsiteY201" fmla="*/ 3622798 h 6858000"/>
              <a:gd name="connsiteX202" fmla="*/ 3817258 w 7472601"/>
              <a:gd name="connsiteY202" fmla="*/ 3723577 h 6858000"/>
              <a:gd name="connsiteX203" fmla="*/ 4000461 w 7472601"/>
              <a:gd name="connsiteY203" fmla="*/ 3855966 h 6858000"/>
              <a:gd name="connsiteX204" fmla="*/ 4088180 w 7472601"/>
              <a:gd name="connsiteY204" fmla="*/ 3929774 h 6858000"/>
              <a:gd name="connsiteX205" fmla="*/ 4184555 w 7472601"/>
              <a:gd name="connsiteY205" fmla="*/ 4010683 h 6858000"/>
              <a:gd name="connsiteX206" fmla="*/ 4399563 w 7472601"/>
              <a:gd name="connsiteY206" fmla="*/ 4158106 h 6858000"/>
              <a:gd name="connsiteX207" fmla="*/ 4684469 w 7472601"/>
              <a:gd name="connsiteY207" fmla="*/ 4364680 h 6858000"/>
              <a:gd name="connsiteX208" fmla="*/ 4690271 w 7472601"/>
              <a:gd name="connsiteY208" fmla="*/ 4370034 h 6858000"/>
              <a:gd name="connsiteX209" fmla="*/ 4136093 w 7472601"/>
              <a:gd name="connsiteY209" fmla="*/ 3858466 h 6858000"/>
              <a:gd name="connsiteX210" fmla="*/ 3670252 w 7472601"/>
              <a:gd name="connsiteY210" fmla="*/ 3622798 h 6858000"/>
              <a:gd name="connsiteX211" fmla="*/ 4440129 w 7472601"/>
              <a:gd name="connsiteY211" fmla="*/ 3448571 h 6858000"/>
              <a:gd name="connsiteX212" fmla="*/ 4856525 w 7472601"/>
              <a:gd name="connsiteY212" fmla="*/ 3915351 h 6858000"/>
              <a:gd name="connsiteX213" fmla="*/ 5059055 w 7472601"/>
              <a:gd name="connsiteY213" fmla="*/ 4108918 h 6858000"/>
              <a:gd name="connsiteX214" fmla="*/ 5290070 w 7472601"/>
              <a:gd name="connsiteY214" fmla="*/ 4263619 h 6858000"/>
              <a:gd name="connsiteX215" fmla="*/ 4834991 w 7472601"/>
              <a:gd name="connsiteY215" fmla="*/ 3830985 h 6858000"/>
              <a:gd name="connsiteX216" fmla="*/ 4440129 w 7472601"/>
              <a:gd name="connsiteY216" fmla="*/ 3448571 h 6858000"/>
              <a:gd name="connsiteX217" fmla="*/ 4441737 w 7472601"/>
              <a:gd name="connsiteY217" fmla="*/ 3399734 h 6858000"/>
              <a:gd name="connsiteX218" fmla="*/ 4431236 w 7472601"/>
              <a:gd name="connsiteY218" fmla="*/ 3400954 h 6858000"/>
              <a:gd name="connsiteX219" fmla="*/ 4557150 w 7472601"/>
              <a:gd name="connsiteY219" fmla="*/ 3510023 h 6858000"/>
              <a:gd name="connsiteX220" fmla="*/ 4856936 w 7472601"/>
              <a:gd name="connsiteY220" fmla="*/ 3809146 h 6858000"/>
              <a:gd name="connsiteX221" fmla="*/ 5111996 w 7472601"/>
              <a:gd name="connsiteY221" fmla="*/ 4065759 h 6858000"/>
              <a:gd name="connsiteX222" fmla="*/ 5388878 w 7472601"/>
              <a:gd name="connsiteY222" fmla="*/ 4300185 h 6858000"/>
              <a:gd name="connsiteX223" fmla="*/ 5425556 w 7472601"/>
              <a:gd name="connsiteY223" fmla="*/ 4308967 h 6858000"/>
              <a:gd name="connsiteX224" fmla="*/ 4943646 w 7472601"/>
              <a:gd name="connsiteY224" fmla="*/ 3822916 h 6858000"/>
              <a:gd name="connsiteX225" fmla="*/ 4594837 w 7472601"/>
              <a:gd name="connsiteY225" fmla="*/ 3532274 h 6858000"/>
              <a:gd name="connsiteX226" fmla="*/ 4441737 w 7472601"/>
              <a:gd name="connsiteY226" fmla="*/ 3399734 h 6858000"/>
              <a:gd name="connsiteX227" fmla="*/ 5425834 w 7472601"/>
              <a:gd name="connsiteY227" fmla="*/ 3162785 h 6858000"/>
              <a:gd name="connsiteX228" fmla="*/ 5401644 w 7472601"/>
              <a:gd name="connsiteY228" fmla="*/ 3617847 h 6858000"/>
              <a:gd name="connsiteX229" fmla="*/ 5467256 w 7472601"/>
              <a:gd name="connsiteY229" fmla="*/ 4175494 h 6858000"/>
              <a:gd name="connsiteX230" fmla="*/ 5448069 w 7472601"/>
              <a:gd name="connsiteY230" fmla="*/ 3567554 h 6858000"/>
              <a:gd name="connsiteX231" fmla="*/ 5425834 w 7472601"/>
              <a:gd name="connsiteY231" fmla="*/ 3162785 h 6858000"/>
              <a:gd name="connsiteX232" fmla="*/ 1318687 w 7472601"/>
              <a:gd name="connsiteY232" fmla="*/ 3113840 h 6858000"/>
              <a:gd name="connsiteX233" fmla="*/ 1066793 w 7472601"/>
              <a:gd name="connsiteY233" fmla="*/ 3212171 h 6858000"/>
              <a:gd name="connsiteX234" fmla="*/ 993319 w 7472601"/>
              <a:gd name="connsiteY234" fmla="*/ 3247648 h 6858000"/>
              <a:gd name="connsiteX235" fmla="*/ 853081 w 7472601"/>
              <a:gd name="connsiteY235" fmla="*/ 3312410 h 6858000"/>
              <a:gd name="connsiteX236" fmla="*/ 805957 w 7472601"/>
              <a:gd name="connsiteY236" fmla="*/ 3330443 h 6858000"/>
              <a:gd name="connsiteX237" fmla="*/ 1318687 w 7472601"/>
              <a:gd name="connsiteY237" fmla="*/ 3113840 h 6858000"/>
              <a:gd name="connsiteX238" fmla="*/ 5453702 w 7472601"/>
              <a:gd name="connsiteY238" fmla="*/ 3090882 h 6858000"/>
              <a:gd name="connsiteX239" fmla="*/ 5480135 w 7472601"/>
              <a:gd name="connsiteY239" fmla="*/ 3565802 h 6858000"/>
              <a:gd name="connsiteX240" fmla="*/ 5499023 w 7472601"/>
              <a:gd name="connsiteY240" fmla="*/ 4166310 h 6858000"/>
              <a:gd name="connsiteX241" fmla="*/ 5547022 w 7472601"/>
              <a:gd name="connsiteY241" fmla="*/ 3607838 h 6858000"/>
              <a:gd name="connsiteX242" fmla="*/ 5515964 w 7472601"/>
              <a:gd name="connsiteY242" fmla="*/ 3378541 h 6858000"/>
              <a:gd name="connsiteX243" fmla="*/ 5453702 w 7472601"/>
              <a:gd name="connsiteY243" fmla="*/ 3090882 h 6858000"/>
              <a:gd name="connsiteX244" fmla="*/ 1238695 w 7472601"/>
              <a:gd name="connsiteY244" fmla="*/ 3076820 h 6858000"/>
              <a:gd name="connsiteX245" fmla="*/ 716371 w 7472601"/>
              <a:gd name="connsiteY245" fmla="*/ 3293249 h 6858000"/>
              <a:gd name="connsiteX246" fmla="*/ 579522 w 7472601"/>
              <a:gd name="connsiteY246" fmla="*/ 3371759 h 6858000"/>
              <a:gd name="connsiteX247" fmla="*/ 600288 w 7472601"/>
              <a:gd name="connsiteY247" fmla="*/ 3365555 h 6858000"/>
              <a:gd name="connsiteX248" fmla="*/ 840692 w 7472601"/>
              <a:gd name="connsiteY248" fmla="*/ 3284921 h 6858000"/>
              <a:gd name="connsiteX249" fmla="*/ 979248 w 7472601"/>
              <a:gd name="connsiteY249" fmla="*/ 3221003 h 6858000"/>
              <a:gd name="connsiteX250" fmla="*/ 1053282 w 7472601"/>
              <a:gd name="connsiteY250" fmla="*/ 3185247 h 6858000"/>
              <a:gd name="connsiteX251" fmla="*/ 1320603 w 7472601"/>
              <a:gd name="connsiteY251" fmla="*/ 3081281 h 6858000"/>
              <a:gd name="connsiteX252" fmla="*/ 1238695 w 7472601"/>
              <a:gd name="connsiteY252" fmla="*/ 3076820 h 6858000"/>
              <a:gd name="connsiteX253" fmla="*/ 5425627 w 7472601"/>
              <a:gd name="connsiteY253" fmla="*/ 2954192 h 6858000"/>
              <a:gd name="connsiteX254" fmla="*/ 5470770 w 7472601"/>
              <a:gd name="connsiteY254" fmla="*/ 3005435 h 6858000"/>
              <a:gd name="connsiteX255" fmla="*/ 5519779 w 7472601"/>
              <a:gd name="connsiteY255" fmla="*/ 4359223 h 6858000"/>
              <a:gd name="connsiteX256" fmla="*/ 5520293 w 7472601"/>
              <a:gd name="connsiteY256" fmla="*/ 4360602 h 6858000"/>
              <a:gd name="connsiteX257" fmla="*/ 5767221 w 7472601"/>
              <a:gd name="connsiteY257" fmla="*/ 4665564 h 6858000"/>
              <a:gd name="connsiteX258" fmla="*/ 6937169 w 7472601"/>
              <a:gd name="connsiteY258" fmla="*/ 4815941 h 6858000"/>
              <a:gd name="connsiteX259" fmla="*/ 6953922 w 7472601"/>
              <a:gd name="connsiteY259" fmla="*/ 4890068 h 6858000"/>
              <a:gd name="connsiteX260" fmla="*/ 6071359 w 7472601"/>
              <a:gd name="connsiteY260" fmla="*/ 4770770 h 6858000"/>
              <a:gd name="connsiteX261" fmla="*/ 6038839 w 7472601"/>
              <a:gd name="connsiteY261" fmla="*/ 4764474 h 6858000"/>
              <a:gd name="connsiteX262" fmla="*/ 6038706 w 7472601"/>
              <a:gd name="connsiteY262" fmla="*/ 4763847 h 6858000"/>
              <a:gd name="connsiteX263" fmla="*/ 6037784 w 7472601"/>
              <a:gd name="connsiteY263" fmla="*/ 4764270 h 6858000"/>
              <a:gd name="connsiteX264" fmla="*/ 6038839 w 7472601"/>
              <a:gd name="connsiteY264" fmla="*/ 4764474 h 6858000"/>
              <a:gd name="connsiteX265" fmla="*/ 6040338 w 7472601"/>
              <a:gd name="connsiteY265" fmla="*/ 4771418 h 6858000"/>
              <a:gd name="connsiteX266" fmla="*/ 6024488 w 7472601"/>
              <a:gd name="connsiteY266" fmla="*/ 4809903 h 6858000"/>
              <a:gd name="connsiteX267" fmla="*/ 5599771 w 7472601"/>
              <a:gd name="connsiteY267" fmla="*/ 5509652 h 6858000"/>
              <a:gd name="connsiteX268" fmla="*/ 5548843 w 7472601"/>
              <a:gd name="connsiteY268" fmla="*/ 5563845 h 6858000"/>
              <a:gd name="connsiteX269" fmla="*/ 5940952 w 7472601"/>
              <a:gd name="connsiteY269" fmla="*/ 6250028 h 6858000"/>
              <a:gd name="connsiteX270" fmla="*/ 6043441 w 7472601"/>
              <a:gd name="connsiteY270" fmla="*/ 6665847 h 6858000"/>
              <a:gd name="connsiteX271" fmla="*/ 6093432 w 7472601"/>
              <a:gd name="connsiteY271" fmla="*/ 6858000 h 6858000"/>
              <a:gd name="connsiteX272" fmla="*/ 6034344 w 7472601"/>
              <a:gd name="connsiteY272" fmla="*/ 6858000 h 6858000"/>
              <a:gd name="connsiteX273" fmla="*/ 6026679 w 7472601"/>
              <a:gd name="connsiteY273" fmla="*/ 6836959 h 6858000"/>
              <a:gd name="connsiteX274" fmla="*/ 5800441 w 7472601"/>
              <a:gd name="connsiteY274" fmla="*/ 6335286 h 6858000"/>
              <a:gd name="connsiteX275" fmla="*/ 5526562 w 7472601"/>
              <a:gd name="connsiteY275" fmla="*/ 5705388 h 6858000"/>
              <a:gd name="connsiteX276" fmla="*/ 5519640 w 7472601"/>
              <a:gd name="connsiteY276" fmla="*/ 5683774 h 6858000"/>
              <a:gd name="connsiteX277" fmla="*/ 5844559 w 7472601"/>
              <a:gd name="connsiteY277" fmla="*/ 6553349 h 6858000"/>
              <a:gd name="connsiteX278" fmla="*/ 5975994 w 7472601"/>
              <a:gd name="connsiteY278" fmla="*/ 6858000 h 6858000"/>
              <a:gd name="connsiteX279" fmla="*/ 5898547 w 7472601"/>
              <a:gd name="connsiteY279" fmla="*/ 6858000 h 6858000"/>
              <a:gd name="connsiteX280" fmla="*/ 5682041 w 7472601"/>
              <a:gd name="connsiteY280" fmla="*/ 6355860 h 6858000"/>
              <a:gd name="connsiteX281" fmla="*/ 5461758 w 7472601"/>
              <a:gd name="connsiteY281" fmla="*/ 5820220 h 6858000"/>
              <a:gd name="connsiteX282" fmla="*/ 5237282 w 7472601"/>
              <a:gd name="connsiteY282" fmla="*/ 6579086 h 6858000"/>
              <a:gd name="connsiteX283" fmla="*/ 5115009 w 7472601"/>
              <a:gd name="connsiteY283" fmla="*/ 6858000 h 6858000"/>
              <a:gd name="connsiteX284" fmla="*/ 5028074 w 7472601"/>
              <a:gd name="connsiteY284" fmla="*/ 6858000 h 6858000"/>
              <a:gd name="connsiteX285" fmla="*/ 5079508 w 7472601"/>
              <a:gd name="connsiteY285" fmla="*/ 6749074 h 6858000"/>
              <a:gd name="connsiteX286" fmla="*/ 5371846 w 7472601"/>
              <a:gd name="connsiteY286" fmla="*/ 5924413 h 6858000"/>
              <a:gd name="connsiteX287" fmla="*/ 5270512 w 7472601"/>
              <a:gd name="connsiteY287" fmla="*/ 6138975 h 6858000"/>
              <a:gd name="connsiteX288" fmla="*/ 5062409 w 7472601"/>
              <a:gd name="connsiteY288" fmla="*/ 6653544 h 6858000"/>
              <a:gd name="connsiteX289" fmla="*/ 5036628 w 7472601"/>
              <a:gd name="connsiteY289" fmla="*/ 6754247 h 6858000"/>
              <a:gd name="connsiteX290" fmla="*/ 5009112 w 7472601"/>
              <a:gd name="connsiteY290" fmla="*/ 6858000 h 6858000"/>
              <a:gd name="connsiteX291" fmla="*/ 4976679 w 7472601"/>
              <a:gd name="connsiteY291" fmla="*/ 6858000 h 6858000"/>
              <a:gd name="connsiteX292" fmla="*/ 5006537 w 7472601"/>
              <a:gd name="connsiteY292" fmla="*/ 6747068 h 6858000"/>
              <a:gd name="connsiteX293" fmla="*/ 5032723 w 7472601"/>
              <a:gd name="connsiteY293" fmla="*/ 6644957 h 6858000"/>
              <a:gd name="connsiteX294" fmla="*/ 5242949 w 7472601"/>
              <a:gd name="connsiteY294" fmla="*/ 6125175 h 6858000"/>
              <a:gd name="connsiteX295" fmla="*/ 5286321 w 7472601"/>
              <a:gd name="connsiteY295" fmla="*/ 6033555 h 6858000"/>
              <a:gd name="connsiteX296" fmla="*/ 5008210 w 7472601"/>
              <a:gd name="connsiteY296" fmla="*/ 6649194 h 6858000"/>
              <a:gd name="connsiteX297" fmla="*/ 4986321 w 7472601"/>
              <a:gd name="connsiteY297" fmla="*/ 6765687 h 6858000"/>
              <a:gd name="connsiteX298" fmla="*/ 4973474 w 7472601"/>
              <a:gd name="connsiteY298" fmla="*/ 6858000 h 6858000"/>
              <a:gd name="connsiteX299" fmla="*/ 4907178 w 7472601"/>
              <a:gd name="connsiteY299" fmla="*/ 6858000 h 6858000"/>
              <a:gd name="connsiteX300" fmla="*/ 4910810 w 7472601"/>
              <a:gd name="connsiteY300" fmla="*/ 6829660 h 6858000"/>
              <a:gd name="connsiteX301" fmla="*/ 4987461 w 7472601"/>
              <a:gd name="connsiteY301" fmla="*/ 6432994 h 6858000"/>
              <a:gd name="connsiteX302" fmla="*/ 5179262 w 7472601"/>
              <a:gd name="connsiteY302" fmla="*/ 6035044 h 6858000"/>
              <a:gd name="connsiteX303" fmla="*/ 4689678 w 7472601"/>
              <a:gd name="connsiteY303" fmla="*/ 6440241 h 6858000"/>
              <a:gd name="connsiteX304" fmla="*/ 4477543 w 7472601"/>
              <a:gd name="connsiteY304" fmla="*/ 6674836 h 6858000"/>
              <a:gd name="connsiteX305" fmla="*/ 4329957 w 7472601"/>
              <a:gd name="connsiteY305" fmla="*/ 6858000 h 6858000"/>
              <a:gd name="connsiteX306" fmla="*/ 4218595 w 7472601"/>
              <a:gd name="connsiteY306" fmla="*/ 6858000 h 6858000"/>
              <a:gd name="connsiteX307" fmla="*/ 4368888 w 7472601"/>
              <a:gd name="connsiteY307" fmla="*/ 6668412 h 6858000"/>
              <a:gd name="connsiteX308" fmla="*/ 4563091 w 7472601"/>
              <a:gd name="connsiteY308" fmla="*/ 6442508 h 6858000"/>
              <a:gd name="connsiteX309" fmla="*/ 5387324 w 7472601"/>
              <a:gd name="connsiteY309" fmla="*/ 5705830 h 6858000"/>
              <a:gd name="connsiteX310" fmla="*/ 5073620 w 7472601"/>
              <a:gd name="connsiteY310" fmla="*/ 5955437 h 6858000"/>
              <a:gd name="connsiteX311" fmla="*/ 4689789 w 7472601"/>
              <a:gd name="connsiteY311" fmla="*/ 6268382 h 6858000"/>
              <a:gd name="connsiteX312" fmla="*/ 4418722 w 7472601"/>
              <a:gd name="connsiteY312" fmla="*/ 6570886 h 6858000"/>
              <a:gd name="connsiteX313" fmla="*/ 4214944 w 7472601"/>
              <a:gd name="connsiteY313" fmla="*/ 6858000 h 6858000"/>
              <a:gd name="connsiteX314" fmla="*/ 4177898 w 7472601"/>
              <a:gd name="connsiteY314" fmla="*/ 6858000 h 6858000"/>
              <a:gd name="connsiteX315" fmla="*/ 4391597 w 7472601"/>
              <a:gd name="connsiteY315" fmla="*/ 6556370 h 6858000"/>
              <a:gd name="connsiteX316" fmla="*/ 4668889 w 7472601"/>
              <a:gd name="connsiteY316" fmla="*/ 6246399 h 6858000"/>
              <a:gd name="connsiteX317" fmla="*/ 5055427 w 7472601"/>
              <a:gd name="connsiteY317" fmla="*/ 5931476 h 6858000"/>
              <a:gd name="connsiteX318" fmla="*/ 5371814 w 7472601"/>
              <a:gd name="connsiteY318" fmla="*/ 5678975 h 6858000"/>
              <a:gd name="connsiteX319" fmla="*/ 4987918 w 7472601"/>
              <a:gd name="connsiteY319" fmla="*/ 5838701 h 6858000"/>
              <a:gd name="connsiteX320" fmla="*/ 4317146 w 7472601"/>
              <a:gd name="connsiteY320" fmla="*/ 6587716 h 6858000"/>
              <a:gd name="connsiteX321" fmla="*/ 4171627 w 7472601"/>
              <a:gd name="connsiteY321" fmla="*/ 6858000 h 6858000"/>
              <a:gd name="connsiteX322" fmla="*/ 4081585 w 7472601"/>
              <a:gd name="connsiteY322" fmla="*/ 6858000 h 6858000"/>
              <a:gd name="connsiteX323" fmla="*/ 4238603 w 7472601"/>
              <a:gd name="connsiteY323" fmla="*/ 6559341 h 6858000"/>
              <a:gd name="connsiteX324" fmla="*/ 4778333 w 7472601"/>
              <a:gd name="connsiteY324" fmla="*/ 5873626 h 6858000"/>
              <a:gd name="connsiteX325" fmla="*/ 5414185 w 7472601"/>
              <a:gd name="connsiteY325" fmla="*/ 5573882 h 6858000"/>
              <a:gd name="connsiteX326" fmla="*/ 5959648 w 7472601"/>
              <a:gd name="connsiteY326" fmla="*/ 4760797 h 6858000"/>
              <a:gd name="connsiteX327" fmla="*/ 5355019 w 7472601"/>
              <a:gd name="connsiteY327" fmla="*/ 4734672 h 6858000"/>
              <a:gd name="connsiteX328" fmla="*/ 5083565 w 7472601"/>
              <a:gd name="connsiteY328" fmla="*/ 5179121 h 6858000"/>
              <a:gd name="connsiteX329" fmla="*/ 4713577 w 7472601"/>
              <a:gd name="connsiteY329" fmla="*/ 5616803 h 6858000"/>
              <a:gd name="connsiteX330" fmla="*/ 3989559 w 7472601"/>
              <a:gd name="connsiteY330" fmla="*/ 6145945 h 6858000"/>
              <a:gd name="connsiteX331" fmla="*/ 3939824 w 7472601"/>
              <a:gd name="connsiteY331" fmla="*/ 6066900 h 6858000"/>
              <a:gd name="connsiteX332" fmla="*/ 4584537 w 7472601"/>
              <a:gd name="connsiteY332" fmla="*/ 5324826 h 6858000"/>
              <a:gd name="connsiteX333" fmla="*/ 5037105 w 7472601"/>
              <a:gd name="connsiteY333" fmla="*/ 5088765 h 6858000"/>
              <a:gd name="connsiteX334" fmla="*/ 5039930 w 7472601"/>
              <a:gd name="connsiteY334" fmla="*/ 5089585 h 6858000"/>
              <a:gd name="connsiteX335" fmla="*/ 5263764 w 7472601"/>
              <a:gd name="connsiteY335" fmla="*/ 4735525 h 6858000"/>
              <a:gd name="connsiteX336" fmla="*/ 4086300 w 7472601"/>
              <a:gd name="connsiteY336" fmla="*/ 4884599 h 6858000"/>
              <a:gd name="connsiteX337" fmla="*/ 4085485 w 7472601"/>
              <a:gd name="connsiteY337" fmla="*/ 4899070 h 6858000"/>
              <a:gd name="connsiteX338" fmla="*/ 3871915 w 7472601"/>
              <a:gd name="connsiteY338" fmla="*/ 5253645 h 6858000"/>
              <a:gd name="connsiteX339" fmla="*/ 3799374 w 7472601"/>
              <a:gd name="connsiteY339" fmla="*/ 5466127 h 6858000"/>
              <a:gd name="connsiteX340" fmla="*/ 3498850 w 7472601"/>
              <a:gd name="connsiteY340" fmla="*/ 6661888 h 6858000"/>
              <a:gd name="connsiteX341" fmla="*/ 3399216 w 7472601"/>
              <a:gd name="connsiteY341" fmla="*/ 6858000 h 6858000"/>
              <a:gd name="connsiteX342" fmla="*/ 3303688 w 7472601"/>
              <a:gd name="connsiteY342" fmla="*/ 6858000 h 6858000"/>
              <a:gd name="connsiteX343" fmla="*/ 3391774 w 7472601"/>
              <a:gd name="connsiteY343" fmla="*/ 6697181 h 6858000"/>
              <a:gd name="connsiteX344" fmla="*/ 3735540 w 7472601"/>
              <a:gd name="connsiteY344" fmla="*/ 5546923 h 6858000"/>
              <a:gd name="connsiteX345" fmla="*/ 3729438 w 7472601"/>
              <a:gd name="connsiteY345" fmla="*/ 5569058 h 6858000"/>
              <a:gd name="connsiteX346" fmla="*/ 3707782 w 7472601"/>
              <a:gd name="connsiteY346" fmla="*/ 5644908 h 6858000"/>
              <a:gd name="connsiteX347" fmla="*/ 3583827 w 7472601"/>
              <a:gd name="connsiteY347" fmla="*/ 6039215 h 6858000"/>
              <a:gd name="connsiteX348" fmla="*/ 3547861 w 7472601"/>
              <a:gd name="connsiteY348" fmla="*/ 6129609 h 6858000"/>
              <a:gd name="connsiteX349" fmla="*/ 3490905 w 7472601"/>
              <a:gd name="connsiteY349" fmla="*/ 6277660 h 6858000"/>
              <a:gd name="connsiteX350" fmla="*/ 3455859 w 7472601"/>
              <a:gd name="connsiteY350" fmla="*/ 6391301 h 6858000"/>
              <a:gd name="connsiteX351" fmla="*/ 3429112 w 7472601"/>
              <a:gd name="connsiteY351" fmla="*/ 6479469 h 6858000"/>
              <a:gd name="connsiteX352" fmla="*/ 3304862 w 7472601"/>
              <a:gd name="connsiteY352" fmla="*/ 6796476 h 6858000"/>
              <a:gd name="connsiteX353" fmla="*/ 3276071 w 7472601"/>
              <a:gd name="connsiteY353" fmla="*/ 6858000 h 6858000"/>
              <a:gd name="connsiteX354" fmla="*/ 3240805 w 7472601"/>
              <a:gd name="connsiteY354" fmla="*/ 6858000 h 6858000"/>
              <a:gd name="connsiteX355" fmla="*/ 3275917 w 7472601"/>
              <a:gd name="connsiteY355" fmla="*/ 6783192 h 6858000"/>
              <a:gd name="connsiteX356" fmla="*/ 3399358 w 7472601"/>
              <a:gd name="connsiteY356" fmla="*/ 6469011 h 6858000"/>
              <a:gd name="connsiteX357" fmla="*/ 3425650 w 7472601"/>
              <a:gd name="connsiteY357" fmla="*/ 6381333 h 6858000"/>
              <a:gd name="connsiteX358" fmla="*/ 3460661 w 7472601"/>
              <a:gd name="connsiteY358" fmla="*/ 6266763 h 6858000"/>
              <a:gd name="connsiteX359" fmla="*/ 3518021 w 7472601"/>
              <a:gd name="connsiteY359" fmla="*/ 6117298 h 6858000"/>
              <a:gd name="connsiteX360" fmla="*/ 3554035 w 7472601"/>
              <a:gd name="connsiteY360" fmla="*/ 6027832 h 6858000"/>
              <a:gd name="connsiteX361" fmla="*/ 3677174 w 7472601"/>
              <a:gd name="connsiteY361" fmla="*/ 5636351 h 6858000"/>
              <a:gd name="connsiteX362" fmla="*/ 3698819 w 7472601"/>
              <a:gd name="connsiteY362" fmla="*/ 5560503 h 6858000"/>
              <a:gd name="connsiteX363" fmla="*/ 3702094 w 7472601"/>
              <a:gd name="connsiteY363" fmla="*/ 5549194 h 6858000"/>
              <a:gd name="connsiteX364" fmla="*/ 3398355 w 7472601"/>
              <a:gd name="connsiteY364" fmla="*/ 6094603 h 6858000"/>
              <a:gd name="connsiteX365" fmla="*/ 3193941 w 7472601"/>
              <a:gd name="connsiteY365" fmla="*/ 6798775 h 6858000"/>
              <a:gd name="connsiteX366" fmla="*/ 3184140 w 7472601"/>
              <a:gd name="connsiteY366" fmla="*/ 6858000 h 6858000"/>
              <a:gd name="connsiteX367" fmla="*/ 3099978 w 7472601"/>
              <a:gd name="connsiteY367" fmla="*/ 6858000 h 6858000"/>
              <a:gd name="connsiteX368" fmla="*/ 3101556 w 7472601"/>
              <a:gd name="connsiteY368" fmla="*/ 6843337 h 6858000"/>
              <a:gd name="connsiteX369" fmla="*/ 3370162 w 7472601"/>
              <a:gd name="connsiteY369" fmla="*/ 5785550 h 6858000"/>
              <a:gd name="connsiteX370" fmla="*/ 3746477 w 7472601"/>
              <a:gd name="connsiteY370" fmla="*/ 5377889 h 6858000"/>
              <a:gd name="connsiteX371" fmla="*/ 3863399 w 7472601"/>
              <a:gd name="connsiteY371" fmla="*/ 5087257 h 6858000"/>
              <a:gd name="connsiteX372" fmla="*/ 3968712 w 7472601"/>
              <a:gd name="connsiteY372" fmla="*/ 4913989 h 6858000"/>
              <a:gd name="connsiteX373" fmla="*/ 2792390 w 7472601"/>
              <a:gd name="connsiteY373" fmla="*/ 5382974 h 6858000"/>
              <a:gd name="connsiteX374" fmla="*/ 2714982 w 7472601"/>
              <a:gd name="connsiteY374" fmla="*/ 5427051 h 6858000"/>
              <a:gd name="connsiteX375" fmla="*/ 2813361 w 7472601"/>
              <a:gd name="connsiteY375" fmla="*/ 6023912 h 6858000"/>
              <a:gd name="connsiteX376" fmla="*/ 2688430 w 7472601"/>
              <a:gd name="connsiteY376" fmla="*/ 6801564 h 6858000"/>
              <a:gd name="connsiteX377" fmla="*/ 2629626 w 7472601"/>
              <a:gd name="connsiteY377" fmla="*/ 6763394 h 6858000"/>
              <a:gd name="connsiteX378" fmla="*/ 2565328 w 7472601"/>
              <a:gd name="connsiteY378" fmla="*/ 5516399 h 6858000"/>
              <a:gd name="connsiteX379" fmla="*/ 1922999 w 7472601"/>
              <a:gd name="connsiteY379" fmla="*/ 5980343 h 6858000"/>
              <a:gd name="connsiteX380" fmla="*/ 1950261 w 7472601"/>
              <a:gd name="connsiteY380" fmla="*/ 6405858 h 6858000"/>
              <a:gd name="connsiteX381" fmla="*/ 2365554 w 7472601"/>
              <a:gd name="connsiteY381" fmla="*/ 6759107 h 6858000"/>
              <a:gd name="connsiteX382" fmla="*/ 2424142 w 7472601"/>
              <a:gd name="connsiteY382" fmla="*/ 6858000 h 6858000"/>
              <a:gd name="connsiteX383" fmla="*/ 2395994 w 7472601"/>
              <a:gd name="connsiteY383" fmla="*/ 6858000 h 6858000"/>
              <a:gd name="connsiteX384" fmla="*/ 2392863 w 7472601"/>
              <a:gd name="connsiteY384" fmla="*/ 6852964 h 6858000"/>
              <a:gd name="connsiteX385" fmla="*/ 2017589 w 7472601"/>
              <a:gd name="connsiteY385" fmla="*/ 6493982 h 6858000"/>
              <a:gd name="connsiteX386" fmla="*/ 2147336 w 7472601"/>
              <a:gd name="connsiteY386" fmla="*/ 6594052 h 6858000"/>
              <a:gd name="connsiteX387" fmla="*/ 2207047 w 7472601"/>
              <a:gd name="connsiteY387" fmla="*/ 6654540 h 6858000"/>
              <a:gd name="connsiteX388" fmla="*/ 2299106 w 7472601"/>
              <a:gd name="connsiteY388" fmla="*/ 6778931 h 6858000"/>
              <a:gd name="connsiteX389" fmla="*/ 2314430 w 7472601"/>
              <a:gd name="connsiteY389" fmla="*/ 6801144 h 6858000"/>
              <a:gd name="connsiteX390" fmla="*/ 2352406 w 7472601"/>
              <a:gd name="connsiteY390" fmla="*/ 6858000 h 6858000"/>
              <a:gd name="connsiteX391" fmla="*/ 2314492 w 7472601"/>
              <a:gd name="connsiteY391" fmla="*/ 6858000 h 6858000"/>
              <a:gd name="connsiteX392" fmla="*/ 2288095 w 7472601"/>
              <a:gd name="connsiteY392" fmla="*/ 6818030 h 6858000"/>
              <a:gd name="connsiteX393" fmla="*/ 2272768 w 7472601"/>
              <a:gd name="connsiteY393" fmla="*/ 6795822 h 6858000"/>
              <a:gd name="connsiteX394" fmla="*/ 2182715 w 7472601"/>
              <a:gd name="connsiteY394" fmla="*/ 6675071 h 6858000"/>
              <a:gd name="connsiteX395" fmla="*/ 2032061 w 7472601"/>
              <a:gd name="connsiteY395" fmla="*/ 6541380 h 6858000"/>
              <a:gd name="connsiteX396" fmla="*/ 2257220 w 7472601"/>
              <a:gd name="connsiteY396" fmla="*/ 6826257 h 6858000"/>
              <a:gd name="connsiteX397" fmla="*/ 2281324 w 7472601"/>
              <a:gd name="connsiteY397" fmla="*/ 6858000 h 6858000"/>
              <a:gd name="connsiteX398" fmla="*/ 2242860 w 7472601"/>
              <a:gd name="connsiteY398" fmla="*/ 6858000 h 6858000"/>
              <a:gd name="connsiteX399" fmla="*/ 2232818 w 7472601"/>
              <a:gd name="connsiteY399" fmla="*/ 6844926 h 6858000"/>
              <a:gd name="connsiteX400" fmla="*/ 1990172 w 7472601"/>
              <a:gd name="connsiteY400" fmla="*/ 6542121 h 6858000"/>
              <a:gd name="connsiteX401" fmla="*/ 2124090 w 7472601"/>
              <a:gd name="connsiteY401" fmla="*/ 6761017 h 6858000"/>
              <a:gd name="connsiteX402" fmla="*/ 2200380 w 7472601"/>
              <a:gd name="connsiteY402" fmla="*/ 6858000 h 6858000"/>
              <a:gd name="connsiteX403" fmla="*/ 2147507 w 7472601"/>
              <a:gd name="connsiteY403" fmla="*/ 6858000 h 6858000"/>
              <a:gd name="connsiteX404" fmla="*/ 2070668 w 7472601"/>
              <a:gd name="connsiteY404" fmla="*/ 6761520 h 6858000"/>
              <a:gd name="connsiteX405" fmla="*/ 1975142 w 7472601"/>
              <a:gd name="connsiteY405" fmla="*/ 6585570 h 6858000"/>
              <a:gd name="connsiteX406" fmla="*/ 2050035 w 7472601"/>
              <a:gd name="connsiteY406" fmla="*/ 6813345 h 6858000"/>
              <a:gd name="connsiteX407" fmla="*/ 2063025 w 7472601"/>
              <a:gd name="connsiteY407" fmla="*/ 6858000 h 6858000"/>
              <a:gd name="connsiteX408" fmla="*/ 2021675 w 7472601"/>
              <a:gd name="connsiteY408" fmla="*/ 6858000 h 6858000"/>
              <a:gd name="connsiteX409" fmla="*/ 2019308 w 7472601"/>
              <a:gd name="connsiteY409" fmla="*/ 6847118 h 6858000"/>
              <a:gd name="connsiteX410" fmla="*/ 1938835 w 7472601"/>
              <a:gd name="connsiteY410" fmla="*/ 6551160 h 6858000"/>
              <a:gd name="connsiteX411" fmla="*/ 1953230 w 7472601"/>
              <a:gd name="connsiteY411" fmla="*/ 6759699 h 6858000"/>
              <a:gd name="connsiteX412" fmla="*/ 1956763 w 7472601"/>
              <a:gd name="connsiteY412" fmla="*/ 6778191 h 6858000"/>
              <a:gd name="connsiteX413" fmla="*/ 1967925 w 7472601"/>
              <a:gd name="connsiteY413" fmla="*/ 6858000 h 6858000"/>
              <a:gd name="connsiteX414" fmla="*/ 1936622 w 7472601"/>
              <a:gd name="connsiteY414" fmla="*/ 6858000 h 6858000"/>
              <a:gd name="connsiteX415" fmla="*/ 1926261 w 7472601"/>
              <a:gd name="connsiteY415" fmla="*/ 6784064 h 6858000"/>
              <a:gd name="connsiteX416" fmla="*/ 1922724 w 7472601"/>
              <a:gd name="connsiteY416" fmla="*/ 6765577 h 6858000"/>
              <a:gd name="connsiteX417" fmla="*/ 1904650 w 7472601"/>
              <a:gd name="connsiteY417" fmla="*/ 6639616 h 6858000"/>
              <a:gd name="connsiteX418" fmla="*/ 1885273 w 7472601"/>
              <a:gd name="connsiteY418" fmla="*/ 6858000 h 6858000"/>
              <a:gd name="connsiteX419" fmla="*/ 1854363 w 7472601"/>
              <a:gd name="connsiteY419" fmla="*/ 6858000 h 6858000"/>
              <a:gd name="connsiteX420" fmla="*/ 1880391 w 7472601"/>
              <a:gd name="connsiteY420" fmla="*/ 6603796 h 6858000"/>
              <a:gd name="connsiteX421" fmla="*/ 1818273 w 7472601"/>
              <a:gd name="connsiteY421" fmla="*/ 6715729 h 6858000"/>
              <a:gd name="connsiteX422" fmla="*/ 1794691 w 7472601"/>
              <a:gd name="connsiteY422" fmla="*/ 6843239 h 6858000"/>
              <a:gd name="connsiteX423" fmla="*/ 1794914 w 7472601"/>
              <a:gd name="connsiteY423" fmla="*/ 6858000 h 6858000"/>
              <a:gd name="connsiteX424" fmla="*/ 1746128 w 7472601"/>
              <a:gd name="connsiteY424" fmla="*/ 6858000 h 6858000"/>
              <a:gd name="connsiteX425" fmla="*/ 1753934 w 7472601"/>
              <a:gd name="connsiteY425" fmla="*/ 6724796 h 6858000"/>
              <a:gd name="connsiteX426" fmla="*/ 1792053 w 7472601"/>
              <a:gd name="connsiteY426" fmla="*/ 6572396 h 6858000"/>
              <a:gd name="connsiteX427" fmla="*/ 1862248 w 7472601"/>
              <a:gd name="connsiteY427" fmla="*/ 6266397 h 6858000"/>
              <a:gd name="connsiteX428" fmla="*/ 1862250 w 7472601"/>
              <a:gd name="connsiteY428" fmla="*/ 6033531 h 6858000"/>
              <a:gd name="connsiteX429" fmla="*/ 1211999 w 7472601"/>
              <a:gd name="connsiteY429" fmla="*/ 6683610 h 6858000"/>
              <a:gd name="connsiteX430" fmla="*/ 1213266 w 7472601"/>
              <a:gd name="connsiteY430" fmla="*/ 6691947 h 6858000"/>
              <a:gd name="connsiteX431" fmla="*/ 1203370 w 7472601"/>
              <a:gd name="connsiteY431" fmla="*/ 6850676 h 6858000"/>
              <a:gd name="connsiteX432" fmla="*/ 1203671 w 7472601"/>
              <a:gd name="connsiteY432" fmla="*/ 6858000 h 6858000"/>
              <a:gd name="connsiteX433" fmla="*/ 1143180 w 7472601"/>
              <a:gd name="connsiteY433" fmla="*/ 6858000 h 6858000"/>
              <a:gd name="connsiteX434" fmla="*/ 1142176 w 7472601"/>
              <a:gd name="connsiteY434" fmla="*/ 6766045 h 6858000"/>
              <a:gd name="connsiteX435" fmla="*/ 1067484 w 7472601"/>
              <a:gd name="connsiteY435" fmla="*/ 6858000 h 6858000"/>
              <a:gd name="connsiteX436" fmla="*/ 953928 w 7472601"/>
              <a:gd name="connsiteY436" fmla="*/ 6858000 h 6858000"/>
              <a:gd name="connsiteX437" fmla="*/ 959715 w 7472601"/>
              <a:gd name="connsiteY437" fmla="*/ 6850185 h 6858000"/>
              <a:gd name="connsiteX438" fmla="*/ 1483788 w 7472601"/>
              <a:gd name="connsiteY438" fmla="*/ 6259174 h 6858000"/>
              <a:gd name="connsiteX439" fmla="*/ 1100671 w 7472601"/>
              <a:gd name="connsiteY439" fmla="*/ 6252137 h 6858000"/>
              <a:gd name="connsiteX440" fmla="*/ 1090144 w 7472601"/>
              <a:gd name="connsiteY440" fmla="*/ 6256748 h 6858000"/>
              <a:gd name="connsiteX441" fmla="*/ 1095872 w 7472601"/>
              <a:gd name="connsiteY441" fmla="*/ 6271892 h 6858000"/>
              <a:gd name="connsiteX442" fmla="*/ 262785 w 7472601"/>
              <a:gd name="connsiteY442" fmla="*/ 6845450 h 6858000"/>
              <a:gd name="connsiteX443" fmla="*/ 209968 w 7472601"/>
              <a:gd name="connsiteY443" fmla="*/ 6770713 h 6858000"/>
              <a:gd name="connsiteX444" fmla="*/ 873460 w 7472601"/>
              <a:gd name="connsiteY444" fmla="*/ 6253768 h 6858000"/>
              <a:gd name="connsiteX445" fmla="*/ 192686 w 7472601"/>
              <a:gd name="connsiteY445" fmla="*/ 5849257 h 6858000"/>
              <a:gd name="connsiteX446" fmla="*/ 4696 w 7472601"/>
              <a:gd name="connsiteY446" fmla="*/ 5697668 h 6858000"/>
              <a:gd name="connsiteX447" fmla="*/ 0 w 7472601"/>
              <a:gd name="connsiteY447" fmla="*/ 5689984 h 6858000"/>
              <a:gd name="connsiteX448" fmla="*/ 0 w 7472601"/>
              <a:gd name="connsiteY448" fmla="*/ 5513472 h 6858000"/>
              <a:gd name="connsiteX449" fmla="*/ 174101 w 7472601"/>
              <a:gd name="connsiteY449" fmla="*/ 5620277 h 6858000"/>
              <a:gd name="connsiteX450" fmla="*/ 891800 w 7472601"/>
              <a:gd name="connsiteY450" fmla="*/ 6036935 h 6858000"/>
              <a:gd name="connsiteX451" fmla="*/ 1072219 w 7472601"/>
              <a:gd name="connsiteY451" fmla="*/ 6169443 h 6858000"/>
              <a:gd name="connsiteX452" fmla="*/ 1074117 w 7472601"/>
              <a:gd name="connsiteY452" fmla="*/ 6170301 h 6858000"/>
              <a:gd name="connsiteX453" fmla="*/ 1083114 w 7472601"/>
              <a:gd name="connsiteY453" fmla="*/ 6174131 h 6858000"/>
              <a:gd name="connsiteX454" fmla="*/ 1543010 w 7472601"/>
              <a:gd name="connsiteY454" fmla="*/ 6191140 h 6858000"/>
              <a:gd name="connsiteX455" fmla="*/ 1551080 w 7472601"/>
              <a:gd name="connsiteY455" fmla="*/ 6195006 h 6858000"/>
              <a:gd name="connsiteX456" fmla="*/ 2345443 w 7472601"/>
              <a:gd name="connsiteY456" fmla="*/ 5549882 h 6858000"/>
              <a:gd name="connsiteX457" fmla="*/ 1721499 w 7472601"/>
              <a:gd name="connsiteY457" fmla="*/ 5599969 h 6858000"/>
              <a:gd name="connsiteX458" fmla="*/ 767716 w 7472601"/>
              <a:gd name="connsiteY458" fmla="*/ 5472768 h 6858000"/>
              <a:gd name="connsiteX459" fmla="*/ 722147 w 7472601"/>
              <a:gd name="connsiteY459" fmla="*/ 5393091 h 6858000"/>
              <a:gd name="connsiteX460" fmla="*/ 1485552 w 7472601"/>
              <a:gd name="connsiteY460" fmla="*/ 5313202 h 6858000"/>
              <a:gd name="connsiteX461" fmla="*/ 2143004 w 7472601"/>
              <a:gd name="connsiteY461" fmla="*/ 5402420 h 6858000"/>
              <a:gd name="connsiteX462" fmla="*/ 1933391 w 7472601"/>
              <a:gd name="connsiteY462" fmla="*/ 5156971 h 6858000"/>
              <a:gd name="connsiteX463" fmla="*/ 1827118 w 7472601"/>
              <a:gd name="connsiteY463" fmla="*/ 4968410 h 6858000"/>
              <a:gd name="connsiteX464" fmla="*/ 1837349 w 7472601"/>
              <a:gd name="connsiteY464" fmla="*/ 4956357 h 6858000"/>
              <a:gd name="connsiteX465" fmla="*/ 2162835 w 7472601"/>
              <a:gd name="connsiteY465" fmla="*/ 5187853 h 6858000"/>
              <a:gd name="connsiteX466" fmla="*/ 2257167 w 7472601"/>
              <a:gd name="connsiteY466" fmla="*/ 5462123 h 6858000"/>
              <a:gd name="connsiteX467" fmla="*/ 2261598 w 7472601"/>
              <a:gd name="connsiteY467" fmla="*/ 5467998 h 6858000"/>
              <a:gd name="connsiteX468" fmla="*/ 2437177 w 7472601"/>
              <a:gd name="connsiteY468" fmla="*/ 5479608 h 6858000"/>
              <a:gd name="connsiteX469" fmla="*/ 2445247 w 7472601"/>
              <a:gd name="connsiteY469" fmla="*/ 5483476 h 6858000"/>
              <a:gd name="connsiteX470" fmla="*/ 2743626 w 7472601"/>
              <a:gd name="connsiteY470" fmla="*/ 5304819 h 6858000"/>
              <a:gd name="connsiteX471" fmla="*/ 3048102 w 7472601"/>
              <a:gd name="connsiteY471" fmla="*/ 5150595 h 6858000"/>
              <a:gd name="connsiteX472" fmla="*/ 1799414 w 7472601"/>
              <a:gd name="connsiteY472" fmla="*/ 4694732 h 6858000"/>
              <a:gd name="connsiteX473" fmla="*/ 1771735 w 7472601"/>
              <a:gd name="connsiteY473" fmla="*/ 4619929 h 6858000"/>
              <a:gd name="connsiteX474" fmla="*/ 3104273 w 7472601"/>
              <a:gd name="connsiteY474" fmla="*/ 5076159 h 6858000"/>
              <a:gd name="connsiteX475" fmla="*/ 3113245 w 7472601"/>
              <a:gd name="connsiteY475" fmla="*/ 5090705 h 6858000"/>
              <a:gd name="connsiteX476" fmla="*/ 3126294 w 7472601"/>
              <a:gd name="connsiteY476" fmla="*/ 5114400 h 6858000"/>
              <a:gd name="connsiteX477" fmla="*/ 3937433 w 7472601"/>
              <a:gd name="connsiteY477" fmla="*/ 4830473 h 6858000"/>
              <a:gd name="connsiteX478" fmla="*/ 3590475 w 7472601"/>
              <a:gd name="connsiteY478" fmla="*/ 4597974 h 6858000"/>
              <a:gd name="connsiteX479" fmla="*/ 3100264 w 7472601"/>
              <a:gd name="connsiteY479" fmla="*/ 4579845 h 6858000"/>
              <a:gd name="connsiteX480" fmla="*/ 2183576 w 7472601"/>
              <a:gd name="connsiteY480" fmla="*/ 4227150 h 6858000"/>
              <a:gd name="connsiteX481" fmla="*/ 2151029 w 7472601"/>
              <a:gd name="connsiteY481" fmla="*/ 4146947 h 6858000"/>
              <a:gd name="connsiteX482" fmla="*/ 3563434 w 7472601"/>
              <a:gd name="connsiteY482" fmla="*/ 4469115 h 6858000"/>
              <a:gd name="connsiteX483" fmla="*/ 3177952 w 7472601"/>
              <a:gd name="connsiteY483" fmla="*/ 3657386 h 6858000"/>
              <a:gd name="connsiteX484" fmla="*/ 3189263 w 7472601"/>
              <a:gd name="connsiteY484" fmla="*/ 3625726 h 6858000"/>
              <a:gd name="connsiteX485" fmla="*/ 3560912 w 7472601"/>
              <a:gd name="connsiteY485" fmla="*/ 4079863 h 6858000"/>
              <a:gd name="connsiteX486" fmla="*/ 3626636 w 7472601"/>
              <a:gd name="connsiteY486" fmla="*/ 4512230 h 6858000"/>
              <a:gd name="connsiteX487" fmla="*/ 3653088 w 7472601"/>
              <a:gd name="connsiteY487" fmla="*/ 4521417 h 6858000"/>
              <a:gd name="connsiteX488" fmla="*/ 3988128 w 7472601"/>
              <a:gd name="connsiteY488" fmla="*/ 4817267 h 6858000"/>
              <a:gd name="connsiteX489" fmla="*/ 4830582 w 7472601"/>
              <a:gd name="connsiteY489" fmla="*/ 4676000 h 6858000"/>
              <a:gd name="connsiteX490" fmla="*/ 4830100 w 7472601"/>
              <a:gd name="connsiteY490" fmla="*/ 4675554 h 6858000"/>
              <a:gd name="connsiteX491" fmla="*/ 4036318 w 7472601"/>
              <a:gd name="connsiteY491" fmla="*/ 4147013 h 6858000"/>
              <a:gd name="connsiteX492" fmla="*/ 3432098 w 7472601"/>
              <a:gd name="connsiteY492" fmla="*/ 3537312 h 6858000"/>
              <a:gd name="connsiteX493" fmla="*/ 3446761 w 7472601"/>
              <a:gd name="connsiteY493" fmla="*/ 3461278 h 6858000"/>
              <a:gd name="connsiteX494" fmla="*/ 4419733 w 7472601"/>
              <a:gd name="connsiteY494" fmla="*/ 3963555 h 6858000"/>
              <a:gd name="connsiteX495" fmla="*/ 4781371 w 7472601"/>
              <a:gd name="connsiteY495" fmla="*/ 4458604 h 6858000"/>
              <a:gd name="connsiteX496" fmla="*/ 4780440 w 7472601"/>
              <a:gd name="connsiteY496" fmla="*/ 4470290 h 6858000"/>
              <a:gd name="connsiteX497" fmla="*/ 4898954 w 7472601"/>
              <a:gd name="connsiteY497" fmla="*/ 4662092 h 6858000"/>
              <a:gd name="connsiteX498" fmla="*/ 4900699 w 7472601"/>
              <a:gd name="connsiteY498" fmla="*/ 4670867 h 6858000"/>
              <a:gd name="connsiteX499" fmla="*/ 5714511 w 7472601"/>
              <a:gd name="connsiteY499" fmla="*/ 4663483 h 6858000"/>
              <a:gd name="connsiteX500" fmla="*/ 5464793 w 7472601"/>
              <a:gd name="connsiteY500" fmla="*/ 4393556 h 6858000"/>
              <a:gd name="connsiteX501" fmla="*/ 5461897 w 7472601"/>
              <a:gd name="connsiteY501" fmla="*/ 4390879 h 6858000"/>
              <a:gd name="connsiteX502" fmla="*/ 4294126 w 7472601"/>
              <a:gd name="connsiteY502" fmla="*/ 3303048 h 6858000"/>
              <a:gd name="connsiteX503" fmla="*/ 4305321 w 7472601"/>
              <a:gd name="connsiteY503" fmla="*/ 3256953 h 6858000"/>
              <a:gd name="connsiteX504" fmla="*/ 4949299 w 7472601"/>
              <a:gd name="connsiteY504" fmla="*/ 3766336 h 6858000"/>
              <a:gd name="connsiteX505" fmla="*/ 5291452 w 7472601"/>
              <a:gd name="connsiteY505" fmla="*/ 4076801 h 6858000"/>
              <a:gd name="connsiteX506" fmla="*/ 5434998 w 7472601"/>
              <a:gd name="connsiteY506" fmla="*/ 4254100 h 6858000"/>
              <a:gd name="connsiteX507" fmla="*/ 5351015 w 7472601"/>
              <a:gd name="connsiteY507" fmla="*/ 3760989 h 6858000"/>
              <a:gd name="connsiteX508" fmla="*/ 5413780 w 7472601"/>
              <a:gd name="connsiteY508" fmla="*/ 2966265 h 6858000"/>
              <a:gd name="connsiteX509" fmla="*/ 5425627 w 7472601"/>
              <a:gd name="connsiteY509" fmla="*/ 2954192 h 6858000"/>
              <a:gd name="connsiteX510" fmla="*/ 6604735 w 7472601"/>
              <a:gd name="connsiteY510" fmla="*/ 2041381 h 6858000"/>
              <a:gd name="connsiteX511" fmla="*/ 7204487 w 7472601"/>
              <a:gd name="connsiteY511" fmla="*/ 2742112 h 6858000"/>
              <a:gd name="connsiteX512" fmla="*/ 7131592 w 7472601"/>
              <a:gd name="connsiteY512" fmla="*/ 2672096 h 6858000"/>
              <a:gd name="connsiteX513" fmla="*/ 6996344 w 7472601"/>
              <a:gd name="connsiteY513" fmla="*/ 2518310 h 6858000"/>
              <a:gd name="connsiteX514" fmla="*/ 6735495 w 7472601"/>
              <a:gd name="connsiteY514" fmla="*/ 2196890 h 6858000"/>
              <a:gd name="connsiteX515" fmla="*/ 6721901 w 7472601"/>
              <a:gd name="connsiteY515" fmla="*/ 2179274 h 6858000"/>
              <a:gd name="connsiteX516" fmla="*/ 6604735 w 7472601"/>
              <a:gd name="connsiteY516" fmla="*/ 2041381 h 6858000"/>
              <a:gd name="connsiteX517" fmla="*/ 6591670 w 7472601"/>
              <a:gd name="connsiteY517" fmla="*/ 1988277 h 6858000"/>
              <a:gd name="connsiteX518" fmla="*/ 6747349 w 7472601"/>
              <a:gd name="connsiteY518" fmla="*/ 2160069 h 6858000"/>
              <a:gd name="connsiteX519" fmla="*/ 6760943 w 7472601"/>
              <a:gd name="connsiteY519" fmla="*/ 2177686 h 6858000"/>
              <a:gd name="connsiteX520" fmla="*/ 7021065 w 7472601"/>
              <a:gd name="connsiteY520" fmla="*/ 2498102 h 6858000"/>
              <a:gd name="connsiteX521" fmla="*/ 7155223 w 7472601"/>
              <a:gd name="connsiteY521" fmla="*/ 2650386 h 6858000"/>
              <a:gd name="connsiteX522" fmla="*/ 7203167 w 7472601"/>
              <a:gd name="connsiteY522" fmla="*/ 2697288 h 6858000"/>
              <a:gd name="connsiteX523" fmla="*/ 6937703 w 7472601"/>
              <a:gd name="connsiteY523" fmla="*/ 2321981 h 6858000"/>
              <a:gd name="connsiteX524" fmla="*/ 6591670 w 7472601"/>
              <a:gd name="connsiteY524" fmla="*/ 1988277 h 6858000"/>
              <a:gd name="connsiteX525" fmla="*/ 5798671 w 7472601"/>
              <a:gd name="connsiteY525" fmla="*/ 1981601 h 6858000"/>
              <a:gd name="connsiteX526" fmla="*/ 5754709 w 7472601"/>
              <a:gd name="connsiteY526" fmla="*/ 2071454 h 6858000"/>
              <a:gd name="connsiteX527" fmla="*/ 5763044 w 7472601"/>
              <a:gd name="connsiteY527" fmla="*/ 2842206 h 6858000"/>
              <a:gd name="connsiteX528" fmla="*/ 5764974 w 7472601"/>
              <a:gd name="connsiteY528" fmla="*/ 2799609 h 6858000"/>
              <a:gd name="connsiteX529" fmla="*/ 5767665 w 7472601"/>
              <a:gd name="connsiteY529" fmla="*/ 2666409 h 6858000"/>
              <a:gd name="connsiteX530" fmla="*/ 5763055 w 7472601"/>
              <a:gd name="connsiteY530" fmla="*/ 2579705 h 6858000"/>
              <a:gd name="connsiteX531" fmla="*/ 5758079 w 7472601"/>
              <a:gd name="connsiteY531" fmla="*/ 2492508 h 6858000"/>
              <a:gd name="connsiteX532" fmla="*/ 5779325 w 7472601"/>
              <a:gd name="connsiteY532" fmla="*/ 2197069 h 6858000"/>
              <a:gd name="connsiteX533" fmla="*/ 5798671 w 7472601"/>
              <a:gd name="connsiteY533" fmla="*/ 1981601 h 6858000"/>
              <a:gd name="connsiteX534" fmla="*/ 5829202 w 7472601"/>
              <a:gd name="connsiteY534" fmla="*/ 1971679 h 6858000"/>
              <a:gd name="connsiteX535" fmla="*/ 5809558 w 7472601"/>
              <a:gd name="connsiteY535" fmla="*/ 2198043 h 6858000"/>
              <a:gd name="connsiteX536" fmla="*/ 5788653 w 7472601"/>
              <a:gd name="connsiteY536" fmla="*/ 2489430 h 6858000"/>
              <a:gd name="connsiteX537" fmla="*/ 5793439 w 7472601"/>
              <a:gd name="connsiteY537" fmla="*/ 2575235 h 6858000"/>
              <a:gd name="connsiteX538" fmla="*/ 5796837 w 7472601"/>
              <a:gd name="connsiteY538" fmla="*/ 2637633 h 6858000"/>
              <a:gd name="connsiteX539" fmla="*/ 5818614 w 7472601"/>
              <a:gd name="connsiteY539" fmla="*/ 2473055 h 6858000"/>
              <a:gd name="connsiteX540" fmla="*/ 5829202 w 7472601"/>
              <a:gd name="connsiteY540" fmla="*/ 1971679 h 6858000"/>
              <a:gd name="connsiteX541" fmla="*/ 5911389 w 7472601"/>
              <a:gd name="connsiteY541" fmla="*/ 1898371 h 6858000"/>
              <a:gd name="connsiteX542" fmla="*/ 6237627 w 7472601"/>
              <a:gd name="connsiteY542" fmla="*/ 2231921 h 6858000"/>
              <a:gd name="connsiteX543" fmla="*/ 5911389 w 7472601"/>
              <a:gd name="connsiteY543" fmla="*/ 1898371 h 6858000"/>
              <a:gd name="connsiteX544" fmla="*/ 6944437 w 7472601"/>
              <a:gd name="connsiteY544" fmla="*/ 1575402 h 6858000"/>
              <a:gd name="connsiteX545" fmla="*/ 6304730 w 7472601"/>
              <a:gd name="connsiteY545" fmla="*/ 1766654 h 6858000"/>
              <a:gd name="connsiteX546" fmla="*/ 6944437 w 7472601"/>
              <a:gd name="connsiteY546" fmla="*/ 1575402 h 6858000"/>
              <a:gd name="connsiteX547" fmla="*/ 7019523 w 7472601"/>
              <a:gd name="connsiteY547" fmla="*/ 1519450 h 6858000"/>
              <a:gd name="connsiteX548" fmla="*/ 6298091 w 7472601"/>
              <a:gd name="connsiteY548" fmla="*/ 1737122 h 6858000"/>
              <a:gd name="connsiteX549" fmla="*/ 7019523 w 7472601"/>
              <a:gd name="connsiteY549" fmla="*/ 1519450 h 6858000"/>
              <a:gd name="connsiteX550" fmla="*/ 2399523 w 7472601"/>
              <a:gd name="connsiteY550" fmla="*/ 1428234 h 6858000"/>
              <a:gd name="connsiteX551" fmla="*/ 2224982 w 7472601"/>
              <a:gd name="connsiteY551" fmla="*/ 1826201 h 6858000"/>
              <a:gd name="connsiteX552" fmla="*/ 2096099 w 7472601"/>
              <a:gd name="connsiteY552" fmla="*/ 2345900 h 6858000"/>
              <a:gd name="connsiteX553" fmla="*/ 2283317 w 7472601"/>
              <a:gd name="connsiteY553" fmla="*/ 1796925 h 6858000"/>
              <a:gd name="connsiteX554" fmla="*/ 2399523 w 7472601"/>
              <a:gd name="connsiteY554" fmla="*/ 1428234 h 6858000"/>
              <a:gd name="connsiteX555" fmla="*/ 2448558 w 7472601"/>
              <a:gd name="connsiteY555" fmla="*/ 1373435 h 6858000"/>
              <a:gd name="connsiteX556" fmla="*/ 2312521 w 7472601"/>
              <a:gd name="connsiteY556" fmla="*/ 1806140 h 6858000"/>
              <a:gd name="connsiteX557" fmla="*/ 2127533 w 7472601"/>
              <a:gd name="connsiteY557" fmla="*/ 2348380 h 6858000"/>
              <a:gd name="connsiteX558" fmla="*/ 2358080 w 7472601"/>
              <a:gd name="connsiteY558" fmla="*/ 1866134 h 6858000"/>
              <a:gd name="connsiteX559" fmla="*/ 2407436 w 7472601"/>
              <a:gd name="connsiteY559" fmla="*/ 1651070 h 6858000"/>
              <a:gd name="connsiteX560" fmla="*/ 2448558 w 7472601"/>
              <a:gd name="connsiteY560" fmla="*/ 1373435 h 6858000"/>
              <a:gd name="connsiteX561" fmla="*/ 278707 w 7472601"/>
              <a:gd name="connsiteY561" fmla="*/ 1352270 h 6858000"/>
              <a:gd name="connsiteX562" fmla="*/ 321570 w 7472601"/>
              <a:gd name="connsiteY562" fmla="*/ 1861610 h 6858000"/>
              <a:gd name="connsiteX563" fmla="*/ 294281 w 7472601"/>
              <a:gd name="connsiteY563" fmla="*/ 1440658 h 6858000"/>
              <a:gd name="connsiteX564" fmla="*/ 278707 w 7472601"/>
              <a:gd name="connsiteY564" fmla="*/ 1352270 h 6858000"/>
              <a:gd name="connsiteX565" fmla="*/ 1423821 w 7472601"/>
              <a:gd name="connsiteY565" fmla="*/ 1351958 h 6858000"/>
              <a:gd name="connsiteX566" fmla="*/ 1638521 w 7472601"/>
              <a:gd name="connsiteY566" fmla="*/ 1908470 h 6858000"/>
              <a:gd name="connsiteX567" fmla="*/ 1754199 w 7472601"/>
              <a:gd name="connsiteY567" fmla="*/ 2149284 h 6858000"/>
              <a:gd name="connsiteX568" fmla="*/ 1908359 w 7472601"/>
              <a:gd name="connsiteY568" fmla="*/ 2364988 h 6858000"/>
              <a:gd name="connsiteX569" fmla="*/ 1647661 w 7472601"/>
              <a:gd name="connsiteY569" fmla="*/ 1825945 h 6858000"/>
              <a:gd name="connsiteX570" fmla="*/ 1423821 w 7472601"/>
              <a:gd name="connsiteY570" fmla="*/ 1351958 h 6858000"/>
              <a:gd name="connsiteX571" fmla="*/ 1431890 w 7472601"/>
              <a:gd name="connsiteY571" fmla="*/ 1306475 h 6858000"/>
              <a:gd name="connsiteX572" fmla="*/ 1507597 w 7472601"/>
              <a:gd name="connsiteY572" fmla="*/ 1446132 h 6858000"/>
              <a:gd name="connsiteX573" fmla="*/ 1674586 w 7472601"/>
              <a:gd name="connsiteY573" fmla="*/ 1813832 h 6858000"/>
              <a:gd name="connsiteX574" fmla="*/ 1815950 w 7472601"/>
              <a:gd name="connsiteY574" fmla="*/ 2128564 h 6858000"/>
              <a:gd name="connsiteX575" fmla="*/ 1984242 w 7472601"/>
              <a:gd name="connsiteY575" fmla="*/ 2430829 h 6858000"/>
              <a:gd name="connsiteX576" fmla="*/ 2014023 w 7472601"/>
              <a:gd name="connsiteY576" fmla="*/ 2450995 h 6858000"/>
              <a:gd name="connsiteX577" fmla="*/ 1747337 w 7472601"/>
              <a:gd name="connsiteY577" fmla="*/ 1855264 h 6858000"/>
              <a:gd name="connsiteX578" fmla="*/ 1533749 w 7472601"/>
              <a:gd name="connsiteY578" fmla="*/ 1478656 h 6858000"/>
              <a:gd name="connsiteX579" fmla="*/ 1431890 w 7472601"/>
              <a:gd name="connsiteY579" fmla="*/ 1306475 h 6858000"/>
              <a:gd name="connsiteX580" fmla="*/ 5052692 w 7472601"/>
              <a:gd name="connsiteY580" fmla="*/ 1292994 h 6858000"/>
              <a:gd name="connsiteX581" fmla="*/ 5200661 w 7472601"/>
              <a:gd name="connsiteY581" fmla="*/ 1635186 h 6858000"/>
              <a:gd name="connsiteX582" fmla="*/ 5297138 w 7472601"/>
              <a:gd name="connsiteY582" fmla="*/ 1906351 h 6858000"/>
              <a:gd name="connsiteX583" fmla="*/ 5052692 w 7472601"/>
              <a:gd name="connsiteY583" fmla="*/ 1292994 h 6858000"/>
              <a:gd name="connsiteX584" fmla="*/ 5009948 w 7472601"/>
              <a:gd name="connsiteY584" fmla="*/ 1273619 h 6858000"/>
              <a:gd name="connsiteX585" fmla="*/ 5121777 w 7472601"/>
              <a:gd name="connsiteY585" fmla="*/ 1654213 h 6858000"/>
              <a:gd name="connsiteX586" fmla="*/ 5293545 w 7472601"/>
              <a:gd name="connsiteY586" fmla="*/ 2072247 h 6858000"/>
              <a:gd name="connsiteX587" fmla="*/ 5294042 w 7472601"/>
              <a:gd name="connsiteY587" fmla="*/ 2065019 h 6858000"/>
              <a:gd name="connsiteX588" fmla="*/ 5171936 w 7472601"/>
              <a:gd name="connsiteY588" fmla="*/ 1647613 h 6858000"/>
              <a:gd name="connsiteX589" fmla="*/ 5009948 w 7472601"/>
              <a:gd name="connsiteY589" fmla="*/ 1273619 h 6858000"/>
              <a:gd name="connsiteX590" fmla="*/ 655236 w 7472601"/>
              <a:gd name="connsiteY590" fmla="*/ 1268632 h 6858000"/>
              <a:gd name="connsiteX591" fmla="*/ 839521 w 7472601"/>
              <a:gd name="connsiteY591" fmla="*/ 1685315 h 6858000"/>
              <a:gd name="connsiteX592" fmla="*/ 1109416 w 7472601"/>
              <a:gd name="connsiteY592" fmla="*/ 2061663 h 6858000"/>
              <a:gd name="connsiteX593" fmla="*/ 1298300 w 7472601"/>
              <a:gd name="connsiteY593" fmla="*/ 2247742 h 6858000"/>
              <a:gd name="connsiteX594" fmla="*/ 1125871 w 7472601"/>
              <a:gd name="connsiteY594" fmla="*/ 1989513 h 6858000"/>
              <a:gd name="connsiteX595" fmla="*/ 981574 w 7472601"/>
              <a:gd name="connsiteY595" fmla="*/ 1783157 h 6858000"/>
              <a:gd name="connsiteX596" fmla="*/ 922198 w 7472601"/>
              <a:gd name="connsiteY596" fmla="*/ 1677437 h 6858000"/>
              <a:gd name="connsiteX597" fmla="*/ 869293 w 7472601"/>
              <a:gd name="connsiteY597" fmla="*/ 1583214 h 6858000"/>
              <a:gd name="connsiteX598" fmla="*/ 751431 w 7472601"/>
              <a:gd name="connsiteY598" fmla="*/ 1405731 h 6858000"/>
              <a:gd name="connsiteX599" fmla="*/ 655236 w 7472601"/>
              <a:gd name="connsiteY599" fmla="*/ 1268632 h 6858000"/>
              <a:gd name="connsiteX600" fmla="*/ 6516292 w 7472601"/>
              <a:gd name="connsiteY600" fmla="*/ 1263064 h 6858000"/>
              <a:gd name="connsiteX601" fmla="*/ 5736320 w 7472601"/>
              <a:gd name="connsiteY601" fmla="*/ 1501803 h 6858000"/>
              <a:gd name="connsiteX602" fmla="*/ 6516292 w 7472601"/>
              <a:gd name="connsiteY602" fmla="*/ 1263064 h 6858000"/>
              <a:gd name="connsiteX603" fmla="*/ 291466 w 7472601"/>
              <a:gd name="connsiteY603" fmla="*/ 1250369 h 6858000"/>
              <a:gd name="connsiteX604" fmla="*/ 323180 w 7472601"/>
              <a:gd name="connsiteY604" fmla="*/ 1435283 h 6858000"/>
              <a:gd name="connsiteX605" fmla="*/ 349381 w 7472601"/>
              <a:gd name="connsiteY605" fmla="*/ 1875041 h 6858000"/>
              <a:gd name="connsiteX606" fmla="*/ 374363 w 7472601"/>
              <a:gd name="connsiteY606" fmla="*/ 1506494 h 6858000"/>
              <a:gd name="connsiteX607" fmla="*/ 302168 w 7472601"/>
              <a:gd name="connsiteY607" fmla="*/ 1274495 h 6858000"/>
              <a:gd name="connsiteX608" fmla="*/ 291466 w 7472601"/>
              <a:gd name="connsiteY608" fmla="*/ 1250369 h 6858000"/>
              <a:gd name="connsiteX609" fmla="*/ 678222 w 7472601"/>
              <a:gd name="connsiteY609" fmla="*/ 1248670 h 6858000"/>
              <a:gd name="connsiteX610" fmla="*/ 775536 w 7472601"/>
              <a:gd name="connsiteY610" fmla="*/ 1388015 h 6858000"/>
              <a:gd name="connsiteX611" fmla="*/ 894529 w 7472601"/>
              <a:gd name="connsiteY611" fmla="*/ 1567739 h 6858000"/>
              <a:gd name="connsiteX612" fmla="*/ 948000 w 7472601"/>
              <a:gd name="connsiteY612" fmla="*/ 1663088 h 6858000"/>
              <a:gd name="connsiteX613" fmla="*/ 1006812 w 7472601"/>
              <a:gd name="connsiteY613" fmla="*/ 1767683 h 6858000"/>
              <a:gd name="connsiteX614" fmla="*/ 1149133 w 7472601"/>
              <a:gd name="connsiteY614" fmla="*/ 1971513 h 6858000"/>
              <a:gd name="connsiteX615" fmla="*/ 1333952 w 7472601"/>
              <a:gd name="connsiteY615" fmla="*/ 2251620 h 6858000"/>
              <a:gd name="connsiteX616" fmla="*/ 1337329 w 7472601"/>
              <a:gd name="connsiteY616" fmla="*/ 2258350 h 6858000"/>
              <a:gd name="connsiteX617" fmla="*/ 1014726 w 7472601"/>
              <a:gd name="connsiteY617" fmla="*/ 1615556 h 6858000"/>
              <a:gd name="connsiteX618" fmla="*/ 678222 w 7472601"/>
              <a:gd name="connsiteY618" fmla="*/ 1248670 h 6858000"/>
              <a:gd name="connsiteX619" fmla="*/ 6691602 w 7472601"/>
              <a:gd name="connsiteY619" fmla="*/ 1140573 h 6858000"/>
              <a:gd name="connsiteX620" fmla="*/ 6571100 w 7472601"/>
              <a:gd name="connsiteY620" fmla="*/ 1183662 h 6858000"/>
              <a:gd name="connsiteX621" fmla="*/ 6241687 w 7472601"/>
              <a:gd name="connsiteY621" fmla="*/ 1257600 h 6858000"/>
              <a:gd name="connsiteX622" fmla="*/ 5693009 w 7472601"/>
              <a:gd name="connsiteY622" fmla="*/ 1478256 h 6858000"/>
              <a:gd name="connsiteX623" fmla="*/ 6548420 w 7472601"/>
              <a:gd name="connsiteY623" fmla="*/ 1214599 h 6858000"/>
              <a:gd name="connsiteX624" fmla="*/ 6605473 w 7472601"/>
              <a:gd name="connsiteY624" fmla="*/ 1184686 h 6858000"/>
              <a:gd name="connsiteX625" fmla="*/ 6691602 w 7472601"/>
              <a:gd name="connsiteY625" fmla="*/ 1140573 h 6858000"/>
              <a:gd name="connsiteX626" fmla="*/ 4002475 w 7472601"/>
              <a:gd name="connsiteY626" fmla="*/ 1037802 h 6858000"/>
              <a:gd name="connsiteX627" fmla="*/ 4000324 w 7472601"/>
              <a:gd name="connsiteY627" fmla="*/ 1039362 h 6858000"/>
              <a:gd name="connsiteX628" fmla="*/ 4002862 w 7472601"/>
              <a:gd name="connsiteY628" fmla="*/ 1042866 h 6858000"/>
              <a:gd name="connsiteX629" fmla="*/ 4002475 w 7472601"/>
              <a:gd name="connsiteY629" fmla="*/ 1037802 h 6858000"/>
              <a:gd name="connsiteX630" fmla="*/ 506322 w 7472601"/>
              <a:gd name="connsiteY630" fmla="*/ 1020997 h 6858000"/>
              <a:gd name="connsiteX631" fmla="*/ 533068 w 7472601"/>
              <a:gd name="connsiteY631" fmla="*/ 1029409 h 6858000"/>
              <a:gd name="connsiteX632" fmla="*/ 1232525 w 7472601"/>
              <a:gd name="connsiteY632" fmla="*/ 1804675 h 6858000"/>
              <a:gd name="connsiteX633" fmla="*/ 1388858 w 7472601"/>
              <a:gd name="connsiteY633" fmla="*/ 2368011 h 6858000"/>
              <a:gd name="connsiteX634" fmla="*/ 1384098 w 7472601"/>
              <a:gd name="connsiteY634" fmla="*/ 2378125 h 6858000"/>
              <a:gd name="connsiteX635" fmla="*/ 1425393 w 7472601"/>
              <a:gd name="connsiteY635" fmla="*/ 2589124 h 6858000"/>
              <a:gd name="connsiteX636" fmla="*/ 1424001 w 7472601"/>
              <a:gd name="connsiteY636" fmla="*/ 2597541 h 6858000"/>
              <a:gd name="connsiteX637" fmla="*/ 2152729 w 7472601"/>
              <a:gd name="connsiteY637" fmla="*/ 2864487 h 6858000"/>
              <a:gd name="connsiteX638" fmla="*/ 2020609 w 7472601"/>
              <a:gd name="connsiteY638" fmla="*/ 2539671 h 6858000"/>
              <a:gd name="connsiteX639" fmla="*/ 2018920 w 7472601"/>
              <a:gd name="connsiteY639" fmla="*/ 2536309 h 6858000"/>
              <a:gd name="connsiteX640" fmla="*/ 1342441 w 7472601"/>
              <a:gd name="connsiteY640" fmla="*/ 1173017 h 6858000"/>
              <a:gd name="connsiteX641" fmla="*/ 1367925 w 7472601"/>
              <a:gd name="connsiteY641" fmla="*/ 1135648 h 6858000"/>
              <a:gd name="connsiteX642" fmla="*/ 1771401 w 7472601"/>
              <a:gd name="connsiteY642" fmla="*/ 1806673 h 6858000"/>
              <a:gd name="connsiteX643" fmla="*/ 1972385 w 7472601"/>
              <a:gd name="connsiteY643" fmla="*/ 2198735 h 6858000"/>
              <a:gd name="connsiteX644" fmla="*/ 2040892 w 7472601"/>
              <a:gd name="connsiteY644" fmla="*/ 2405205 h 6858000"/>
              <a:gd name="connsiteX645" fmla="*/ 2131689 w 7472601"/>
              <a:gd name="connsiteY645" fmla="*/ 1936926 h 6858000"/>
              <a:gd name="connsiteX646" fmla="*/ 2454820 w 7472601"/>
              <a:gd name="connsiteY646" fmla="*/ 1248808 h 6858000"/>
              <a:gd name="connsiteX647" fmla="*/ 2492512 w 7472601"/>
              <a:gd name="connsiteY647" fmla="*/ 1302920 h 6858000"/>
              <a:gd name="connsiteX648" fmla="*/ 2081216 w 7472601"/>
              <a:gd name="connsiteY648" fmla="*/ 2527513 h 6858000"/>
              <a:gd name="connsiteX649" fmla="*/ 2081211 w 7472601"/>
              <a:gd name="connsiteY649" fmla="*/ 2528916 h 6858000"/>
              <a:gd name="connsiteX650" fmla="*/ 2199067 w 7472601"/>
              <a:gd name="connsiteY650" fmla="*/ 2884061 h 6858000"/>
              <a:gd name="connsiteX651" fmla="*/ 3192586 w 7472601"/>
              <a:gd name="connsiteY651" fmla="*/ 3411496 h 6858000"/>
              <a:gd name="connsiteX652" fmla="*/ 3182620 w 7472601"/>
              <a:gd name="connsiteY652" fmla="*/ 3483279 h 6858000"/>
              <a:gd name="connsiteX653" fmla="*/ 2435119 w 7472601"/>
              <a:gd name="connsiteY653" fmla="*/ 3080173 h 6858000"/>
              <a:gd name="connsiteX654" fmla="*/ 2410152 w 7472601"/>
              <a:gd name="connsiteY654" fmla="*/ 3063751 h 6858000"/>
              <a:gd name="connsiteX655" fmla="*/ 2408099 w 7472601"/>
              <a:gd name="connsiteY655" fmla="*/ 3064403 h 6858000"/>
              <a:gd name="connsiteX656" fmla="*/ 2407218 w 7472601"/>
              <a:gd name="connsiteY656" fmla="*/ 3070324 h 6858000"/>
              <a:gd name="connsiteX657" fmla="*/ 2380138 w 7472601"/>
              <a:gd name="connsiteY657" fmla="*/ 3099341 h 6858000"/>
              <a:gd name="connsiteX658" fmla="*/ 1765923 w 7472601"/>
              <a:gd name="connsiteY658" fmla="*/ 3581043 h 6858000"/>
              <a:gd name="connsiteX659" fmla="*/ 1702258 w 7472601"/>
              <a:gd name="connsiteY659" fmla="*/ 3612286 h 6858000"/>
              <a:gd name="connsiteX660" fmla="*/ 1538370 w 7472601"/>
              <a:gd name="connsiteY660" fmla="*/ 3811804 h 6858000"/>
              <a:gd name="connsiteX661" fmla="*/ 542867 w 7472601"/>
              <a:gd name="connsiteY661" fmla="*/ 4944092 h 6858000"/>
              <a:gd name="connsiteX662" fmla="*/ 515800 w 7472601"/>
              <a:gd name="connsiteY662" fmla="*/ 4862180 h 6858000"/>
              <a:gd name="connsiteX663" fmla="*/ 909145 w 7472601"/>
              <a:gd name="connsiteY663" fmla="*/ 4199225 h 6858000"/>
              <a:gd name="connsiteX664" fmla="*/ 1214067 w 7472601"/>
              <a:gd name="connsiteY664" fmla="*/ 3908561 h 6858000"/>
              <a:gd name="connsiteX665" fmla="*/ 640967 w 7472601"/>
              <a:gd name="connsiteY665" fmla="*/ 4105601 h 6858000"/>
              <a:gd name="connsiteX666" fmla="*/ 112563 w 7472601"/>
              <a:gd name="connsiteY666" fmla="*/ 4396952 h 6858000"/>
              <a:gd name="connsiteX667" fmla="*/ 0 w 7472601"/>
              <a:gd name="connsiteY667" fmla="*/ 4466006 h 6858000"/>
              <a:gd name="connsiteX668" fmla="*/ 0 w 7472601"/>
              <a:gd name="connsiteY668" fmla="*/ 4233763 h 6858000"/>
              <a:gd name="connsiteX669" fmla="*/ 36881 w 7472601"/>
              <a:gd name="connsiteY669" fmla="*/ 4200118 h 6858000"/>
              <a:gd name="connsiteX670" fmla="*/ 910534 w 7472601"/>
              <a:gd name="connsiteY670" fmla="*/ 3629753 h 6858000"/>
              <a:gd name="connsiteX671" fmla="*/ 1578717 w 7472601"/>
              <a:gd name="connsiteY671" fmla="*/ 3575982 h 6858000"/>
              <a:gd name="connsiteX672" fmla="*/ 2338780 w 7472601"/>
              <a:gd name="connsiteY672" fmla="*/ 3033725 h 6858000"/>
              <a:gd name="connsiteX673" fmla="*/ 1807991 w 7472601"/>
              <a:gd name="connsiteY673" fmla="*/ 2807184 h 6858000"/>
              <a:gd name="connsiteX674" fmla="*/ 1416358 w 7472601"/>
              <a:gd name="connsiteY674" fmla="*/ 3112571 h 6858000"/>
              <a:gd name="connsiteX675" fmla="*/ 939066 w 7472601"/>
              <a:gd name="connsiteY675" fmla="*/ 3378798 h 6858000"/>
              <a:gd name="connsiteX676" fmla="*/ 115099 w 7472601"/>
              <a:gd name="connsiteY676" fmla="*/ 3607650 h 6858000"/>
              <a:gd name="connsiteX677" fmla="*/ 97284 w 7472601"/>
              <a:gd name="connsiteY677" fmla="*/ 3520393 h 6858000"/>
              <a:gd name="connsiteX678" fmla="*/ 922050 w 7472601"/>
              <a:gd name="connsiteY678" fmla="*/ 3074867 h 6858000"/>
              <a:gd name="connsiteX679" fmla="*/ 1405265 w 7472601"/>
              <a:gd name="connsiteY679" fmla="*/ 3016319 h 6858000"/>
              <a:gd name="connsiteX680" fmla="*/ 1407512 w 7472601"/>
              <a:gd name="connsiteY680" fmla="*/ 3018001 h 6858000"/>
              <a:gd name="connsiteX681" fmla="*/ 1726266 w 7472601"/>
              <a:gd name="connsiteY681" fmla="*/ 2777274 h 6858000"/>
              <a:gd name="connsiteX682" fmla="*/ 625390 w 7472601"/>
              <a:gd name="connsiteY682" fmla="*/ 2514541 h 6858000"/>
              <a:gd name="connsiteX683" fmla="*/ 619799 w 7472601"/>
              <a:gd name="connsiteY683" fmla="*/ 2527180 h 6858000"/>
              <a:gd name="connsiteX684" fmla="*/ 310030 w 7472601"/>
              <a:gd name="connsiteY684" fmla="*/ 2771818 h 6858000"/>
              <a:gd name="connsiteX685" fmla="*/ 173877 w 7472601"/>
              <a:gd name="connsiteY685" fmla="*/ 2937056 h 6858000"/>
              <a:gd name="connsiteX686" fmla="*/ 77889 w 7472601"/>
              <a:gd name="connsiteY686" fmla="*/ 3138440 h 6858000"/>
              <a:gd name="connsiteX687" fmla="*/ 0 w 7472601"/>
              <a:gd name="connsiteY687" fmla="*/ 3271395 h 6858000"/>
              <a:gd name="connsiteX688" fmla="*/ 0 w 7472601"/>
              <a:gd name="connsiteY688" fmla="*/ 3153002 h 6858000"/>
              <a:gd name="connsiteX689" fmla="*/ 2386 w 7472601"/>
              <a:gd name="connsiteY689" fmla="*/ 3149203 h 6858000"/>
              <a:gd name="connsiteX690" fmla="*/ 89753 w 7472601"/>
              <a:gd name="connsiteY690" fmla="*/ 2987702 h 6858000"/>
              <a:gd name="connsiteX691" fmla="*/ 76869 w 7472601"/>
              <a:gd name="connsiteY691" fmla="*/ 3005404 h 6858000"/>
              <a:gd name="connsiteX692" fmla="*/ 32049 w 7472601"/>
              <a:gd name="connsiteY692" fmla="*/ 3065814 h 6858000"/>
              <a:gd name="connsiteX693" fmla="*/ 0 w 7472601"/>
              <a:gd name="connsiteY693" fmla="*/ 3108744 h 6858000"/>
              <a:gd name="connsiteX694" fmla="*/ 0 w 7472601"/>
              <a:gd name="connsiteY694" fmla="*/ 3058059 h 6858000"/>
              <a:gd name="connsiteX695" fmla="*/ 7610 w 7472601"/>
              <a:gd name="connsiteY695" fmla="*/ 3047889 h 6858000"/>
              <a:gd name="connsiteX696" fmla="*/ 52419 w 7472601"/>
              <a:gd name="connsiteY696" fmla="*/ 2987479 h 6858000"/>
              <a:gd name="connsiteX697" fmla="*/ 59142 w 7472601"/>
              <a:gd name="connsiteY697" fmla="*/ 2978488 h 6858000"/>
              <a:gd name="connsiteX698" fmla="*/ 0 w 7472601"/>
              <a:gd name="connsiteY698" fmla="*/ 3015334 h 6858000"/>
              <a:gd name="connsiteX699" fmla="*/ 0 w 7472601"/>
              <a:gd name="connsiteY699" fmla="*/ 2914286 h 6858000"/>
              <a:gd name="connsiteX700" fmla="*/ 36383 w 7472601"/>
              <a:gd name="connsiteY700" fmla="*/ 2901128 h 6858000"/>
              <a:gd name="connsiteX701" fmla="*/ 156329 w 7472601"/>
              <a:gd name="connsiteY701" fmla="*/ 2840533 h 6858000"/>
              <a:gd name="connsiteX702" fmla="*/ 358355 w 7472601"/>
              <a:gd name="connsiteY702" fmla="*/ 2620471 h 6858000"/>
              <a:gd name="connsiteX703" fmla="*/ 510577 w 7472601"/>
              <a:gd name="connsiteY703" fmla="*/ 2501244 h 6858000"/>
              <a:gd name="connsiteX704" fmla="*/ 211967 w 7472601"/>
              <a:gd name="connsiteY704" fmla="*/ 2479171 h 6858000"/>
              <a:gd name="connsiteX705" fmla="*/ 0 w 7472601"/>
              <a:gd name="connsiteY705" fmla="*/ 2476398 h 6858000"/>
              <a:gd name="connsiteX706" fmla="*/ 0 w 7472601"/>
              <a:gd name="connsiteY706" fmla="*/ 2389189 h 6858000"/>
              <a:gd name="connsiteX707" fmla="*/ 103062 w 7472601"/>
              <a:gd name="connsiteY707" fmla="*/ 2389518 h 6858000"/>
              <a:gd name="connsiteX708" fmla="*/ 510734 w 7472601"/>
              <a:gd name="connsiteY708" fmla="*/ 2416201 h 6858000"/>
              <a:gd name="connsiteX709" fmla="*/ 279257 w 7472601"/>
              <a:gd name="connsiteY709" fmla="*/ 2092102 h 6858000"/>
              <a:gd name="connsiteX710" fmla="*/ 65265 w 7472601"/>
              <a:gd name="connsiteY710" fmla="*/ 2006049 h 6858000"/>
              <a:gd name="connsiteX711" fmla="*/ 0 w 7472601"/>
              <a:gd name="connsiteY711" fmla="*/ 1982532 h 6858000"/>
              <a:gd name="connsiteX712" fmla="*/ 0 w 7472601"/>
              <a:gd name="connsiteY712" fmla="*/ 1912789 h 6858000"/>
              <a:gd name="connsiteX713" fmla="*/ 97460 w 7472601"/>
              <a:gd name="connsiteY713" fmla="*/ 1953725 h 6858000"/>
              <a:gd name="connsiteX714" fmla="*/ 221272 w 7472601"/>
              <a:gd name="connsiteY714" fmla="*/ 1980766 h 6858000"/>
              <a:gd name="connsiteX715" fmla="*/ 116765 w 7472601"/>
              <a:gd name="connsiteY715" fmla="*/ 1911033 h 6858000"/>
              <a:gd name="connsiteX716" fmla="*/ 16405 w 7472601"/>
              <a:gd name="connsiteY716" fmla="*/ 1803412 h 6858000"/>
              <a:gd name="connsiteX717" fmla="*/ 0 w 7472601"/>
              <a:gd name="connsiteY717" fmla="*/ 1784777 h 6858000"/>
              <a:gd name="connsiteX718" fmla="*/ 0 w 7472601"/>
              <a:gd name="connsiteY718" fmla="*/ 1740082 h 6858000"/>
              <a:gd name="connsiteX719" fmla="*/ 39394 w 7472601"/>
              <a:gd name="connsiteY719" fmla="*/ 1784856 h 6858000"/>
              <a:gd name="connsiteX720" fmla="*/ 135813 w 7472601"/>
              <a:gd name="connsiteY720" fmla="*/ 1888838 h 6858000"/>
              <a:gd name="connsiteX721" fmla="*/ 242575 w 7472601"/>
              <a:gd name="connsiteY721" fmla="*/ 1958841 h 6858000"/>
              <a:gd name="connsiteX722" fmla="*/ 82197 w 7472601"/>
              <a:gd name="connsiteY722" fmla="*/ 1754826 h 6858000"/>
              <a:gd name="connsiteX723" fmla="*/ 0 w 7472601"/>
              <a:gd name="connsiteY723" fmla="*/ 1679650 h 6858000"/>
              <a:gd name="connsiteX724" fmla="*/ 0 w 7472601"/>
              <a:gd name="connsiteY724" fmla="*/ 1602463 h 6858000"/>
              <a:gd name="connsiteX725" fmla="*/ 84689 w 7472601"/>
              <a:gd name="connsiteY725" fmla="*/ 1677442 h 6858000"/>
              <a:gd name="connsiteX726" fmla="*/ 298437 w 7472601"/>
              <a:gd name="connsiteY726" fmla="*/ 1968019 h 6858000"/>
              <a:gd name="connsiteX727" fmla="*/ 227269 w 7472601"/>
              <a:gd name="connsiteY727" fmla="*/ 1114064 h 6858000"/>
              <a:gd name="connsiteX728" fmla="*/ 248003 w 7472601"/>
              <a:gd name="connsiteY728" fmla="*/ 1089613 h 6858000"/>
              <a:gd name="connsiteX729" fmla="*/ 427020 w 7472601"/>
              <a:gd name="connsiteY729" fmla="*/ 1619803 h 6858000"/>
              <a:gd name="connsiteX730" fmla="*/ 340345 w 7472601"/>
              <a:gd name="connsiteY730" fmla="*/ 2027739 h 6858000"/>
              <a:gd name="connsiteX731" fmla="*/ 360865 w 7472601"/>
              <a:gd name="connsiteY731" fmla="*/ 2044827 h 6858000"/>
              <a:gd name="connsiteX732" fmla="*/ 560414 w 7472601"/>
              <a:gd name="connsiteY732" fmla="*/ 2421457 h 6858000"/>
              <a:gd name="connsiteX733" fmla="*/ 1359703 w 7472601"/>
              <a:gd name="connsiteY733" fmla="*/ 2578554 h 6858000"/>
              <a:gd name="connsiteX734" fmla="*/ 1359422 w 7472601"/>
              <a:gd name="connsiteY734" fmla="*/ 2577994 h 6858000"/>
              <a:gd name="connsiteX735" fmla="*/ 828701 w 7472601"/>
              <a:gd name="connsiteY735" fmla="*/ 1839520 h 6858000"/>
              <a:gd name="connsiteX736" fmla="*/ 494427 w 7472601"/>
              <a:gd name="connsiteY736" fmla="*/ 1092333 h 6858000"/>
              <a:gd name="connsiteX737" fmla="*/ 506322 w 7472601"/>
              <a:gd name="connsiteY737" fmla="*/ 1020997 h 6858000"/>
              <a:gd name="connsiteX738" fmla="*/ 4570198 w 7472601"/>
              <a:gd name="connsiteY738" fmla="*/ 978081 h 6858000"/>
              <a:gd name="connsiteX739" fmla="*/ 4523691 w 7472601"/>
              <a:gd name="connsiteY739" fmla="*/ 1127776 h 6858000"/>
              <a:gd name="connsiteX740" fmla="*/ 4509875 w 7472601"/>
              <a:gd name="connsiteY740" fmla="*/ 1167552 h 6858000"/>
              <a:gd name="connsiteX741" fmla="*/ 4478168 w 7472601"/>
              <a:gd name="connsiteY741" fmla="*/ 1260735 h 6858000"/>
              <a:gd name="connsiteX742" fmla="*/ 4409309 w 7472601"/>
              <a:gd name="connsiteY742" fmla="*/ 1666996 h 6858000"/>
              <a:gd name="connsiteX743" fmla="*/ 4370031 w 7472601"/>
              <a:gd name="connsiteY743" fmla="*/ 1955666 h 6858000"/>
              <a:gd name="connsiteX744" fmla="*/ 4570198 w 7472601"/>
              <a:gd name="connsiteY744" fmla="*/ 978081 h 6858000"/>
              <a:gd name="connsiteX745" fmla="*/ 4557898 w 7472601"/>
              <a:gd name="connsiteY745" fmla="*/ 900011 h 6858000"/>
              <a:gd name="connsiteX746" fmla="*/ 4344840 w 7472601"/>
              <a:gd name="connsiteY746" fmla="*/ 1922038 h 6858000"/>
              <a:gd name="connsiteX747" fmla="*/ 4378710 w 7472601"/>
              <a:gd name="connsiteY747" fmla="*/ 1665516 h 6858000"/>
              <a:gd name="connsiteX748" fmla="*/ 4448798 w 7472601"/>
              <a:gd name="connsiteY748" fmla="*/ 1253024 h 6858000"/>
              <a:gd name="connsiteX749" fmla="*/ 4480315 w 7472601"/>
              <a:gd name="connsiteY749" fmla="*/ 1158454 h 6858000"/>
              <a:gd name="connsiteX750" fmla="*/ 4494133 w 7472601"/>
              <a:gd name="connsiteY750" fmla="*/ 1118676 h 6858000"/>
              <a:gd name="connsiteX751" fmla="*/ 4557898 w 7472601"/>
              <a:gd name="connsiteY751" fmla="*/ 900011 h 6858000"/>
              <a:gd name="connsiteX752" fmla="*/ 5870151 w 7472601"/>
              <a:gd name="connsiteY752" fmla="*/ 898890 h 6858000"/>
              <a:gd name="connsiteX753" fmla="*/ 5861335 w 7472601"/>
              <a:gd name="connsiteY753" fmla="*/ 899177 h 6858000"/>
              <a:gd name="connsiteX754" fmla="*/ 5843702 w 7472601"/>
              <a:gd name="connsiteY754" fmla="*/ 899748 h 6858000"/>
              <a:gd name="connsiteX755" fmla="*/ 5651107 w 7472601"/>
              <a:gd name="connsiteY755" fmla="*/ 920306 h 6858000"/>
              <a:gd name="connsiteX756" fmla="*/ 5459407 w 7472601"/>
              <a:gd name="connsiteY756" fmla="*/ 940975 h 6858000"/>
              <a:gd name="connsiteX757" fmla="*/ 5374846 w 7472601"/>
              <a:gd name="connsiteY757" fmla="*/ 941988 h 6858000"/>
              <a:gd name="connsiteX758" fmla="*/ 5256105 w 7472601"/>
              <a:gd name="connsiteY758" fmla="*/ 945632 h 6858000"/>
              <a:gd name="connsiteX759" fmla="*/ 5107071 w 7472601"/>
              <a:gd name="connsiteY759" fmla="*/ 969720 h 6858000"/>
              <a:gd name="connsiteX760" fmla="*/ 4998681 w 7472601"/>
              <a:gd name="connsiteY760" fmla="*/ 988771 h 6858000"/>
              <a:gd name="connsiteX761" fmla="*/ 5870151 w 7472601"/>
              <a:gd name="connsiteY761" fmla="*/ 898890 h 6858000"/>
              <a:gd name="connsiteX762" fmla="*/ 5504425 w 7472601"/>
              <a:gd name="connsiteY762" fmla="*/ 848067 h 6858000"/>
              <a:gd name="connsiteX763" fmla="*/ 4968849 w 7472601"/>
              <a:gd name="connsiteY763" fmla="*/ 962318 h 6858000"/>
              <a:gd name="connsiteX764" fmla="*/ 5104039 w 7472601"/>
              <a:gd name="connsiteY764" fmla="*/ 940634 h 6858000"/>
              <a:gd name="connsiteX765" fmla="*/ 5256311 w 7472601"/>
              <a:gd name="connsiteY765" fmla="*/ 916490 h 6858000"/>
              <a:gd name="connsiteX766" fmla="*/ 5377381 w 7472601"/>
              <a:gd name="connsiteY766" fmla="*/ 912671 h 6858000"/>
              <a:gd name="connsiteX767" fmla="*/ 5460148 w 7472601"/>
              <a:gd name="connsiteY767" fmla="*/ 911442 h 6858000"/>
              <a:gd name="connsiteX768" fmla="*/ 5648971 w 7472601"/>
              <a:gd name="connsiteY768" fmla="*/ 891331 h 6858000"/>
              <a:gd name="connsiteX769" fmla="*/ 5844807 w 7472601"/>
              <a:gd name="connsiteY769" fmla="*/ 870718 h 6858000"/>
              <a:gd name="connsiteX770" fmla="*/ 5862975 w 7472601"/>
              <a:gd name="connsiteY770" fmla="*/ 869756 h 6858000"/>
              <a:gd name="connsiteX771" fmla="*/ 5920887 w 7472601"/>
              <a:gd name="connsiteY771" fmla="*/ 865929 h 6858000"/>
              <a:gd name="connsiteX772" fmla="*/ 5504425 w 7472601"/>
              <a:gd name="connsiteY772" fmla="*/ 848067 h 6858000"/>
              <a:gd name="connsiteX773" fmla="*/ 3607114 w 7472601"/>
              <a:gd name="connsiteY773" fmla="*/ 467441 h 6858000"/>
              <a:gd name="connsiteX774" fmla="*/ 3296242 w 7472601"/>
              <a:gd name="connsiteY774" fmla="*/ 807991 h 6858000"/>
              <a:gd name="connsiteX775" fmla="*/ 3174674 w 7472601"/>
              <a:gd name="connsiteY775" fmla="*/ 919759 h 6858000"/>
              <a:gd name="connsiteX776" fmla="*/ 3042978 w 7472601"/>
              <a:gd name="connsiteY776" fmla="*/ 1054894 h 6858000"/>
              <a:gd name="connsiteX777" fmla="*/ 2968914 w 7472601"/>
              <a:gd name="connsiteY777" fmla="*/ 1133756 h 6858000"/>
              <a:gd name="connsiteX778" fmla="*/ 3103823 w 7472601"/>
              <a:gd name="connsiteY778" fmla="*/ 1026814 h 6858000"/>
              <a:gd name="connsiteX779" fmla="*/ 3607114 w 7472601"/>
              <a:gd name="connsiteY779" fmla="*/ 467441 h 6858000"/>
              <a:gd name="connsiteX780" fmla="*/ 3744487 w 7472601"/>
              <a:gd name="connsiteY780" fmla="*/ 383136 h 6858000"/>
              <a:gd name="connsiteX781" fmla="*/ 3970213 w 7472601"/>
              <a:gd name="connsiteY781" fmla="*/ 995559 h 6858000"/>
              <a:gd name="connsiteX782" fmla="*/ 3744487 w 7472601"/>
              <a:gd name="connsiteY782" fmla="*/ 383136 h 6858000"/>
              <a:gd name="connsiteX783" fmla="*/ 3624562 w 7472601"/>
              <a:gd name="connsiteY783" fmla="*/ 367041 h 6858000"/>
              <a:gd name="connsiteX784" fmla="*/ 3489712 w 7472601"/>
              <a:gd name="connsiteY784" fmla="*/ 485386 h 6858000"/>
              <a:gd name="connsiteX785" fmla="*/ 3182994 w 7472601"/>
              <a:gd name="connsiteY785" fmla="*/ 828265 h 6858000"/>
              <a:gd name="connsiteX786" fmla="*/ 2892114 w 7472601"/>
              <a:gd name="connsiteY786" fmla="*/ 1172635 h 6858000"/>
              <a:gd name="connsiteX787" fmla="*/ 3021459 w 7472601"/>
              <a:gd name="connsiteY787" fmla="*/ 1035385 h 6858000"/>
              <a:gd name="connsiteX788" fmla="*/ 3153873 w 7472601"/>
              <a:gd name="connsiteY788" fmla="*/ 898971 h 6858000"/>
              <a:gd name="connsiteX789" fmla="*/ 3276511 w 7472601"/>
              <a:gd name="connsiteY789" fmla="*/ 786423 h 6858000"/>
              <a:gd name="connsiteX790" fmla="*/ 3584154 w 7472601"/>
              <a:gd name="connsiteY790" fmla="*/ 448218 h 6858000"/>
              <a:gd name="connsiteX791" fmla="*/ 3624562 w 7472601"/>
              <a:gd name="connsiteY791" fmla="*/ 367041 h 6858000"/>
              <a:gd name="connsiteX792" fmla="*/ 3766672 w 7472601"/>
              <a:gd name="connsiteY792" fmla="*/ 359429 h 6858000"/>
              <a:gd name="connsiteX793" fmla="*/ 3996338 w 7472601"/>
              <a:gd name="connsiteY793" fmla="*/ 968237 h 6858000"/>
              <a:gd name="connsiteX794" fmla="*/ 3766672 w 7472601"/>
              <a:gd name="connsiteY794" fmla="*/ 359429 h 6858000"/>
              <a:gd name="connsiteX795" fmla="*/ 5805386 w 7472601"/>
              <a:gd name="connsiteY795" fmla="*/ 239240 h 6858000"/>
              <a:gd name="connsiteX796" fmla="*/ 5736947 w 7472601"/>
              <a:gd name="connsiteY796" fmla="*/ 261367 h 6858000"/>
              <a:gd name="connsiteX797" fmla="*/ 5427012 w 7472601"/>
              <a:gd name="connsiteY797" fmla="*/ 311272 h 6858000"/>
              <a:gd name="connsiteX798" fmla="*/ 5147818 w 7472601"/>
              <a:gd name="connsiteY798" fmla="*/ 322112 h 6858000"/>
              <a:gd name="connsiteX799" fmla="*/ 5060854 w 7472601"/>
              <a:gd name="connsiteY799" fmla="*/ 311882 h 6858000"/>
              <a:gd name="connsiteX800" fmla="*/ 4945989 w 7472601"/>
              <a:gd name="connsiteY800" fmla="*/ 300516 h 6858000"/>
              <a:gd name="connsiteX801" fmla="*/ 5410479 w 7472601"/>
              <a:gd name="connsiteY801" fmla="*/ 348434 h 6858000"/>
              <a:gd name="connsiteX802" fmla="*/ 5805386 w 7472601"/>
              <a:gd name="connsiteY802" fmla="*/ 239240 h 6858000"/>
              <a:gd name="connsiteX803" fmla="*/ 5905192 w 7472601"/>
              <a:gd name="connsiteY803" fmla="*/ 163079 h 6858000"/>
              <a:gd name="connsiteX804" fmla="*/ 5865655 w 7472601"/>
              <a:gd name="connsiteY804" fmla="*/ 171901 h 6858000"/>
              <a:gd name="connsiteX805" fmla="*/ 5259740 w 7472601"/>
              <a:gd name="connsiteY805" fmla="*/ 257013 h 6858000"/>
              <a:gd name="connsiteX806" fmla="*/ 5208466 w 7472601"/>
              <a:gd name="connsiteY806" fmla="*/ 257550 h 6858000"/>
              <a:gd name="connsiteX807" fmla="*/ 4980204 w 7472601"/>
              <a:gd name="connsiteY807" fmla="*/ 271903 h 6858000"/>
              <a:gd name="connsiteX808" fmla="*/ 5068068 w 7472601"/>
              <a:gd name="connsiteY808" fmla="*/ 282244 h 6858000"/>
              <a:gd name="connsiteX809" fmla="*/ 5153231 w 7472601"/>
              <a:gd name="connsiteY809" fmla="*/ 292240 h 6858000"/>
              <a:gd name="connsiteX810" fmla="*/ 5426491 w 7472601"/>
              <a:gd name="connsiteY810" fmla="*/ 281128 h 6858000"/>
              <a:gd name="connsiteX811" fmla="*/ 5731212 w 7472601"/>
              <a:gd name="connsiteY811" fmla="*/ 231951 h 6858000"/>
              <a:gd name="connsiteX812" fmla="*/ 5905192 w 7472601"/>
              <a:gd name="connsiteY812" fmla="*/ 163079 h 6858000"/>
              <a:gd name="connsiteX813" fmla="*/ 5944437 w 7472601"/>
              <a:gd name="connsiteY813" fmla="*/ 113829 h 6858000"/>
              <a:gd name="connsiteX814" fmla="*/ 5825032 w 7472601"/>
              <a:gd name="connsiteY814" fmla="*/ 146405 h 6858000"/>
              <a:gd name="connsiteX815" fmla="*/ 4955599 w 7472601"/>
              <a:gd name="connsiteY815" fmla="*/ 247008 h 6858000"/>
              <a:gd name="connsiteX816" fmla="*/ 5210104 w 7472601"/>
              <a:gd name="connsiteY816" fmla="*/ 228123 h 6858000"/>
              <a:gd name="connsiteX817" fmla="*/ 5261015 w 7472601"/>
              <a:gd name="connsiteY817" fmla="*/ 227087 h 6858000"/>
              <a:gd name="connsiteX818" fmla="*/ 5861181 w 7472601"/>
              <a:gd name="connsiteY818" fmla="*/ 143093 h 6858000"/>
              <a:gd name="connsiteX819" fmla="*/ 5961252 w 7472601"/>
              <a:gd name="connsiteY819" fmla="*/ 114820 h 6858000"/>
              <a:gd name="connsiteX820" fmla="*/ 5944437 w 7472601"/>
              <a:gd name="connsiteY820" fmla="*/ 113829 h 6858000"/>
              <a:gd name="connsiteX821" fmla="*/ 3882765 w 7472601"/>
              <a:gd name="connsiteY821" fmla="*/ 0 h 6858000"/>
              <a:gd name="connsiteX822" fmla="*/ 3995099 w 7472601"/>
              <a:gd name="connsiteY822" fmla="*/ 0 h 6858000"/>
              <a:gd name="connsiteX823" fmla="*/ 4163818 w 7472601"/>
              <a:gd name="connsiteY823" fmla="*/ 234104 h 6858000"/>
              <a:gd name="connsiteX824" fmla="*/ 4172099 w 7472601"/>
              <a:gd name="connsiteY824" fmla="*/ 234207 h 6858000"/>
              <a:gd name="connsiteX825" fmla="*/ 4784282 w 7472601"/>
              <a:gd name="connsiteY825" fmla="*/ 276561 h 6858000"/>
              <a:gd name="connsiteX826" fmla="*/ 4801687 w 7472601"/>
              <a:gd name="connsiteY826" fmla="*/ 267764 h 6858000"/>
              <a:gd name="connsiteX827" fmla="*/ 6082788 w 7472601"/>
              <a:gd name="connsiteY827" fmla="*/ 64119 h 6858000"/>
              <a:gd name="connsiteX828" fmla="*/ 6099442 w 7472601"/>
              <a:gd name="connsiteY828" fmla="*/ 82568 h 6858000"/>
              <a:gd name="connsiteX829" fmla="*/ 4804137 w 7472601"/>
              <a:gd name="connsiteY829" fmla="*/ 320931 h 6858000"/>
              <a:gd name="connsiteX830" fmla="*/ 4227047 w 7472601"/>
              <a:gd name="connsiteY830" fmla="*/ 313415 h 6858000"/>
              <a:gd name="connsiteX831" fmla="*/ 4346041 w 7472601"/>
              <a:gd name="connsiteY831" fmla="*/ 456086 h 6858000"/>
              <a:gd name="connsiteX832" fmla="*/ 4870967 w 7472601"/>
              <a:gd name="connsiteY832" fmla="*/ 963061 h 6858000"/>
              <a:gd name="connsiteX833" fmla="*/ 4889647 w 7472601"/>
              <a:gd name="connsiteY833" fmla="*/ 957147 h 6858000"/>
              <a:gd name="connsiteX834" fmla="*/ 5422504 w 7472601"/>
              <a:gd name="connsiteY834" fmla="*/ 805191 h 6858000"/>
              <a:gd name="connsiteX835" fmla="*/ 6087656 w 7472601"/>
              <a:gd name="connsiteY835" fmla="*/ 826703 h 6858000"/>
              <a:gd name="connsiteX836" fmla="*/ 6058717 w 7472601"/>
              <a:gd name="connsiteY836" fmla="*/ 865992 h 6858000"/>
              <a:gd name="connsiteX837" fmla="*/ 4974153 w 7472601"/>
              <a:gd name="connsiteY837" fmla="*/ 1045456 h 6858000"/>
              <a:gd name="connsiteX838" fmla="*/ 5627835 w 7472601"/>
              <a:gd name="connsiteY838" fmla="*/ 1472077 h 6858000"/>
              <a:gd name="connsiteX839" fmla="*/ 5629817 w 7472601"/>
              <a:gd name="connsiteY839" fmla="*/ 1471412 h 6858000"/>
              <a:gd name="connsiteX840" fmla="*/ 5634124 w 7472601"/>
              <a:gd name="connsiteY840" fmla="*/ 1470572 h 6858000"/>
              <a:gd name="connsiteX841" fmla="*/ 5755832 w 7472601"/>
              <a:gd name="connsiteY841" fmla="*/ 1383886 h 6858000"/>
              <a:gd name="connsiteX842" fmla="*/ 6014186 w 7472601"/>
              <a:gd name="connsiteY842" fmla="*/ 1279799 h 6858000"/>
              <a:gd name="connsiteX843" fmla="*/ 6901619 w 7472601"/>
              <a:gd name="connsiteY843" fmla="*/ 1047874 h 6858000"/>
              <a:gd name="connsiteX844" fmla="*/ 6931566 w 7472601"/>
              <a:gd name="connsiteY844" fmla="*/ 1062034 h 6858000"/>
              <a:gd name="connsiteX845" fmla="*/ 5790982 w 7472601"/>
              <a:gd name="connsiteY845" fmla="*/ 1561380 h 6858000"/>
              <a:gd name="connsiteX846" fmla="*/ 6188971 w 7472601"/>
              <a:gd name="connsiteY846" fmla="*/ 1755168 h 6858000"/>
              <a:gd name="connsiteX847" fmla="*/ 6202446 w 7472601"/>
              <a:gd name="connsiteY847" fmla="*/ 1752268 h 6858000"/>
              <a:gd name="connsiteX848" fmla="*/ 7179560 w 7472601"/>
              <a:gd name="connsiteY848" fmla="*/ 1467551 h 6858000"/>
              <a:gd name="connsiteX849" fmla="*/ 7158730 w 7472601"/>
              <a:gd name="connsiteY849" fmla="*/ 1507835 h 6858000"/>
              <a:gd name="connsiteX850" fmla="*/ 6326959 w 7472601"/>
              <a:gd name="connsiteY850" fmla="*/ 1817686 h 6858000"/>
              <a:gd name="connsiteX851" fmla="*/ 6537433 w 7472601"/>
              <a:gd name="connsiteY851" fmla="*/ 1907790 h 6858000"/>
              <a:gd name="connsiteX852" fmla="*/ 6550221 w 7472601"/>
              <a:gd name="connsiteY852" fmla="*/ 1910729 h 6858000"/>
              <a:gd name="connsiteX853" fmla="*/ 6964438 w 7472601"/>
              <a:gd name="connsiteY853" fmla="*/ 2209505 h 6858000"/>
              <a:gd name="connsiteX854" fmla="*/ 7367862 w 7472601"/>
              <a:gd name="connsiteY854" fmla="*/ 2806833 h 6858000"/>
              <a:gd name="connsiteX855" fmla="*/ 7364329 w 7472601"/>
              <a:gd name="connsiteY855" fmla="*/ 2826907 h 6858000"/>
              <a:gd name="connsiteX856" fmla="*/ 7290545 w 7472601"/>
              <a:gd name="connsiteY856" fmla="*/ 2850663 h 6858000"/>
              <a:gd name="connsiteX857" fmla="*/ 6472036 w 7472601"/>
              <a:gd name="connsiteY857" fmla="*/ 1959003 h 6858000"/>
              <a:gd name="connsiteX858" fmla="*/ 5792897 w 7472601"/>
              <a:gd name="connsiteY858" fmla="*/ 1647747 h 6858000"/>
              <a:gd name="connsiteX859" fmla="*/ 5842751 w 7472601"/>
              <a:gd name="connsiteY859" fmla="*/ 1816112 h 6858000"/>
              <a:gd name="connsiteX860" fmla="*/ 5847424 w 7472601"/>
              <a:gd name="connsiteY860" fmla="*/ 1815776 h 6858000"/>
              <a:gd name="connsiteX861" fmla="*/ 6399821 w 7472601"/>
              <a:gd name="connsiteY861" fmla="*/ 2344799 h 6858000"/>
              <a:gd name="connsiteX862" fmla="*/ 6323232 w 7472601"/>
              <a:gd name="connsiteY862" fmla="*/ 2389634 h 6858000"/>
              <a:gd name="connsiteX863" fmla="*/ 5942958 w 7472601"/>
              <a:gd name="connsiteY863" fmla="*/ 2077708 h 6858000"/>
              <a:gd name="connsiteX864" fmla="*/ 5921559 w 7472601"/>
              <a:gd name="connsiteY864" fmla="*/ 2378596 h 6858000"/>
              <a:gd name="connsiteX865" fmla="*/ 5817651 w 7472601"/>
              <a:gd name="connsiteY865" fmla="*/ 3023919 h 6858000"/>
              <a:gd name="connsiteX866" fmla="*/ 5729634 w 7472601"/>
              <a:gd name="connsiteY866" fmla="*/ 3051849 h 6858000"/>
              <a:gd name="connsiteX867" fmla="*/ 5611018 w 7472601"/>
              <a:gd name="connsiteY867" fmla="*/ 2316769 h 6858000"/>
              <a:gd name="connsiteX868" fmla="*/ 5687608 w 7472601"/>
              <a:gd name="connsiteY868" fmla="*/ 2039972 h 6858000"/>
              <a:gd name="connsiteX869" fmla="*/ 5657554 w 7472601"/>
              <a:gd name="connsiteY869" fmla="*/ 1576445 h 6858000"/>
              <a:gd name="connsiteX870" fmla="*/ 5150475 w 7472601"/>
              <a:gd name="connsiteY870" fmla="*/ 1274012 h 6858000"/>
              <a:gd name="connsiteX871" fmla="*/ 5349142 w 7472601"/>
              <a:gd name="connsiteY871" fmla="*/ 2204405 h 6858000"/>
              <a:gd name="connsiteX872" fmla="*/ 5262214 w 7472601"/>
              <a:gd name="connsiteY872" fmla="*/ 2233836 h 6858000"/>
              <a:gd name="connsiteX873" fmla="*/ 4981539 w 7472601"/>
              <a:gd name="connsiteY873" fmla="*/ 1542201 h 6858000"/>
              <a:gd name="connsiteX874" fmla="*/ 4958461 w 7472601"/>
              <a:gd name="connsiteY874" fmla="*/ 1136957 h 6858000"/>
              <a:gd name="connsiteX875" fmla="*/ 4655015 w 7472601"/>
              <a:gd name="connsiteY875" fmla="*/ 891426 h 6858000"/>
              <a:gd name="connsiteX876" fmla="*/ 4348002 w 7472601"/>
              <a:gd name="connsiteY876" fmla="*/ 2205895 h 6858000"/>
              <a:gd name="connsiteX877" fmla="*/ 4262250 w 7472601"/>
              <a:gd name="connsiteY877" fmla="*/ 2219972 h 6858000"/>
              <a:gd name="connsiteX878" fmla="*/ 4550611 w 7472601"/>
              <a:gd name="connsiteY878" fmla="*/ 817540 h 6858000"/>
              <a:gd name="connsiteX879" fmla="*/ 4564418 w 7472601"/>
              <a:gd name="connsiteY879" fmla="*/ 808293 h 6858000"/>
              <a:gd name="connsiteX880" fmla="*/ 4266388 w 7472601"/>
              <a:gd name="connsiteY880" fmla="*/ 500083 h 6858000"/>
              <a:gd name="connsiteX881" fmla="*/ 4032842 w 7472601"/>
              <a:gd name="connsiteY881" fmla="*/ 211809 h 6858000"/>
              <a:gd name="connsiteX882" fmla="*/ 3882765 w 7472601"/>
              <a:gd name="connsiteY882" fmla="*/ 0 h 6858000"/>
              <a:gd name="connsiteX883" fmla="*/ 3721337 w 7472601"/>
              <a:gd name="connsiteY883" fmla="*/ 0 h 6858000"/>
              <a:gd name="connsiteX884" fmla="*/ 3797544 w 7472601"/>
              <a:gd name="connsiteY884" fmla="*/ 0 h 6858000"/>
              <a:gd name="connsiteX885" fmla="*/ 3775734 w 7472601"/>
              <a:gd name="connsiteY885" fmla="*/ 95131 h 6858000"/>
              <a:gd name="connsiteX886" fmla="*/ 3724807 w 7472601"/>
              <a:gd name="connsiteY886" fmla="*/ 272257 h 6858000"/>
              <a:gd name="connsiteX887" fmla="*/ 3726844 w 7472601"/>
              <a:gd name="connsiteY887" fmla="*/ 282988 h 6858000"/>
              <a:gd name="connsiteX888" fmla="*/ 3742664 w 7472601"/>
              <a:gd name="connsiteY888" fmla="*/ 279918 h 6858000"/>
              <a:gd name="connsiteX889" fmla="*/ 4103910 w 7472601"/>
              <a:gd name="connsiteY889" fmla="*/ 1161917 h 6858000"/>
              <a:gd name="connsiteX890" fmla="*/ 4020269 w 7472601"/>
              <a:gd name="connsiteY890" fmla="*/ 1200406 h 6858000"/>
              <a:gd name="connsiteX891" fmla="*/ 3674882 w 7472601"/>
              <a:gd name="connsiteY891" fmla="*/ 488524 h 6858000"/>
              <a:gd name="connsiteX892" fmla="*/ 3132682 w 7472601"/>
              <a:gd name="connsiteY892" fmla="*/ 1072284 h 6858000"/>
              <a:gd name="connsiteX893" fmla="*/ 2716346 w 7472601"/>
              <a:gd name="connsiteY893" fmla="*/ 1276376 h 6858000"/>
              <a:gd name="connsiteX894" fmla="*/ 2716772 w 7472601"/>
              <a:gd name="connsiteY894" fmla="*/ 1255462 h 6858000"/>
              <a:gd name="connsiteX895" fmla="*/ 3471096 w 7472601"/>
              <a:gd name="connsiteY895" fmla="*/ 437072 h 6858000"/>
              <a:gd name="connsiteX896" fmla="*/ 3639057 w 7472601"/>
              <a:gd name="connsiteY896" fmla="*/ 286334 h 6858000"/>
              <a:gd name="connsiteX897" fmla="*/ 3640309 w 7472601"/>
              <a:gd name="connsiteY897" fmla="*/ 284664 h 6858000"/>
              <a:gd name="connsiteX898" fmla="*/ 3646022 w 7472601"/>
              <a:gd name="connsiteY898" fmla="*/ 276711 h 6858000"/>
              <a:gd name="connsiteX899" fmla="*/ 3707943 w 7472601"/>
              <a:gd name="connsiteY899" fmla="*/ 65958 h 6858000"/>
              <a:gd name="connsiteX900" fmla="*/ 3721337 w 7472601"/>
              <a:gd name="connsiteY900" fmla="*/ 0 h 6858000"/>
              <a:gd name="connsiteX901" fmla="*/ 2867960 w 7472601"/>
              <a:gd name="connsiteY901" fmla="*/ 0 h 6858000"/>
              <a:gd name="connsiteX902" fmla="*/ 2926351 w 7472601"/>
              <a:gd name="connsiteY902" fmla="*/ 0 h 6858000"/>
              <a:gd name="connsiteX903" fmla="*/ 2902823 w 7472601"/>
              <a:gd name="connsiteY903" fmla="*/ 262929 h 6858000"/>
              <a:gd name="connsiteX904" fmla="*/ 2940663 w 7472601"/>
              <a:gd name="connsiteY904" fmla="*/ 140884 h 6858000"/>
              <a:gd name="connsiteX905" fmla="*/ 2947039 w 7472601"/>
              <a:gd name="connsiteY905" fmla="*/ 122524 h 6858000"/>
              <a:gd name="connsiteX906" fmla="*/ 2984316 w 7472601"/>
              <a:gd name="connsiteY906" fmla="*/ 0 h 6858000"/>
              <a:gd name="connsiteX907" fmla="*/ 3016114 w 7472601"/>
              <a:gd name="connsiteY907" fmla="*/ 0 h 6858000"/>
              <a:gd name="connsiteX908" fmla="*/ 2979949 w 7472601"/>
              <a:gd name="connsiteY908" fmla="*/ 119274 h 6858000"/>
              <a:gd name="connsiteX909" fmla="*/ 3023879 w 7472601"/>
              <a:gd name="connsiteY909" fmla="*/ 0 h 6858000"/>
              <a:gd name="connsiteX910" fmla="*/ 3105400 w 7472601"/>
              <a:gd name="connsiteY910" fmla="*/ 0 h 6858000"/>
              <a:gd name="connsiteX911" fmla="*/ 3094669 w 7472601"/>
              <a:gd name="connsiteY911" fmla="*/ 30308 h 6858000"/>
              <a:gd name="connsiteX912" fmla="*/ 2901945 w 7472601"/>
              <a:gd name="connsiteY912" fmla="*/ 466538 h 6858000"/>
              <a:gd name="connsiteX913" fmla="*/ 2815209 w 7472601"/>
              <a:gd name="connsiteY913" fmla="*/ 497361 h 6858000"/>
              <a:gd name="connsiteX914" fmla="*/ 2844845 w 7472601"/>
              <a:gd name="connsiteY914" fmla="*/ 127638 h 6858000"/>
              <a:gd name="connsiteX915" fmla="*/ 2867960 w 7472601"/>
              <a:gd name="connsiteY915" fmla="*/ 0 h 6858000"/>
              <a:gd name="connsiteX916" fmla="*/ 1057230 w 7472601"/>
              <a:gd name="connsiteY916" fmla="*/ 0 h 6858000"/>
              <a:gd name="connsiteX917" fmla="*/ 1111003 w 7472601"/>
              <a:gd name="connsiteY917" fmla="*/ 0 h 6858000"/>
              <a:gd name="connsiteX918" fmla="*/ 1125553 w 7472601"/>
              <a:gd name="connsiteY918" fmla="*/ 52588 h 6858000"/>
              <a:gd name="connsiteX919" fmla="*/ 1304276 w 7472601"/>
              <a:gd name="connsiteY919" fmla="*/ 476275 h 6858000"/>
              <a:gd name="connsiteX920" fmla="*/ 1492066 w 7472601"/>
              <a:gd name="connsiteY920" fmla="*/ 886333 h 6858000"/>
              <a:gd name="connsiteX921" fmla="*/ 1423698 w 7472601"/>
              <a:gd name="connsiteY921" fmla="*/ 710817 h 6858000"/>
              <a:gd name="connsiteX922" fmla="*/ 1357609 w 7472601"/>
              <a:gd name="connsiteY922" fmla="*/ 532892 h 6858000"/>
              <a:gd name="connsiteX923" fmla="*/ 1309550 w 7472601"/>
              <a:gd name="connsiteY923" fmla="*/ 374031 h 6858000"/>
              <a:gd name="connsiteX924" fmla="*/ 1193673 w 7472601"/>
              <a:gd name="connsiteY924" fmla="*/ 49533 h 6858000"/>
              <a:gd name="connsiteX925" fmla="*/ 1164391 w 7472601"/>
              <a:gd name="connsiteY925" fmla="*/ 0 h 6858000"/>
              <a:gd name="connsiteX926" fmla="*/ 1200666 w 7472601"/>
              <a:gd name="connsiteY926" fmla="*/ 0 h 6858000"/>
              <a:gd name="connsiteX927" fmla="*/ 1223408 w 7472601"/>
              <a:gd name="connsiteY927" fmla="*/ 38996 h 6858000"/>
              <a:gd name="connsiteX928" fmla="*/ 1339635 w 7472601"/>
              <a:gd name="connsiteY928" fmla="*/ 365517 h 6858000"/>
              <a:gd name="connsiteX929" fmla="*/ 1387469 w 7472601"/>
              <a:gd name="connsiteY929" fmla="*/ 523079 h 6858000"/>
              <a:gd name="connsiteX930" fmla="*/ 1452685 w 7472601"/>
              <a:gd name="connsiteY930" fmla="*/ 699806 h 6858000"/>
              <a:gd name="connsiteX931" fmla="*/ 1492092 w 7472601"/>
              <a:gd name="connsiteY931" fmla="*/ 800424 h 6858000"/>
              <a:gd name="connsiteX932" fmla="*/ 1455302 w 7472601"/>
              <a:gd name="connsiteY932" fmla="*/ 632913 h 6858000"/>
              <a:gd name="connsiteX933" fmla="*/ 1222336 w 7472601"/>
              <a:gd name="connsiteY933" fmla="*/ 9480 h 6858000"/>
              <a:gd name="connsiteX934" fmla="*/ 1214634 w 7472601"/>
              <a:gd name="connsiteY934" fmla="*/ 0 h 6858000"/>
              <a:gd name="connsiteX935" fmla="*/ 1289827 w 7472601"/>
              <a:gd name="connsiteY935" fmla="*/ 0 h 6858000"/>
              <a:gd name="connsiteX936" fmla="*/ 1321076 w 7472601"/>
              <a:gd name="connsiteY936" fmla="*/ 59722 h 6858000"/>
              <a:gd name="connsiteX937" fmla="*/ 1512579 w 7472601"/>
              <a:gd name="connsiteY937" fmla="*/ 626441 h 6858000"/>
              <a:gd name="connsiteX938" fmla="*/ 1506076 w 7472601"/>
              <a:gd name="connsiteY938" fmla="*/ 1089289 h 6858000"/>
              <a:gd name="connsiteX939" fmla="*/ 1486346 w 7472601"/>
              <a:gd name="connsiteY939" fmla="*/ 1079919 h 6858000"/>
              <a:gd name="connsiteX940" fmla="*/ 1070511 w 7472601"/>
              <a:gd name="connsiteY940" fmla="*/ 48609 h 6858000"/>
              <a:gd name="connsiteX941" fmla="*/ 1057230 w 7472601"/>
              <a:gd name="connsiteY941" fmla="*/ 0 h 6858000"/>
              <a:gd name="connsiteX942" fmla="*/ 43151 w 7472601"/>
              <a:gd name="connsiteY942" fmla="*/ 0 h 6858000"/>
              <a:gd name="connsiteX943" fmla="*/ 95283 w 7472601"/>
              <a:gd name="connsiteY943" fmla="*/ 0 h 6858000"/>
              <a:gd name="connsiteX944" fmla="*/ 300708 w 7472601"/>
              <a:gd name="connsiteY944" fmla="*/ 154571 h 6858000"/>
              <a:gd name="connsiteX945" fmla="*/ 530414 w 7472601"/>
              <a:gd name="connsiteY945" fmla="*/ 354673 h 6858000"/>
              <a:gd name="connsiteX946" fmla="*/ 333785 w 7472601"/>
              <a:gd name="connsiteY946" fmla="*/ 161564 h 6858000"/>
              <a:gd name="connsiteX947" fmla="*/ 147005 w 7472601"/>
              <a:gd name="connsiteY947" fmla="*/ 0 h 6858000"/>
              <a:gd name="connsiteX948" fmla="*/ 272509 w 7472601"/>
              <a:gd name="connsiteY948" fmla="*/ 0 h 6858000"/>
              <a:gd name="connsiteX949" fmla="*/ 326276 w 7472601"/>
              <a:gd name="connsiteY949" fmla="*/ 45847 h 6858000"/>
              <a:gd name="connsiteX950" fmla="*/ 823759 w 7472601"/>
              <a:gd name="connsiteY950" fmla="*/ 574145 h 6858000"/>
              <a:gd name="connsiteX951" fmla="*/ 811254 w 7472601"/>
              <a:gd name="connsiteY951" fmla="*/ 665546 h 6858000"/>
              <a:gd name="connsiteX952" fmla="*/ 154042 w 7472601"/>
              <a:gd name="connsiteY952" fmla="*/ 261522 h 6858000"/>
              <a:gd name="connsiteX953" fmla="*/ 13550 w 7472601"/>
              <a:gd name="connsiteY953" fmla="*/ 158423 h 6858000"/>
              <a:gd name="connsiteX954" fmla="*/ 0 w 7472601"/>
              <a:gd name="connsiteY954" fmla="*/ 146618 h 6858000"/>
              <a:gd name="connsiteX955" fmla="*/ 0 w 7472601"/>
              <a:gd name="connsiteY955" fmla="*/ 59161 h 6858000"/>
              <a:gd name="connsiteX956" fmla="*/ 45427 w 7472601"/>
              <a:gd name="connsiteY956" fmla="*/ 101078 h 6858000"/>
              <a:gd name="connsiteX957" fmla="*/ 630103 w 7472601"/>
              <a:gd name="connsiteY957" fmla="*/ 485885 h 6858000"/>
              <a:gd name="connsiteX958" fmla="*/ 532040 w 7472601"/>
              <a:gd name="connsiteY958" fmla="*/ 399359 h 6858000"/>
              <a:gd name="connsiteX959" fmla="*/ 517618 w 7472601"/>
              <a:gd name="connsiteY959" fmla="*/ 385726 h 6858000"/>
              <a:gd name="connsiteX960" fmla="*/ 285074 w 7472601"/>
              <a:gd name="connsiteY960" fmla="*/ 182755 h 6858000"/>
              <a:gd name="connsiteX961" fmla="*/ 43151 w 7472601"/>
              <a:gd name="connsiteY961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63634 h 6858000"/>
              <a:gd name="connsiteX78" fmla="*/ 7448321 w 7472601"/>
              <a:gd name="connsiteY78" fmla="*/ 6190991 h 6858000"/>
              <a:gd name="connsiteX79" fmla="*/ 7467600 w 7472601"/>
              <a:gd name="connsiteY79" fmla="*/ 6221686 h 6858000"/>
              <a:gd name="connsiteX80" fmla="*/ 7467600 w 7472601"/>
              <a:gd name="connsiteY80" fmla="*/ 6334256 h 6858000"/>
              <a:gd name="connsiteX81" fmla="*/ 7454976 w 7472601"/>
              <a:gd name="connsiteY81" fmla="*/ 6318297 h 6858000"/>
              <a:gd name="connsiteX82" fmla="*/ 1456157 w 7472601"/>
              <a:gd name="connsiteY82" fmla="*/ 5371404 h 6858000"/>
              <a:gd name="connsiteX83" fmla="*/ 1244432 w 7472601"/>
              <a:gd name="connsiteY83" fmla="*/ 5385601 h 6858000"/>
              <a:gd name="connsiteX84" fmla="*/ 973990 w 7472601"/>
              <a:gd name="connsiteY84" fmla="*/ 5424940 h 6858000"/>
              <a:gd name="connsiteX85" fmla="*/ 1103809 w 7472601"/>
              <a:gd name="connsiteY85" fmla="*/ 5433720 h 6858000"/>
              <a:gd name="connsiteX86" fmla="*/ 1123454 w 7472601"/>
              <a:gd name="connsiteY86" fmla="*/ 5435727 h 6858000"/>
              <a:gd name="connsiteX87" fmla="*/ 1737017 w 7472601"/>
              <a:gd name="connsiteY87" fmla="*/ 5452183 h 6858000"/>
              <a:gd name="connsiteX88" fmla="*/ 1824397 w 7472601"/>
              <a:gd name="connsiteY88" fmla="*/ 5447757 h 6858000"/>
              <a:gd name="connsiteX89" fmla="*/ 2070059 w 7472601"/>
              <a:gd name="connsiteY89" fmla="*/ 5441660 h 6858000"/>
              <a:gd name="connsiteX90" fmla="*/ 1456157 w 7472601"/>
              <a:gd name="connsiteY90" fmla="*/ 5371404 h 6858000"/>
              <a:gd name="connsiteX91" fmla="*/ 4988186 w 7472601"/>
              <a:gd name="connsiteY91" fmla="*/ 5216467 h 6858000"/>
              <a:gd name="connsiteX92" fmla="*/ 4777334 w 7472601"/>
              <a:gd name="connsiteY92" fmla="*/ 5406072 h 6858000"/>
              <a:gd name="connsiteX93" fmla="*/ 4718341 w 7472601"/>
              <a:gd name="connsiteY93" fmla="*/ 5468043 h 6858000"/>
              <a:gd name="connsiteX94" fmla="*/ 4604655 w 7472601"/>
              <a:gd name="connsiteY94" fmla="*/ 5583434 h 6858000"/>
              <a:gd name="connsiteX95" fmla="*/ 4565074 w 7472601"/>
              <a:gd name="connsiteY95" fmla="*/ 5618550 h 6858000"/>
              <a:gd name="connsiteX96" fmla="*/ 4988186 w 7472601"/>
              <a:gd name="connsiteY96" fmla="*/ 5216467 h 6858000"/>
              <a:gd name="connsiteX97" fmla="*/ 4978032 w 7472601"/>
              <a:gd name="connsiteY97" fmla="*/ 5183809 h 6858000"/>
              <a:gd name="connsiteX98" fmla="*/ 4463413 w 7472601"/>
              <a:gd name="connsiteY98" fmla="*/ 5615162 h 6858000"/>
              <a:gd name="connsiteX99" fmla="*/ 4358134 w 7472601"/>
              <a:gd name="connsiteY99" fmla="*/ 5742791 h 6858000"/>
              <a:gd name="connsiteX100" fmla="*/ 4376219 w 7472601"/>
              <a:gd name="connsiteY100" fmla="*/ 5729027 h 6858000"/>
              <a:gd name="connsiteX101" fmla="*/ 4582340 w 7472601"/>
              <a:gd name="connsiteY101" fmla="*/ 5561037 h 6858000"/>
              <a:gd name="connsiteX102" fmla="*/ 4694684 w 7472601"/>
              <a:gd name="connsiteY102" fmla="*/ 5447098 h 6858000"/>
              <a:gd name="connsiteX103" fmla="*/ 4754123 w 7472601"/>
              <a:gd name="connsiteY103" fmla="*/ 5384643 h 6858000"/>
              <a:gd name="connsiteX104" fmla="*/ 4978032 w 7472601"/>
              <a:gd name="connsiteY104" fmla="*/ 5183809 h 6858000"/>
              <a:gd name="connsiteX105" fmla="*/ 1903353 w 7472601"/>
              <a:gd name="connsiteY105" fmla="*/ 5044827 h 6858000"/>
              <a:gd name="connsiteX106" fmla="*/ 1936931 w 7472601"/>
              <a:gd name="connsiteY106" fmla="*/ 5093954 h 6858000"/>
              <a:gd name="connsiteX107" fmla="*/ 2195868 w 7472601"/>
              <a:gd name="connsiteY107" fmla="*/ 5396574 h 6858000"/>
              <a:gd name="connsiteX108" fmla="*/ 2088852 w 7472601"/>
              <a:gd name="connsiteY108" fmla="*/ 5166123 h 6858000"/>
              <a:gd name="connsiteX109" fmla="*/ 1958241 w 7472601"/>
              <a:gd name="connsiteY109" fmla="*/ 5067955 h 6858000"/>
              <a:gd name="connsiteX110" fmla="*/ 1903353 w 7472601"/>
              <a:gd name="connsiteY110" fmla="*/ 5044827 h 6858000"/>
              <a:gd name="connsiteX111" fmla="*/ 1979378 w 7472601"/>
              <a:gd name="connsiteY111" fmla="*/ 4769504 h 6858000"/>
              <a:gd name="connsiteX112" fmla="*/ 2882120 w 7472601"/>
              <a:gd name="connsiteY112" fmla="*/ 5064547 h 6858000"/>
              <a:gd name="connsiteX113" fmla="*/ 2793103 w 7472601"/>
              <a:gd name="connsiteY113" fmla="*/ 5039699 h 6858000"/>
              <a:gd name="connsiteX114" fmla="*/ 2770041 w 7472601"/>
              <a:gd name="connsiteY114" fmla="*/ 5033634 h 6858000"/>
              <a:gd name="connsiteX115" fmla="*/ 1979378 w 7472601"/>
              <a:gd name="connsiteY115" fmla="*/ 4769504 h 6858000"/>
              <a:gd name="connsiteX116" fmla="*/ 1927410 w 7472601"/>
              <a:gd name="connsiteY116" fmla="*/ 4716164 h 6858000"/>
              <a:gd name="connsiteX117" fmla="*/ 1959587 w 7472601"/>
              <a:gd name="connsiteY117" fmla="*/ 4728849 h 6858000"/>
              <a:gd name="connsiteX118" fmla="*/ 2777707 w 7472601"/>
              <a:gd name="connsiteY118" fmla="*/ 5003991 h 6858000"/>
              <a:gd name="connsiteX119" fmla="*/ 2800768 w 7472601"/>
              <a:gd name="connsiteY119" fmla="*/ 5010056 h 6858000"/>
              <a:gd name="connsiteX120" fmla="*/ 2879408 w 7472601"/>
              <a:gd name="connsiteY120" fmla="*/ 5031590 h 6858000"/>
              <a:gd name="connsiteX121" fmla="*/ 2862295 w 7472601"/>
              <a:gd name="connsiteY121" fmla="*/ 5022958 h 6858000"/>
              <a:gd name="connsiteX122" fmla="*/ 2813343 w 7472601"/>
              <a:gd name="connsiteY122" fmla="*/ 4998369 h 6858000"/>
              <a:gd name="connsiteX123" fmla="*/ 2646245 w 7472601"/>
              <a:gd name="connsiteY123" fmla="*/ 4930999 h 6858000"/>
              <a:gd name="connsiteX124" fmla="*/ 1999243 w 7472601"/>
              <a:gd name="connsiteY124" fmla="*/ 4730524 h 6858000"/>
              <a:gd name="connsiteX125" fmla="*/ 1979527 w 7472601"/>
              <a:gd name="connsiteY125" fmla="*/ 4726651 h 6858000"/>
              <a:gd name="connsiteX126" fmla="*/ 1927410 w 7472601"/>
              <a:gd name="connsiteY126" fmla="*/ 4716164 h 6858000"/>
              <a:gd name="connsiteX127" fmla="*/ 1997014 w 7472601"/>
              <a:gd name="connsiteY127" fmla="*/ 4698007 h 6858000"/>
              <a:gd name="connsiteX128" fmla="*/ 2005458 w 7472601"/>
              <a:gd name="connsiteY128" fmla="*/ 4699540 h 6858000"/>
              <a:gd name="connsiteX129" fmla="*/ 2657186 w 7472601"/>
              <a:gd name="connsiteY129" fmla="*/ 4901687 h 6858000"/>
              <a:gd name="connsiteX130" fmla="*/ 2826662 w 7472601"/>
              <a:gd name="connsiteY130" fmla="*/ 4970362 h 6858000"/>
              <a:gd name="connsiteX131" fmla="*/ 2876100 w 7472601"/>
              <a:gd name="connsiteY131" fmla="*/ 4995397 h 6858000"/>
              <a:gd name="connsiteX132" fmla="*/ 3042600 w 7472601"/>
              <a:gd name="connsiteY132" fmla="*/ 5059532 h 6858000"/>
              <a:gd name="connsiteX133" fmla="*/ 1997014 w 7472601"/>
              <a:gd name="connsiteY133" fmla="*/ 4698007 h 6858000"/>
              <a:gd name="connsiteX134" fmla="*/ 2305292 w 7472601"/>
              <a:gd name="connsiteY134" fmla="*/ 4219492 h 6858000"/>
              <a:gd name="connsiteX135" fmla="*/ 3360922 w 7472601"/>
              <a:gd name="connsiteY135" fmla="*/ 4529373 h 6858000"/>
              <a:gd name="connsiteX136" fmla="*/ 3492420 w 7472601"/>
              <a:gd name="connsiteY136" fmla="*/ 4510145 h 6858000"/>
              <a:gd name="connsiteX137" fmla="*/ 3364086 w 7472601"/>
              <a:gd name="connsiteY137" fmla="*/ 4480340 h 6858000"/>
              <a:gd name="connsiteX138" fmla="*/ 3225818 w 7472601"/>
              <a:gd name="connsiteY138" fmla="*/ 4411822 h 6858000"/>
              <a:gd name="connsiteX139" fmla="*/ 3129696 w 7472601"/>
              <a:gd name="connsiteY139" fmla="*/ 4360704 h 6858000"/>
              <a:gd name="connsiteX140" fmla="*/ 2814545 w 7472601"/>
              <a:gd name="connsiteY140" fmla="*/ 4282955 h 6858000"/>
              <a:gd name="connsiteX141" fmla="*/ 2305292 w 7472601"/>
              <a:gd name="connsiteY141" fmla="*/ 4219492 h 6858000"/>
              <a:gd name="connsiteX142" fmla="*/ 2626982 w 7472601"/>
              <a:gd name="connsiteY142" fmla="*/ 4206450 h 6858000"/>
              <a:gd name="connsiteX143" fmla="*/ 2490617 w 7472601"/>
              <a:gd name="connsiteY143" fmla="*/ 4206951 h 6858000"/>
              <a:gd name="connsiteX144" fmla="*/ 2819869 w 7472601"/>
              <a:gd name="connsiteY144" fmla="*/ 4252936 h 6858000"/>
              <a:gd name="connsiteX145" fmla="*/ 3143018 w 7472601"/>
              <a:gd name="connsiteY145" fmla="*/ 4332698 h 6858000"/>
              <a:gd name="connsiteX146" fmla="*/ 3241520 w 7472601"/>
              <a:gd name="connsiteY146" fmla="*/ 4385112 h 6858000"/>
              <a:gd name="connsiteX147" fmla="*/ 3374575 w 7472601"/>
              <a:gd name="connsiteY147" fmla="*/ 4451517 h 6858000"/>
              <a:gd name="connsiteX148" fmla="*/ 3505221 w 7472601"/>
              <a:gd name="connsiteY148" fmla="*/ 4480757 h 6858000"/>
              <a:gd name="connsiteX149" fmla="*/ 2626982 w 7472601"/>
              <a:gd name="connsiteY149" fmla="*/ 4206450 h 6858000"/>
              <a:gd name="connsiteX150" fmla="*/ 1310106 w 7472601"/>
              <a:gd name="connsiteY150" fmla="*/ 3943217 h 6858000"/>
              <a:gd name="connsiteX151" fmla="*/ 854994 w 7472601"/>
              <a:gd name="connsiteY151" fmla="*/ 4399136 h 6858000"/>
              <a:gd name="connsiteX152" fmla="*/ 742462 w 7472601"/>
              <a:gd name="connsiteY152" fmla="*/ 4594648 h 6858000"/>
              <a:gd name="connsiteX153" fmla="*/ 820602 w 7472601"/>
              <a:gd name="connsiteY153" fmla="*/ 4485915 h 6858000"/>
              <a:gd name="connsiteX154" fmla="*/ 878295 w 7472601"/>
              <a:gd name="connsiteY154" fmla="*/ 4403594 h 6858000"/>
              <a:gd name="connsiteX155" fmla="*/ 1240607 w 7472601"/>
              <a:gd name="connsiteY155" fmla="*/ 4010401 h 6858000"/>
              <a:gd name="connsiteX156" fmla="*/ 1310106 w 7472601"/>
              <a:gd name="connsiteY156" fmla="*/ 3943217 h 6858000"/>
              <a:gd name="connsiteX157" fmla="*/ 1423113 w 7472601"/>
              <a:gd name="connsiteY157" fmla="*/ 3874565 h 6858000"/>
              <a:gd name="connsiteX158" fmla="*/ 1260565 w 7472601"/>
              <a:gd name="connsiteY158" fmla="*/ 4031982 h 6858000"/>
              <a:gd name="connsiteX159" fmla="*/ 901900 w 7472601"/>
              <a:gd name="connsiteY159" fmla="*/ 4421236 h 6858000"/>
              <a:gd name="connsiteX160" fmla="*/ 845044 w 7472601"/>
              <a:gd name="connsiteY160" fmla="*/ 4502436 h 6858000"/>
              <a:gd name="connsiteX161" fmla="*/ 685926 w 7472601"/>
              <a:gd name="connsiteY161" fmla="*/ 4703069 h 6858000"/>
              <a:gd name="connsiteX162" fmla="*/ 684248 w 7472601"/>
              <a:gd name="connsiteY162" fmla="*/ 4706721 h 6858000"/>
              <a:gd name="connsiteX163" fmla="*/ 1423113 w 7472601"/>
              <a:gd name="connsiteY163" fmla="*/ 3874565 h 6858000"/>
              <a:gd name="connsiteX164" fmla="*/ 3316479 w 7472601"/>
              <a:gd name="connsiteY164" fmla="*/ 3872136 h 6858000"/>
              <a:gd name="connsiteX165" fmla="*/ 3546806 w 7472601"/>
              <a:gd name="connsiteY165" fmla="*/ 4356139 h 6858000"/>
              <a:gd name="connsiteX166" fmla="*/ 3364433 w 7472601"/>
              <a:gd name="connsiteY166" fmla="*/ 3953121 h 6858000"/>
              <a:gd name="connsiteX167" fmla="*/ 3316479 w 7472601"/>
              <a:gd name="connsiteY167" fmla="*/ 3872136 h 6858000"/>
              <a:gd name="connsiteX168" fmla="*/ 3291335 w 7472601"/>
              <a:gd name="connsiteY168" fmla="*/ 3767420 h 6858000"/>
              <a:gd name="connsiteX169" fmla="*/ 3390805 w 7472601"/>
              <a:gd name="connsiteY169" fmla="*/ 3937163 h 6858000"/>
              <a:gd name="connsiteX170" fmla="*/ 3579062 w 7472601"/>
              <a:gd name="connsiteY170" fmla="*/ 4359040 h 6858000"/>
              <a:gd name="connsiteX171" fmla="*/ 3467355 w 7472601"/>
              <a:gd name="connsiteY171" fmla="*/ 3988130 h 6858000"/>
              <a:gd name="connsiteX172" fmla="*/ 3310753 w 7472601"/>
              <a:gd name="connsiteY172" fmla="*/ 3787140 h 6858000"/>
              <a:gd name="connsiteX173" fmla="*/ 3291335 w 7472601"/>
              <a:gd name="connsiteY173" fmla="*/ 3767420 h 6858000"/>
              <a:gd name="connsiteX174" fmla="*/ 1635889 w 7472601"/>
              <a:gd name="connsiteY174" fmla="*/ 3709494 h 6858000"/>
              <a:gd name="connsiteX175" fmla="*/ 1634800 w 7472601"/>
              <a:gd name="connsiteY175" fmla="*/ 3731111 h 6858000"/>
              <a:gd name="connsiteX176" fmla="*/ 1635889 w 7472601"/>
              <a:gd name="connsiteY176" fmla="*/ 3709494 h 6858000"/>
              <a:gd name="connsiteX177" fmla="*/ 1510397 w 7472601"/>
              <a:gd name="connsiteY177" fmla="*/ 3684705 h 6858000"/>
              <a:gd name="connsiteX178" fmla="*/ 1146550 w 7472601"/>
              <a:gd name="connsiteY178" fmla="*/ 3802012 h 6858000"/>
              <a:gd name="connsiteX179" fmla="*/ 698834 w 7472601"/>
              <a:gd name="connsiteY179" fmla="*/ 3952272 h 6858000"/>
              <a:gd name="connsiteX180" fmla="*/ 34256 w 7472601"/>
              <a:gd name="connsiteY180" fmla="*/ 4347603 h 6858000"/>
              <a:gd name="connsiteX181" fmla="*/ 527241 w 7472601"/>
              <a:gd name="connsiteY181" fmla="*/ 4065078 h 6858000"/>
              <a:gd name="connsiteX182" fmla="*/ 1510397 w 7472601"/>
              <a:gd name="connsiteY182" fmla="*/ 3684705 h 6858000"/>
              <a:gd name="connsiteX183" fmla="*/ 1313114 w 7472601"/>
              <a:gd name="connsiteY183" fmla="*/ 3655216 h 6858000"/>
              <a:gd name="connsiteX184" fmla="*/ 1109304 w 7472601"/>
              <a:gd name="connsiteY184" fmla="*/ 3669030 h 6858000"/>
              <a:gd name="connsiteX185" fmla="*/ 8129 w 7472601"/>
              <a:gd name="connsiteY185" fmla="*/ 4330519 h 6858000"/>
              <a:gd name="connsiteX186" fmla="*/ 687572 w 7472601"/>
              <a:gd name="connsiteY186" fmla="*/ 3925629 h 6858000"/>
              <a:gd name="connsiteX187" fmla="*/ 1138365 w 7472601"/>
              <a:gd name="connsiteY187" fmla="*/ 3774515 h 6858000"/>
              <a:gd name="connsiteX188" fmla="*/ 1505579 w 7472601"/>
              <a:gd name="connsiteY188" fmla="*/ 3655526 h 6858000"/>
              <a:gd name="connsiteX189" fmla="*/ 1313114 w 7472601"/>
              <a:gd name="connsiteY189" fmla="*/ 3655216 h 6858000"/>
              <a:gd name="connsiteX190" fmla="*/ 3655073 w 7472601"/>
              <a:gd name="connsiteY190" fmla="*/ 3650884 h 6858000"/>
              <a:gd name="connsiteX191" fmla="*/ 3989938 w 7472601"/>
              <a:gd name="connsiteY191" fmla="*/ 3991685 h 6858000"/>
              <a:gd name="connsiteX192" fmla="*/ 4393907 w 7472601"/>
              <a:gd name="connsiteY192" fmla="*/ 4261258 h 6858000"/>
              <a:gd name="connsiteX193" fmla="*/ 4648051 w 7472601"/>
              <a:gd name="connsiteY193" fmla="*/ 4374051 h 6858000"/>
              <a:gd name="connsiteX194" fmla="*/ 4383389 w 7472601"/>
              <a:gd name="connsiteY194" fmla="*/ 4184369 h 6858000"/>
              <a:gd name="connsiteX195" fmla="*/ 4165508 w 7472601"/>
              <a:gd name="connsiteY195" fmla="*/ 4035196 h 6858000"/>
              <a:gd name="connsiteX196" fmla="*/ 4068162 w 7472601"/>
              <a:gd name="connsiteY196" fmla="*/ 3953394 h 6858000"/>
              <a:gd name="connsiteX197" fmla="*/ 3981416 w 7472601"/>
              <a:gd name="connsiteY197" fmla="*/ 3880482 h 6858000"/>
              <a:gd name="connsiteX198" fmla="*/ 3800147 w 7472601"/>
              <a:gd name="connsiteY198" fmla="*/ 3749872 h 6858000"/>
              <a:gd name="connsiteX199" fmla="*/ 3655073 w 7472601"/>
              <a:gd name="connsiteY199" fmla="*/ 3650884 h 6858000"/>
              <a:gd name="connsiteX200" fmla="*/ 3670252 w 7472601"/>
              <a:gd name="connsiteY200" fmla="*/ 3622798 h 6858000"/>
              <a:gd name="connsiteX201" fmla="*/ 3817258 w 7472601"/>
              <a:gd name="connsiteY201" fmla="*/ 3723577 h 6858000"/>
              <a:gd name="connsiteX202" fmla="*/ 4000461 w 7472601"/>
              <a:gd name="connsiteY202" fmla="*/ 3855966 h 6858000"/>
              <a:gd name="connsiteX203" fmla="*/ 4088180 w 7472601"/>
              <a:gd name="connsiteY203" fmla="*/ 3929774 h 6858000"/>
              <a:gd name="connsiteX204" fmla="*/ 4184555 w 7472601"/>
              <a:gd name="connsiteY204" fmla="*/ 4010683 h 6858000"/>
              <a:gd name="connsiteX205" fmla="*/ 4399563 w 7472601"/>
              <a:gd name="connsiteY205" fmla="*/ 4158106 h 6858000"/>
              <a:gd name="connsiteX206" fmla="*/ 4684469 w 7472601"/>
              <a:gd name="connsiteY206" fmla="*/ 4364680 h 6858000"/>
              <a:gd name="connsiteX207" fmla="*/ 4690271 w 7472601"/>
              <a:gd name="connsiteY207" fmla="*/ 4370034 h 6858000"/>
              <a:gd name="connsiteX208" fmla="*/ 4136093 w 7472601"/>
              <a:gd name="connsiteY208" fmla="*/ 3858466 h 6858000"/>
              <a:gd name="connsiteX209" fmla="*/ 3670252 w 7472601"/>
              <a:gd name="connsiteY209" fmla="*/ 3622798 h 6858000"/>
              <a:gd name="connsiteX210" fmla="*/ 4440129 w 7472601"/>
              <a:gd name="connsiteY210" fmla="*/ 3448571 h 6858000"/>
              <a:gd name="connsiteX211" fmla="*/ 4856525 w 7472601"/>
              <a:gd name="connsiteY211" fmla="*/ 3915351 h 6858000"/>
              <a:gd name="connsiteX212" fmla="*/ 5059055 w 7472601"/>
              <a:gd name="connsiteY212" fmla="*/ 4108918 h 6858000"/>
              <a:gd name="connsiteX213" fmla="*/ 5290070 w 7472601"/>
              <a:gd name="connsiteY213" fmla="*/ 4263619 h 6858000"/>
              <a:gd name="connsiteX214" fmla="*/ 4834991 w 7472601"/>
              <a:gd name="connsiteY214" fmla="*/ 3830985 h 6858000"/>
              <a:gd name="connsiteX215" fmla="*/ 4440129 w 7472601"/>
              <a:gd name="connsiteY215" fmla="*/ 3448571 h 6858000"/>
              <a:gd name="connsiteX216" fmla="*/ 4441737 w 7472601"/>
              <a:gd name="connsiteY216" fmla="*/ 3399734 h 6858000"/>
              <a:gd name="connsiteX217" fmla="*/ 4431236 w 7472601"/>
              <a:gd name="connsiteY217" fmla="*/ 3400954 h 6858000"/>
              <a:gd name="connsiteX218" fmla="*/ 4557150 w 7472601"/>
              <a:gd name="connsiteY218" fmla="*/ 3510023 h 6858000"/>
              <a:gd name="connsiteX219" fmla="*/ 4856936 w 7472601"/>
              <a:gd name="connsiteY219" fmla="*/ 3809146 h 6858000"/>
              <a:gd name="connsiteX220" fmla="*/ 5111996 w 7472601"/>
              <a:gd name="connsiteY220" fmla="*/ 4065759 h 6858000"/>
              <a:gd name="connsiteX221" fmla="*/ 5388878 w 7472601"/>
              <a:gd name="connsiteY221" fmla="*/ 4300185 h 6858000"/>
              <a:gd name="connsiteX222" fmla="*/ 5425556 w 7472601"/>
              <a:gd name="connsiteY222" fmla="*/ 4308967 h 6858000"/>
              <a:gd name="connsiteX223" fmla="*/ 4943646 w 7472601"/>
              <a:gd name="connsiteY223" fmla="*/ 3822916 h 6858000"/>
              <a:gd name="connsiteX224" fmla="*/ 4594837 w 7472601"/>
              <a:gd name="connsiteY224" fmla="*/ 3532274 h 6858000"/>
              <a:gd name="connsiteX225" fmla="*/ 4441737 w 7472601"/>
              <a:gd name="connsiteY225" fmla="*/ 3399734 h 6858000"/>
              <a:gd name="connsiteX226" fmla="*/ 5425834 w 7472601"/>
              <a:gd name="connsiteY226" fmla="*/ 3162785 h 6858000"/>
              <a:gd name="connsiteX227" fmla="*/ 5401644 w 7472601"/>
              <a:gd name="connsiteY227" fmla="*/ 3617847 h 6858000"/>
              <a:gd name="connsiteX228" fmla="*/ 5467256 w 7472601"/>
              <a:gd name="connsiteY228" fmla="*/ 4175494 h 6858000"/>
              <a:gd name="connsiteX229" fmla="*/ 5448069 w 7472601"/>
              <a:gd name="connsiteY229" fmla="*/ 3567554 h 6858000"/>
              <a:gd name="connsiteX230" fmla="*/ 5425834 w 7472601"/>
              <a:gd name="connsiteY230" fmla="*/ 3162785 h 6858000"/>
              <a:gd name="connsiteX231" fmla="*/ 1318687 w 7472601"/>
              <a:gd name="connsiteY231" fmla="*/ 3113840 h 6858000"/>
              <a:gd name="connsiteX232" fmla="*/ 1066793 w 7472601"/>
              <a:gd name="connsiteY232" fmla="*/ 3212171 h 6858000"/>
              <a:gd name="connsiteX233" fmla="*/ 993319 w 7472601"/>
              <a:gd name="connsiteY233" fmla="*/ 3247648 h 6858000"/>
              <a:gd name="connsiteX234" fmla="*/ 853081 w 7472601"/>
              <a:gd name="connsiteY234" fmla="*/ 3312410 h 6858000"/>
              <a:gd name="connsiteX235" fmla="*/ 805957 w 7472601"/>
              <a:gd name="connsiteY235" fmla="*/ 3330443 h 6858000"/>
              <a:gd name="connsiteX236" fmla="*/ 1318687 w 7472601"/>
              <a:gd name="connsiteY236" fmla="*/ 3113840 h 6858000"/>
              <a:gd name="connsiteX237" fmla="*/ 5453702 w 7472601"/>
              <a:gd name="connsiteY237" fmla="*/ 3090882 h 6858000"/>
              <a:gd name="connsiteX238" fmla="*/ 5480135 w 7472601"/>
              <a:gd name="connsiteY238" fmla="*/ 3565802 h 6858000"/>
              <a:gd name="connsiteX239" fmla="*/ 5499023 w 7472601"/>
              <a:gd name="connsiteY239" fmla="*/ 4166310 h 6858000"/>
              <a:gd name="connsiteX240" fmla="*/ 5547022 w 7472601"/>
              <a:gd name="connsiteY240" fmla="*/ 3607838 h 6858000"/>
              <a:gd name="connsiteX241" fmla="*/ 5515964 w 7472601"/>
              <a:gd name="connsiteY241" fmla="*/ 3378541 h 6858000"/>
              <a:gd name="connsiteX242" fmla="*/ 5453702 w 7472601"/>
              <a:gd name="connsiteY242" fmla="*/ 3090882 h 6858000"/>
              <a:gd name="connsiteX243" fmla="*/ 1238695 w 7472601"/>
              <a:gd name="connsiteY243" fmla="*/ 3076820 h 6858000"/>
              <a:gd name="connsiteX244" fmla="*/ 716371 w 7472601"/>
              <a:gd name="connsiteY244" fmla="*/ 3293249 h 6858000"/>
              <a:gd name="connsiteX245" fmla="*/ 579522 w 7472601"/>
              <a:gd name="connsiteY245" fmla="*/ 3371759 h 6858000"/>
              <a:gd name="connsiteX246" fmla="*/ 600288 w 7472601"/>
              <a:gd name="connsiteY246" fmla="*/ 3365555 h 6858000"/>
              <a:gd name="connsiteX247" fmla="*/ 840692 w 7472601"/>
              <a:gd name="connsiteY247" fmla="*/ 3284921 h 6858000"/>
              <a:gd name="connsiteX248" fmla="*/ 979248 w 7472601"/>
              <a:gd name="connsiteY248" fmla="*/ 3221003 h 6858000"/>
              <a:gd name="connsiteX249" fmla="*/ 1053282 w 7472601"/>
              <a:gd name="connsiteY249" fmla="*/ 3185247 h 6858000"/>
              <a:gd name="connsiteX250" fmla="*/ 1320603 w 7472601"/>
              <a:gd name="connsiteY250" fmla="*/ 3081281 h 6858000"/>
              <a:gd name="connsiteX251" fmla="*/ 1238695 w 7472601"/>
              <a:gd name="connsiteY251" fmla="*/ 3076820 h 6858000"/>
              <a:gd name="connsiteX252" fmla="*/ 5425627 w 7472601"/>
              <a:gd name="connsiteY252" fmla="*/ 2954192 h 6858000"/>
              <a:gd name="connsiteX253" fmla="*/ 5470770 w 7472601"/>
              <a:gd name="connsiteY253" fmla="*/ 3005435 h 6858000"/>
              <a:gd name="connsiteX254" fmla="*/ 5519779 w 7472601"/>
              <a:gd name="connsiteY254" fmla="*/ 4359223 h 6858000"/>
              <a:gd name="connsiteX255" fmla="*/ 5520293 w 7472601"/>
              <a:gd name="connsiteY255" fmla="*/ 4360602 h 6858000"/>
              <a:gd name="connsiteX256" fmla="*/ 5767221 w 7472601"/>
              <a:gd name="connsiteY256" fmla="*/ 4665564 h 6858000"/>
              <a:gd name="connsiteX257" fmla="*/ 6937169 w 7472601"/>
              <a:gd name="connsiteY257" fmla="*/ 4815941 h 6858000"/>
              <a:gd name="connsiteX258" fmla="*/ 6953922 w 7472601"/>
              <a:gd name="connsiteY258" fmla="*/ 4890068 h 6858000"/>
              <a:gd name="connsiteX259" fmla="*/ 6071359 w 7472601"/>
              <a:gd name="connsiteY259" fmla="*/ 4770770 h 6858000"/>
              <a:gd name="connsiteX260" fmla="*/ 6038839 w 7472601"/>
              <a:gd name="connsiteY260" fmla="*/ 4764474 h 6858000"/>
              <a:gd name="connsiteX261" fmla="*/ 6038706 w 7472601"/>
              <a:gd name="connsiteY261" fmla="*/ 4763847 h 6858000"/>
              <a:gd name="connsiteX262" fmla="*/ 6037784 w 7472601"/>
              <a:gd name="connsiteY262" fmla="*/ 4764270 h 6858000"/>
              <a:gd name="connsiteX263" fmla="*/ 6038839 w 7472601"/>
              <a:gd name="connsiteY263" fmla="*/ 4764474 h 6858000"/>
              <a:gd name="connsiteX264" fmla="*/ 6040338 w 7472601"/>
              <a:gd name="connsiteY264" fmla="*/ 4771418 h 6858000"/>
              <a:gd name="connsiteX265" fmla="*/ 6024488 w 7472601"/>
              <a:gd name="connsiteY265" fmla="*/ 4809903 h 6858000"/>
              <a:gd name="connsiteX266" fmla="*/ 5599771 w 7472601"/>
              <a:gd name="connsiteY266" fmla="*/ 5509652 h 6858000"/>
              <a:gd name="connsiteX267" fmla="*/ 5548843 w 7472601"/>
              <a:gd name="connsiteY267" fmla="*/ 5563845 h 6858000"/>
              <a:gd name="connsiteX268" fmla="*/ 5940952 w 7472601"/>
              <a:gd name="connsiteY268" fmla="*/ 6250028 h 6858000"/>
              <a:gd name="connsiteX269" fmla="*/ 6043441 w 7472601"/>
              <a:gd name="connsiteY269" fmla="*/ 6665847 h 6858000"/>
              <a:gd name="connsiteX270" fmla="*/ 6093432 w 7472601"/>
              <a:gd name="connsiteY270" fmla="*/ 6858000 h 6858000"/>
              <a:gd name="connsiteX271" fmla="*/ 6034344 w 7472601"/>
              <a:gd name="connsiteY271" fmla="*/ 6858000 h 6858000"/>
              <a:gd name="connsiteX272" fmla="*/ 6026679 w 7472601"/>
              <a:gd name="connsiteY272" fmla="*/ 6836959 h 6858000"/>
              <a:gd name="connsiteX273" fmla="*/ 5800441 w 7472601"/>
              <a:gd name="connsiteY273" fmla="*/ 6335286 h 6858000"/>
              <a:gd name="connsiteX274" fmla="*/ 5526562 w 7472601"/>
              <a:gd name="connsiteY274" fmla="*/ 5705388 h 6858000"/>
              <a:gd name="connsiteX275" fmla="*/ 5519640 w 7472601"/>
              <a:gd name="connsiteY275" fmla="*/ 5683774 h 6858000"/>
              <a:gd name="connsiteX276" fmla="*/ 5844559 w 7472601"/>
              <a:gd name="connsiteY276" fmla="*/ 6553349 h 6858000"/>
              <a:gd name="connsiteX277" fmla="*/ 5975994 w 7472601"/>
              <a:gd name="connsiteY277" fmla="*/ 6858000 h 6858000"/>
              <a:gd name="connsiteX278" fmla="*/ 5898547 w 7472601"/>
              <a:gd name="connsiteY278" fmla="*/ 6858000 h 6858000"/>
              <a:gd name="connsiteX279" fmla="*/ 5682041 w 7472601"/>
              <a:gd name="connsiteY279" fmla="*/ 6355860 h 6858000"/>
              <a:gd name="connsiteX280" fmla="*/ 5461758 w 7472601"/>
              <a:gd name="connsiteY280" fmla="*/ 5820220 h 6858000"/>
              <a:gd name="connsiteX281" fmla="*/ 5237282 w 7472601"/>
              <a:gd name="connsiteY281" fmla="*/ 6579086 h 6858000"/>
              <a:gd name="connsiteX282" fmla="*/ 5115009 w 7472601"/>
              <a:gd name="connsiteY282" fmla="*/ 6858000 h 6858000"/>
              <a:gd name="connsiteX283" fmla="*/ 5028074 w 7472601"/>
              <a:gd name="connsiteY283" fmla="*/ 6858000 h 6858000"/>
              <a:gd name="connsiteX284" fmla="*/ 5079508 w 7472601"/>
              <a:gd name="connsiteY284" fmla="*/ 6749074 h 6858000"/>
              <a:gd name="connsiteX285" fmla="*/ 5371846 w 7472601"/>
              <a:gd name="connsiteY285" fmla="*/ 5924413 h 6858000"/>
              <a:gd name="connsiteX286" fmla="*/ 5270512 w 7472601"/>
              <a:gd name="connsiteY286" fmla="*/ 6138975 h 6858000"/>
              <a:gd name="connsiteX287" fmla="*/ 5062409 w 7472601"/>
              <a:gd name="connsiteY287" fmla="*/ 6653544 h 6858000"/>
              <a:gd name="connsiteX288" fmla="*/ 5036628 w 7472601"/>
              <a:gd name="connsiteY288" fmla="*/ 6754247 h 6858000"/>
              <a:gd name="connsiteX289" fmla="*/ 5009112 w 7472601"/>
              <a:gd name="connsiteY289" fmla="*/ 6858000 h 6858000"/>
              <a:gd name="connsiteX290" fmla="*/ 4976679 w 7472601"/>
              <a:gd name="connsiteY290" fmla="*/ 6858000 h 6858000"/>
              <a:gd name="connsiteX291" fmla="*/ 5006537 w 7472601"/>
              <a:gd name="connsiteY291" fmla="*/ 6747068 h 6858000"/>
              <a:gd name="connsiteX292" fmla="*/ 5032723 w 7472601"/>
              <a:gd name="connsiteY292" fmla="*/ 6644957 h 6858000"/>
              <a:gd name="connsiteX293" fmla="*/ 5242949 w 7472601"/>
              <a:gd name="connsiteY293" fmla="*/ 6125175 h 6858000"/>
              <a:gd name="connsiteX294" fmla="*/ 5286321 w 7472601"/>
              <a:gd name="connsiteY294" fmla="*/ 6033555 h 6858000"/>
              <a:gd name="connsiteX295" fmla="*/ 5008210 w 7472601"/>
              <a:gd name="connsiteY295" fmla="*/ 6649194 h 6858000"/>
              <a:gd name="connsiteX296" fmla="*/ 4986321 w 7472601"/>
              <a:gd name="connsiteY296" fmla="*/ 6765687 h 6858000"/>
              <a:gd name="connsiteX297" fmla="*/ 4973474 w 7472601"/>
              <a:gd name="connsiteY297" fmla="*/ 6858000 h 6858000"/>
              <a:gd name="connsiteX298" fmla="*/ 4907178 w 7472601"/>
              <a:gd name="connsiteY298" fmla="*/ 6858000 h 6858000"/>
              <a:gd name="connsiteX299" fmla="*/ 4910810 w 7472601"/>
              <a:gd name="connsiteY299" fmla="*/ 6829660 h 6858000"/>
              <a:gd name="connsiteX300" fmla="*/ 4987461 w 7472601"/>
              <a:gd name="connsiteY300" fmla="*/ 6432994 h 6858000"/>
              <a:gd name="connsiteX301" fmla="*/ 5179262 w 7472601"/>
              <a:gd name="connsiteY301" fmla="*/ 6035044 h 6858000"/>
              <a:gd name="connsiteX302" fmla="*/ 4689678 w 7472601"/>
              <a:gd name="connsiteY302" fmla="*/ 6440241 h 6858000"/>
              <a:gd name="connsiteX303" fmla="*/ 4477543 w 7472601"/>
              <a:gd name="connsiteY303" fmla="*/ 6674836 h 6858000"/>
              <a:gd name="connsiteX304" fmla="*/ 4329957 w 7472601"/>
              <a:gd name="connsiteY304" fmla="*/ 6858000 h 6858000"/>
              <a:gd name="connsiteX305" fmla="*/ 4218595 w 7472601"/>
              <a:gd name="connsiteY305" fmla="*/ 6858000 h 6858000"/>
              <a:gd name="connsiteX306" fmla="*/ 4368888 w 7472601"/>
              <a:gd name="connsiteY306" fmla="*/ 6668412 h 6858000"/>
              <a:gd name="connsiteX307" fmla="*/ 4563091 w 7472601"/>
              <a:gd name="connsiteY307" fmla="*/ 6442508 h 6858000"/>
              <a:gd name="connsiteX308" fmla="*/ 5387324 w 7472601"/>
              <a:gd name="connsiteY308" fmla="*/ 5705830 h 6858000"/>
              <a:gd name="connsiteX309" fmla="*/ 5073620 w 7472601"/>
              <a:gd name="connsiteY309" fmla="*/ 5955437 h 6858000"/>
              <a:gd name="connsiteX310" fmla="*/ 4689789 w 7472601"/>
              <a:gd name="connsiteY310" fmla="*/ 6268382 h 6858000"/>
              <a:gd name="connsiteX311" fmla="*/ 4418722 w 7472601"/>
              <a:gd name="connsiteY311" fmla="*/ 6570886 h 6858000"/>
              <a:gd name="connsiteX312" fmla="*/ 4214944 w 7472601"/>
              <a:gd name="connsiteY312" fmla="*/ 6858000 h 6858000"/>
              <a:gd name="connsiteX313" fmla="*/ 4177898 w 7472601"/>
              <a:gd name="connsiteY313" fmla="*/ 6858000 h 6858000"/>
              <a:gd name="connsiteX314" fmla="*/ 4391597 w 7472601"/>
              <a:gd name="connsiteY314" fmla="*/ 6556370 h 6858000"/>
              <a:gd name="connsiteX315" fmla="*/ 4668889 w 7472601"/>
              <a:gd name="connsiteY315" fmla="*/ 6246399 h 6858000"/>
              <a:gd name="connsiteX316" fmla="*/ 5055427 w 7472601"/>
              <a:gd name="connsiteY316" fmla="*/ 5931476 h 6858000"/>
              <a:gd name="connsiteX317" fmla="*/ 5371814 w 7472601"/>
              <a:gd name="connsiteY317" fmla="*/ 5678975 h 6858000"/>
              <a:gd name="connsiteX318" fmla="*/ 4987918 w 7472601"/>
              <a:gd name="connsiteY318" fmla="*/ 5838701 h 6858000"/>
              <a:gd name="connsiteX319" fmla="*/ 4317146 w 7472601"/>
              <a:gd name="connsiteY319" fmla="*/ 6587716 h 6858000"/>
              <a:gd name="connsiteX320" fmla="*/ 4171627 w 7472601"/>
              <a:gd name="connsiteY320" fmla="*/ 6858000 h 6858000"/>
              <a:gd name="connsiteX321" fmla="*/ 4081585 w 7472601"/>
              <a:gd name="connsiteY321" fmla="*/ 6858000 h 6858000"/>
              <a:gd name="connsiteX322" fmla="*/ 4238603 w 7472601"/>
              <a:gd name="connsiteY322" fmla="*/ 6559341 h 6858000"/>
              <a:gd name="connsiteX323" fmla="*/ 4778333 w 7472601"/>
              <a:gd name="connsiteY323" fmla="*/ 5873626 h 6858000"/>
              <a:gd name="connsiteX324" fmla="*/ 5414185 w 7472601"/>
              <a:gd name="connsiteY324" fmla="*/ 5573882 h 6858000"/>
              <a:gd name="connsiteX325" fmla="*/ 5959648 w 7472601"/>
              <a:gd name="connsiteY325" fmla="*/ 4760797 h 6858000"/>
              <a:gd name="connsiteX326" fmla="*/ 5355019 w 7472601"/>
              <a:gd name="connsiteY326" fmla="*/ 4734672 h 6858000"/>
              <a:gd name="connsiteX327" fmla="*/ 5083565 w 7472601"/>
              <a:gd name="connsiteY327" fmla="*/ 5179121 h 6858000"/>
              <a:gd name="connsiteX328" fmla="*/ 4713577 w 7472601"/>
              <a:gd name="connsiteY328" fmla="*/ 5616803 h 6858000"/>
              <a:gd name="connsiteX329" fmla="*/ 3989559 w 7472601"/>
              <a:gd name="connsiteY329" fmla="*/ 6145945 h 6858000"/>
              <a:gd name="connsiteX330" fmla="*/ 3939824 w 7472601"/>
              <a:gd name="connsiteY330" fmla="*/ 6066900 h 6858000"/>
              <a:gd name="connsiteX331" fmla="*/ 4584537 w 7472601"/>
              <a:gd name="connsiteY331" fmla="*/ 5324826 h 6858000"/>
              <a:gd name="connsiteX332" fmla="*/ 5037105 w 7472601"/>
              <a:gd name="connsiteY332" fmla="*/ 5088765 h 6858000"/>
              <a:gd name="connsiteX333" fmla="*/ 5039930 w 7472601"/>
              <a:gd name="connsiteY333" fmla="*/ 5089585 h 6858000"/>
              <a:gd name="connsiteX334" fmla="*/ 5263764 w 7472601"/>
              <a:gd name="connsiteY334" fmla="*/ 4735525 h 6858000"/>
              <a:gd name="connsiteX335" fmla="*/ 4086300 w 7472601"/>
              <a:gd name="connsiteY335" fmla="*/ 4884599 h 6858000"/>
              <a:gd name="connsiteX336" fmla="*/ 4085485 w 7472601"/>
              <a:gd name="connsiteY336" fmla="*/ 4899070 h 6858000"/>
              <a:gd name="connsiteX337" fmla="*/ 3871915 w 7472601"/>
              <a:gd name="connsiteY337" fmla="*/ 5253645 h 6858000"/>
              <a:gd name="connsiteX338" fmla="*/ 3799374 w 7472601"/>
              <a:gd name="connsiteY338" fmla="*/ 5466127 h 6858000"/>
              <a:gd name="connsiteX339" fmla="*/ 3498850 w 7472601"/>
              <a:gd name="connsiteY339" fmla="*/ 6661888 h 6858000"/>
              <a:gd name="connsiteX340" fmla="*/ 3399216 w 7472601"/>
              <a:gd name="connsiteY340" fmla="*/ 6858000 h 6858000"/>
              <a:gd name="connsiteX341" fmla="*/ 3303688 w 7472601"/>
              <a:gd name="connsiteY341" fmla="*/ 6858000 h 6858000"/>
              <a:gd name="connsiteX342" fmla="*/ 3391774 w 7472601"/>
              <a:gd name="connsiteY342" fmla="*/ 6697181 h 6858000"/>
              <a:gd name="connsiteX343" fmla="*/ 3735540 w 7472601"/>
              <a:gd name="connsiteY343" fmla="*/ 5546923 h 6858000"/>
              <a:gd name="connsiteX344" fmla="*/ 3729438 w 7472601"/>
              <a:gd name="connsiteY344" fmla="*/ 5569058 h 6858000"/>
              <a:gd name="connsiteX345" fmla="*/ 3707782 w 7472601"/>
              <a:gd name="connsiteY345" fmla="*/ 5644908 h 6858000"/>
              <a:gd name="connsiteX346" fmla="*/ 3583827 w 7472601"/>
              <a:gd name="connsiteY346" fmla="*/ 6039215 h 6858000"/>
              <a:gd name="connsiteX347" fmla="*/ 3547861 w 7472601"/>
              <a:gd name="connsiteY347" fmla="*/ 6129609 h 6858000"/>
              <a:gd name="connsiteX348" fmla="*/ 3490905 w 7472601"/>
              <a:gd name="connsiteY348" fmla="*/ 6277660 h 6858000"/>
              <a:gd name="connsiteX349" fmla="*/ 3455859 w 7472601"/>
              <a:gd name="connsiteY349" fmla="*/ 6391301 h 6858000"/>
              <a:gd name="connsiteX350" fmla="*/ 3429112 w 7472601"/>
              <a:gd name="connsiteY350" fmla="*/ 6479469 h 6858000"/>
              <a:gd name="connsiteX351" fmla="*/ 3304862 w 7472601"/>
              <a:gd name="connsiteY351" fmla="*/ 6796476 h 6858000"/>
              <a:gd name="connsiteX352" fmla="*/ 3276071 w 7472601"/>
              <a:gd name="connsiteY352" fmla="*/ 6858000 h 6858000"/>
              <a:gd name="connsiteX353" fmla="*/ 3240805 w 7472601"/>
              <a:gd name="connsiteY353" fmla="*/ 6858000 h 6858000"/>
              <a:gd name="connsiteX354" fmla="*/ 3275917 w 7472601"/>
              <a:gd name="connsiteY354" fmla="*/ 6783192 h 6858000"/>
              <a:gd name="connsiteX355" fmla="*/ 3399358 w 7472601"/>
              <a:gd name="connsiteY355" fmla="*/ 6469011 h 6858000"/>
              <a:gd name="connsiteX356" fmla="*/ 3425650 w 7472601"/>
              <a:gd name="connsiteY356" fmla="*/ 6381333 h 6858000"/>
              <a:gd name="connsiteX357" fmla="*/ 3460661 w 7472601"/>
              <a:gd name="connsiteY357" fmla="*/ 6266763 h 6858000"/>
              <a:gd name="connsiteX358" fmla="*/ 3518021 w 7472601"/>
              <a:gd name="connsiteY358" fmla="*/ 6117298 h 6858000"/>
              <a:gd name="connsiteX359" fmla="*/ 3554035 w 7472601"/>
              <a:gd name="connsiteY359" fmla="*/ 6027832 h 6858000"/>
              <a:gd name="connsiteX360" fmla="*/ 3677174 w 7472601"/>
              <a:gd name="connsiteY360" fmla="*/ 5636351 h 6858000"/>
              <a:gd name="connsiteX361" fmla="*/ 3698819 w 7472601"/>
              <a:gd name="connsiteY361" fmla="*/ 5560503 h 6858000"/>
              <a:gd name="connsiteX362" fmla="*/ 3702094 w 7472601"/>
              <a:gd name="connsiteY362" fmla="*/ 5549194 h 6858000"/>
              <a:gd name="connsiteX363" fmla="*/ 3398355 w 7472601"/>
              <a:gd name="connsiteY363" fmla="*/ 6094603 h 6858000"/>
              <a:gd name="connsiteX364" fmla="*/ 3193941 w 7472601"/>
              <a:gd name="connsiteY364" fmla="*/ 6798775 h 6858000"/>
              <a:gd name="connsiteX365" fmla="*/ 3184140 w 7472601"/>
              <a:gd name="connsiteY365" fmla="*/ 6858000 h 6858000"/>
              <a:gd name="connsiteX366" fmla="*/ 3099978 w 7472601"/>
              <a:gd name="connsiteY366" fmla="*/ 6858000 h 6858000"/>
              <a:gd name="connsiteX367" fmla="*/ 3101556 w 7472601"/>
              <a:gd name="connsiteY367" fmla="*/ 6843337 h 6858000"/>
              <a:gd name="connsiteX368" fmla="*/ 3370162 w 7472601"/>
              <a:gd name="connsiteY368" fmla="*/ 5785550 h 6858000"/>
              <a:gd name="connsiteX369" fmla="*/ 3746477 w 7472601"/>
              <a:gd name="connsiteY369" fmla="*/ 5377889 h 6858000"/>
              <a:gd name="connsiteX370" fmla="*/ 3863399 w 7472601"/>
              <a:gd name="connsiteY370" fmla="*/ 5087257 h 6858000"/>
              <a:gd name="connsiteX371" fmla="*/ 3968712 w 7472601"/>
              <a:gd name="connsiteY371" fmla="*/ 4913989 h 6858000"/>
              <a:gd name="connsiteX372" fmla="*/ 2792390 w 7472601"/>
              <a:gd name="connsiteY372" fmla="*/ 5382974 h 6858000"/>
              <a:gd name="connsiteX373" fmla="*/ 2714982 w 7472601"/>
              <a:gd name="connsiteY373" fmla="*/ 5427051 h 6858000"/>
              <a:gd name="connsiteX374" fmla="*/ 2813361 w 7472601"/>
              <a:gd name="connsiteY374" fmla="*/ 6023912 h 6858000"/>
              <a:gd name="connsiteX375" fmla="*/ 2688430 w 7472601"/>
              <a:gd name="connsiteY375" fmla="*/ 6801564 h 6858000"/>
              <a:gd name="connsiteX376" fmla="*/ 2629626 w 7472601"/>
              <a:gd name="connsiteY376" fmla="*/ 6763394 h 6858000"/>
              <a:gd name="connsiteX377" fmla="*/ 2565328 w 7472601"/>
              <a:gd name="connsiteY377" fmla="*/ 5516399 h 6858000"/>
              <a:gd name="connsiteX378" fmla="*/ 1922999 w 7472601"/>
              <a:gd name="connsiteY378" fmla="*/ 5980343 h 6858000"/>
              <a:gd name="connsiteX379" fmla="*/ 1950261 w 7472601"/>
              <a:gd name="connsiteY379" fmla="*/ 6405858 h 6858000"/>
              <a:gd name="connsiteX380" fmla="*/ 2365554 w 7472601"/>
              <a:gd name="connsiteY380" fmla="*/ 6759107 h 6858000"/>
              <a:gd name="connsiteX381" fmla="*/ 2424142 w 7472601"/>
              <a:gd name="connsiteY381" fmla="*/ 6858000 h 6858000"/>
              <a:gd name="connsiteX382" fmla="*/ 2395994 w 7472601"/>
              <a:gd name="connsiteY382" fmla="*/ 6858000 h 6858000"/>
              <a:gd name="connsiteX383" fmla="*/ 2392863 w 7472601"/>
              <a:gd name="connsiteY383" fmla="*/ 6852964 h 6858000"/>
              <a:gd name="connsiteX384" fmla="*/ 2017589 w 7472601"/>
              <a:gd name="connsiteY384" fmla="*/ 6493982 h 6858000"/>
              <a:gd name="connsiteX385" fmla="*/ 2147336 w 7472601"/>
              <a:gd name="connsiteY385" fmla="*/ 6594052 h 6858000"/>
              <a:gd name="connsiteX386" fmla="*/ 2207047 w 7472601"/>
              <a:gd name="connsiteY386" fmla="*/ 6654540 h 6858000"/>
              <a:gd name="connsiteX387" fmla="*/ 2299106 w 7472601"/>
              <a:gd name="connsiteY387" fmla="*/ 6778931 h 6858000"/>
              <a:gd name="connsiteX388" fmla="*/ 2314430 w 7472601"/>
              <a:gd name="connsiteY388" fmla="*/ 6801144 h 6858000"/>
              <a:gd name="connsiteX389" fmla="*/ 2352406 w 7472601"/>
              <a:gd name="connsiteY389" fmla="*/ 6858000 h 6858000"/>
              <a:gd name="connsiteX390" fmla="*/ 2314492 w 7472601"/>
              <a:gd name="connsiteY390" fmla="*/ 6858000 h 6858000"/>
              <a:gd name="connsiteX391" fmla="*/ 2288095 w 7472601"/>
              <a:gd name="connsiteY391" fmla="*/ 6818030 h 6858000"/>
              <a:gd name="connsiteX392" fmla="*/ 2272768 w 7472601"/>
              <a:gd name="connsiteY392" fmla="*/ 6795822 h 6858000"/>
              <a:gd name="connsiteX393" fmla="*/ 2182715 w 7472601"/>
              <a:gd name="connsiteY393" fmla="*/ 6675071 h 6858000"/>
              <a:gd name="connsiteX394" fmla="*/ 2032061 w 7472601"/>
              <a:gd name="connsiteY394" fmla="*/ 6541380 h 6858000"/>
              <a:gd name="connsiteX395" fmla="*/ 2257220 w 7472601"/>
              <a:gd name="connsiteY395" fmla="*/ 6826257 h 6858000"/>
              <a:gd name="connsiteX396" fmla="*/ 2281324 w 7472601"/>
              <a:gd name="connsiteY396" fmla="*/ 6858000 h 6858000"/>
              <a:gd name="connsiteX397" fmla="*/ 2242860 w 7472601"/>
              <a:gd name="connsiteY397" fmla="*/ 6858000 h 6858000"/>
              <a:gd name="connsiteX398" fmla="*/ 2232818 w 7472601"/>
              <a:gd name="connsiteY398" fmla="*/ 6844926 h 6858000"/>
              <a:gd name="connsiteX399" fmla="*/ 1990172 w 7472601"/>
              <a:gd name="connsiteY399" fmla="*/ 6542121 h 6858000"/>
              <a:gd name="connsiteX400" fmla="*/ 2124090 w 7472601"/>
              <a:gd name="connsiteY400" fmla="*/ 6761017 h 6858000"/>
              <a:gd name="connsiteX401" fmla="*/ 2200380 w 7472601"/>
              <a:gd name="connsiteY401" fmla="*/ 6858000 h 6858000"/>
              <a:gd name="connsiteX402" fmla="*/ 2147507 w 7472601"/>
              <a:gd name="connsiteY402" fmla="*/ 6858000 h 6858000"/>
              <a:gd name="connsiteX403" fmla="*/ 2070668 w 7472601"/>
              <a:gd name="connsiteY403" fmla="*/ 6761520 h 6858000"/>
              <a:gd name="connsiteX404" fmla="*/ 1975142 w 7472601"/>
              <a:gd name="connsiteY404" fmla="*/ 6585570 h 6858000"/>
              <a:gd name="connsiteX405" fmla="*/ 2050035 w 7472601"/>
              <a:gd name="connsiteY405" fmla="*/ 6813345 h 6858000"/>
              <a:gd name="connsiteX406" fmla="*/ 2063025 w 7472601"/>
              <a:gd name="connsiteY406" fmla="*/ 6858000 h 6858000"/>
              <a:gd name="connsiteX407" fmla="*/ 2021675 w 7472601"/>
              <a:gd name="connsiteY407" fmla="*/ 6858000 h 6858000"/>
              <a:gd name="connsiteX408" fmla="*/ 2019308 w 7472601"/>
              <a:gd name="connsiteY408" fmla="*/ 6847118 h 6858000"/>
              <a:gd name="connsiteX409" fmla="*/ 1938835 w 7472601"/>
              <a:gd name="connsiteY409" fmla="*/ 6551160 h 6858000"/>
              <a:gd name="connsiteX410" fmla="*/ 1953230 w 7472601"/>
              <a:gd name="connsiteY410" fmla="*/ 6759699 h 6858000"/>
              <a:gd name="connsiteX411" fmla="*/ 1956763 w 7472601"/>
              <a:gd name="connsiteY411" fmla="*/ 6778191 h 6858000"/>
              <a:gd name="connsiteX412" fmla="*/ 1967925 w 7472601"/>
              <a:gd name="connsiteY412" fmla="*/ 6858000 h 6858000"/>
              <a:gd name="connsiteX413" fmla="*/ 1936622 w 7472601"/>
              <a:gd name="connsiteY413" fmla="*/ 6858000 h 6858000"/>
              <a:gd name="connsiteX414" fmla="*/ 1926261 w 7472601"/>
              <a:gd name="connsiteY414" fmla="*/ 6784064 h 6858000"/>
              <a:gd name="connsiteX415" fmla="*/ 1922724 w 7472601"/>
              <a:gd name="connsiteY415" fmla="*/ 6765577 h 6858000"/>
              <a:gd name="connsiteX416" fmla="*/ 1904650 w 7472601"/>
              <a:gd name="connsiteY416" fmla="*/ 6639616 h 6858000"/>
              <a:gd name="connsiteX417" fmla="*/ 1885273 w 7472601"/>
              <a:gd name="connsiteY417" fmla="*/ 6858000 h 6858000"/>
              <a:gd name="connsiteX418" fmla="*/ 1854363 w 7472601"/>
              <a:gd name="connsiteY418" fmla="*/ 6858000 h 6858000"/>
              <a:gd name="connsiteX419" fmla="*/ 1880391 w 7472601"/>
              <a:gd name="connsiteY419" fmla="*/ 6603796 h 6858000"/>
              <a:gd name="connsiteX420" fmla="*/ 1818273 w 7472601"/>
              <a:gd name="connsiteY420" fmla="*/ 6715729 h 6858000"/>
              <a:gd name="connsiteX421" fmla="*/ 1794691 w 7472601"/>
              <a:gd name="connsiteY421" fmla="*/ 6843239 h 6858000"/>
              <a:gd name="connsiteX422" fmla="*/ 1794914 w 7472601"/>
              <a:gd name="connsiteY422" fmla="*/ 6858000 h 6858000"/>
              <a:gd name="connsiteX423" fmla="*/ 1746128 w 7472601"/>
              <a:gd name="connsiteY423" fmla="*/ 6858000 h 6858000"/>
              <a:gd name="connsiteX424" fmla="*/ 1753934 w 7472601"/>
              <a:gd name="connsiteY424" fmla="*/ 6724796 h 6858000"/>
              <a:gd name="connsiteX425" fmla="*/ 1792053 w 7472601"/>
              <a:gd name="connsiteY425" fmla="*/ 6572396 h 6858000"/>
              <a:gd name="connsiteX426" fmla="*/ 1862248 w 7472601"/>
              <a:gd name="connsiteY426" fmla="*/ 6266397 h 6858000"/>
              <a:gd name="connsiteX427" fmla="*/ 1862250 w 7472601"/>
              <a:gd name="connsiteY427" fmla="*/ 6033531 h 6858000"/>
              <a:gd name="connsiteX428" fmla="*/ 1211999 w 7472601"/>
              <a:gd name="connsiteY428" fmla="*/ 6683610 h 6858000"/>
              <a:gd name="connsiteX429" fmla="*/ 1213266 w 7472601"/>
              <a:gd name="connsiteY429" fmla="*/ 6691947 h 6858000"/>
              <a:gd name="connsiteX430" fmla="*/ 1203370 w 7472601"/>
              <a:gd name="connsiteY430" fmla="*/ 6850676 h 6858000"/>
              <a:gd name="connsiteX431" fmla="*/ 1203671 w 7472601"/>
              <a:gd name="connsiteY431" fmla="*/ 6858000 h 6858000"/>
              <a:gd name="connsiteX432" fmla="*/ 1143180 w 7472601"/>
              <a:gd name="connsiteY432" fmla="*/ 6858000 h 6858000"/>
              <a:gd name="connsiteX433" fmla="*/ 1142176 w 7472601"/>
              <a:gd name="connsiteY433" fmla="*/ 6766045 h 6858000"/>
              <a:gd name="connsiteX434" fmla="*/ 1067484 w 7472601"/>
              <a:gd name="connsiteY434" fmla="*/ 6858000 h 6858000"/>
              <a:gd name="connsiteX435" fmla="*/ 953928 w 7472601"/>
              <a:gd name="connsiteY435" fmla="*/ 6858000 h 6858000"/>
              <a:gd name="connsiteX436" fmla="*/ 959715 w 7472601"/>
              <a:gd name="connsiteY436" fmla="*/ 6850185 h 6858000"/>
              <a:gd name="connsiteX437" fmla="*/ 1483788 w 7472601"/>
              <a:gd name="connsiteY437" fmla="*/ 6259174 h 6858000"/>
              <a:gd name="connsiteX438" fmla="*/ 1100671 w 7472601"/>
              <a:gd name="connsiteY438" fmla="*/ 6252137 h 6858000"/>
              <a:gd name="connsiteX439" fmla="*/ 1090144 w 7472601"/>
              <a:gd name="connsiteY439" fmla="*/ 6256748 h 6858000"/>
              <a:gd name="connsiteX440" fmla="*/ 1095872 w 7472601"/>
              <a:gd name="connsiteY440" fmla="*/ 6271892 h 6858000"/>
              <a:gd name="connsiteX441" fmla="*/ 262785 w 7472601"/>
              <a:gd name="connsiteY441" fmla="*/ 6845450 h 6858000"/>
              <a:gd name="connsiteX442" fmla="*/ 209968 w 7472601"/>
              <a:gd name="connsiteY442" fmla="*/ 6770713 h 6858000"/>
              <a:gd name="connsiteX443" fmla="*/ 873460 w 7472601"/>
              <a:gd name="connsiteY443" fmla="*/ 6253768 h 6858000"/>
              <a:gd name="connsiteX444" fmla="*/ 192686 w 7472601"/>
              <a:gd name="connsiteY444" fmla="*/ 5849257 h 6858000"/>
              <a:gd name="connsiteX445" fmla="*/ 4696 w 7472601"/>
              <a:gd name="connsiteY445" fmla="*/ 5697668 h 6858000"/>
              <a:gd name="connsiteX446" fmla="*/ 0 w 7472601"/>
              <a:gd name="connsiteY446" fmla="*/ 5689984 h 6858000"/>
              <a:gd name="connsiteX447" fmla="*/ 0 w 7472601"/>
              <a:gd name="connsiteY447" fmla="*/ 5513472 h 6858000"/>
              <a:gd name="connsiteX448" fmla="*/ 174101 w 7472601"/>
              <a:gd name="connsiteY448" fmla="*/ 5620277 h 6858000"/>
              <a:gd name="connsiteX449" fmla="*/ 891800 w 7472601"/>
              <a:gd name="connsiteY449" fmla="*/ 6036935 h 6858000"/>
              <a:gd name="connsiteX450" fmla="*/ 1072219 w 7472601"/>
              <a:gd name="connsiteY450" fmla="*/ 6169443 h 6858000"/>
              <a:gd name="connsiteX451" fmla="*/ 1074117 w 7472601"/>
              <a:gd name="connsiteY451" fmla="*/ 6170301 h 6858000"/>
              <a:gd name="connsiteX452" fmla="*/ 1083114 w 7472601"/>
              <a:gd name="connsiteY452" fmla="*/ 6174131 h 6858000"/>
              <a:gd name="connsiteX453" fmla="*/ 1543010 w 7472601"/>
              <a:gd name="connsiteY453" fmla="*/ 6191140 h 6858000"/>
              <a:gd name="connsiteX454" fmla="*/ 1551080 w 7472601"/>
              <a:gd name="connsiteY454" fmla="*/ 6195006 h 6858000"/>
              <a:gd name="connsiteX455" fmla="*/ 2345443 w 7472601"/>
              <a:gd name="connsiteY455" fmla="*/ 5549882 h 6858000"/>
              <a:gd name="connsiteX456" fmla="*/ 1721499 w 7472601"/>
              <a:gd name="connsiteY456" fmla="*/ 5599969 h 6858000"/>
              <a:gd name="connsiteX457" fmla="*/ 767716 w 7472601"/>
              <a:gd name="connsiteY457" fmla="*/ 5472768 h 6858000"/>
              <a:gd name="connsiteX458" fmla="*/ 722147 w 7472601"/>
              <a:gd name="connsiteY458" fmla="*/ 5393091 h 6858000"/>
              <a:gd name="connsiteX459" fmla="*/ 1485552 w 7472601"/>
              <a:gd name="connsiteY459" fmla="*/ 5313202 h 6858000"/>
              <a:gd name="connsiteX460" fmla="*/ 2143004 w 7472601"/>
              <a:gd name="connsiteY460" fmla="*/ 5402420 h 6858000"/>
              <a:gd name="connsiteX461" fmla="*/ 1933391 w 7472601"/>
              <a:gd name="connsiteY461" fmla="*/ 5156971 h 6858000"/>
              <a:gd name="connsiteX462" fmla="*/ 1827118 w 7472601"/>
              <a:gd name="connsiteY462" fmla="*/ 4968410 h 6858000"/>
              <a:gd name="connsiteX463" fmla="*/ 1837349 w 7472601"/>
              <a:gd name="connsiteY463" fmla="*/ 4956357 h 6858000"/>
              <a:gd name="connsiteX464" fmla="*/ 2162835 w 7472601"/>
              <a:gd name="connsiteY464" fmla="*/ 5187853 h 6858000"/>
              <a:gd name="connsiteX465" fmla="*/ 2257167 w 7472601"/>
              <a:gd name="connsiteY465" fmla="*/ 5462123 h 6858000"/>
              <a:gd name="connsiteX466" fmla="*/ 2261598 w 7472601"/>
              <a:gd name="connsiteY466" fmla="*/ 5467998 h 6858000"/>
              <a:gd name="connsiteX467" fmla="*/ 2437177 w 7472601"/>
              <a:gd name="connsiteY467" fmla="*/ 5479608 h 6858000"/>
              <a:gd name="connsiteX468" fmla="*/ 2445247 w 7472601"/>
              <a:gd name="connsiteY468" fmla="*/ 5483476 h 6858000"/>
              <a:gd name="connsiteX469" fmla="*/ 2743626 w 7472601"/>
              <a:gd name="connsiteY469" fmla="*/ 5304819 h 6858000"/>
              <a:gd name="connsiteX470" fmla="*/ 3048102 w 7472601"/>
              <a:gd name="connsiteY470" fmla="*/ 5150595 h 6858000"/>
              <a:gd name="connsiteX471" fmla="*/ 1799414 w 7472601"/>
              <a:gd name="connsiteY471" fmla="*/ 4694732 h 6858000"/>
              <a:gd name="connsiteX472" fmla="*/ 1771735 w 7472601"/>
              <a:gd name="connsiteY472" fmla="*/ 4619929 h 6858000"/>
              <a:gd name="connsiteX473" fmla="*/ 3104273 w 7472601"/>
              <a:gd name="connsiteY473" fmla="*/ 5076159 h 6858000"/>
              <a:gd name="connsiteX474" fmla="*/ 3113245 w 7472601"/>
              <a:gd name="connsiteY474" fmla="*/ 5090705 h 6858000"/>
              <a:gd name="connsiteX475" fmla="*/ 3126294 w 7472601"/>
              <a:gd name="connsiteY475" fmla="*/ 5114400 h 6858000"/>
              <a:gd name="connsiteX476" fmla="*/ 3937433 w 7472601"/>
              <a:gd name="connsiteY476" fmla="*/ 4830473 h 6858000"/>
              <a:gd name="connsiteX477" fmla="*/ 3590475 w 7472601"/>
              <a:gd name="connsiteY477" fmla="*/ 4597974 h 6858000"/>
              <a:gd name="connsiteX478" fmla="*/ 3100264 w 7472601"/>
              <a:gd name="connsiteY478" fmla="*/ 4579845 h 6858000"/>
              <a:gd name="connsiteX479" fmla="*/ 2183576 w 7472601"/>
              <a:gd name="connsiteY479" fmla="*/ 4227150 h 6858000"/>
              <a:gd name="connsiteX480" fmla="*/ 2151029 w 7472601"/>
              <a:gd name="connsiteY480" fmla="*/ 4146947 h 6858000"/>
              <a:gd name="connsiteX481" fmla="*/ 3563434 w 7472601"/>
              <a:gd name="connsiteY481" fmla="*/ 4469115 h 6858000"/>
              <a:gd name="connsiteX482" fmla="*/ 3177952 w 7472601"/>
              <a:gd name="connsiteY482" fmla="*/ 3657386 h 6858000"/>
              <a:gd name="connsiteX483" fmla="*/ 3189263 w 7472601"/>
              <a:gd name="connsiteY483" fmla="*/ 3625726 h 6858000"/>
              <a:gd name="connsiteX484" fmla="*/ 3560912 w 7472601"/>
              <a:gd name="connsiteY484" fmla="*/ 4079863 h 6858000"/>
              <a:gd name="connsiteX485" fmla="*/ 3626636 w 7472601"/>
              <a:gd name="connsiteY485" fmla="*/ 4512230 h 6858000"/>
              <a:gd name="connsiteX486" fmla="*/ 3653088 w 7472601"/>
              <a:gd name="connsiteY486" fmla="*/ 4521417 h 6858000"/>
              <a:gd name="connsiteX487" fmla="*/ 3988128 w 7472601"/>
              <a:gd name="connsiteY487" fmla="*/ 4817267 h 6858000"/>
              <a:gd name="connsiteX488" fmla="*/ 4830582 w 7472601"/>
              <a:gd name="connsiteY488" fmla="*/ 4676000 h 6858000"/>
              <a:gd name="connsiteX489" fmla="*/ 4830100 w 7472601"/>
              <a:gd name="connsiteY489" fmla="*/ 4675554 h 6858000"/>
              <a:gd name="connsiteX490" fmla="*/ 4036318 w 7472601"/>
              <a:gd name="connsiteY490" fmla="*/ 4147013 h 6858000"/>
              <a:gd name="connsiteX491" fmla="*/ 3432098 w 7472601"/>
              <a:gd name="connsiteY491" fmla="*/ 3537312 h 6858000"/>
              <a:gd name="connsiteX492" fmla="*/ 3446761 w 7472601"/>
              <a:gd name="connsiteY492" fmla="*/ 3461278 h 6858000"/>
              <a:gd name="connsiteX493" fmla="*/ 4419733 w 7472601"/>
              <a:gd name="connsiteY493" fmla="*/ 3963555 h 6858000"/>
              <a:gd name="connsiteX494" fmla="*/ 4781371 w 7472601"/>
              <a:gd name="connsiteY494" fmla="*/ 4458604 h 6858000"/>
              <a:gd name="connsiteX495" fmla="*/ 4780440 w 7472601"/>
              <a:gd name="connsiteY495" fmla="*/ 4470290 h 6858000"/>
              <a:gd name="connsiteX496" fmla="*/ 4898954 w 7472601"/>
              <a:gd name="connsiteY496" fmla="*/ 4662092 h 6858000"/>
              <a:gd name="connsiteX497" fmla="*/ 4900699 w 7472601"/>
              <a:gd name="connsiteY497" fmla="*/ 4670867 h 6858000"/>
              <a:gd name="connsiteX498" fmla="*/ 5714511 w 7472601"/>
              <a:gd name="connsiteY498" fmla="*/ 4663483 h 6858000"/>
              <a:gd name="connsiteX499" fmla="*/ 5464793 w 7472601"/>
              <a:gd name="connsiteY499" fmla="*/ 4393556 h 6858000"/>
              <a:gd name="connsiteX500" fmla="*/ 5461897 w 7472601"/>
              <a:gd name="connsiteY500" fmla="*/ 4390879 h 6858000"/>
              <a:gd name="connsiteX501" fmla="*/ 4294126 w 7472601"/>
              <a:gd name="connsiteY501" fmla="*/ 3303048 h 6858000"/>
              <a:gd name="connsiteX502" fmla="*/ 4305321 w 7472601"/>
              <a:gd name="connsiteY502" fmla="*/ 3256953 h 6858000"/>
              <a:gd name="connsiteX503" fmla="*/ 4949299 w 7472601"/>
              <a:gd name="connsiteY503" fmla="*/ 3766336 h 6858000"/>
              <a:gd name="connsiteX504" fmla="*/ 5291452 w 7472601"/>
              <a:gd name="connsiteY504" fmla="*/ 4076801 h 6858000"/>
              <a:gd name="connsiteX505" fmla="*/ 5434998 w 7472601"/>
              <a:gd name="connsiteY505" fmla="*/ 4254100 h 6858000"/>
              <a:gd name="connsiteX506" fmla="*/ 5351015 w 7472601"/>
              <a:gd name="connsiteY506" fmla="*/ 3760989 h 6858000"/>
              <a:gd name="connsiteX507" fmla="*/ 5413780 w 7472601"/>
              <a:gd name="connsiteY507" fmla="*/ 2966265 h 6858000"/>
              <a:gd name="connsiteX508" fmla="*/ 5425627 w 7472601"/>
              <a:gd name="connsiteY508" fmla="*/ 2954192 h 6858000"/>
              <a:gd name="connsiteX509" fmla="*/ 6604735 w 7472601"/>
              <a:gd name="connsiteY509" fmla="*/ 2041381 h 6858000"/>
              <a:gd name="connsiteX510" fmla="*/ 7204487 w 7472601"/>
              <a:gd name="connsiteY510" fmla="*/ 2742112 h 6858000"/>
              <a:gd name="connsiteX511" fmla="*/ 7131592 w 7472601"/>
              <a:gd name="connsiteY511" fmla="*/ 2672096 h 6858000"/>
              <a:gd name="connsiteX512" fmla="*/ 6996344 w 7472601"/>
              <a:gd name="connsiteY512" fmla="*/ 2518310 h 6858000"/>
              <a:gd name="connsiteX513" fmla="*/ 6735495 w 7472601"/>
              <a:gd name="connsiteY513" fmla="*/ 2196890 h 6858000"/>
              <a:gd name="connsiteX514" fmla="*/ 6721901 w 7472601"/>
              <a:gd name="connsiteY514" fmla="*/ 2179274 h 6858000"/>
              <a:gd name="connsiteX515" fmla="*/ 6604735 w 7472601"/>
              <a:gd name="connsiteY515" fmla="*/ 2041381 h 6858000"/>
              <a:gd name="connsiteX516" fmla="*/ 6591670 w 7472601"/>
              <a:gd name="connsiteY516" fmla="*/ 1988277 h 6858000"/>
              <a:gd name="connsiteX517" fmla="*/ 6747349 w 7472601"/>
              <a:gd name="connsiteY517" fmla="*/ 2160069 h 6858000"/>
              <a:gd name="connsiteX518" fmla="*/ 6760943 w 7472601"/>
              <a:gd name="connsiteY518" fmla="*/ 2177686 h 6858000"/>
              <a:gd name="connsiteX519" fmla="*/ 7021065 w 7472601"/>
              <a:gd name="connsiteY519" fmla="*/ 2498102 h 6858000"/>
              <a:gd name="connsiteX520" fmla="*/ 7155223 w 7472601"/>
              <a:gd name="connsiteY520" fmla="*/ 2650386 h 6858000"/>
              <a:gd name="connsiteX521" fmla="*/ 7203167 w 7472601"/>
              <a:gd name="connsiteY521" fmla="*/ 2697288 h 6858000"/>
              <a:gd name="connsiteX522" fmla="*/ 6937703 w 7472601"/>
              <a:gd name="connsiteY522" fmla="*/ 2321981 h 6858000"/>
              <a:gd name="connsiteX523" fmla="*/ 6591670 w 7472601"/>
              <a:gd name="connsiteY523" fmla="*/ 1988277 h 6858000"/>
              <a:gd name="connsiteX524" fmla="*/ 5798671 w 7472601"/>
              <a:gd name="connsiteY524" fmla="*/ 1981601 h 6858000"/>
              <a:gd name="connsiteX525" fmla="*/ 5754709 w 7472601"/>
              <a:gd name="connsiteY525" fmla="*/ 2071454 h 6858000"/>
              <a:gd name="connsiteX526" fmla="*/ 5763044 w 7472601"/>
              <a:gd name="connsiteY526" fmla="*/ 2842206 h 6858000"/>
              <a:gd name="connsiteX527" fmla="*/ 5764974 w 7472601"/>
              <a:gd name="connsiteY527" fmla="*/ 2799609 h 6858000"/>
              <a:gd name="connsiteX528" fmla="*/ 5767665 w 7472601"/>
              <a:gd name="connsiteY528" fmla="*/ 2666409 h 6858000"/>
              <a:gd name="connsiteX529" fmla="*/ 5763055 w 7472601"/>
              <a:gd name="connsiteY529" fmla="*/ 2579705 h 6858000"/>
              <a:gd name="connsiteX530" fmla="*/ 5758079 w 7472601"/>
              <a:gd name="connsiteY530" fmla="*/ 2492508 h 6858000"/>
              <a:gd name="connsiteX531" fmla="*/ 5779325 w 7472601"/>
              <a:gd name="connsiteY531" fmla="*/ 2197069 h 6858000"/>
              <a:gd name="connsiteX532" fmla="*/ 5798671 w 7472601"/>
              <a:gd name="connsiteY532" fmla="*/ 1981601 h 6858000"/>
              <a:gd name="connsiteX533" fmla="*/ 5829202 w 7472601"/>
              <a:gd name="connsiteY533" fmla="*/ 1971679 h 6858000"/>
              <a:gd name="connsiteX534" fmla="*/ 5809558 w 7472601"/>
              <a:gd name="connsiteY534" fmla="*/ 2198043 h 6858000"/>
              <a:gd name="connsiteX535" fmla="*/ 5788653 w 7472601"/>
              <a:gd name="connsiteY535" fmla="*/ 2489430 h 6858000"/>
              <a:gd name="connsiteX536" fmla="*/ 5793439 w 7472601"/>
              <a:gd name="connsiteY536" fmla="*/ 2575235 h 6858000"/>
              <a:gd name="connsiteX537" fmla="*/ 5796837 w 7472601"/>
              <a:gd name="connsiteY537" fmla="*/ 2637633 h 6858000"/>
              <a:gd name="connsiteX538" fmla="*/ 5818614 w 7472601"/>
              <a:gd name="connsiteY538" fmla="*/ 2473055 h 6858000"/>
              <a:gd name="connsiteX539" fmla="*/ 5829202 w 7472601"/>
              <a:gd name="connsiteY539" fmla="*/ 1971679 h 6858000"/>
              <a:gd name="connsiteX540" fmla="*/ 5911389 w 7472601"/>
              <a:gd name="connsiteY540" fmla="*/ 1898371 h 6858000"/>
              <a:gd name="connsiteX541" fmla="*/ 6237627 w 7472601"/>
              <a:gd name="connsiteY541" fmla="*/ 2231921 h 6858000"/>
              <a:gd name="connsiteX542" fmla="*/ 5911389 w 7472601"/>
              <a:gd name="connsiteY542" fmla="*/ 1898371 h 6858000"/>
              <a:gd name="connsiteX543" fmla="*/ 6944437 w 7472601"/>
              <a:gd name="connsiteY543" fmla="*/ 1575402 h 6858000"/>
              <a:gd name="connsiteX544" fmla="*/ 6304730 w 7472601"/>
              <a:gd name="connsiteY544" fmla="*/ 1766654 h 6858000"/>
              <a:gd name="connsiteX545" fmla="*/ 6944437 w 7472601"/>
              <a:gd name="connsiteY545" fmla="*/ 1575402 h 6858000"/>
              <a:gd name="connsiteX546" fmla="*/ 7019523 w 7472601"/>
              <a:gd name="connsiteY546" fmla="*/ 1519450 h 6858000"/>
              <a:gd name="connsiteX547" fmla="*/ 6298091 w 7472601"/>
              <a:gd name="connsiteY547" fmla="*/ 1737122 h 6858000"/>
              <a:gd name="connsiteX548" fmla="*/ 7019523 w 7472601"/>
              <a:gd name="connsiteY548" fmla="*/ 1519450 h 6858000"/>
              <a:gd name="connsiteX549" fmla="*/ 2399523 w 7472601"/>
              <a:gd name="connsiteY549" fmla="*/ 1428234 h 6858000"/>
              <a:gd name="connsiteX550" fmla="*/ 2224982 w 7472601"/>
              <a:gd name="connsiteY550" fmla="*/ 1826201 h 6858000"/>
              <a:gd name="connsiteX551" fmla="*/ 2096099 w 7472601"/>
              <a:gd name="connsiteY551" fmla="*/ 2345900 h 6858000"/>
              <a:gd name="connsiteX552" fmla="*/ 2283317 w 7472601"/>
              <a:gd name="connsiteY552" fmla="*/ 1796925 h 6858000"/>
              <a:gd name="connsiteX553" fmla="*/ 2399523 w 7472601"/>
              <a:gd name="connsiteY553" fmla="*/ 1428234 h 6858000"/>
              <a:gd name="connsiteX554" fmla="*/ 2448558 w 7472601"/>
              <a:gd name="connsiteY554" fmla="*/ 1373435 h 6858000"/>
              <a:gd name="connsiteX555" fmla="*/ 2312521 w 7472601"/>
              <a:gd name="connsiteY555" fmla="*/ 1806140 h 6858000"/>
              <a:gd name="connsiteX556" fmla="*/ 2127533 w 7472601"/>
              <a:gd name="connsiteY556" fmla="*/ 2348380 h 6858000"/>
              <a:gd name="connsiteX557" fmla="*/ 2358080 w 7472601"/>
              <a:gd name="connsiteY557" fmla="*/ 1866134 h 6858000"/>
              <a:gd name="connsiteX558" fmla="*/ 2407436 w 7472601"/>
              <a:gd name="connsiteY558" fmla="*/ 1651070 h 6858000"/>
              <a:gd name="connsiteX559" fmla="*/ 2448558 w 7472601"/>
              <a:gd name="connsiteY559" fmla="*/ 1373435 h 6858000"/>
              <a:gd name="connsiteX560" fmla="*/ 278707 w 7472601"/>
              <a:gd name="connsiteY560" fmla="*/ 1352270 h 6858000"/>
              <a:gd name="connsiteX561" fmla="*/ 321570 w 7472601"/>
              <a:gd name="connsiteY561" fmla="*/ 1861610 h 6858000"/>
              <a:gd name="connsiteX562" fmla="*/ 294281 w 7472601"/>
              <a:gd name="connsiteY562" fmla="*/ 1440658 h 6858000"/>
              <a:gd name="connsiteX563" fmla="*/ 278707 w 7472601"/>
              <a:gd name="connsiteY563" fmla="*/ 1352270 h 6858000"/>
              <a:gd name="connsiteX564" fmla="*/ 1423821 w 7472601"/>
              <a:gd name="connsiteY564" fmla="*/ 1351958 h 6858000"/>
              <a:gd name="connsiteX565" fmla="*/ 1638521 w 7472601"/>
              <a:gd name="connsiteY565" fmla="*/ 1908470 h 6858000"/>
              <a:gd name="connsiteX566" fmla="*/ 1754199 w 7472601"/>
              <a:gd name="connsiteY566" fmla="*/ 2149284 h 6858000"/>
              <a:gd name="connsiteX567" fmla="*/ 1908359 w 7472601"/>
              <a:gd name="connsiteY567" fmla="*/ 2364988 h 6858000"/>
              <a:gd name="connsiteX568" fmla="*/ 1647661 w 7472601"/>
              <a:gd name="connsiteY568" fmla="*/ 1825945 h 6858000"/>
              <a:gd name="connsiteX569" fmla="*/ 1423821 w 7472601"/>
              <a:gd name="connsiteY569" fmla="*/ 1351958 h 6858000"/>
              <a:gd name="connsiteX570" fmla="*/ 1431890 w 7472601"/>
              <a:gd name="connsiteY570" fmla="*/ 1306475 h 6858000"/>
              <a:gd name="connsiteX571" fmla="*/ 1507597 w 7472601"/>
              <a:gd name="connsiteY571" fmla="*/ 1446132 h 6858000"/>
              <a:gd name="connsiteX572" fmla="*/ 1674586 w 7472601"/>
              <a:gd name="connsiteY572" fmla="*/ 1813832 h 6858000"/>
              <a:gd name="connsiteX573" fmla="*/ 1815950 w 7472601"/>
              <a:gd name="connsiteY573" fmla="*/ 2128564 h 6858000"/>
              <a:gd name="connsiteX574" fmla="*/ 1984242 w 7472601"/>
              <a:gd name="connsiteY574" fmla="*/ 2430829 h 6858000"/>
              <a:gd name="connsiteX575" fmla="*/ 2014023 w 7472601"/>
              <a:gd name="connsiteY575" fmla="*/ 2450995 h 6858000"/>
              <a:gd name="connsiteX576" fmla="*/ 1747337 w 7472601"/>
              <a:gd name="connsiteY576" fmla="*/ 1855264 h 6858000"/>
              <a:gd name="connsiteX577" fmla="*/ 1533749 w 7472601"/>
              <a:gd name="connsiteY577" fmla="*/ 1478656 h 6858000"/>
              <a:gd name="connsiteX578" fmla="*/ 1431890 w 7472601"/>
              <a:gd name="connsiteY578" fmla="*/ 1306475 h 6858000"/>
              <a:gd name="connsiteX579" fmla="*/ 5052692 w 7472601"/>
              <a:gd name="connsiteY579" fmla="*/ 1292994 h 6858000"/>
              <a:gd name="connsiteX580" fmla="*/ 5200661 w 7472601"/>
              <a:gd name="connsiteY580" fmla="*/ 1635186 h 6858000"/>
              <a:gd name="connsiteX581" fmla="*/ 5297138 w 7472601"/>
              <a:gd name="connsiteY581" fmla="*/ 1906351 h 6858000"/>
              <a:gd name="connsiteX582" fmla="*/ 5052692 w 7472601"/>
              <a:gd name="connsiteY582" fmla="*/ 1292994 h 6858000"/>
              <a:gd name="connsiteX583" fmla="*/ 5009948 w 7472601"/>
              <a:gd name="connsiteY583" fmla="*/ 1273619 h 6858000"/>
              <a:gd name="connsiteX584" fmla="*/ 5121777 w 7472601"/>
              <a:gd name="connsiteY584" fmla="*/ 1654213 h 6858000"/>
              <a:gd name="connsiteX585" fmla="*/ 5293545 w 7472601"/>
              <a:gd name="connsiteY585" fmla="*/ 2072247 h 6858000"/>
              <a:gd name="connsiteX586" fmla="*/ 5294042 w 7472601"/>
              <a:gd name="connsiteY586" fmla="*/ 2065019 h 6858000"/>
              <a:gd name="connsiteX587" fmla="*/ 5171936 w 7472601"/>
              <a:gd name="connsiteY587" fmla="*/ 1647613 h 6858000"/>
              <a:gd name="connsiteX588" fmla="*/ 5009948 w 7472601"/>
              <a:gd name="connsiteY588" fmla="*/ 1273619 h 6858000"/>
              <a:gd name="connsiteX589" fmla="*/ 655236 w 7472601"/>
              <a:gd name="connsiteY589" fmla="*/ 1268632 h 6858000"/>
              <a:gd name="connsiteX590" fmla="*/ 839521 w 7472601"/>
              <a:gd name="connsiteY590" fmla="*/ 1685315 h 6858000"/>
              <a:gd name="connsiteX591" fmla="*/ 1109416 w 7472601"/>
              <a:gd name="connsiteY591" fmla="*/ 2061663 h 6858000"/>
              <a:gd name="connsiteX592" fmla="*/ 1298300 w 7472601"/>
              <a:gd name="connsiteY592" fmla="*/ 2247742 h 6858000"/>
              <a:gd name="connsiteX593" fmla="*/ 1125871 w 7472601"/>
              <a:gd name="connsiteY593" fmla="*/ 1989513 h 6858000"/>
              <a:gd name="connsiteX594" fmla="*/ 981574 w 7472601"/>
              <a:gd name="connsiteY594" fmla="*/ 1783157 h 6858000"/>
              <a:gd name="connsiteX595" fmla="*/ 922198 w 7472601"/>
              <a:gd name="connsiteY595" fmla="*/ 1677437 h 6858000"/>
              <a:gd name="connsiteX596" fmla="*/ 869293 w 7472601"/>
              <a:gd name="connsiteY596" fmla="*/ 1583214 h 6858000"/>
              <a:gd name="connsiteX597" fmla="*/ 751431 w 7472601"/>
              <a:gd name="connsiteY597" fmla="*/ 1405731 h 6858000"/>
              <a:gd name="connsiteX598" fmla="*/ 655236 w 7472601"/>
              <a:gd name="connsiteY598" fmla="*/ 1268632 h 6858000"/>
              <a:gd name="connsiteX599" fmla="*/ 6516292 w 7472601"/>
              <a:gd name="connsiteY599" fmla="*/ 1263064 h 6858000"/>
              <a:gd name="connsiteX600" fmla="*/ 5736320 w 7472601"/>
              <a:gd name="connsiteY600" fmla="*/ 1501803 h 6858000"/>
              <a:gd name="connsiteX601" fmla="*/ 6516292 w 7472601"/>
              <a:gd name="connsiteY601" fmla="*/ 1263064 h 6858000"/>
              <a:gd name="connsiteX602" fmla="*/ 291466 w 7472601"/>
              <a:gd name="connsiteY602" fmla="*/ 1250369 h 6858000"/>
              <a:gd name="connsiteX603" fmla="*/ 323180 w 7472601"/>
              <a:gd name="connsiteY603" fmla="*/ 1435283 h 6858000"/>
              <a:gd name="connsiteX604" fmla="*/ 349381 w 7472601"/>
              <a:gd name="connsiteY604" fmla="*/ 1875041 h 6858000"/>
              <a:gd name="connsiteX605" fmla="*/ 374363 w 7472601"/>
              <a:gd name="connsiteY605" fmla="*/ 1506494 h 6858000"/>
              <a:gd name="connsiteX606" fmla="*/ 302168 w 7472601"/>
              <a:gd name="connsiteY606" fmla="*/ 1274495 h 6858000"/>
              <a:gd name="connsiteX607" fmla="*/ 291466 w 7472601"/>
              <a:gd name="connsiteY607" fmla="*/ 1250369 h 6858000"/>
              <a:gd name="connsiteX608" fmla="*/ 678222 w 7472601"/>
              <a:gd name="connsiteY608" fmla="*/ 1248670 h 6858000"/>
              <a:gd name="connsiteX609" fmla="*/ 775536 w 7472601"/>
              <a:gd name="connsiteY609" fmla="*/ 1388015 h 6858000"/>
              <a:gd name="connsiteX610" fmla="*/ 894529 w 7472601"/>
              <a:gd name="connsiteY610" fmla="*/ 1567739 h 6858000"/>
              <a:gd name="connsiteX611" fmla="*/ 948000 w 7472601"/>
              <a:gd name="connsiteY611" fmla="*/ 1663088 h 6858000"/>
              <a:gd name="connsiteX612" fmla="*/ 1006812 w 7472601"/>
              <a:gd name="connsiteY612" fmla="*/ 1767683 h 6858000"/>
              <a:gd name="connsiteX613" fmla="*/ 1149133 w 7472601"/>
              <a:gd name="connsiteY613" fmla="*/ 1971513 h 6858000"/>
              <a:gd name="connsiteX614" fmla="*/ 1333952 w 7472601"/>
              <a:gd name="connsiteY614" fmla="*/ 2251620 h 6858000"/>
              <a:gd name="connsiteX615" fmla="*/ 1337329 w 7472601"/>
              <a:gd name="connsiteY615" fmla="*/ 2258350 h 6858000"/>
              <a:gd name="connsiteX616" fmla="*/ 1014726 w 7472601"/>
              <a:gd name="connsiteY616" fmla="*/ 1615556 h 6858000"/>
              <a:gd name="connsiteX617" fmla="*/ 678222 w 7472601"/>
              <a:gd name="connsiteY617" fmla="*/ 1248670 h 6858000"/>
              <a:gd name="connsiteX618" fmla="*/ 6691602 w 7472601"/>
              <a:gd name="connsiteY618" fmla="*/ 1140573 h 6858000"/>
              <a:gd name="connsiteX619" fmla="*/ 6571100 w 7472601"/>
              <a:gd name="connsiteY619" fmla="*/ 1183662 h 6858000"/>
              <a:gd name="connsiteX620" fmla="*/ 6241687 w 7472601"/>
              <a:gd name="connsiteY620" fmla="*/ 1257600 h 6858000"/>
              <a:gd name="connsiteX621" fmla="*/ 5693009 w 7472601"/>
              <a:gd name="connsiteY621" fmla="*/ 1478256 h 6858000"/>
              <a:gd name="connsiteX622" fmla="*/ 6548420 w 7472601"/>
              <a:gd name="connsiteY622" fmla="*/ 1214599 h 6858000"/>
              <a:gd name="connsiteX623" fmla="*/ 6605473 w 7472601"/>
              <a:gd name="connsiteY623" fmla="*/ 1184686 h 6858000"/>
              <a:gd name="connsiteX624" fmla="*/ 6691602 w 7472601"/>
              <a:gd name="connsiteY624" fmla="*/ 1140573 h 6858000"/>
              <a:gd name="connsiteX625" fmla="*/ 4002475 w 7472601"/>
              <a:gd name="connsiteY625" fmla="*/ 1037802 h 6858000"/>
              <a:gd name="connsiteX626" fmla="*/ 4000324 w 7472601"/>
              <a:gd name="connsiteY626" fmla="*/ 1039362 h 6858000"/>
              <a:gd name="connsiteX627" fmla="*/ 4002862 w 7472601"/>
              <a:gd name="connsiteY627" fmla="*/ 1042866 h 6858000"/>
              <a:gd name="connsiteX628" fmla="*/ 4002475 w 7472601"/>
              <a:gd name="connsiteY628" fmla="*/ 1037802 h 6858000"/>
              <a:gd name="connsiteX629" fmla="*/ 506322 w 7472601"/>
              <a:gd name="connsiteY629" fmla="*/ 1020997 h 6858000"/>
              <a:gd name="connsiteX630" fmla="*/ 533068 w 7472601"/>
              <a:gd name="connsiteY630" fmla="*/ 1029409 h 6858000"/>
              <a:gd name="connsiteX631" fmla="*/ 1232525 w 7472601"/>
              <a:gd name="connsiteY631" fmla="*/ 1804675 h 6858000"/>
              <a:gd name="connsiteX632" fmla="*/ 1388858 w 7472601"/>
              <a:gd name="connsiteY632" fmla="*/ 2368011 h 6858000"/>
              <a:gd name="connsiteX633" fmla="*/ 1384098 w 7472601"/>
              <a:gd name="connsiteY633" fmla="*/ 2378125 h 6858000"/>
              <a:gd name="connsiteX634" fmla="*/ 1425393 w 7472601"/>
              <a:gd name="connsiteY634" fmla="*/ 2589124 h 6858000"/>
              <a:gd name="connsiteX635" fmla="*/ 1424001 w 7472601"/>
              <a:gd name="connsiteY635" fmla="*/ 2597541 h 6858000"/>
              <a:gd name="connsiteX636" fmla="*/ 2152729 w 7472601"/>
              <a:gd name="connsiteY636" fmla="*/ 2864487 h 6858000"/>
              <a:gd name="connsiteX637" fmla="*/ 2020609 w 7472601"/>
              <a:gd name="connsiteY637" fmla="*/ 2539671 h 6858000"/>
              <a:gd name="connsiteX638" fmla="*/ 2018920 w 7472601"/>
              <a:gd name="connsiteY638" fmla="*/ 2536309 h 6858000"/>
              <a:gd name="connsiteX639" fmla="*/ 1342441 w 7472601"/>
              <a:gd name="connsiteY639" fmla="*/ 1173017 h 6858000"/>
              <a:gd name="connsiteX640" fmla="*/ 1367925 w 7472601"/>
              <a:gd name="connsiteY640" fmla="*/ 1135648 h 6858000"/>
              <a:gd name="connsiteX641" fmla="*/ 1771401 w 7472601"/>
              <a:gd name="connsiteY641" fmla="*/ 1806673 h 6858000"/>
              <a:gd name="connsiteX642" fmla="*/ 1972385 w 7472601"/>
              <a:gd name="connsiteY642" fmla="*/ 2198735 h 6858000"/>
              <a:gd name="connsiteX643" fmla="*/ 2040892 w 7472601"/>
              <a:gd name="connsiteY643" fmla="*/ 2405205 h 6858000"/>
              <a:gd name="connsiteX644" fmla="*/ 2131689 w 7472601"/>
              <a:gd name="connsiteY644" fmla="*/ 1936926 h 6858000"/>
              <a:gd name="connsiteX645" fmla="*/ 2454820 w 7472601"/>
              <a:gd name="connsiteY645" fmla="*/ 1248808 h 6858000"/>
              <a:gd name="connsiteX646" fmla="*/ 2492512 w 7472601"/>
              <a:gd name="connsiteY646" fmla="*/ 1302920 h 6858000"/>
              <a:gd name="connsiteX647" fmla="*/ 2081216 w 7472601"/>
              <a:gd name="connsiteY647" fmla="*/ 2527513 h 6858000"/>
              <a:gd name="connsiteX648" fmla="*/ 2081211 w 7472601"/>
              <a:gd name="connsiteY648" fmla="*/ 2528916 h 6858000"/>
              <a:gd name="connsiteX649" fmla="*/ 2199067 w 7472601"/>
              <a:gd name="connsiteY649" fmla="*/ 2884061 h 6858000"/>
              <a:gd name="connsiteX650" fmla="*/ 3192586 w 7472601"/>
              <a:gd name="connsiteY650" fmla="*/ 3411496 h 6858000"/>
              <a:gd name="connsiteX651" fmla="*/ 3182620 w 7472601"/>
              <a:gd name="connsiteY651" fmla="*/ 3483279 h 6858000"/>
              <a:gd name="connsiteX652" fmla="*/ 2435119 w 7472601"/>
              <a:gd name="connsiteY652" fmla="*/ 3080173 h 6858000"/>
              <a:gd name="connsiteX653" fmla="*/ 2410152 w 7472601"/>
              <a:gd name="connsiteY653" fmla="*/ 3063751 h 6858000"/>
              <a:gd name="connsiteX654" fmla="*/ 2408099 w 7472601"/>
              <a:gd name="connsiteY654" fmla="*/ 3064403 h 6858000"/>
              <a:gd name="connsiteX655" fmla="*/ 2407218 w 7472601"/>
              <a:gd name="connsiteY655" fmla="*/ 3070324 h 6858000"/>
              <a:gd name="connsiteX656" fmla="*/ 2380138 w 7472601"/>
              <a:gd name="connsiteY656" fmla="*/ 3099341 h 6858000"/>
              <a:gd name="connsiteX657" fmla="*/ 1765923 w 7472601"/>
              <a:gd name="connsiteY657" fmla="*/ 3581043 h 6858000"/>
              <a:gd name="connsiteX658" fmla="*/ 1702258 w 7472601"/>
              <a:gd name="connsiteY658" fmla="*/ 3612286 h 6858000"/>
              <a:gd name="connsiteX659" fmla="*/ 1538370 w 7472601"/>
              <a:gd name="connsiteY659" fmla="*/ 3811804 h 6858000"/>
              <a:gd name="connsiteX660" fmla="*/ 542867 w 7472601"/>
              <a:gd name="connsiteY660" fmla="*/ 4944092 h 6858000"/>
              <a:gd name="connsiteX661" fmla="*/ 515800 w 7472601"/>
              <a:gd name="connsiteY661" fmla="*/ 4862180 h 6858000"/>
              <a:gd name="connsiteX662" fmla="*/ 909145 w 7472601"/>
              <a:gd name="connsiteY662" fmla="*/ 4199225 h 6858000"/>
              <a:gd name="connsiteX663" fmla="*/ 1214067 w 7472601"/>
              <a:gd name="connsiteY663" fmla="*/ 3908561 h 6858000"/>
              <a:gd name="connsiteX664" fmla="*/ 640967 w 7472601"/>
              <a:gd name="connsiteY664" fmla="*/ 4105601 h 6858000"/>
              <a:gd name="connsiteX665" fmla="*/ 112563 w 7472601"/>
              <a:gd name="connsiteY665" fmla="*/ 4396952 h 6858000"/>
              <a:gd name="connsiteX666" fmla="*/ 0 w 7472601"/>
              <a:gd name="connsiteY666" fmla="*/ 4466006 h 6858000"/>
              <a:gd name="connsiteX667" fmla="*/ 0 w 7472601"/>
              <a:gd name="connsiteY667" fmla="*/ 4233763 h 6858000"/>
              <a:gd name="connsiteX668" fmla="*/ 36881 w 7472601"/>
              <a:gd name="connsiteY668" fmla="*/ 4200118 h 6858000"/>
              <a:gd name="connsiteX669" fmla="*/ 910534 w 7472601"/>
              <a:gd name="connsiteY669" fmla="*/ 3629753 h 6858000"/>
              <a:gd name="connsiteX670" fmla="*/ 1578717 w 7472601"/>
              <a:gd name="connsiteY670" fmla="*/ 3575982 h 6858000"/>
              <a:gd name="connsiteX671" fmla="*/ 2338780 w 7472601"/>
              <a:gd name="connsiteY671" fmla="*/ 3033725 h 6858000"/>
              <a:gd name="connsiteX672" fmla="*/ 1807991 w 7472601"/>
              <a:gd name="connsiteY672" fmla="*/ 2807184 h 6858000"/>
              <a:gd name="connsiteX673" fmla="*/ 1416358 w 7472601"/>
              <a:gd name="connsiteY673" fmla="*/ 3112571 h 6858000"/>
              <a:gd name="connsiteX674" fmla="*/ 939066 w 7472601"/>
              <a:gd name="connsiteY674" fmla="*/ 3378798 h 6858000"/>
              <a:gd name="connsiteX675" fmla="*/ 115099 w 7472601"/>
              <a:gd name="connsiteY675" fmla="*/ 3607650 h 6858000"/>
              <a:gd name="connsiteX676" fmla="*/ 97284 w 7472601"/>
              <a:gd name="connsiteY676" fmla="*/ 3520393 h 6858000"/>
              <a:gd name="connsiteX677" fmla="*/ 922050 w 7472601"/>
              <a:gd name="connsiteY677" fmla="*/ 3074867 h 6858000"/>
              <a:gd name="connsiteX678" fmla="*/ 1405265 w 7472601"/>
              <a:gd name="connsiteY678" fmla="*/ 3016319 h 6858000"/>
              <a:gd name="connsiteX679" fmla="*/ 1407512 w 7472601"/>
              <a:gd name="connsiteY679" fmla="*/ 3018001 h 6858000"/>
              <a:gd name="connsiteX680" fmla="*/ 1726266 w 7472601"/>
              <a:gd name="connsiteY680" fmla="*/ 2777274 h 6858000"/>
              <a:gd name="connsiteX681" fmla="*/ 625390 w 7472601"/>
              <a:gd name="connsiteY681" fmla="*/ 2514541 h 6858000"/>
              <a:gd name="connsiteX682" fmla="*/ 619799 w 7472601"/>
              <a:gd name="connsiteY682" fmla="*/ 2527180 h 6858000"/>
              <a:gd name="connsiteX683" fmla="*/ 310030 w 7472601"/>
              <a:gd name="connsiteY683" fmla="*/ 2771818 h 6858000"/>
              <a:gd name="connsiteX684" fmla="*/ 173877 w 7472601"/>
              <a:gd name="connsiteY684" fmla="*/ 2937056 h 6858000"/>
              <a:gd name="connsiteX685" fmla="*/ 77889 w 7472601"/>
              <a:gd name="connsiteY685" fmla="*/ 3138440 h 6858000"/>
              <a:gd name="connsiteX686" fmla="*/ 0 w 7472601"/>
              <a:gd name="connsiteY686" fmla="*/ 3271395 h 6858000"/>
              <a:gd name="connsiteX687" fmla="*/ 0 w 7472601"/>
              <a:gd name="connsiteY687" fmla="*/ 3153002 h 6858000"/>
              <a:gd name="connsiteX688" fmla="*/ 2386 w 7472601"/>
              <a:gd name="connsiteY688" fmla="*/ 3149203 h 6858000"/>
              <a:gd name="connsiteX689" fmla="*/ 89753 w 7472601"/>
              <a:gd name="connsiteY689" fmla="*/ 2987702 h 6858000"/>
              <a:gd name="connsiteX690" fmla="*/ 76869 w 7472601"/>
              <a:gd name="connsiteY690" fmla="*/ 3005404 h 6858000"/>
              <a:gd name="connsiteX691" fmla="*/ 32049 w 7472601"/>
              <a:gd name="connsiteY691" fmla="*/ 3065814 h 6858000"/>
              <a:gd name="connsiteX692" fmla="*/ 0 w 7472601"/>
              <a:gd name="connsiteY692" fmla="*/ 3108744 h 6858000"/>
              <a:gd name="connsiteX693" fmla="*/ 0 w 7472601"/>
              <a:gd name="connsiteY693" fmla="*/ 3058059 h 6858000"/>
              <a:gd name="connsiteX694" fmla="*/ 7610 w 7472601"/>
              <a:gd name="connsiteY694" fmla="*/ 3047889 h 6858000"/>
              <a:gd name="connsiteX695" fmla="*/ 52419 w 7472601"/>
              <a:gd name="connsiteY695" fmla="*/ 2987479 h 6858000"/>
              <a:gd name="connsiteX696" fmla="*/ 59142 w 7472601"/>
              <a:gd name="connsiteY696" fmla="*/ 2978488 h 6858000"/>
              <a:gd name="connsiteX697" fmla="*/ 0 w 7472601"/>
              <a:gd name="connsiteY697" fmla="*/ 3015334 h 6858000"/>
              <a:gd name="connsiteX698" fmla="*/ 0 w 7472601"/>
              <a:gd name="connsiteY698" fmla="*/ 2914286 h 6858000"/>
              <a:gd name="connsiteX699" fmla="*/ 36383 w 7472601"/>
              <a:gd name="connsiteY699" fmla="*/ 2901128 h 6858000"/>
              <a:gd name="connsiteX700" fmla="*/ 156329 w 7472601"/>
              <a:gd name="connsiteY700" fmla="*/ 2840533 h 6858000"/>
              <a:gd name="connsiteX701" fmla="*/ 358355 w 7472601"/>
              <a:gd name="connsiteY701" fmla="*/ 2620471 h 6858000"/>
              <a:gd name="connsiteX702" fmla="*/ 510577 w 7472601"/>
              <a:gd name="connsiteY702" fmla="*/ 2501244 h 6858000"/>
              <a:gd name="connsiteX703" fmla="*/ 211967 w 7472601"/>
              <a:gd name="connsiteY703" fmla="*/ 2479171 h 6858000"/>
              <a:gd name="connsiteX704" fmla="*/ 0 w 7472601"/>
              <a:gd name="connsiteY704" fmla="*/ 2476398 h 6858000"/>
              <a:gd name="connsiteX705" fmla="*/ 0 w 7472601"/>
              <a:gd name="connsiteY705" fmla="*/ 2389189 h 6858000"/>
              <a:gd name="connsiteX706" fmla="*/ 103062 w 7472601"/>
              <a:gd name="connsiteY706" fmla="*/ 2389518 h 6858000"/>
              <a:gd name="connsiteX707" fmla="*/ 510734 w 7472601"/>
              <a:gd name="connsiteY707" fmla="*/ 2416201 h 6858000"/>
              <a:gd name="connsiteX708" fmla="*/ 279257 w 7472601"/>
              <a:gd name="connsiteY708" fmla="*/ 2092102 h 6858000"/>
              <a:gd name="connsiteX709" fmla="*/ 65265 w 7472601"/>
              <a:gd name="connsiteY709" fmla="*/ 2006049 h 6858000"/>
              <a:gd name="connsiteX710" fmla="*/ 0 w 7472601"/>
              <a:gd name="connsiteY710" fmla="*/ 1982532 h 6858000"/>
              <a:gd name="connsiteX711" fmla="*/ 0 w 7472601"/>
              <a:gd name="connsiteY711" fmla="*/ 1912789 h 6858000"/>
              <a:gd name="connsiteX712" fmla="*/ 97460 w 7472601"/>
              <a:gd name="connsiteY712" fmla="*/ 1953725 h 6858000"/>
              <a:gd name="connsiteX713" fmla="*/ 221272 w 7472601"/>
              <a:gd name="connsiteY713" fmla="*/ 1980766 h 6858000"/>
              <a:gd name="connsiteX714" fmla="*/ 116765 w 7472601"/>
              <a:gd name="connsiteY714" fmla="*/ 1911033 h 6858000"/>
              <a:gd name="connsiteX715" fmla="*/ 16405 w 7472601"/>
              <a:gd name="connsiteY715" fmla="*/ 1803412 h 6858000"/>
              <a:gd name="connsiteX716" fmla="*/ 0 w 7472601"/>
              <a:gd name="connsiteY716" fmla="*/ 1784777 h 6858000"/>
              <a:gd name="connsiteX717" fmla="*/ 0 w 7472601"/>
              <a:gd name="connsiteY717" fmla="*/ 1740082 h 6858000"/>
              <a:gd name="connsiteX718" fmla="*/ 39394 w 7472601"/>
              <a:gd name="connsiteY718" fmla="*/ 1784856 h 6858000"/>
              <a:gd name="connsiteX719" fmla="*/ 135813 w 7472601"/>
              <a:gd name="connsiteY719" fmla="*/ 1888838 h 6858000"/>
              <a:gd name="connsiteX720" fmla="*/ 242575 w 7472601"/>
              <a:gd name="connsiteY720" fmla="*/ 1958841 h 6858000"/>
              <a:gd name="connsiteX721" fmla="*/ 82197 w 7472601"/>
              <a:gd name="connsiteY721" fmla="*/ 1754826 h 6858000"/>
              <a:gd name="connsiteX722" fmla="*/ 0 w 7472601"/>
              <a:gd name="connsiteY722" fmla="*/ 1679650 h 6858000"/>
              <a:gd name="connsiteX723" fmla="*/ 0 w 7472601"/>
              <a:gd name="connsiteY723" fmla="*/ 1602463 h 6858000"/>
              <a:gd name="connsiteX724" fmla="*/ 84689 w 7472601"/>
              <a:gd name="connsiteY724" fmla="*/ 1677442 h 6858000"/>
              <a:gd name="connsiteX725" fmla="*/ 298437 w 7472601"/>
              <a:gd name="connsiteY725" fmla="*/ 1968019 h 6858000"/>
              <a:gd name="connsiteX726" fmla="*/ 227269 w 7472601"/>
              <a:gd name="connsiteY726" fmla="*/ 1114064 h 6858000"/>
              <a:gd name="connsiteX727" fmla="*/ 248003 w 7472601"/>
              <a:gd name="connsiteY727" fmla="*/ 1089613 h 6858000"/>
              <a:gd name="connsiteX728" fmla="*/ 427020 w 7472601"/>
              <a:gd name="connsiteY728" fmla="*/ 1619803 h 6858000"/>
              <a:gd name="connsiteX729" fmla="*/ 340345 w 7472601"/>
              <a:gd name="connsiteY729" fmla="*/ 2027739 h 6858000"/>
              <a:gd name="connsiteX730" fmla="*/ 360865 w 7472601"/>
              <a:gd name="connsiteY730" fmla="*/ 2044827 h 6858000"/>
              <a:gd name="connsiteX731" fmla="*/ 560414 w 7472601"/>
              <a:gd name="connsiteY731" fmla="*/ 2421457 h 6858000"/>
              <a:gd name="connsiteX732" fmla="*/ 1359703 w 7472601"/>
              <a:gd name="connsiteY732" fmla="*/ 2578554 h 6858000"/>
              <a:gd name="connsiteX733" fmla="*/ 1359422 w 7472601"/>
              <a:gd name="connsiteY733" fmla="*/ 2577994 h 6858000"/>
              <a:gd name="connsiteX734" fmla="*/ 828701 w 7472601"/>
              <a:gd name="connsiteY734" fmla="*/ 1839520 h 6858000"/>
              <a:gd name="connsiteX735" fmla="*/ 494427 w 7472601"/>
              <a:gd name="connsiteY735" fmla="*/ 1092333 h 6858000"/>
              <a:gd name="connsiteX736" fmla="*/ 506322 w 7472601"/>
              <a:gd name="connsiteY736" fmla="*/ 1020997 h 6858000"/>
              <a:gd name="connsiteX737" fmla="*/ 4570198 w 7472601"/>
              <a:gd name="connsiteY737" fmla="*/ 978081 h 6858000"/>
              <a:gd name="connsiteX738" fmla="*/ 4523691 w 7472601"/>
              <a:gd name="connsiteY738" fmla="*/ 1127776 h 6858000"/>
              <a:gd name="connsiteX739" fmla="*/ 4509875 w 7472601"/>
              <a:gd name="connsiteY739" fmla="*/ 1167552 h 6858000"/>
              <a:gd name="connsiteX740" fmla="*/ 4478168 w 7472601"/>
              <a:gd name="connsiteY740" fmla="*/ 1260735 h 6858000"/>
              <a:gd name="connsiteX741" fmla="*/ 4409309 w 7472601"/>
              <a:gd name="connsiteY741" fmla="*/ 1666996 h 6858000"/>
              <a:gd name="connsiteX742" fmla="*/ 4370031 w 7472601"/>
              <a:gd name="connsiteY742" fmla="*/ 1955666 h 6858000"/>
              <a:gd name="connsiteX743" fmla="*/ 4570198 w 7472601"/>
              <a:gd name="connsiteY743" fmla="*/ 978081 h 6858000"/>
              <a:gd name="connsiteX744" fmla="*/ 4557898 w 7472601"/>
              <a:gd name="connsiteY744" fmla="*/ 900011 h 6858000"/>
              <a:gd name="connsiteX745" fmla="*/ 4344840 w 7472601"/>
              <a:gd name="connsiteY745" fmla="*/ 1922038 h 6858000"/>
              <a:gd name="connsiteX746" fmla="*/ 4378710 w 7472601"/>
              <a:gd name="connsiteY746" fmla="*/ 1665516 h 6858000"/>
              <a:gd name="connsiteX747" fmla="*/ 4448798 w 7472601"/>
              <a:gd name="connsiteY747" fmla="*/ 1253024 h 6858000"/>
              <a:gd name="connsiteX748" fmla="*/ 4480315 w 7472601"/>
              <a:gd name="connsiteY748" fmla="*/ 1158454 h 6858000"/>
              <a:gd name="connsiteX749" fmla="*/ 4494133 w 7472601"/>
              <a:gd name="connsiteY749" fmla="*/ 1118676 h 6858000"/>
              <a:gd name="connsiteX750" fmla="*/ 4557898 w 7472601"/>
              <a:gd name="connsiteY750" fmla="*/ 900011 h 6858000"/>
              <a:gd name="connsiteX751" fmla="*/ 5870151 w 7472601"/>
              <a:gd name="connsiteY751" fmla="*/ 898890 h 6858000"/>
              <a:gd name="connsiteX752" fmla="*/ 5861335 w 7472601"/>
              <a:gd name="connsiteY752" fmla="*/ 899177 h 6858000"/>
              <a:gd name="connsiteX753" fmla="*/ 5843702 w 7472601"/>
              <a:gd name="connsiteY753" fmla="*/ 899748 h 6858000"/>
              <a:gd name="connsiteX754" fmla="*/ 5651107 w 7472601"/>
              <a:gd name="connsiteY754" fmla="*/ 920306 h 6858000"/>
              <a:gd name="connsiteX755" fmla="*/ 5459407 w 7472601"/>
              <a:gd name="connsiteY755" fmla="*/ 940975 h 6858000"/>
              <a:gd name="connsiteX756" fmla="*/ 5374846 w 7472601"/>
              <a:gd name="connsiteY756" fmla="*/ 941988 h 6858000"/>
              <a:gd name="connsiteX757" fmla="*/ 5256105 w 7472601"/>
              <a:gd name="connsiteY757" fmla="*/ 945632 h 6858000"/>
              <a:gd name="connsiteX758" fmla="*/ 5107071 w 7472601"/>
              <a:gd name="connsiteY758" fmla="*/ 969720 h 6858000"/>
              <a:gd name="connsiteX759" fmla="*/ 4998681 w 7472601"/>
              <a:gd name="connsiteY759" fmla="*/ 988771 h 6858000"/>
              <a:gd name="connsiteX760" fmla="*/ 5870151 w 7472601"/>
              <a:gd name="connsiteY760" fmla="*/ 898890 h 6858000"/>
              <a:gd name="connsiteX761" fmla="*/ 5504425 w 7472601"/>
              <a:gd name="connsiteY761" fmla="*/ 848067 h 6858000"/>
              <a:gd name="connsiteX762" fmla="*/ 4968849 w 7472601"/>
              <a:gd name="connsiteY762" fmla="*/ 962318 h 6858000"/>
              <a:gd name="connsiteX763" fmla="*/ 5104039 w 7472601"/>
              <a:gd name="connsiteY763" fmla="*/ 940634 h 6858000"/>
              <a:gd name="connsiteX764" fmla="*/ 5256311 w 7472601"/>
              <a:gd name="connsiteY764" fmla="*/ 916490 h 6858000"/>
              <a:gd name="connsiteX765" fmla="*/ 5377381 w 7472601"/>
              <a:gd name="connsiteY765" fmla="*/ 912671 h 6858000"/>
              <a:gd name="connsiteX766" fmla="*/ 5460148 w 7472601"/>
              <a:gd name="connsiteY766" fmla="*/ 911442 h 6858000"/>
              <a:gd name="connsiteX767" fmla="*/ 5648971 w 7472601"/>
              <a:gd name="connsiteY767" fmla="*/ 891331 h 6858000"/>
              <a:gd name="connsiteX768" fmla="*/ 5844807 w 7472601"/>
              <a:gd name="connsiteY768" fmla="*/ 870718 h 6858000"/>
              <a:gd name="connsiteX769" fmla="*/ 5862975 w 7472601"/>
              <a:gd name="connsiteY769" fmla="*/ 869756 h 6858000"/>
              <a:gd name="connsiteX770" fmla="*/ 5920887 w 7472601"/>
              <a:gd name="connsiteY770" fmla="*/ 865929 h 6858000"/>
              <a:gd name="connsiteX771" fmla="*/ 5504425 w 7472601"/>
              <a:gd name="connsiteY771" fmla="*/ 848067 h 6858000"/>
              <a:gd name="connsiteX772" fmla="*/ 3607114 w 7472601"/>
              <a:gd name="connsiteY772" fmla="*/ 467441 h 6858000"/>
              <a:gd name="connsiteX773" fmla="*/ 3296242 w 7472601"/>
              <a:gd name="connsiteY773" fmla="*/ 807991 h 6858000"/>
              <a:gd name="connsiteX774" fmla="*/ 3174674 w 7472601"/>
              <a:gd name="connsiteY774" fmla="*/ 919759 h 6858000"/>
              <a:gd name="connsiteX775" fmla="*/ 3042978 w 7472601"/>
              <a:gd name="connsiteY775" fmla="*/ 1054894 h 6858000"/>
              <a:gd name="connsiteX776" fmla="*/ 2968914 w 7472601"/>
              <a:gd name="connsiteY776" fmla="*/ 1133756 h 6858000"/>
              <a:gd name="connsiteX777" fmla="*/ 3103823 w 7472601"/>
              <a:gd name="connsiteY777" fmla="*/ 1026814 h 6858000"/>
              <a:gd name="connsiteX778" fmla="*/ 3607114 w 7472601"/>
              <a:gd name="connsiteY778" fmla="*/ 467441 h 6858000"/>
              <a:gd name="connsiteX779" fmla="*/ 3744487 w 7472601"/>
              <a:gd name="connsiteY779" fmla="*/ 383136 h 6858000"/>
              <a:gd name="connsiteX780" fmla="*/ 3970213 w 7472601"/>
              <a:gd name="connsiteY780" fmla="*/ 995559 h 6858000"/>
              <a:gd name="connsiteX781" fmla="*/ 3744487 w 7472601"/>
              <a:gd name="connsiteY781" fmla="*/ 383136 h 6858000"/>
              <a:gd name="connsiteX782" fmla="*/ 3624562 w 7472601"/>
              <a:gd name="connsiteY782" fmla="*/ 367041 h 6858000"/>
              <a:gd name="connsiteX783" fmla="*/ 3489712 w 7472601"/>
              <a:gd name="connsiteY783" fmla="*/ 485386 h 6858000"/>
              <a:gd name="connsiteX784" fmla="*/ 3182994 w 7472601"/>
              <a:gd name="connsiteY784" fmla="*/ 828265 h 6858000"/>
              <a:gd name="connsiteX785" fmla="*/ 2892114 w 7472601"/>
              <a:gd name="connsiteY785" fmla="*/ 1172635 h 6858000"/>
              <a:gd name="connsiteX786" fmla="*/ 3021459 w 7472601"/>
              <a:gd name="connsiteY786" fmla="*/ 1035385 h 6858000"/>
              <a:gd name="connsiteX787" fmla="*/ 3153873 w 7472601"/>
              <a:gd name="connsiteY787" fmla="*/ 898971 h 6858000"/>
              <a:gd name="connsiteX788" fmla="*/ 3276511 w 7472601"/>
              <a:gd name="connsiteY788" fmla="*/ 786423 h 6858000"/>
              <a:gd name="connsiteX789" fmla="*/ 3584154 w 7472601"/>
              <a:gd name="connsiteY789" fmla="*/ 448218 h 6858000"/>
              <a:gd name="connsiteX790" fmla="*/ 3624562 w 7472601"/>
              <a:gd name="connsiteY790" fmla="*/ 367041 h 6858000"/>
              <a:gd name="connsiteX791" fmla="*/ 3766672 w 7472601"/>
              <a:gd name="connsiteY791" fmla="*/ 359429 h 6858000"/>
              <a:gd name="connsiteX792" fmla="*/ 3996338 w 7472601"/>
              <a:gd name="connsiteY792" fmla="*/ 968237 h 6858000"/>
              <a:gd name="connsiteX793" fmla="*/ 3766672 w 7472601"/>
              <a:gd name="connsiteY793" fmla="*/ 359429 h 6858000"/>
              <a:gd name="connsiteX794" fmla="*/ 5805386 w 7472601"/>
              <a:gd name="connsiteY794" fmla="*/ 239240 h 6858000"/>
              <a:gd name="connsiteX795" fmla="*/ 5736947 w 7472601"/>
              <a:gd name="connsiteY795" fmla="*/ 261367 h 6858000"/>
              <a:gd name="connsiteX796" fmla="*/ 5427012 w 7472601"/>
              <a:gd name="connsiteY796" fmla="*/ 311272 h 6858000"/>
              <a:gd name="connsiteX797" fmla="*/ 5147818 w 7472601"/>
              <a:gd name="connsiteY797" fmla="*/ 322112 h 6858000"/>
              <a:gd name="connsiteX798" fmla="*/ 5060854 w 7472601"/>
              <a:gd name="connsiteY798" fmla="*/ 311882 h 6858000"/>
              <a:gd name="connsiteX799" fmla="*/ 4945989 w 7472601"/>
              <a:gd name="connsiteY799" fmla="*/ 300516 h 6858000"/>
              <a:gd name="connsiteX800" fmla="*/ 5410479 w 7472601"/>
              <a:gd name="connsiteY800" fmla="*/ 348434 h 6858000"/>
              <a:gd name="connsiteX801" fmla="*/ 5805386 w 7472601"/>
              <a:gd name="connsiteY801" fmla="*/ 239240 h 6858000"/>
              <a:gd name="connsiteX802" fmla="*/ 5905192 w 7472601"/>
              <a:gd name="connsiteY802" fmla="*/ 163079 h 6858000"/>
              <a:gd name="connsiteX803" fmla="*/ 5865655 w 7472601"/>
              <a:gd name="connsiteY803" fmla="*/ 171901 h 6858000"/>
              <a:gd name="connsiteX804" fmla="*/ 5259740 w 7472601"/>
              <a:gd name="connsiteY804" fmla="*/ 257013 h 6858000"/>
              <a:gd name="connsiteX805" fmla="*/ 5208466 w 7472601"/>
              <a:gd name="connsiteY805" fmla="*/ 257550 h 6858000"/>
              <a:gd name="connsiteX806" fmla="*/ 4980204 w 7472601"/>
              <a:gd name="connsiteY806" fmla="*/ 271903 h 6858000"/>
              <a:gd name="connsiteX807" fmla="*/ 5068068 w 7472601"/>
              <a:gd name="connsiteY807" fmla="*/ 282244 h 6858000"/>
              <a:gd name="connsiteX808" fmla="*/ 5153231 w 7472601"/>
              <a:gd name="connsiteY808" fmla="*/ 292240 h 6858000"/>
              <a:gd name="connsiteX809" fmla="*/ 5426491 w 7472601"/>
              <a:gd name="connsiteY809" fmla="*/ 281128 h 6858000"/>
              <a:gd name="connsiteX810" fmla="*/ 5731212 w 7472601"/>
              <a:gd name="connsiteY810" fmla="*/ 231951 h 6858000"/>
              <a:gd name="connsiteX811" fmla="*/ 5905192 w 7472601"/>
              <a:gd name="connsiteY811" fmla="*/ 163079 h 6858000"/>
              <a:gd name="connsiteX812" fmla="*/ 5944437 w 7472601"/>
              <a:gd name="connsiteY812" fmla="*/ 113829 h 6858000"/>
              <a:gd name="connsiteX813" fmla="*/ 5825032 w 7472601"/>
              <a:gd name="connsiteY813" fmla="*/ 146405 h 6858000"/>
              <a:gd name="connsiteX814" fmla="*/ 4955599 w 7472601"/>
              <a:gd name="connsiteY814" fmla="*/ 247008 h 6858000"/>
              <a:gd name="connsiteX815" fmla="*/ 5210104 w 7472601"/>
              <a:gd name="connsiteY815" fmla="*/ 228123 h 6858000"/>
              <a:gd name="connsiteX816" fmla="*/ 5261015 w 7472601"/>
              <a:gd name="connsiteY816" fmla="*/ 227087 h 6858000"/>
              <a:gd name="connsiteX817" fmla="*/ 5861181 w 7472601"/>
              <a:gd name="connsiteY817" fmla="*/ 143093 h 6858000"/>
              <a:gd name="connsiteX818" fmla="*/ 5961252 w 7472601"/>
              <a:gd name="connsiteY818" fmla="*/ 114820 h 6858000"/>
              <a:gd name="connsiteX819" fmla="*/ 5944437 w 7472601"/>
              <a:gd name="connsiteY819" fmla="*/ 113829 h 6858000"/>
              <a:gd name="connsiteX820" fmla="*/ 3882765 w 7472601"/>
              <a:gd name="connsiteY820" fmla="*/ 0 h 6858000"/>
              <a:gd name="connsiteX821" fmla="*/ 3995099 w 7472601"/>
              <a:gd name="connsiteY821" fmla="*/ 0 h 6858000"/>
              <a:gd name="connsiteX822" fmla="*/ 4163818 w 7472601"/>
              <a:gd name="connsiteY822" fmla="*/ 234104 h 6858000"/>
              <a:gd name="connsiteX823" fmla="*/ 4172099 w 7472601"/>
              <a:gd name="connsiteY823" fmla="*/ 234207 h 6858000"/>
              <a:gd name="connsiteX824" fmla="*/ 4784282 w 7472601"/>
              <a:gd name="connsiteY824" fmla="*/ 276561 h 6858000"/>
              <a:gd name="connsiteX825" fmla="*/ 4801687 w 7472601"/>
              <a:gd name="connsiteY825" fmla="*/ 267764 h 6858000"/>
              <a:gd name="connsiteX826" fmla="*/ 6082788 w 7472601"/>
              <a:gd name="connsiteY826" fmla="*/ 64119 h 6858000"/>
              <a:gd name="connsiteX827" fmla="*/ 6099442 w 7472601"/>
              <a:gd name="connsiteY827" fmla="*/ 82568 h 6858000"/>
              <a:gd name="connsiteX828" fmla="*/ 4804137 w 7472601"/>
              <a:gd name="connsiteY828" fmla="*/ 320931 h 6858000"/>
              <a:gd name="connsiteX829" fmla="*/ 4227047 w 7472601"/>
              <a:gd name="connsiteY829" fmla="*/ 313415 h 6858000"/>
              <a:gd name="connsiteX830" fmla="*/ 4346041 w 7472601"/>
              <a:gd name="connsiteY830" fmla="*/ 456086 h 6858000"/>
              <a:gd name="connsiteX831" fmla="*/ 4870967 w 7472601"/>
              <a:gd name="connsiteY831" fmla="*/ 963061 h 6858000"/>
              <a:gd name="connsiteX832" fmla="*/ 4889647 w 7472601"/>
              <a:gd name="connsiteY832" fmla="*/ 957147 h 6858000"/>
              <a:gd name="connsiteX833" fmla="*/ 5422504 w 7472601"/>
              <a:gd name="connsiteY833" fmla="*/ 805191 h 6858000"/>
              <a:gd name="connsiteX834" fmla="*/ 6087656 w 7472601"/>
              <a:gd name="connsiteY834" fmla="*/ 826703 h 6858000"/>
              <a:gd name="connsiteX835" fmla="*/ 6058717 w 7472601"/>
              <a:gd name="connsiteY835" fmla="*/ 865992 h 6858000"/>
              <a:gd name="connsiteX836" fmla="*/ 4974153 w 7472601"/>
              <a:gd name="connsiteY836" fmla="*/ 1045456 h 6858000"/>
              <a:gd name="connsiteX837" fmla="*/ 5627835 w 7472601"/>
              <a:gd name="connsiteY837" fmla="*/ 1472077 h 6858000"/>
              <a:gd name="connsiteX838" fmla="*/ 5629817 w 7472601"/>
              <a:gd name="connsiteY838" fmla="*/ 1471412 h 6858000"/>
              <a:gd name="connsiteX839" fmla="*/ 5634124 w 7472601"/>
              <a:gd name="connsiteY839" fmla="*/ 1470572 h 6858000"/>
              <a:gd name="connsiteX840" fmla="*/ 5755832 w 7472601"/>
              <a:gd name="connsiteY840" fmla="*/ 1383886 h 6858000"/>
              <a:gd name="connsiteX841" fmla="*/ 6014186 w 7472601"/>
              <a:gd name="connsiteY841" fmla="*/ 1279799 h 6858000"/>
              <a:gd name="connsiteX842" fmla="*/ 6901619 w 7472601"/>
              <a:gd name="connsiteY842" fmla="*/ 1047874 h 6858000"/>
              <a:gd name="connsiteX843" fmla="*/ 6931566 w 7472601"/>
              <a:gd name="connsiteY843" fmla="*/ 1062034 h 6858000"/>
              <a:gd name="connsiteX844" fmla="*/ 5790982 w 7472601"/>
              <a:gd name="connsiteY844" fmla="*/ 1561380 h 6858000"/>
              <a:gd name="connsiteX845" fmla="*/ 6188971 w 7472601"/>
              <a:gd name="connsiteY845" fmla="*/ 1755168 h 6858000"/>
              <a:gd name="connsiteX846" fmla="*/ 6202446 w 7472601"/>
              <a:gd name="connsiteY846" fmla="*/ 1752268 h 6858000"/>
              <a:gd name="connsiteX847" fmla="*/ 7179560 w 7472601"/>
              <a:gd name="connsiteY847" fmla="*/ 1467551 h 6858000"/>
              <a:gd name="connsiteX848" fmla="*/ 7158730 w 7472601"/>
              <a:gd name="connsiteY848" fmla="*/ 1507835 h 6858000"/>
              <a:gd name="connsiteX849" fmla="*/ 6326959 w 7472601"/>
              <a:gd name="connsiteY849" fmla="*/ 1817686 h 6858000"/>
              <a:gd name="connsiteX850" fmla="*/ 6537433 w 7472601"/>
              <a:gd name="connsiteY850" fmla="*/ 1907790 h 6858000"/>
              <a:gd name="connsiteX851" fmla="*/ 6550221 w 7472601"/>
              <a:gd name="connsiteY851" fmla="*/ 1910729 h 6858000"/>
              <a:gd name="connsiteX852" fmla="*/ 6964438 w 7472601"/>
              <a:gd name="connsiteY852" fmla="*/ 2209505 h 6858000"/>
              <a:gd name="connsiteX853" fmla="*/ 7367862 w 7472601"/>
              <a:gd name="connsiteY853" fmla="*/ 2806833 h 6858000"/>
              <a:gd name="connsiteX854" fmla="*/ 7364329 w 7472601"/>
              <a:gd name="connsiteY854" fmla="*/ 2826907 h 6858000"/>
              <a:gd name="connsiteX855" fmla="*/ 7290545 w 7472601"/>
              <a:gd name="connsiteY855" fmla="*/ 2850663 h 6858000"/>
              <a:gd name="connsiteX856" fmla="*/ 6472036 w 7472601"/>
              <a:gd name="connsiteY856" fmla="*/ 1959003 h 6858000"/>
              <a:gd name="connsiteX857" fmla="*/ 5792897 w 7472601"/>
              <a:gd name="connsiteY857" fmla="*/ 1647747 h 6858000"/>
              <a:gd name="connsiteX858" fmla="*/ 5842751 w 7472601"/>
              <a:gd name="connsiteY858" fmla="*/ 1816112 h 6858000"/>
              <a:gd name="connsiteX859" fmla="*/ 5847424 w 7472601"/>
              <a:gd name="connsiteY859" fmla="*/ 1815776 h 6858000"/>
              <a:gd name="connsiteX860" fmla="*/ 6399821 w 7472601"/>
              <a:gd name="connsiteY860" fmla="*/ 2344799 h 6858000"/>
              <a:gd name="connsiteX861" fmla="*/ 6323232 w 7472601"/>
              <a:gd name="connsiteY861" fmla="*/ 2389634 h 6858000"/>
              <a:gd name="connsiteX862" fmla="*/ 5942958 w 7472601"/>
              <a:gd name="connsiteY862" fmla="*/ 2077708 h 6858000"/>
              <a:gd name="connsiteX863" fmla="*/ 5921559 w 7472601"/>
              <a:gd name="connsiteY863" fmla="*/ 2378596 h 6858000"/>
              <a:gd name="connsiteX864" fmla="*/ 5817651 w 7472601"/>
              <a:gd name="connsiteY864" fmla="*/ 3023919 h 6858000"/>
              <a:gd name="connsiteX865" fmla="*/ 5729634 w 7472601"/>
              <a:gd name="connsiteY865" fmla="*/ 3051849 h 6858000"/>
              <a:gd name="connsiteX866" fmla="*/ 5611018 w 7472601"/>
              <a:gd name="connsiteY866" fmla="*/ 2316769 h 6858000"/>
              <a:gd name="connsiteX867" fmla="*/ 5687608 w 7472601"/>
              <a:gd name="connsiteY867" fmla="*/ 2039972 h 6858000"/>
              <a:gd name="connsiteX868" fmla="*/ 5657554 w 7472601"/>
              <a:gd name="connsiteY868" fmla="*/ 1576445 h 6858000"/>
              <a:gd name="connsiteX869" fmla="*/ 5150475 w 7472601"/>
              <a:gd name="connsiteY869" fmla="*/ 1274012 h 6858000"/>
              <a:gd name="connsiteX870" fmla="*/ 5349142 w 7472601"/>
              <a:gd name="connsiteY870" fmla="*/ 2204405 h 6858000"/>
              <a:gd name="connsiteX871" fmla="*/ 5262214 w 7472601"/>
              <a:gd name="connsiteY871" fmla="*/ 2233836 h 6858000"/>
              <a:gd name="connsiteX872" fmla="*/ 4981539 w 7472601"/>
              <a:gd name="connsiteY872" fmla="*/ 1542201 h 6858000"/>
              <a:gd name="connsiteX873" fmla="*/ 4958461 w 7472601"/>
              <a:gd name="connsiteY873" fmla="*/ 1136957 h 6858000"/>
              <a:gd name="connsiteX874" fmla="*/ 4655015 w 7472601"/>
              <a:gd name="connsiteY874" fmla="*/ 891426 h 6858000"/>
              <a:gd name="connsiteX875" fmla="*/ 4348002 w 7472601"/>
              <a:gd name="connsiteY875" fmla="*/ 2205895 h 6858000"/>
              <a:gd name="connsiteX876" fmla="*/ 4262250 w 7472601"/>
              <a:gd name="connsiteY876" fmla="*/ 2219972 h 6858000"/>
              <a:gd name="connsiteX877" fmla="*/ 4550611 w 7472601"/>
              <a:gd name="connsiteY877" fmla="*/ 817540 h 6858000"/>
              <a:gd name="connsiteX878" fmla="*/ 4564418 w 7472601"/>
              <a:gd name="connsiteY878" fmla="*/ 808293 h 6858000"/>
              <a:gd name="connsiteX879" fmla="*/ 4266388 w 7472601"/>
              <a:gd name="connsiteY879" fmla="*/ 500083 h 6858000"/>
              <a:gd name="connsiteX880" fmla="*/ 4032842 w 7472601"/>
              <a:gd name="connsiteY880" fmla="*/ 211809 h 6858000"/>
              <a:gd name="connsiteX881" fmla="*/ 3882765 w 7472601"/>
              <a:gd name="connsiteY881" fmla="*/ 0 h 6858000"/>
              <a:gd name="connsiteX882" fmla="*/ 3721337 w 7472601"/>
              <a:gd name="connsiteY882" fmla="*/ 0 h 6858000"/>
              <a:gd name="connsiteX883" fmla="*/ 3797544 w 7472601"/>
              <a:gd name="connsiteY883" fmla="*/ 0 h 6858000"/>
              <a:gd name="connsiteX884" fmla="*/ 3775734 w 7472601"/>
              <a:gd name="connsiteY884" fmla="*/ 95131 h 6858000"/>
              <a:gd name="connsiteX885" fmla="*/ 3724807 w 7472601"/>
              <a:gd name="connsiteY885" fmla="*/ 272257 h 6858000"/>
              <a:gd name="connsiteX886" fmla="*/ 3726844 w 7472601"/>
              <a:gd name="connsiteY886" fmla="*/ 282988 h 6858000"/>
              <a:gd name="connsiteX887" fmla="*/ 3742664 w 7472601"/>
              <a:gd name="connsiteY887" fmla="*/ 279918 h 6858000"/>
              <a:gd name="connsiteX888" fmla="*/ 4103910 w 7472601"/>
              <a:gd name="connsiteY888" fmla="*/ 1161917 h 6858000"/>
              <a:gd name="connsiteX889" fmla="*/ 4020269 w 7472601"/>
              <a:gd name="connsiteY889" fmla="*/ 1200406 h 6858000"/>
              <a:gd name="connsiteX890" fmla="*/ 3674882 w 7472601"/>
              <a:gd name="connsiteY890" fmla="*/ 488524 h 6858000"/>
              <a:gd name="connsiteX891" fmla="*/ 3132682 w 7472601"/>
              <a:gd name="connsiteY891" fmla="*/ 1072284 h 6858000"/>
              <a:gd name="connsiteX892" fmla="*/ 2716346 w 7472601"/>
              <a:gd name="connsiteY892" fmla="*/ 1276376 h 6858000"/>
              <a:gd name="connsiteX893" fmla="*/ 2716772 w 7472601"/>
              <a:gd name="connsiteY893" fmla="*/ 1255462 h 6858000"/>
              <a:gd name="connsiteX894" fmla="*/ 3471096 w 7472601"/>
              <a:gd name="connsiteY894" fmla="*/ 437072 h 6858000"/>
              <a:gd name="connsiteX895" fmla="*/ 3639057 w 7472601"/>
              <a:gd name="connsiteY895" fmla="*/ 286334 h 6858000"/>
              <a:gd name="connsiteX896" fmla="*/ 3640309 w 7472601"/>
              <a:gd name="connsiteY896" fmla="*/ 284664 h 6858000"/>
              <a:gd name="connsiteX897" fmla="*/ 3646022 w 7472601"/>
              <a:gd name="connsiteY897" fmla="*/ 276711 h 6858000"/>
              <a:gd name="connsiteX898" fmla="*/ 3707943 w 7472601"/>
              <a:gd name="connsiteY898" fmla="*/ 65958 h 6858000"/>
              <a:gd name="connsiteX899" fmla="*/ 3721337 w 7472601"/>
              <a:gd name="connsiteY899" fmla="*/ 0 h 6858000"/>
              <a:gd name="connsiteX900" fmla="*/ 2867960 w 7472601"/>
              <a:gd name="connsiteY900" fmla="*/ 0 h 6858000"/>
              <a:gd name="connsiteX901" fmla="*/ 2926351 w 7472601"/>
              <a:gd name="connsiteY901" fmla="*/ 0 h 6858000"/>
              <a:gd name="connsiteX902" fmla="*/ 2902823 w 7472601"/>
              <a:gd name="connsiteY902" fmla="*/ 262929 h 6858000"/>
              <a:gd name="connsiteX903" fmla="*/ 2940663 w 7472601"/>
              <a:gd name="connsiteY903" fmla="*/ 140884 h 6858000"/>
              <a:gd name="connsiteX904" fmla="*/ 2947039 w 7472601"/>
              <a:gd name="connsiteY904" fmla="*/ 122524 h 6858000"/>
              <a:gd name="connsiteX905" fmla="*/ 2984316 w 7472601"/>
              <a:gd name="connsiteY905" fmla="*/ 0 h 6858000"/>
              <a:gd name="connsiteX906" fmla="*/ 3016114 w 7472601"/>
              <a:gd name="connsiteY906" fmla="*/ 0 h 6858000"/>
              <a:gd name="connsiteX907" fmla="*/ 2979949 w 7472601"/>
              <a:gd name="connsiteY907" fmla="*/ 119274 h 6858000"/>
              <a:gd name="connsiteX908" fmla="*/ 3023879 w 7472601"/>
              <a:gd name="connsiteY908" fmla="*/ 0 h 6858000"/>
              <a:gd name="connsiteX909" fmla="*/ 3105400 w 7472601"/>
              <a:gd name="connsiteY909" fmla="*/ 0 h 6858000"/>
              <a:gd name="connsiteX910" fmla="*/ 3094669 w 7472601"/>
              <a:gd name="connsiteY910" fmla="*/ 30308 h 6858000"/>
              <a:gd name="connsiteX911" fmla="*/ 2901945 w 7472601"/>
              <a:gd name="connsiteY911" fmla="*/ 466538 h 6858000"/>
              <a:gd name="connsiteX912" fmla="*/ 2815209 w 7472601"/>
              <a:gd name="connsiteY912" fmla="*/ 497361 h 6858000"/>
              <a:gd name="connsiteX913" fmla="*/ 2844845 w 7472601"/>
              <a:gd name="connsiteY913" fmla="*/ 127638 h 6858000"/>
              <a:gd name="connsiteX914" fmla="*/ 2867960 w 7472601"/>
              <a:gd name="connsiteY914" fmla="*/ 0 h 6858000"/>
              <a:gd name="connsiteX915" fmla="*/ 1057230 w 7472601"/>
              <a:gd name="connsiteY915" fmla="*/ 0 h 6858000"/>
              <a:gd name="connsiteX916" fmla="*/ 1111003 w 7472601"/>
              <a:gd name="connsiteY916" fmla="*/ 0 h 6858000"/>
              <a:gd name="connsiteX917" fmla="*/ 1125553 w 7472601"/>
              <a:gd name="connsiteY917" fmla="*/ 52588 h 6858000"/>
              <a:gd name="connsiteX918" fmla="*/ 1304276 w 7472601"/>
              <a:gd name="connsiteY918" fmla="*/ 476275 h 6858000"/>
              <a:gd name="connsiteX919" fmla="*/ 1492066 w 7472601"/>
              <a:gd name="connsiteY919" fmla="*/ 886333 h 6858000"/>
              <a:gd name="connsiteX920" fmla="*/ 1423698 w 7472601"/>
              <a:gd name="connsiteY920" fmla="*/ 710817 h 6858000"/>
              <a:gd name="connsiteX921" fmla="*/ 1357609 w 7472601"/>
              <a:gd name="connsiteY921" fmla="*/ 532892 h 6858000"/>
              <a:gd name="connsiteX922" fmla="*/ 1309550 w 7472601"/>
              <a:gd name="connsiteY922" fmla="*/ 374031 h 6858000"/>
              <a:gd name="connsiteX923" fmla="*/ 1193673 w 7472601"/>
              <a:gd name="connsiteY923" fmla="*/ 49533 h 6858000"/>
              <a:gd name="connsiteX924" fmla="*/ 1164391 w 7472601"/>
              <a:gd name="connsiteY924" fmla="*/ 0 h 6858000"/>
              <a:gd name="connsiteX925" fmla="*/ 1200666 w 7472601"/>
              <a:gd name="connsiteY925" fmla="*/ 0 h 6858000"/>
              <a:gd name="connsiteX926" fmla="*/ 1223408 w 7472601"/>
              <a:gd name="connsiteY926" fmla="*/ 38996 h 6858000"/>
              <a:gd name="connsiteX927" fmla="*/ 1339635 w 7472601"/>
              <a:gd name="connsiteY927" fmla="*/ 365517 h 6858000"/>
              <a:gd name="connsiteX928" fmla="*/ 1387469 w 7472601"/>
              <a:gd name="connsiteY928" fmla="*/ 523079 h 6858000"/>
              <a:gd name="connsiteX929" fmla="*/ 1452685 w 7472601"/>
              <a:gd name="connsiteY929" fmla="*/ 699806 h 6858000"/>
              <a:gd name="connsiteX930" fmla="*/ 1492092 w 7472601"/>
              <a:gd name="connsiteY930" fmla="*/ 800424 h 6858000"/>
              <a:gd name="connsiteX931" fmla="*/ 1455302 w 7472601"/>
              <a:gd name="connsiteY931" fmla="*/ 632913 h 6858000"/>
              <a:gd name="connsiteX932" fmla="*/ 1222336 w 7472601"/>
              <a:gd name="connsiteY932" fmla="*/ 9480 h 6858000"/>
              <a:gd name="connsiteX933" fmla="*/ 1214634 w 7472601"/>
              <a:gd name="connsiteY933" fmla="*/ 0 h 6858000"/>
              <a:gd name="connsiteX934" fmla="*/ 1289827 w 7472601"/>
              <a:gd name="connsiteY934" fmla="*/ 0 h 6858000"/>
              <a:gd name="connsiteX935" fmla="*/ 1321076 w 7472601"/>
              <a:gd name="connsiteY935" fmla="*/ 59722 h 6858000"/>
              <a:gd name="connsiteX936" fmla="*/ 1512579 w 7472601"/>
              <a:gd name="connsiteY936" fmla="*/ 626441 h 6858000"/>
              <a:gd name="connsiteX937" fmla="*/ 1506076 w 7472601"/>
              <a:gd name="connsiteY937" fmla="*/ 1089289 h 6858000"/>
              <a:gd name="connsiteX938" fmla="*/ 1486346 w 7472601"/>
              <a:gd name="connsiteY938" fmla="*/ 1079919 h 6858000"/>
              <a:gd name="connsiteX939" fmla="*/ 1070511 w 7472601"/>
              <a:gd name="connsiteY939" fmla="*/ 48609 h 6858000"/>
              <a:gd name="connsiteX940" fmla="*/ 1057230 w 7472601"/>
              <a:gd name="connsiteY940" fmla="*/ 0 h 6858000"/>
              <a:gd name="connsiteX941" fmla="*/ 43151 w 7472601"/>
              <a:gd name="connsiteY941" fmla="*/ 0 h 6858000"/>
              <a:gd name="connsiteX942" fmla="*/ 95283 w 7472601"/>
              <a:gd name="connsiteY942" fmla="*/ 0 h 6858000"/>
              <a:gd name="connsiteX943" fmla="*/ 300708 w 7472601"/>
              <a:gd name="connsiteY943" fmla="*/ 154571 h 6858000"/>
              <a:gd name="connsiteX944" fmla="*/ 530414 w 7472601"/>
              <a:gd name="connsiteY944" fmla="*/ 354673 h 6858000"/>
              <a:gd name="connsiteX945" fmla="*/ 333785 w 7472601"/>
              <a:gd name="connsiteY945" fmla="*/ 161564 h 6858000"/>
              <a:gd name="connsiteX946" fmla="*/ 147005 w 7472601"/>
              <a:gd name="connsiteY946" fmla="*/ 0 h 6858000"/>
              <a:gd name="connsiteX947" fmla="*/ 272509 w 7472601"/>
              <a:gd name="connsiteY947" fmla="*/ 0 h 6858000"/>
              <a:gd name="connsiteX948" fmla="*/ 326276 w 7472601"/>
              <a:gd name="connsiteY948" fmla="*/ 45847 h 6858000"/>
              <a:gd name="connsiteX949" fmla="*/ 823759 w 7472601"/>
              <a:gd name="connsiteY949" fmla="*/ 574145 h 6858000"/>
              <a:gd name="connsiteX950" fmla="*/ 811254 w 7472601"/>
              <a:gd name="connsiteY950" fmla="*/ 665546 h 6858000"/>
              <a:gd name="connsiteX951" fmla="*/ 154042 w 7472601"/>
              <a:gd name="connsiteY951" fmla="*/ 261522 h 6858000"/>
              <a:gd name="connsiteX952" fmla="*/ 13550 w 7472601"/>
              <a:gd name="connsiteY952" fmla="*/ 158423 h 6858000"/>
              <a:gd name="connsiteX953" fmla="*/ 0 w 7472601"/>
              <a:gd name="connsiteY953" fmla="*/ 146618 h 6858000"/>
              <a:gd name="connsiteX954" fmla="*/ 0 w 7472601"/>
              <a:gd name="connsiteY954" fmla="*/ 59161 h 6858000"/>
              <a:gd name="connsiteX955" fmla="*/ 45427 w 7472601"/>
              <a:gd name="connsiteY955" fmla="*/ 101078 h 6858000"/>
              <a:gd name="connsiteX956" fmla="*/ 630103 w 7472601"/>
              <a:gd name="connsiteY956" fmla="*/ 485885 h 6858000"/>
              <a:gd name="connsiteX957" fmla="*/ 532040 w 7472601"/>
              <a:gd name="connsiteY957" fmla="*/ 399359 h 6858000"/>
              <a:gd name="connsiteX958" fmla="*/ 517618 w 7472601"/>
              <a:gd name="connsiteY958" fmla="*/ 385726 h 6858000"/>
              <a:gd name="connsiteX959" fmla="*/ 285074 w 7472601"/>
              <a:gd name="connsiteY959" fmla="*/ 182755 h 6858000"/>
              <a:gd name="connsiteX960" fmla="*/ 43151 w 7472601"/>
              <a:gd name="connsiteY960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467600 w 7472601"/>
              <a:gd name="connsiteY76" fmla="*/ 6163634 h 6858000"/>
              <a:gd name="connsiteX77" fmla="*/ 7448321 w 7472601"/>
              <a:gd name="connsiteY77" fmla="*/ 6190991 h 6858000"/>
              <a:gd name="connsiteX78" fmla="*/ 7467600 w 7472601"/>
              <a:gd name="connsiteY78" fmla="*/ 6221686 h 6858000"/>
              <a:gd name="connsiteX79" fmla="*/ 7467600 w 7472601"/>
              <a:gd name="connsiteY79" fmla="*/ 6334256 h 6858000"/>
              <a:gd name="connsiteX80" fmla="*/ 7454976 w 7472601"/>
              <a:gd name="connsiteY80" fmla="*/ 6318297 h 6858000"/>
              <a:gd name="connsiteX81" fmla="*/ 1456157 w 7472601"/>
              <a:gd name="connsiteY81" fmla="*/ 5371404 h 6858000"/>
              <a:gd name="connsiteX82" fmla="*/ 1244432 w 7472601"/>
              <a:gd name="connsiteY82" fmla="*/ 5385601 h 6858000"/>
              <a:gd name="connsiteX83" fmla="*/ 973990 w 7472601"/>
              <a:gd name="connsiteY83" fmla="*/ 5424940 h 6858000"/>
              <a:gd name="connsiteX84" fmla="*/ 1103809 w 7472601"/>
              <a:gd name="connsiteY84" fmla="*/ 5433720 h 6858000"/>
              <a:gd name="connsiteX85" fmla="*/ 1123454 w 7472601"/>
              <a:gd name="connsiteY85" fmla="*/ 5435727 h 6858000"/>
              <a:gd name="connsiteX86" fmla="*/ 1737017 w 7472601"/>
              <a:gd name="connsiteY86" fmla="*/ 5452183 h 6858000"/>
              <a:gd name="connsiteX87" fmla="*/ 1824397 w 7472601"/>
              <a:gd name="connsiteY87" fmla="*/ 5447757 h 6858000"/>
              <a:gd name="connsiteX88" fmla="*/ 2070059 w 7472601"/>
              <a:gd name="connsiteY88" fmla="*/ 5441660 h 6858000"/>
              <a:gd name="connsiteX89" fmla="*/ 1456157 w 7472601"/>
              <a:gd name="connsiteY89" fmla="*/ 5371404 h 6858000"/>
              <a:gd name="connsiteX90" fmla="*/ 4988186 w 7472601"/>
              <a:gd name="connsiteY90" fmla="*/ 5216467 h 6858000"/>
              <a:gd name="connsiteX91" fmla="*/ 4777334 w 7472601"/>
              <a:gd name="connsiteY91" fmla="*/ 5406072 h 6858000"/>
              <a:gd name="connsiteX92" fmla="*/ 4718341 w 7472601"/>
              <a:gd name="connsiteY92" fmla="*/ 5468043 h 6858000"/>
              <a:gd name="connsiteX93" fmla="*/ 4604655 w 7472601"/>
              <a:gd name="connsiteY93" fmla="*/ 5583434 h 6858000"/>
              <a:gd name="connsiteX94" fmla="*/ 4565074 w 7472601"/>
              <a:gd name="connsiteY94" fmla="*/ 5618550 h 6858000"/>
              <a:gd name="connsiteX95" fmla="*/ 4988186 w 7472601"/>
              <a:gd name="connsiteY95" fmla="*/ 5216467 h 6858000"/>
              <a:gd name="connsiteX96" fmla="*/ 4978032 w 7472601"/>
              <a:gd name="connsiteY96" fmla="*/ 5183809 h 6858000"/>
              <a:gd name="connsiteX97" fmla="*/ 4463413 w 7472601"/>
              <a:gd name="connsiteY97" fmla="*/ 5615162 h 6858000"/>
              <a:gd name="connsiteX98" fmla="*/ 4358134 w 7472601"/>
              <a:gd name="connsiteY98" fmla="*/ 5742791 h 6858000"/>
              <a:gd name="connsiteX99" fmla="*/ 4376219 w 7472601"/>
              <a:gd name="connsiteY99" fmla="*/ 5729027 h 6858000"/>
              <a:gd name="connsiteX100" fmla="*/ 4582340 w 7472601"/>
              <a:gd name="connsiteY100" fmla="*/ 5561037 h 6858000"/>
              <a:gd name="connsiteX101" fmla="*/ 4694684 w 7472601"/>
              <a:gd name="connsiteY101" fmla="*/ 5447098 h 6858000"/>
              <a:gd name="connsiteX102" fmla="*/ 4754123 w 7472601"/>
              <a:gd name="connsiteY102" fmla="*/ 5384643 h 6858000"/>
              <a:gd name="connsiteX103" fmla="*/ 4978032 w 7472601"/>
              <a:gd name="connsiteY103" fmla="*/ 5183809 h 6858000"/>
              <a:gd name="connsiteX104" fmla="*/ 1903353 w 7472601"/>
              <a:gd name="connsiteY104" fmla="*/ 5044827 h 6858000"/>
              <a:gd name="connsiteX105" fmla="*/ 1936931 w 7472601"/>
              <a:gd name="connsiteY105" fmla="*/ 5093954 h 6858000"/>
              <a:gd name="connsiteX106" fmla="*/ 2195868 w 7472601"/>
              <a:gd name="connsiteY106" fmla="*/ 5396574 h 6858000"/>
              <a:gd name="connsiteX107" fmla="*/ 2088852 w 7472601"/>
              <a:gd name="connsiteY107" fmla="*/ 5166123 h 6858000"/>
              <a:gd name="connsiteX108" fmla="*/ 1958241 w 7472601"/>
              <a:gd name="connsiteY108" fmla="*/ 5067955 h 6858000"/>
              <a:gd name="connsiteX109" fmla="*/ 1903353 w 7472601"/>
              <a:gd name="connsiteY109" fmla="*/ 5044827 h 6858000"/>
              <a:gd name="connsiteX110" fmla="*/ 1979378 w 7472601"/>
              <a:gd name="connsiteY110" fmla="*/ 4769504 h 6858000"/>
              <a:gd name="connsiteX111" fmla="*/ 2882120 w 7472601"/>
              <a:gd name="connsiteY111" fmla="*/ 5064547 h 6858000"/>
              <a:gd name="connsiteX112" fmla="*/ 2793103 w 7472601"/>
              <a:gd name="connsiteY112" fmla="*/ 5039699 h 6858000"/>
              <a:gd name="connsiteX113" fmla="*/ 2770041 w 7472601"/>
              <a:gd name="connsiteY113" fmla="*/ 5033634 h 6858000"/>
              <a:gd name="connsiteX114" fmla="*/ 1979378 w 7472601"/>
              <a:gd name="connsiteY114" fmla="*/ 4769504 h 6858000"/>
              <a:gd name="connsiteX115" fmla="*/ 1927410 w 7472601"/>
              <a:gd name="connsiteY115" fmla="*/ 4716164 h 6858000"/>
              <a:gd name="connsiteX116" fmla="*/ 1959587 w 7472601"/>
              <a:gd name="connsiteY116" fmla="*/ 4728849 h 6858000"/>
              <a:gd name="connsiteX117" fmla="*/ 2777707 w 7472601"/>
              <a:gd name="connsiteY117" fmla="*/ 5003991 h 6858000"/>
              <a:gd name="connsiteX118" fmla="*/ 2800768 w 7472601"/>
              <a:gd name="connsiteY118" fmla="*/ 5010056 h 6858000"/>
              <a:gd name="connsiteX119" fmla="*/ 2879408 w 7472601"/>
              <a:gd name="connsiteY119" fmla="*/ 5031590 h 6858000"/>
              <a:gd name="connsiteX120" fmla="*/ 2862295 w 7472601"/>
              <a:gd name="connsiteY120" fmla="*/ 5022958 h 6858000"/>
              <a:gd name="connsiteX121" fmla="*/ 2813343 w 7472601"/>
              <a:gd name="connsiteY121" fmla="*/ 4998369 h 6858000"/>
              <a:gd name="connsiteX122" fmla="*/ 2646245 w 7472601"/>
              <a:gd name="connsiteY122" fmla="*/ 4930999 h 6858000"/>
              <a:gd name="connsiteX123" fmla="*/ 1999243 w 7472601"/>
              <a:gd name="connsiteY123" fmla="*/ 4730524 h 6858000"/>
              <a:gd name="connsiteX124" fmla="*/ 1979527 w 7472601"/>
              <a:gd name="connsiteY124" fmla="*/ 4726651 h 6858000"/>
              <a:gd name="connsiteX125" fmla="*/ 1927410 w 7472601"/>
              <a:gd name="connsiteY125" fmla="*/ 4716164 h 6858000"/>
              <a:gd name="connsiteX126" fmla="*/ 1997014 w 7472601"/>
              <a:gd name="connsiteY126" fmla="*/ 4698007 h 6858000"/>
              <a:gd name="connsiteX127" fmla="*/ 2005458 w 7472601"/>
              <a:gd name="connsiteY127" fmla="*/ 4699540 h 6858000"/>
              <a:gd name="connsiteX128" fmla="*/ 2657186 w 7472601"/>
              <a:gd name="connsiteY128" fmla="*/ 4901687 h 6858000"/>
              <a:gd name="connsiteX129" fmla="*/ 2826662 w 7472601"/>
              <a:gd name="connsiteY129" fmla="*/ 4970362 h 6858000"/>
              <a:gd name="connsiteX130" fmla="*/ 2876100 w 7472601"/>
              <a:gd name="connsiteY130" fmla="*/ 4995397 h 6858000"/>
              <a:gd name="connsiteX131" fmla="*/ 3042600 w 7472601"/>
              <a:gd name="connsiteY131" fmla="*/ 5059532 h 6858000"/>
              <a:gd name="connsiteX132" fmla="*/ 1997014 w 7472601"/>
              <a:gd name="connsiteY132" fmla="*/ 4698007 h 6858000"/>
              <a:gd name="connsiteX133" fmla="*/ 2305292 w 7472601"/>
              <a:gd name="connsiteY133" fmla="*/ 4219492 h 6858000"/>
              <a:gd name="connsiteX134" fmla="*/ 3360922 w 7472601"/>
              <a:gd name="connsiteY134" fmla="*/ 4529373 h 6858000"/>
              <a:gd name="connsiteX135" fmla="*/ 3492420 w 7472601"/>
              <a:gd name="connsiteY135" fmla="*/ 4510145 h 6858000"/>
              <a:gd name="connsiteX136" fmla="*/ 3364086 w 7472601"/>
              <a:gd name="connsiteY136" fmla="*/ 4480340 h 6858000"/>
              <a:gd name="connsiteX137" fmla="*/ 3225818 w 7472601"/>
              <a:gd name="connsiteY137" fmla="*/ 4411822 h 6858000"/>
              <a:gd name="connsiteX138" fmla="*/ 3129696 w 7472601"/>
              <a:gd name="connsiteY138" fmla="*/ 4360704 h 6858000"/>
              <a:gd name="connsiteX139" fmla="*/ 2814545 w 7472601"/>
              <a:gd name="connsiteY139" fmla="*/ 4282955 h 6858000"/>
              <a:gd name="connsiteX140" fmla="*/ 2305292 w 7472601"/>
              <a:gd name="connsiteY140" fmla="*/ 4219492 h 6858000"/>
              <a:gd name="connsiteX141" fmla="*/ 2626982 w 7472601"/>
              <a:gd name="connsiteY141" fmla="*/ 4206450 h 6858000"/>
              <a:gd name="connsiteX142" fmla="*/ 2490617 w 7472601"/>
              <a:gd name="connsiteY142" fmla="*/ 4206951 h 6858000"/>
              <a:gd name="connsiteX143" fmla="*/ 2819869 w 7472601"/>
              <a:gd name="connsiteY143" fmla="*/ 4252936 h 6858000"/>
              <a:gd name="connsiteX144" fmla="*/ 3143018 w 7472601"/>
              <a:gd name="connsiteY144" fmla="*/ 4332698 h 6858000"/>
              <a:gd name="connsiteX145" fmla="*/ 3241520 w 7472601"/>
              <a:gd name="connsiteY145" fmla="*/ 4385112 h 6858000"/>
              <a:gd name="connsiteX146" fmla="*/ 3374575 w 7472601"/>
              <a:gd name="connsiteY146" fmla="*/ 4451517 h 6858000"/>
              <a:gd name="connsiteX147" fmla="*/ 3505221 w 7472601"/>
              <a:gd name="connsiteY147" fmla="*/ 4480757 h 6858000"/>
              <a:gd name="connsiteX148" fmla="*/ 2626982 w 7472601"/>
              <a:gd name="connsiteY148" fmla="*/ 4206450 h 6858000"/>
              <a:gd name="connsiteX149" fmla="*/ 1310106 w 7472601"/>
              <a:gd name="connsiteY149" fmla="*/ 3943217 h 6858000"/>
              <a:gd name="connsiteX150" fmla="*/ 854994 w 7472601"/>
              <a:gd name="connsiteY150" fmla="*/ 4399136 h 6858000"/>
              <a:gd name="connsiteX151" fmla="*/ 742462 w 7472601"/>
              <a:gd name="connsiteY151" fmla="*/ 4594648 h 6858000"/>
              <a:gd name="connsiteX152" fmla="*/ 820602 w 7472601"/>
              <a:gd name="connsiteY152" fmla="*/ 4485915 h 6858000"/>
              <a:gd name="connsiteX153" fmla="*/ 878295 w 7472601"/>
              <a:gd name="connsiteY153" fmla="*/ 4403594 h 6858000"/>
              <a:gd name="connsiteX154" fmla="*/ 1240607 w 7472601"/>
              <a:gd name="connsiteY154" fmla="*/ 4010401 h 6858000"/>
              <a:gd name="connsiteX155" fmla="*/ 1310106 w 7472601"/>
              <a:gd name="connsiteY155" fmla="*/ 3943217 h 6858000"/>
              <a:gd name="connsiteX156" fmla="*/ 1423113 w 7472601"/>
              <a:gd name="connsiteY156" fmla="*/ 3874565 h 6858000"/>
              <a:gd name="connsiteX157" fmla="*/ 1260565 w 7472601"/>
              <a:gd name="connsiteY157" fmla="*/ 4031982 h 6858000"/>
              <a:gd name="connsiteX158" fmla="*/ 901900 w 7472601"/>
              <a:gd name="connsiteY158" fmla="*/ 4421236 h 6858000"/>
              <a:gd name="connsiteX159" fmla="*/ 845044 w 7472601"/>
              <a:gd name="connsiteY159" fmla="*/ 4502436 h 6858000"/>
              <a:gd name="connsiteX160" fmla="*/ 685926 w 7472601"/>
              <a:gd name="connsiteY160" fmla="*/ 4703069 h 6858000"/>
              <a:gd name="connsiteX161" fmla="*/ 684248 w 7472601"/>
              <a:gd name="connsiteY161" fmla="*/ 4706721 h 6858000"/>
              <a:gd name="connsiteX162" fmla="*/ 1423113 w 7472601"/>
              <a:gd name="connsiteY162" fmla="*/ 3874565 h 6858000"/>
              <a:gd name="connsiteX163" fmla="*/ 3316479 w 7472601"/>
              <a:gd name="connsiteY163" fmla="*/ 3872136 h 6858000"/>
              <a:gd name="connsiteX164" fmla="*/ 3546806 w 7472601"/>
              <a:gd name="connsiteY164" fmla="*/ 4356139 h 6858000"/>
              <a:gd name="connsiteX165" fmla="*/ 3364433 w 7472601"/>
              <a:gd name="connsiteY165" fmla="*/ 3953121 h 6858000"/>
              <a:gd name="connsiteX166" fmla="*/ 3316479 w 7472601"/>
              <a:gd name="connsiteY166" fmla="*/ 3872136 h 6858000"/>
              <a:gd name="connsiteX167" fmla="*/ 3291335 w 7472601"/>
              <a:gd name="connsiteY167" fmla="*/ 3767420 h 6858000"/>
              <a:gd name="connsiteX168" fmla="*/ 3390805 w 7472601"/>
              <a:gd name="connsiteY168" fmla="*/ 3937163 h 6858000"/>
              <a:gd name="connsiteX169" fmla="*/ 3579062 w 7472601"/>
              <a:gd name="connsiteY169" fmla="*/ 4359040 h 6858000"/>
              <a:gd name="connsiteX170" fmla="*/ 3467355 w 7472601"/>
              <a:gd name="connsiteY170" fmla="*/ 3988130 h 6858000"/>
              <a:gd name="connsiteX171" fmla="*/ 3310753 w 7472601"/>
              <a:gd name="connsiteY171" fmla="*/ 3787140 h 6858000"/>
              <a:gd name="connsiteX172" fmla="*/ 3291335 w 7472601"/>
              <a:gd name="connsiteY172" fmla="*/ 3767420 h 6858000"/>
              <a:gd name="connsiteX173" fmla="*/ 1635889 w 7472601"/>
              <a:gd name="connsiteY173" fmla="*/ 3709494 h 6858000"/>
              <a:gd name="connsiteX174" fmla="*/ 1634800 w 7472601"/>
              <a:gd name="connsiteY174" fmla="*/ 3731111 h 6858000"/>
              <a:gd name="connsiteX175" fmla="*/ 1635889 w 7472601"/>
              <a:gd name="connsiteY175" fmla="*/ 3709494 h 6858000"/>
              <a:gd name="connsiteX176" fmla="*/ 1510397 w 7472601"/>
              <a:gd name="connsiteY176" fmla="*/ 3684705 h 6858000"/>
              <a:gd name="connsiteX177" fmla="*/ 1146550 w 7472601"/>
              <a:gd name="connsiteY177" fmla="*/ 3802012 h 6858000"/>
              <a:gd name="connsiteX178" fmla="*/ 698834 w 7472601"/>
              <a:gd name="connsiteY178" fmla="*/ 3952272 h 6858000"/>
              <a:gd name="connsiteX179" fmla="*/ 34256 w 7472601"/>
              <a:gd name="connsiteY179" fmla="*/ 4347603 h 6858000"/>
              <a:gd name="connsiteX180" fmla="*/ 527241 w 7472601"/>
              <a:gd name="connsiteY180" fmla="*/ 4065078 h 6858000"/>
              <a:gd name="connsiteX181" fmla="*/ 1510397 w 7472601"/>
              <a:gd name="connsiteY181" fmla="*/ 3684705 h 6858000"/>
              <a:gd name="connsiteX182" fmla="*/ 1313114 w 7472601"/>
              <a:gd name="connsiteY182" fmla="*/ 3655216 h 6858000"/>
              <a:gd name="connsiteX183" fmla="*/ 1109304 w 7472601"/>
              <a:gd name="connsiteY183" fmla="*/ 3669030 h 6858000"/>
              <a:gd name="connsiteX184" fmla="*/ 8129 w 7472601"/>
              <a:gd name="connsiteY184" fmla="*/ 4330519 h 6858000"/>
              <a:gd name="connsiteX185" fmla="*/ 687572 w 7472601"/>
              <a:gd name="connsiteY185" fmla="*/ 3925629 h 6858000"/>
              <a:gd name="connsiteX186" fmla="*/ 1138365 w 7472601"/>
              <a:gd name="connsiteY186" fmla="*/ 3774515 h 6858000"/>
              <a:gd name="connsiteX187" fmla="*/ 1505579 w 7472601"/>
              <a:gd name="connsiteY187" fmla="*/ 3655526 h 6858000"/>
              <a:gd name="connsiteX188" fmla="*/ 1313114 w 7472601"/>
              <a:gd name="connsiteY188" fmla="*/ 3655216 h 6858000"/>
              <a:gd name="connsiteX189" fmla="*/ 3655073 w 7472601"/>
              <a:gd name="connsiteY189" fmla="*/ 3650884 h 6858000"/>
              <a:gd name="connsiteX190" fmla="*/ 3989938 w 7472601"/>
              <a:gd name="connsiteY190" fmla="*/ 3991685 h 6858000"/>
              <a:gd name="connsiteX191" fmla="*/ 4393907 w 7472601"/>
              <a:gd name="connsiteY191" fmla="*/ 4261258 h 6858000"/>
              <a:gd name="connsiteX192" fmla="*/ 4648051 w 7472601"/>
              <a:gd name="connsiteY192" fmla="*/ 4374051 h 6858000"/>
              <a:gd name="connsiteX193" fmla="*/ 4383389 w 7472601"/>
              <a:gd name="connsiteY193" fmla="*/ 4184369 h 6858000"/>
              <a:gd name="connsiteX194" fmla="*/ 4165508 w 7472601"/>
              <a:gd name="connsiteY194" fmla="*/ 4035196 h 6858000"/>
              <a:gd name="connsiteX195" fmla="*/ 4068162 w 7472601"/>
              <a:gd name="connsiteY195" fmla="*/ 3953394 h 6858000"/>
              <a:gd name="connsiteX196" fmla="*/ 3981416 w 7472601"/>
              <a:gd name="connsiteY196" fmla="*/ 3880482 h 6858000"/>
              <a:gd name="connsiteX197" fmla="*/ 3800147 w 7472601"/>
              <a:gd name="connsiteY197" fmla="*/ 3749872 h 6858000"/>
              <a:gd name="connsiteX198" fmla="*/ 3655073 w 7472601"/>
              <a:gd name="connsiteY198" fmla="*/ 3650884 h 6858000"/>
              <a:gd name="connsiteX199" fmla="*/ 3670252 w 7472601"/>
              <a:gd name="connsiteY199" fmla="*/ 3622798 h 6858000"/>
              <a:gd name="connsiteX200" fmla="*/ 3817258 w 7472601"/>
              <a:gd name="connsiteY200" fmla="*/ 3723577 h 6858000"/>
              <a:gd name="connsiteX201" fmla="*/ 4000461 w 7472601"/>
              <a:gd name="connsiteY201" fmla="*/ 3855966 h 6858000"/>
              <a:gd name="connsiteX202" fmla="*/ 4088180 w 7472601"/>
              <a:gd name="connsiteY202" fmla="*/ 3929774 h 6858000"/>
              <a:gd name="connsiteX203" fmla="*/ 4184555 w 7472601"/>
              <a:gd name="connsiteY203" fmla="*/ 4010683 h 6858000"/>
              <a:gd name="connsiteX204" fmla="*/ 4399563 w 7472601"/>
              <a:gd name="connsiteY204" fmla="*/ 4158106 h 6858000"/>
              <a:gd name="connsiteX205" fmla="*/ 4684469 w 7472601"/>
              <a:gd name="connsiteY205" fmla="*/ 4364680 h 6858000"/>
              <a:gd name="connsiteX206" fmla="*/ 4690271 w 7472601"/>
              <a:gd name="connsiteY206" fmla="*/ 4370034 h 6858000"/>
              <a:gd name="connsiteX207" fmla="*/ 4136093 w 7472601"/>
              <a:gd name="connsiteY207" fmla="*/ 3858466 h 6858000"/>
              <a:gd name="connsiteX208" fmla="*/ 3670252 w 7472601"/>
              <a:gd name="connsiteY208" fmla="*/ 3622798 h 6858000"/>
              <a:gd name="connsiteX209" fmla="*/ 4440129 w 7472601"/>
              <a:gd name="connsiteY209" fmla="*/ 3448571 h 6858000"/>
              <a:gd name="connsiteX210" fmla="*/ 4856525 w 7472601"/>
              <a:gd name="connsiteY210" fmla="*/ 3915351 h 6858000"/>
              <a:gd name="connsiteX211" fmla="*/ 5059055 w 7472601"/>
              <a:gd name="connsiteY211" fmla="*/ 4108918 h 6858000"/>
              <a:gd name="connsiteX212" fmla="*/ 5290070 w 7472601"/>
              <a:gd name="connsiteY212" fmla="*/ 4263619 h 6858000"/>
              <a:gd name="connsiteX213" fmla="*/ 4834991 w 7472601"/>
              <a:gd name="connsiteY213" fmla="*/ 3830985 h 6858000"/>
              <a:gd name="connsiteX214" fmla="*/ 4440129 w 7472601"/>
              <a:gd name="connsiteY214" fmla="*/ 3448571 h 6858000"/>
              <a:gd name="connsiteX215" fmla="*/ 4441737 w 7472601"/>
              <a:gd name="connsiteY215" fmla="*/ 3399734 h 6858000"/>
              <a:gd name="connsiteX216" fmla="*/ 4431236 w 7472601"/>
              <a:gd name="connsiteY216" fmla="*/ 3400954 h 6858000"/>
              <a:gd name="connsiteX217" fmla="*/ 4557150 w 7472601"/>
              <a:gd name="connsiteY217" fmla="*/ 3510023 h 6858000"/>
              <a:gd name="connsiteX218" fmla="*/ 4856936 w 7472601"/>
              <a:gd name="connsiteY218" fmla="*/ 3809146 h 6858000"/>
              <a:gd name="connsiteX219" fmla="*/ 5111996 w 7472601"/>
              <a:gd name="connsiteY219" fmla="*/ 4065759 h 6858000"/>
              <a:gd name="connsiteX220" fmla="*/ 5388878 w 7472601"/>
              <a:gd name="connsiteY220" fmla="*/ 4300185 h 6858000"/>
              <a:gd name="connsiteX221" fmla="*/ 5425556 w 7472601"/>
              <a:gd name="connsiteY221" fmla="*/ 4308967 h 6858000"/>
              <a:gd name="connsiteX222" fmla="*/ 4943646 w 7472601"/>
              <a:gd name="connsiteY222" fmla="*/ 3822916 h 6858000"/>
              <a:gd name="connsiteX223" fmla="*/ 4594837 w 7472601"/>
              <a:gd name="connsiteY223" fmla="*/ 3532274 h 6858000"/>
              <a:gd name="connsiteX224" fmla="*/ 4441737 w 7472601"/>
              <a:gd name="connsiteY224" fmla="*/ 3399734 h 6858000"/>
              <a:gd name="connsiteX225" fmla="*/ 5425834 w 7472601"/>
              <a:gd name="connsiteY225" fmla="*/ 3162785 h 6858000"/>
              <a:gd name="connsiteX226" fmla="*/ 5401644 w 7472601"/>
              <a:gd name="connsiteY226" fmla="*/ 3617847 h 6858000"/>
              <a:gd name="connsiteX227" fmla="*/ 5467256 w 7472601"/>
              <a:gd name="connsiteY227" fmla="*/ 4175494 h 6858000"/>
              <a:gd name="connsiteX228" fmla="*/ 5448069 w 7472601"/>
              <a:gd name="connsiteY228" fmla="*/ 3567554 h 6858000"/>
              <a:gd name="connsiteX229" fmla="*/ 5425834 w 7472601"/>
              <a:gd name="connsiteY229" fmla="*/ 3162785 h 6858000"/>
              <a:gd name="connsiteX230" fmla="*/ 1318687 w 7472601"/>
              <a:gd name="connsiteY230" fmla="*/ 3113840 h 6858000"/>
              <a:gd name="connsiteX231" fmla="*/ 1066793 w 7472601"/>
              <a:gd name="connsiteY231" fmla="*/ 3212171 h 6858000"/>
              <a:gd name="connsiteX232" fmla="*/ 993319 w 7472601"/>
              <a:gd name="connsiteY232" fmla="*/ 3247648 h 6858000"/>
              <a:gd name="connsiteX233" fmla="*/ 853081 w 7472601"/>
              <a:gd name="connsiteY233" fmla="*/ 3312410 h 6858000"/>
              <a:gd name="connsiteX234" fmla="*/ 805957 w 7472601"/>
              <a:gd name="connsiteY234" fmla="*/ 3330443 h 6858000"/>
              <a:gd name="connsiteX235" fmla="*/ 1318687 w 7472601"/>
              <a:gd name="connsiteY235" fmla="*/ 3113840 h 6858000"/>
              <a:gd name="connsiteX236" fmla="*/ 5453702 w 7472601"/>
              <a:gd name="connsiteY236" fmla="*/ 3090882 h 6858000"/>
              <a:gd name="connsiteX237" fmla="*/ 5480135 w 7472601"/>
              <a:gd name="connsiteY237" fmla="*/ 3565802 h 6858000"/>
              <a:gd name="connsiteX238" fmla="*/ 5499023 w 7472601"/>
              <a:gd name="connsiteY238" fmla="*/ 4166310 h 6858000"/>
              <a:gd name="connsiteX239" fmla="*/ 5547022 w 7472601"/>
              <a:gd name="connsiteY239" fmla="*/ 3607838 h 6858000"/>
              <a:gd name="connsiteX240" fmla="*/ 5515964 w 7472601"/>
              <a:gd name="connsiteY240" fmla="*/ 3378541 h 6858000"/>
              <a:gd name="connsiteX241" fmla="*/ 5453702 w 7472601"/>
              <a:gd name="connsiteY241" fmla="*/ 3090882 h 6858000"/>
              <a:gd name="connsiteX242" fmla="*/ 1238695 w 7472601"/>
              <a:gd name="connsiteY242" fmla="*/ 3076820 h 6858000"/>
              <a:gd name="connsiteX243" fmla="*/ 716371 w 7472601"/>
              <a:gd name="connsiteY243" fmla="*/ 3293249 h 6858000"/>
              <a:gd name="connsiteX244" fmla="*/ 579522 w 7472601"/>
              <a:gd name="connsiteY244" fmla="*/ 3371759 h 6858000"/>
              <a:gd name="connsiteX245" fmla="*/ 600288 w 7472601"/>
              <a:gd name="connsiteY245" fmla="*/ 3365555 h 6858000"/>
              <a:gd name="connsiteX246" fmla="*/ 840692 w 7472601"/>
              <a:gd name="connsiteY246" fmla="*/ 3284921 h 6858000"/>
              <a:gd name="connsiteX247" fmla="*/ 979248 w 7472601"/>
              <a:gd name="connsiteY247" fmla="*/ 3221003 h 6858000"/>
              <a:gd name="connsiteX248" fmla="*/ 1053282 w 7472601"/>
              <a:gd name="connsiteY248" fmla="*/ 3185247 h 6858000"/>
              <a:gd name="connsiteX249" fmla="*/ 1320603 w 7472601"/>
              <a:gd name="connsiteY249" fmla="*/ 3081281 h 6858000"/>
              <a:gd name="connsiteX250" fmla="*/ 1238695 w 7472601"/>
              <a:gd name="connsiteY250" fmla="*/ 3076820 h 6858000"/>
              <a:gd name="connsiteX251" fmla="*/ 5425627 w 7472601"/>
              <a:gd name="connsiteY251" fmla="*/ 2954192 h 6858000"/>
              <a:gd name="connsiteX252" fmla="*/ 5470770 w 7472601"/>
              <a:gd name="connsiteY252" fmla="*/ 3005435 h 6858000"/>
              <a:gd name="connsiteX253" fmla="*/ 5519779 w 7472601"/>
              <a:gd name="connsiteY253" fmla="*/ 4359223 h 6858000"/>
              <a:gd name="connsiteX254" fmla="*/ 5520293 w 7472601"/>
              <a:gd name="connsiteY254" fmla="*/ 4360602 h 6858000"/>
              <a:gd name="connsiteX255" fmla="*/ 5767221 w 7472601"/>
              <a:gd name="connsiteY255" fmla="*/ 4665564 h 6858000"/>
              <a:gd name="connsiteX256" fmla="*/ 6937169 w 7472601"/>
              <a:gd name="connsiteY256" fmla="*/ 4815941 h 6858000"/>
              <a:gd name="connsiteX257" fmla="*/ 6953922 w 7472601"/>
              <a:gd name="connsiteY257" fmla="*/ 4890068 h 6858000"/>
              <a:gd name="connsiteX258" fmla="*/ 6071359 w 7472601"/>
              <a:gd name="connsiteY258" fmla="*/ 4770770 h 6858000"/>
              <a:gd name="connsiteX259" fmla="*/ 6038839 w 7472601"/>
              <a:gd name="connsiteY259" fmla="*/ 4764474 h 6858000"/>
              <a:gd name="connsiteX260" fmla="*/ 6038706 w 7472601"/>
              <a:gd name="connsiteY260" fmla="*/ 4763847 h 6858000"/>
              <a:gd name="connsiteX261" fmla="*/ 6037784 w 7472601"/>
              <a:gd name="connsiteY261" fmla="*/ 4764270 h 6858000"/>
              <a:gd name="connsiteX262" fmla="*/ 6038839 w 7472601"/>
              <a:gd name="connsiteY262" fmla="*/ 4764474 h 6858000"/>
              <a:gd name="connsiteX263" fmla="*/ 6040338 w 7472601"/>
              <a:gd name="connsiteY263" fmla="*/ 4771418 h 6858000"/>
              <a:gd name="connsiteX264" fmla="*/ 6024488 w 7472601"/>
              <a:gd name="connsiteY264" fmla="*/ 4809903 h 6858000"/>
              <a:gd name="connsiteX265" fmla="*/ 5599771 w 7472601"/>
              <a:gd name="connsiteY265" fmla="*/ 5509652 h 6858000"/>
              <a:gd name="connsiteX266" fmla="*/ 5548843 w 7472601"/>
              <a:gd name="connsiteY266" fmla="*/ 5563845 h 6858000"/>
              <a:gd name="connsiteX267" fmla="*/ 5940952 w 7472601"/>
              <a:gd name="connsiteY267" fmla="*/ 6250028 h 6858000"/>
              <a:gd name="connsiteX268" fmla="*/ 6043441 w 7472601"/>
              <a:gd name="connsiteY268" fmla="*/ 6665847 h 6858000"/>
              <a:gd name="connsiteX269" fmla="*/ 6093432 w 7472601"/>
              <a:gd name="connsiteY269" fmla="*/ 6858000 h 6858000"/>
              <a:gd name="connsiteX270" fmla="*/ 6034344 w 7472601"/>
              <a:gd name="connsiteY270" fmla="*/ 6858000 h 6858000"/>
              <a:gd name="connsiteX271" fmla="*/ 6026679 w 7472601"/>
              <a:gd name="connsiteY271" fmla="*/ 6836959 h 6858000"/>
              <a:gd name="connsiteX272" fmla="*/ 5800441 w 7472601"/>
              <a:gd name="connsiteY272" fmla="*/ 6335286 h 6858000"/>
              <a:gd name="connsiteX273" fmla="*/ 5526562 w 7472601"/>
              <a:gd name="connsiteY273" fmla="*/ 5705388 h 6858000"/>
              <a:gd name="connsiteX274" fmla="*/ 5519640 w 7472601"/>
              <a:gd name="connsiteY274" fmla="*/ 5683774 h 6858000"/>
              <a:gd name="connsiteX275" fmla="*/ 5844559 w 7472601"/>
              <a:gd name="connsiteY275" fmla="*/ 6553349 h 6858000"/>
              <a:gd name="connsiteX276" fmla="*/ 5975994 w 7472601"/>
              <a:gd name="connsiteY276" fmla="*/ 6858000 h 6858000"/>
              <a:gd name="connsiteX277" fmla="*/ 5898547 w 7472601"/>
              <a:gd name="connsiteY277" fmla="*/ 6858000 h 6858000"/>
              <a:gd name="connsiteX278" fmla="*/ 5682041 w 7472601"/>
              <a:gd name="connsiteY278" fmla="*/ 6355860 h 6858000"/>
              <a:gd name="connsiteX279" fmla="*/ 5461758 w 7472601"/>
              <a:gd name="connsiteY279" fmla="*/ 5820220 h 6858000"/>
              <a:gd name="connsiteX280" fmla="*/ 5237282 w 7472601"/>
              <a:gd name="connsiteY280" fmla="*/ 6579086 h 6858000"/>
              <a:gd name="connsiteX281" fmla="*/ 5115009 w 7472601"/>
              <a:gd name="connsiteY281" fmla="*/ 6858000 h 6858000"/>
              <a:gd name="connsiteX282" fmla="*/ 5028074 w 7472601"/>
              <a:gd name="connsiteY282" fmla="*/ 6858000 h 6858000"/>
              <a:gd name="connsiteX283" fmla="*/ 5079508 w 7472601"/>
              <a:gd name="connsiteY283" fmla="*/ 6749074 h 6858000"/>
              <a:gd name="connsiteX284" fmla="*/ 5371846 w 7472601"/>
              <a:gd name="connsiteY284" fmla="*/ 5924413 h 6858000"/>
              <a:gd name="connsiteX285" fmla="*/ 5270512 w 7472601"/>
              <a:gd name="connsiteY285" fmla="*/ 6138975 h 6858000"/>
              <a:gd name="connsiteX286" fmla="*/ 5062409 w 7472601"/>
              <a:gd name="connsiteY286" fmla="*/ 6653544 h 6858000"/>
              <a:gd name="connsiteX287" fmla="*/ 5036628 w 7472601"/>
              <a:gd name="connsiteY287" fmla="*/ 6754247 h 6858000"/>
              <a:gd name="connsiteX288" fmla="*/ 5009112 w 7472601"/>
              <a:gd name="connsiteY288" fmla="*/ 6858000 h 6858000"/>
              <a:gd name="connsiteX289" fmla="*/ 4976679 w 7472601"/>
              <a:gd name="connsiteY289" fmla="*/ 6858000 h 6858000"/>
              <a:gd name="connsiteX290" fmla="*/ 5006537 w 7472601"/>
              <a:gd name="connsiteY290" fmla="*/ 6747068 h 6858000"/>
              <a:gd name="connsiteX291" fmla="*/ 5032723 w 7472601"/>
              <a:gd name="connsiteY291" fmla="*/ 6644957 h 6858000"/>
              <a:gd name="connsiteX292" fmla="*/ 5242949 w 7472601"/>
              <a:gd name="connsiteY292" fmla="*/ 6125175 h 6858000"/>
              <a:gd name="connsiteX293" fmla="*/ 5286321 w 7472601"/>
              <a:gd name="connsiteY293" fmla="*/ 6033555 h 6858000"/>
              <a:gd name="connsiteX294" fmla="*/ 5008210 w 7472601"/>
              <a:gd name="connsiteY294" fmla="*/ 6649194 h 6858000"/>
              <a:gd name="connsiteX295" fmla="*/ 4986321 w 7472601"/>
              <a:gd name="connsiteY295" fmla="*/ 6765687 h 6858000"/>
              <a:gd name="connsiteX296" fmla="*/ 4973474 w 7472601"/>
              <a:gd name="connsiteY296" fmla="*/ 6858000 h 6858000"/>
              <a:gd name="connsiteX297" fmla="*/ 4907178 w 7472601"/>
              <a:gd name="connsiteY297" fmla="*/ 6858000 h 6858000"/>
              <a:gd name="connsiteX298" fmla="*/ 4910810 w 7472601"/>
              <a:gd name="connsiteY298" fmla="*/ 6829660 h 6858000"/>
              <a:gd name="connsiteX299" fmla="*/ 4987461 w 7472601"/>
              <a:gd name="connsiteY299" fmla="*/ 6432994 h 6858000"/>
              <a:gd name="connsiteX300" fmla="*/ 5179262 w 7472601"/>
              <a:gd name="connsiteY300" fmla="*/ 6035044 h 6858000"/>
              <a:gd name="connsiteX301" fmla="*/ 4689678 w 7472601"/>
              <a:gd name="connsiteY301" fmla="*/ 6440241 h 6858000"/>
              <a:gd name="connsiteX302" fmla="*/ 4477543 w 7472601"/>
              <a:gd name="connsiteY302" fmla="*/ 6674836 h 6858000"/>
              <a:gd name="connsiteX303" fmla="*/ 4329957 w 7472601"/>
              <a:gd name="connsiteY303" fmla="*/ 6858000 h 6858000"/>
              <a:gd name="connsiteX304" fmla="*/ 4218595 w 7472601"/>
              <a:gd name="connsiteY304" fmla="*/ 6858000 h 6858000"/>
              <a:gd name="connsiteX305" fmla="*/ 4368888 w 7472601"/>
              <a:gd name="connsiteY305" fmla="*/ 6668412 h 6858000"/>
              <a:gd name="connsiteX306" fmla="*/ 4563091 w 7472601"/>
              <a:gd name="connsiteY306" fmla="*/ 6442508 h 6858000"/>
              <a:gd name="connsiteX307" fmla="*/ 5387324 w 7472601"/>
              <a:gd name="connsiteY307" fmla="*/ 5705830 h 6858000"/>
              <a:gd name="connsiteX308" fmla="*/ 5073620 w 7472601"/>
              <a:gd name="connsiteY308" fmla="*/ 5955437 h 6858000"/>
              <a:gd name="connsiteX309" fmla="*/ 4689789 w 7472601"/>
              <a:gd name="connsiteY309" fmla="*/ 6268382 h 6858000"/>
              <a:gd name="connsiteX310" fmla="*/ 4418722 w 7472601"/>
              <a:gd name="connsiteY310" fmla="*/ 6570886 h 6858000"/>
              <a:gd name="connsiteX311" fmla="*/ 4214944 w 7472601"/>
              <a:gd name="connsiteY311" fmla="*/ 6858000 h 6858000"/>
              <a:gd name="connsiteX312" fmla="*/ 4177898 w 7472601"/>
              <a:gd name="connsiteY312" fmla="*/ 6858000 h 6858000"/>
              <a:gd name="connsiteX313" fmla="*/ 4391597 w 7472601"/>
              <a:gd name="connsiteY313" fmla="*/ 6556370 h 6858000"/>
              <a:gd name="connsiteX314" fmla="*/ 4668889 w 7472601"/>
              <a:gd name="connsiteY314" fmla="*/ 6246399 h 6858000"/>
              <a:gd name="connsiteX315" fmla="*/ 5055427 w 7472601"/>
              <a:gd name="connsiteY315" fmla="*/ 5931476 h 6858000"/>
              <a:gd name="connsiteX316" fmla="*/ 5371814 w 7472601"/>
              <a:gd name="connsiteY316" fmla="*/ 5678975 h 6858000"/>
              <a:gd name="connsiteX317" fmla="*/ 4987918 w 7472601"/>
              <a:gd name="connsiteY317" fmla="*/ 5838701 h 6858000"/>
              <a:gd name="connsiteX318" fmla="*/ 4317146 w 7472601"/>
              <a:gd name="connsiteY318" fmla="*/ 6587716 h 6858000"/>
              <a:gd name="connsiteX319" fmla="*/ 4171627 w 7472601"/>
              <a:gd name="connsiteY319" fmla="*/ 6858000 h 6858000"/>
              <a:gd name="connsiteX320" fmla="*/ 4081585 w 7472601"/>
              <a:gd name="connsiteY320" fmla="*/ 6858000 h 6858000"/>
              <a:gd name="connsiteX321" fmla="*/ 4238603 w 7472601"/>
              <a:gd name="connsiteY321" fmla="*/ 6559341 h 6858000"/>
              <a:gd name="connsiteX322" fmla="*/ 4778333 w 7472601"/>
              <a:gd name="connsiteY322" fmla="*/ 5873626 h 6858000"/>
              <a:gd name="connsiteX323" fmla="*/ 5414185 w 7472601"/>
              <a:gd name="connsiteY323" fmla="*/ 5573882 h 6858000"/>
              <a:gd name="connsiteX324" fmla="*/ 5959648 w 7472601"/>
              <a:gd name="connsiteY324" fmla="*/ 4760797 h 6858000"/>
              <a:gd name="connsiteX325" fmla="*/ 5355019 w 7472601"/>
              <a:gd name="connsiteY325" fmla="*/ 4734672 h 6858000"/>
              <a:gd name="connsiteX326" fmla="*/ 5083565 w 7472601"/>
              <a:gd name="connsiteY326" fmla="*/ 5179121 h 6858000"/>
              <a:gd name="connsiteX327" fmla="*/ 4713577 w 7472601"/>
              <a:gd name="connsiteY327" fmla="*/ 5616803 h 6858000"/>
              <a:gd name="connsiteX328" fmla="*/ 3989559 w 7472601"/>
              <a:gd name="connsiteY328" fmla="*/ 6145945 h 6858000"/>
              <a:gd name="connsiteX329" fmla="*/ 3939824 w 7472601"/>
              <a:gd name="connsiteY329" fmla="*/ 6066900 h 6858000"/>
              <a:gd name="connsiteX330" fmla="*/ 4584537 w 7472601"/>
              <a:gd name="connsiteY330" fmla="*/ 5324826 h 6858000"/>
              <a:gd name="connsiteX331" fmla="*/ 5037105 w 7472601"/>
              <a:gd name="connsiteY331" fmla="*/ 5088765 h 6858000"/>
              <a:gd name="connsiteX332" fmla="*/ 5039930 w 7472601"/>
              <a:gd name="connsiteY332" fmla="*/ 5089585 h 6858000"/>
              <a:gd name="connsiteX333" fmla="*/ 5263764 w 7472601"/>
              <a:gd name="connsiteY333" fmla="*/ 4735525 h 6858000"/>
              <a:gd name="connsiteX334" fmla="*/ 4086300 w 7472601"/>
              <a:gd name="connsiteY334" fmla="*/ 4884599 h 6858000"/>
              <a:gd name="connsiteX335" fmla="*/ 4085485 w 7472601"/>
              <a:gd name="connsiteY335" fmla="*/ 4899070 h 6858000"/>
              <a:gd name="connsiteX336" fmla="*/ 3871915 w 7472601"/>
              <a:gd name="connsiteY336" fmla="*/ 5253645 h 6858000"/>
              <a:gd name="connsiteX337" fmla="*/ 3799374 w 7472601"/>
              <a:gd name="connsiteY337" fmla="*/ 5466127 h 6858000"/>
              <a:gd name="connsiteX338" fmla="*/ 3498850 w 7472601"/>
              <a:gd name="connsiteY338" fmla="*/ 6661888 h 6858000"/>
              <a:gd name="connsiteX339" fmla="*/ 3399216 w 7472601"/>
              <a:gd name="connsiteY339" fmla="*/ 6858000 h 6858000"/>
              <a:gd name="connsiteX340" fmla="*/ 3303688 w 7472601"/>
              <a:gd name="connsiteY340" fmla="*/ 6858000 h 6858000"/>
              <a:gd name="connsiteX341" fmla="*/ 3391774 w 7472601"/>
              <a:gd name="connsiteY341" fmla="*/ 6697181 h 6858000"/>
              <a:gd name="connsiteX342" fmla="*/ 3735540 w 7472601"/>
              <a:gd name="connsiteY342" fmla="*/ 5546923 h 6858000"/>
              <a:gd name="connsiteX343" fmla="*/ 3729438 w 7472601"/>
              <a:gd name="connsiteY343" fmla="*/ 5569058 h 6858000"/>
              <a:gd name="connsiteX344" fmla="*/ 3707782 w 7472601"/>
              <a:gd name="connsiteY344" fmla="*/ 5644908 h 6858000"/>
              <a:gd name="connsiteX345" fmla="*/ 3583827 w 7472601"/>
              <a:gd name="connsiteY345" fmla="*/ 6039215 h 6858000"/>
              <a:gd name="connsiteX346" fmla="*/ 3547861 w 7472601"/>
              <a:gd name="connsiteY346" fmla="*/ 6129609 h 6858000"/>
              <a:gd name="connsiteX347" fmla="*/ 3490905 w 7472601"/>
              <a:gd name="connsiteY347" fmla="*/ 6277660 h 6858000"/>
              <a:gd name="connsiteX348" fmla="*/ 3455859 w 7472601"/>
              <a:gd name="connsiteY348" fmla="*/ 6391301 h 6858000"/>
              <a:gd name="connsiteX349" fmla="*/ 3429112 w 7472601"/>
              <a:gd name="connsiteY349" fmla="*/ 6479469 h 6858000"/>
              <a:gd name="connsiteX350" fmla="*/ 3304862 w 7472601"/>
              <a:gd name="connsiteY350" fmla="*/ 6796476 h 6858000"/>
              <a:gd name="connsiteX351" fmla="*/ 3276071 w 7472601"/>
              <a:gd name="connsiteY351" fmla="*/ 6858000 h 6858000"/>
              <a:gd name="connsiteX352" fmla="*/ 3240805 w 7472601"/>
              <a:gd name="connsiteY352" fmla="*/ 6858000 h 6858000"/>
              <a:gd name="connsiteX353" fmla="*/ 3275917 w 7472601"/>
              <a:gd name="connsiteY353" fmla="*/ 6783192 h 6858000"/>
              <a:gd name="connsiteX354" fmla="*/ 3399358 w 7472601"/>
              <a:gd name="connsiteY354" fmla="*/ 6469011 h 6858000"/>
              <a:gd name="connsiteX355" fmla="*/ 3425650 w 7472601"/>
              <a:gd name="connsiteY355" fmla="*/ 6381333 h 6858000"/>
              <a:gd name="connsiteX356" fmla="*/ 3460661 w 7472601"/>
              <a:gd name="connsiteY356" fmla="*/ 6266763 h 6858000"/>
              <a:gd name="connsiteX357" fmla="*/ 3518021 w 7472601"/>
              <a:gd name="connsiteY357" fmla="*/ 6117298 h 6858000"/>
              <a:gd name="connsiteX358" fmla="*/ 3554035 w 7472601"/>
              <a:gd name="connsiteY358" fmla="*/ 6027832 h 6858000"/>
              <a:gd name="connsiteX359" fmla="*/ 3677174 w 7472601"/>
              <a:gd name="connsiteY359" fmla="*/ 5636351 h 6858000"/>
              <a:gd name="connsiteX360" fmla="*/ 3698819 w 7472601"/>
              <a:gd name="connsiteY360" fmla="*/ 5560503 h 6858000"/>
              <a:gd name="connsiteX361" fmla="*/ 3702094 w 7472601"/>
              <a:gd name="connsiteY361" fmla="*/ 5549194 h 6858000"/>
              <a:gd name="connsiteX362" fmla="*/ 3398355 w 7472601"/>
              <a:gd name="connsiteY362" fmla="*/ 6094603 h 6858000"/>
              <a:gd name="connsiteX363" fmla="*/ 3193941 w 7472601"/>
              <a:gd name="connsiteY363" fmla="*/ 6798775 h 6858000"/>
              <a:gd name="connsiteX364" fmla="*/ 3184140 w 7472601"/>
              <a:gd name="connsiteY364" fmla="*/ 6858000 h 6858000"/>
              <a:gd name="connsiteX365" fmla="*/ 3099978 w 7472601"/>
              <a:gd name="connsiteY365" fmla="*/ 6858000 h 6858000"/>
              <a:gd name="connsiteX366" fmla="*/ 3101556 w 7472601"/>
              <a:gd name="connsiteY366" fmla="*/ 6843337 h 6858000"/>
              <a:gd name="connsiteX367" fmla="*/ 3370162 w 7472601"/>
              <a:gd name="connsiteY367" fmla="*/ 5785550 h 6858000"/>
              <a:gd name="connsiteX368" fmla="*/ 3746477 w 7472601"/>
              <a:gd name="connsiteY368" fmla="*/ 5377889 h 6858000"/>
              <a:gd name="connsiteX369" fmla="*/ 3863399 w 7472601"/>
              <a:gd name="connsiteY369" fmla="*/ 5087257 h 6858000"/>
              <a:gd name="connsiteX370" fmla="*/ 3968712 w 7472601"/>
              <a:gd name="connsiteY370" fmla="*/ 4913989 h 6858000"/>
              <a:gd name="connsiteX371" fmla="*/ 2792390 w 7472601"/>
              <a:gd name="connsiteY371" fmla="*/ 5382974 h 6858000"/>
              <a:gd name="connsiteX372" fmla="*/ 2714982 w 7472601"/>
              <a:gd name="connsiteY372" fmla="*/ 5427051 h 6858000"/>
              <a:gd name="connsiteX373" fmla="*/ 2813361 w 7472601"/>
              <a:gd name="connsiteY373" fmla="*/ 6023912 h 6858000"/>
              <a:gd name="connsiteX374" fmla="*/ 2688430 w 7472601"/>
              <a:gd name="connsiteY374" fmla="*/ 6801564 h 6858000"/>
              <a:gd name="connsiteX375" fmla="*/ 2629626 w 7472601"/>
              <a:gd name="connsiteY375" fmla="*/ 6763394 h 6858000"/>
              <a:gd name="connsiteX376" fmla="*/ 2565328 w 7472601"/>
              <a:gd name="connsiteY376" fmla="*/ 5516399 h 6858000"/>
              <a:gd name="connsiteX377" fmla="*/ 1922999 w 7472601"/>
              <a:gd name="connsiteY377" fmla="*/ 5980343 h 6858000"/>
              <a:gd name="connsiteX378" fmla="*/ 1950261 w 7472601"/>
              <a:gd name="connsiteY378" fmla="*/ 6405858 h 6858000"/>
              <a:gd name="connsiteX379" fmla="*/ 2365554 w 7472601"/>
              <a:gd name="connsiteY379" fmla="*/ 6759107 h 6858000"/>
              <a:gd name="connsiteX380" fmla="*/ 2424142 w 7472601"/>
              <a:gd name="connsiteY380" fmla="*/ 6858000 h 6858000"/>
              <a:gd name="connsiteX381" fmla="*/ 2395994 w 7472601"/>
              <a:gd name="connsiteY381" fmla="*/ 6858000 h 6858000"/>
              <a:gd name="connsiteX382" fmla="*/ 2392863 w 7472601"/>
              <a:gd name="connsiteY382" fmla="*/ 6852964 h 6858000"/>
              <a:gd name="connsiteX383" fmla="*/ 2017589 w 7472601"/>
              <a:gd name="connsiteY383" fmla="*/ 6493982 h 6858000"/>
              <a:gd name="connsiteX384" fmla="*/ 2147336 w 7472601"/>
              <a:gd name="connsiteY384" fmla="*/ 6594052 h 6858000"/>
              <a:gd name="connsiteX385" fmla="*/ 2207047 w 7472601"/>
              <a:gd name="connsiteY385" fmla="*/ 6654540 h 6858000"/>
              <a:gd name="connsiteX386" fmla="*/ 2299106 w 7472601"/>
              <a:gd name="connsiteY386" fmla="*/ 6778931 h 6858000"/>
              <a:gd name="connsiteX387" fmla="*/ 2314430 w 7472601"/>
              <a:gd name="connsiteY387" fmla="*/ 6801144 h 6858000"/>
              <a:gd name="connsiteX388" fmla="*/ 2352406 w 7472601"/>
              <a:gd name="connsiteY388" fmla="*/ 6858000 h 6858000"/>
              <a:gd name="connsiteX389" fmla="*/ 2314492 w 7472601"/>
              <a:gd name="connsiteY389" fmla="*/ 6858000 h 6858000"/>
              <a:gd name="connsiteX390" fmla="*/ 2288095 w 7472601"/>
              <a:gd name="connsiteY390" fmla="*/ 6818030 h 6858000"/>
              <a:gd name="connsiteX391" fmla="*/ 2272768 w 7472601"/>
              <a:gd name="connsiteY391" fmla="*/ 6795822 h 6858000"/>
              <a:gd name="connsiteX392" fmla="*/ 2182715 w 7472601"/>
              <a:gd name="connsiteY392" fmla="*/ 6675071 h 6858000"/>
              <a:gd name="connsiteX393" fmla="*/ 2032061 w 7472601"/>
              <a:gd name="connsiteY393" fmla="*/ 6541380 h 6858000"/>
              <a:gd name="connsiteX394" fmla="*/ 2257220 w 7472601"/>
              <a:gd name="connsiteY394" fmla="*/ 6826257 h 6858000"/>
              <a:gd name="connsiteX395" fmla="*/ 2281324 w 7472601"/>
              <a:gd name="connsiteY395" fmla="*/ 6858000 h 6858000"/>
              <a:gd name="connsiteX396" fmla="*/ 2242860 w 7472601"/>
              <a:gd name="connsiteY396" fmla="*/ 6858000 h 6858000"/>
              <a:gd name="connsiteX397" fmla="*/ 2232818 w 7472601"/>
              <a:gd name="connsiteY397" fmla="*/ 6844926 h 6858000"/>
              <a:gd name="connsiteX398" fmla="*/ 1990172 w 7472601"/>
              <a:gd name="connsiteY398" fmla="*/ 6542121 h 6858000"/>
              <a:gd name="connsiteX399" fmla="*/ 2124090 w 7472601"/>
              <a:gd name="connsiteY399" fmla="*/ 6761017 h 6858000"/>
              <a:gd name="connsiteX400" fmla="*/ 2200380 w 7472601"/>
              <a:gd name="connsiteY400" fmla="*/ 6858000 h 6858000"/>
              <a:gd name="connsiteX401" fmla="*/ 2147507 w 7472601"/>
              <a:gd name="connsiteY401" fmla="*/ 6858000 h 6858000"/>
              <a:gd name="connsiteX402" fmla="*/ 2070668 w 7472601"/>
              <a:gd name="connsiteY402" fmla="*/ 6761520 h 6858000"/>
              <a:gd name="connsiteX403" fmla="*/ 1975142 w 7472601"/>
              <a:gd name="connsiteY403" fmla="*/ 6585570 h 6858000"/>
              <a:gd name="connsiteX404" fmla="*/ 2050035 w 7472601"/>
              <a:gd name="connsiteY404" fmla="*/ 6813345 h 6858000"/>
              <a:gd name="connsiteX405" fmla="*/ 2063025 w 7472601"/>
              <a:gd name="connsiteY405" fmla="*/ 6858000 h 6858000"/>
              <a:gd name="connsiteX406" fmla="*/ 2021675 w 7472601"/>
              <a:gd name="connsiteY406" fmla="*/ 6858000 h 6858000"/>
              <a:gd name="connsiteX407" fmla="*/ 2019308 w 7472601"/>
              <a:gd name="connsiteY407" fmla="*/ 6847118 h 6858000"/>
              <a:gd name="connsiteX408" fmla="*/ 1938835 w 7472601"/>
              <a:gd name="connsiteY408" fmla="*/ 6551160 h 6858000"/>
              <a:gd name="connsiteX409" fmla="*/ 1953230 w 7472601"/>
              <a:gd name="connsiteY409" fmla="*/ 6759699 h 6858000"/>
              <a:gd name="connsiteX410" fmla="*/ 1956763 w 7472601"/>
              <a:gd name="connsiteY410" fmla="*/ 6778191 h 6858000"/>
              <a:gd name="connsiteX411" fmla="*/ 1967925 w 7472601"/>
              <a:gd name="connsiteY411" fmla="*/ 6858000 h 6858000"/>
              <a:gd name="connsiteX412" fmla="*/ 1936622 w 7472601"/>
              <a:gd name="connsiteY412" fmla="*/ 6858000 h 6858000"/>
              <a:gd name="connsiteX413" fmla="*/ 1926261 w 7472601"/>
              <a:gd name="connsiteY413" fmla="*/ 6784064 h 6858000"/>
              <a:gd name="connsiteX414" fmla="*/ 1922724 w 7472601"/>
              <a:gd name="connsiteY414" fmla="*/ 6765577 h 6858000"/>
              <a:gd name="connsiteX415" fmla="*/ 1904650 w 7472601"/>
              <a:gd name="connsiteY415" fmla="*/ 6639616 h 6858000"/>
              <a:gd name="connsiteX416" fmla="*/ 1885273 w 7472601"/>
              <a:gd name="connsiteY416" fmla="*/ 6858000 h 6858000"/>
              <a:gd name="connsiteX417" fmla="*/ 1854363 w 7472601"/>
              <a:gd name="connsiteY417" fmla="*/ 6858000 h 6858000"/>
              <a:gd name="connsiteX418" fmla="*/ 1880391 w 7472601"/>
              <a:gd name="connsiteY418" fmla="*/ 6603796 h 6858000"/>
              <a:gd name="connsiteX419" fmla="*/ 1818273 w 7472601"/>
              <a:gd name="connsiteY419" fmla="*/ 6715729 h 6858000"/>
              <a:gd name="connsiteX420" fmla="*/ 1794691 w 7472601"/>
              <a:gd name="connsiteY420" fmla="*/ 6843239 h 6858000"/>
              <a:gd name="connsiteX421" fmla="*/ 1794914 w 7472601"/>
              <a:gd name="connsiteY421" fmla="*/ 6858000 h 6858000"/>
              <a:gd name="connsiteX422" fmla="*/ 1746128 w 7472601"/>
              <a:gd name="connsiteY422" fmla="*/ 6858000 h 6858000"/>
              <a:gd name="connsiteX423" fmla="*/ 1753934 w 7472601"/>
              <a:gd name="connsiteY423" fmla="*/ 6724796 h 6858000"/>
              <a:gd name="connsiteX424" fmla="*/ 1792053 w 7472601"/>
              <a:gd name="connsiteY424" fmla="*/ 6572396 h 6858000"/>
              <a:gd name="connsiteX425" fmla="*/ 1862248 w 7472601"/>
              <a:gd name="connsiteY425" fmla="*/ 6266397 h 6858000"/>
              <a:gd name="connsiteX426" fmla="*/ 1862250 w 7472601"/>
              <a:gd name="connsiteY426" fmla="*/ 6033531 h 6858000"/>
              <a:gd name="connsiteX427" fmla="*/ 1211999 w 7472601"/>
              <a:gd name="connsiteY427" fmla="*/ 6683610 h 6858000"/>
              <a:gd name="connsiteX428" fmla="*/ 1213266 w 7472601"/>
              <a:gd name="connsiteY428" fmla="*/ 6691947 h 6858000"/>
              <a:gd name="connsiteX429" fmla="*/ 1203370 w 7472601"/>
              <a:gd name="connsiteY429" fmla="*/ 6850676 h 6858000"/>
              <a:gd name="connsiteX430" fmla="*/ 1203671 w 7472601"/>
              <a:gd name="connsiteY430" fmla="*/ 6858000 h 6858000"/>
              <a:gd name="connsiteX431" fmla="*/ 1143180 w 7472601"/>
              <a:gd name="connsiteY431" fmla="*/ 6858000 h 6858000"/>
              <a:gd name="connsiteX432" fmla="*/ 1142176 w 7472601"/>
              <a:gd name="connsiteY432" fmla="*/ 6766045 h 6858000"/>
              <a:gd name="connsiteX433" fmla="*/ 1067484 w 7472601"/>
              <a:gd name="connsiteY433" fmla="*/ 6858000 h 6858000"/>
              <a:gd name="connsiteX434" fmla="*/ 953928 w 7472601"/>
              <a:gd name="connsiteY434" fmla="*/ 6858000 h 6858000"/>
              <a:gd name="connsiteX435" fmla="*/ 959715 w 7472601"/>
              <a:gd name="connsiteY435" fmla="*/ 6850185 h 6858000"/>
              <a:gd name="connsiteX436" fmla="*/ 1483788 w 7472601"/>
              <a:gd name="connsiteY436" fmla="*/ 6259174 h 6858000"/>
              <a:gd name="connsiteX437" fmla="*/ 1100671 w 7472601"/>
              <a:gd name="connsiteY437" fmla="*/ 6252137 h 6858000"/>
              <a:gd name="connsiteX438" fmla="*/ 1090144 w 7472601"/>
              <a:gd name="connsiteY438" fmla="*/ 6256748 h 6858000"/>
              <a:gd name="connsiteX439" fmla="*/ 1095872 w 7472601"/>
              <a:gd name="connsiteY439" fmla="*/ 6271892 h 6858000"/>
              <a:gd name="connsiteX440" fmla="*/ 262785 w 7472601"/>
              <a:gd name="connsiteY440" fmla="*/ 6845450 h 6858000"/>
              <a:gd name="connsiteX441" fmla="*/ 209968 w 7472601"/>
              <a:gd name="connsiteY441" fmla="*/ 6770713 h 6858000"/>
              <a:gd name="connsiteX442" fmla="*/ 873460 w 7472601"/>
              <a:gd name="connsiteY442" fmla="*/ 6253768 h 6858000"/>
              <a:gd name="connsiteX443" fmla="*/ 192686 w 7472601"/>
              <a:gd name="connsiteY443" fmla="*/ 5849257 h 6858000"/>
              <a:gd name="connsiteX444" fmla="*/ 4696 w 7472601"/>
              <a:gd name="connsiteY444" fmla="*/ 5697668 h 6858000"/>
              <a:gd name="connsiteX445" fmla="*/ 0 w 7472601"/>
              <a:gd name="connsiteY445" fmla="*/ 5689984 h 6858000"/>
              <a:gd name="connsiteX446" fmla="*/ 0 w 7472601"/>
              <a:gd name="connsiteY446" fmla="*/ 5513472 h 6858000"/>
              <a:gd name="connsiteX447" fmla="*/ 174101 w 7472601"/>
              <a:gd name="connsiteY447" fmla="*/ 5620277 h 6858000"/>
              <a:gd name="connsiteX448" fmla="*/ 891800 w 7472601"/>
              <a:gd name="connsiteY448" fmla="*/ 6036935 h 6858000"/>
              <a:gd name="connsiteX449" fmla="*/ 1072219 w 7472601"/>
              <a:gd name="connsiteY449" fmla="*/ 6169443 h 6858000"/>
              <a:gd name="connsiteX450" fmla="*/ 1074117 w 7472601"/>
              <a:gd name="connsiteY450" fmla="*/ 6170301 h 6858000"/>
              <a:gd name="connsiteX451" fmla="*/ 1083114 w 7472601"/>
              <a:gd name="connsiteY451" fmla="*/ 6174131 h 6858000"/>
              <a:gd name="connsiteX452" fmla="*/ 1543010 w 7472601"/>
              <a:gd name="connsiteY452" fmla="*/ 6191140 h 6858000"/>
              <a:gd name="connsiteX453" fmla="*/ 1551080 w 7472601"/>
              <a:gd name="connsiteY453" fmla="*/ 6195006 h 6858000"/>
              <a:gd name="connsiteX454" fmla="*/ 2345443 w 7472601"/>
              <a:gd name="connsiteY454" fmla="*/ 5549882 h 6858000"/>
              <a:gd name="connsiteX455" fmla="*/ 1721499 w 7472601"/>
              <a:gd name="connsiteY455" fmla="*/ 5599969 h 6858000"/>
              <a:gd name="connsiteX456" fmla="*/ 767716 w 7472601"/>
              <a:gd name="connsiteY456" fmla="*/ 5472768 h 6858000"/>
              <a:gd name="connsiteX457" fmla="*/ 722147 w 7472601"/>
              <a:gd name="connsiteY457" fmla="*/ 5393091 h 6858000"/>
              <a:gd name="connsiteX458" fmla="*/ 1485552 w 7472601"/>
              <a:gd name="connsiteY458" fmla="*/ 5313202 h 6858000"/>
              <a:gd name="connsiteX459" fmla="*/ 2143004 w 7472601"/>
              <a:gd name="connsiteY459" fmla="*/ 5402420 h 6858000"/>
              <a:gd name="connsiteX460" fmla="*/ 1933391 w 7472601"/>
              <a:gd name="connsiteY460" fmla="*/ 5156971 h 6858000"/>
              <a:gd name="connsiteX461" fmla="*/ 1827118 w 7472601"/>
              <a:gd name="connsiteY461" fmla="*/ 4968410 h 6858000"/>
              <a:gd name="connsiteX462" fmla="*/ 1837349 w 7472601"/>
              <a:gd name="connsiteY462" fmla="*/ 4956357 h 6858000"/>
              <a:gd name="connsiteX463" fmla="*/ 2162835 w 7472601"/>
              <a:gd name="connsiteY463" fmla="*/ 5187853 h 6858000"/>
              <a:gd name="connsiteX464" fmla="*/ 2257167 w 7472601"/>
              <a:gd name="connsiteY464" fmla="*/ 5462123 h 6858000"/>
              <a:gd name="connsiteX465" fmla="*/ 2261598 w 7472601"/>
              <a:gd name="connsiteY465" fmla="*/ 5467998 h 6858000"/>
              <a:gd name="connsiteX466" fmla="*/ 2437177 w 7472601"/>
              <a:gd name="connsiteY466" fmla="*/ 5479608 h 6858000"/>
              <a:gd name="connsiteX467" fmla="*/ 2445247 w 7472601"/>
              <a:gd name="connsiteY467" fmla="*/ 5483476 h 6858000"/>
              <a:gd name="connsiteX468" fmla="*/ 2743626 w 7472601"/>
              <a:gd name="connsiteY468" fmla="*/ 5304819 h 6858000"/>
              <a:gd name="connsiteX469" fmla="*/ 3048102 w 7472601"/>
              <a:gd name="connsiteY469" fmla="*/ 5150595 h 6858000"/>
              <a:gd name="connsiteX470" fmla="*/ 1799414 w 7472601"/>
              <a:gd name="connsiteY470" fmla="*/ 4694732 h 6858000"/>
              <a:gd name="connsiteX471" fmla="*/ 1771735 w 7472601"/>
              <a:gd name="connsiteY471" fmla="*/ 4619929 h 6858000"/>
              <a:gd name="connsiteX472" fmla="*/ 3104273 w 7472601"/>
              <a:gd name="connsiteY472" fmla="*/ 5076159 h 6858000"/>
              <a:gd name="connsiteX473" fmla="*/ 3113245 w 7472601"/>
              <a:gd name="connsiteY473" fmla="*/ 5090705 h 6858000"/>
              <a:gd name="connsiteX474" fmla="*/ 3126294 w 7472601"/>
              <a:gd name="connsiteY474" fmla="*/ 5114400 h 6858000"/>
              <a:gd name="connsiteX475" fmla="*/ 3937433 w 7472601"/>
              <a:gd name="connsiteY475" fmla="*/ 4830473 h 6858000"/>
              <a:gd name="connsiteX476" fmla="*/ 3590475 w 7472601"/>
              <a:gd name="connsiteY476" fmla="*/ 4597974 h 6858000"/>
              <a:gd name="connsiteX477" fmla="*/ 3100264 w 7472601"/>
              <a:gd name="connsiteY477" fmla="*/ 4579845 h 6858000"/>
              <a:gd name="connsiteX478" fmla="*/ 2183576 w 7472601"/>
              <a:gd name="connsiteY478" fmla="*/ 4227150 h 6858000"/>
              <a:gd name="connsiteX479" fmla="*/ 2151029 w 7472601"/>
              <a:gd name="connsiteY479" fmla="*/ 4146947 h 6858000"/>
              <a:gd name="connsiteX480" fmla="*/ 3563434 w 7472601"/>
              <a:gd name="connsiteY480" fmla="*/ 4469115 h 6858000"/>
              <a:gd name="connsiteX481" fmla="*/ 3177952 w 7472601"/>
              <a:gd name="connsiteY481" fmla="*/ 3657386 h 6858000"/>
              <a:gd name="connsiteX482" fmla="*/ 3189263 w 7472601"/>
              <a:gd name="connsiteY482" fmla="*/ 3625726 h 6858000"/>
              <a:gd name="connsiteX483" fmla="*/ 3560912 w 7472601"/>
              <a:gd name="connsiteY483" fmla="*/ 4079863 h 6858000"/>
              <a:gd name="connsiteX484" fmla="*/ 3626636 w 7472601"/>
              <a:gd name="connsiteY484" fmla="*/ 4512230 h 6858000"/>
              <a:gd name="connsiteX485" fmla="*/ 3653088 w 7472601"/>
              <a:gd name="connsiteY485" fmla="*/ 4521417 h 6858000"/>
              <a:gd name="connsiteX486" fmla="*/ 3988128 w 7472601"/>
              <a:gd name="connsiteY486" fmla="*/ 4817267 h 6858000"/>
              <a:gd name="connsiteX487" fmla="*/ 4830582 w 7472601"/>
              <a:gd name="connsiteY487" fmla="*/ 4676000 h 6858000"/>
              <a:gd name="connsiteX488" fmla="*/ 4830100 w 7472601"/>
              <a:gd name="connsiteY488" fmla="*/ 4675554 h 6858000"/>
              <a:gd name="connsiteX489" fmla="*/ 4036318 w 7472601"/>
              <a:gd name="connsiteY489" fmla="*/ 4147013 h 6858000"/>
              <a:gd name="connsiteX490" fmla="*/ 3432098 w 7472601"/>
              <a:gd name="connsiteY490" fmla="*/ 3537312 h 6858000"/>
              <a:gd name="connsiteX491" fmla="*/ 3446761 w 7472601"/>
              <a:gd name="connsiteY491" fmla="*/ 3461278 h 6858000"/>
              <a:gd name="connsiteX492" fmla="*/ 4419733 w 7472601"/>
              <a:gd name="connsiteY492" fmla="*/ 3963555 h 6858000"/>
              <a:gd name="connsiteX493" fmla="*/ 4781371 w 7472601"/>
              <a:gd name="connsiteY493" fmla="*/ 4458604 h 6858000"/>
              <a:gd name="connsiteX494" fmla="*/ 4780440 w 7472601"/>
              <a:gd name="connsiteY494" fmla="*/ 4470290 h 6858000"/>
              <a:gd name="connsiteX495" fmla="*/ 4898954 w 7472601"/>
              <a:gd name="connsiteY495" fmla="*/ 4662092 h 6858000"/>
              <a:gd name="connsiteX496" fmla="*/ 4900699 w 7472601"/>
              <a:gd name="connsiteY496" fmla="*/ 4670867 h 6858000"/>
              <a:gd name="connsiteX497" fmla="*/ 5714511 w 7472601"/>
              <a:gd name="connsiteY497" fmla="*/ 4663483 h 6858000"/>
              <a:gd name="connsiteX498" fmla="*/ 5464793 w 7472601"/>
              <a:gd name="connsiteY498" fmla="*/ 4393556 h 6858000"/>
              <a:gd name="connsiteX499" fmla="*/ 5461897 w 7472601"/>
              <a:gd name="connsiteY499" fmla="*/ 4390879 h 6858000"/>
              <a:gd name="connsiteX500" fmla="*/ 4294126 w 7472601"/>
              <a:gd name="connsiteY500" fmla="*/ 3303048 h 6858000"/>
              <a:gd name="connsiteX501" fmla="*/ 4305321 w 7472601"/>
              <a:gd name="connsiteY501" fmla="*/ 3256953 h 6858000"/>
              <a:gd name="connsiteX502" fmla="*/ 4949299 w 7472601"/>
              <a:gd name="connsiteY502" fmla="*/ 3766336 h 6858000"/>
              <a:gd name="connsiteX503" fmla="*/ 5291452 w 7472601"/>
              <a:gd name="connsiteY503" fmla="*/ 4076801 h 6858000"/>
              <a:gd name="connsiteX504" fmla="*/ 5434998 w 7472601"/>
              <a:gd name="connsiteY504" fmla="*/ 4254100 h 6858000"/>
              <a:gd name="connsiteX505" fmla="*/ 5351015 w 7472601"/>
              <a:gd name="connsiteY505" fmla="*/ 3760989 h 6858000"/>
              <a:gd name="connsiteX506" fmla="*/ 5413780 w 7472601"/>
              <a:gd name="connsiteY506" fmla="*/ 2966265 h 6858000"/>
              <a:gd name="connsiteX507" fmla="*/ 5425627 w 7472601"/>
              <a:gd name="connsiteY507" fmla="*/ 2954192 h 6858000"/>
              <a:gd name="connsiteX508" fmla="*/ 6604735 w 7472601"/>
              <a:gd name="connsiteY508" fmla="*/ 2041381 h 6858000"/>
              <a:gd name="connsiteX509" fmla="*/ 7204487 w 7472601"/>
              <a:gd name="connsiteY509" fmla="*/ 2742112 h 6858000"/>
              <a:gd name="connsiteX510" fmla="*/ 7131592 w 7472601"/>
              <a:gd name="connsiteY510" fmla="*/ 2672096 h 6858000"/>
              <a:gd name="connsiteX511" fmla="*/ 6996344 w 7472601"/>
              <a:gd name="connsiteY511" fmla="*/ 2518310 h 6858000"/>
              <a:gd name="connsiteX512" fmla="*/ 6735495 w 7472601"/>
              <a:gd name="connsiteY512" fmla="*/ 2196890 h 6858000"/>
              <a:gd name="connsiteX513" fmla="*/ 6721901 w 7472601"/>
              <a:gd name="connsiteY513" fmla="*/ 2179274 h 6858000"/>
              <a:gd name="connsiteX514" fmla="*/ 6604735 w 7472601"/>
              <a:gd name="connsiteY514" fmla="*/ 2041381 h 6858000"/>
              <a:gd name="connsiteX515" fmla="*/ 6591670 w 7472601"/>
              <a:gd name="connsiteY515" fmla="*/ 1988277 h 6858000"/>
              <a:gd name="connsiteX516" fmla="*/ 6747349 w 7472601"/>
              <a:gd name="connsiteY516" fmla="*/ 2160069 h 6858000"/>
              <a:gd name="connsiteX517" fmla="*/ 6760943 w 7472601"/>
              <a:gd name="connsiteY517" fmla="*/ 2177686 h 6858000"/>
              <a:gd name="connsiteX518" fmla="*/ 7021065 w 7472601"/>
              <a:gd name="connsiteY518" fmla="*/ 2498102 h 6858000"/>
              <a:gd name="connsiteX519" fmla="*/ 7155223 w 7472601"/>
              <a:gd name="connsiteY519" fmla="*/ 2650386 h 6858000"/>
              <a:gd name="connsiteX520" fmla="*/ 7203167 w 7472601"/>
              <a:gd name="connsiteY520" fmla="*/ 2697288 h 6858000"/>
              <a:gd name="connsiteX521" fmla="*/ 6937703 w 7472601"/>
              <a:gd name="connsiteY521" fmla="*/ 2321981 h 6858000"/>
              <a:gd name="connsiteX522" fmla="*/ 6591670 w 7472601"/>
              <a:gd name="connsiteY522" fmla="*/ 1988277 h 6858000"/>
              <a:gd name="connsiteX523" fmla="*/ 5798671 w 7472601"/>
              <a:gd name="connsiteY523" fmla="*/ 1981601 h 6858000"/>
              <a:gd name="connsiteX524" fmla="*/ 5754709 w 7472601"/>
              <a:gd name="connsiteY524" fmla="*/ 2071454 h 6858000"/>
              <a:gd name="connsiteX525" fmla="*/ 5763044 w 7472601"/>
              <a:gd name="connsiteY525" fmla="*/ 2842206 h 6858000"/>
              <a:gd name="connsiteX526" fmla="*/ 5764974 w 7472601"/>
              <a:gd name="connsiteY526" fmla="*/ 2799609 h 6858000"/>
              <a:gd name="connsiteX527" fmla="*/ 5767665 w 7472601"/>
              <a:gd name="connsiteY527" fmla="*/ 2666409 h 6858000"/>
              <a:gd name="connsiteX528" fmla="*/ 5763055 w 7472601"/>
              <a:gd name="connsiteY528" fmla="*/ 2579705 h 6858000"/>
              <a:gd name="connsiteX529" fmla="*/ 5758079 w 7472601"/>
              <a:gd name="connsiteY529" fmla="*/ 2492508 h 6858000"/>
              <a:gd name="connsiteX530" fmla="*/ 5779325 w 7472601"/>
              <a:gd name="connsiteY530" fmla="*/ 2197069 h 6858000"/>
              <a:gd name="connsiteX531" fmla="*/ 5798671 w 7472601"/>
              <a:gd name="connsiteY531" fmla="*/ 1981601 h 6858000"/>
              <a:gd name="connsiteX532" fmla="*/ 5829202 w 7472601"/>
              <a:gd name="connsiteY532" fmla="*/ 1971679 h 6858000"/>
              <a:gd name="connsiteX533" fmla="*/ 5809558 w 7472601"/>
              <a:gd name="connsiteY533" fmla="*/ 2198043 h 6858000"/>
              <a:gd name="connsiteX534" fmla="*/ 5788653 w 7472601"/>
              <a:gd name="connsiteY534" fmla="*/ 2489430 h 6858000"/>
              <a:gd name="connsiteX535" fmla="*/ 5793439 w 7472601"/>
              <a:gd name="connsiteY535" fmla="*/ 2575235 h 6858000"/>
              <a:gd name="connsiteX536" fmla="*/ 5796837 w 7472601"/>
              <a:gd name="connsiteY536" fmla="*/ 2637633 h 6858000"/>
              <a:gd name="connsiteX537" fmla="*/ 5818614 w 7472601"/>
              <a:gd name="connsiteY537" fmla="*/ 2473055 h 6858000"/>
              <a:gd name="connsiteX538" fmla="*/ 5829202 w 7472601"/>
              <a:gd name="connsiteY538" fmla="*/ 1971679 h 6858000"/>
              <a:gd name="connsiteX539" fmla="*/ 5911389 w 7472601"/>
              <a:gd name="connsiteY539" fmla="*/ 1898371 h 6858000"/>
              <a:gd name="connsiteX540" fmla="*/ 6237627 w 7472601"/>
              <a:gd name="connsiteY540" fmla="*/ 2231921 h 6858000"/>
              <a:gd name="connsiteX541" fmla="*/ 5911389 w 7472601"/>
              <a:gd name="connsiteY541" fmla="*/ 1898371 h 6858000"/>
              <a:gd name="connsiteX542" fmla="*/ 6944437 w 7472601"/>
              <a:gd name="connsiteY542" fmla="*/ 1575402 h 6858000"/>
              <a:gd name="connsiteX543" fmla="*/ 6304730 w 7472601"/>
              <a:gd name="connsiteY543" fmla="*/ 1766654 h 6858000"/>
              <a:gd name="connsiteX544" fmla="*/ 6944437 w 7472601"/>
              <a:gd name="connsiteY544" fmla="*/ 1575402 h 6858000"/>
              <a:gd name="connsiteX545" fmla="*/ 7019523 w 7472601"/>
              <a:gd name="connsiteY545" fmla="*/ 1519450 h 6858000"/>
              <a:gd name="connsiteX546" fmla="*/ 6298091 w 7472601"/>
              <a:gd name="connsiteY546" fmla="*/ 1737122 h 6858000"/>
              <a:gd name="connsiteX547" fmla="*/ 7019523 w 7472601"/>
              <a:gd name="connsiteY547" fmla="*/ 1519450 h 6858000"/>
              <a:gd name="connsiteX548" fmla="*/ 2399523 w 7472601"/>
              <a:gd name="connsiteY548" fmla="*/ 1428234 h 6858000"/>
              <a:gd name="connsiteX549" fmla="*/ 2224982 w 7472601"/>
              <a:gd name="connsiteY549" fmla="*/ 1826201 h 6858000"/>
              <a:gd name="connsiteX550" fmla="*/ 2096099 w 7472601"/>
              <a:gd name="connsiteY550" fmla="*/ 2345900 h 6858000"/>
              <a:gd name="connsiteX551" fmla="*/ 2283317 w 7472601"/>
              <a:gd name="connsiteY551" fmla="*/ 1796925 h 6858000"/>
              <a:gd name="connsiteX552" fmla="*/ 2399523 w 7472601"/>
              <a:gd name="connsiteY552" fmla="*/ 1428234 h 6858000"/>
              <a:gd name="connsiteX553" fmla="*/ 2448558 w 7472601"/>
              <a:gd name="connsiteY553" fmla="*/ 1373435 h 6858000"/>
              <a:gd name="connsiteX554" fmla="*/ 2312521 w 7472601"/>
              <a:gd name="connsiteY554" fmla="*/ 1806140 h 6858000"/>
              <a:gd name="connsiteX555" fmla="*/ 2127533 w 7472601"/>
              <a:gd name="connsiteY555" fmla="*/ 2348380 h 6858000"/>
              <a:gd name="connsiteX556" fmla="*/ 2358080 w 7472601"/>
              <a:gd name="connsiteY556" fmla="*/ 1866134 h 6858000"/>
              <a:gd name="connsiteX557" fmla="*/ 2407436 w 7472601"/>
              <a:gd name="connsiteY557" fmla="*/ 1651070 h 6858000"/>
              <a:gd name="connsiteX558" fmla="*/ 2448558 w 7472601"/>
              <a:gd name="connsiteY558" fmla="*/ 1373435 h 6858000"/>
              <a:gd name="connsiteX559" fmla="*/ 278707 w 7472601"/>
              <a:gd name="connsiteY559" fmla="*/ 1352270 h 6858000"/>
              <a:gd name="connsiteX560" fmla="*/ 321570 w 7472601"/>
              <a:gd name="connsiteY560" fmla="*/ 1861610 h 6858000"/>
              <a:gd name="connsiteX561" fmla="*/ 294281 w 7472601"/>
              <a:gd name="connsiteY561" fmla="*/ 1440658 h 6858000"/>
              <a:gd name="connsiteX562" fmla="*/ 278707 w 7472601"/>
              <a:gd name="connsiteY562" fmla="*/ 1352270 h 6858000"/>
              <a:gd name="connsiteX563" fmla="*/ 1423821 w 7472601"/>
              <a:gd name="connsiteY563" fmla="*/ 1351958 h 6858000"/>
              <a:gd name="connsiteX564" fmla="*/ 1638521 w 7472601"/>
              <a:gd name="connsiteY564" fmla="*/ 1908470 h 6858000"/>
              <a:gd name="connsiteX565" fmla="*/ 1754199 w 7472601"/>
              <a:gd name="connsiteY565" fmla="*/ 2149284 h 6858000"/>
              <a:gd name="connsiteX566" fmla="*/ 1908359 w 7472601"/>
              <a:gd name="connsiteY566" fmla="*/ 2364988 h 6858000"/>
              <a:gd name="connsiteX567" fmla="*/ 1647661 w 7472601"/>
              <a:gd name="connsiteY567" fmla="*/ 1825945 h 6858000"/>
              <a:gd name="connsiteX568" fmla="*/ 1423821 w 7472601"/>
              <a:gd name="connsiteY568" fmla="*/ 1351958 h 6858000"/>
              <a:gd name="connsiteX569" fmla="*/ 1431890 w 7472601"/>
              <a:gd name="connsiteY569" fmla="*/ 1306475 h 6858000"/>
              <a:gd name="connsiteX570" fmla="*/ 1507597 w 7472601"/>
              <a:gd name="connsiteY570" fmla="*/ 1446132 h 6858000"/>
              <a:gd name="connsiteX571" fmla="*/ 1674586 w 7472601"/>
              <a:gd name="connsiteY571" fmla="*/ 1813832 h 6858000"/>
              <a:gd name="connsiteX572" fmla="*/ 1815950 w 7472601"/>
              <a:gd name="connsiteY572" fmla="*/ 2128564 h 6858000"/>
              <a:gd name="connsiteX573" fmla="*/ 1984242 w 7472601"/>
              <a:gd name="connsiteY573" fmla="*/ 2430829 h 6858000"/>
              <a:gd name="connsiteX574" fmla="*/ 2014023 w 7472601"/>
              <a:gd name="connsiteY574" fmla="*/ 2450995 h 6858000"/>
              <a:gd name="connsiteX575" fmla="*/ 1747337 w 7472601"/>
              <a:gd name="connsiteY575" fmla="*/ 1855264 h 6858000"/>
              <a:gd name="connsiteX576" fmla="*/ 1533749 w 7472601"/>
              <a:gd name="connsiteY576" fmla="*/ 1478656 h 6858000"/>
              <a:gd name="connsiteX577" fmla="*/ 1431890 w 7472601"/>
              <a:gd name="connsiteY577" fmla="*/ 1306475 h 6858000"/>
              <a:gd name="connsiteX578" fmla="*/ 5052692 w 7472601"/>
              <a:gd name="connsiteY578" fmla="*/ 1292994 h 6858000"/>
              <a:gd name="connsiteX579" fmla="*/ 5200661 w 7472601"/>
              <a:gd name="connsiteY579" fmla="*/ 1635186 h 6858000"/>
              <a:gd name="connsiteX580" fmla="*/ 5297138 w 7472601"/>
              <a:gd name="connsiteY580" fmla="*/ 1906351 h 6858000"/>
              <a:gd name="connsiteX581" fmla="*/ 5052692 w 7472601"/>
              <a:gd name="connsiteY581" fmla="*/ 1292994 h 6858000"/>
              <a:gd name="connsiteX582" fmla="*/ 5009948 w 7472601"/>
              <a:gd name="connsiteY582" fmla="*/ 1273619 h 6858000"/>
              <a:gd name="connsiteX583" fmla="*/ 5121777 w 7472601"/>
              <a:gd name="connsiteY583" fmla="*/ 1654213 h 6858000"/>
              <a:gd name="connsiteX584" fmla="*/ 5293545 w 7472601"/>
              <a:gd name="connsiteY584" fmla="*/ 2072247 h 6858000"/>
              <a:gd name="connsiteX585" fmla="*/ 5294042 w 7472601"/>
              <a:gd name="connsiteY585" fmla="*/ 2065019 h 6858000"/>
              <a:gd name="connsiteX586" fmla="*/ 5171936 w 7472601"/>
              <a:gd name="connsiteY586" fmla="*/ 1647613 h 6858000"/>
              <a:gd name="connsiteX587" fmla="*/ 5009948 w 7472601"/>
              <a:gd name="connsiteY587" fmla="*/ 1273619 h 6858000"/>
              <a:gd name="connsiteX588" fmla="*/ 655236 w 7472601"/>
              <a:gd name="connsiteY588" fmla="*/ 1268632 h 6858000"/>
              <a:gd name="connsiteX589" fmla="*/ 839521 w 7472601"/>
              <a:gd name="connsiteY589" fmla="*/ 1685315 h 6858000"/>
              <a:gd name="connsiteX590" fmla="*/ 1109416 w 7472601"/>
              <a:gd name="connsiteY590" fmla="*/ 2061663 h 6858000"/>
              <a:gd name="connsiteX591" fmla="*/ 1298300 w 7472601"/>
              <a:gd name="connsiteY591" fmla="*/ 2247742 h 6858000"/>
              <a:gd name="connsiteX592" fmla="*/ 1125871 w 7472601"/>
              <a:gd name="connsiteY592" fmla="*/ 1989513 h 6858000"/>
              <a:gd name="connsiteX593" fmla="*/ 981574 w 7472601"/>
              <a:gd name="connsiteY593" fmla="*/ 1783157 h 6858000"/>
              <a:gd name="connsiteX594" fmla="*/ 922198 w 7472601"/>
              <a:gd name="connsiteY594" fmla="*/ 1677437 h 6858000"/>
              <a:gd name="connsiteX595" fmla="*/ 869293 w 7472601"/>
              <a:gd name="connsiteY595" fmla="*/ 1583214 h 6858000"/>
              <a:gd name="connsiteX596" fmla="*/ 751431 w 7472601"/>
              <a:gd name="connsiteY596" fmla="*/ 1405731 h 6858000"/>
              <a:gd name="connsiteX597" fmla="*/ 655236 w 7472601"/>
              <a:gd name="connsiteY597" fmla="*/ 1268632 h 6858000"/>
              <a:gd name="connsiteX598" fmla="*/ 6516292 w 7472601"/>
              <a:gd name="connsiteY598" fmla="*/ 1263064 h 6858000"/>
              <a:gd name="connsiteX599" fmla="*/ 5736320 w 7472601"/>
              <a:gd name="connsiteY599" fmla="*/ 1501803 h 6858000"/>
              <a:gd name="connsiteX600" fmla="*/ 6516292 w 7472601"/>
              <a:gd name="connsiteY600" fmla="*/ 1263064 h 6858000"/>
              <a:gd name="connsiteX601" fmla="*/ 291466 w 7472601"/>
              <a:gd name="connsiteY601" fmla="*/ 1250369 h 6858000"/>
              <a:gd name="connsiteX602" fmla="*/ 323180 w 7472601"/>
              <a:gd name="connsiteY602" fmla="*/ 1435283 h 6858000"/>
              <a:gd name="connsiteX603" fmla="*/ 349381 w 7472601"/>
              <a:gd name="connsiteY603" fmla="*/ 1875041 h 6858000"/>
              <a:gd name="connsiteX604" fmla="*/ 374363 w 7472601"/>
              <a:gd name="connsiteY604" fmla="*/ 1506494 h 6858000"/>
              <a:gd name="connsiteX605" fmla="*/ 302168 w 7472601"/>
              <a:gd name="connsiteY605" fmla="*/ 1274495 h 6858000"/>
              <a:gd name="connsiteX606" fmla="*/ 291466 w 7472601"/>
              <a:gd name="connsiteY606" fmla="*/ 1250369 h 6858000"/>
              <a:gd name="connsiteX607" fmla="*/ 678222 w 7472601"/>
              <a:gd name="connsiteY607" fmla="*/ 1248670 h 6858000"/>
              <a:gd name="connsiteX608" fmla="*/ 775536 w 7472601"/>
              <a:gd name="connsiteY608" fmla="*/ 1388015 h 6858000"/>
              <a:gd name="connsiteX609" fmla="*/ 894529 w 7472601"/>
              <a:gd name="connsiteY609" fmla="*/ 1567739 h 6858000"/>
              <a:gd name="connsiteX610" fmla="*/ 948000 w 7472601"/>
              <a:gd name="connsiteY610" fmla="*/ 1663088 h 6858000"/>
              <a:gd name="connsiteX611" fmla="*/ 1006812 w 7472601"/>
              <a:gd name="connsiteY611" fmla="*/ 1767683 h 6858000"/>
              <a:gd name="connsiteX612" fmla="*/ 1149133 w 7472601"/>
              <a:gd name="connsiteY612" fmla="*/ 1971513 h 6858000"/>
              <a:gd name="connsiteX613" fmla="*/ 1333952 w 7472601"/>
              <a:gd name="connsiteY613" fmla="*/ 2251620 h 6858000"/>
              <a:gd name="connsiteX614" fmla="*/ 1337329 w 7472601"/>
              <a:gd name="connsiteY614" fmla="*/ 2258350 h 6858000"/>
              <a:gd name="connsiteX615" fmla="*/ 1014726 w 7472601"/>
              <a:gd name="connsiteY615" fmla="*/ 1615556 h 6858000"/>
              <a:gd name="connsiteX616" fmla="*/ 678222 w 7472601"/>
              <a:gd name="connsiteY616" fmla="*/ 1248670 h 6858000"/>
              <a:gd name="connsiteX617" fmla="*/ 6691602 w 7472601"/>
              <a:gd name="connsiteY617" fmla="*/ 1140573 h 6858000"/>
              <a:gd name="connsiteX618" fmla="*/ 6571100 w 7472601"/>
              <a:gd name="connsiteY618" fmla="*/ 1183662 h 6858000"/>
              <a:gd name="connsiteX619" fmla="*/ 6241687 w 7472601"/>
              <a:gd name="connsiteY619" fmla="*/ 1257600 h 6858000"/>
              <a:gd name="connsiteX620" fmla="*/ 5693009 w 7472601"/>
              <a:gd name="connsiteY620" fmla="*/ 1478256 h 6858000"/>
              <a:gd name="connsiteX621" fmla="*/ 6548420 w 7472601"/>
              <a:gd name="connsiteY621" fmla="*/ 1214599 h 6858000"/>
              <a:gd name="connsiteX622" fmla="*/ 6605473 w 7472601"/>
              <a:gd name="connsiteY622" fmla="*/ 1184686 h 6858000"/>
              <a:gd name="connsiteX623" fmla="*/ 6691602 w 7472601"/>
              <a:gd name="connsiteY623" fmla="*/ 1140573 h 6858000"/>
              <a:gd name="connsiteX624" fmla="*/ 4002475 w 7472601"/>
              <a:gd name="connsiteY624" fmla="*/ 1037802 h 6858000"/>
              <a:gd name="connsiteX625" fmla="*/ 4000324 w 7472601"/>
              <a:gd name="connsiteY625" fmla="*/ 1039362 h 6858000"/>
              <a:gd name="connsiteX626" fmla="*/ 4002862 w 7472601"/>
              <a:gd name="connsiteY626" fmla="*/ 1042866 h 6858000"/>
              <a:gd name="connsiteX627" fmla="*/ 4002475 w 7472601"/>
              <a:gd name="connsiteY627" fmla="*/ 1037802 h 6858000"/>
              <a:gd name="connsiteX628" fmla="*/ 506322 w 7472601"/>
              <a:gd name="connsiteY628" fmla="*/ 1020997 h 6858000"/>
              <a:gd name="connsiteX629" fmla="*/ 533068 w 7472601"/>
              <a:gd name="connsiteY629" fmla="*/ 1029409 h 6858000"/>
              <a:gd name="connsiteX630" fmla="*/ 1232525 w 7472601"/>
              <a:gd name="connsiteY630" fmla="*/ 1804675 h 6858000"/>
              <a:gd name="connsiteX631" fmla="*/ 1388858 w 7472601"/>
              <a:gd name="connsiteY631" fmla="*/ 2368011 h 6858000"/>
              <a:gd name="connsiteX632" fmla="*/ 1384098 w 7472601"/>
              <a:gd name="connsiteY632" fmla="*/ 2378125 h 6858000"/>
              <a:gd name="connsiteX633" fmla="*/ 1425393 w 7472601"/>
              <a:gd name="connsiteY633" fmla="*/ 2589124 h 6858000"/>
              <a:gd name="connsiteX634" fmla="*/ 1424001 w 7472601"/>
              <a:gd name="connsiteY634" fmla="*/ 2597541 h 6858000"/>
              <a:gd name="connsiteX635" fmla="*/ 2152729 w 7472601"/>
              <a:gd name="connsiteY635" fmla="*/ 2864487 h 6858000"/>
              <a:gd name="connsiteX636" fmla="*/ 2020609 w 7472601"/>
              <a:gd name="connsiteY636" fmla="*/ 2539671 h 6858000"/>
              <a:gd name="connsiteX637" fmla="*/ 2018920 w 7472601"/>
              <a:gd name="connsiteY637" fmla="*/ 2536309 h 6858000"/>
              <a:gd name="connsiteX638" fmla="*/ 1342441 w 7472601"/>
              <a:gd name="connsiteY638" fmla="*/ 1173017 h 6858000"/>
              <a:gd name="connsiteX639" fmla="*/ 1367925 w 7472601"/>
              <a:gd name="connsiteY639" fmla="*/ 1135648 h 6858000"/>
              <a:gd name="connsiteX640" fmla="*/ 1771401 w 7472601"/>
              <a:gd name="connsiteY640" fmla="*/ 1806673 h 6858000"/>
              <a:gd name="connsiteX641" fmla="*/ 1972385 w 7472601"/>
              <a:gd name="connsiteY641" fmla="*/ 2198735 h 6858000"/>
              <a:gd name="connsiteX642" fmla="*/ 2040892 w 7472601"/>
              <a:gd name="connsiteY642" fmla="*/ 2405205 h 6858000"/>
              <a:gd name="connsiteX643" fmla="*/ 2131689 w 7472601"/>
              <a:gd name="connsiteY643" fmla="*/ 1936926 h 6858000"/>
              <a:gd name="connsiteX644" fmla="*/ 2454820 w 7472601"/>
              <a:gd name="connsiteY644" fmla="*/ 1248808 h 6858000"/>
              <a:gd name="connsiteX645" fmla="*/ 2492512 w 7472601"/>
              <a:gd name="connsiteY645" fmla="*/ 1302920 h 6858000"/>
              <a:gd name="connsiteX646" fmla="*/ 2081216 w 7472601"/>
              <a:gd name="connsiteY646" fmla="*/ 2527513 h 6858000"/>
              <a:gd name="connsiteX647" fmla="*/ 2081211 w 7472601"/>
              <a:gd name="connsiteY647" fmla="*/ 2528916 h 6858000"/>
              <a:gd name="connsiteX648" fmla="*/ 2199067 w 7472601"/>
              <a:gd name="connsiteY648" fmla="*/ 2884061 h 6858000"/>
              <a:gd name="connsiteX649" fmla="*/ 3192586 w 7472601"/>
              <a:gd name="connsiteY649" fmla="*/ 3411496 h 6858000"/>
              <a:gd name="connsiteX650" fmla="*/ 3182620 w 7472601"/>
              <a:gd name="connsiteY650" fmla="*/ 3483279 h 6858000"/>
              <a:gd name="connsiteX651" fmla="*/ 2435119 w 7472601"/>
              <a:gd name="connsiteY651" fmla="*/ 3080173 h 6858000"/>
              <a:gd name="connsiteX652" fmla="*/ 2410152 w 7472601"/>
              <a:gd name="connsiteY652" fmla="*/ 3063751 h 6858000"/>
              <a:gd name="connsiteX653" fmla="*/ 2408099 w 7472601"/>
              <a:gd name="connsiteY653" fmla="*/ 3064403 h 6858000"/>
              <a:gd name="connsiteX654" fmla="*/ 2407218 w 7472601"/>
              <a:gd name="connsiteY654" fmla="*/ 3070324 h 6858000"/>
              <a:gd name="connsiteX655" fmla="*/ 2380138 w 7472601"/>
              <a:gd name="connsiteY655" fmla="*/ 3099341 h 6858000"/>
              <a:gd name="connsiteX656" fmla="*/ 1765923 w 7472601"/>
              <a:gd name="connsiteY656" fmla="*/ 3581043 h 6858000"/>
              <a:gd name="connsiteX657" fmla="*/ 1702258 w 7472601"/>
              <a:gd name="connsiteY657" fmla="*/ 3612286 h 6858000"/>
              <a:gd name="connsiteX658" fmla="*/ 1538370 w 7472601"/>
              <a:gd name="connsiteY658" fmla="*/ 3811804 h 6858000"/>
              <a:gd name="connsiteX659" fmla="*/ 542867 w 7472601"/>
              <a:gd name="connsiteY659" fmla="*/ 4944092 h 6858000"/>
              <a:gd name="connsiteX660" fmla="*/ 515800 w 7472601"/>
              <a:gd name="connsiteY660" fmla="*/ 4862180 h 6858000"/>
              <a:gd name="connsiteX661" fmla="*/ 909145 w 7472601"/>
              <a:gd name="connsiteY661" fmla="*/ 4199225 h 6858000"/>
              <a:gd name="connsiteX662" fmla="*/ 1214067 w 7472601"/>
              <a:gd name="connsiteY662" fmla="*/ 3908561 h 6858000"/>
              <a:gd name="connsiteX663" fmla="*/ 640967 w 7472601"/>
              <a:gd name="connsiteY663" fmla="*/ 4105601 h 6858000"/>
              <a:gd name="connsiteX664" fmla="*/ 112563 w 7472601"/>
              <a:gd name="connsiteY664" fmla="*/ 4396952 h 6858000"/>
              <a:gd name="connsiteX665" fmla="*/ 0 w 7472601"/>
              <a:gd name="connsiteY665" fmla="*/ 4466006 h 6858000"/>
              <a:gd name="connsiteX666" fmla="*/ 0 w 7472601"/>
              <a:gd name="connsiteY666" fmla="*/ 4233763 h 6858000"/>
              <a:gd name="connsiteX667" fmla="*/ 36881 w 7472601"/>
              <a:gd name="connsiteY667" fmla="*/ 4200118 h 6858000"/>
              <a:gd name="connsiteX668" fmla="*/ 910534 w 7472601"/>
              <a:gd name="connsiteY668" fmla="*/ 3629753 h 6858000"/>
              <a:gd name="connsiteX669" fmla="*/ 1578717 w 7472601"/>
              <a:gd name="connsiteY669" fmla="*/ 3575982 h 6858000"/>
              <a:gd name="connsiteX670" fmla="*/ 2338780 w 7472601"/>
              <a:gd name="connsiteY670" fmla="*/ 3033725 h 6858000"/>
              <a:gd name="connsiteX671" fmla="*/ 1807991 w 7472601"/>
              <a:gd name="connsiteY671" fmla="*/ 2807184 h 6858000"/>
              <a:gd name="connsiteX672" fmla="*/ 1416358 w 7472601"/>
              <a:gd name="connsiteY672" fmla="*/ 3112571 h 6858000"/>
              <a:gd name="connsiteX673" fmla="*/ 939066 w 7472601"/>
              <a:gd name="connsiteY673" fmla="*/ 3378798 h 6858000"/>
              <a:gd name="connsiteX674" fmla="*/ 115099 w 7472601"/>
              <a:gd name="connsiteY674" fmla="*/ 3607650 h 6858000"/>
              <a:gd name="connsiteX675" fmla="*/ 97284 w 7472601"/>
              <a:gd name="connsiteY675" fmla="*/ 3520393 h 6858000"/>
              <a:gd name="connsiteX676" fmla="*/ 922050 w 7472601"/>
              <a:gd name="connsiteY676" fmla="*/ 3074867 h 6858000"/>
              <a:gd name="connsiteX677" fmla="*/ 1405265 w 7472601"/>
              <a:gd name="connsiteY677" fmla="*/ 3016319 h 6858000"/>
              <a:gd name="connsiteX678" fmla="*/ 1407512 w 7472601"/>
              <a:gd name="connsiteY678" fmla="*/ 3018001 h 6858000"/>
              <a:gd name="connsiteX679" fmla="*/ 1726266 w 7472601"/>
              <a:gd name="connsiteY679" fmla="*/ 2777274 h 6858000"/>
              <a:gd name="connsiteX680" fmla="*/ 625390 w 7472601"/>
              <a:gd name="connsiteY680" fmla="*/ 2514541 h 6858000"/>
              <a:gd name="connsiteX681" fmla="*/ 619799 w 7472601"/>
              <a:gd name="connsiteY681" fmla="*/ 2527180 h 6858000"/>
              <a:gd name="connsiteX682" fmla="*/ 310030 w 7472601"/>
              <a:gd name="connsiteY682" fmla="*/ 2771818 h 6858000"/>
              <a:gd name="connsiteX683" fmla="*/ 173877 w 7472601"/>
              <a:gd name="connsiteY683" fmla="*/ 2937056 h 6858000"/>
              <a:gd name="connsiteX684" fmla="*/ 77889 w 7472601"/>
              <a:gd name="connsiteY684" fmla="*/ 3138440 h 6858000"/>
              <a:gd name="connsiteX685" fmla="*/ 0 w 7472601"/>
              <a:gd name="connsiteY685" fmla="*/ 3271395 h 6858000"/>
              <a:gd name="connsiteX686" fmla="*/ 0 w 7472601"/>
              <a:gd name="connsiteY686" fmla="*/ 3153002 h 6858000"/>
              <a:gd name="connsiteX687" fmla="*/ 2386 w 7472601"/>
              <a:gd name="connsiteY687" fmla="*/ 3149203 h 6858000"/>
              <a:gd name="connsiteX688" fmla="*/ 89753 w 7472601"/>
              <a:gd name="connsiteY688" fmla="*/ 2987702 h 6858000"/>
              <a:gd name="connsiteX689" fmla="*/ 76869 w 7472601"/>
              <a:gd name="connsiteY689" fmla="*/ 3005404 h 6858000"/>
              <a:gd name="connsiteX690" fmla="*/ 32049 w 7472601"/>
              <a:gd name="connsiteY690" fmla="*/ 3065814 h 6858000"/>
              <a:gd name="connsiteX691" fmla="*/ 0 w 7472601"/>
              <a:gd name="connsiteY691" fmla="*/ 3108744 h 6858000"/>
              <a:gd name="connsiteX692" fmla="*/ 0 w 7472601"/>
              <a:gd name="connsiteY692" fmla="*/ 3058059 h 6858000"/>
              <a:gd name="connsiteX693" fmla="*/ 7610 w 7472601"/>
              <a:gd name="connsiteY693" fmla="*/ 3047889 h 6858000"/>
              <a:gd name="connsiteX694" fmla="*/ 52419 w 7472601"/>
              <a:gd name="connsiteY694" fmla="*/ 2987479 h 6858000"/>
              <a:gd name="connsiteX695" fmla="*/ 59142 w 7472601"/>
              <a:gd name="connsiteY695" fmla="*/ 2978488 h 6858000"/>
              <a:gd name="connsiteX696" fmla="*/ 0 w 7472601"/>
              <a:gd name="connsiteY696" fmla="*/ 3015334 h 6858000"/>
              <a:gd name="connsiteX697" fmla="*/ 0 w 7472601"/>
              <a:gd name="connsiteY697" fmla="*/ 2914286 h 6858000"/>
              <a:gd name="connsiteX698" fmla="*/ 36383 w 7472601"/>
              <a:gd name="connsiteY698" fmla="*/ 2901128 h 6858000"/>
              <a:gd name="connsiteX699" fmla="*/ 156329 w 7472601"/>
              <a:gd name="connsiteY699" fmla="*/ 2840533 h 6858000"/>
              <a:gd name="connsiteX700" fmla="*/ 358355 w 7472601"/>
              <a:gd name="connsiteY700" fmla="*/ 2620471 h 6858000"/>
              <a:gd name="connsiteX701" fmla="*/ 510577 w 7472601"/>
              <a:gd name="connsiteY701" fmla="*/ 2501244 h 6858000"/>
              <a:gd name="connsiteX702" fmla="*/ 211967 w 7472601"/>
              <a:gd name="connsiteY702" fmla="*/ 2479171 h 6858000"/>
              <a:gd name="connsiteX703" fmla="*/ 0 w 7472601"/>
              <a:gd name="connsiteY703" fmla="*/ 2476398 h 6858000"/>
              <a:gd name="connsiteX704" fmla="*/ 0 w 7472601"/>
              <a:gd name="connsiteY704" fmla="*/ 2389189 h 6858000"/>
              <a:gd name="connsiteX705" fmla="*/ 103062 w 7472601"/>
              <a:gd name="connsiteY705" fmla="*/ 2389518 h 6858000"/>
              <a:gd name="connsiteX706" fmla="*/ 510734 w 7472601"/>
              <a:gd name="connsiteY706" fmla="*/ 2416201 h 6858000"/>
              <a:gd name="connsiteX707" fmla="*/ 279257 w 7472601"/>
              <a:gd name="connsiteY707" fmla="*/ 2092102 h 6858000"/>
              <a:gd name="connsiteX708" fmla="*/ 65265 w 7472601"/>
              <a:gd name="connsiteY708" fmla="*/ 2006049 h 6858000"/>
              <a:gd name="connsiteX709" fmla="*/ 0 w 7472601"/>
              <a:gd name="connsiteY709" fmla="*/ 1982532 h 6858000"/>
              <a:gd name="connsiteX710" fmla="*/ 0 w 7472601"/>
              <a:gd name="connsiteY710" fmla="*/ 1912789 h 6858000"/>
              <a:gd name="connsiteX711" fmla="*/ 97460 w 7472601"/>
              <a:gd name="connsiteY711" fmla="*/ 1953725 h 6858000"/>
              <a:gd name="connsiteX712" fmla="*/ 221272 w 7472601"/>
              <a:gd name="connsiteY712" fmla="*/ 1980766 h 6858000"/>
              <a:gd name="connsiteX713" fmla="*/ 116765 w 7472601"/>
              <a:gd name="connsiteY713" fmla="*/ 1911033 h 6858000"/>
              <a:gd name="connsiteX714" fmla="*/ 16405 w 7472601"/>
              <a:gd name="connsiteY714" fmla="*/ 1803412 h 6858000"/>
              <a:gd name="connsiteX715" fmla="*/ 0 w 7472601"/>
              <a:gd name="connsiteY715" fmla="*/ 1784777 h 6858000"/>
              <a:gd name="connsiteX716" fmla="*/ 0 w 7472601"/>
              <a:gd name="connsiteY716" fmla="*/ 1740082 h 6858000"/>
              <a:gd name="connsiteX717" fmla="*/ 39394 w 7472601"/>
              <a:gd name="connsiteY717" fmla="*/ 1784856 h 6858000"/>
              <a:gd name="connsiteX718" fmla="*/ 135813 w 7472601"/>
              <a:gd name="connsiteY718" fmla="*/ 1888838 h 6858000"/>
              <a:gd name="connsiteX719" fmla="*/ 242575 w 7472601"/>
              <a:gd name="connsiteY719" fmla="*/ 1958841 h 6858000"/>
              <a:gd name="connsiteX720" fmla="*/ 82197 w 7472601"/>
              <a:gd name="connsiteY720" fmla="*/ 1754826 h 6858000"/>
              <a:gd name="connsiteX721" fmla="*/ 0 w 7472601"/>
              <a:gd name="connsiteY721" fmla="*/ 1679650 h 6858000"/>
              <a:gd name="connsiteX722" fmla="*/ 0 w 7472601"/>
              <a:gd name="connsiteY722" fmla="*/ 1602463 h 6858000"/>
              <a:gd name="connsiteX723" fmla="*/ 84689 w 7472601"/>
              <a:gd name="connsiteY723" fmla="*/ 1677442 h 6858000"/>
              <a:gd name="connsiteX724" fmla="*/ 298437 w 7472601"/>
              <a:gd name="connsiteY724" fmla="*/ 1968019 h 6858000"/>
              <a:gd name="connsiteX725" fmla="*/ 227269 w 7472601"/>
              <a:gd name="connsiteY725" fmla="*/ 1114064 h 6858000"/>
              <a:gd name="connsiteX726" fmla="*/ 248003 w 7472601"/>
              <a:gd name="connsiteY726" fmla="*/ 1089613 h 6858000"/>
              <a:gd name="connsiteX727" fmla="*/ 427020 w 7472601"/>
              <a:gd name="connsiteY727" fmla="*/ 1619803 h 6858000"/>
              <a:gd name="connsiteX728" fmla="*/ 340345 w 7472601"/>
              <a:gd name="connsiteY728" fmla="*/ 2027739 h 6858000"/>
              <a:gd name="connsiteX729" fmla="*/ 360865 w 7472601"/>
              <a:gd name="connsiteY729" fmla="*/ 2044827 h 6858000"/>
              <a:gd name="connsiteX730" fmla="*/ 560414 w 7472601"/>
              <a:gd name="connsiteY730" fmla="*/ 2421457 h 6858000"/>
              <a:gd name="connsiteX731" fmla="*/ 1359703 w 7472601"/>
              <a:gd name="connsiteY731" fmla="*/ 2578554 h 6858000"/>
              <a:gd name="connsiteX732" fmla="*/ 1359422 w 7472601"/>
              <a:gd name="connsiteY732" fmla="*/ 2577994 h 6858000"/>
              <a:gd name="connsiteX733" fmla="*/ 828701 w 7472601"/>
              <a:gd name="connsiteY733" fmla="*/ 1839520 h 6858000"/>
              <a:gd name="connsiteX734" fmla="*/ 494427 w 7472601"/>
              <a:gd name="connsiteY734" fmla="*/ 1092333 h 6858000"/>
              <a:gd name="connsiteX735" fmla="*/ 506322 w 7472601"/>
              <a:gd name="connsiteY735" fmla="*/ 1020997 h 6858000"/>
              <a:gd name="connsiteX736" fmla="*/ 4570198 w 7472601"/>
              <a:gd name="connsiteY736" fmla="*/ 978081 h 6858000"/>
              <a:gd name="connsiteX737" fmla="*/ 4523691 w 7472601"/>
              <a:gd name="connsiteY737" fmla="*/ 1127776 h 6858000"/>
              <a:gd name="connsiteX738" fmla="*/ 4509875 w 7472601"/>
              <a:gd name="connsiteY738" fmla="*/ 1167552 h 6858000"/>
              <a:gd name="connsiteX739" fmla="*/ 4478168 w 7472601"/>
              <a:gd name="connsiteY739" fmla="*/ 1260735 h 6858000"/>
              <a:gd name="connsiteX740" fmla="*/ 4409309 w 7472601"/>
              <a:gd name="connsiteY740" fmla="*/ 1666996 h 6858000"/>
              <a:gd name="connsiteX741" fmla="*/ 4370031 w 7472601"/>
              <a:gd name="connsiteY741" fmla="*/ 1955666 h 6858000"/>
              <a:gd name="connsiteX742" fmla="*/ 4570198 w 7472601"/>
              <a:gd name="connsiteY742" fmla="*/ 978081 h 6858000"/>
              <a:gd name="connsiteX743" fmla="*/ 4557898 w 7472601"/>
              <a:gd name="connsiteY743" fmla="*/ 900011 h 6858000"/>
              <a:gd name="connsiteX744" fmla="*/ 4344840 w 7472601"/>
              <a:gd name="connsiteY744" fmla="*/ 1922038 h 6858000"/>
              <a:gd name="connsiteX745" fmla="*/ 4378710 w 7472601"/>
              <a:gd name="connsiteY745" fmla="*/ 1665516 h 6858000"/>
              <a:gd name="connsiteX746" fmla="*/ 4448798 w 7472601"/>
              <a:gd name="connsiteY746" fmla="*/ 1253024 h 6858000"/>
              <a:gd name="connsiteX747" fmla="*/ 4480315 w 7472601"/>
              <a:gd name="connsiteY747" fmla="*/ 1158454 h 6858000"/>
              <a:gd name="connsiteX748" fmla="*/ 4494133 w 7472601"/>
              <a:gd name="connsiteY748" fmla="*/ 1118676 h 6858000"/>
              <a:gd name="connsiteX749" fmla="*/ 4557898 w 7472601"/>
              <a:gd name="connsiteY749" fmla="*/ 900011 h 6858000"/>
              <a:gd name="connsiteX750" fmla="*/ 5870151 w 7472601"/>
              <a:gd name="connsiteY750" fmla="*/ 898890 h 6858000"/>
              <a:gd name="connsiteX751" fmla="*/ 5861335 w 7472601"/>
              <a:gd name="connsiteY751" fmla="*/ 899177 h 6858000"/>
              <a:gd name="connsiteX752" fmla="*/ 5843702 w 7472601"/>
              <a:gd name="connsiteY752" fmla="*/ 899748 h 6858000"/>
              <a:gd name="connsiteX753" fmla="*/ 5651107 w 7472601"/>
              <a:gd name="connsiteY753" fmla="*/ 920306 h 6858000"/>
              <a:gd name="connsiteX754" fmla="*/ 5459407 w 7472601"/>
              <a:gd name="connsiteY754" fmla="*/ 940975 h 6858000"/>
              <a:gd name="connsiteX755" fmla="*/ 5374846 w 7472601"/>
              <a:gd name="connsiteY755" fmla="*/ 941988 h 6858000"/>
              <a:gd name="connsiteX756" fmla="*/ 5256105 w 7472601"/>
              <a:gd name="connsiteY756" fmla="*/ 945632 h 6858000"/>
              <a:gd name="connsiteX757" fmla="*/ 5107071 w 7472601"/>
              <a:gd name="connsiteY757" fmla="*/ 969720 h 6858000"/>
              <a:gd name="connsiteX758" fmla="*/ 4998681 w 7472601"/>
              <a:gd name="connsiteY758" fmla="*/ 988771 h 6858000"/>
              <a:gd name="connsiteX759" fmla="*/ 5870151 w 7472601"/>
              <a:gd name="connsiteY759" fmla="*/ 898890 h 6858000"/>
              <a:gd name="connsiteX760" fmla="*/ 5504425 w 7472601"/>
              <a:gd name="connsiteY760" fmla="*/ 848067 h 6858000"/>
              <a:gd name="connsiteX761" fmla="*/ 4968849 w 7472601"/>
              <a:gd name="connsiteY761" fmla="*/ 962318 h 6858000"/>
              <a:gd name="connsiteX762" fmla="*/ 5104039 w 7472601"/>
              <a:gd name="connsiteY762" fmla="*/ 940634 h 6858000"/>
              <a:gd name="connsiteX763" fmla="*/ 5256311 w 7472601"/>
              <a:gd name="connsiteY763" fmla="*/ 916490 h 6858000"/>
              <a:gd name="connsiteX764" fmla="*/ 5377381 w 7472601"/>
              <a:gd name="connsiteY764" fmla="*/ 912671 h 6858000"/>
              <a:gd name="connsiteX765" fmla="*/ 5460148 w 7472601"/>
              <a:gd name="connsiteY765" fmla="*/ 911442 h 6858000"/>
              <a:gd name="connsiteX766" fmla="*/ 5648971 w 7472601"/>
              <a:gd name="connsiteY766" fmla="*/ 891331 h 6858000"/>
              <a:gd name="connsiteX767" fmla="*/ 5844807 w 7472601"/>
              <a:gd name="connsiteY767" fmla="*/ 870718 h 6858000"/>
              <a:gd name="connsiteX768" fmla="*/ 5862975 w 7472601"/>
              <a:gd name="connsiteY768" fmla="*/ 869756 h 6858000"/>
              <a:gd name="connsiteX769" fmla="*/ 5920887 w 7472601"/>
              <a:gd name="connsiteY769" fmla="*/ 865929 h 6858000"/>
              <a:gd name="connsiteX770" fmla="*/ 5504425 w 7472601"/>
              <a:gd name="connsiteY770" fmla="*/ 848067 h 6858000"/>
              <a:gd name="connsiteX771" fmla="*/ 3607114 w 7472601"/>
              <a:gd name="connsiteY771" fmla="*/ 467441 h 6858000"/>
              <a:gd name="connsiteX772" fmla="*/ 3296242 w 7472601"/>
              <a:gd name="connsiteY772" fmla="*/ 807991 h 6858000"/>
              <a:gd name="connsiteX773" fmla="*/ 3174674 w 7472601"/>
              <a:gd name="connsiteY773" fmla="*/ 919759 h 6858000"/>
              <a:gd name="connsiteX774" fmla="*/ 3042978 w 7472601"/>
              <a:gd name="connsiteY774" fmla="*/ 1054894 h 6858000"/>
              <a:gd name="connsiteX775" fmla="*/ 2968914 w 7472601"/>
              <a:gd name="connsiteY775" fmla="*/ 1133756 h 6858000"/>
              <a:gd name="connsiteX776" fmla="*/ 3103823 w 7472601"/>
              <a:gd name="connsiteY776" fmla="*/ 1026814 h 6858000"/>
              <a:gd name="connsiteX777" fmla="*/ 3607114 w 7472601"/>
              <a:gd name="connsiteY777" fmla="*/ 467441 h 6858000"/>
              <a:gd name="connsiteX778" fmla="*/ 3744487 w 7472601"/>
              <a:gd name="connsiteY778" fmla="*/ 383136 h 6858000"/>
              <a:gd name="connsiteX779" fmla="*/ 3970213 w 7472601"/>
              <a:gd name="connsiteY779" fmla="*/ 995559 h 6858000"/>
              <a:gd name="connsiteX780" fmla="*/ 3744487 w 7472601"/>
              <a:gd name="connsiteY780" fmla="*/ 383136 h 6858000"/>
              <a:gd name="connsiteX781" fmla="*/ 3624562 w 7472601"/>
              <a:gd name="connsiteY781" fmla="*/ 367041 h 6858000"/>
              <a:gd name="connsiteX782" fmla="*/ 3489712 w 7472601"/>
              <a:gd name="connsiteY782" fmla="*/ 485386 h 6858000"/>
              <a:gd name="connsiteX783" fmla="*/ 3182994 w 7472601"/>
              <a:gd name="connsiteY783" fmla="*/ 828265 h 6858000"/>
              <a:gd name="connsiteX784" fmla="*/ 2892114 w 7472601"/>
              <a:gd name="connsiteY784" fmla="*/ 1172635 h 6858000"/>
              <a:gd name="connsiteX785" fmla="*/ 3021459 w 7472601"/>
              <a:gd name="connsiteY785" fmla="*/ 1035385 h 6858000"/>
              <a:gd name="connsiteX786" fmla="*/ 3153873 w 7472601"/>
              <a:gd name="connsiteY786" fmla="*/ 898971 h 6858000"/>
              <a:gd name="connsiteX787" fmla="*/ 3276511 w 7472601"/>
              <a:gd name="connsiteY787" fmla="*/ 786423 h 6858000"/>
              <a:gd name="connsiteX788" fmla="*/ 3584154 w 7472601"/>
              <a:gd name="connsiteY788" fmla="*/ 448218 h 6858000"/>
              <a:gd name="connsiteX789" fmla="*/ 3624562 w 7472601"/>
              <a:gd name="connsiteY789" fmla="*/ 367041 h 6858000"/>
              <a:gd name="connsiteX790" fmla="*/ 3766672 w 7472601"/>
              <a:gd name="connsiteY790" fmla="*/ 359429 h 6858000"/>
              <a:gd name="connsiteX791" fmla="*/ 3996338 w 7472601"/>
              <a:gd name="connsiteY791" fmla="*/ 968237 h 6858000"/>
              <a:gd name="connsiteX792" fmla="*/ 3766672 w 7472601"/>
              <a:gd name="connsiteY792" fmla="*/ 359429 h 6858000"/>
              <a:gd name="connsiteX793" fmla="*/ 5805386 w 7472601"/>
              <a:gd name="connsiteY793" fmla="*/ 239240 h 6858000"/>
              <a:gd name="connsiteX794" fmla="*/ 5736947 w 7472601"/>
              <a:gd name="connsiteY794" fmla="*/ 261367 h 6858000"/>
              <a:gd name="connsiteX795" fmla="*/ 5427012 w 7472601"/>
              <a:gd name="connsiteY795" fmla="*/ 311272 h 6858000"/>
              <a:gd name="connsiteX796" fmla="*/ 5147818 w 7472601"/>
              <a:gd name="connsiteY796" fmla="*/ 322112 h 6858000"/>
              <a:gd name="connsiteX797" fmla="*/ 5060854 w 7472601"/>
              <a:gd name="connsiteY797" fmla="*/ 311882 h 6858000"/>
              <a:gd name="connsiteX798" fmla="*/ 4945989 w 7472601"/>
              <a:gd name="connsiteY798" fmla="*/ 300516 h 6858000"/>
              <a:gd name="connsiteX799" fmla="*/ 5410479 w 7472601"/>
              <a:gd name="connsiteY799" fmla="*/ 348434 h 6858000"/>
              <a:gd name="connsiteX800" fmla="*/ 5805386 w 7472601"/>
              <a:gd name="connsiteY800" fmla="*/ 239240 h 6858000"/>
              <a:gd name="connsiteX801" fmla="*/ 5905192 w 7472601"/>
              <a:gd name="connsiteY801" fmla="*/ 163079 h 6858000"/>
              <a:gd name="connsiteX802" fmla="*/ 5865655 w 7472601"/>
              <a:gd name="connsiteY802" fmla="*/ 171901 h 6858000"/>
              <a:gd name="connsiteX803" fmla="*/ 5259740 w 7472601"/>
              <a:gd name="connsiteY803" fmla="*/ 257013 h 6858000"/>
              <a:gd name="connsiteX804" fmla="*/ 5208466 w 7472601"/>
              <a:gd name="connsiteY804" fmla="*/ 257550 h 6858000"/>
              <a:gd name="connsiteX805" fmla="*/ 4980204 w 7472601"/>
              <a:gd name="connsiteY805" fmla="*/ 271903 h 6858000"/>
              <a:gd name="connsiteX806" fmla="*/ 5068068 w 7472601"/>
              <a:gd name="connsiteY806" fmla="*/ 282244 h 6858000"/>
              <a:gd name="connsiteX807" fmla="*/ 5153231 w 7472601"/>
              <a:gd name="connsiteY807" fmla="*/ 292240 h 6858000"/>
              <a:gd name="connsiteX808" fmla="*/ 5426491 w 7472601"/>
              <a:gd name="connsiteY808" fmla="*/ 281128 h 6858000"/>
              <a:gd name="connsiteX809" fmla="*/ 5731212 w 7472601"/>
              <a:gd name="connsiteY809" fmla="*/ 231951 h 6858000"/>
              <a:gd name="connsiteX810" fmla="*/ 5905192 w 7472601"/>
              <a:gd name="connsiteY810" fmla="*/ 163079 h 6858000"/>
              <a:gd name="connsiteX811" fmla="*/ 5944437 w 7472601"/>
              <a:gd name="connsiteY811" fmla="*/ 113829 h 6858000"/>
              <a:gd name="connsiteX812" fmla="*/ 5825032 w 7472601"/>
              <a:gd name="connsiteY812" fmla="*/ 146405 h 6858000"/>
              <a:gd name="connsiteX813" fmla="*/ 4955599 w 7472601"/>
              <a:gd name="connsiteY813" fmla="*/ 247008 h 6858000"/>
              <a:gd name="connsiteX814" fmla="*/ 5210104 w 7472601"/>
              <a:gd name="connsiteY814" fmla="*/ 228123 h 6858000"/>
              <a:gd name="connsiteX815" fmla="*/ 5261015 w 7472601"/>
              <a:gd name="connsiteY815" fmla="*/ 227087 h 6858000"/>
              <a:gd name="connsiteX816" fmla="*/ 5861181 w 7472601"/>
              <a:gd name="connsiteY816" fmla="*/ 143093 h 6858000"/>
              <a:gd name="connsiteX817" fmla="*/ 5961252 w 7472601"/>
              <a:gd name="connsiteY817" fmla="*/ 114820 h 6858000"/>
              <a:gd name="connsiteX818" fmla="*/ 5944437 w 7472601"/>
              <a:gd name="connsiteY818" fmla="*/ 113829 h 6858000"/>
              <a:gd name="connsiteX819" fmla="*/ 3882765 w 7472601"/>
              <a:gd name="connsiteY819" fmla="*/ 0 h 6858000"/>
              <a:gd name="connsiteX820" fmla="*/ 3995099 w 7472601"/>
              <a:gd name="connsiteY820" fmla="*/ 0 h 6858000"/>
              <a:gd name="connsiteX821" fmla="*/ 4163818 w 7472601"/>
              <a:gd name="connsiteY821" fmla="*/ 234104 h 6858000"/>
              <a:gd name="connsiteX822" fmla="*/ 4172099 w 7472601"/>
              <a:gd name="connsiteY822" fmla="*/ 234207 h 6858000"/>
              <a:gd name="connsiteX823" fmla="*/ 4784282 w 7472601"/>
              <a:gd name="connsiteY823" fmla="*/ 276561 h 6858000"/>
              <a:gd name="connsiteX824" fmla="*/ 4801687 w 7472601"/>
              <a:gd name="connsiteY824" fmla="*/ 267764 h 6858000"/>
              <a:gd name="connsiteX825" fmla="*/ 6082788 w 7472601"/>
              <a:gd name="connsiteY825" fmla="*/ 64119 h 6858000"/>
              <a:gd name="connsiteX826" fmla="*/ 6099442 w 7472601"/>
              <a:gd name="connsiteY826" fmla="*/ 82568 h 6858000"/>
              <a:gd name="connsiteX827" fmla="*/ 4804137 w 7472601"/>
              <a:gd name="connsiteY827" fmla="*/ 320931 h 6858000"/>
              <a:gd name="connsiteX828" fmla="*/ 4227047 w 7472601"/>
              <a:gd name="connsiteY828" fmla="*/ 313415 h 6858000"/>
              <a:gd name="connsiteX829" fmla="*/ 4346041 w 7472601"/>
              <a:gd name="connsiteY829" fmla="*/ 456086 h 6858000"/>
              <a:gd name="connsiteX830" fmla="*/ 4870967 w 7472601"/>
              <a:gd name="connsiteY830" fmla="*/ 963061 h 6858000"/>
              <a:gd name="connsiteX831" fmla="*/ 4889647 w 7472601"/>
              <a:gd name="connsiteY831" fmla="*/ 957147 h 6858000"/>
              <a:gd name="connsiteX832" fmla="*/ 5422504 w 7472601"/>
              <a:gd name="connsiteY832" fmla="*/ 805191 h 6858000"/>
              <a:gd name="connsiteX833" fmla="*/ 6087656 w 7472601"/>
              <a:gd name="connsiteY833" fmla="*/ 826703 h 6858000"/>
              <a:gd name="connsiteX834" fmla="*/ 6058717 w 7472601"/>
              <a:gd name="connsiteY834" fmla="*/ 865992 h 6858000"/>
              <a:gd name="connsiteX835" fmla="*/ 4974153 w 7472601"/>
              <a:gd name="connsiteY835" fmla="*/ 1045456 h 6858000"/>
              <a:gd name="connsiteX836" fmla="*/ 5627835 w 7472601"/>
              <a:gd name="connsiteY836" fmla="*/ 1472077 h 6858000"/>
              <a:gd name="connsiteX837" fmla="*/ 5629817 w 7472601"/>
              <a:gd name="connsiteY837" fmla="*/ 1471412 h 6858000"/>
              <a:gd name="connsiteX838" fmla="*/ 5634124 w 7472601"/>
              <a:gd name="connsiteY838" fmla="*/ 1470572 h 6858000"/>
              <a:gd name="connsiteX839" fmla="*/ 5755832 w 7472601"/>
              <a:gd name="connsiteY839" fmla="*/ 1383886 h 6858000"/>
              <a:gd name="connsiteX840" fmla="*/ 6014186 w 7472601"/>
              <a:gd name="connsiteY840" fmla="*/ 1279799 h 6858000"/>
              <a:gd name="connsiteX841" fmla="*/ 6901619 w 7472601"/>
              <a:gd name="connsiteY841" fmla="*/ 1047874 h 6858000"/>
              <a:gd name="connsiteX842" fmla="*/ 6931566 w 7472601"/>
              <a:gd name="connsiteY842" fmla="*/ 1062034 h 6858000"/>
              <a:gd name="connsiteX843" fmla="*/ 5790982 w 7472601"/>
              <a:gd name="connsiteY843" fmla="*/ 1561380 h 6858000"/>
              <a:gd name="connsiteX844" fmla="*/ 6188971 w 7472601"/>
              <a:gd name="connsiteY844" fmla="*/ 1755168 h 6858000"/>
              <a:gd name="connsiteX845" fmla="*/ 6202446 w 7472601"/>
              <a:gd name="connsiteY845" fmla="*/ 1752268 h 6858000"/>
              <a:gd name="connsiteX846" fmla="*/ 7179560 w 7472601"/>
              <a:gd name="connsiteY846" fmla="*/ 1467551 h 6858000"/>
              <a:gd name="connsiteX847" fmla="*/ 7158730 w 7472601"/>
              <a:gd name="connsiteY847" fmla="*/ 1507835 h 6858000"/>
              <a:gd name="connsiteX848" fmla="*/ 6326959 w 7472601"/>
              <a:gd name="connsiteY848" fmla="*/ 1817686 h 6858000"/>
              <a:gd name="connsiteX849" fmla="*/ 6537433 w 7472601"/>
              <a:gd name="connsiteY849" fmla="*/ 1907790 h 6858000"/>
              <a:gd name="connsiteX850" fmla="*/ 6550221 w 7472601"/>
              <a:gd name="connsiteY850" fmla="*/ 1910729 h 6858000"/>
              <a:gd name="connsiteX851" fmla="*/ 6964438 w 7472601"/>
              <a:gd name="connsiteY851" fmla="*/ 2209505 h 6858000"/>
              <a:gd name="connsiteX852" fmla="*/ 7367862 w 7472601"/>
              <a:gd name="connsiteY852" fmla="*/ 2806833 h 6858000"/>
              <a:gd name="connsiteX853" fmla="*/ 7364329 w 7472601"/>
              <a:gd name="connsiteY853" fmla="*/ 2826907 h 6858000"/>
              <a:gd name="connsiteX854" fmla="*/ 7290545 w 7472601"/>
              <a:gd name="connsiteY854" fmla="*/ 2850663 h 6858000"/>
              <a:gd name="connsiteX855" fmla="*/ 6472036 w 7472601"/>
              <a:gd name="connsiteY855" fmla="*/ 1959003 h 6858000"/>
              <a:gd name="connsiteX856" fmla="*/ 5792897 w 7472601"/>
              <a:gd name="connsiteY856" fmla="*/ 1647747 h 6858000"/>
              <a:gd name="connsiteX857" fmla="*/ 5842751 w 7472601"/>
              <a:gd name="connsiteY857" fmla="*/ 1816112 h 6858000"/>
              <a:gd name="connsiteX858" fmla="*/ 5847424 w 7472601"/>
              <a:gd name="connsiteY858" fmla="*/ 1815776 h 6858000"/>
              <a:gd name="connsiteX859" fmla="*/ 6399821 w 7472601"/>
              <a:gd name="connsiteY859" fmla="*/ 2344799 h 6858000"/>
              <a:gd name="connsiteX860" fmla="*/ 6323232 w 7472601"/>
              <a:gd name="connsiteY860" fmla="*/ 2389634 h 6858000"/>
              <a:gd name="connsiteX861" fmla="*/ 5942958 w 7472601"/>
              <a:gd name="connsiteY861" fmla="*/ 2077708 h 6858000"/>
              <a:gd name="connsiteX862" fmla="*/ 5921559 w 7472601"/>
              <a:gd name="connsiteY862" fmla="*/ 2378596 h 6858000"/>
              <a:gd name="connsiteX863" fmla="*/ 5817651 w 7472601"/>
              <a:gd name="connsiteY863" fmla="*/ 3023919 h 6858000"/>
              <a:gd name="connsiteX864" fmla="*/ 5729634 w 7472601"/>
              <a:gd name="connsiteY864" fmla="*/ 3051849 h 6858000"/>
              <a:gd name="connsiteX865" fmla="*/ 5611018 w 7472601"/>
              <a:gd name="connsiteY865" fmla="*/ 2316769 h 6858000"/>
              <a:gd name="connsiteX866" fmla="*/ 5687608 w 7472601"/>
              <a:gd name="connsiteY866" fmla="*/ 2039972 h 6858000"/>
              <a:gd name="connsiteX867" fmla="*/ 5657554 w 7472601"/>
              <a:gd name="connsiteY867" fmla="*/ 1576445 h 6858000"/>
              <a:gd name="connsiteX868" fmla="*/ 5150475 w 7472601"/>
              <a:gd name="connsiteY868" fmla="*/ 1274012 h 6858000"/>
              <a:gd name="connsiteX869" fmla="*/ 5349142 w 7472601"/>
              <a:gd name="connsiteY869" fmla="*/ 2204405 h 6858000"/>
              <a:gd name="connsiteX870" fmla="*/ 5262214 w 7472601"/>
              <a:gd name="connsiteY870" fmla="*/ 2233836 h 6858000"/>
              <a:gd name="connsiteX871" fmla="*/ 4981539 w 7472601"/>
              <a:gd name="connsiteY871" fmla="*/ 1542201 h 6858000"/>
              <a:gd name="connsiteX872" fmla="*/ 4958461 w 7472601"/>
              <a:gd name="connsiteY872" fmla="*/ 1136957 h 6858000"/>
              <a:gd name="connsiteX873" fmla="*/ 4655015 w 7472601"/>
              <a:gd name="connsiteY873" fmla="*/ 891426 h 6858000"/>
              <a:gd name="connsiteX874" fmla="*/ 4348002 w 7472601"/>
              <a:gd name="connsiteY874" fmla="*/ 2205895 h 6858000"/>
              <a:gd name="connsiteX875" fmla="*/ 4262250 w 7472601"/>
              <a:gd name="connsiteY875" fmla="*/ 2219972 h 6858000"/>
              <a:gd name="connsiteX876" fmla="*/ 4550611 w 7472601"/>
              <a:gd name="connsiteY876" fmla="*/ 817540 h 6858000"/>
              <a:gd name="connsiteX877" fmla="*/ 4564418 w 7472601"/>
              <a:gd name="connsiteY877" fmla="*/ 808293 h 6858000"/>
              <a:gd name="connsiteX878" fmla="*/ 4266388 w 7472601"/>
              <a:gd name="connsiteY878" fmla="*/ 500083 h 6858000"/>
              <a:gd name="connsiteX879" fmla="*/ 4032842 w 7472601"/>
              <a:gd name="connsiteY879" fmla="*/ 211809 h 6858000"/>
              <a:gd name="connsiteX880" fmla="*/ 3882765 w 7472601"/>
              <a:gd name="connsiteY880" fmla="*/ 0 h 6858000"/>
              <a:gd name="connsiteX881" fmla="*/ 3721337 w 7472601"/>
              <a:gd name="connsiteY881" fmla="*/ 0 h 6858000"/>
              <a:gd name="connsiteX882" fmla="*/ 3797544 w 7472601"/>
              <a:gd name="connsiteY882" fmla="*/ 0 h 6858000"/>
              <a:gd name="connsiteX883" fmla="*/ 3775734 w 7472601"/>
              <a:gd name="connsiteY883" fmla="*/ 95131 h 6858000"/>
              <a:gd name="connsiteX884" fmla="*/ 3724807 w 7472601"/>
              <a:gd name="connsiteY884" fmla="*/ 272257 h 6858000"/>
              <a:gd name="connsiteX885" fmla="*/ 3726844 w 7472601"/>
              <a:gd name="connsiteY885" fmla="*/ 282988 h 6858000"/>
              <a:gd name="connsiteX886" fmla="*/ 3742664 w 7472601"/>
              <a:gd name="connsiteY886" fmla="*/ 279918 h 6858000"/>
              <a:gd name="connsiteX887" fmla="*/ 4103910 w 7472601"/>
              <a:gd name="connsiteY887" fmla="*/ 1161917 h 6858000"/>
              <a:gd name="connsiteX888" fmla="*/ 4020269 w 7472601"/>
              <a:gd name="connsiteY888" fmla="*/ 1200406 h 6858000"/>
              <a:gd name="connsiteX889" fmla="*/ 3674882 w 7472601"/>
              <a:gd name="connsiteY889" fmla="*/ 488524 h 6858000"/>
              <a:gd name="connsiteX890" fmla="*/ 3132682 w 7472601"/>
              <a:gd name="connsiteY890" fmla="*/ 1072284 h 6858000"/>
              <a:gd name="connsiteX891" fmla="*/ 2716346 w 7472601"/>
              <a:gd name="connsiteY891" fmla="*/ 1276376 h 6858000"/>
              <a:gd name="connsiteX892" fmla="*/ 2716772 w 7472601"/>
              <a:gd name="connsiteY892" fmla="*/ 1255462 h 6858000"/>
              <a:gd name="connsiteX893" fmla="*/ 3471096 w 7472601"/>
              <a:gd name="connsiteY893" fmla="*/ 437072 h 6858000"/>
              <a:gd name="connsiteX894" fmla="*/ 3639057 w 7472601"/>
              <a:gd name="connsiteY894" fmla="*/ 286334 h 6858000"/>
              <a:gd name="connsiteX895" fmla="*/ 3640309 w 7472601"/>
              <a:gd name="connsiteY895" fmla="*/ 284664 h 6858000"/>
              <a:gd name="connsiteX896" fmla="*/ 3646022 w 7472601"/>
              <a:gd name="connsiteY896" fmla="*/ 276711 h 6858000"/>
              <a:gd name="connsiteX897" fmla="*/ 3707943 w 7472601"/>
              <a:gd name="connsiteY897" fmla="*/ 65958 h 6858000"/>
              <a:gd name="connsiteX898" fmla="*/ 3721337 w 7472601"/>
              <a:gd name="connsiteY898" fmla="*/ 0 h 6858000"/>
              <a:gd name="connsiteX899" fmla="*/ 2867960 w 7472601"/>
              <a:gd name="connsiteY899" fmla="*/ 0 h 6858000"/>
              <a:gd name="connsiteX900" fmla="*/ 2926351 w 7472601"/>
              <a:gd name="connsiteY900" fmla="*/ 0 h 6858000"/>
              <a:gd name="connsiteX901" fmla="*/ 2902823 w 7472601"/>
              <a:gd name="connsiteY901" fmla="*/ 262929 h 6858000"/>
              <a:gd name="connsiteX902" fmla="*/ 2940663 w 7472601"/>
              <a:gd name="connsiteY902" fmla="*/ 140884 h 6858000"/>
              <a:gd name="connsiteX903" fmla="*/ 2947039 w 7472601"/>
              <a:gd name="connsiteY903" fmla="*/ 122524 h 6858000"/>
              <a:gd name="connsiteX904" fmla="*/ 2984316 w 7472601"/>
              <a:gd name="connsiteY904" fmla="*/ 0 h 6858000"/>
              <a:gd name="connsiteX905" fmla="*/ 3016114 w 7472601"/>
              <a:gd name="connsiteY905" fmla="*/ 0 h 6858000"/>
              <a:gd name="connsiteX906" fmla="*/ 2979949 w 7472601"/>
              <a:gd name="connsiteY906" fmla="*/ 119274 h 6858000"/>
              <a:gd name="connsiteX907" fmla="*/ 3023879 w 7472601"/>
              <a:gd name="connsiteY907" fmla="*/ 0 h 6858000"/>
              <a:gd name="connsiteX908" fmla="*/ 3105400 w 7472601"/>
              <a:gd name="connsiteY908" fmla="*/ 0 h 6858000"/>
              <a:gd name="connsiteX909" fmla="*/ 3094669 w 7472601"/>
              <a:gd name="connsiteY909" fmla="*/ 30308 h 6858000"/>
              <a:gd name="connsiteX910" fmla="*/ 2901945 w 7472601"/>
              <a:gd name="connsiteY910" fmla="*/ 466538 h 6858000"/>
              <a:gd name="connsiteX911" fmla="*/ 2815209 w 7472601"/>
              <a:gd name="connsiteY911" fmla="*/ 497361 h 6858000"/>
              <a:gd name="connsiteX912" fmla="*/ 2844845 w 7472601"/>
              <a:gd name="connsiteY912" fmla="*/ 127638 h 6858000"/>
              <a:gd name="connsiteX913" fmla="*/ 2867960 w 7472601"/>
              <a:gd name="connsiteY913" fmla="*/ 0 h 6858000"/>
              <a:gd name="connsiteX914" fmla="*/ 1057230 w 7472601"/>
              <a:gd name="connsiteY914" fmla="*/ 0 h 6858000"/>
              <a:gd name="connsiteX915" fmla="*/ 1111003 w 7472601"/>
              <a:gd name="connsiteY915" fmla="*/ 0 h 6858000"/>
              <a:gd name="connsiteX916" fmla="*/ 1125553 w 7472601"/>
              <a:gd name="connsiteY916" fmla="*/ 52588 h 6858000"/>
              <a:gd name="connsiteX917" fmla="*/ 1304276 w 7472601"/>
              <a:gd name="connsiteY917" fmla="*/ 476275 h 6858000"/>
              <a:gd name="connsiteX918" fmla="*/ 1492066 w 7472601"/>
              <a:gd name="connsiteY918" fmla="*/ 886333 h 6858000"/>
              <a:gd name="connsiteX919" fmla="*/ 1423698 w 7472601"/>
              <a:gd name="connsiteY919" fmla="*/ 710817 h 6858000"/>
              <a:gd name="connsiteX920" fmla="*/ 1357609 w 7472601"/>
              <a:gd name="connsiteY920" fmla="*/ 532892 h 6858000"/>
              <a:gd name="connsiteX921" fmla="*/ 1309550 w 7472601"/>
              <a:gd name="connsiteY921" fmla="*/ 374031 h 6858000"/>
              <a:gd name="connsiteX922" fmla="*/ 1193673 w 7472601"/>
              <a:gd name="connsiteY922" fmla="*/ 49533 h 6858000"/>
              <a:gd name="connsiteX923" fmla="*/ 1164391 w 7472601"/>
              <a:gd name="connsiteY923" fmla="*/ 0 h 6858000"/>
              <a:gd name="connsiteX924" fmla="*/ 1200666 w 7472601"/>
              <a:gd name="connsiteY924" fmla="*/ 0 h 6858000"/>
              <a:gd name="connsiteX925" fmla="*/ 1223408 w 7472601"/>
              <a:gd name="connsiteY925" fmla="*/ 38996 h 6858000"/>
              <a:gd name="connsiteX926" fmla="*/ 1339635 w 7472601"/>
              <a:gd name="connsiteY926" fmla="*/ 365517 h 6858000"/>
              <a:gd name="connsiteX927" fmla="*/ 1387469 w 7472601"/>
              <a:gd name="connsiteY927" fmla="*/ 523079 h 6858000"/>
              <a:gd name="connsiteX928" fmla="*/ 1452685 w 7472601"/>
              <a:gd name="connsiteY928" fmla="*/ 699806 h 6858000"/>
              <a:gd name="connsiteX929" fmla="*/ 1492092 w 7472601"/>
              <a:gd name="connsiteY929" fmla="*/ 800424 h 6858000"/>
              <a:gd name="connsiteX930" fmla="*/ 1455302 w 7472601"/>
              <a:gd name="connsiteY930" fmla="*/ 632913 h 6858000"/>
              <a:gd name="connsiteX931" fmla="*/ 1222336 w 7472601"/>
              <a:gd name="connsiteY931" fmla="*/ 9480 h 6858000"/>
              <a:gd name="connsiteX932" fmla="*/ 1214634 w 7472601"/>
              <a:gd name="connsiteY932" fmla="*/ 0 h 6858000"/>
              <a:gd name="connsiteX933" fmla="*/ 1289827 w 7472601"/>
              <a:gd name="connsiteY933" fmla="*/ 0 h 6858000"/>
              <a:gd name="connsiteX934" fmla="*/ 1321076 w 7472601"/>
              <a:gd name="connsiteY934" fmla="*/ 59722 h 6858000"/>
              <a:gd name="connsiteX935" fmla="*/ 1512579 w 7472601"/>
              <a:gd name="connsiteY935" fmla="*/ 626441 h 6858000"/>
              <a:gd name="connsiteX936" fmla="*/ 1506076 w 7472601"/>
              <a:gd name="connsiteY936" fmla="*/ 1089289 h 6858000"/>
              <a:gd name="connsiteX937" fmla="*/ 1486346 w 7472601"/>
              <a:gd name="connsiteY937" fmla="*/ 1079919 h 6858000"/>
              <a:gd name="connsiteX938" fmla="*/ 1070511 w 7472601"/>
              <a:gd name="connsiteY938" fmla="*/ 48609 h 6858000"/>
              <a:gd name="connsiteX939" fmla="*/ 1057230 w 7472601"/>
              <a:gd name="connsiteY939" fmla="*/ 0 h 6858000"/>
              <a:gd name="connsiteX940" fmla="*/ 43151 w 7472601"/>
              <a:gd name="connsiteY940" fmla="*/ 0 h 6858000"/>
              <a:gd name="connsiteX941" fmla="*/ 95283 w 7472601"/>
              <a:gd name="connsiteY941" fmla="*/ 0 h 6858000"/>
              <a:gd name="connsiteX942" fmla="*/ 300708 w 7472601"/>
              <a:gd name="connsiteY942" fmla="*/ 154571 h 6858000"/>
              <a:gd name="connsiteX943" fmla="*/ 530414 w 7472601"/>
              <a:gd name="connsiteY943" fmla="*/ 354673 h 6858000"/>
              <a:gd name="connsiteX944" fmla="*/ 333785 w 7472601"/>
              <a:gd name="connsiteY944" fmla="*/ 161564 h 6858000"/>
              <a:gd name="connsiteX945" fmla="*/ 147005 w 7472601"/>
              <a:gd name="connsiteY945" fmla="*/ 0 h 6858000"/>
              <a:gd name="connsiteX946" fmla="*/ 272509 w 7472601"/>
              <a:gd name="connsiteY946" fmla="*/ 0 h 6858000"/>
              <a:gd name="connsiteX947" fmla="*/ 326276 w 7472601"/>
              <a:gd name="connsiteY947" fmla="*/ 45847 h 6858000"/>
              <a:gd name="connsiteX948" fmla="*/ 823759 w 7472601"/>
              <a:gd name="connsiteY948" fmla="*/ 574145 h 6858000"/>
              <a:gd name="connsiteX949" fmla="*/ 811254 w 7472601"/>
              <a:gd name="connsiteY949" fmla="*/ 665546 h 6858000"/>
              <a:gd name="connsiteX950" fmla="*/ 154042 w 7472601"/>
              <a:gd name="connsiteY950" fmla="*/ 261522 h 6858000"/>
              <a:gd name="connsiteX951" fmla="*/ 13550 w 7472601"/>
              <a:gd name="connsiteY951" fmla="*/ 158423 h 6858000"/>
              <a:gd name="connsiteX952" fmla="*/ 0 w 7472601"/>
              <a:gd name="connsiteY952" fmla="*/ 146618 h 6858000"/>
              <a:gd name="connsiteX953" fmla="*/ 0 w 7472601"/>
              <a:gd name="connsiteY953" fmla="*/ 59161 h 6858000"/>
              <a:gd name="connsiteX954" fmla="*/ 45427 w 7472601"/>
              <a:gd name="connsiteY954" fmla="*/ 101078 h 6858000"/>
              <a:gd name="connsiteX955" fmla="*/ 630103 w 7472601"/>
              <a:gd name="connsiteY955" fmla="*/ 485885 h 6858000"/>
              <a:gd name="connsiteX956" fmla="*/ 532040 w 7472601"/>
              <a:gd name="connsiteY956" fmla="*/ 399359 h 6858000"/>
              <a:gd name="connsiteX957" fmla="*/ 517618 w 7472601"/>
              <a:gd name="connsiteY957" fmla="*/ 385726 h 6858000"/>
              <a:gd name="connsiteX958" fmla="*/ 285074 w 7472601"/>
              <a:gd name="connsiteY958" fmla="*/ 182755 h 6858000"/>
              <a:gd name="connsiteX959" fmla="*/ 43151 w 7472601"/>
              <a:gd name="connsiteY959" fmla="*/ 0 h 6858000"/>
              <a:gd name="connsiteX0" fmla="*/ 369702 w 7467663"/>
              <a:gd name="connsiteY0" fmla="*/ 6712169 h 6858000"/>
              <a:gd name="connsiteX1" fmla="*/ 366575 w 7467663"/>
              <a:gd name="connsiteY1" fmla="*/ 6715556 h 6858000"/>
              <a:gd name="connsiteX2" fmla="*/ 371637 w 7467663"/>
              <a:gd name="connsiteY2" fmla="*/ 6713954 h 6858000"/>
              <a:gd name="connsiteX3" fmla="*/ 369702 w 7467663"/>
              <a:gd name="connsiteY3" fmla="*/ 6712169 h 6858000"/>
              <a:gd name="connsiteX4" fmla="*/ 7088673 w 7467663"/>
              <a:gd name="connsiteY4" fmla="*/ 6610396 h 6858000"/>
              <a:gd name="connsiteX5" fmla="*/ 7440138 w 7467663"/>
              <a:gd name="connsiteY5" fmla="*/ 6622648 h 6858000"/>
              <a:gd name="connsiteX6" fmla="*/ 7467600 w 7467663"/>
              <a:gd name="connsiteY6" fmla="*/ 6628217 h 6858000"/>
              <a:gd name="connsiteX7" fmla="*/ 7467600 w 7467663"/>
              <a:gd name="connsiteY7" fmla="*/ 6668575 h 6858000"/>
              <a:gd name="connsiteX8" fmla="*/ 7392322 w 7467663"/>
              <a:gd name="connsiteY8" fmla="*/ 6658238 h 6858000"/>
              <a:gd name="connsiteX9" fmla="*/ 7467600 w 7467663"/>
              <a:gd name="connsiteY9" fmla="*/ 6683873 h 6858000"/>
              <a:gd name="connsiteX10" fmla="*/ 7467600 w 7467663"/>
              <a:gd name="connsiteY10" fmla="*/ 6714215 h 6858000"/>
              <a:gd name="connsiteX11" fmla="*/ 7447383 w 7467663"/>
              <a:gd name="connsiteY11" fmla="*/ 6707202 h 6858000"/>
              <a:gd name="connsiteX12" fmla="*/ 7289862 w 7467663"/>
              <a:gd name="connsiteY12" fmla="*/ 6659827 h 6858000"/>
              <a:gd name="connsiteX13" fmla="*/ 7434024 w 7467663"/>
              <a:gd name="connsiteY13" fmla="*/ 6722130 h 6858000"/>
              <a:gd name="connsiteX14" fmla="*/ 7467600 w 7467663"/>
              <a:gd name="connsiteY14" fmla="*/ 6736157 h 6858000"/>
              <a:gd name="connsiteX15" fmla="*/ 7467600 w 7467663"/>
              <a:gd name="connsiteY15" fmla="*/ 6767913 h 6858000"/>
              <a:gd name="connsiteX16" fmla="*/ 7392158 w 7467663"/>
              <a:gd name="connsiteY16" fmla="*/ 6771365 h 6858000"/>
              <a:gd name="connsiteX17" fmla="*/ 7467600 w 7467663"/>
              <a:gd name="connsiteY17" fmla="*/ 6805948 h 6858000"/>
              <a:gd name="connsiteX18" fmla="*/ 7467600 w 7467663"/>
              <a:gd name="connsiteY18" fmla="*/ 6831490 h 6858000"/>
              <a:gd name="connsiteX19" fmla="*/ 7410696 w 7467663"/>
              <a:gd name="connsiteY19" fmla="*/ 6803861 h 6858000"/>
              <a:gd name="connsiteX20" fmla="*/ 7088673 w 7467663"/>
              <a:gd name="connsiteY20" fmla="*/ 6610396 h 6858000"/>
              <a:gd name="connsiteX21" fmla="*/ 1019354 w 7467663"/>
              <a:gd name="connsiteY21" fmla="*/ 6315006 h 6858000"/>
              <a:gd name="connsiteX22" fmla="*/ 441046 w 7467663"/>
              <a:gd name="connsiteY22" fmla="*/ 6691153 h 6858000"/>
              <a:gd name="connsiteX23" fmla="*/ 1019354 w 7467663"/>
              <a:gd name="connsiteY23" fmla="*/ 6315006 h 6858000"/>
              <a:gd name="connsiteX24" fmla="*/ 991680 w 7467663"/>
              <a:gd name="connsiteY24" fmla="*/ 6298413 h 6858000"/>
              <a:gd name="connsiteX25" fmla="*/ 409060 w 7467663"/>
              <a:gd name="connsiteY25" fmla="*/ 6671470 h 6858000"/>
              <a:gd name="connsiteX26" fmla="*/ 991680 w 7467663"/>
              <a:gd name="connsiteY26" fmla="*/ 6298413 h 6858000"/>
              <a:gd name="connsiteX27" fmla="*/ 103333 w 7467663"/>
              <a:gd name="connsiteY27" fmla="*/ 5699602 h 6858000"/>
              <a:gd name="connsiteX28" fmla="*/ 233938 w 7467663"/>
              <a:gd name="connsiteY28" fmla="*/ 5809416 h 6858000"/>
              <a:gd name="connsiteX29" fmla="*/ 883580 w 7467663"/>
              <a:gd name="connsiteY29" fmla="*/ 6180710 h 6858000"/>
              <a:gd name="connsiteX30" fmla="*/ 487337 w 7467663"/>
              <a:gd name="connsiteY30" fmla="*/ 5950182 h 6858000"/>
              <a:gd name="connsiteX31" fmla="*/ 354051 w 7467663"/>
              <a:gd name="connsiteY31" fmla="*/ 5854912 h 6858000"/>
              <a:gd name="connsiteX32" fmla="*/ 195436 w 7467663"/>
              <a:gd name="connsiteY32" fmla="*/ 5755068 h 6858000"/>
              <a:gd name="connsiteX33" fmla="*/ 103333 w 7467663"/>
              <a:gd name="connsiteY33" fmla="*/ 5699602 h 6858000"/>
              <a:gd name="connsiteX34" fmla="*/ 5539432 w 7467663"/>
              <a:gd name="connsiteY34" fmla="*/ 5642928 h 6858000"/>
              <a:gd name="connsiteX35" fmla="*/ 5555462 w 7467663"/>
              <a:gd name="connsiteY35" fmla="*/ 5694454 h 6858000"/>
              <a:gd name="connsiteX36" fmla="*/ 5828270 w 7467663"/>
              <a:gd name="connsiteY36" fmla="*/ 6320663 h 6858000"/>
              <a:gd name="connsiteX37" fmla="*/ 5947416 w 7467663"/>
              <a:gd name="connsiteY37" fmla="*/ 6574846 h 6858000"/>
              <a:gd name="connsiteX38" fmla="*/ 5539432 w 7467663"/>
              <a:gd name="connsiteY38" fmla="*/ 5642928 h 6858000"/>
              <a:gd name="connsiteX39" fmla="*/ 51253 w 7467663"/>
              <a:gd name="connsiteY39" fmla="*/ 5631825 h 6858000"/>
              <a:gd name="connsiteX40" fmla="*/ 211622 w 7467663"/>
              <a:gd name="connsiteY40" fmla="*/ 5728803 h 6858000"/>
              <a:gd name="connsiteX41" fmla="*/ 371652 w 7467663"/>
              <a:gd name="connsiteY41" fmla="*/ 5829062 h 6858000"/>
              <a:gd name="connsiteX42" fmla="*/ 505903 w 7467663"/>
              <a:gd name="connsiteY42" fmla="*/ 5925221 h 6858000"/>
              <a:gd name="connsiteX43" fmla="*/ 899240 w 7467663"/>
              <a:gd name="connsiteY43" fmla="*/ 6153068 h 6858000"/>
              <a:gd name="connsiteX44" fmla="*/ 988114 w 7467663"/>
              <a:gd name="connsiteY44" fmla="*/ 6174204 h 6858000"/>
              <a:gd name="connsiteX45" fmla="*/ 845971 w 7467663"/>
              <a:gd name="connsiteY45" fmla="*/ 6067177 h 6858000"/>
              <a:gd name="connsiteX46" fmla="*/ 448057 w 7467663"/>
              <a:gd name="connsiteY46" fmla="*/ 5841376 h 6858000"/>
              <a:gd name="connsiteX47" fmla="*/ 51253 w 7467663"/>
              <a:gd name="connsiteY47" fmla="*/ 5631825 h 6858000"/>
              <a:gd name="connsiteX48" fmla="*/ 2606687 w 7467663"/>
              <a:gd name="connsiteY48" fmla="*/ 5630718 h 6858000"/>
              <a:gd name="connsiteX49" fmla="*/ 2645658 w 7467663"/>
              <a:gd name="connsiteY49" fmla="*/ 6640259 h 6858000"/>
              <a:gd name="connsiteX50" fmla="*/ 2606687 w 7467663"/>
              <a:gd name="connsiteY50" fmla="*/ 5630718 h 6858000"/>
              <a:gd name="connsiteX51" fmla="*/ 3642057 w 7467663"/>
              <a:gd name="connsiteY51" fmla="*/ 5573487 h 6858000"/>
              <a:gd name="connsiteX52" fmla="*/ 3632981 w 7467663"/>
              <a:gd name="connsiteY52" fmla="*/ 5579437 h 6858000"/>
              <a:gd name="connsiteX53" fmla="*/ 3382436 w 7467663"/>
              <a:gd name="connsiteY53" fmla="*/ 5952726 h 6858000"/>
              <a:gd name="connsiteX54" fmla="*/ 3191929 w 7467663"/>
              <a:gd name="connsiteY54" fmla="*/ 6662669 h 6858000"/>
              <a:gd name="connsiteX55" fmla="*/ 3369898 w 7467663"/>
              <a:gd name="connsiteY55" fmla="*/ 6081771 h 6858000"/>
              <a:gd name="connsiteX56" fmla="*/ 3642057 w 7467663"/>
              <a:gd name="connsiteY56" fmla="*/ 5573487 h 6858000"/>
              <a:gd name="connsiteX57" fmla="*/ 2650666 w 7467663"/>
              <a:gd name="connsiteY57" fmla="*/ 5530686 h 6858000"/>
              <a:gd name="connsiteX58" fmla="*/ 2650249 w 7467663"/>
              <a:gd name="connsiteY58" fmla="*/ 5532101 h 6858000"/>
              <a:gd name="connsiteX59" fmla="*/ 2663808 w 7467663"/>
              <a:gd name="connsiteY59" fmla="*/ 6535215 h 6858000"/>
              <a:gd name="connsiteX60" fmla="*/ 2665418 w 7467663"/>
              <a:gd name="connsiteY60" fmla="*/ 6132756 h 6858000"/>
              <a:gd name="connsiteX61" fmla="*/ 2650666 w 7467663"/>
              <a:gd name="connsiteY61" fmla="*/ 5530686 h 6858000"/>
              <a:gd name="connsiteX62" fmla="*/ 2680277 w 7467663"/>
              <a:gd name="connsiteY62" fmla="*/ 5479204 h 6858000"/>
              <a:gd name="connsiteX63" fmla="*/ 2678972 w 7467663"/>
              <a:gd name="connsiteY63" fmla="*/ 5481582 h 6858000"/>
              <a:gd name="connsiteX64" fmla="*/ 2696666 w 7467663"/>
              <a:gd name="connsiteY64" fmla="*/ 6133836 h 6858000"/>
              <a:gd name="connsiteX65" fmla="*/ 2695769 w 7467663"/>
              <a:gd name="connsiteY65" fmla="*/ 6390955 h 6858000"/>
              <a:gd name="connsiteX66" fmla="*/ 2739893 w 7467663"/>
              <a:gd name="connsiteY66" fmla="*/ 6108357 h 6858000"/>
              <a:gd name="connsiteX67" fmla="*/ 2680277 w 7467663"/>
              <a:gd name="connsiteY67" fmla="*/ 5479204 h 6858000"/>
              <a:gd name="connsiteX68" fmla="*/ 1132195 w 7467663"/>
              <a:gd name="connsiteY68" fmla="*/ 5467980 h 6858000"/>
              <a:gd name="connsiteX69" fmla="*/ 1679056 w 7467663"/>
              <a:gd name="connsiteY69" fmla="*/ 5516907 h 6858000"/>
              <a:gd name="connsiteX70" fmla="*/ 2128648 w 7467663"/>
              <a:gd name="connsiteY70" fmla="*/ 5474249 h 6858000"/>
              <a:gd name="connsiteX71" fmla="*/ 1825619 w 7467663"/>
              <a:gd name="connsiteY71" fmla="*/ 5478447 h 6858000"/>
              <a:gd name="connsiteX72" fmla="*/ 1737798 w 7467663"/>
              <a:gd name="connsiteY72" fmla="*/ 5483353 h 6858000"/>
              <a:gd name="connsiteX73" fmla="*/ 1132195 w 7467663"/>
              <a:gd name="connsiteY73" fmla="*/ 5467980 h 6858000"/>
              <a:gd name="connsiteX74" fmla="*/ 7454976 w 7467663"/>
              <a:gd name="connsiteY74" fmla="*/ 6318297 h 6858000"/>
              <a:gd name="connsiteX75" fmla="*/ 7467600 w 7467663"/>
              <a:gd name="connsiteY75" fmla="*/ 6163634 h 6858000"/>
              <a:gd name="connsiteX76" fmla="*/ 7448321 w 7467663"/>
              <a:gd name="connsiteY76" fmla="*/ 6190991 h 6858000"/>
              <a:gd name="connsiteX77" fmla="*/ 7467600 w 7467663"/>
              <a:gd name="connsiteY77" fmla="*/ 6221686 h 6858000"/>
              <a:gd name="connsiteX78" fmla="*/ 7467600 w 7467663"/>
              <a:gd name="connsiteY78" fmla="*/ 6334256 h 6858000"/>
              <a:gd name="connsiteX79" fmla="*/ 7454976 w 7467663"/>
              <a:gd name="connsiteY79" fmla="*/ 6318297 h 6858000"/>
              <a:gd name="connsiteX80" fmla="*/ 1456157 w 7467663"/>
              <a:gd name="connsiteY80" fmla="*/ 5371404 h 6858000"/>
              <a:gd name="connsiteX81" fmla="*/ 1244432 w 7467663"/>
              <a:gd name="connsiteY81" fmla="*/ 5385601 h 6858000"/>
              <a:gd name="connsiteX82" fmla="*/ 973990 w 7467663"/>
              <a:gd name="connsiteY82" fmla="*/ 5424940 h 6858000"/>
              <a:gd name="connsiteX83" fmla="*/ 1103809 w 7467663"/>
              <a:gd name="connsiteY83" fmla="*/ 5433720 h 6858000"/>
              <a:gd name="connsiteX84" fmla="*/ 1123454 w 7467663"/>
              <a:gd name="connsiteY84" fmla="*/ 5435727 h 6858000"/>
              <a:gd name="connsiteX85" fmla="*/ 1737017 w 7467663"/>
              <a:gd name="connsiteY85" fmla="*/ 5452183 h 6858000"/>
              <a:gd name="connsiteX86" fmla="*/ 1824397 w 7467663"/>
              <a:gd name="connsiteY86" fmla="*/ 5447757 h 6858000"/>
              <a:gd name="connsiteX87" fmla="*/ 2070059 w 7467663"/>
              <a:gd name="connsiteY87" fmla="*/ 5441660 h 6858000"/>
              <a:gd name="connsiteX88" fmla="*/ 1456157 w 7467663"/>
              <a:gd name="connsiteY88" fmla="*/ 5371404 h 6858000"/>
              <a:gd name="connsiteX89" fmla="*/ 4988186 w 7467663"/>
              <a:gd name="connsiteY89" fmla="*/ 5216467 h 6858000"/>
              <a:gd name="connsiteX90" fmla="*/ 4777334 w 7467663"/>
              <a:gd name="connsiteY90" fmla="*/ 5406072 h 6858000"/>
              <a:gd name="connsiteX91" fmla="*/ 4718341 w 7467663"/>
              <a:gd name="connsiteY91" fmla="*/ 5468043 h 6858000"/>
              <a:gd name="connsiteX92" fmla="*/ 4604655 w 7467663"/>
              <a:gd name="connsiteY92" fmla="*/ 5583434 h 6858000"/>
              <a:gd name="connsiteX93" fmla="*/ 4565074 w 7467663"/>
              <a:gd name="connsiteY93" fmla="*/ 5618550 h 6858000"/>
              <a:gd name="connsiteX94" fmla="*/ 4988186 w 7467663"/>
              <a:gd name="connsiteY94" fmla="*/ 5216467 h 6858000"/>
              <a:gd name="connsiteX95" fmla="*/ 4978032 w 7467663"/>
              <a:gd name="connsiteY95" fmla="*/ 5183809 h 6858000"/>
              <a:gd name="connsiteX96" fmla="*/ 4463413 w 7467663"/>
              <a:gd name="connsiteY96" fmla="*/ 5615162 h 6858000"/>
              <a:gd name="connsiteX97" fmla="*/ 4358134 w 7467663"/>
              <a:gd name="connsiteY97" fmla="*/ 5742791 h 6858000"/>
              <a:gd name="connsiteX98" fmla="*/ 4376219 w 7467663"/>
              <a:gd name="connsiteY98" fmla="*/ 5729027 h 6858000"/>
              <a:gd name="connsiteX99" fmla="*/ 4582340 w 7467663"/>
              <a:gd name="connsiteY99" fmla="*/ 5561037 h 6858000"/>
              <a:gd name="connsiteX100" fmla="*/ 4694684 w 7467663"/>
              <a:gd name="connsiteY100" fmla="*/ 5447098 h 6858000"/>
              <a:gd name="connsiteX101" fmla="*/ 4754123 w 7467663"/>
              <a:gd name="connsiteY101" fmla="*/ 5384643 h 6858000"/>
              <a:gd name="connsiteX102" fmla="*/ 4978032 w 7467663"/>
              <a:gd name="connsiteY102" fmla="*/ 5183809 h 6858000"/>
              <a:gd name="connsiteX103" fmla="*/ 1903353 w 7467663"/>
              <a:gd name="connsiteY103" fmla="*/ 5044827 h 6858000"/>
              <a:gd name="connsiteX104" fmla="*/ 1936931 w 7467663"/>
              <a:gd name="connsiteY104" fmla="*/ 5093954 h 6858000"/>
              <a:gd name="connsiteX105" fmla="*/ 2195868 w 7467663"/>
              <a:gd name="connsiteY105" fmla="*/ 5396574 h 6858000"/>
              <a:gd name="connsiteX106" fmla="*/ 2088852 w 7467663"/>
              <a:gd name="connsiteY106" fmla="*/ 5166123 h 6858000"/>
              <a:gd name="connsiteX107" fmla="*/ 1958241 w 7467663"/>
              <a:gd name="connsiteY107" fmla="*/ 5067955 h 6858000"/>
              <a:gd name="connsiteX108" fmla="*/ 1903353 w 7467663"/>
              <a:gd name="connsiteY108" fmla="*/ 5044827 h 6858000"/>
              <a:gd name="connsiteX109" fmla="*/ 1979378 w 7467663"/>
              <a:gd name="connsiteY109" fmla="*/ 4769504 h 6858000"/>
              <a:gd name="connsiteX110" fmla="*/ 2882120 w 7467663"/>
              <a:gd name="connsiteY110" fmla="*/ 5064547 h 6858000"/>
              <a:gd name="connsiteX111" fmla="*/ 2793103 w 7467663"/>
              <a:gd name="connsiteY111" fmla="*/ 5039699 h 6858000"/>
              <a:gd name="connsiteX112" fmla="*/ 2770041 w 7467663"/>
              <a:gd name="connsiteY112" fmla="*/ 5033634 h 6858000"/>
              <a:gd name="connsiteX113" fmla="*/ 1979378 w 7467663"/>
              <a:gd name="connsiteY113" fmla="*/ 4769504 h 6858000"/>
              <a:gd name="connsiteX114" fmla="*/ 1927410 w 7467663"/>
              <a:gd name="connsiteY114" fmla="*/ 4716164 h 6858000"/>
              <a:gd name="connsiteX115" fmla="*/ 1959587 w 7467663"/>
              <a:gd name="connsiteY115" fmla="*/ 4728849 h 6858000"/>
              <a:gd name="connsiteX116" fmla="*/ 2777707 w 7467663"/>
              <a:gd name="connsiteY116" fmla="*/ 5003991 h 6858000"/>
              <a:gd name="connsiteX117" fmla="*/ 2800768 w 7467663"/>
              <a:gd name="connsiteY117" fmla="*/ 5010056 h 6858000"/>
              <a:gd name="connsiteX118" fmla="*/ 2879408 w 7467663"/>
              <a:gd name="connsiteY118" fmla="*/ 5031590 h 6858000"/>
              <a:gd name="connsiteX119" fmla="*/ 2862295 w 7467663"/>
              <a:gd name="connsiteY119" fmla="*/ 5022958 h 6858000"/>
              <a:gd name="connsiteX120" fmla="*/ 2813343 w 7467663"/>
              <a:gd name="connsiteY120" fmla="*/ 4998369 h 6858000"/>
              <a:gd name="connsiteX121" fmla="*/ 2646245 w 7467663"/>
              <a:gd name="connsiteY121" fmla="*/ 4930999 h 6858000"/>
              <a:gd name="connsiteX122" fmla="*/ 1999243 w 7467663"/>
              <a:gd name="connsiteY122" fmla="*/ 4730524 h 6858000"/>
              <a:gd name="connsiteX123" fmla="*/ 1979527 w 7467663"/>
              <a:gd name="connsiteY123" fmla="*/ 4726651 h 6858000"/>
              <a:gd name="connsiteX124" fmla="*/ 1927410 w 7467663"/>
              <a:gd name="connsiteY124" fmla="*/ 4716164 h 6858000"/>
              <a:gd name="connsiteX125" fmla="*/ 1997014 w 7467663"/>
              <a:gd name="connsiteY125" fmla="*/ 4698007 h 6858000"/>
              <a:gd name="connsiteX126" fmla="*/ 2005458 w 7467663"/>
              <a:gd name="connsiteY126" fmla="*/ 4699540 h 6858000"/>
              <a:gd name="connsiteX127" fmla="*/ 2657186 w 7467663"/>
              <a:gd name="connsiteY127" fmla="*/ 4901687 h 6858000"/>
              <a:gd name="connsiteX128" fmla="*/ 2826662 w 7467663"/>
              <a:gd name="connsiteY128" fmla="*/ 4970362 h 6858000"/>
              <a:gd name="connsiteX129" fmla="*/ 2876100 w 7467663"/>
              <a:gd name="connsiteY129" fmla="*/ 4995397 h 6858000"/>
              <a:gd name="connsiteX130" fmla="*/ 3042600 w 7467663"/>
              <a:gd name="connsiteY130" fmla="*/ 5059532 h 6858000"/>
              <a:gd name="connsiteX131" fmla="*/ 1997014 w 7467663"/>
              <a:gd name="connsiteY131" fmla="*/ 4698007 h 6858000"/>
              <a:gd name="connsiteX132" fmla="*/ 2305292 w 7467663"/>
              <a:gd name="connsiteY132" fmla="*/ 4219492 h 6858000"/>
              <a:gd name="connsiteX133" fmla="*/ 3360922 w 7467663"/>
              <a:gd name="connsiteY133" fmla="*/ 4529373 h 6858000"/>
              <a:gd name="connsiteX134" fmla="*/ 3492420 w 7467663"/>
              <a:gd name="connsiteY134" fmla="*/ 4510145 h 6858000"/>
              <a:gd name="connsiteX135" fmla="*/ 3364086 w 7467663"/>
              <a:gd name="connsiteY135" fmla="*/ 4480340 h 6858000"/>
              <a:gd name="connsiteX136" fmla="*/ 3225818 w 7467663"/>
              <a:gd name="connsiteY136" fmla="*/ 4411822 h 6858000"/>
              <a:gd name="connsiteX137" fmla="*/ 3129696 w 7467663"/>
              <a:gd name="connsiteY137" fmla="*/ 4360704 h 6858000"/>
              <a:gd name="connsiteX138" fmla="*/ 2814545 w 7467663"/>
              <a:gd name="connsiteY138" fmla="*/ 4282955 h 6858000"/>
              <a:gd name="connsiteX139" fmla="*/ 2305292 w 7467663"/>
              <a:gd name="connsiteY139" fmla="*/ 4219492 h 6858000"/>
              <a:gd name="connsiteX140" fmla="*/ 2626982 w 7467663"/>
              <a:gd name="connsiteY140" fmla="*/ 4206450 h 6858000"/>
              <a:gd name="connsiteX141" fmla="*/ 2490617 w 7467663"/>
              <a:gd name="connsiteY141" fmla="*/ 4206951 h 6858000"/>
              <a:gd name="connsiteX142" fmla="*/ 2819869 w 7467663"/>
              <a:gd name="connsiteY142" fmla="*/ 4252936 h 6858000"/>
              <a:gd name="connsiteX143" fmla="*/ 3143018 w 7467663"/>
              <a:gd name="connsiteY143" fmla="*/ 4332698 h 6858000"/>
              <a:gd name="connsiteX144" fmla="*/ 3241520 w 7467663"/>
              <a:gd name="connsiteY144" fmla="*/ 4385112 h 6858000"/>
              <a:gd name="connsiteX145" fmla="*/ 3374575 w 7467663"/>
              <a:gd name="connsiteY145" fmla="*/ 4451517 h 6858000"/>
              <a:gd name="connsiteX146" fmla="*/ 3505221 w 7467663"/>
              <a:gd name="connsiteY146" fmla="*/ 4480757 h 6858000"/>
              <a:gd name="connsiteX147" fmla="*/ 2626982 w 7467663"/>
              <a:gd name="connsiteY147" fmla="*/ 4206450 h 6858000"/>
              <a:gd name="connsiteX148" fmla="*/ 1310106 w 7467663"/>
              <a:gd name="connsiteY148" fmla="*/ 3943217 h 6858000"/>
              <a:gd name="connsiteX149" fmla="*/ 854994 w 7467663"/>
              <a:gd name="connsiteY149" fmla="*/ 4399136 h 6858000"/>
              <a:gd name="connsiteX150" fmla="*/ 742462 w 7467663"/>
              <a:gd name="connsiteY150" fmla="*/ 4594648 h 6858000"/>
              <a:gd name="connsiteX151" fmla="*/ 820602 w 7467663"/>
              <a:gd name="connsiteY151" fmla="*/ 4485915 h 6858000"/>
              <a:gd name="connsiteX152" fmla="*/ 878295 w 7467663"/>
              <a:gd name="connsiteY152" fmla="*/ 4403594 h 6858000"/>
              <a:gd name="connsiteX153" fmla="*/ 1240607 w 7467663"/>
              <a:gd name="connsiteY153" fmla="*/ 4010401 h 6858000"/>
              <a:gd name="connsiteX154" fmla="*/ 1310106 w 7467663"/>
              <a:gd name="connsiteY154" fmla="*/ 3943217 h 6858000"/>
              <a:gd name="connsiteX155" fmla="*/ 1423113 w 7467663"/>
              <a:gd name="connsiteY155" fmla="*/ 3874565 h 6858000"/>
              <a:gd name="connsiteX156" fmla="*/ 1260565 w 7467663"/>
              <a:gd name="connsiteY156" fmla="*/ 4031982 h 6858000"/>
              <a:gd name="connsiteX157" fmla="*/ 901900 w 7467663"/>
              <a:gd name="connsiteY157" fmla="*/ 4421236 h 6858000"/>
              <a:gd name="connsiteX158" fmla="*/ 845044 w 7467663"/>
              <a:gd name="connsiteY158" fmla="*/ 4502436 h 6858000"/>
              <a:gd name="connsiteX159" fmla="*/ 685926 w 7467663"/>
              <a:gd name="connsiteY159" fmla="*/ 4703069 h 6858000"/>
              <a:gd name="connsiteX160" fmla="*/ 684248 w 7467663"/>
              <a:gd name="connsiteY160" fmla="*/ 4706721 h 6858000"/>
              <a:gd name="connsiteX161" fmla="*/ 1423113 w 7467663"/>
              <a:gd name="connsiteY161" fmla="*/ 3874565 h 6858000"/>
              <a:gd name="connsiteX162" fmla="*/ 3316479 w 7467663"/>
              <a:gd name="connsiteY162" fmla="*/ 3872136 h 6858000"/>
              <a:gd name="connsiteX163" fmla="*/ 3546806 w 7467663"/>
              <a:gd name="connsiteY163" fmla="*/ 4356139 h 6858000"/>
              <a:gd name="connsiteX164" fmla="*/ 3364433 w 7467663"/>
              <a:gd name="connsiteY164" fmla="*/ 3953121 h 6858000"/>
              <a:gd name="connsiteX165" fmla="*/ 3316479 w 7467663"/>
              <a:gd name="connsiteY165" fmla="*/ 3872136 h 6858000"/>
              <a:gd name="connsiteX166" fmla="*/ 3291335 w 7467663"/>
              <a:gd name="connsiteY166" fmla="*/ 3767420 h 6858000"/>
              <a:gd name="connsiteX167" fmla="*/ 3390805 w 7467663"/>
              <a:gd name="connsiteY167" fmla="*/ 3937163 h 6858000"/>
              <a:gd name="connsiteX168" fmla="*/ 3579062 w 7467663"/>
              <a:gd name="connsiteY168" fmla="*/ 4359040 h 6858000"/>
              <a:gd name="connsiteX169" fmla="*/ 3467355 w 7467663"/>
              <a:gd name="connsiteY169" fmla="*/ 3988130 h 6858000"/>
              <a:gd name="connsiteX170" fmla="*/ 3310753 w 7467663"/>
              <a:gd name="connsiteY170" fmla="*/ 3787140 h 6858000"/>
              <a:gd name="connsiteX171" fmla="*/ 3291335 w 7467663"/>
              <a:gd name="connsiteY171" fmla="*/ 3767420 h 6858000"/>
              <a:gd name="connsiteX172" fmla="*/ 1635889 w 7467663"/>
              <a:gd name="connsiteY172" fmla="*/ 3709494 h 6858000"/>
              <a:gd name="connsiteX173" fmla="*/ 1634800 w 7467663"/>
              <a:gd name="connsiteY173" fmla="*/ 3731111 h 6858000"/>
              <a:gd name="connsiteX174" fmla="*/ 1635889 w 7467663"/>
              <a:gd name="connsiteY174" fmla="*/ 3709494 h 6858000"/>
              <a:gd name="connsiteX175" fmla="*/ 1510397 w 7467663"/>
              <a:gd name="connsiteY175" fmla="*/ 3684705 h 6858000"/>
              <a:gd name="connsiteX176" fmla="*/ 1146550 w 7467663"/>
              <a:gd name="connsiteY176" fmla="*/ 3802012 h 6858000"/>
              <a:gd name="connsiteX177" fmla="*/ 698834 w 7467663"/>
              <a:gd name="connsiteY177" fmla="*/ 3952272 h 6858000"/>
              <a:gd name="connsiteX178" fmla="*/ 34256 w 7467663"/>
              <a:gd name="connsiteY178" fmla="*/ 4347603 h 6858000"/>
              <a:gd name="connsiteX179" fmla="*/ 527241 w 7467663"/>
              <a:gd name="connsiteY179" fmla="*/ 4065078 h 6858000"/>
              <a:gd name="connsiteX180" fmla="*/ 1510397 w 7467663"/>
              <a:gd name="connsiteY180" fmla="*/ 3684705 h 6858000"/>
              <a:gd name="connsiteX181" fmla="*/ 1313114 w 7467663"/>
              <a:gd name="connsiteY181" fmla="*/ 3655216 h 6858000"/>
              <a:gd name="connsiteX182" fmla="*/ 1109304 w 7467663"/>
              <a:gd name="connsiteY182" fmla="*/ 3669030 h 6858000"/>
              <a:gd name="connsiteX183" fmla="*/ 8129 w 7467663"/>
              <a:gd name="connsiteY183" fmla="*/ 4330519 h 6858000"/>
              <a:gd name="connsiteX184" fmla="*/ 687572 w 7467663"/>
              <a:gd name="connsiteY184" fmla="*/ 3925629 h 6858000"/>
              <a:gd name="connsiteX185" fmla="*/ 1138365 w 7467663"/>
              <a:gd name="connsiteY185" fmla="*/ 3774515 h 6858000"/>
              <a:gd name="connsiteX186" fmla="*/ 1505579 w 7467663"/>
              <a:gd name="connsiteY186" fmla="*/ 3655526 h 6858000"/>
              <a:gd name="connsiteX187" fmla="*/ 1313114 w 7467663"/>
              <a:gd name="connsiteY187" fmla="*/ 3655216 h 6858000"/>
              <a:gd name="connsiteX188" fmla="*/ 3655073 w 7467663"/>
              <a:gd name="connsiteY188" fmla="*/ 3650884 h 6858000"/>
              <a:gd name="connsiteX189" fmla="*/ 3989938 w 7467663"/>
              <a:gd name="connsiteY189" fmla="*/ 3991685 h 6858000"/>
              <a:gd name="connsiteX190" fmla="*/ 4393907 w 7467663"/>
              <a:gd name="connsiteY190" fmla="*/ 4261258 h 6858000"/>
              <a:gd name="connsiteX191" fmla="*/ 4648051 w 7467663"/>
              <a:gd name="connsiteY191" fmla="*/ 4374051 h 6858000"/>
              <a:gd name="connsiteX192" fmla="*/ 4383389 w 7467663"/>
              <a:gd name="connsiteY192" fmla="*/ 4184369 h 6858000"/>
              <a:gd name="connsiteX193" fmla="*/ 4165508 w 7467663"/>
              <a:gd name="connsiteY193" fmla="*/ 4035196 h 6858000"/>
              <a:gd name="connsiteX194" fmla="*/ 4068162 w 7467663"/>
              <a:gd name="connsiteY194" fmla="*/ 3953394 h 6858000"/>
              <a:gd name="connsiteX195" fmla="*/ 3981416 w 7467663"/>
              <a:gd name="connsiteY195" fmla="*/ 3880482 h 6858000"/>
              <a:gd name="connsiteX196" fmla="*/ 3800147 w 7467663"/>
              <a:gd name="connsiteY196" fmla="*/ 3749872 h 6858000"/>
              <a:gd name="connsiteX197" fmla="*/ 3655073 w 7467663"/>
              <a:gd name="connsiteY197" fmla="*/ 3650884 h 6858000"/>
              <a:gd name="connsiteX198" fmla="*/ 3670252 w 7467663"/>
              <a:gd name="connsiteY198" fmla="*/ 3622798 h 6858000"/>
              <a:gd name="connsiteX199" fmla="*/ 3817258 w 7467663"/>
              <a:gd name="connsiteY199" fmla="*/ 3723577 h 6858000"/>
              <a:gd name="connsiteX200" fmla="*/ 4000461 w 7467663"/>
              <a:gd name="connsiteY200" fmla="*/ 3855966 h 6858000"/>
              <a:gd name="connsiteX201" fmla="*/ 4088180 w 7467663"/>
              <a:gd name="connsiteY201" fmla="*/ 3929774 h 6858000"/>
              <a:gd name="connsiteX202" fmla="*/ 4184555 w 7467663"/>
              <a:gd name="connsiteY202" fmla="*/ 4010683 h 6858000"/>
              <a:gd name="connsiteX203" fmla="*/ 4399563 w 7467663"/>
              <a:gd name="connsiteY203" fmla="*/ 4158106 h 6858000"/>
              <a:gd name="connsiteX204" fmla="*/ 4684469 w 7467663"/>
              <a:gd name="connsiteY204" fmla="*/ 4364680 h 6858000"/>
              <a:gd name="connsiteX205" fmla="*/ 4690271 w 7467663"/>
              <a:gd name="connsiteY205" fmla="*/ 4370034 h 6858000"/>
              <a:gd name="connsiteX206" fmla="*/ 4136093 w 7467663"/>
              <a:gd name="connsiteY206" fmla="*/ 3858466 h 6858000"/>
              <a:gd name="connsiteX207" fmla="*/ 3670252 w 7467663"/>
              <a:gd name="connsiteY207" fmla="*/ 3622798 h 6858000"/>
              <a:gd name="connsiteX208" fmla="*/ 4440129 w 7467663"/>
              <a:gd name="connsiteY208" fmla="*/ 3448571 h 6858000"/>
              <a:gd name="connsiteX209" fmla="*/ 4856525 w 7467663"/>
              <a:gd name="connsiteY209" fmla="*/ 3915351 h 6858000"/>
              <a:gd name="connsiteX210" fmla="*/ 5059055 w 7467663"/>
              <a:gd name="connsiteY210" fmla="*/ 4108918 h 6858000"/>
              <a:gd name="connsiteX211" fmla="*/ 5290070 w 7467663"/>
              <a:gd name="connsiteY211" fmla="*/ 4263619 h 6858000"/>
              <a:gd name="connsiteX212" fmla="*/ 4834991 w 7467663"/>
              <a:gd name="connsiteY212" fmla="*/ 3830985 h 6858000"/>
              <a:gd name="connsiteX213" fmla="*/ 4440129 w 7467663"/>
              <a:gd name="connsiteY213" fmla="*/ 3448571 h 6858000"/>
              <a:gd name="connsiteX214" fmla="*/ 4441737 w 7467663"/>
              <a:gd name="connsiteY214" fmla="*/ 3399734 h 6858000"/>
              <a:gd name="connsiteX215" fmla="*/ 4431236 w 7467663"/>
              <a:gd name="connsiteY215" fmla="*/ 3400954 h 6858000"/>
              <a:gd name="connsiteX216" fmla="*/ 4557150 w 7467663"/>
              <a:gd name="connsiteY216" fmla="*/ 3510023 h 6858000"/>
              <a:gd name="connsiteX217" fmla="*/ 4856936 w 7467663"/>
              <a:gd name="connsiteY217" fmla="*/ 3809146 h 6858000"/>
              <a:gd name="connsiteX218" fmla="*/ 5111996 w 7467663"/>
              <a:gd name="connsiteY218" fmla="*/ 4065759 h 6858000"/>
              <a:gd name="connsiteX219" fmla="*/ 5388878 w 7467663"/>
              <a:gd name="connsiteY219" fmla="*/ 4300185 h 6858000"/>
              <a:gd name="connsiteX220" fmla="*/ 5425556 w 7467663"/>
              <a:gd name="connsiteY220" fmla="*/ 4308967 h 6858000"/>
              <a:gd name="connsiteX221" fmla="*/ 4943646 w 7467663"/>
              <a:gd name="connsiteY221" fmla="*/ 3822916 h 6858000"/>
              <a:gd name="connsiteX222" fmla="*/ 4594837 w 7467663"/>
              <a:gd name="connsiteY222" fmla="*/ 3532274 h 6858000"/>
              <a:gd name="connsiteX223" fmla="*/ 4441737 w 7467663"/>
              <a:gd name="connsiteY223" fmla="*/ 3399734 h 6858000"/>
              <a:gd name="connsiteX224" fmla="*/ 5425834 w 7467663"/>
              <a:gd name="connsiteY224" fmla="*/ 3162785 h 6858000"/>
              <a:gd name="connsiteX225" fmla="*/ 5401644 w 7467663"/>
              <a:gd name="connsiteY225" fmla="*/ 3617847 h 6858000"/>
              <a:gd name="connsiteX226" fmla="*/ 5467256 w 7467663"/>
              <a:gd name="connsiteY226" fmla="*/ 4175494 h 6858000"/>
              <a:gd name="connsiteX227" fmla="*/ 5448069 w 7467663"/>
              <a:gd name="connsiteY227" fmla="*/ 3567554 h 6858000"/>
              <a:gd name="connsiteX228" fmla="*/ 5425834 w 7467663"/>
              <a:gd name="connsiteY228" fmla="*/ 3162785 h 6858000"/>
              <a:gd name="connsiteX229" fmla="*/ 1318687 w 7467663"/>
              <a:gd name="connsiteY229" fmla="*/ 3113840 h 6858000"/>
              <a:gd name="connsiteX230" fmla="*/ 1066793 w 7467663"/>
              <a:gd name="connsiteY230" fmla="*/ 3212171 h 6858000"/>
              <a:gd name="connsiteX231" fmla="*/ 993319 w 7467663"/>
              <a:gd name="connsiteY231" fmla="*/ 3247648 h 6858000"/>
              <a:gd name="connsiteX232" fmla="*/ 853081 w 7467663"/>
              <a:gd name="connsiteY232" fmla="*/ 3312410 h 6858000"/>
              <a:gd name="connsiteX233" fmla="*/ 805957 w 7467663"/>
              <a:gd name="connsiteY233" fmla="*/ 3330443 h 6858000"/>
              <a:gd name="connsiteX234" fmla="*/ 1318687 w 7467663"/>
              <a:gd name="connsiteY234" fmla="*/ 3113840 h 6858000"/>
              <a:gd name="connsiteX235" fmla="*/ 5453702 w 7467663"/>
              <a:gd name="connsiteY235" fmla="*/ 3090882 h 6858000"/>
              <a:gd name="connsiteX236" fmla="*/ 5480135 w 7467663"/>
              <a:gd name="connsiteY236" fmla="*/ 3565802 h 6858000"/>
              <a:gd name="connsiteX237" fmla="*/ 5499023 w 7467663"/>
              <a:gd name="connsiteY237" fmla="*/ 4166310 h 6858000"/>
              <a:gd name="connsiteX238" fmla="*/ 5547022 w 7467663"/>
              <a:gd name="connsiteY238" fmla="*/ 3607838 h 6858000"/>
              <a:gd name="connsiteX239" fmla="*/ 5515964 w 7467663"/>
              <a:gd name="connsiteY239" fmla="*/ 3378541 h 6858000"/>
              <a:gd name="connsiteX240" fmla="*/ 5453702 w 7467663"/>
              <a:gd name="connsiteY240" fmla="*/ 3090882 h 6858000"/>
              <a:gd name="connsiteX241" fmla="*/ 1238695 w 7467663"/>
              <a:gd name="connsiteY241" fmla="*/ 3076820 h 6858000"/>
              <a:gd name="connsiteX242" fmla="*/ 716371 w 7467663"/>
              <a:gd name="connsiteY242" fmla="*/ 3293249 h 6858000"/>
              <a:gd name="connsiteX243" fmla="*/ 579522 w 7467663"/>
              <a:gd name="connsiteY243" fmla="*/ 3371759 h 6858000"/>
              <a:gd name="connsiteX244" fmla="*/ 600288 w 7467663"/>
              <a:gd name="connsiteY244" fmla="*/ 3365555 h 6858000"/>
              <a:gd name="connsiteX245" fmla="*/ 840692 w 7467663"/>
              <a:gd name="connsiteY245" fmla="*/ 3284921 h 6858000"/>
              <a:gd name="connsiteX246" fmla="*/ 979248 w 7467663"/>
              <a:gd name="connsiteY246" fmla="*/ 3221003 h 6858000"/>
              <a:gd name="connsiteX247" fmla="*/ 1053282 w 7467663"/>
              <a:gd name="connsiteY247" fmla="*/ 3185247 h 6858000"/>
              <a:gd name="connsiteX248" fmla="*/ 1320603 w 7467663"/>
              <a:gd name="connsiteY248" fmla="*/ 3081281 h 6858000"/>
              <a:gd name="connsiteX249" fmla="*/ 1238695 w 7467663"/>
              <a:gd name="connsiteY249" fmla="*/ 3076820 h 6858000"/>
              <a:gd name="connsiteX250" fmla="*/ 5425627 w 7467663"/>
              <a:gd name="connsiteY250" fmla="*/ 2954192 h 6858000"/>
              <a:gd name="connsiteX251" fmla="*/ 5470770 w 7467663"/>
              <a:gd name="connsiteY251" fmla="*/ 3005435 h 6858000"/>
              <a:gd name="connsiteX252" fmla="*/ 5519779 w 7467663"/>
              <a:gd name="connsiteY252" fmla="*/ 4359223 h 6858000"/>
              <a:gd name="connsiteX253" fmla="*/ 5520293 w 7467663"/>
              <a:gd name="connsiteY253" fmla="*/ 4360602 h 6858000"/>
              <a:gd name="connsiteX254" fmla="*/ 5767221 w 7467663"/>
              <a:gd name="connsiteY254" fmla="*/ 4665564 h 6858000"/>
              <a:gd name="connsiteX255" fmla="*/ 6937169 w 7467663"/>
              <a:gd name="connsiteY255" fmla="*/ 4815941 h 6858000"/>
              <a:gd name="connsiteX256" fmla="*/ 6953922 w 7467663"/>
              <a:gd name="connsiteY256" fmla="*/ 4890068 h 6858000"/>
              <a:gd name="connsiteX257" fmla="*/ 6071359 w 7467663"/>
              <a:gd name="connsiteY257" fmla="*/ 4770770 h 6858000"/>
              <a:gd name="connsiteX258" fmla="*/ 6038839 w 7467663"/>
              <a:gd name="connsiteY258" fmla="*/ 4764474 h 6858000"/>
              <a:gd name="connsiteX259" fmla="*/ 6038706 w 7467663"/>
              <a:gd name="connsiteY259" fmla="*/ 4763847 h 6858000"/>
              <a:gd name="connsiteX260" fmla="*/ 6037784 w 7467663"/>
              <a:gd name="connsiteY260" fmla="*/ 4764270 h 6858000"/>
              <a:gd name="connsiteX261" fmla="*/ 6038839 w 7467663"/>
              <a:gd name="connsiteY261" fmla="*/ 4764474 h 6858000"/>
              <a:gd name="connsiteX262" fmla="*/ 6040338 w 7467663"/>
              <a:gd name="connsiteY262" fmla="*/ 4771418 h 6858000"/>
              <a:gd name="connsiteX263" fmla="*/ 6024488 w 7467663"/>
              <a:gd name="connsiteY263" fmla="*/ 4809903 h 6858000"/>
              <a:gd name="connsiteX264" fmla="*/ 5599771 w 7467663"/>
              <a:gd name="connsiteY264" fmla="*/ 5509652 h 6858000"/>
              <a:gd name="connsiteX265" fmla="*/ 5548843 w 7467663"/>
              <a:gd name="connsiteY265" fmla="*/ 5563845 h 6858000"/>
              <a:gd name="connsiteX266" fmla="*/ 5940952 w 7467663"/>
              <a:gd name="connsiteY266" fmla="*/ 6250028 h 6858000"/>
              <a:gd name="connsiteX267" fmla="*/ 6043441 w 7467663"/>
              <a:gd name="connsiteY267" fmla="*/ 6665847 h 6858000"/>
              <a:gd name="connsiteX268" fmla="*/ 6093432 w 7467663"/>
              <a:gd name="connsiteY268" fmla="*/ 6858000 h 6858000"/>
              <a:gd name="connsiteX269" fmla="*/ 6034344 w 7467663"/>
              <a:gd name="connsiteY269" fmla="*/ 6858000 h 6858000"/>
              <a:gd name="connsiteX270" fmla="*/ 6026679 w 7467663"/>
              <a:gd name="connsiteY270" fmla="*/ 6836959 h 6858000"/>
              <a:gd name="connsiteX271" fmla="*/ 5800441 w 7467663"/>
              <a:gd name="connsiteY271" fmla="*/ 6335286 h 6858000"/>
              <a:gd name="connsiteX272" fmla="*/ 5526562 w 7467663"/>
              <a:gd name="connsiteY272" fmla="*/ 5705388 h 6858000"/>
              <a:gd name="connsiteX273" fmla="*/ 5519640 w 7467663"/>
              <a:gd name="connsiteY273" fmla="*/ 5683774 h 6858000"/>
              <a:gd name="connsiteX274" fmla="*/ 5844559 w 7467663"/>
              <a:gd name="connsiteY274" fmla="*/ 6553349 h 6858000"/>
              <a:gd name="connsiteX275" fmla="*/ 5975994 w 7467663"/>
              <a:gd name="connsiteY275" fmla="*/ 6858000 h 6858000"/>
              <a:gd name="connsiteX276" fmla="*/ 5898547 w 7467663"/>
              <a:gd name="connsiteY276" fmla="*/ 6858000 h 6858000"/>
              <a:gd name="connsiteX277" fmla="*/ 5682041 w 7467663"/>
              <a:gd name="connsiteY277" fmla="*/ 6355860 h 6858000"/>
              <a:gd name="connsiteX278" fmla="*/ 5461758 w 7467663"/>
              <a:gd name="connsiteY278" fmla="*/ 5820220 h 6858000"/>
              <a:gd name="connsiteX279" fmla="*/ 5237282 w 7467663"/>
              <a:gd name="connsiteY279" fmla="*/ 6579086 h 6858000"/>
              <a:gd name="connsiteX280" fmla="*/ 5115009 w 7467663"/>
              <a:gd name="connsiteY280" fmla="*/ 6858000 h 6858000"/>
              <a:gd name="connsiteX281" fmla="*/ 5028074 w 7467663"/>
              <a:gd name="connsiteY281" fmla="*/ 6858000 h 6858000"/>
              <a:gd name="connsiteX282" fmla="*/ 5079508 w 7467663"/>
              <a:gd name="connsiteY282" fmla="*/ 6749074 h 6858000"/>
              <a:gd name="connsiteX283" fmla="*/ 5371846 w 7467663"/>
              <a:gd name="connsiteY283" fmla="*/ 5924413 h 6858000"/>
              <a:gd name="connsiteX284" fmla="*/ 5270512 w 7467663"/>
              <a:gd name="connsiteY284" fmla="*/ 6138975 h 6858000"/>
              <a:gd name="connsiteX285" fmla="*/ 5062409 w 7467663"/>
              <a:gd name="connsiteY285" fmla="*/ 6653544 h 6858000"/>
              <a:gd name="connsiteX286" fmla="*/ 5036628 w 7467663"/>
              <a:gd name="connsiteY286" fmla="*/ 6754247 h 6858000"/>
              <a:gd name="connsiteX287" fmla="*/ 5009112 w 7467663"/>
              <a:gd name="connsiteY287" fmla="*/ 6858000 h 6858000"/>
              <a:gd name="connsiteX288" fmla="*/ 4976679 w 7467663"/>
              <a:gd name="connsiteY288" fmla="*/ 6858000 h 6858000"/>
              <a:gd name="connsiteX289" fmla="*/ 5006537 w 7467663"/>
              <a:gd name="connsiteY289" fmla="*/ 6747068 h 6858000"/>
              <a:gd name="connsiteX290" fmla="*/ 5032723 w 7467663"/>
              <a:gd name="connsiteY290" fmla="*/ 6644957 h 6858000"/>
              <a:gd name="connsiteX291" fmla="*/ 5242949 w 7467663"/>
              <a:gd name="connsiteY291" fmla="*/ 6125175 h 6858000"/>
              <a:gd name="connsiteX292" fmla="*/ 5286321 w 7467663"/>
              <a:gd name="connsiteY292" fmla="*/ 6033555 h 6858000"/>
              <a:gd name="connsiteX293" fmla="*/ 5008210 w 7467663"/>
              <a:gd name="connsiteY293" fmla="*/ 6649194 h 6858000"/>
              <a:gd name="connsiteX294" fmla="*/ 4986321 w 7467663"/>
              <a:gd name="connsiteY294" fmla="*/ 6765687 h 6858000"/>
              <a:gd name="connsiteX295" fmla="*/ 4973474 w 7467663"/>
              <a:gd name="connsiteY295" fmla="*/ 6858000 h 6858000"/>
              <a:gd name="connsiteX296" fmla="*/ 4907178 w 7467663"/>
              <a:gd name="connsiteY296" fmla="*/ 6858000 h 6858000"/>
              <a:gd name="connsiteX297" fmla="*/ 4910810 w 7467663"/>
              <a:gd name="connsiteY297" fmla="*/ 6829660 h 6858000"/>
              <a:gd name="connsiteX298" fmla="*/ 4987461 w 7467663"/>
              <a:gd name="connsiteY298" fmla="*/ 6432994 h 6858000"/>
              <a:gd name="connsiteX299" fmla="*/ 5179262 w 7467663"/>
              <a:gd name="connsiteY299" fmla="*/ 6035044 h 6858000"/>
              <a:gd name="connsiteX300" fmla="*/ 4689678 w 7467663"/>
              <a:gd name="connsiteY300" fmla="*/ 6440241 h 6858000"/>
              <a:gd name="connsiteX301" fmla="*/ 4477543 w 7467663"/>
              <a:gd name="connsiteY301" fmla="*/ 6674836 h 6858000"/>
              <a:gd name="connsiteX302" fmla="*/ 4329957 w 7467663"/>
              <a:gd name="connsiteY302" fmla="*/ 6858000 h 6858000"/>
              <a:gd name="connsiteX303" fmla="*/ 4218595 w 7467663"/>
              <a:gd name="connsiteY303" fmla="*/ 6858000 h 6858000"/>
              <a:gd name="connsiteX304" fmla="*/ 4368888 w 7467663"/>
              <a:gd name="connsiteY304" fmla="*/ 6668412 h 6858000"/>
              <a:gd name="connsiteX305" fmla="*/ 4563091 w 7467663"/>
              <a:gd name="connsiteY305" fmla="*/ 6442508 h 6858000"/>
              <a:gd name="connsiteX306" fmla="*/ 5387324 w 7467663"/>
              <a:gd name="connsiteY306" fmla="*/ 5705830 h 6858000"/>
              <a:gd name="connsiteX307" fmla="*/ 5073620 w 7467663"/>
              <a:gd name="connsiteY307" fmla="*/ 5955437 h 6858000"/>
              <a:gd name="connsiteX308" fmla="*/ 4689789 w 7467663"/>
              <a:gd name="connsiteY308" fmla="*/ 6268382 h 6858000"/>
              <a:gd name="connsiteX309" fmla="*/ 4418722 w 7467663"/>
              <a:gd name="connsiteY309" fmla="*/ 6570886 h 6858000"/>
              <a:gd name="connsiteX310" fmla="*/ 4214944 w 7467663"/>
              <a:gd name="connsiteY310" fmla="*/ 6858000 h 6858000"/>
              <a:gd name="connsiteX311" fmla="*/ 4177898 w 7467663"/>
              <a:gd name="connsiteY311" fmla="*/ 6858000 h 6858000"/>
              <a:gd name="connsiteX312" fmla="*/ 4391597 w 7467663"/>
              <a:gd name="connsiteY312" fmla="*/ 6556370 h 6858000"/>
              <a:gd name="connsiteX313" fmla="*/ 4668889 w 7467663"/>
              <a:gd name="connsiteY313" fmla="*/ 6246399 h 6858000"/>
              <a:gd name="connsiteX314" fmla="*/ 5055427 w 7467663"/>
              <a:gd name="connsiteY314" fmla="*/ 5931476 h 6858000"/>
              <a:gd name="connsiteX315" fmla="*/ 5371814 w 7467663"/>
              <a:gd name="connsiteY315" fmla="*/ 5678975 h 6858000"/>
              <a:gd name="connsiteX316" fmla="*/ 4987918 w 7467663"/>
              <a:gd name="connsiteY316" fmla="*/ 5838701 h 6858000"/>
              <a:gd name="connsiteX317" fmla="*/ 4317146 w 7467663"/>
              <a:gd name="connsiteY317" fmla="*/ 6587716 h 6858000"/>
              <a:gd name="connsiteX318" fmla="*/ 4171627 w 7467663"/>
              <a:gd name="connsiteY318" fmla="*/ 6858000 h 6858000"/>
              <a:gd name="connsiteX319" fmla="*/ 4081585 w 7467663"/>
              <a:gd name="connsiteY319" fmla="*/ 6858000 h 6858000"/>
              <a:gd name="connsiteX320" fmla="*/ 4238603 w 7467663"/>
              <a:gd name="connsiteY320" fmla="*/ 6559341 h 6858000"/>
              <a:gd name="connsiteX321" fmla="*/ 4778333 w 7467663"/>
              <a:gd name="connsiteY321" fmla="*/ 5873626 h 6858000"/>
              <a:gd name="connsiteX322" fmla="*/ 5414185 w 7467663"/>
              <a:gd name="connsiteY322" fmla="*/ 5573882 h 6858000"/>
              <a:gd name="connsiteX323" fmla="*/ 5959648 w 7467663"/>
              <a:gd name="connsiteY323" fmla="*/ 4760797 h 6858000"/>
              <a:gd name="connsiteX324" fmla="*/ 5355019 w 7467663"/>
              <a:gd name="connsiteY324" fmla="*/ 4734672 h 6858000"/>
              <a:gd name="connsiteX325" fmla="*/ 5083565 w 7467663"/>
              <a:gd name="connsiteY325" fmla="*/ 5179121 h 6858000"/>
              <a:gd name="connsiteX326" fmla="*/ 4713577 w 7467663"/>
              <a:gd name="connsiteY326" fmla="*/ 5616803 h 6858000"/>
              <a:gd name="connsiteX327" fmla="*/ 3989559 w 7467663"/>
              <a:gd name="connsiteY327" fmla="*/ 6145945 h 6858000"/>
              <a:gd name="connsiteX328" fmla="*/ 3939824 w 7467663"/>
              <a:gd name="connsiteY328" fmla="*/ 6066900 h 6858000"/>
              <a:gd name="connsiteX329" fmla="*/ 4584537 w 7467663"/>
              <a:gd name="connsiteY329" fmla="*/ 5324826 h 6858000"/>
              <a:gd name="connsiteX330" fmla="*/ 5037105 w 7467663"/>
              <a:gd name="connsiteY330" fmla="*/ 5088765 h 6858000"/>
              <a:gd name="connsiteX331" fmla="*/ 5039930 w 7467663"/>
              <a:gd name="connsiteY331" fmla="*/ 5089585 h 6858000"/>
              <a:gd name="connsiteX332" fmla="*/ 5263764 w 7467663"/>
              <a:gd name="connsiteY332" fmla="*/ 4735525 h 6858000"/>
              <a:gd name="connsiteX333" fmla="*/ 4086300 w 7467663"/>
              <a:gd name="connsiteY333" fmla="*/ 4884599 h 6858000"/>
              <a:gd name="connsiteX334" fmla="*/ 4085485 w 7467663"/>
              <a:gd name="connsiteY334" fmla="*/ 4899070 h 6858000"/>
              <a:gd name="connsiteX335" fmla="*/ 3871915 w 7467663"/>
              <a:gd name="connsiteY335" fmla="*/ 5253645 h 6858000"/>
              <a:gd name="connsiteX336" fmla="*/ 3799374 w 7467663"/>
              <a:gd name="connsiteY336" fmla="*/ 5466127 h 6858000"/>
              <a:gd name="connsiteX337" fmla="*/ 3498850 w 7467663"/>
              <a:gd name="connsiteY337" fmla="*/ 6661888 h 6858000"/>
              <a:gd name="connsiteX338" fmla="*/ 3399216 w 7467663"/>
              <a:gd name="connsiteY338" fmla="*/ 6858000 h 6858000"/>
              <a:gd name="connsiteX339" fmla="*/ 3303688 w 7467663"/>
              <a:gd name="connsiteY339" fmla="*/ 6858000 h 6858000"/>
              <a:gd name="connsiteX340" fmla="*/ 3391774 w 7467663"/>
              <a:gd name="connsiteY340" fmla="*/ 6697181 h 6858000"/>
              <a:gd name="connsiteX341" fmla="*/ 3735540 w 7467663"/>
              <a:gd name="connsiteY341" fmla="*/ 5546923 h 6858000"/>
              <a:gd name="connsiteX342" fmla="*/ 3729438 w 7467663"/>
              <a:gd name="connsiteY342" fmla="*/ 5569058 h 6858000"/>
              <a:gd name="connsiteX343" fmla="*/ 3707782 w 7467663"/>
              <a:gd name="connsiteY343" fmla="*/ 5644908 h 6858000"/>
              <a:gd name="connsiteX344" fmla="*/ 3583827 w 7467663"/>
              <a:gd name="connsiteY344" fmla="*/ 6039215 h 6858000"/>
              <a:gd name="connsiteX345" fmla="*/ 3547861 w 7467663"/>
              <a:gd name="connsiteY345" fmla="*/ 6129609 h 6858000"/>
              <a:gd name="connsiteX346" fmla="*/ 3490905 w 7467663"/>
              <a:gd name="connsiteY346" fmla="*/ 6277660 h 6858000"/>
              <a:gd name="connsiteX347" fmla="*/ 3455859 w 7467663"/>
              <a:gd name="connsiteY347" fmla="*/ 6391301 h 6858000"/>
              <a:gd name="connsiteX348" fmla="*/ 3429112 w 7467663"/>
              <a:gd name="connsiteY348" fmla="*/ 6479469 h 6858000"/>
              <a:gd name="connsiteX349" fmla="*/ 3304862 w 7467663"/>
              <a:gd name="connsiteY349" fmla="*/ 6796476 h 6858000"/>
              <a:gd name="connsiteX350" fmla="*/ 3276071 w 7467663"/>
              <a:gd name="connsiteY350" fmla="*/ 6858000 h 6858000"/>
              <a:gd name="connsiteX351" fmla="*/ 3240805 w 7467663"/>
              <a:gd name="connsiteY351" fmla="*/ 6858000 h 6858000"/>
              <a:gd name="connsiteX352" fmla="*/ 3275917 w 7467663"/>
              <a:gd name="connsiteY352" fmla="*/ 6783192 h 6858000"/>
              <a:gd name="connsiteX353" fmla="*/ 3399358 w 7467663"/>
              <a:gd name="connsiteY353" fmla="*/ 6469011 h 6858000"/>
              <a:gd name="connsiteX354" fmla="*/ 3425650 w 7467663"/>
              <a:gd name="connsiteY354" fmla="*/ 6381333 h 6858000"/>
              <a:gd name="connsiteX355" fmla="*/ 3460661 w 7467663"/>
              <a:gd name="connsiteY355" fmla="*/ 6266763 h 6858000"/>
              <a:gd name="connsiteX356" fmla="*/ 3518021 w 7467663"/>
              <a:gd name="connsiteY356" fmla="*/ 6117298 h 6858000"/>
              <a:gd name="connsiteX357" fmla="*/ 3554035 w 7467663"/>
              <a:gd name="connsiteY357" fmla="*/ 6027832 h 6858000"/>
              <a:gd name="connsiteX358" fmla="*/ 3677174 w 7467663"/>
              <a:gd name="connsiteY358" fmla="*/ 5636351 h 6858000"/>
              <a:gd name="connsiteX359" fmla="*/ 3698819 w 7467663"/>
              <a:gd name="connsiteY359" fmla="*/ 5560503 h 6858000"/>
              <a:gd name="connsiteX360" fmla="*/ 3702094 w 7467663"/>
              <a:gd name="connsiteY360" fmla="*/ 5549194 h 6858000"/>
              <a:gd name="connsiteX361" fmla="*/ 3398355 w 7467663"/>
              <a:gd name="connsiteY361" fmla="*/ 6094603 h 6858000"/>
              <a:gd name="connsiteX362" fmla="*/ 3193941 w 7467663"/>
              <a:gd name="connsiteY362" fmla="*/ 6798775 h 6858000"/>
              <a:gd name="connsiteX363" fmla="*/ 3184140 w 7467663"/>
              <a:gd name="connsiteY363" fmla="*/ 6858000 h 6858000"/>
              <a:gd name="connsiteX364" fmla="*/ 3099978 w 7467663"/>
              <a:gd name="connsiteY364" fmla="*/ 6858000 h 6858000"/>
              <a:gd name="connsiteX365" fmla="*/ 3101556 w 7467663"/>
              <a:gd name="connsiteY365" fmla="*/ 6843337 h 6858000"/>
              <a:gd name="connsiteX366" fmla="*/ 3370162 w 7467663"/>
              <a:gd name="connsiteY366" fmla="*/ 5785550 h 6858000"/>
              <a:gd name="connsiteX367" fmla="*/ 3746477 w 7467663"/>
              <a:gd name="connsiteY367" fmla="*/ 5377889 h 6858000"/>
              <a:gd name="connsiteX368" fmla="*/ 3863399 w 7467663"/>
              <a:gd name="connsiteY368" fmla="*/ 5087257 h 6858000"/>
              <a:gd name="connsiteX369" fmla="*/ 3968712 w 7467663"/>
              <a:gd name="connsiteY369" fmla="*/ 4913989 h 6858000"/>
              <a:gd name="connsiteX370" fmla="*/ 2792390 w 7467663"/>
              <a:gd name="connsiteY370" fmla="*/ 5382974 h 6858000"/>
              <a:gd name="connsiteX371" fmla="*/ 2714982 w 7467663"/>
              <a:gd name="connsiteY371" fmla="*/ 5427051 h 6858000"/>
              <a:gd name="connsiteX372" fmla="*/ 2813361 w 7467663"/>
              <a:gd name="connsiteY372" fmla="*/ 6023912 h 6858000"/>
              <a:gd name="connsiteX373" fmla="*/ 2688430 w 7467663"/>
              <a:gd name="connsiteY373" fmla="*/ 6801564 h 6858000"/>
              <a:gd name="connsiteX374" fmla="*/ 2629626 w 7467663"/>
              <a:gd name="connsiteY374" fmla="*/ 6763394 h 6858000"/>
              <a:gd name="connsiteX375" fmla="*/ 2565328 w 7467663"/>
              <a:gd name="connsiteY375" fmla="*/ 5516399 h 6858000"/>
              <a:gd name="connsiteX376" fmla="*/ 1922999 w 7467663"/>
              <a:gd name="connsiteY376" fmla="*/ 5980343 h 6858000"/>
              <a:gd name="connsiteX377" fmla="*/ 1950261 w 7467663"/>
              <a:gd name="connsiteY377" fmla="*/ 6405858 h 6858000"/>
              <a:gd name="connsiteX378" fmla="*/ 2365554 w 7467663"/>
              <a:gd name="connsiteY378" fmla="*/ 6759107 h 6858000"/>
              <a:gd name="connsiteX379" fmla="*/ 2424142 w 7467663"/>
              <a:gd name="connsiteY379" fmla="*/ 6858000 h 6858000"/>
              <a:gd name="connsiteX380" fmla="*/ 2395994 w 7467663"/>
              <a:gd name="connsiteY380" fmla="*/ 6858000 h 6858000"/>
              <a:gd name="connsiteX381" fmla="*/ 2392863 w 7467663"/>
              <a:gd name="connsiteY381" fmla="*/ 6852964 h 6858000"/>
              <a:gd name="connsiteX382" fmla="*/ 2017589 w 7467663"/>
              <a:gd name="connsiteY382" fmla="*/ 6493982 h 6858000"/>
              <a:gd name="connsiteX383" fmla="*/ 2147336 w 7467663"/>
              <a:gd name="connsiteY383" fmla="*/ 6594052 h 6858000"/>
              <a:gd name="connsiteX384" fmla="*/ 2207047 w 7467663"/>
              <a:gd name="connsiteY384" fmla="*/ 6654540 h 6858000"/>
              <a:gd name="connsiteX385" fmla="*/ 2299106 w 7467663"/>
              <a:gd name="connsiteY385" fmla="*/ 6778931 h 6858000"/>
              <a:gd name="connsiteX386" fmla="*/ 2314430 w 7467663"/>
              <a:gd name="connsiteY386" fmla="*/ 6801144 h 6858000"/>
              <a:gd name="connsiteX387" fmla="*/ 2352406 w 7467663"/>
              <a:gd name="connsiteY387" fmla="*/ 6858000 h 6858000"/>
              <a:gd name="connsiteX388" fmla="*/ 2314492 w 7467663"/>
              <a:gd name="connsiteY388" fmla="*/ 6858000 h 6858000"/>
              <a:gd name="connsiteX389" fmla="*/ 2288095 w 7467663"/>
              <a:gd name="connsiteY389" fmla="*/ 6818030 h 6858000"/>
              <a:gd name="connsiteX390" fmla="*/ 2272768 w 7467663"/>
              <a:gd name="connsiteY390" fmla="*/ 6795822 h 6858000"/>
              <a:gd name="connsiteX391" fmla="*/ 2182715 w 7467663"/>
              <a:gd name="connsiteY391" fmla="*/ 6675071 h 6858000"/>
              <a:gd name="connsiteX392" fmla="*/ 2032061 w 7467663"/>
              <a:gd name="connsiteY392" fmla="*/ 6541380 h 6858000"/>
              <a:gd name="connsiteX393" fmla="*/ 2257220 w 7467663"/>
              <a:gd name="connsiteY393" fmla="*/ 6826257 h 6858000"/>
              <a:gd name="connsiteX394" fmla="*/ 2281324 w 7467663"/>
              <a:gd name="connsiteY394" fmla="*/ 6858000 h 6858000"/>
              <a:gd name="connsiteX395" fmla="*/ 2242860 w 7467663"/>
              <a:gd name="connsiteY395" fmla="*/ 6858000 h 6858000"/>
              <a:gd name="connsiteX396" fmla="*/ 2232818 w 7467663"/>
              <a:gd name="connsiteY396" fmla="*/ 6844926 h 6858000"/>
              <a:gd name="connsiteX397" fmla="*/ 1990172 w 7467663"/>
              <a:gd name="connsiteY397" fmla="*/ 6542121 h 6858000"/>
              <a:gd name="connsiteX398" fmla="*/ 2124090 w 7467663"/>
              <a:gd name="connsiteY398" fmla="*/ 6761017 h 6858000"/>
              <a:gd name="connsiteX399" fmla="*/ 2200380 w 7467663"/>
              <a:gd name="connsiteY399" fmla="*/ 6858000 h 6858000"/>
              <a:gd name="connsiteX400" fmla="*/ 2147507 w 7467663"/>
              <a:gd name="connsiteY400" fmla="*/ 6858000 h 6858000"/>
              <a:gd name="connsiteX401" fmla="*/ 2070668 w 7467663"/>
              <a:gd name="connsiteY401" fmla="*/ 6761520 h 6858000"/>
              <a:gd name="connsiteX402" fmla="*/ 1975142 w 7467663"/>
              <a:gd name="connsiteY402" fmla="*/ 6585570 h 6858000"/>
              <a:gd name="connsiteX403" fmla="*/ 2050035 w 7467663"/>
              <a:gd name="connsiteY403" fmla="*/ 6813345 h 6858000"/>
              <a:gd name="connsiteX404" fmla="*/ 2063025 w 7467663"/>
              <a:gd name="connsiteY404" fmla="*/ 6858000 h 6858000"/>
              <a:gd name="connsiteX405" fmla="*/ 2021675 w 7467663"/>
              <a:gd name="connsiteY405" fmla="*/ 6858000 h 6858000"/>
              <a:gd name="connsiteX406" fmla="*/ 2019308 w 7467663"/>
              <a:gd name="connsiteY406" fmla="*/ 6847118 h 6858000"/>
              <a:gd name="connsiteX407" fmla="*/ 1938835 w 7467663"/>
              <a:gd name="connsiteY407" fmla="*/ 6551160 h 6858000"/>
              <a:gd name="connsiteX408" fmla="*/ 1953230 w 7467663"/>
              <a:gd name="connsiteY408" fmla="*/ 6759699 h 6858000"/>
              <a:gd name="connsiteX409" fmla="*/ 1956763 w 7467663"/>
              <a:gd name="connsiteY409" fmla="*/ 6778191 h 6858000"/>
              <a:gd name="connsiteX410" fmla="*/ 1967925 w 7467663"/>
              <a:gd name="connsiteY410" fmla="*/ 6858000 h 6858000"/>
              <a:gd name="connsiteX411" fmla="*/ 1936622 w 7467663"/>
              <a:gd name="connsiteY411" fmla="*/ 6858000 h 6858000"/>
              <a:gd name="connsiteX412" fmla="*/ 1926261 w 7467663"/>
              <a:gd name="connsiteY412" fmla="*/ 6784064 h 6858000"/>
              <a:gd name="connsiteX413" fmla="*/ 1922724 w 7467663"/>
              <a:gd name="connsiteY413" fmla="*/ 6765577 h 6858000"/>
              <a:gd name="connsiteX414" fmla="*/ 1904650 w 7467663"/>
              <a:gd name="connsiteY414" fmla="*/ 6639616 h 6858000"/>
              <a:gd name="connsiteX415" fmla="*/ 1885273 w 7467663"/>
              <a:gd name="connsiteY415" fmla="*/ 6858000 h 6858000"/>
              <a:gd name="connsiteX416" fmla="*/ 1854363 w 7467663"/>
              <a:gd name="connsiteY416" fmla="*/ 6858000 h 6858000"/>
              <a:gd name="connsiteX417" fmla="*/ 1880391 w 7467663"/>
              <a:gd name="connsiteY417" fmla="*/ 6603796 h 6858000"/>
              <a:gd name="connsiteX418" fmla="*/ 1818273 w 7467663"/>
              <a:gd name="connsiteY418" fmla="*/ 6715729 h 6858000"/>
              <a:gd name="connsiteX419" fmla="*/ 1794691 w 7467663"/>
              <a:gd name="connsiteY419" fmla="*/ 6843239 h 6858000"/>
              <a:gd name="connsiteX420" fmla="*/ 1794914 w 7467663"/>
              <a:gd name="connsiteY420" fmla="*/ 6858000 h 6858000"/>
              <a:gd name="connsiteX421" fmla="*/ 1746128 w 7467663"/>
              <a:gd name="connsiteY421" fmla="*/ 6858000 h 6858000"/>
              <a:gd name="connsiteX422" fmla="*/ 1753934 w 7467663"/>
              <a:gd name="connsiteY422" fmla="*/ 6724796 h 6858000"/>
              <a:gd name="connsiteX423" fmla="*/ 1792053 w 7467663"/>
              <a:gd name="connsiteY423" fmla="*/ 6572396 h 6858000"/>
              <a:gd name="connsiteX424" fmla="*/ 1862248 w 7467663"/>
              <a:gd name="connsiteY424" fmla="*/ 6266397 h 6858000"/>
              <a:gd name="connsiteX425" fmla="*/ 1862250 w 7467663"/>
              <a:gd name="connsiteY425" fmla="*/ 6033531 h 6858000"/>
              <a:gd name="connsiteX426" fmla="*/ 1211999 w 7467663"/>
              <a:gd name="connsiteY426" fmla="*/ 6683610 h 6858000"/>
              <a:gd name="connsiteX427" fmla="*/ 1213266 w 7467663"/>
              <a:gd name="connsiteY427" fmla="*/ 6691947 h 6858000"/>
              <a:gd name="connsiteX428" fmla="*/ 1203370 w 7467663"/>
              <a:gd name="connsiteY428" fmla="*/ 6850676 h 6858000"/>
              <a:gd name="connsiteX429" fmla="*/ 1203671 w 7467663"/>
              <a:gd name="connsiteY429" fmla="*/ 6858000 h 6858000"/>
              <a:gd name="connsiteX430" fmla="*/ 1143180 w 7467663"/>
              <a:gd name="connsiteY430" fmla="*/ 6858000 h 6858000"/>
              <a:gd name="connsiteX431" fmla="*/ 1142176 w 7467663"/>
              <a:gd name="connsiteY431" fmla="*/ 6766045 h 6858000"/>
              <a:gd name="connsiteX432" fmla="*/ 1067484 w 7467663"/>
              <a:gd name="connsiteY432" fmla="*/ 6858000 h 6858000"/>
              <a:gd name="connsiteX433" fmla="*/ 953928 w 7467663"/>
              <a:gd name="connsiteY433" fmla="*/ 6858000 h 6858000"/>
              <a:gd name="connsiteX434" fmla="*/ 959715 w 7467663"/>
              <a:gd name="connsiteY434" fmla="*/ 6850185 h 6858000"/>
              <a:gd name="connsiteX435" fmla="*/ 1483788 w 7467663"/>
              <a:gd name="connsiteY435" fmla="*/ 6259174 h 6858000"/>
              <a:gd name="connsiteX436" fmla="*/ 1100671 w 7467663"/>
              <a:gd name="connsiteY436" fmla="*/ 6252137 h 6858000"/>
              <a:gd name="connsiteX437" fmla="*/ 1090144 w 7467663"/>
              <a:gd name="connsiteY437" fmla="*/ 6256748 h 6858000"/>
              <a:gd name="connsiteX438" fmla="*/ 1095872 w 7467663"/>
              <a:gd name="connsiteY438" fmla="*/ 6271892 h 6858000"/>
              <a:gd name="connsiteX439" fmla="*/ 262785 w 7467663"/>
              <a:gd name="connsiteY439" fmla="*/ 6845450 h 6858000"/>
              <a:gd name="connsiteX440" fmla="*/ 209968 w 7467663"/>
              <a:gd name="connsiteY440" fmla="*/ 6770713 h 6858000"/>
              <a:gd name="connsiteX441" fmla="*/ 873460 w 7467663"/>
              <a:gd name="connsiteY441" fmla="*/ 6253768 h 6858000"/>
              <a:gd name="connsiteX442" fmla="*/ 192686 w 7467663"/>
              <a:gd name="connsiteY442" fmla="*/ 5849257 h 6858000"/>
              <a:gd name="connsiteX443" fmla="*/ 4696 w 7467663"/>
              <a:gd name="connsiteY443" fmla="*/ 5697668 h 6858000"/>
              <a:gd name="connsiteX444" fmla="*/ 0 w 7467663"/>
              <a:gd name="connsiteY444" fmla="*/ 5689984 h 6858000"/>
              <a:gd name="connsiteX445" fmla="*/ 0 w 7467663"/>
              <a:gd name="connsiteY445" fmla="*/ 5513472 h 6858000"/>
              <a:gd name="connsiteX446" fmla="*/ 174101 w 7467663"/>
              <a:gd name="connsiteY446" fmla="*/ 5620277 h 6858000"/>
              <a:gd name="connsiteX447" fmla="*/ 891800 w 7467663"/>
              <a:gd name="connsiteY447" fmla="*/ 6036935 h 6858000"/>
              <a:gd name="connsiteX448" fmla="*/ 1072219 w 7467663"/>
              <a:gd name="connsiteY448" fmla="*/ 6169443 h 6858000"/>
              <a:gd name="connsiteX449" fmla="*/ 1074117 w 7467663"/>
              <a:gd name="connsiteY449" fmla="*/ 6170301 h 6858000"/>
              <a:gd name="connsiteX450" fmla="*/ 1083114 w 7467663"/>
              <a:gd name="connsiteY450" fmla="*/ 6174131 h 6858000"/>
              <a:gd name="connsiteX451" fmla="*/ 1543010 w 7467663"/>
              <a:gd name="connsiteY451" fmla="*/ 6191140 h 6858000"/>
              <a:gd name="connsiteX452" fmla="*/ 1551080 w 7467663"/>
              <a:gd name="connsiteY452" fmla="*/ 6195006 h 6858000"/>
              <a:gd name="connsiteX453" fmla="*/ 2345443 w 7467663"/>
              <a:gd name="connsiteY453" fmla="*/ 5549882 h 6858000"/>
              <a:gd name="connsiteX454" fmla="*/ 1721499 w 7467663"/>
              <a:gd name="connsiteY454" fmla="*/ 5599969 h 6858000"/>
              <a:gd name="connsiteX455" fmla="*/ 767716 w 7467663"/>
              <a:gd name="connsiteY455" fmla="*/ 5472768 h 6858000"/>
              <a:gd name="connsiteX456" fmla="*/ 722147 w 7467663"/>
              <a:gd name="connsiteY456" fmla="*/ 5393091 h 6858000"/>
              <a:gd name="connsiteX457" fmla="*/ 1485552 w 7467663"/>
              <a:gd name="connsiteY457" fmla="*/ 5313202 h 6858000"/>
              <a:gd name="connsiteX458" fmla="*/ 2143004 w 7467663"/>
              <a:gd name="connsiteY458" fmla="*/ 5402420 h 6858000"/>
              <a:gd name="connsiteX459" fmla="*/ 1933391 w 7467663"/>
              <a:gd name="connsiteY459" fmla="*/ 5156971 h 6858000"/>
              <a:gd name="connsiteX460" fmla="*/ 1827118 w 7467663"/>
              <a:gd name="connsiteY460" fmla="*/ 4968410 h 6858000"/>
              <a:gd name="connsiteX461" fmla="*/ 1837349 w 7467663"/>
              <a:gd name="connsiteY461" fmla="*/ 4956357 h 6858000"/>
              <a:gd name="connsiteX462" fmla="*/ 2162835 w 7467663"/>
              <a:gd name="connsiteY462" fmla="*/ 5187853 h 6858000"/>
              <a:gd name="connsiteX463" fmla="*/ 2257167 w 7467663"/>
              <a:gd name="connsiteY463" fmla="*/ 5462123 h 6858000"/>
              <a:gd name="connsiteX464" fmla="*/ 2261598 w 7467663"/>
              <a:gd name="connsiteY464" fmla="*/ 5467998 h 6858000"/>
              <a:gd name="connsiteX465" fmla="*/ 2437177 w 7467663"/>
              <a:gd name="connsiteY465" fmla="*/ 5479608 h 6858000"/>
              <a:gd name="connsiteX466" fmla="*/ 2445247 w 7467663"/>
              <a:gd name="connsiteY466" fmla="*/ 5483476 h 6858000"/>
              <a:gd name="connsiteX467" fmla="*/ 2743626 w 7467663"/>
              <a:gd name="connsiteY467" fmla="*/ 5304819 h 6858000"/>
              <a:gd name="connsiteX468" fmla="*/ 3048102 w 7467663"/>
              <a:gd name="connsiteY468" fmla="*/ 5150595 h 6858000"/>
              <a:gd name="connsiteX469" fmla="*/ 1799414 w 7467663"/>
              <a:gd name="connsiteY469" fmla="*/ 4694732 h 6858000"/>
              <a:gd name="connsiteX470" fmla="*/ 1771735 w 7467663"/>
              <a:gd name="connsiteY470" fmla="*/ 4619929 h 6858000"/>
              <a:gd name="connsiteX471" fmla="*/ 3104273 w 7467663"/>
              <a:gd name="connsiteY471" fmla="*/ 5076159 h 6858000"/>
              <a:gd name="connsiteX472" fmla="*/ 3113245 w 7467663"/>
              <a:gd name="connsiteY472" fmla="*/ 5090705 h 6858000"/>
              <a:gd name="connsiteX473" fmla="*/ 3126294 w 7467663"/>
              <a:gd name="connsiteY473" fmla="*/ 5114400 h 6858000"/>
              <a:gd name="connsiteX474" fmla="*/ 3937433 w 7467663"/>
              <a:gd name="connsiteY474" fmla="*/ 4830473 h 6858000"/>
              <a:gd name="connsiteX475" fmla="*/ 3590475 w 7467663"/>
              <a:gd name="connsiteY475" fmla="*/ 4597974 h 6858000"/>
              <a:gd name="connsiteX476" fmla="*/ 3100264 w 7467663"/>
              <a:gd name="connsiteY476" fmla="*/ 4579845 h 6858000"/>
              <a:gd name="connsiteX477" fmla="*/ 2183576 w 7467663"/>
              <a:gd name="connsiteY477" fmla="*/ 4227150 h 6858000"/>
              <a:gd name="connsiteX478" fmla="*/ 2151029 w 7467663"/>
              <a:gd name="connsiteY478" fmla="*/ 4146947 h 6858000"/>
              <a:gd name="connsiteX479" fmla="*/ 3563434 w 7467663"/>
              <a:gd name="connsiteY479" fmla="*/ 4469115 h 6858000"/>
              <a:gd name="connsiteX480" fmla="*/ 3177952 w 7467663"/>
              <a:gd name="connsiteY480" fmla="*/ 3657386 h 6858000"/>
              <a:gd name="connsiteX481" fmla="*/ 3189263 w 7467663"/>
              <a:gd name="connsiteY481" fmla="*/ 3625726 h 6858000"/>
              <a:gd name="connsiteX482" fmla="*/ 3560912 w 7467663"/>
              <a:gd name="connsiteY482" fmla="*/ 4079863 h 6858000"/>
              <a:gd name="connsiteX483" fmla="*/ 3626636 w 7467663"/>
              <a:gd name="connsiteY483" fmla="*/ 4512230 h 6858000"/>
              <a:gd name="connsiteX484" fmla="*/ 3653088 w 7467663"/>
              <a:gd name="connsiteY484" fmla="*/ 4521417 h 6858000"/>
              <a:gd name="connsiteX485" fmla="*/ 3988128 w 7467663"/>
              <a:gd name="connsiteY485" fmla="*/ 4817267 h 6858000"/>
              <a:gd name="connsiteX486" fmla="*/ 4830582 w 7467663"/>
              <a:gd name="connsiteY486" fmla="*/ 4676000 h 6858000"/>
              <a:gd name="connsiteX487" fmla="*/ 4830100 w 7467663"/>
              <a:gd name="connsiteY487" fmla="*/ 4675554 h 6858000"/>
              <a:gd name="connsiteX488" fmla="*/ 4036318 w 7467663"/>
              <a:gd name="connsiteY488" fmla="*/ 4147013 h 6858000"/>
              <a:gd name="connsiteX489" fmla="*/ 3432098 w 7467663"/>
              <a:gd name="connsiteY489" fmla="*/ 3537312 h 6858000"/>
              <a:gd name="connsiteX490" fmla="*/ 3446761 w 7467663"/>
              <a:gd name="connsiteY490" fmla="*/ 3461278 h 6858000"/>
              <a:gd name="connsiteX491" fmla="*/ 4419733 w 7467663"/>
              <a:gd name="connsiteY491" fmla="*/ 3963555 h 6858000"/>
              <a:gd name="connsiteX492" fmla="*/ 4781371 w 7467663"/>
              <a:gd name="connsiteY492" fmla="*/ 4458604 h 6858000"/>
              <a:gd name="connsiteX493" fmla="*/ 4780440 w 7467663"/>
              <a:gd name="connsiteY493" fmla="*/ 4470290 h 6858000"/>
              <a:gd name="connsiteX494" fmla="*/ 4898954 w 7467663"/>
              <a:gd name="connsiteY494" fmla="*/ 4662092 h 6858000"/>
              <a:gd name="connsiteX495" fmla="*/ 4900699 w 7467663"/>
              <a:gd name="connsiteY495" fmla="*/ 4670867 h 6858000"/>
              <a:gd name="connsiteX496" fmla="*/ 5714511 w 7467663"/>
              <a:gd name="connsiteY496" fmla="*/ 4663483 h 6858000"/>
              <a:gd name="connsiteX497" fmla="*/ 5464793 w 7467663"/>
              <a:gd name="connsiteY497" fmla="*/ 4393556 h 6858000"/>
              <a:gd name="connsiteX498" fmla="*/ 5461897 w 7467663"/>
              <a:gd name="connsiteY498" fmla="*/ 4390879 h 6858000"/>
              <a:gd name="connsiteX499" fmla="*/ 4294126 w 7467663"/>
              <a:gd name="connsiteY499" fmla="*/ 3303048 h 6858000"/>
              <a:gd name="connsiteX500" fmla="*/ 4305321 w 7467663"/>
              <a:gd name="connsiteY500" fmla="*/ 3256953 h 6858000"/>
              <a:gd name="connsiteX501" fmla="*/ 4949299 w 7467663"/>
              <a:gd name="connsiteY501" fmla="*/ 3766336 h 6858000"/>
              <a:gd name="connsiteX502" fmla="*/ 5291452 w 7467663"/>
              <a:gd name="connsiteY502" fmla="*/ 4076801 h 6858000"/>
              <a:gd name="connsiteX503" fmla="*/ 5434998 w 7467663"/>
              <a:gd name="connsiteY503" fmla="*/ 4254100 h 6858000"/>
              <a:gd name="connsiteX504" fmla="*/ 5351015 w 7467663"/>
              <a:gd name="connsiteY504" fmla="*/ 3760989 h 6858000"/>
              <a:gd name="connsiteX505" fmla="*/ 5413780 w 7467663"/>
              <a:gd name="connsiteY505" fmla="*/ 2966265 h 6858000"/>
              <a:gd name="connsiteX506" fmla="*/ 5425627 w 7467663"/>
              <a:gd name="connsiteY506" fmla="*/ 2954192 h 6858000"/>
              <a:gd name="connsiteX507" fmla="*/ 6604735 w 7467663"/>
              <a:gd name="connsiteY507" fmla="*/ 2041381 h 6858000"/>
              <a:gd name="connsiteX508" fmla="*/ 7204487 w 7467663"/>
              <a:gd name="connsiteY508" fmla="*/ 2742112 h 6858000"/>
              <a:gd name="connsiteX509" fmla="*/ 7131592 w 7467663"/>
              <a:gd name="connsiteY509" fmla="*/ 2672096 h 6858000"/>
              <a:gd name="connsiteX510" fmla="*/ 6996344 w 7467663"/>
              <a:gd name="connsiteY510" fmla="*/ 2518310 h 6858000"/>
              <a:gd name="connsiteX511" fmla="*/ 6735495 w 7467663"/>
              <a:gd name="connsiteY511" fmla="*/ 2196890 h 6858000"/>
              <a:gd name="connsiteX512" fmla="*/ 6721901 w 7467663"/>
              <a:gd name="connsiteY512" fmla="*/ 2179274 h 6858000"/>
              <a:gd name="connsiteX513" fmla="*/ 6604735 w 7467663"/>
              <a:gd name="connsiteY513" fmla="*/ 2041381 h 6858000"/>
              <a:gd name="connsiteX514" fmla="*/ 6591670 w 7467663"/>
              <a:gd name="connsiteY514" fmla="*/ 1988277 h 6858000"/>
              <a:gd name="connsiteX515" fmla="*/ 6747349 w 7467663"/>
              <a:gd name="connsiteY515" fmla="*/ 2160069 h 6858000"/>
              <a:gd name="connsiteX516" fmla="*/ 6760943 w 7467663"/>
              <a:gd name="connsiteY516" fmla="*/ 2177686 h 6858000"/>
              <a:gd name="connsiteX517" fmla="*/ 7021065 w 7467663"/>
              <a:gd name="connsiteY517" fmla="*/ 2498102 h 6858000"/>
              <a:gd name="connsiteX518" fmla="*/ 7155223 w 7467663"/>
              <a:gd name="connsiteY518" fmla="*/ 2650386 h 6858000"/>
              <a:gd name="connsiteX519" fmla="*/ 7203167 w 7467663"/>
              <a:gd name="connsiteY519" fmla="*/ 2697288 h 6858000"/>
              <a:gd name="connsiteX520" fmla="*/ 6937703 w 7467663"/>
              <a:gd name="connsiteY520" fmla="*/ 2321981 h 6858000"/>
              <a:gd name="connsiteX521" fmla="*/ 6591670 w 7467663"/>
              <a:gd name="connsiteY521" fmla="*/ 1988277 h 6858000"/>
              <a:gd name="connsiteX522" fmla="*/ 5798671 w 7467663"/>
              <a:gd name="connsiteY522" fmla="*/ 1981601 h 6858000"/>
              <a:gd name="connsiteX523" fmla="*/ 5754709 w 7467663"/>
              <a:gd name="connsiteY523" fmla="*/ 2071454 h 6858000"/>
              <a:gd name="connsiteX524" fmla="*/ 5763044 w 7467663"/>
              <a:gd name="connsiteY524" fmla="*/ 2842206 h 6858000"/>
              <a:gd name="connsiteX525" fmla="*/ 5764974 w 7467663"/>
              <a:gd name="connsiteY525" fmla="*/ 2799609 h 6858000"/>
              <a:gd name="connsiteX526" fmla="*/ 5767665 w 7467663"/>
              <a:gd name="connsiteY526" fmla="*/ 2666409 h 6858000"/>
              <a:gd name="connsiteX527" fmla="*/ 5763055 w 7467663"/>
              <a:gd name="connsiteY527" fmla="*/ 2579705 h 6858000"/>
              <a:gd name="connsiteX528" fmla="*/ 5758079 w 7467663"/>
              <a:gd name="connsiteY528" fmla="*/ 2492508 h 6858000"/>
              <a:gd name="connsiteX529" fmla="*/ 5779325 w 7467663"/>
              <a:gd name="connsiteY529" fmla="*/ 2197069 h 6858000"/>
              <a:gd name="connsiteX530" fmla="*/ 5798671 w 7467663"/>
              <a:gd name="connsiteY530" fmla="*/ 1981601 h 6858000"/>
              <a:gd name="connsiteX531" fmla="*/ 5829202 w 7467663"/>
              <a:gd name="connsiteY531" fmla="*/ 1971679 h 6858000"/>
              <a:gd name="connsiteX532" fmla="*/ 5809558 w 7467663"/>
              <a:gd name="connsiteY532" fmla="*/ 2198043 h 6858000"/>
              <a:gd name="connsiteX533" fmla="*/ 5788653 w 7467663"/>
              <a:gd name="connsiteY533" fmla="*/ 2489430 h 6858000"/>
              <a:gd name="connsiteX534" fmla="*/ 5793439 w 7467663"/>
              <a:gd name="connsiteY534" fmla="*/ 2575235 h 6858000"/>
              <a:gd name="connsiteX535" fmla="*/ 5796837 w 7467663"/>
              <a:gd name="connsiteY535" fmla="*/ 2637633 h 6858000"/>
              <a:gd name="connsiteX536" fmla="*/ 5818614 w 7467663"/>
              <a:gd name="connsiteY536" fmla="*/ 2473055 h 6858000"/>
              <a:gd name="connsiteX537" fmla="*/ 5829202 w 7467663"/>
              <a:gd name="connsiteY537" fmla="*/ 1971679 h 6858000"/>
              <a:gd name="connsiteX538" fmla="*/ 5911389 w 7467663"/>
              <a:gd name="connsiteY538" fmla="*/ 1898371 h 6858000"/>
              <a:gd name="connsiteX539" fmla="*/ 6237627 w 7467663"/>
              <a:gd name="connsiteY539" fmla="*/ 2231921 h 6858000"/>
              <a:gd name="connsiteX540" fmla="*/ 5911389 w 7467663"/>
              <a:gd name="connsiteY540" fmla="*/ 1898371 h 6858000"/>
              <a:gd name="connsiteX541" fmla="*/ 6944437 w 7467663"/>
              <a:gd name="connsiteY541" fmla="*/ 1575402 h 6858000"/>
              <a:gd name="connsiteX542" fmla="*/ 6304730 w 7467663"/>
              <a:gd name="connsiteY542" fmla="*/ 1766654 h 6858000"/>
              <a:gd name="connsiteX543" fmla="*/ 6944437 w 7467663"/>
              <a:gd name="connsiteY543" fmla="*/ 1575402 h 6858000"/>
              <a:gd name="connsiteX544" fmla="*/ 7019523 w 7467663"/>
              <a:gd name="connsiteY544" fmla="*/ 1519450 h 6858000"/>
              <a:gd name="connsiteX545" fmla="*/ 6298091 w 7467663"/>
              <a:gd name="connsiteY545" fmla="*/ 1737122 h 6858000"/>
              <a:gd name="connsiteX546" fmla="*/ 7019523 w 7467663"/>
              <a:gd name="connsiteY546" fmla="*/ 1519450 h 6858000"/>
              <a:gd name="connsiteX547" fmla="*/ 2399523 w 7467663"/>
              <a:gd name="connsiteY547" fmla="*/ 1428234 h 6858000"/>
              <a:gd name="connsiteX548" fmla="*/ 2224982 w 7467663"/>
              <a:gd name="connsiteY548" fmla="*/ 1826201 h 6858000"/>
              <a:gd name="connsiteX549" fmla="*/ 2096099 w 7467663"/>
              <a:gd name="connsiteY549" fmla="*/ 2345900 h 6858000"/>
              <a:gd name="connsiteX550" fmla="*/ 2283317 w 7467663"/>
              <a:gd name="connsiteY550" fmla="*/ 1796925 h 6858000"/>
              <a:gd name="connsiteX551" fmla="*/ 2399523 w 7467663"/>
              <a:gd name="connsiteY551" fmla="*/ 1428234 h 6858000"/>
              <a:gd name="connsiteX552" fmla="*/ 2448558 w 7467663"/>
              <a:gd name="connsiteY552" fmla="*/ 1373435 h 6858000"/>
              <a:gd name="connsiteX553" fmla="*/ 2312521 w 7467663"/>
              <a:gd name="connsiteY553" fmla="*/ 1806140 h 6858000"/>
              <a:gd name="connsiteX554" fmla="*/ 2127533 w 7467663"/>
              <a:gd name="connsiteY554" fmla="*/ 2348380 h 6858000"/>
              <a:gd name="connsiteX555" fmla="*/ 2358080 w 7467663"/>
              <a:gd name="connsiteY555" fmla="*/ 1866134 h 6858000"/>
              <a:gd name="connsiteX556" fmla="*/ 2407436 w 7467663"/>
              <a:gd name="connsiteY556" fmla="*/ 1651070 h 6858000"/>
              <a:gd name="connsiteX557" fmla="*/ 2448558 w 7467663"/>
              <a:gd name="connsiteY557" fmla="*/ 1373435 h 6858000"/>
              <a:gd name="connsiteX558" fmla="*/ 278707 w 7467663"/>
              <a:gd name="connsiteY558" fmla="*/ 1352270 h 6858000"/>
              <a:gd name="connsiteX559" fmla="*/ 321570 w 7467663"/>
              <a:gd name="connsiteY559" fmla="*/ 1861610 h 6858000"/>
              <a:gd name="connsiteX560" fmla="*/ 294281 w 7467663"/>
              <a:gd name="connsiteY560" fmla="*/ 1440658 h 6858000"/>
              <a:gd name="connsiteX561" fmla="*/ 278707 w 7467663"/>
              <a:gd name="connsiteY561" fmla="*/ 1352270 h 6858000"/>
              <a:gd name="connsiteX562" fmla="*/ 1423821 w 7467663"/>
              <a:gd name="connsiteY562" fmla="*/ 1351958 h 6858000"/>
              <a:gd name="connsiteX563" fmla="*/ 1638521 w 7467663"/>
              <a:gd name="connsiteY563" fmla="*/ 1908470 h 6858000"/>
              <a:gd name="connsiteX564" fmla="*/ 1754199 w 7467663"/>
              <a:gd name="connsiteY564" fmla="*/ 2149284 h 6858000"/>
              <a:gd name="connsiteX565" fmla="*/ 1908359 w 7467663"/>
              <a:gd name="connsiteY565" fmla="*/ 2364988 h 6858000"/>
              <a:gd name="connsiteX566" fmla="*/ 1647661 w 7467663"/>
              <a:gd name="connsiteY566" fmla="*/ 1825945 h 6858000"/>
              <a:gd name="connsiteX567" fmla="*/ 1423821 w 7467663"/>
              <a:gd name="connsiteY567" fmla="*/ 1351958 h 6858000"/>
              <a:gd name="connsiteX568" fmla="*/ 1431890 w 7467663"/>
              <a:gd name="connsiteY568" fmla="*/ 1306475 h 6858000"/>
              <a:gd name="connsiteX569" fmla="*/ 1507597 w 7467663"/>
              <a:gd name="connsiteY569" fmla="*/ 1446132 h 6858000"/>
              <a:gd name="connsiteX570" fmla="*/ 1674586 w 7467663"/>
              <a:gd name="connsiteY570" fmla="*/ 1813832 h 6858000"/>
              <a:gd name="connsiteX571" fmla="*/ 1815950 w 7467663"/>
              <a:gd name="connsiteY571" fmla="*/ 2128564 h 6858000"/>
              <a:gd name="connsiteX572" fmla="*/ 1984242 w 7467663"/>
              <a:gd name="connsiteY572" fmla="*/ 2430829 h 6858000"/>
              <a:gd name="connsiteX573" fmla="*/ 2014023 w 7467663"/>
              <a:gd name="connsiteY573" fmla="*/ 2450995 h 6858000"/>
              <a:gd name="connsiteX574" fmla="*/ 1747337 w 7467663"/>
              <a:gd name="connsiteY574" fmla="*/ 1855264 h 6858000"/>
              <a:gd name="connsiteX575" fmla="*/ 1533749 w 7467663"/>
              <a:gd name="connsiteY575" fmla="*/ 1478656 h 6858000"/>
              <a:gd name="connsiteX576" fmla="*/ 1431890 w 7467663"/>
              <a:gd name="connsiteY576" fmla="*/ 1306475 h 6858000"/>
              <a:gd name="connsiteX577" fmla="*/ 5052692 w 7467663"/>
              <a:gd name="connsiteY577" fmla="*/ 1292994 h 6858000"/>
              <a:gd name="connsiteX578" fmla="*/ 5200661 w 7467663"/>
              <a:gd name="connsiteY578" fmla="*/ 1635186 h 6858000"/>
              <a:gd name="connsiteX579" fmla="*/ 5297138 w 7467663"/>
              <a:gd name="connsiteY579" fmla="*/ 1906351 h 6858000"/>
              <a:gd name="connsiteX580" fmla="*/ 5052692 w 7467663"/>
              <a:gd name="connsiteY580" fmla="*/ 1292994 h 6858000"/>
              <a:gd name="connsiteX581" fmla="*/ 5009948 w 7467663"/>
              <a:gd name="connsiteY581" fmla="*/ 1273619 h 6858000"/>
              <a:gd name="connsiteX582" fmla="*/ 5121777 w 7467663"/>
              <a:gd name="connsiteY582" fmla="*/ 1654213 h 6858000"/>
              <a:gd name="connsiteX583" fmla="*/ 5293545 w 7467663"/>
              <a:gd name="connsiteY583" fmla="*/ 2072247 h 6858000"/>
              <a:gd name="connsiteX584" fmla="*/ 5294042 w 7467663"/>
              <a:gd name="connsiteY584" fmla="*/ 2065019 h 6858000"/>
              <a:gd name="connsiteX585" fmla="*/ 5171936 w 7467663"/>
              <a:gd name="connsiteY585" fmla="*/ 1647613 h 6858000"/>
              <a:gd name="connsiteX586" fmla="*/ 5009948 w 7467663"/>
              <a:gd name="connsiteY586" fmla="*/ 1273619 h 6858000"/>
              <a:gd name="connsiteX587" fmla="*/ 655236 w 7467663"/>
              <a:gd name="connsiteY587" fmla="*/ 1268632 h 6858000"/>
              <a:gd name="connsiteX588" fmla="*/ 839521 w 7467663"/>
              <a:gd name="connsiteY588" fmla="*/ 1685315 h 6858000"/>
              <a:gd name="connsiteX589" fmla="*/ 1109416 w 7467663"/>
              <a:gd name="connsiteY589" fmla="*/ 2061663 h 6858000"/>
              <a:gd name="connsiteX590" fmla="*/ 1298300 w 7467663"/>
              <a:gd name="connsiteY590" fmla="*/ 2247742 h 6858000"/>
              <a:gd name="connsiteX591" fmla="*/ 1125871 w 7467663"/>
              <a:gd name="connsiteY591" fmla="*/ 1989513 h 6858000"/>
              <a:gd name="connsiteX592" fmla="*/ 981574 w 7467663"/>
              <a:gd name="connsiteY592" fmla="*/ 1783157 h 6858000"/>
              <a:gd name="connsiteX593" fmla="*/ 922198 w 7467663"/>
              <a:gd name="connsiteY593" fmla="*/ 1677437 h 6858000"/>
              <a:gd name="connsiteX594" fmla="*/ 869293 w 7467663"/>
              <a:gd name="connsiteY594" fmla="*/ 1583214 h 6858000"/>
              <a:gd name="connsiteX595" fmla="*/ 751431 w 7467663"/>
              <a:gd name="connsiteY595" fmla="*/ 1405731 h 6858000"/>
              <a:gd name="connsiteX596" fmla="*/ 655236 w 7467663"/>
              <a:gd name="connsiteY596" fmla="*/ 1268632 h 6858000"/>
              <a:gd name="connsiteX597" fmla="*/ 6516292 w 7467663"/>
              <a:gd name="connsiteY597" fmla="*/ 1263064 h 6858000"/>
              <a:gd name="connsiteX598" fmla="*/ 5736320 w 7467663"/>
              <a:gd name="connsiteY598" fmla="*/ 1501803 h 6858000"/>
              <a:gd name="connsiteX599" fmla="*/ 6516292 w 7467663"/>
              <a:gd name="connsiteY599" fmla="*/ 1263064 h 6858000"/>
              <a:gd name="connsiteX600" fmla="*/ 291466 w 7467663"/>
              <a:gd name="connsiteY600" fmla="*/ 1250369 h 6858000"/>
              <a:gd name="connsiteX601" fmla="*/ 323180 w 7467663"/>
              <a:gd name="connsiteY601" fmla="*/ 1435283 h 6858000"/>
              <a:gd name="connsiteX602" fmla="*/ 349381 w 7467663"/>
              <a:gd name="connsiteY602" fmla="*/ 1875041 h 6858000"/>
              <a:gd name="connsiteX603" fmla="*/ 374363 w 7467663"/>
              <a:gd name="connsiteY603" fmla="*/ 1506494 h 6858000"/>
              <a:gd name="connsiteX604" fmla="*/ 302168 w 7467663"/>
              <a:gd name="connsiteY604" fmla="*/ 1274495 h 6858000"/>
              <a:gd name="connsiteX605" fmla="*/ 291466 w 7467663"/>
              <a:gd name="connsiteY605" fmla="*/ 1250369 h 6858000"/>
              <a:gd name="connsiteX606" fmla="*/ 678222 w 7467663"/>
              <a:gd name="connsiteY606" fmla="*/ 1248670 h 6858000"/>
              <a:gd name="connsiteX607" fmla="*/ 775536 w 7467663"/>
              <a:gd name="connsiteY607" fmla="*/ 1388015 h 6858000"/>
              <a:gd name="connsiteX608" fmla="*/ 894529 w 7467663"/>
              <a:gd name="connsiteY608" fmla="*/ 1567739 h 6858000"/>
              <a:gd name="connsiteX609" fmla="*/ 948000 w 7467663"/>
              <a:gd name="connsiteY609" fmla="*/ 1663088 h 6858000"/>
              <a:gd name="connsiteX610" fmla="*/ 1006812 w 7467663"/>
              <a:gd name="connsiteY610" fmla="*/ 1767683 h 6858000"/>
              <a:gd name="connsiteX611" fmla="*/ 1149133 w 7467663"/>
              <a:gd name="connsiteY611" fmla="*/ 1971513 h 6858000"/>
              <a:gd name="connsiteX612" fmla="*/ 1333952 w 7467663"/>
              <a:gd name="connsiteY612" fmla="*/ 2251620 h 6858000"/>
              <a:gd name="connsiteX613" fmla="*/ 1337329 w 7467663"/>
              <a:gd name="connsiteY613" fmla="*/ 2258350 h 6858000"/>
              <a:gd name="connsiteX614" fmla="*/ 1014726 w 7467663"/>
              <a:gd name="connsiteY614" fmla="*/ 1615556 h 6858000"/>
              <a:gd name="connsiteX615" fmla="*/ 678222 w 7467663"/>
              <a:gd name="connsiteY615" fmla="*/ 1248670 h 6858000"/>
              <a:gd name="connsiteX616" fmla="*/ 6691602 w 7467663"/>
              <a:gd name="connsiteY616" fmla="*/ 1140573 h 6858000"/>
              <a:gd name="connsiteX617" fmla="*/ 6571100 w 7467663"/>
              <a:gd name="connsiteY617" fmla="*/ 1183662 h 6858000"/>
              <a:gd name="connsiteX618" fmla="*/ 6241687 w 7467663"/>
              <a:gd name="connsiteY618" fmla="*/ 1257600 h 6858000"/>
              <a:gd name="connsiteX619" fmla="*/ 5693009 w 7467663"/>
              <a:gd name="connsiteY619" fmla="*/ 1478256 h 6858000"/>
              <a:gd name="connsiteX620" fmla="*/ 6548420 w 7467663"/>
              <a:gd name="connsiteY620" fmla="*/ 1214599 h 6858000"/>
              <a:gd name="connsiteX621" fmla="*/ 6605473 w 7467663"/>
              <a:gd name="connsiteY621" fmla="*/ 1184686 h 6858000"/>
              <a:gd name="connsiteX622" fmla="*/ 6691602 w 7467663"/>
              <a:gd name="connsiteY622" fmla="*/ 1140573 h 6858000"/>
              <a:gd name="connsiteX623" fmla="*/ 4002475 w 7467663"/>
              <a:gd name="connsiteY623" fmla="*/ 1037802 h 6858000"/>
              <a:gd name="connsiteX624" fmla="*/ 4000324 w 7467663"/>
              <a:gd name="connsiteY624" fmla="*/ 1039362 h 6858000"/>
              <a:gd name="connsiteX625" fmla="*/ 4002862 w 7467663"/>
              <a:gd name="connsiteY625" fmla="*/ 1042866 h 6858000"/>
              <a:gd name="connsiteX626" fmla="*/ 4002475 w 7467663"/>
              <a:gd name="connsiteY626" fmla="*/ 1037802 h 6858000"/>
              <a:gd name="connsiteX627" fmla="*/ 506322 w 7467663"/>
              <a:gd name="connsiteY627" fmla="*/ 1020997 h 6858000"/>
              <a:gd name="connsiteX628" fmla="*/ 533068 w 7467663"/>
              <a:gd name="connsiteY628" fmla="*/ 1029409 h 6858000"/>
              <a:gd name="connsiteX629" fmla="*/ 1232525 w 7467663"/>
              <a:gd name="connsiteY629" fmla="*/ 1804675 h 6858000"/>
              <a:gd name="connsiteX630" fmla="*/ 1388858 w 7467663"/>
              <a:gd name="connsiteY630" fmla="*/ 2368011 h 6858000"/>
              <a:gd name="connsiteX631" fmla="*/ 1384098 w 7467663"/>
              <a:gd name="connsiteY631" fmla="*/ 2378125 h 6858000"/>
              <a:gd name="connsiteX632" fmla="*/ 1425393 w 7467663"/>
              <a:gd name="connsiteY632" fmla="*/ 2589124 h 6858000"/>
              <a:gd name="connsiteX633" fmla="*/ 1424001 w 7467663"/>
              <a:gd name="connsiteY633" fmla="*/ 2597541 h 6858000"/>
              <a:gd name="connsiteX634" fmla="*/ 2152729 w 7467663"/>
              <a:gd name="connsiteY634" fmla="*/ 2864487 h 6858000"/>
              <a:gd name="connsiteX635" fmla="*/ 2020609 w 7467663"/>
              <a:gd name="connsiteY635" fmla="*/ 2539671 h 6858000"/>
              <a:gd name="connsiteX636" fmla="*/ 2018920 w 7467663"/>
              <a:gd name="connsiteY636" fmla="*/ 2536309 h 6858000"/>
              <a:gd name="connsiteX637" fmla="*/ 1342441 w 7467663"/>
              <a:gd name="connsiteY637" fmla="*/ 1173017 h 6858000"/>
              <a:gd name="connsiteX638" fmla="*/ 1367925 w 7467663"/>
              <a:gd name="connsiteY638" fmla="*/ 1135648 h 6858000"/>
              <a:gd name="connsiteX639" fmla="*/ 1771401 w 7467663"/>
              <a:gd name="connsiteY639" fmla="*/ 1806673 h 6858000"/>
              <a:gd name="connsiteX640" fmla="*/ 1972385 w 7467663"/>
              <a:gd name="connsiteY640" fmla="*/ 2198735 h 6858000"/>
              <a:gd name="connsiteX641" fmla="*/ 2040892 w 7467663"/>
              <a:gd name="connsiteY641" fmla="*/ 2405205 h 6858000"/>
              <a:gd name="connsiteX642" fmla="*/ 2131689 w 7467663"/>
              <a:gd name="connsiteY642" fmla="*/ 1936926 h 6858000"/>
              <a:gd name="connsiteX643" fmla="*/ 2454820 w 7467663"/>
              <a:gd name="connsiteY643" fmla="*/ 1248808 h 6858000"/>
              <a:gd name="connsiteX644" fmla="*/ 2492512 w 7467663"/>
              <a:gd name="connsiteY644" fmla="*/ 1302920 h 6858000"/>
              <a:gd name="connsiteX645" fmla="*/ 2081216 w 7467663"/>
              <a:gd name="connsiteY645" fmla="*/ 2527513 h 6858000"/>
              <a:gd name="connsiteX646" fmla="*/ 2081211 w 7467663"/>
              <a:gd name="connsiteY646" fmla="*/ 2528916 h 6858000"/>
              <a:gd name="connsiteX647" fmla="*/ 2199067 w 7467663"/>
              <a:gd name="connsiteY647" fmla="*/ 2884061 h 6858000"/>
              <a:gd name="connsiteX648" fmla="*/ 3192586 w 7467663"/>
              <a:gd name="connsiteY648" fmla="*/ 3411496 h 6858000"/>
              <a:gd name="connsiteX649" fmla="*/ 3182620 w 7467663"/>
              <a:gd name="connsiteY649" fmla="*/ 3483279 h 6858000"/>
              <a:gd name="connsiteX650" fmla="*/ 2435119 w 7467663"/>
              <a:gd name="connsiteY650" fmla="*/ 3080173 h 6858000"/>
              <a:gd name="connsiteX651" fmla="*/ 2410152 w 7467663"/>
              <a:gd name="connsiteY651" fmla="*/ 3063751 h 6858000"/>
              <a:gd name="connsiteX652" fmla="*/ 2408099 w 7467663"/>
              <a:gd name="connsiteY652" fmla="*/ 3064403 h 6858000"/>
              <a:gd name="connsiteX653" fmla="*/ 2407218 w 7467663"/>
              <a:gd name="connsiteY653" fmla="*/ 3070324 h 6858000"/>
              <a:gd name="connsiteX654" fmla="*/ 2380138 w 7467663"/>
              <a:gd name="connsiteY654" fmla="*/ 3099341 h 6858000"/>
              <a:gd name="connsiteX655" fmla="*/ 1765923 w 7467663"/>
              <a:gd name="connsiteY655" fmla="*/ 3581043 h 6858000"/>
              <a:gd name="connsiteX656" fmla="*/ 1702258 w 7467663"/>
              <a:gd name="connsiteY656" fmla="*/ 3612286 h 6858000"/>
              <a:gd name="connsiteX657" fmla="*/ 1538370 w 7467663"/>
              <a:gd name="connsiteY657" fmla="*/ 3811804 h 6858000"/>
              <a:gd name="connsiteX658" fmla="*/ 542867 w 7467663"/>
              <a:gd name="connsiteY658" fmla="*/ 4944092 h 6858000"/>
              <a:gd name="connsiteX659" fmla="*/ 515800 w 7467663"/>
              <a:gd name="connsiteY659" fmla="*/ 4862180 h 6858000"/>
              <a:gd name="connsiteX660" fmla="*/ 909145 w 7467663"/>
              <a:gd name="connsiteY660" fmla="*/ 4199225 h 6858000"/>
              <a:gd name="connsiteX661" fmla="*/ 1214067 w 7467663"/>
              <a:gd name="connsiteY661" fmla="*/ 3908561 h 6858000"/>
              <a:gd name="connsiteX662" fmla="*/ 640967 w 7467663"/>
              <a:gd name="connsiteY662" fmla="*/ 4105601 h 6858000"/>
              <a:gd name="connsiteX663" fmla="*/ 112563 w 7467663"/>
              <a:gd name="connsiteY663" fmla="*/ 4396952 h 6858000"/>
              <a:gd name="connsiteX664" fmla="*/ 0 w 7467663"/>
              <a:gd name="connsiteY664" fmla="*/ 4466006 h 6858000"/>
              <a:gd name="connsiteX665" fmla="*/ 0 w 7467663"/>
              <a:gd name="connsiteY665" fmla="*/ 4233763 h 6858000"/>
              <a:gd name="connsiteX666" fmla="*/ 36881 w 7467663"/>
              <a:gd name="connsiteY666" fmla="*/ 4200118 h 6858000"/>
              <a:gd name="connsiteX667" fmla="*/ 910534 w 7467663"/>
              <a:gd name="connsiteY667" fmla="*/ 3629753 h 6858000"/>
              <a:gd name="connsiteX668" fmla="*/ 1578717 w 7467663"/>
              <a:gd name="connsiteY668" fmla="*/ 3575982 h 6858000"/>
              <a:gd name="connsiteX669" fmla="*/ 2338780 w 7467663"/>
              <a:gd name="connsiteY669" fmla="*/ 3033725 h 6858000"/>
              <a:gd name="connsiteX670" fmla="*/ 1807991 w 7467663"/>
              <a:gd name="connsiteY670" fmla="*/ 2807184 h 6858000"/>
              <a:gd name="connsiteX671" fmla="*/ 1416358 w 7467663"/>
              <a:gd name="connsiteY671" fmla="*/ 3112571 h 6858000"/>
              <a:gd name="connsiteX672" fmla="*/ 939066 w 7467663"/>
              <a:gd name="connsiteY672" fmla="*/ 3378798 h 6858000"/>
              <a:gd name="connsiteX673" fmla="*/ 115099 w 7467663"/>
              <a:gd name="connsiteY673" fmla="*/ 3607650 h 6858000"/>
              <a:gd name="connsiteX674" fmla="*/ 97284 w 7467663"/>
              <a:gd name="connsiteY674" fmla="*/ 3520393 h 6858000"/>
              <a:gd name="connsiteX675" fmla="*/ 922050 w 7467663"/>
              <a:gd name="connsiteY675" fmla="*/ 3074867 h 6858000"/>
              <a:gd name="connsiteX676" fmla="*/ 1405265 w 7467663"/>
              <a:gd name="connsiteY676" fmla="*/ 3016319 h 6858000"/>
              <a:gd name="connsiteX677" fmla="*/ 1407512 w 7467663"/>
              <a:gd name="connsiteY677" fmla="*/ 3018001 h 6858000"/>
              <a:gd name="connsiteX678" fmla="*/ 1726266 w 7467663"/>
              <a:gd name="connsiteY678" fmla="*/ 2777274 h 6858000"/>
              <a:gd name="connsiteX679" fmla="*/ 625390 w 7467663"/>
              <a:gd name="connsiteY679" fmla="*/ 2514541 h 6858000"/>
              <a:gd name="connsiteX680" fmla="*/ 619799 w 7467663"/>
              <a:gd name="connsiteY680" fmla="*/ 2527180 h 6858000"/>
              <a:gd name="connsiteX681" fmla="*/ 310030 w 7467663"/>
              <a:gd name="connsiteY681" fmla="*/ 2771818 h 6858000"/>
              <a:gd name="connsiteX682" fmla="*/ 173877 w 7467663"/>
              <a:gd name="connsiteY682" fmla="*/ 2937056 h 6858000"/>
              <a:gd name="connsiteX683" fmla="*/ 77889 w 7467663"/>
              <a:gd name="connsiteY683" fmla="*/ 3138440 h 6858000"/>
              <a:gd name="connsiteX684" fmla="*/ 0 w 7467663"/>
              <a:gd name="connsiteY684" fmla="*/ 3271395 h 6858000"/>
              <a:gd name="connsiteX685" fmla="*/ 0 w 7467663"/>
              <a:gd name="connsiteY685" fmla="*/ 3153002 h 6858000"/>
              <a:gd name="connsiteX686" fmla="*/ 2386 w 7467663"/>
              <a:gd name="connsiteY686" fmla="*/ 3149203 h 6858000"/>
              <a:gd name="connsiteX687" fmla="*/ 89753 w 7467663"/>
              <a:gd name="connsiteY687" fmla="*/ 2987702 h 6858000"/>
              <a:gd name="connsiteX688" fmla="*/ 76869 w 7467663"/>
              <a:gd name="connsiteY688" fmla="*/ 3005404 h 6858000"/>
              <a:gd name="connsiteX689" fmla="*/ 32049 w 7467663"/>
              <a:gd name="connsiteY689" fmla="*/ 3065814 h 6858000"/>
              <a:gd name="connsiteX690" fmla="*/ 0 w 7467663"/>
              <a:gd name="connsiteY690" fmla="*/ 3108744 h 6858000"/>
              <a:gd name="connsiteX691" fmla="*/ 0 w 7467663"/>
              <a:gd name="connsiteY691" fmla="*/ 3058059 h 6858000"/>
              <a:gd name="connsiteX692" fmla="*/ 7610 w 7467663"/>
              <a:gd name="connsiteY692" fmla="*/ 3047889 h 6858000"/>
              <a:gd name="connsiteX693" fmla="*/ 52419 w 7467663"/>
              <a:gd name="connsiteY693" fmla="*/ 2987479 h 6858000"/>
              <a:gd name="connsiteX694" fmla="*/ 59142 w 7467663"/>
              <a:gd name="connsiteY694" fmla="*/ 2978488 h 6858000"/>
              <a:gd name="connsiteX695" fmla="*/ 0 w 7467663"/>
              <a:gd name="connsiteY695" fmla="*/ 3015334 h 6858000"/>
              <a:gd name="connsiteX696" fmla="*/ 0 w 7467663"/>
              <a:gd name="connsiteY696" fmla="*/ 2914286 h 6858000"/>
              <a:gd name="connsiteX697" fmla="*/ 36383 w 7467663"/>
              <a:gd name="connsiteY697" fmla="*/ 2901128 h 6858000"/>
              <a:gd name="connsiteX698" fmla="*/ 156329 w 7467663"/>
              <a:gd name="connsiteY698" fmla="*/ 2840533 h 6858000"/>
              <a:gd name="connsiteX699" fmla="*/ 358355 w 7467663"/>
              <a:gd name="connsiteY699" fmla="*/ 2620471 h 6858000"/>
              <a:gd name="connsiteX700" fmla="*/ 510577 w 7467663"/>
              <a:gd name="connsiteY700" fmla="*/ 2501244 h 6858000"/>
              <a:gd name="connsiteX701" fmla="*/ 211967 w 7467663"/>
              <a:gd name="connsiteY701" fmla="*/ 2479171 h 6858000"/>
              <a:gd name="connsiteX702" fmla="*/ 0 w 7467663"/>
              <a:gd name="connsiteY702" fmla="*/ 2476398 h 6858000"/>
              <a:gd name="connsiteX703" fmla="*/ 0 w 7467663"/>
              <a:gd name="connsiteY703" fmla="*/ 2389189 h 6858000"/>
              <a:gd name="connsiteX704" fmla="*/ 103062 w 7467663"/>
              <a:gd name="connsiteY704" fmla="*/ 2389518 h 6858000"/>
              <a:gd name="connsiteX705" fmla="*/ 510734 w 7467663"/>
              <a:gd name="connsiteY705" fmla="*/ 2416201 h 6858000"/>
              <a:gd name="connsiteX706" fmla="*/ 279257 w 7467663"/>
              <a:gd name="connsiteY706" fmla="*/ 2092102 h 6858000"/>
              <a:gd name="connsiteX707" fmla="*/ 65265 w 7467663"/>
              <a:gd name="connsiteY707" fmla="*/ 2006049 h 6858000"/>
              <a:gd name="connsiteX708" fmla="*/ 0 w 7467663"/>
              <a:gd name="connsiteY708" fmla="*/ 1982532 h 6858000"/>
              <a:gd name="connsiteX709" fmla="*/ 0 w 7467663"/>
              <a:gd name="connsiteY709" fmla="*/ 1912789 h 6858000"/>
              <a:gd name="connsiteX710" fmla="*/ 97460 w 7467663"/>
              <a:gd name="connsiteY710" fmla="*/ 1953725 h 6858000"/>
              <a:gd name="connsiteX711" fmla="*/ 221272 w 7467663"/>
              <a:gd name="connsiteY711" fmla="*/ 1980766 h 6858000"/>
              <a:gd name="connsiteX712" fmla="*/ 116765 w 7467663"/>
              <a:gd name="connsiteY712" fmla="*/ 1911033 h 6858000"/>
              <a:gd name="connsiteX713" fmla="*/ 16405 w 7467663"/>
              <a:gd name="connsiteY713" fmla="*/ 1803412 h 6858000"/>
              <a:gd name="connsiteX714" fmla="*/ 0 w 7467663"/>
              <a:gd name="connsiteY714" fmla="*/ 1784777 h 6858000"/>
              <a:gd name="connsiteX715" fmla="*/ 0 w 7467663"/>
              <a:gd name="connsiteY715" fmla="*/ 1740082 h 6858000"/>
              <a:gd name="connsiteX716" fmla="*/ 39394 w 7467663"/>
              <a:gd name="connsiteY716" fmla="*/ 1784856 h 6858000"/>
              <a:gd name="connsiteX717" fmla="*/ 135813 w 7467663"/>
              <a:gd name="connsiteY717" fmla="*/ 1888838 h 6858000"/>
              <a:gd name="connsiteX718" fmla="*/ 242575 w 7467663"/>
              <a:gd name="connsiteY718" fmla="*/ 1958841 h 6858000"/>
              <a:gd name="connsiteX719" fmla="*/ 82197 w 7467663"/>
              <a:gd name="connsiteY719" fmla="*/ 1754826 h 6858000"/>
              <a:gd name="connsiteX720" fmla="*/ 0 w 7467663"/>
              <a:gd name="connsiteY720" fmla="*/ 1679650 h 6858000"/>
              <a:gd name="connsiteX721" fmla="*/ 0 w 7467663"/>
              <a:gd name="connsiteY721" fmla="*/ 1602463 h 6858000"/>
              <a:gd name="connsiteX722" fmla="*/ 84689 w 7467663"/>
              <a:gd name="connsiteY722" fmla="*/ 1677442 h 6858000"/>
              <a:gd name="connsiteX723" fmla="*/ 298437 w 7467663"/>
              <a:gd name="connsiteY723" fmla="*/ 1968019 h 6858000"/>
              <a:gd name="connsiteX724" fmla="*/ 227269 w 7467663"/>
              <a:gd name="connsiteY724" fmla="*/ 1114064 h 6858000"/>
              <a:gd name="connsiteX725" fmla="*/ 248003 w 7467663"/>
              <a:gd name="connsiteY725" fmla="*/ 1089613 h 6858000"/>
              <a:gd name="connsiteX726" fmla="*/ 427020 w 7467663"/>
              <a:gd name="connsiteY726" fmla="*/ 1619803 h 6858000"/>
              <a:gd name="connsiteX727" fmla="*/ 340345 w 7467663"/>
              <a:gd name="connsiteY727" fmla="*/ 2027739 h 6858000"/>
              <a:gd name="connsiteX728" fmla="*/ 360865 w 7467663"/>
              <a:gd name="connsiteY728" fmla="*/ 2044827 h 6858000"/>
              <a:gd name="connsiteX729" fmla="*/ 560414 w 7467663"/>
              <a:gd name="connsiteY729" fmla="*/ 2421457 h 6858000"/>
              <a:gd name="connsiteX730" fmla="*/ 1359703 w 7467663"/>
              <a:gd name="connsiteY730" fmla="*/ 2578554 h 6858000"/>
              <a:gd name="connsiteX731" fmla="*/ 1359422 w 7467663"/>
              <a:gd name="connsiteY731" fmla="*/ 2577994 h 6858000"/>
              <a:gd name="connsiteX732" fmla="*/ 828701 w 7467663"/>
              <a:gd name="connsiteY732" fmla="*/ 1839520 h 6858000"/>
              <a:gd name="connsiteX733" fmla="*/ 494427 w 7467663"/>
              <a:gd name="connsiteY733" fmla="*/ 1092333 h 6858000"/>
              <a:gd name="connsiteX734" fmla="*/ 506322 w 7467663"/>
              <a:gd name="connsiteY734" fmla="*/ 1020997 h 6858000"/>
              <a:gd name="connsiteX735" fmla="*/ 4570198 w 7467663"/>
              <a:gd name="connsiteY735" fmla="*/ 978081 h 6858000"/>
              <a:gd name="connsiteX736" fmla="*/ 4523691 w 7467663"/>
              <a:gd name="connsiteY736" fmla="*/ 1127776 h 6858000"/>
              <a:gd name="connsiteX737" fmla="*/ 4509875 w 7467663"/>
              <a:gd name="connsiteY737" fmla="*/ 1167552 h 6858000"/>
              <a:gd name="connsiteX738" fmla="*/ 4478168 w 7467663"/>
              <a:gd name="connsiteY738" fmla="*/ 1260735 h 6858000"/>
              <a:gd name="connsiteX739" fmla="*/ 4409309 w 7467663"/>
              <a:gd name="connsiteY739" fmla="*/ 1666996 h 6858000"/>
              <a:gd name="connsiteX740" fmla="*/ 4370031 w 7467663"/>
              <a:gd name="connsiteY740" fmla="*/ 1955666 h 6858000"/>
              <a:gd name="connsiteX741" fmla="*/ 4570198 w 7467663"/>
              <a:gd name="connsiteY741" fmla="*/ 978081 h 6858000"/>
              <a:gd name="connsiteX742" fmla="*/ 4557898 w 7467663"/>
              <a:gd name="connsiteY742" fmla="*/ 900011 h 6858000"/>
              <a:gd name="connsiteX743" fmla="*/ 4344840 w 7467663"/>
              <a:gd name="connsiteY743" fmla="*/ 1922038 h 6858000"/>
              <a:gd name="connsiteX744" fmla="*/ 4378710 w 7467663"/>
              <a:gd name="connsiteY744" fmla="*/ 1665516 h 6858000"/>
              <a:gd name="connsiteX745" fmla="*/ 4448798 w 7467663"/>
              <a:gd name="connsiteY745" fmla="*/ 1253024 h 6858000"/>
              <a:gd name="connsiteX746" fmla="*/ 4480315 w 7467663"/>
              <a:gd name="connsiteY746" fmla="*/ 1158454 h 6858000"/>
              <a:gd name="connsiteX747" fmla="*/ 4494133 w 7467663"/>
              <a:gd name="connsiteY747" fmla="*/ 1118676 h 6858000"/>
              <a:gd name="connsiteX748" fmla="*/ 4557898 w 7467663"/>
              <a:gd name="connsiteY748" fmla="*/ 900011 h 6858000"/>
              <a:gd name="connsiteX749" fmla="*/ 5870151 w 7467663"/>
              <a:gd name="connsiteY749" fmla="*/ 898890 h 6858000"/>
              <a:gd name="connsiteX750" fmla="*/ 5861335 w 7467663"/>
              <a:gd name="connsiteY750" fmla="*/ 899177 h 6858000"/>
              <a:gd name="connsiteX751" fmla="*/ 5843702 w 7467663"/>
              <a:gd name="connsiteY751" fmla="*/ 899748 h 6858000"/>
              <a:gd name="connsiteX752" fmla="*/ 5651107 w 7467663"/>
              <a:gd name="connsiteY752" fmla="*/ 920306 h 6858000"/>
              <a:gd name="connsiteX753" fmla="*/ 5459407 w 7467663"/>
              <a:gd name="connsiteY753" fmla="*/ 940975 h 6858000"/>
              <a:gd name="connsiteX754" fmla="*/ 5374846 w 7467663"/>
              <a:gd name="connsiteY754" fmla="*/ 941988 h 6858000"/>
              <a:gd name="connsiteX755" fmla="*/ 5256105 w 7467663"/>
              <a:gd name="connsiteY755" fmla="*/ 945632 h 6858000"/>
              <a:gd name="connsiteX756" fmla="*/ 5107071 w 7467663"/>
              <a:gd name="connsiteY756" fmla="*/ 969720 h 6858000"/>
              <a:gd name="connsiteX757" fmla="*/ 4998681 w 7467663"/>
              <a:gd name="connsiteY757" fmla="*/ 988771 h 6858000"/>
              <a:gd name="connsiteX758" fmla="*/ 5870151 w 7467663"/>
              <a:gd name="connsiteY758" fmla="*/ 898890 h 6858000"/>
              <a:gd name="connsiteX759" fmla="*/ 5504425 w 7467663"/>
              <a:gd name="connsiteY759" fmla="*/ 848067 h 6858000"/>
              <a:gd name="connsiteX760" fmla="*/ 4968849 w 7467663"/>
              <a:gd name="connsiteY760" fmla="*/ 962318 h 6858000"/>
              <a:gd name="connsiteX761" fmla="*/ 5104039 w 7467663"/>
              <a:gd name="connsiteY761" fmla="*/ 940634 h 6858000"/>
              <a:gd name="connsiteX762" fmla="*/ 5256311 w 7467663"/>
              <a:gd name="connsiteY762" fmla="*/ 916490 h 6858000"/>
              <a:gd name="connsiteX763" fmla="*/ 5377381 w 7467663"/>
              <a:gd name="connsiteY763" fmla="*/ 912671 h 6858000"/>
              <a:gd name="connsiteX764" fmla="*/ 5460148 w 7467663"/>
              <a:gd name="connsiteY764" fmla="*/ 911442 h 6858000"/>
              <a:gd name="connsiteX765" fmla="*/ 5648971 w 7467663"/>
              <a:gd name="connsiteY765" fmla="*/ 891331 h 6858000"/>
              <a:gd name="connsiteX766" fmla="*/ 5844807 w 7467663"/>
              <a:gd name="connsiteY766" fmla="*/ 870718 h 6858000"/>
              <a:gd name="connsiteX767" fmla="*/ 5862975 w 7467663"/>
              <a:gd name="connsiteY767" fmla="*/ 869756 h 6858000"/>
              <a:gd name="connsiteX768" fmla="*/ 5920887 w 7467663"/>
              <a:gd name="connsiteY768" fmla="*/ 865929 h 6858000"/>
              <a:gd name="connsiteX769" fmla="*/ 5504425 w 7467663"/>
              <a:gd name="connsiteY769" fmla="*/ 848067 h 6858000"/>
              <a:gd name="connsiteX770" fmla="*/ 3607114 w 7467663"/>
              <a:gd name="connsiteY770" fmla="*/ 467441 h 6858000"/>
              <a:gd name="connsiteX771" fmla="*/ 3296242 w 7467663"/>
              <a:gd name="connsiteY771" fmla="*/ 807991 h 6858000"/>
              <a:gd name="connsiteX772" fmla="*/ 3174674 w 7467663"/>
              <a:gd name="connsiteY772" fmla="*/ 919759 h 6858000"/>
              <a:gd name="connsiteX773" fmla="*/ 3042978 w 7467663"/>
              <a:gd name="connsiteY773" fmla="*/ 1054894 h 6858000"/>
              <a:gd name="connsiteX774" fmla="*/ 2968914 w 7467663"/>
              <a:gd name="connsiteY774" fmla="*/ 1133756 h 6858000"/>
              <a:gd name="connsiteX775" fmla="*/ 3103823 w 7467663"/>
              <a:gd name="connsiteY775" fmla="*/ 1026814 h 6858000"/>
              <a:gd name="connsiteX776" fmla="*/ 3607114 w 7467663"/>
              <a:gd name="connsiteY776" fmla="*/ 467441 h 6858000"/>
              <a:gd name="connsiteX777" fmla="*/ 3744487 w 7467663"/>
              <a:gd name="connsiteY777" fmla="*/ 383136 h 6858000"/>
              <a:gd name="connsiteX778" fmla="*/ 3970213 w 7467663"/>
              <a:gd name="connsiteY778" fmla="*/ 995559 h 6858000"/>
              <a:gd name="connsiteX779" fmla="*/ 3744487 w 7467663"/>
              <a:gd name="connsiteY779" fmla="*/ 383136 h 6858000"/>
              <a:gd name="connsiteX780" fmla="*/ 3624562 w 7467663"/>
              <a:gd name="connsiteY780" fmla="*/ 367041 h 6858000"/>
              <a:gd name="connsiteX781" fmla="*/ 3489712 w 7467663"/>
              <a:gd name="connsiteY781" fmla="*/ 485386 h 6858000"/>
              <a:gd name="connsiteX782" fmla="*/ 3182994 w 7467663"/>
              <a:gd name="connsiteY782" fmla="*/ 828265 h 6858000"/>
              <a:gd name="connsiteX783" fmla="*/ 2892114 w 7467663"/>
              <a:gd name="connsiteY783" fmla="*/ 1172635 h 6858000"/>
              <a:gd name="connsiteX784" fmla="*/ 3021459 w 7467663"/>
              <a:gd name="connsiteY784" fmla="*/ 1035385 h 6858000"/>
              <a:gd name="connsiteX785" fmla="*/ 3153873 w 7467663"/>
              <a:gd name="connsiteY785" fmla="*/ 898971 h 6858000"/>
              <a:gd name="connsiteX786" fmla="*/ 3276511 w 7467663"/>
              <a:gd name="connsiteY786" fmla="*/ 786423 h 6858000"/>
              <a:gd name="connsiteX787" fmla="*/ 3584154 w 7467663"/>
              <a:gd name="connsiteY787" fmla="*/ 448218 h 6858000"/>
              <a:gd name="connsiteX788" fmla="*/ 3624562 w 7467663"/>
              <a:gd name="connsiteY788" fmla="*/ 367041 h 6858000"/>
              <a:gd name="connsiteX789" fmla="*/ 3766672 w 7467663"/>
              <a:gd name="connsiteY789" fmla="*/ 359429 h 6858000"/>
              <a:gd name="connsiteX790" fmla="*/ 3996338 w 7467663"/>
              <a:gd name="connsiteY790" fmla="*/ 968237 h 6858000"/>
              <a:gd name="connsiteX791" fmla="*/ 3766672 w 7467663"/>
              <a:gd name="connsiteY791" fmla="*/ 359429 h 6858000"/>
              <a:gd name="connsiteX792" fmla="*/ 5805386 w 7467663"/>
              <a:gd name="connsiteY792" fmla="*/ 239240 h 6858000"/>
              <a:gd name="connsiteX793" fmla="*/ 5736947 w 7467663"/>
              <a:gd name="connsiteY793" fmla="*/ 261367 h 6858000"/>
              <a:gd name="connsiteX794" fmla="*/ 5427012 w 7467663"/>
              <a:gd name="connsiteY794" fmla="*/ 311272 h 6858000"/>
              <a:gd name="connsiteX795" fmla="*/ 5147818 w 7467663"/>
              <a:gd name="connsiteY795" fmla="*/ 322112 h 6858000"/>
              <a:gd name="connsiteX796" fmla="*/ 5060854 w 7467663"/>
              <a:gd name="connsiteY796" fmla="*/ 311882 h 6858000"/>
              <a:gd name="connsiteX797" fmla="*/ 4945989 w 7467663"/>
              <a:gd name="connsiteY797" fmla="*/ 300516 h 6858000"/>
              <a:gd name="connsiteX798" fmla="*/ 5410479 w 7467663"/>
              <a:gd name="connsiteY798" fmla="*/ 348434 h 6858000"/>
              <a:gd name="connsiteX799" fmla="*/ 5805386 w 7467663"/>
              <a:gd name="connsiteY799" fmla="*/ 239240 h 6858000"/>
              <a:gd name="connsiteX800" fmla="*/ 5905192 w 7467663"/>
              <a:gd name="connsiteY800" fmla="*/ 163079 h 6858000"/>
              <a:gd name="connsiteX801" fmla="*/ 5865655 w 7467663"/>
              <a:gd name="connsiteY801" fmla="*/ 171901 h 6858000"/>
              <a:gd name="connsiteX802" fmla="*/ 5259740 w 7467663"/>
              <a:gd name="connsiteY802" fmla="*/ 257013 h 6858000"/>
              <a:gd name="connsiteX803" fmla="*/ 5208466 w 7467663"/>
              <a:gd name="connsiteY803" fmla="*/ 257550 h 6858000"/>
              <a:gd name="connsiteX804" fmla="*/ 4980204 w 7467663"/>
              <a:gd name="connsiteY804" fmla="*/ 271903 h 6858000"/>
              <a:gd name="connsiteX805" fmla="*/ 5068068 w 7467663"/>
              <a:gd name="connsiteY805" fmla="*/ 282244 h 6858000"/>
              <a:gd name="connsiteX806" fmla="*/ 5153231 w 7467663"/>
              <a:gd name="connsiteY806" fmla="*/ 292240 h 6858000"/>
              <a:gd name="connsiteX807" fmla="*/ 5426491 w 7467663"/>
              <a:gd name="connsiteY807" fmla="*/ 281128 h 6858000"/>
              <a:gd name="connsiteX808" fmla="*/ 5731212 w 7467663"/>
              <a:gd name="connsiteY808" fmla="*/ 231951 h 6858000"/>
              <a:gd name="connsiteX809" fmla="*/ 5905192 w 7467663"/>
              <a:gd name="connsiteY809" fmla="*/ 163079 h 6858000"/>
              <a:gd name="connsiteX810" fmla="*/ 5944437 w 7467663"/>
              <a:gd name="connsiteY810" fmla="*/ 113829 h 6858000"/>
              <a:gd name="connsiteX811" fmla="*/ 5825032 w 7467663"/>
              <a:gd name="connsiteY811" fmla="*/ 146405 h 6858000"/>
              <a:gd name="connsiteX812" fmla="*/ 4955599 w 7467663"/>
              <a:gd name="connsiteY812" fmla="*/ 247008 h 6858000"/>
              <a:gd name="connsiteX813" fmla="*/ 5210104 w 7467663"/>
              <a:gd name="connsiteY813" fmla="*/ 228123 h 6858000"/>
              <a:gd name="connsiteX814" fmla="*/ 5261015 w 7467663"/>
              <a:gd name="connsiteY814" fmla="*/ 227087 h 6858000"/>
              <a:gd name="connsiteX815" fmla="*/ 5861181 w 7467663"/>
              <a:gd name="connsiteY815" fmla="*/ 143093 h 6858000"/>
              <a:gd name="connsiteX816" fmla="*/ 5961252 w 7467663"/>
              <a:gd name="connsiteY816" fmla="*/ 114820 h 6858000"/>
              <a:gd name="connsiteX817" fmla="*/ 5944437 w 7467663"/>
              <a:gd name="connsiteY817" fmla="*/ 113829 h 6858000"/>
              <a:gd name="connsiteX818" fmla="*/ 3882765 w 7467663"/>
              <a:gd name="connsiteY818" fmla="*/ 0 h 6858000"/>
              <a:gd name="connsiteX819" fmla="*/ 3995099 w 7467663"/>
              <a:gd name="connsiteY819" fmla="*/ 0 h 6858000"/>
              <a:gd name="connsiteX820" fmla="*/ 4163818 w 7467663"/>
              <a:gd name="connsiteY820" fmla="*/ 234104 h 6858000"/>
              <a:gd name="connsiteX821" fmla="*/ 4172099 w 7467663"/>
              <a:gd name="connsiteY821" fmla="*/ 234207 h 6858000"/>
              <a:gd name="connsiteX822" fmla="*/ 4784282 w 7467663"/>
              <a:gd name="connsiteY822" fmla="*/ 276561 h 6858000"/>
              <a:gd name="connsiteX823" fmla="*/ 4801687 w 7467663"/>
              <a:gd name="connsiteY823" fmla="*/ 267764 h 6858000"/>
              <a:gd name="connsiteX824" fmla="*/ 6082788 w 7467663"/>
              <a:gd name="connsiteY824" fmla="*/ 64119 h 6858000"/>
              <a:gd name="connsiteX825" fmla="*/ 6099442 w 7467663"/>
              <a:gd name="connsiteY825" fmla="*/ 82568 h 6858000"/>
              <a:gd name="connsiteX826" fmla="*/ 4804137 w 7467663"/>
              <a:gd name="connsiteY826" fmla="*/ 320931 h 6858000"/>
              <a:gd name="connsiteX827" fmla="*/ 4227047 w 7467663"/>
              <a:gd name="connsiteY827" fmla="*/ 313415 h 6858000"/>
              <a:gd name="connsiteX828" fmla="*/ 4346041 w 7467663"/>
              <a:gd name="connsiteY828" fmla="*/ 456086 h 6858000"/>
              <a:gd name="connsiteX829" fmla="*/ 4870967 w 7467663"/>
              <a:gd name="connsiteY829" fmla="*/ 963061 h 6858000"/>
              <a:gd name="connsiteX830" fmla="*/ 4889647 w 7467663"/>
              <a:gd name="connsiteY830" fmla="*/ 957147 h 6858000"/>
              <a:gd name="connsiteX831" fmla="*/ 5422504 w 7467663"/>
              <a:gd name="connsiteY831" fmla="*/ 805191 h 6858000"/>
              <a:gd name="connsiteX832" fmla="*/ 6087656 w 7467663"/>
              <a:gd name="connsiteY832" fmla="*/ 826703 h 6858000"/>
              <a:gd name="connsiteX833" fmla="*/ 6058717 w 7467663"/>
              <a:gd name="connsiteY833" fmla="*/ 865992 h 6858000"/>
              <a:gd name="connsiteX834" fmla="*/ 4974153 w 7467663"/>
              <a:gd name="connsiteY834" fmla="*/ 1045456 h 6858000"/>
              <a:gd name="connsiteX835" fmla="*/ 5627835 w 7467663"/>
              <a:gd name="connsiteY835" fmla="*/ 1472077 h 6858000"/>
              <a:gd name="connsiteX836" fmla="*/ 5629817 w 7467663"/>
              <a:gd name="connsiteY836" fmla="*/ 1471412 h 6858000"/>
              <a:gd name="connsiteX837" fmla="*/ 5634124 w 7467663"/>
              <a:gd name="connsiteY837" fmla="*/ 1470572 h 6858000"/>
              <a:gd name="connsiteX838" fmla="*/ 5755832 w 7467663"/>
              <a:gd name="connsiteY838" fmla="*/ 1383886 h 6858000"/>
              <a:gd name="connsiteX839" fmla="*/ 6014186 w 7467663"/>
              <a:gd name="connsiteY839" fmla="*/ 1279799 h 6858000"/>
              <a:gd name="connsiteX840" fmla="*/ 6901619 w 7467663"/>
              <a:gd name="connsiteY840" fmla="*/ 1047874 h 6858000"/>
              <a:gd name="connsiteX841" fmla="*/ 6931566 w 7467663"/>
              <a:gd name="connsiteY841" fmla="*/ 1062034 h 6858000"/>
              <a:gd name="connsiteX842" fmla="*/ 5790982 w 7467663"/>
              <a:gd name="connsiteY842" fmla="*/ 1561380 h 6858000"/>
              <a:gd name="connsiteX843" fmla="*/ 6188971 w 7467663"/>
              <a:gd name="connsiteY843" fmla="*/ 1755168 h 6858000"/>
              <a:gd name="connsiteX844" fmla="*/ 6202446 w 7467663"/>
              <a:gd name="connsiteY844" fmla="*/ 1752268 h 6858000"/>
              <a:gd name="connsiteX845" fmla="*/ 7179560 w 7467663"/>
              <a:gd name="connsiteY845" fmla="*/ 1467551 h 6858000"/>
              <a:gd name="connsiteX846" fmla="*/ 7158730 w 7467663"/>
              <a:gd name="connsiteY846" fmla="*/ 1507835 h 6858000"/>
              <a:gd name="connsiteX847" fmla="*/ 6326959 w 7467663"/>
              <a:gd name="connsiteY847" fmla="*/ 1817686 h 6858000"/>
              <a:gd name="connsiteX848" fmla="*/ 6537433 w 7467663"/>
              <a:gd name="connsiteY848" fmla="*/ 1907790 h 6858000"/>
              <a:gd name="connsiteX849" fmla="*/ 6550221 w 7467663"/>
              <a:gd name="connsiteY849" fmla="*/ 1910729 h 6858000"/>
              <a:gd name="connsiteX850" fmla="*/ 6964438 w 7467663"/>
              <a:gd name="connsiteY850" fmla="*/ 2209505 h 6858000"/>
              <a:gd name="connsiteX851" fmla="*/ 7367862 w 7467663"/>
              <a:gd name="connsiteY851" fmla="*/ 2806833 h 6858000"/>
              <a:gd name="connsiteX852" fmla="*/ 7364329 w 7467663"/>
              <a:gd name="connsiteY852" fmla="*/ 2826907 h 6858000"/>
              <a:gd name="connsiteX853" fmla="*/ 7290545 w 7467663"/>
              <a:gd name="connsiteY853" fmla="*/ 2850663 h 6858000"/>
              <a:gd name="connsiteX854" fmla="*/ 6472036 w 7467663"/>
              <a:gd name="connsiteY854" fmla="*/ 1959003 h 6858000"/>
              <a:gd name="connsiteX855" fmla="*/ 5792897 w 7467663"/>
              <a:gd name="connsiteY855" fmla="*/ 1647747 h 6858000"/>
              <a:gd name="connsiteX856" fmla="*/ 5842751 w 7467663"/>
              <a:gd name="connsiteY856" fmla="*/ 1816112 h 6858000"/>
              <a:gd name="connsiteX857" fmla="*/ 5847424 w 7467663"/>
              <a:gd name="connsiteY857" fmla="*/ 1815776 h 6858000"/>
              <a:gd name="connsiteX858" fmla="*/ 6399821 w 7467663"/>
              <a:gd name="connsiteY858" fmla="*/ 2344799 h 6858000"/>
              <a:gd name="connsiteX859" fmla="*/ 6323232 w 7467663"/>
              <a:gd name="connsiteY859" fmla="*/ 2389634 h 6858000"/>
              <a:gd name="connsiteX860" fmla="*/ 5942958 w 7467663"/>
              <a:gd name="connsiteY860" fmla="*/ 2077708 h 6858000"/>
              <a:gd name="connsiteX861" fmla="*/ 5921559 w 7467663"/>
              <a:gd name="connsiteY861" fmla="*/ 2378596 h 6858000"/>
              <a:gd name="connsiteX862" fmla="*/ 5817651 w 7467663"/>
              <a:gd name="connsiteY862" fmla="*/ 3023919 h 6858000"/>
              <a:gd name="connsiteX863" fmla="*/ 5729634 w 7467663"/>
              <a:gd name="connsiteY863" fmla="*/ 3051849 h 6858000"/>
              <a:gd name="connsiteX864" fmla="*/ 5611018 w 7467663"/>
              <a:gd name="connsiteY864" fmla="*/ 2316769 h 6858000"/>
              <a:gd name="connsiteX865" fmla="*/ 5687608 w 7467663"/>
              <a:gd name="connsiteY865" fmla="*/ 2039972 h 6858000"/>
              <a:gd name="connsiteX866" fmla="*/ 5657554 w 7467663"/>
              <a:gd name="connsiteY866" fmla="*/ 1576445 h 6858000"/>
              <a:gd name="connsiteX867" fmla="*/ 5150475 w 7467663"/>
              <a:gd name="connsiteY867" fmla="*/ 1274012 h 6858000"/>
              <a:gd name="connsiteX868" fmla="*/ 5349142 w 7467663"/>
              <a:gd name="connsiteY868" fmla="*/ 2204405 h 6858000"/>
              <a:gd name="connsiteX869" fmla="*/ 5262214 w 7467663"/>
              <a:gd name="connsiteY869" fmla="*/ 2233836 h 6858000"/>
              <a:gd name="connsiteX870" fmla="*/ 4981539 w 7467663"/>
              <a:gd name="connsiteY870" fmla="*/ 1542201 h 6858000"/>
              <a:gd name="connsiteX871" fmla="*/ 4958461 w 7467663"/>
              <a:gd name="connsiteY871" fmla="*/ 1136957 h 6858000"/>
              <a:gd name="connsiteX872" fmla="*/ 4655015 w 7467663"/>
              <a:gd name="connsiteY872" fmla="*/ 891426 h 6858000"/>
              <a:gd name="connsiteX873" fmla="*/ 4348002 w 7467663"/>
              <a:gd name="connsiteY873" fmla="*/ 2205895 h 6858000"/>
              <a:gd name="connsiteX874" fmla="*/ 4262250 w 7467663"/>
              <a:gd name="connsiteY874" fmla="*/ 2219972 h 6858000"/>
              <a:gd name="connsiteX875" fmla="*/ 4550611 w 7467663"/>
              <a:gd name="connsiteY875" fmla="*/ 817540 h 6858000"/>
              <a:gd name="connsiteX876" fmla="*/ 4564418 w 7467663"/>
              <a:gd name="connsiteY876" fmla="*/ 808293 h 6858000"/>
              <a:gd name="connsiteX877" fmla="*/ 4266388 w 7467663"/>
              <a:gd name="connsiteY877" fmla="*/ 500083 h 6858000"/>
              <a:gd name="connsiteX878" fmla="*/ 4032842 w 7467663"/>
              <a:gd name="connsiteY878" fmla="*/ 211809 h 6858000"/>
              <a:gd name="connsiteX879" fmla="*/ 3882765 w 7467663"/>
              <a:gd name="connsiteY879" fmla="*/ 0 h 6858000"/>
              <a:gd name="connsiteX880" fmla="*/ 3721337 w 7467663"/>
              <a:gd name="connsiteY880" fmla="*/ 0 h 6858000"/>
              <a:gd name="connsiteX881" fmla="*/ 3797544 w 7467663"/>
              <a:gd name="connsiteY881" fmla="*/ 0 h 6858000"/>
              <a:gd name="connsiteX882" fmla="*/ 3775734 w 7467663"/>
              <a:gd name="connsiteY882" fmla="*/ 95131 h 6858000"/>
              <a:gd name="connsiteX883" fmla="*/ 3724807 w 7467663"/>
              <a:gd name="connsiteY883" fmla="*/ 272257 h 6858000"/>
              <a:gd name="connsiteX884" fmla="*/ 3726844 w 7467663"/>
              <a:gd name="connsiteY884" fmla="*/ 282988 h 6858000"/>
              <a:gd name="connsiteX885" fmla="*/ 3742664 w 7467663"/>
              <a:gd name="connsiteY885" fmla="*/ 279918 h 6858000"/>
              <a:gd name="connsiteX886" fmla="*/ 4103910 w 7467663"/>
              <a:gd name="connsiteY886" fmla="*/ 1161917 h 6858000"/>
              <a:gd name="connsiteX887" fmla="*/ 4020269 w 7467663"/>
              <a:gd name="connsiteY887" fmla="*/ 1200406 h 6858000"/>
              <a:gd name="connsiteX888" fmla="*/ 3674882 w 7467663"/>
              <a:gd name="connsiteY888" fmla="*/ 488524 h 6858000"/>
              <a:gd name="connsiteX889" fmla="*/ 3132682 w 7467663"/>
              <a:gd name="connsiteY889" fmla="*/ 1072284 h 6858000"/>
              <a:gd name="connsiteX890" fmla="*/ 2716346 w 7467663"/>
              <a:gd name="connsiteY890" fmla="*/ 1276376 h 6858000"/>
              <a:gd name="connsiteX891" fmla="*/ 2716772 w 7467663"/>
              <a:gd name="connsiteY891" fmla="*/ 1255462 h 6858000"/>
              <a:gd name="connsiteX892" fmla="*/ 3471096 w 7467663"/>
              <a:gd name="connsiteY892" fmla="*/ 437072 h 6858000"/>
              <a:gd name="connsiteX893" fmla="*/ 3639057 w 7467663"/>
              <a:gd name="connsiteY893" fmla="*/ 286334 h 6858000"/>
              <a:gd name="connsiteX894" fmla="*/ 3640309 w 7467663"/>
              <a:gd name="connsiteY894" fmla="*/ 284664 h 6858000"/>
              <a:gd name="connsiteX895" fmla="*/ 3646022 w 7467663"/>
              <a:gd name="connsiteY895" fmla="*/ 276711 h 6858000"/>
              <a:gd name="connsiteX896" fmla="*/ 3707943 w 7467663"/>
              <a:gd name="connsiteY896" fmla="*/ 65958 h 6858000"/>
              <a:gd name="connsiteX897" fmla="*/ 3721337 w 7467663"/>
              <a:gd name="connsiteY897" fmla="*/ 0 h 6858000"/>
              <a:gd name="connsiteX898" fmla="*/ 2867960 w 7467663"/>
              <a:gd name="connsiteY898" fmla="*/ 0 h 6858000"/>
              <a:gd name="connsiteX899" fmla="*/ 2926351 w 7467663"/>
              <a:gd name="connsiteY899" fmla="*/ 0 h 6858000"/>
              <a:gd name="connsiteX900" fmla="*/ 2902823 w 7467663"/>
              <a:gd name="connsiteY900" fmla="*/ 262929 h 6858000"/>
              <a:gd name="connsiteX901" fmla="*/ 2940663 w 7467663"/>
              <a:gd name="connsiteY901" fmla="*/ 140884 h 6858000"/>
              <a:gd name="connsiteX902" fmla="*/ 2947039 w 7467663"/>
              <a:gd name="connsiteY902" fmla="*/ 122524 h 6858000"/>
              <a:gd name="connsiteX903" fmla="*/ 2984316 w 7467663"/>
              <a:gd name="connsiteY903" fmla="*/ 0 h 6858000"/>
              <a:gd name="connsiteX904" fmla="*/ 3016114 w 7467663"/>
              <a:gd name="connsiteY904" fmla="*/ 0 h 6858000"/>
              <a:gd name="connsiteX905" fmla="*/ 2979949 w 7467663"/>
              <a:gd name="connsiteY905" fmla="*/ 119274 h 6858000"/>
              <a:gd name="connsiteX906" fmla="*/ 3023879 w 7467663"/>
              <a:gd name="connsiteY906" fmla="*/ 0 h 6858000"/>
              <a:gd name="connsiteX907" fmla="*/ 3105400 w 7467663"/>
              <a:gd name="connsiteY907" fmla="*/ 0 h 6858000"/>
              <a:gd name="connsiteX908" fmla="*/ 3094669 w 7467663"/>
              <a:gd name="connsiteY908" fmla="*/ 30308 h 6858000"/>
              <a:gd name="connsiteX909" fmla="*/ 2901945 w 7467663"/>
              <a:gd name="connsiteY909" fmla="*/ 466538 h 6858000"/>
              <a:gd name="connsiteX910" fmla="*/ 2815209 w 7467663"/>
              <a:gd name="connsiteY910" fmla="*/ 497361 h 6858000"/>
              <a:gd name="connsiteX911" fmla="*/ 2844845 w 7467663"/>
              <a:gd name="connsiteY911" fmla="*/ 127638 h 6858000"/>
              <a:gd name="connsiteX912" fmla="*/ 2867960 w 7467663"/>
              <a:gd name="connsiteY912" fmla="*/ 0 h 6858000"/>
              <a:gd name="connsiteX913" fmla="*/ 1057230 w 7467663"/>
              <a:gd name="connsiteY913" fmla="*/ 0 h 6858000"/>
              <a:gd name="connsiteX914" fmla="*/ 1111003 w 7467663"/>
              <a:gd name="connsiteY914" fmla="*/ 0 h 6858000"/>
              <a:gd name="connsiteX915" fmla="*/ 1125553 w 7467663"/>
              <a:gd name="connsiteY915" fmla="*/ 52588 h 6858000"/>
              <a:gd name="connsiteX916" fmla="*/ 1304276 w 7467663"/>
              <a:gd name="connsiteY916" fmla="*/ 476275 h 6858000"/>
              <a:gd name="connsiteX917" fmla="*/ 1492066 w 7467663"/>
              <a:gd name="connsiteY917" fmla="*/ 886333 h 6858000"/>
              <a:gd name="connsiteX918" fmla="*/ 1423698 w 7467663"/>
              <a:gd name="connsiteY918" fmla="*/ 710817 h 6858000"/>
              <a:gd name="connsiteX919" fmla="*/ 1357609 w 7467663"/>
              <a:gd name="connsiteY919" fmla="*/ 532892 h 6858000"/>
              <a:gd name="connsiteX920" fmla="*/ 1309550 w 7467663"/>
              <a:gd name="connsiteY920" fmla="*/ 374031 h 6858000"/>
              <a:gd name="connsiteX921" fmla="*/ 1193673 w 7467663"/>
              <a:gd name="connsiteY921" fmla="*/ 49533 h 6858000"/>
              <a:gd name="connsiteX922" fmla="*/ 1164391 w 7467663"/>
              <a:gd name="connsiteY922" fmla="*/ 0 h 6858000"/>
              <a:gd name="connsiteX923" fmla="*/ 1200666 w 7467663"/>
              <a:gd name="connsiteY923" fmla="*/ 0 h 6858000"/>
              <a:gd name="connsiteX924" fmla="*/ 1223408 w 7467663"/>
              <a:gd name="connsiteY924" fmla="*/ 38996 h 6858000"/>
              <a:gd name="connsiteX925" fmla="*/ 1339635 w 7467663"/>
              <a:gd name="connsiteY925" fmla="*/ 365517 h 6858000"/>
              <a:gd name="connsiteX926" fmla="*/ 1387469 w 7467663"/>
              <a:gd name="connsiteY926" fmla="*/ 523079 h 6858000"/>
              <a:gd name="connsiteX927" fmla="*/ 1452685 w 7467663"/>
              <a:gd name="connsiteY927" fmla="*/ 699806 h 6858000"/>
              <a:gd name="connsiteX928" fmla="*/ 1492092 w 7467663"/>
              <a:gd name="connsiteY928" fmla="*/ 800424 h 6858000"/>
              <a:gd name="connsiteX929" fmla="*/ 1455302 w 7467663"/>
              <a:gd name="connsiteY929" fmla="*/ 632913 h 6858000"/>
              <a:gd name="connsiteX930" fmla="*/ 1222336 w 7467663"/>
              <a:gd name="connsiteY930" fmla="*/ 9480 h 6858000"/>
              <a:gd name="connsiteX931" fmla="*/ 1214634 w 7467663"/>
              <a:gd name="connsiteY931" fmla="*/ 0 h 6858000"/>
              <a:gd name="connsiteX932" fmla="*/ 1289827 w 7467663"/>
              <a:gd name="connsiteY932" fmla="*/ 0 h 6858000"/>
              <a:gd name="connsiteX933" fmla="*/ 1321076 w 7467663"/>
              <a:gd name="connsiteY933" fmla="*/ 59722 h 6858000"/>
              <a:gd name="connsiteX934" fmla="*/ 1512579 w 7467663"/>
              <a:gd name="connsiteY934" fmla="*/ 626441 h 6858000"/>
              <a:gd name="connsiteX935" fmla="*/ 1506076 w 7467663"/>
              <a:gd name="connsiteY935" fmla="*/ 1089289 h 6858000"/>
              <a:gd name="connsiteX936" fmla="*/ 1486346 w 7467663"/>
              <a:gd name="connsiteY936" fmla="*/ 1079919 h 6858000"/>
              <a:gd name="connsiteX937" fmla="*/ 1070511 w 7467663"/>
              <a:gd name="connsiteY937" fmla="*/ 48609 h 6858000"/>
              <a:gd name="connsiteX938" fmla="*/ 1057230 w 7467663"/>
              <a:gd name="connsiteY938" fmla="*/ 0 h 6858000"/>
              <a:gd name="connsiteX939" fmla="*/ 43151 w 7467663"/>
              <a:gd name="connsiteY939" fmla="*/ 0 h 6858000"/>
              <a:gd name="connsiteX940" fmla="*/ 95283 w 7467663"/>
              <a:gd name="connsiteY940" fmla="*/ 0 h 6858000"/>
              <a:gd name="connsiteX941" fmla="*/ 300708 w 7467663"/>
              <a:gd name="connsiteY941" fmla="*/ 154571 h 6858000"/>
              <a:gd name="connsiteX942" fmla="*/ 530414 w 7467663"/>
              <a:gd name="connsiteY942" fmla="*/ 354673 h 6858000"/>
              <a:gd name="connsiteX943" fmla="*/ 333785 w 7467663"/>
              <a:gd name="connsiteY943" fmla="*/ 161564 h 6858000"/>
              <a:gd name="connsiteX944" fmla="*/ 147005 w 7467663"/>
              <a:gd name="connsiteY944" fmla="*/ 0 h 6858000"/>
              <a:gd name="connsiteX945" fmla="*/ 272509 w 7467663"/>
              <a:gd name="connsiteY945" fmla="*/ 0 h 6858000"/>
              <a:gd name="connsiteX946" fmla="*/ 326276 w 7467663"/>
              <a:gd name="connsiteY946" fmla="*/ 45847 h 6858000"/>
              <a:gd name="connsiteX947" fmla="*/ 823759 w 7467663"/>
              <a:gd name="connsiteY947" fmla="*/ 574145 h 6858000"/>
              <a:gd name="connsiteX948" fmla="*/ 811254 w 7467663"/>
              <a:gd name="connsiteY948" fmla="*/ 665546 h 6858000"/>
              <a:gd name="connsiteX949" fmla="*/ 154042 w 7467663"/>
              <a:gd name="connsiteY949" fmla="*/ 261522 h 6858000"/>
              <a:gd name="connsiteX950" fmla="*/ 13550 w 7467663"/>
              <a:gd name="connsiteY950" fmla="*/ 158423 h 6858000"/>
              <a:gd name="connsiteX951" fmla="*/ 0 w 7467663"/>
              <a:gd name="connsiteY951" fmla="*/ 146618 h 6858000"/>
              <a:gd name="connsiteX952" fmla="*/ 0 w 7467663"/>
              <a:gd name="connsiteY952" fmla="*/ 59161 h 6858000"/>
              <a:gd name="connsiteX953" fmla="*/ 45427 w 7467663"/>
              <a:gd name="connsiteY953" fmla="*/ 101078 h 6858000"/>
              <a:gd name="connsiteX954" fmla="*/ 630103 w 7467663"/>
              <a:gd name="connsiteY954" fmla="*/ 485885 h 6858000"/>
              <a:gd name="connsiteX955" fmla="*/ 532040 w 7467663"/>
              <a:gd name="connsiteY955" fmla="*/ 399359 h 6858000"/>
              <a:gd name="connsiteX956" fmla="*/ 517618 w 7467663"/>
              <a:gd name="connsiteY956" fmla="*/ 385726 h 6858000"/>
              <a:gd name="connsiteX957" fmla="*/ 285074 w 7467663"/>
              <a:gd name="connsiteY957" fmla="*/ 182755 h 6858000"/>
              <a:gd name="connsiteX958" fmla="*/ 43151 w 7467663"/>
              <a:gd name="connsiteY958" fmla="*/ 0 h 6858000"/>
              <a:gd name="connsiteX0" fmla="*/ 369702 w 7467663"/>
              <a:gd name="connsiteY0" fmla="*/ 6712169 h 6858000"/>
              <a:gd name="connsiteX1" fmla="*/ 366575 w 7467663"/>
              <a:gd name="connsiteY1" fmla="*/ 6715556 h 6858000"/>
              <a:gd name="connsiteX2" fmla="*/ 371637 w 7467663"/>
              <a:gd name="connsiteY2" fmla="*/ 6713954 h 6858000"/>
              <a:gd name="connsiteX3" fmla="*/ 369702 w 7467663"/>
              <a:gd name="connsiteY3" fmla="*/ 6712169 h 6858000"/>
              <a:gd name="connsiteX4" fmla="*/ 7088673 w 7467663"/>
              <a:gd name="connsiteY4" fmla="*/ 6610396 h 6858000"/>
              <a:gd name="connsiteX5" fmla="*/ 7440138 w 7467663"/>
              <a:gd name="connsiteY5" fmla="*/ 6622648 h 6858000"/>
              <a:gd name="connsiteX6" fmla="*/ 7467600 w 7467663"/>
              <a:gd name="connsiteY6" fmla="*/ 6628217 h 6858000"/>
              <a:gd name="connsiteX7" fmla="*/ 7467600 w 7467663"/>
              <a:gd name="connsiteY7" fmla="*/ 6668575 h 6858000"/>
              <a:gd name="connsiteX8" fmla="*/ 7392322 w 7467663"/>
              <a:gd name="connsiteY8" fmla="*/ 6658238 h 6858000"/>
              <a:gd name="connsiteX9" fmla="*/ 7467600 w 7467663"/>
              <a:gd name="connsiteY9" fmla="*/ 6683873 h 6858000"/>
              <a:gd name="connsiteX10" fmla="*/ 7467600 w 7467663"/>
              <a:gd name="connsiteY10" fmla="*/ 6714215 h 6858000"/>
              <a:gd name="connsiteX11" fmla="*/ 7447383 w 7467663"/>
              <a:gd name="connsiteY11" fmla="*/ 6707202 h 6858000"/>
              <a:gd name="connsiteX12" fmla="*/ 7289862 w 7467663"/>
              <a:gd name="connsiteY12" fmla="*/ 6659827 h 6858000"/>
              <a:gd name="connsiteX13" fmla="*/ 7434024 w 7467663"/>
              <a:gd name="connsiteY13" fmla="*/ 6722130 h 6858000"/>
              <a:gd name="connsiteX14" fmla="*/ 7467600 w 7467663"/>
              <a:gd name="connsiteY14" fmla="*/ 6736157 h 6858000"/>
              <a:gd name="connsiteX15" fmla="*/ 7467600 w 7467663"/>
              <a:gd name="connsiteY15" fmla="*/ 6767913 h 6858000"/>
              <a:gd name="connsiteX16" fmla="*/ 7392158 w 7467663"/>
              <a:gd name="connsiteY16" fmla="*/ 6771365 h 6858000"/>
              <a:gd name="connsiteX17" fmla="*/ 7467600 w 7467663"/>
              <a:gd name="connsiteY17" fmla="*/ 6805948 h 6858000"/>
              <a:gd name="connsiteX18" fmla="*/ 7467600 w 7467663"/>
              <a:gd name="connsiteY18" fmla="*/ 6831490 h 6858000"/>
              <a:gd name="connsiteX19" fmla="*/ 7410696 w 7467663"/>
              <a:gd name="connsiteY19" fmla="*/ 6803861 h 6858000"/>
              <a:gd name="connsiteX20" fmla="*/ 7088673 w 7467663"/>
              <a:gd name="connsiteY20" fmla="*/ 6610396 h 6858000"/>
              <a:gd name="connsiteX21" fmla="*/ 1019354 w 7467663"/>
              <a:gd name="connsiteY21" fmla="*/ 6315006 h 6858000"/>
              <a:gd name="connsiteX22" fmla="*/ 441046 w 7467663"/>
              <a:gd name="connsiteY22" fmla="*/ 6691153 h 6858000"/>
              <a:gd name="connsiteX23" fmla="*/ 1019354 w 7467663"/>
              <a:gd name="connsiteY23" fmla="*/ 6315006 h 6858000"/>
              <a:gd name="connsiteX24" fmla="*/ 991680 w 7467663"/>
              <a:gd name="connsiteY24" fmla="*/ 6298413 h 6858000"/>
              <a:gd name="connsiteX25" fmla="*/ 409060 w 7467663"/>
              <a:gd name="connsiteY25" fmla="*/ 6671470 h 6858000"/>
              <a:gd name="connsiteX26" fmla="*/ 991680 w 7467663"/>
              <a:gd name="connsiteY26" fmla="*/ 6298413 h 6858000"/>
              <a:gd name="connsiteX27" fmla="*/ 103333 w 7467663"/>
              <a:gd name="connsiteY27" fmla="*/ 5699602 h 6858000"/>
              <a:gd name="connsiteX28" fmla="*/ 233938 w 7467663"/>
              <a:gd name="connsiteY28" fmla="*/ 5809416 h 6858000"/>
              <a:gd name="connsiteX29" fmla="*/ 883580 w 7467663"/>
              <a:gd name="connsiteY29" fmla="*/ 6180710 h 6858000"/>
              <a:gd name="connsiteX30" fmla="*/ 487337 w 7467663"/>
              <a:gd name="connsiteY30" fmla="*/ 5950182 h 6858000"/>
              <a:gd name="connsiteX31" fmla="*/ 354051 w 7467663"/>
              <a:gd name="connsiteY31" fmla="*/ 5854912 h 6858000"/>
              <a:gd name="connsiteX32" fmla="*/ 195436 w 7467663"/>
              <a:gd name="connsiteY32" fmla="*/ 5755068 h 6858000"/>
              <a:gd name="connsiteX33" fmla="*/ 103333 w 7467663"/>
              <a:gd name="connsiteY33" fmla="*/ 5699602 h 6858000"/>
              <a:gd name="connsiteX34" fmla="*/ 5539432 w 7467663"/>
              <a:gd name="connsiteY34" fmla="*/ 5642928 h 6858000"/>
              <a:gd name="connsiteX35" fmla="*/ 5555462 w 7467663"/>
              <a:gd name="connsiteY35" fmla="*/ 5694454 h 6858000"/>
              <a:gd name="connsiteX36" fmla="*/ 5828270 w 7467663"/>
              <a:gd name="connsiteY36" fmla="*/ 6320663 h 6858000"/>
              <a:gd name="connsiteX37" fmla="*/ 5947416 w 7467663"/>
              <a:gd name="connsiteY37" fmla="*/ 6574846 h 6858000"/>
              <a:gd name="connsiteX38" fmla="*/ 5539432 w 7467663"/>
              <a:gd name="connsiteY38" fmla="*/ 5642928 h 6858000"/>
              <a:gd name="connsiteX39" fmla="*/ 51253 w 7467663"/>
              <a:gd name="connsiteY39" fmla="*/ 5631825 h 6858000"/>
              <a:gd name="connsiteX40" fmla="*/ 211622 w 7467663"/>
              <a:gd name="connsiteY40" fmla="*/ 5728803 h 6858000"/>
              <a:gd name="connsiteX41" fmla="*/ 371652 w 7467663"/>
              <a:gd name="connsiteY41" fmla="*/ 5829062 h 6858000"/>
              <a:gd name="connsiteX42" fmla="*/ 505903 w 7467663"/>
              <a:gd name="connsiteY42" fmla="*/ 5925221 h 6858000"/>
              <a:gd name="connsiteX43" fmla="*/ 899240 w 7467663"/>
              <a:gd name="connsiteY43" fmla="*/ 6153068 h 6858000"/>
              <a:gd name="connsiteX44" fmla="*/ 988114 w 7467663"/>
              <a:gd name="connsiteY44" fmla="*/ 6174204 h 6858000"/>
              <a:gd name="connsiteX45" fmla="*/ 845971 w 7467663"/>
              <a:gd name="connsiteY45" fmla="*/ 6067177 h 6858000"/>
              <a:gd name="connsiteX46" fmla="*/ 448057 w 7467663"/>
              <a:gd name="connsiteY46" fmla="*/ 5841376 h 6858000"/>
              <a:gd name="connsiteX47" fmla="*/ 51253 w 7467663"/>
              <a:gd name="connsiteY47" fmla="*/ 5631825 h 6858000"/>
              <a:gd name="connsiteX48" fmla="*/ 2606687 w 7467663"/>
              <a:gd name="connsiteY48" fmla="*/ 5630718 h 6858000"/>
              <a:gd name="connsiteX49" fmla="*/ 2645658 w 7467663"/>
              <a:gd name="connsiteY49" fmla="*/ 6640259 h 6858000"/>
              <a:gd name="connsiteX50" fmla="*/ 2606687 w 7467663"/>
              <a:gd name="connsiteY50" fmla="*/ 5630718 h 6858000"/>
              <a:gd name="connsiteX51" fmla="*/ 3642057 w 7467663"/>
              <a:gd name="connsiteY51" fmla="*/ 5573487 h 6858000"/>
              <a:gd name="connsiteX52" fmla="*/ 3632981 w 7467663"/>
              <a:gd name="connsiteY52" fmla="*/ 5579437 h 6858000"/>
              <a:gd name="connsiteX53" fmla="*/ 3382436 w 7467663"/>
              <a:gd name="connsiteY53" fmla="*/ 5952726 h 6858000"/>
              <a:gd name="connsiteX54" fmla="*/ 3191929 w 7467663"/>
              <a:gd name="connsiteY54" fmla="*/ 6662669 h 6858000"/>
              <a:gd name="connsiteX55" fmla="*/ 3369898 w 7467663"/>
              <a:gd name="connsiteY55" fmla="*/ 6081771 h 6858000"/>
              <a:gd name="connsiteX56" fmla="*/ 3642057 w 7467663"/>
              <a:gd name="connsiteY56" fmla="*/ 5573487 h 6858000"/>
              <a:gd name="connsiteX57" fmla="*/ 2650666 w 7467663"/>
              <a:gd name="connsiteY57" fmla="*/ 5530686 h 6858000"/>
              <a:gd name="connsiteX58" fmla="*/ 2650249 w 7467663"/>
              <a:gd name="connsiteY58" fmla="*/ 5532101 h 6858000"/>
              <a:gd name="connsiteX59" fmla="*/ 2663808 w 7467663"/>
              <a:gd name="connsiteY59" fmla="*/ 6535215 h 6858000"/>
              <a:gd name="connsiteX60" fmla="*/ 2665418 w 7467663"/>
              <a:gd name="connsiteY60" fmla="*/ 6132756 h 6858000"/>
              <a:gd name="connsiteX61" fmla="*/ 2650666 w 7467663"/>
              <a:gd name="connsiteY61" fmla="*/ 5530686 h 6858000"/>
              <a:gd name="connsiteX62" fmla="*/ 2680277 w 7467663"/>
              <a:gd name="connsiteY62" fmla="*/ 5479204 h 6858000"/>
              <a:gd name="connsiteX63" fmla="*/ 2678972 w 7467663"/>
              <a:gd name="connsiteY63" fmla="*/ 5481582 h 6858000"/>
              <a:gd name="connsiteX64" fmla="*/ 2696666 w 7467663"/>
              <a:gd name="connsiteY64" fmla="*/ 6133836 h 6858000"/>
              <a:gd name="connsiteX65" fmla="*/ 2695769 w 7467663"/>
              <a:gd name="connsiteY65" fmla="*/ 6390955 h 6858000"/>
              <a:gd name="connsiteX66" fmla="*/ 2739893 w 7467663"/>
              <a:gd name="connsiteY66" fmla="*/ 6108357 h 6858000"/>
              <a:gd name="connsiteX67" fmla="*/ 2680277 w 7467663"/>
              <a:gd name="connsiteY67" fmla="*/ 5479204 h 6858000"/>
              <a:gd name="connsiteX68" fmla="*/ 1132195 w 7467663"/>
              <a:gd name="connsiteY68" fmla="*/ 5467980 h 6858000"/>
              <a:gd name="connsiteX69" fmla="*/ 1679056 w 7467663"/>
              <a:gd name="connsiteY69" fmla="*/ 5516907 h 6858000"/>
              <a:gd name="connsiteX70" fmla="*/ 2128648 w 7467663"/>
              <a:gd name="connsiteY70" fmla="*/ 5474249 h 6858000"/>
              <a:gd name="connsiteX71" fmla="*/ 1825619 w 7467663"/>
              <a:gd name="connsiteY71" fmla="*/ 5478447 h 6858000"/>
              <a:gd name="connsiteX72" fmla="*/ 1737798 w 7467663"/>
              <a:gd name="connsiteY72" fmla="*/ 5483353 h 6858000"/>
              <a:gd name="connsiteX73" fmla="*/ 1132195 w 7467663"/>
              <a:gd name="connsiteY73" fmla="*/ 5467980 h 6858000"/>
              <a:gd name="connsiteX74" fmla="*/ 7454976 w 7467663"/>
              <a:gd name="connsiteY74" fmla="*/ 6318297 h 6858000"/>
              <a:gd name="connsiteX75" fmla="*/ 7467600 w 7467663"/>
              <a:gd name="connsiteY75" fmla="*/ 6163634 h 6858000"/>
              <a:gd name="connsiteX76" fmla="*/ 7448321 w 7467663"/>
              <a:gd name="connsiteY76" fmla="*/ 6190991 h 6858000"/>
              <a:gd name="connsiteX77" fmla="*/ 7467600 w 7467663"/>
              <a:gd name="connsiteY77" fmla="*/ 6334256 h 6858000"/>
              <a:gd name="connsiteX78" fmla="*/ 7454976 w 7467663"/>
              <a:gd name="connsiteY78" fmla="*/ 6318297 h 6858000"/>
              <a:gd name="connsiteX79" fmla="*/ 1456157 w 7467663"/>
              <a:gd name="connsiteY79" fmla="*/ 5371404 h 6858000"/>
              <a:gd name="connsiteX80" fmla="*/ 1244432 w 7467663"/>
              <a:gd name="connsiteY80" fmla="*/ 5385601 h 6858000"/>
              <a:gd name="connsiteX81" fmla="*/ 973990 w 7467663"/>
              <a:gd name="connsiteY81" fmla="*/ 5424940 h 6858000"/>
              <a:gd name="connsiteX82" fmla="*/ 1103809 w 7467663"/>
              <a:gd name="connsiteY82" fmla="*/ 5433720 h 6858000"/>
              <a:gd name="connsiteX83" fmla="*/ 1123454 w 7467663"/>
              <a:gd name="connsiteY83" fmla="*/ 5435727 h 6858000"/>
              <a:gd name="connsiteX84" fmla="*/ 1737017 w 7467663"/>
              <a:gd name="connsiteY84" fmla="*/ 5452183 h 6858000"/>
              <a:gd name="connsiteX85" fmla="*/ 1824397 w 7467663"/>
              <a:gd name="connsiteY85" fmla="*/ 5447757 h 6858000"/>
              <a:gd name="connsiteX86" fmla="*/ 2070059 w 7467663"/>
              <a:gd name="connsiteY86" fmla="*/ 5441660 h 6858000"/>
              <a:gd name="connsiteX87" fmla="*/ 1456157 w 7467663"/>
              <a:gd name="connsiteY87" fmla="*/ 5371404 h 6858000"/>
              <a:gd name="connsiteX88" fmla="*/ 4988186 w 7467663"/>
              <a:gd name="connsiteY88" fmla="*/ 5216467 h 6858000"/>
              <a:gd name="connsiteX89" fmla="*/ 4777334 w 7467663"/>
              <a:gd name="connsiteY89" fmla="*/ 5406072 h 6858000"/>
              <a:gd name="connsiteX90" fmla="*/ 4718341 w 7467663"/>
              <a:gd name="connsiteY90" fmla="*/ 5468043 h 6858000"/>
              <a:gd name="connsiteX91" fmla="*/ 4604655 w 7467663"/>
              <a:gd name="connsiteY91" fmla="*/ 5583434 h 6858000"/>
              <a:gd name="connsiteX92" fmla="*/ 4565074 w 7467663"/>
              <a:gd name="connsiteY92" fmla="*/ 5618550 h 6858000"/>
              <a:gd name="connsiteX93" fmla="*/ 4988186 w 7467663"/>
              <a:gd name="connsiteY93" fmla="*/ 5216467 h 6858000"/>
              <a:gd name="connsiteX94" fmla="*/ 4978032 w 7467663"/>
              <a:gd name="connsiteY94" fmla="*/ 5183809 h 6858000"/>
              <a:gd name="connsiteX95" fmla="*/ 4463413 w 7467663"/>
              <a:gd name="connsiteY95" fmla="*/ 5615162 h 6858000"/>
              <a:gd name="connsiteX96" fmla="*/ 4358134 w 7467663"/>
              <a:gd name="connsiteY96" fmla="*/ 5742791 h 6858000"/>
              <a:gd name="connsiteX97" fmla="*/ 4376219 w 7467663"/>
              <a:gd name="connsiteY97" fmla="*/ 5729027 h 6858000"/>
              <a:gd name="connsiteX98" fmla="*/ 4582340 w 7467663"/>
              <a:gd name="connsiteY98" fmla="*/ 5561037 h 6858000"/>
              <a:gd name="connsiteX99" fmla="*/ 4694684 w 7467663"/>
              <a:gd name="connsiteY99" fmla="*/ 5447098 h 6858000"/>
              <a:gd name="connsiteX100" fmla="*/ 4754123 w 7467663"/>
              <a:gd name="connsiteY100" fmla="*/ 5384643 h 6858000"/>
              <a:gd name="connsiteX101" fmla="*/ 4978032 w 7467663"/>
              <a:gd name="connsiteY101" fmla="*/ 5183809 h 6858000"/>
              <a:gd name="connsiteX102" fmla="*/ 1903353 w 7467663"/>
              <a:gd name="connsiteY102" fmla="*/ 5044827 h 6858000"/>
              <a:gd name="connsiteX103" fmla="*/ 1936931 w 7467663"/>
              <a:gd name="connsiteY103" fmla="*/ 5093954 h 6858000"/>
              <a:gd name="connsiteX104" fmla="*/ 2195868 w 7467663"/>
              <a:gd name="connsiteY104" fmla="*/ 5396574 h 6858000"/>
              <a:gd name="connsiteX105" fmla="*/ 2088852 w 7467663"/>
              <a:gd name="connsiteY105" fmla="*/ 5166123 h 6858000"/>
              <a:gd name="connsiteX106" fmla="*/ 1958241 w 7467663"/>
              <a:gd name="connsiteY106" fmla="*/ 5067955 h 6858000"/>
              <a:gd name="connsiteX107" fmla="*/ 1903353 w 7467663"/>
              <a:gd name="connsiteY107" fmla="*/ 5044827 h 6858000"/>
              <a:gd name="connsiteX108" fmla="*/ 1979378 w 7467663"/>
              <a:gd name="connsiteY108" fmla="*/ 4769504 h 6858000"/>
              <a:gd name="connsiteX109" fmla="*/ 2882120 w 7467663"/>
              <a:gd name="connsiteY109" fmla="*/ 5064547 h 6858000"/>
              <a:gd name="connsiteX110" fmla="*/ 2793103 w 7467663"/>
              <a:gd name="connsiteY110" fmla="*/ 5039699 h 6858000"/>
              <a:gd name="connsiteX111" fmla="*/ 2770041 w 7467663"/>
              <a:gd name="connsiteY111" fmla="*/ 5033634 h 6858000"/>
              <a:gd name="connsiteX112" fmla="*/ 1979378 w 7467663"/>
              <a:gd name="connsiteY112" fmla="*/ 4769504 h 6858000"/>
              <a:gd name="connsiteX113" fmla="*/ 1927410 w 7467663"/>
              <a:gd name="connsiteY113" fmla="*/ 4716164 h 6858000"/>
              <a:gd name="connsiteX114" fmla="*/ 1959587 w 7467663"/>
              <a:gd name="connsiteY114" fmla="*/ 4728849 h 6858000"/>
              <a:gd name="connsiteX115" fmla="*/ 2777707 w 7467663"/>
              <a:gd name="connsiteY115" fmla="*/ 5003991 h 6858000"/>
              <a:gd name="connsiteX116" fmla="*/ 2800768 w 7467663"/>
              <a:gd name="connsiteY116" fmla="*/ 5010056 h 6858000"/>
              <a:gd name="connsiteX117" fmla="*/ 2879408 w 7467663"/>
              <a:gd name="connsiteY117" fmla="*/ 5031590 h 6858000"/>
              <a:gd name="connsiteX118" fmla="*/ 2862295 w 7467663"/>
              <a:gd name="connsiteY118" fmla="*/ 5022958 h 6858000"/>
              <a:gd name="connsiteX119" fmla="*/ 2813343 w 7467663"/>
              <a:gd name="connsiteY119" fmla="*/ 4998369 h 6858000"/>
              <a:gd name="connsiteX120" fmla="*/ 2646245 w 7467663"/>
              <a:gd name="connsiteY120" fmla="*/ 4930999 h 6858000"/>
              <a:gd name="connsiteX121" fmla="*/ 1999243 w 7467663"/>
              <a:gd name="connsiteY121" fmla="*/ 4730524 h 6858000"/>
              <a:gd name="connsiteX122" fmla="*/ 1979527 w 7467663"/>
              <a:gd name="connsiteY122" fmla="*/ 4726651 h 6858000"/>
              <a:gd name="connsiteX123" fmla="*/ 1927410 w 7467663"/>
              <a:gd name="connsiteY123" fmla="*/ 4716164 h 6858000"/>
              <a:gd name="connsiteX124" fmla="*/ 1997014 w 7467663"/>
              <a:gd name="connsiteY124" fmla="*/ 4698007 h 6858000"/>
              <a:gd name="connsiteX125" fmla="*/ 2005458 w 7467663"/>
              <a:gd name="connsiteY125" fmla="*/ 4699540 h 6858000"/>
              <a:gd name="connsiteX126" fmla="*/ 2657186 w 7467663"/>
              <a:gd name="connsiteY126" fmla="*/ 4901687 h 6858000"/>
              <a:gd name="connsiteX127" fmla="*/ 2826662 w 7467663"/>
              <a:gd name="connsiteY127" fmla="*/ 4970362 h 6858000"/>
              <a:gd name="connsiteX128" fmla="*/ 2876100 w 7467663"/>
              <a:gd name="connsiteY128" fmla="*/ 4995397 h 6858000"/>
              <a:gd name="connsiteX129" fmla="*/ 3042600 w 7467663"/>
              <a:gd name="connsiteY129" fmla="*/ 5059532 h 6858000"/>
              <a:gd name="connsiteX130" fmla="*/ 1997014 w 7467663"/>
              <a:gd name="connsiteY130" fmla="*/ 4698007 h 6858000"/>
              <a:gd name="connsiteX131" fmla="*/ 2305292 w 7467663"/>
              <a:gd name="connsiteY131" fmla="*/ 4219492 h 6858000"/>
              <a:gd name="connsiteX132" fmla="*/ 3360922 w 7467663"/>
              <a:gd name="connsiteY132" fmla="*/ 4529373 h 6858000"/>
              <a:gd name="connsiteX133" fmla="*/ 3492420 w 7467663"/>
              <a:gd name="connsiteY133" fmla="*/ 4510145 h 6858000"/>
              <a:gd name="connsiteX134" fmla="*/ 3364086 w 7467663"/>
              <a:gd name="connsiteY134" fmla="*/ 4480340 h 6858000"/>
              <a:gd name="connsiteX135" fmla="*/ 3225818 w 7467663"/>
              <a:gd name="connsiteY135" fmla="*/ 4411822 h 6858000"/>
              <a:gd name="connsiteX136" fmla="*/ 3129696 w 7467663"/>
              <a:gd name="connsiteY136" fmla="*/ 4360704 h 6858000"/>
              <a:gd name="connsiteX137" fmla="*/ 2814545 w 7467663"/>
              <a:gd name="connsiteY137" fmla="*/ 4282955 h 6858000"/>
              <a:gd name="connsiteX138" fmla="*/ 2305292 w 7467663"/>
              <a:gd name="connsiteY138" fmla="*/ 4219492 h 6858000"/>
              <a:gd name="connsiteX139" fmla="*/ 2626982 w 7467663"/>
              <a:gd name="connsiteY139" fmla="*/ 4206450 h 6858000"/>
              <a:gd name="connsiteX140" fmla="*/ 2490617 w 7467663"/>
              <a:gd name="connsiteY140" fmla="*/ 4206951 h 6858000"/>
              <a:gd name="connsiteX141" fmla="*/ 2819869 w 7467663"/>
              <a:gd name="connsiteY141" fmla="*/ 4252936 h 6858000"/>
              <a:gd name="connsiteX142" fmla="*/ 3143018 w 7467663"/>
              <a:gd name="connsiteY142" fmla="*/ 4332698 h 6858000"/>
              <a:gd name="connsiteX143" fmla="*/ 3241520 w 7467663"/>
              <a:gd name="connsiteY143" fmla="*/ 4385112 h 6858000"/>
              <a:gd name="connsiteX144" fmla="*/ 3374575 w 7467663"/>
              <a:gd name="connsiteY144" fmla="*/ 4451517 h 6858000"/>
              <a:gd name="connsiteX145" fmla="*/ 3505221 w 7467663"/>
              <a:gd name="connsiteY145" fmla="*/ 4480757 h 6858000"/>
              <a:gd name="connsiteX146" fmla="*/ 2626982 w 7467663"/>
              <a:gd name="connsiteY146" fmla="*/ 4206450 h 6858000"/>
              <a:gd name="connsiteX147" fmla="*/ 1310106 w 7467663"/>
              <a:gd name="connsiteY147" fmla="*/ 3943217 h 6858000"/>
              <a:gd name="connsiteX148" fmla="*/ 854994 w 7467663"/>
              <a:gd name="connsiteY148" fmla="*/ 4399136 h 6858000"/>
              <a:gd name="connsiteX149" fmla="*/ 742462 w 7467663"/>
              <a:gd name="connsiteY149" fmla="*/ 4594648 h 6858000"/>
              <a:gd name="connsiteX150" fmla="*/ 820602 w 7467663"/>
              <a:gd name="connsiteY150" fmla="*/ 4485915 h 6858000"/>
              <a:gd name="connsiteX151" fmla="*/ 878295 w 7467663"/>
              <a:gd name="connsiteY151" fmla="*/ 4403594 h 6858000"/>
              <a:gd name="connsiteX152" fmla="*/ 1240607 w 7467663"/>
              <a:gd name="connsiteY152" fmla="*/ 4010401 h 6858000"/>
              <a:gd name="connsiteX153" fmla="*/ 1310106 w 7467663"/>
              <a:gd name="connsiteY153" fmla="*/ 3943217 h 6858000"/>
              <a:gd name="connsiteX154" fmla="*/ 1423113 w 7467663"/>
              <a:gd name="connsiteY154" fmla="*/ 3874565 h 6858000"/>
              <a:gd name="connsiteX155" fmla="*/ 1260565 w 7467663"/>
              <a:gd name="connsiteY155" fmla="*/ 4031982 h 6858000"/>
              <a:gd name="connsiteX156" fmla="*/ 901900 w 7467663"/>
              <a:gd name="connsiteY156" fmla="*/ 4421236 h 6858000"/>
              <a:gd name="connsiteX157" fmla="*/ 845044 w 7467663"/>
              <a:gd name="connsiteY157" fmla="*/ 4502436 h 6858000"/>
              <a:gd name="connsiteX158" fmla="*/ 685926 w 7467663"/>
              <a:gd name="connsiteY158" fmla="*/ 4703069 h 6858000"/>
              <a:gd name="connsiteX159" fmla="*/ 684248 w 7467663"/>
              <a:gd name="connsiteY159" fmla="*/ 4706721 h 6858000"/>
              <a:gd name="connsiteX160" fmla="*/ 1423113 w 7467663"/>
              <a:gd name="connsiteY160" fmla="*/ 3874565 h 6858000"/>
              <a:gd name="connsiteX161" fmla="*/ 3316479 w 7467663"/>
              <a:gd name="connsiteY161" fmla="*/ 3872136 h 6858000"/>
              <a:gd name="connsiteX162" fmla="*/ 3546806 w 7467663"/>
              <a:gd name="connsiteY162" fmla="*/ 4356139 h 6858000"/>
              <a:gd name="connsiteX163" fmla="*/ 3364433 w 7467663"/>
              <a:gd name="connsiteY163" fmla="*/ 3953121 h 6858000"/>
              <a:gd name="connsiteX164" fmla="*/ 3316479 w 7467663"/>
              <a:gd name="connsiteY164" fmla="*/ 3872136 h 6858000"/>
              <a:gd name="connsiteX165" fmla="*/ 3291335 w 7467663"/>
              <a:gd name="connsiteY165" fmla="*/ 3767420 h 6858000"/>
              <a:gd name="connsiteX166" fmla="*/ 3390805 w 7467663"/>
              <a:gd name="connsiteY166" fmla="*/ 3937163 h 6858000"/>
              <a:gd name="connsiteX167" fmla="*/ 3579062 w 7467663"/>
              <a:gd name="connsiteY167" fmla="*/ 4359040 h 6858000"/>
              <a:gd name="connsiteX168" fmla="*/ 3467355 w 7467663"/>
              <a:gd name="connsiteY168" fmla="*/ 3988130 h 6858000"/>
              <a:gd name="connsiteX169" fmla="*/ 3310753 w 7467663"/>
              <a:gd name="connsiteY169" fmla="*/ 3787140 h 6858000"/>
              <a:gd name="connsiteX170" fmla="*/ 3291335 w 7467663"/>
              <a:gd name="connsiteY170" fmla="*/ 3767420 h 6858000"/>
              <a:gd name="connsiteX171" fmla="*/ 1635889 w 7467663"/>
              <a:gd name="connsiteY171" fmla="*/ 3709494 h 6858000"/>
              <a:gd name="connsiteX172" fmla="*/ 1634800 w 7467663"/>
              <a:gd name="connsiteY172" fmla="*/ 3731111 h 6858000"/>
              <a:gd name="connsiteX173" fmla="*/ 1635889 w 7467663"/>
              <a:gd name="connsiteY173" fmla="*/ 3709494 h 6858000"/>
              <a:gd name="connsiteX174" fmla="*/ 1510397 w 7467663"/>
              <a:gd name="connsiteY174" fmla="*/ 3684705 h 6858000"/>
              <a:gd name="connsiteX175" fmla="*/ 1146550 w 7467663"/>
              <a:gd name="connsiteY175" fmla="*/ 3802012 h 6858000"/>
              <a:gd name="connsiteX176" fmla="*/ 698834 w 7467663"/>
              <a:gd name="connsiteY176" fmla="*/ 3952272 h 6858000"/>
              <a:gd name="connsiteX177" fmla="*/ 34256 w 7467663"/>
              <a:gd name="connsiteY177" fmla="*/ 4347603 h 6858000"/>
              <a:gd name="connsiteX178" fmla="*/ 527241 w 7467663"/>
              <a:gd name="connsiteY178" fmla="*/ 4065078 h 6858000"/>
              <a:gd name="connsiteX179" fmla="*/ 1510397 w 7467663"/>
              <a:gd name="connsiteY179" fmla="*/ 3684705 h 6858000"/>
              <a:gd name="connsiteX180" fmla="*/ 1313114 w 7467663"/>
              <a:gd name="connsiteY180" fmla="*/ 3655216 h 6858000"/>
              <a:gd name="connsiteX181" fmla="*/ 1109304 w 7467663"/>
              <a:gd name="connsiteY181" fmla="*/ 3669030 h 6858000"/>
              <a:gd name="connsiteX182" fmla="*/ 8129 w 7467663"/>
              <a:gd name="connsiteY182" fmla="*/ 4330519 h 6858000"/>
              <a:gd name="connsiteX183" fmla="*/ 687572 w 7467663"/>
              <a:gd name="connsiteY183" fmla="*/ 3925629 h 6858000"/>
              <a:gd name="connsiteX184" fmla="*/ 1138365 w 7467663"/>
              <a:gd name="connsiteY184" fmla="*/ 3774515 h 6858000"/>
              <a:gd name="connsiteX185" fmla="*/ 1505579 w 7467663"/>
              <a:gd name="connsiteY185" fmla="*/ 3655526 h 6858000"/>
              <a:gd name="connsiteX186" fmla="*/ 1313114 w 7467663"/>
              <a:gd name="connsiteY186" fmla="*/ 3655216 h 6858000"/>
              <a:gd name="connsiteX187" fmla="*/ 3655073 w 7467663"/>
              <a:gd name="connsiteY187" fmla="*/ 3650884 h 6858000"/>
              <a:gd name="connsiteX188" fmla="*/ 3989938 w 7467663"/>
              <a:gd name="connsiteY188" fmla="*/ 3991685 h 6858000"/>
              <a:gd name="connsiteX189" fmla="*/ 4393907 w 7467663"/>
              <a:gd name="connsiteY189" fmla="*/ 4261258 h 6858000"/>
              <a:gd name="connsiteX190" fmla="*/ 4648051 w 7467663"/>
              <a:gd name="connsiteY190" fmla="*/ 4374051 h 6858000"/>
              <a:gd name="connsiteX191" fmla="*/ 4383389 w 7467663"/>
              <a:gd name="connsiteY191" fmla="*/ 4184369 h 6858000"/>
              <a:gd name="connsiteX192" fmla="*/ 4165508 w 7467663"/>
              <a:gd name="connsiteY192" fmla="*/ 4035196 h 6858000"/>
              <a:gd name="connsiteX193" fmla="*/ 4068162 w 7467663"/>
              <a:gd name="connsiteY193" fmla="*/ 3953394 h 6858000"/>
              <a:gd name="connsiteX194" fmla="*/ 3981416 w 7467663"/>
              <a:gd name="connsiteY194" fmla="*/ 3880482 h 6858000"/>
              <a:gd name="connsiteX195" fmla="*/ 3800147 w 7467663"/>
              <a:gd name="connsiteY195" fmla="*/ 3749872 h 6858000"/>
              <a:gd name="connsiteX196" fmla="*/ 3655073 w 7467663"/>
              <a:gd name="connsiteY196" fmla="*/ 3650884 h 6858000"/>
              <a:gd name="connsiteX197" fmla="*/ 3670252 w 7467663"/>
              <a:gd name="connsiteY197" fmla="*/ 3622798 h 6858000"/>
              <a:gd name="connsiteX198" fmla="*/ 3817258 w 7467663"/>
              <a:gd name="connsiteY198" fmla="*/ 3723577 h 6858000"/>
              <a:gd name="connsiteX199" fmla="*/ 4000461 w 7467663"/>
              <a:gd name="connsiteY199" fmla="*/ 3855966 h 6858000"/>
              <a:gd name="connsiteX200" fmla="*/ 4088180 w 7467663"/>
              <a:gd name="connsiteY200" fmla="*/ 3929774 h 6858000"/>
              <a:gd name="connsiteX201" fmla="*/ 4184555 w 7467663"/>
              <a:gd name="connsiteY201" fmla="*/ 4010683 h 6858000"/>
              <a:gd name="connsiteX202" fmla="*/ 4399563 w 7467663"/>
              <a:gd name="connsiteY202" fmla="*/ 4158106 h 6858000"/>
              <a:gd name="connsiteX203" fmla="*/ 4684469 w 7467663"/>
              <a:gd name="connsiteY203" fmla="*/ 4364680 h 6858000"/>
              <a:gd name="connsiteX204" fmla="*/ 4690271 w 7467663"/>
              <a:gd name="connsiteY204" fmla="*/ 4370034 h 6858000"/>
              <a:gd name="connsiteX205" fmla="*/ 4136093 w 7467663"/>
              <a:gd name="connsiteY205" fmla="*/ 3858466 h 6858000"/>
              <a:gd name="connsiteX206" fmla="*/ 3670252 w 7467663"/>
              <a:gd name="connsiteY206" fmla="*/ 3622798 h 6858000"/>
              <a:gd name="connsiteX207" fmla="*/ 4440129 w 7467663"/>
              <a:gd name="connsiteY207" fmla="*/ 3448571 h 6858000"/>
              <a:gd name="connsiteX208" fmla="*/ 4856525 w 7467663"/>
              <a:gd name="connsiteY208" fmla="*/ 3915351 h 6858000"/>
              <a:gd name="connsiteX209" fmla="*/ 5059055 w 7467663"/>
              <a:gd name="connsiteY209" fmla="*/ 4108918 h 6858000"/>
              <a:gd name="connsiteX210" fmla="*/ 5290070 w 7467663"/>
              <a:gd name="connsiteY210" fmla="*/ 4263619 h 6858000"/>
              <a:gd name="connsiteX211" fmla="*/ 4834991 w 7467663"/>
              <a:gd name="connsiteY211" fmla="*/ 3830985 h 6858000"/>
              <a:gd name="connsiteX212" fmla="*/ 4440129 w 7467663"/>
              <a:gd name="connsiteY212" fmla="*/ 3448571 h 6858000"/>
              <a:gd name="connsiteX213" fmla="*/ 4441737 w 7467663"/>
              <a:gd name="connsiteY213" fmla="*/ 3399734 h 6858000"/>
              <a:gd name="connsiteX214" fmla="*/ 4431236 w 7467663"/>
              <a:gd name="connsiteY214" fmla="*/ 3400954 h 6858000"/>
              <a:gd name="connsiteX215" fmla="*/ 4557150 w 7467663"/>
              <a:gd name="connsiteY215" fmla="*/ 3510023 h 6858000"/>
              <a:gd name="connsiteX216" fmla="*/ 4856936 w 7467663"/>
              <a:gd name="connsiteY216" fmla="*/ 3809146 h 6858000"/>
              <a:gd name="connsiteX217" fmla="*/ 5111996 w 7467663"/>
              <a:gd name="connsiteY217" fmla="*/ 4065759 h 6858000"/>
              <a:gd name="connsiteX218" fmla="*/ 5388878 w 7467663"/>
              <a:gd name="connsiteY218" fmla="*/ 4300185 h 6858000"/>
              <a:gd name="connsiteX219" fmla="*/ 5425556 w 7467663"/>
              <a:gd name="connsiteY219" fmla="*/ 4308967 h 6858000"/>
              <a:gd name="connsiteX220" fmla="*/ 4943646 w 7467663"/>
              <a:gd name="connsiteY220" fmla="*/ 3822916 h 6858000"/>
              <a:gd name="connsiteX221" fmla="*/ 4594837 w 7467663"/>
              <a:gd name="connsiteY221" fmla="*/ 3532274 h 6858000"/>
              <a:gd name="connsiteX222" fmla="*/ 4441737 w 7467663"/>
              <a:gd name="connsiteY222" fmla="*/ 3399734 h 6858000"/>
              <a:gd name="connsiteX223" fmla="*/ 5425834 w 7467663"/>
              <a:gd name="connsiteY223" fmla="*/ 3162785 h 6858000"/>
              <a:gd name="connsiteX224" fmla="*/ 5401644 w 7467663"/>
              <a:gd name="connsiteY224" fmla="*/ 3617847 h 6858000"/>
              <a:gd name="connsiteX225" fmla="*/ 5467256 w 7467663"/>
              <a:gd name="connsiteY225" fmla="*/ 4175494 h 6858000"/>
              <a:gd name="connsiteX226" fmla="*/ 5448069 w 7467663"/>
              <a:gd name="connsiteY226" fmla="*/ 3567554 h 6858000"/>
              <a:gd name="connsiteX227" fmla="*/ 5425834 w 7467663"/>
              <a:gd name="connsiteY227" fmla="*/ 3162785 h 6858000"/>
              <a:gd name="connsiteX228" fmla="*/ 1318687 w 7467663"/>
              <a:gd name="connsiteY228" fmla="*/ 3113840 h 6858000"/>
              <a:gd name="connsiteX229" fmla="*/ 1066793 w 7467663"/>
              <a:gd name="connsiteY229" fmla="*/ 3212171 h 6858000"/>
              <a:gd name="connsiteX230" fmla="*/ 993319 w 7467663"/>
              <a:gd name="connsiteY230" fmla="*/ 3247648 h 6858000"/>
              <a:gd name="connsiteX231" fmla="*/ 853081 w 7467663"/>
              <a:gd name="connsiteY231" fmla="*/ 3312410 h 6858000"/>
              <a:gd name="connsiteX232" fmla="*/ 805957 w 7467663"/>
              <a:gd name="connsiteY232" fmla="*/ 3330443 h 6858000"/>
              <a:gd name="connsiteX233" fmla="*/ 1318687 w 7467663"/>
              <a:gd name="connsiteY233" fmla="*/ 3113840 h 6858000"/>
              <a:gd name="connsiteX234" fmla="*/ 5453702 w 7467663"/>
              <a:gd name="connsiteY234" fmla="*/ 3090882 h 6858000"/>
              <a:gd name="connsiteX235" fmla="*/ 5480135 w 7467663"/>
              <a:gd name="connsiteY235" fmla="*/ 3565802 h 6858000"/>
              <a:gd name="connsiteX236" fmla="*/ 5499023 w 7467663"/>
              <a:gd name="connsiteY236" fmla="*/ 4166310 h 6858000"/>
              <a:gd name="connsiteX237" fmla="*/ 5547022 w 7467663"/>
              <a:gd name="connsiteY237" fmla="*/ 3607838 h 6858000"/>
              <a:gd name="connsiteX238" fmla="*/ 5515964 w 7467663"/>
              <a:gd name="connsiteY238" fmla="*/ 3378541 h 6858000"/>
              <a:gd name="connsiteX239" fmla="*/ 5453702 w 7467663"/>
              <a:gd name="connsiteY239" fmla="*/ 3090882 h 6858000"/>
              <a:gd name="connsiteX240" fmla="*/ 1238695 w 7467663"/>
              <a:gd name="connsiteY240" fmla="*/ 3076820 h 6858000"/>
              <a:gd name="connsiteX241" fmla="*/ 716371 w 7467663"/>
              <a:gd name="connsiteY241" fmla="*/ 3293249 h 6858000"/>
              <a:gd name="connsiteX242" fmla="*/ 579522 w 7467663"/>
              <a:gd name="connsiteY242" fmla="*/ 3371759 h 6858000"/>
              <a:gd name="connsiteX243" fmla="*/ 600288 w 7467663"/>
              <a:gd name="connsiteY243" fmla="*/ 3365555 h 6858000"/>
              <a:gd name="connsiteX244" fmla="*/ 840692 w 7467663"/>
              <a:gd name="connsiteY244" fmla="*/ 3284921 h 6858000"/>
              <a:gd name="connsiteX245" fmla="*/ 979248 w 7467663"/>
              <a:gd name="connsiteY245" fmla="*/ 3221003 h 6858000"/>
              <a:gd name="connsiteX246" fmla="*/ 1053282 w 7467663"/>
              <a:gd name="connsiteY246" fmla="*/ 3185247 h 6858000"/>
              <a:gd name="connsiteX247" fmla="*/ 1320603 w 7467663"/>
              <a:gd name="connsiteY247" fmla="*/ 3081281 h 6858000"/>
              <a:gd name="connsiteX248" fmla="*/ 1238695 w 7467663"/>
              <a:gd name="connsiteY248" fmla="*/ 3076820 h 6858000"/>
              <a:gd name="connsiteX249" fmla="*/ 5425627 w 7467663"/>
              <a:gd name="connsiteY249" fmla="*/ 2954192 h 6858000"/>
              <a:gd name="connsiteX250" fmla="*/ 5470770 w 7467663"/>
              <a:gd name="connsiteY250" fmla="*/ 3005435 h 6858000"/>
              <a:gd name="connsiteX251" fmla="*/ 5519779 w 7467663"/>
              <a:gd name="connsiteY251" fmla="*/ 4359223 h 6858000"/>
              <a:gd name="connsiteX252" fmla="*/ 5520293 w 7467663"/>
              <a:gd name="connsiteY252" fmla="*/ 4360602 h 6858000"/>
              <a:gd name="connsiteX253" fmla="*/ 5767221 w 7467663"/>
              <a:gd name="connsiteY253" fmla="*/ 4665564 h 6858000"/>
              <a:gd name="connsiteX254" fmla="*/ 6937169 w 7467663"/>
              <a:gd name="connsiteY254" fmla="*/ 4815941 h 6858000"/>
              <a:gd name="connsiteX255" fmla="*/ 6953922 w 7467663"/>
              <a:gd name="connsiteY255" fmla="*/ 4890068 h 6858000"/>
              <a:gd name="connsiteX256" fmla="*/ 6071359 w 7467663"/>
              <a:gd name="connsiteY256" fmla="*/ 4770770 h 6858000"/>
              <a:gd name="connsiteX257" fmla="*/ 6038839 w 7467663"/>
              <a:gd name="connsiteY257" fmla="*/ 4764474 h 6858000"/>
              <a:gd name="connsiteX258" fmla="*/ 6038706 w 7467663"/>
              <a:gd name="connsiteY258" fmla="*/ 4763847 h 6858000"/>
              <a:gd name="connsiteX259" fmla="*/ 6037784 w 7467663"/>
              <a:gd name="connsiteY259" fmla="*/ 4764270 h 6858000"/>
              <a:gd name="connsiteX260" fmla="*/ 6038839 w 7467663"/>
              <a:gd name="connsiteY260" fmla="*/ 4764474 h 6858000"/>
              <a:gd name="connsiteX261" fmla="*/ 6040338 w 7467663"/>
              <a:gd name="connsiteY261" fmla="*/ 4771418 h 6858000"/>
              <a:gd name="connsiteX262" fmla="*/ 6024488 w 7467663"/>
              <a:gd name="connsiteY262" fmla="*/ 4809903 h 6858000"/>
              <a:gd name="connsiteX263" fmla="*/ 5599771 w 7467663"/>
              <a:gd name="connsiteY263" fmla="*/ 5509652 h 6858000"/>
              <a:gd name="connsiteX264" fmla="*/ 5548843 w 7467663"/>
              <a:gd name="connsiteY264" fmla="*/ 5563845 h 6858000"/>
              <a:gd name="connsiteX265" fmla="*/ 5940952 w 7467663"/>
              <a:gd name="connsiteY265" fmla="*/ 6250028 h 6858000"/>
              <a:gd name="connsiteX266" fmla="*/ 6043441 w 7467663"/>
              <a:gd name="connsiteY266" fmla="*/ 6665847 h 6858000"/>
              <a:gd name="connsiteX267" fmla="*/ 6093432 w 7467663"/>
              <a:gd name="connsiteY267" fmla="*/ 6858000 h 6858000"/>
              <a:gd name="connsiteX268" fmla="*/ 6034344 w 7467663"/>
              <a:gd name="connsiteY268" fmla="*/ 6858000 h 6858000"/>
              <a:gd name="connsiteX269" fmla="*/ 6026679 w 7467663"/>
              <a:gd name="connsiteY269" fmla="*/ 6836959 h 6858000"/>
              <a:gd name="connsiteX270" fmla="*/ 5800441 w 7467663"/>
              <a:gd name="connsiteY270" fmla="*/ 6335286 h 6858000"/>
              <a:gd name="connsiteX271" fmla="*/ 5526562 w 7467663"/>
              <a:gd name="connsiteY271" fmla="*/ 5705388 h 6858000"/>
              <a:gd name="connsiteX272" fmla="*/ 5519640 w 7467663"/>
              <a:gd name="connsiteY272" fmla="*/ 5683774 h 6858000"/>
              <a:gd name="connsiteX273" fmla="*/ 5844559 w 7467663"/>
              <a:gd name="connsiteY273" fmla="*/ 6553349 h 6858000"/>
              <a:gd name="connsiteX274" fmla="*/ 5975994 w 7467663"/>
              <a:gd name="connsiteY274" fmla="*/ 6858000 h 6858000"/>
              <a:gd name="connsiteX275" fmla="*/ 5898547 w 7467663"/>
              <a:gd name="connsiteY275" fmla="*/ 6858000 h 6858000"/>
              <a:gd name="connsiteX276" fmla="*/ 5682041 w 7467663"/>
              <a:gd name="connsiteY276" fmla="*/ 6355860 h 6858000"/>
              <a:gd name="connsiteX277" fmla="*/ 5461758 w 7467663"/>
              <a:gd name="connsiteY277" fmla="*/ 5820220 h 6858000"/>
              <a:gd name="connsiteX278" fmla="*/ 5237282 w 7467663"/>
              <a:gd name="connsiteY278" fmla="*/ 6579086 h 6858000"/>
              <a:gd name="connsiteX279" fmla="*/ 5115009 w 7467663"/>
              <a:gd name="connsiteY279" fmla="*/ 6858000 h 6858000"/>
              <a:gd name="connsiteX280" fmla="*/ 5028074 w 7467663"/>
              <a:gd name="connsiteY280" fmla="*/ 6858000 h 6858000"/>
              <a:gd name="connsiteX281" fmla="*/ 5079508 w 7467663"/>
              <a:gd name="connsiteY281" fmla="*/ 6749074 h 6858000"/>
              <a:gd name="connsiteX282" fmla="*/ 5371846 w 7467663"/>
              <a:gd name="connsiteY282" fmla="*/ 5924413 h 6858000"/>
              <a:gd name="connsiteX283" fmla="*/ 5270512 w 7467663"/>
              <a:gd name="connsiteY283" fmla="*/ 6138975 h 6858000"/>
              <a:gd name="connsiteX284" fmla="*/ 5062409 w 7467663"/>
              <a:gd name="connsiteY284" fmla="*/ 6653544 h 6858000"/>
              <a:gd name="connsiteX285" fmla="*/ 5036628 w 7467663"/>
              <a:gd name="connsiteY285" fmla="*/ 6754247 h 6858000"/>
              <a:gd name="connsiteX286" fmla="*/ 5009112 w 7467663"/>
              <a:gd name="connsiteY286" fmla="*/ 6858000 h 6858000"/>
              <a:gd name="connsiteX287" fmla="*/ 4976679 w 7467663"/>
              <a:gd name="connsiteY287" fmla="*/ 6858000 h 6858000"/>
              <a:gd name="connsiteX288" fmla="*/ 5006537 w 7467663"/>
              <a:gd name="connsiteY288" fmla="*/ 6747068 h 6858000"/>
              <a:gd name="connsiteX289" fmla="*/ 5032723 w 7467663"/>
              <a:gd name="connsiteY289" fmla="*/ 6644957 h 6858000"/>
              <a:gd name="connsiteX290" fmla="*/ 5242949 w 7467663"/>
              <a:gd name="connsiteY290" fmla="*/ 6125175 h 6858000"/>
              <a:gd name="connsiteX291" fmla="*/ 5286321 w 7467663"/>
              <a:gd name="connsiteY291" fmla="*/ 6033555 h 6858000"/>
              <a:gd name="connsiteX292" fmla="*/ 5008210 w 7467663"/>
              <a:gd name="connsiteY292" fmla="*/ 6649194 h 6858000"/>
              <a:gd name="connsiteX293" fmla="*/ 4986321 w 7467663"/>
              <a:gd name="connsiteY293" fmla="*/ 6765687 h 6858000"/>
              <a:gd name="connsiteX294" fmla="*/ 4973474 w 7467663"/>
              <a:gd name="connsiteY294" fmla="*/ 6858000 h 6858000"/>
              <a:gd name="connsiteX295" fmla="*/ 4907178 w 7467663"/>
              <a:gd name="connsiteY295" fmla="*/ 6858000 h 6858000"/>
              <a:gd name="connsiteX296" fmla="*/ 4910810 w 7467663"/>
              <a:gd name="connsiteY296" fmla="*/ 6829660 h 6858000"/>
              <a:gd name="connsiteX297" fmla="*/ 4987461 w 7467663"/>
              <a:gd name="connsiteY297" fmla="*/ 6432994 h 6858000"/>
              <a:gd name="connsiteX298" fmla="*/ 5179262 w 7467663"/>
              <a:gd name="connsiteY298" fmla="*/ 6035044 h 6858000"/>
              <a:gd name="connsiteX299" fmla="*/ 4689678 w 7467663"/>
              <a:gd name="connsiteY299" fmla="*/ 6440241 h 6858000"/>
              <a:gd name="connsiteX300" fmla="*/ 4477543 w 7467663"/>
              <a:gd name="connsiteY300" fmla="*/ 6674836 h 6858000"/>
              <a:gd name="connsiteX301" fmla="*/ 4329957 w 7467663"/>
              <a:gd name="connsiteY301" fmla="*/ 6858000 h 6858000"/>
              <a:gd name="connsiteX302" fmla="*/ 4218595 w 7467663"/>
              <a:gd name="connsiteY302" fmla="*/ 6858000 h 6858000"/>
              <a:gd name="connsiteX303" fmla="*/ 4368888 w 7467663"/>
              <a:gd name="connsiteY303" fmla="*/ 6668412 h 6858000"/>
              <a:gd name="connsiteX304" fmla="*/ 4563091 w 7467663"/>
              <a:gd name="connsiteY304" fmla="*/ 6442508 h 6858000"/>
              <a:gd name="connsiteX305" fmla="*/ 5387324 w 7467663"/>
              <a:gd name="connsiteY305" fmla="*/ 5705830 h 6858000"/>
              <a:gd name="connsiteX306" fmla="*/ 5073620 w 7467663"/>
              <a:gd name="connsiteY306" fmla="*/ 5955437 h 6858000"/>
              <a:gd name="connsiteX307" fmla="*/ 4689789 w 7467663"/>
              <a:gd name="connsiteY307" fmla="*/ 6268382 h 6858000"/>
              <a:gd name="connsiteX308" fmla="*/ 4418722 w 7467663"/>
              <a:gd name="connsiteY308" fmla="*/ 6570886 h 6858000"/>
              <a:gd name="connsiteX309" fmla="*/ 4214944 w 7467663"/>
              <a:gd name="connsiteY309" fmla="*/ 6858000 h 6858000"/>
              <a:gd name="connsiteX310" fmla="*/ 4177898 w 7467663"/>
              <a:gd name="connsiteY310" fmla="*/ 6858000 h 6858000"/>
              <a:gd name="connsiteX311" fmla="*/ 4391597 w 7467663"/>
              <a:gd name="connsiteY311" fmla="*/ 6556370 h 6858000"/>
              <a:gd name="connsiteX312" fmla="*/ 4668889 w 7467663"/>
              <a:gd name="connsiteY312" fmla="*/ 6246399 h 6858000"/>
              <a:gd name="connsiteX313" fmla="*/ 5055427 w 7467663"/>
              <a:gd name="connsiteY313" fmla="*/ 5931476 h 6858000"/>
              <a:gd name="connsiteX314" fmla="*/ 5371814 w 7467663"/>
              <a:gd name="connsiteY314" fmla="*/ 5678975 h 6858000"/>
              <a:gd name="connsiteX315" fmla="*/ 4987918 w 7467663"/>
              <a:gd name="connsiteY315" fmla="*/ 5838701 h 6858000"/>
              <a:gd name="connsiteX316" fmla="*/ 4317146 w 7467663"/>
              <a:gd name="connsiteY316" fmla="*/ 6587716 h 6858000"/>
              <a:gd name="connsiteX317" fmla="*/ 4171627 w 7467663"/>
              <a:gd name="connsiteY317" fmla="*/ 6858000 h 6858000"/>
              <a:gd name="connsiteX318" fmla="*/ 4081585 w 7467663"/>
              <a:gd name="connsiteY318" fmla="*/ 6858000 h 6858000"/>
              <a:gd name="connsiteX319" fmla="*/ 4238603 w 7467663"/>
              <a:gd name="connsiteY319" fmla="*/ 6559341 h 6858000"/>
              <a:gd name="connsiteX320" fmla="*/ 4778333 w 7467663"/>
              <a:gd name="connsiteY320" fmla="*/ 5873626 h 6858000"/>
              <a:gd name="connsiteX321" fmla="*/ 5414185 w 7467663"/>
              <a:gd name="connsiteY321" fmla="*/ 5573882 h 6858000"/>
              <a:gd name="connsiteX322" fmla="*/ 5959648 w 7467663"/>
              <a:gd name="connsiteY322" fmla="*/ 4760797 h 6858000"/>
              <a:gd name="connsiteX323" fmla="*/ 5355019 w 7467663"/>
              <a:gd name="connsiteY323" fmla="*/ 4734672 h 6858000"/>
              <a:gd name="connsiteX324" fmla="*/ 5083565 w 7467663"/>
              <a:gd name="connsiteY324" fmla="*/ 5179121 h 6858000"/>
              <a:gd name="connsiteX325" fmla="*/ 4713577 w 7467663"/>
              <a:gd name="connsiteY325" fmla="*/ 5616803 h 6858000"/>
              <a:gd name="connsiteX326" fmla="*/ 3989559 w 7467663"/>
              <a:gd name="connsiteY326" fmla="*/ 6145945 h 6858000"/>
              <a:gd name="connsiteX327" fmla="*/ 3939824 w 7467663"/>
              <a:gd name="connsiteY327" fmla="*/ 6066900 h 6858000"/>
              <a:gd name="connsiteX328" fmla="*/ 4584537 w 7467663"/>
              <a:gd name="connsiteY328" fmla="*/ 5324826 h 6858000"/>
              <a:gd name="connsiteX329" fmla="*/ 5037105 w 7467663"/>
              <a:gd name="connsiteY329" fmla="*/ 5088765 h 6858000"/>
              <a:gd name="connsiteX330" fmla="*/ 5039930 w 7467663"/>
              <a:gd name="connsiteY330" fmla="*/ 5089585 h 6858000"/>
              <a:gd name="connsiteX331" fmla="*/ 5263764 w 7467663"/>
              <a:gd name="connsiteY331" fmla="*/ 4735525 h 6858000"/>
              <a:gd name="connsiteX332" fmla="*/ 4086300 w 7467663"/>
              <a:gd name="connsiteY332" fmla="*/ 4884599 h 6858000"/>
              <a:gd name="connsiteX333" fmla="*/ 4085485 w 7467663"/>
              <a:gd name="connsiteY333" fmla="*/ 4899070 h 6858000"/>
              <a:gd name="connsiteX334" fmla="*/ 3871915 w 7467663"/>
              <a:gd name="connsiteY334" fmla="*/ 5253645 h 6858000"/>
              <a:gd name="connsiteX335" fmla="*/ 3799374 w 7467663"/>
              <a:gd name="connsiteY335" fmla="*/ 5466127 h 6858000"/>
              <a:gd name="connsiteX336" fmla="*/ 3498850 w 7467663"/>
              <a:gd name="connsiteY336" fmla="*/ 6661888 h 6858000"/>
              <a:gd name="connsiteX337" fmla="*/ 3399216 w 7467663"/>
              <a:gd name="connsiteY337" fmla="*/ 6858000 h 6858000"/>
              <a:gd name="connsiteX338" fmla="*/ 3303688 w 7467663"/>
              <a:gd name="connsiteY338" fmla="*/ 6858000 h 6858000"/>
              <a:gd name="connsiteX339" fmla="*/ 3391774 w 7467663"/>
              <a:gd name="connsiteY339" fmla="*/ 6697181 h 6858000"/>
              <a:gd name="connsiteX340" fmla="*/ 3735540 w 7467663"/>
              <a:gd name="connsiteY340" fmla="*/ 5546923 h 6858000"/>
              <a:gd name="connsiteX341" fmla="*/ 3729438 w 7467663"/>
              <a:gd name="connsiteY341" fmla="*/ 5569058 h 6858000"/>
              <a:gd name="connsiteX342" fmla="*/ 3707782 w 7467663"/>
              <a:gd name="connsiteY342" fmla="*/ 5644908 h 6858000"/>
              <a:gd name="connsiteX343" fmla="*/ 3583827 w 7467663"/>
              <a:gd name="connsiteY343" fmla="*/ 6039215 h 6858000"/>
              <a:gd name="connsiteX344" fmla="*/ 3547861 w 7467663"/>
              <a:gd name="connsiteY344" fmla="*/ 6129609 h 6858000"/>
              <a:gd name="connsiteX345" fmla="*/ 3490905 w 7467663"/>
              <a:gd name="connsiteY345" fmla="*/ 6277660 h 6858000"/>
              <a:gd name="connsiteX346" fmla="*/ 3455859 w 7467663"/>
              <a:gd name="connsiteY346" fmla="*/ 6391301 h 6858000"/>
              <a:gd name="connsiteX347" fmla="*/ 3429112 w 7467663"/>
              <a:gd name="connsiteY347" fmla="*/ 6479469 h 6858000"/>
              <a:gd name="connsiteX348" fmla="*/ 3304862 w 7467663"/>
              <a:gd name="connsiteY348" fmla="*/ 6796476 h 6858000"/>
              <a:gd name="connsiteX349" fmla="*/ 3276071 w 7467663"/>
              <a:gd name="connsiteY349" fmla="*/ 6858000 h 6858000"/>
              <a:gd name="connsiteX350" fmla="*/ 3240805 w 7467663"/>
              <a:gd name="connsiteY350" fmla="*/ 6858000 h 6858000"/>
              <a:gd name="connsiteX351" fmla="*/ 3275917 w 7467663"/>
              <a:gd name="connsiteY351" fmla="*/ 6783192 h 6858000"/>
              <a:gd name="connsiteX352" fmla="*/ 3399358 w 7467663"/>
              <a:gd name="connsiteY352" fmla="*/ 6469011 h 6858000"/>
              <a:gd name="connsiteX353" fmla="*/ 3425650 w 7467663"/>
              <a:gd name="connsiteY353" fmla="*/ 6381333 h 6858000"/>
              <a:gd name="connsiteX354" fmla="*/ 3460661 w 7467663"/>
              <a:gd name="connsiteY354" fmla="*/ 6266763 h 6858000"/>
              <a:gd name="connsiteX355" fmla="*/ 3518021 w 7467663"/>
              <a:gd name="connsiteY355" fmla="*/ 6117298 h 6858000"/>
              <a:gd name="connsiteX356" fmla="*/ 3554035 w 7467663"/>
              <a:gd name="connsiteY356" fmla="*/ 6027832 h 6858000"/>
              <a:gd name="connsiteX357" fmla="*/ 3677174 w 7467663"/>
              <a:gd name="connsiteY357" fmla="*/ 5636351 h 6858000"/>
              <a:gd name="connsiteX358" fmla="*/ 3698819 w 7467663"/>
              <a:gd name="connsiteY358" fmla="*/ 5560503 h 6858000"/>
              <a:gd name="connsiteX359" fmla="*/ 3702094 w 7467663"/>
              <a:gd name="connsiteY359" fmla="*/ 5549194 h 6858000"/>
              <a:gd name="connsiteX360" fmla="*/ 3398355 w 7467663"/>
              <a:gd name="connsiteY360" fmla="*/ 6094603 h 6858000"/>
              <a:gd name="connsiteX361" fmla="*/ 3193941 w 7467663"/>
              <a:gd name="connsiteY361" fmla="*/ 6798775 h 6858000"/>
              <a:gd name="connsiteX362" fmla="*/ 3184140 w 7467663"/>
              <a:gd name="connsiteY362" fmla="*/ 6858000 h 6858000"/>
              <a:gd name="connsiteX363" fmla="*/ 3099978 w 7467663"/>
              <a:gd name="connsiteY363" fmla="*/ 6858000 h 6858000"/>
              <a:gd name="connsiteX364" fmla="*/ 3101556 w 7467663"/>
              <a:gd name="connsiteY364" fmla="*/ 6843337 h 6858000"/>
              <a:gd name="connsiteX365" fmla="*/ 3370162 w 7467663"/>
              <a:gd name="connsiteY365" fmla="*/ 5785550 h 6858000"/>
              <a:gd name="connsiteX366" fmla="*/ 3746477 w 7467663"/>
              <a:gd name="connsiteY366" fmla="*/ 5377889 h 6858000"/>
              <a:gd name="connsiteX367" fmla="*/ 3863399 w 7467663"/>
              <a:gd name="connsiteY367" fmla="*/ 5087257 h 6858000"/>
              <a:gd name="connsiteX368" fmla="*/ 3968712 w 7467663"/>
              <a:gd name="connsiteY368" fmla="*/ 4913989 h 6858000"/>
              <a:gd name="connsiteX369" fmla="*/ 2792390 w 7467663"/>
              <a:gd name="connsiteY369" fmla="*/ 5382974 h 6858000"/>
              <a:gd name="connsiteX370" fmla="*/ 2714982 w 7467663"/>
              <a:gd name="connsiteY370" fmla="*/ 5427051 h 6858000"/>
              <a:gd name="connsiteX371" fmla="*/ 2813361 w 7467663"/>
              <a:gd name="connsiteY371" fmla="*/ 6023912 h 6858000"/>
              <a:gd name="connsiteX372" fmla="*/ 2688430 w 7467663"/>
              <a:gd name="connsiteY372" fmla="*/ 6801564 h 6858000"/>
              <a:gd name="connsiteX373" fmla="*/ 2629626 w 7467663"/>
              <a:gd name="connsiteY373" fmla="*/ 6763394 h 6858000"/>
              <a:gd name="connsiteX374" fmla="*/ 2565328 w 7467663"/>
              <a:gd name="connsiteY374" fmla="*/ 5516399 h 6858000"/>
              <a:gd name="connsiteX375" fmla="*/ 1922999 w 7467663"/>
              <a:gd name="connsiteY375" fmla="*/ 5980343 h 6858000"/>
              <a:gd name="connsiteX376" fmla="*/ 1950261 w 7467663"/>
              <a:gd name="connsiteY376" fmla="*/ 6405858 h 6858000"/>
              <a:gd name="connsiteX377" fmla="*/ 2365554 w 7467663"/>
              <a:gd name="connsiteY377" fmla="*/ 6759107 h 6858000"/>
              <a:gd name="connsiteX378" fmla="*/ 2424142 w 7467663"/>
              <a:gd name="connsiteY378" fmla="*/ 6858000 h 6858000"/>
              <a:gd name="connsiteX379" fmla="*/ 2395994 w 7467663"/>
              <a:gd name="connsiteY379" fmla="*/ 6858000 h 6858000"/>
              <a:gd name="connsiteX380" fmla="*/ 2392863 w 7467663"/>
              <a:gd name="connsiteY380" fmla="*/ 6852964 h 6858000"/>
              <a:gd name="connsiteX381" fmla="*/ 2017589 w 7467663"/>
              <a:gd name="connsiteY381" fmla="*/ 6493982 h 6858000"/>
              <a:gd name="connsiteX382" fmla="*/ 2147336 w 7467663"/>
              <a:gd name="connsiteY382" fmla="*/ 6594052 h 6858000"/>
              <a:gd name="connsiteX383" fmla="*/ 2207047 w 7467663"/>
              <a:gd name="connsiteY383" fmla="*/ 6654540 h 6858000"/>
              <a:gd name="connsiteX384" fmla="*/ 2299106 w 7467663"/>
              <a:gd name="connsiteY384" fmla="*/ 6778931 h 6858000"/>
              <a:gd name="connsiteX385" fmla="*/ 2314430 w 7467663"/>
              <a:gd name="connsiteY385" fmla="*/ 6801144 h 6858000"/>
              <a:gd name="connsiteX386" fmla="*/ 2352406 w 7467663"/>
              <a:gd name="connsiteY386" fmla="*/ 6858000 h 6858000"/>
              <a:gd name="connsiteX387" fmla="*/ 2314492 w 7467663"/>
              <a:gd name="connsiteY387" fmla="*/ 6858000 h 6858000"/>
              <a:gd name="connsiteX388" fmla="*/ 2288095 w 7467663"/>
              <a:gd name="connsiteY388" fmla="*/ 6818030 h 6858000"/>
              <a:gd name="connsiteX389" fmla="*/ 2272768 w 7467663"/>
              <a:gd name="connsiteY389" fmla="*/ 6795822 h 6858000"/>
              <a:gd name="connsiteX390" fmla="*/ 2182715 w 7467663"/>
              <a:gd name="connsiteY390" fmla="*/ 6675071 h 6858000"/>
              <a:gd name="connsiteX391" fmla="*/ 2032061 w 7467663"/>
              <a:gd name="connsiteY391" fmla="*/ 6541380 h 6858000"/>
              <a:gd name="connsiteX392" fmla="*/ 2257220 w 7467663"/>
              <a:gd name="connsiteY392" fmla="*/ 6826257 h 6858000"/>
              <a:gd name="connsiteX393" fmla="*/ 2281324 w 7467663"/>
              <a:gd name="connsiteY393" fmla="*/ 6858000 h 6858000"/>
              <a:gd name="connsiteX394" fmla="*/ 2242860 w 7467663"/>
              <a:gd name="connsiteY394" fmla="*/ 6858000 h 6858000"/>
              <a:gd name="connsiteX395" fmla="*/ 2232818 w 7467663"/>
              <a:gd name="connsiteY395" fmla="*/ 6844926 h 6858000"/>
              <a:gd name="connsiteX396" fmla="*/ 1990172 w 7467663"/>
              <a:gd name="connsiteY396" fmla="*/ 6542121 h 6858000"/>
              <a:gd name="connsiteX397" fmla="*/ 2124090 w 7467663"/>
              <a:gd name="connsiteY397" fmla="*/ 6761017 h 6858000"/>
              <a:gd name="connsiteX398" fmla="*/ 2200380 w 7467663"/>
              <a:gd name="connsiteY398" fmla="*/ 6858000 h 6858000"/>
              <a:gd name="connsiteX399" fmla="*/ 2147507 w 7467663"/>
              <a:gd name="connsiteY399" fmla="*/ 6858000 h 6858000"/>
              <a:gd name="connsiteX400" fmla="*/ 2070668 w 7467663"/>
              <a:gd name="connsiteY400" fmla="*/ 6761520 h 6858000"/>
              <a:gd name="connsiteX401" fmla="*/ 1975142 w 7467663"/>
              <a:gd name="connsiteY401" fmla="*/ 6585570 h 6858000"/>
              <a:gd name="connsiteX402" fmla="*/ 2050035 w 7467663"/>
              <a:gd name="connsiteY402" fmla="*/ 6813345 h 6858000"/>
              <a:gd name="connsiteX403" fmla="*/ 2063025 w 7467663"/>
              <a:gd name="connsiteY403" fmla="*/ 6858000 h 6858000"/>
              <a:gd name="connsiteX404" fmla="*/ 2021675 w 7467663"/>
              <a:gd name="connsiteY404" fmla="*/ 6858000 h 6858000"/>
              <a:gd name="connsiteX405" fmla="*/ 2019308 w 7467663"/>
              <a:gd name="connsiteY405" fmla="*/ 6847118 h 6858000"/>
              <a:gd name="connsiteX406" fmla="*/ 1938835 w 7467663"/>
              <a:gd name="connsiteY406" fmla="*/ 6551160 h 6858000"/>
              <a:gd name="connsiteX407" fmla="*/ 1953230 w 7467663"/>
              <a:gd name="connsiteY407" fmla="*/ 6759699 h 6858000"/>
              <a:gd name="connsiteX408" fmla="*/ 1956763 w 7467663"/>
              <a:gd name="connsiteY408" fmla="*/ 6778191 h 6858000"/>
              <a:gd name="connsiteX409" fmla="*/ 1967925 w 7467663"/>
              <a:gd name="connsiteY409" fmla="*/ 6858000 h 6858000"/>
              <a:gd name="connsiteX410" fmla="*/ 1936622 w 7467663"/>
              <a:gd name="connsiteY410" fmla="*/ 6858000 h 6858000"/>
              <a:gd name="connsiteX411" fmla="*/ 1926261 w 7467663"/>
              <a:gd name="connsiteY411" fmla="*/ 6784064 h 6858000"/>
              <a:gd name="connsiteX412" fmla="*/ 1922724 w 7467663"/>
              <a:gd name="connsiteY412" fmla="*/ 6765577 h 6858000"/>
              <a:gd name="connsiteX413" fmla="*/ 1904650 w 7467663"/>
              <a:gd name="connsiteY413" fmla="*/ 6639616 h 6858000"/>
              <a:gd name="connsiteX414" fmla="*/ 1885273 w 7467663"/>
              <a:gd name="connsiteY414" fmla="*/ 6858000 h 6858000"/>
              <a:gd name="connsiteX415" fmla="*/ 1854363 w 7467663"/>
              <a:gd name="connsiteY415" fmla="*/ 6858000 h 6858000"/>
              <a:gd name="connsiteX416" fmla="*/ 1880391 w 7467663"/>
              <a:gd name="connsiteY416" fmla="*/ 6603796 h 6858000"/>
              <a:gd name="connsiteX417" fmla="*/ 1818273 w 7467663"/>
              <a:gd name="connsiteY417" fmla="*/ 6715729 h 6858000"/>
              <a:gd name="connsiteX418" fmla="*/ 1794691 w 7467663"/>
              <a:gd name="connsiteY418" fmla="*/ 6843239 h 6858000"/>
              <a:gd name="connsiteX419" fmla="*/ 1794914 w 7467663"/>
              <a:gd name="connsiteY419" fmla="*/ 6858000 h 6858000"/>
              <a:gd name="connsiteX420" fmla="*/ 1746128 w 7467663"/>
              <a:gd name="connsiteY420" fmla="*/ 6858000 h 6858000"/>
              <a:gd name="connsiteX421" fmla="*/ 1753934 w 7467663"/>
              <a:gd name="connsiteY421" fmla="*/ 6724796 h 6858000"/>
              <a:gd name="connsiteX422" fmla="*/ 1792053 w 7467663"/>
              <a:gd name="connsiteY422" fmla="*/ 6572396 h 6858000"/>
              <a:gd name="connsiteX423" fmla="*/ 1862248 w 7467663"/>
              <a:gd name="connsiteY423" fmla="*/ 6266397 h 6858000"/>
              <a:gd name="connsiteX424" fmla="*/ 1862250 w 7467663"/>
              <a:gd name="connsiteY424" fmla="*/ 6033531 h 6858000"/>
              <a:gd name="connsiteX425" fmla="*/ 1211999 w 7467663"/>
              <a:gd name="connsiteY425" fmla="*/ 6683610 h 6858000"/>
              <a:gd name="connsiteX426" fmla="*/ 1213266 w 7467663"/>
              <a:gd name="connsiteY426" fmla="*/ 6691947 h 6858000"/>
              <a:gd name="connsiteX427" fmla="*/ 1203370 w 7467663"/>
              <a:gd name="connsiteY427" fmla="*/ 6850676 h 6858000"/>
              <a:gd name="connsiteX428" fmla="*/ 1203671 w 7467663"/>
              <a:gd name="connsiteY428" fmla="*/ 6858000 h 6858000"/>
              <a:gd name="connsiteX429" fmla="*/ 1143180 w 7467663"/>
              <a:gd name="connsiteY429" fmla="*/ 6858000 h 6858000"/>
              <a:gd name="connsiteX430" fmla="*/ 1142176 w 7467663"/>
              <a:gd name="connsiteY430" fmla="*/ 6766045 h 6858000"/>
              <a:gd name="connsiteX431" fmla="*/ 1067484 w 7467663"/>
              <a:gd name="connsiteY431" fmla="*/ 6858000 h 6858000"/>
              <a:gd name="connsiteX432" fmla="*/ 953928 w 7467663"/>
              <a:gd name="connsiteY432" fmla="*/ 6858000 h 6858000"/>
              <a:gd name="connsiteX433" fmla="*/ 959715 w 7467663"/>
              <a:gd name="connsiteY433" fmla="*/ 6850185 h 6858000"/>
              <a:gd name="connsiteX434" fmla="*/ 1483788 w 7467663"/>
              <a:gd name="connsiteY434" fmla="*/ 6259174 h 6858000"/>
              <a:gd name="connsiteX435" fmla="*/ 1100671 w 7467663"/>
              <a:gd name="connsiteY435" fmla="*/ 6252137 h 6858000"/>
              <a:gd name="connsiteX436" fmla="*/ 1090144 w 7467663"/>
              <a:gd name="connsiteY436" fmla="*/ 6256748 h 6858000"/>
              <a:gd name="connsiteX437" fmla="*/ 1095872 w 7467663"/>
              <a:gd name="connsiteY437" fmla="*/ 6271892 h 6858000"/>
              <a:gd name="connsiteX438" fmla="*/ 262785 w 7467663"/>
              <a:gd name="connsiteY438" fmla="*/ 6845450 h 6858000"/>
              <a:gd name="connsiteX439" fmla="*/ 209968 w 7467663"/>
              <a:gd name="connsiteY439" fmla="*/ 6770713 h 6858000"/>
              <a:gd name="connsiteX440" fmla="*/ 873460 w 7467663"/>
              <a:gd name="connsiteY440" fmla="*/ 6253768 h 6858000"/>
              <a:gd name="connsiteX441" fmla="*/ 192686 w 7467663"/>
              <a:gd name="connsiteY441" fmla="*/ 5849257 h 6858000"/>
              <a:gd name="connsiteX442" fmla="*/ 4696 w 7467663"/>
              <a:gd name="connsiteY442" fmla="*/ 5697668 h 6858000"/>
              <a:gd name="connsiteX443" fmla="*/ 0 w 7467663"/>
              <a:gd name="connsiteY443" fmla="*/ 5689984 h 6858000"/>
              <a:gd name="connsiteX444" fmla="*/ 0 w 7467663"/>
              <a:gd name="connsiteY444" fmla="*/ 5513472 h 6858000"/>
              <a:gd name="connsiteX445" fmla="*/ 174101 w 7467663"/>
              <a:gd name="connsiteY445" fmla="*/ 5620277 h 6858000"/>
              <a:gd name="connsiteX446" fmla="*/ 891800 w 7467663"/>
              <a:gd name="connsiteY446" fmla="*/ 6036935 h 6858000"/>
              <a:gd name="connsiteX447" fmla="*/ 1072219 w 7467663"/>
              <a:gd name="connsiteY447" fmla="*/ 6169443 h 6858000"/>
              <a:gd name="connsiteX448" fmla="*/ 1074117 w 7467663"/>
              <a:gd name="connsiteY448" fmla="*/ 6170301 h 6858000"/>
              <a:gd name="connsiteX449" fmla="*/ 1083114 w 7467663"/>
              <a:gd name="connsiteY449" fmla="*/ 6174131 h 6858000"/>
              <a:gd name="connsiteX450" fmla="*/ 1543010 w 7467663"/>
              <a:gd name="connsiteY450" fmla="*/ 6191140 h 6858000"/>
              <a:gd name="connsiteX451" fmla="*/ 1551080 w 7467663"/>
              <a:gd name="connsiteY451" fmla="*/ 6195006 h 6858000"/>
              <a:gd name="connsiteX452" fmla="*/ 2345443 w 7467663"/>
              <a:gd name="connsiteY452" fmla="*/ 5549882 h 6858000"/>
              <a:gd name="connsiteX453" fmla="*/ 1721499 w 7467663"/>
              <a:gd name="connsiteY453" fmla="*/ 5599969 h 6858000"/>
              <a:gd name="connsiteX454" fmla="*/ 767716 w 7467663"/>
              <a:gd name="connsiteY454" fmla="*/ 5472768 h 6858000"/>
              <a:gd name="connsiteX455" fmla="*/ 722147 w 7467663"/>
              <a:gd name="connsiteY455" fmla="*/ 5393091 h 6858000"/>
              <a:gd name="connsiteX456" fmla="*/ 1485552 w 7467663"/>
              <a:gd name="connsiteY456" fmla="*/ 5313202 h 6858000"/>
              <a:gd name="connsiteX457" fmla="*/ 2143004 w 7467663"/>
              <a:gd name="connsiteY457" fmla="*/ 5402420 h 6858000"/>
              <a:gd name="connsiteX458" fmla="*/ 1933391 w 7467663"/>
              <a:gd name="connsiteY458" fmla="*/ 5156971 h 6858000"/>
              <a:gd name="connsiteX459" fmla="*/ 1827118 w 7467663"/>
              <a:gd name="connsiteY459" fmla="*/ 4968410 h 6858000"/>
              <a:gd name="connsiteX460" fmla="*/ 1837349 w 7467663"/>
              <a:gd name="connsiteY460" fmla="*/ 4956357 h 6858000"/>
              <a:gd name="connsiteX461" fmla="*/ 2162835 w 7467663"/>
              <a:gd name="connsiteY461" fmla="*/ 5187853 h 6858000"/>
              <a:gd name="connsiteX462" fmla="*/ 2257167 w 7467663"/>
              <a:gd name="connsiteY462" fmla="*/ 5462123 h 6858000"/>
              <a:gd name="connsiteX463" fmla="*/ 2261598 w 7467663"/>
              <a:gd name="connsiteY463" fmla="*/ 5467998 h 6858000"/>
              <a:gd name="connsiteX464" fmla="*/ 2437177 w 7467663"/>
              <a:gd name="connsiteY464" fmla="*/ 5479608 h 6858000"/>
              <a:gd name="connsiteX465" fmla="*/ 2445247 w 7467663"/>
              <a:gd name="connsiteY465" fmla="*/ 5483476 h 6858000"/>
              <a:gd name="connsiteX466" fmla="*/ 2743626 w 7467663"/>
              <a:gd name="connsiteY466" fmla="*/ 5304819 h 6858000"/>
              <a:gd name="connsiteX467" fmla="*/ 3048102 w 7467663"/>
              <a:gd name="connsiteY467" fmla="*/ 5150595 h 6858000"/>
              <a:gd name="connsiteX468" fmla="*/ 1799414 w 7467663"/>
              <a:gd name="connsiteY468" fmla="*/ 4694732 h 6858000"/>
              <a:gd name="connsiteX469" fmla="*/ 1771735 w 7467663"/>
              <a:gd name="connsiteY469" fmla="*/ 4619929 h 6858000"/>
              <a:gd name="connsiteX470" fmla="*/ 3104273 w 7467663"/>
              <a:gd name="connsiteY470" fmla="*/ 5076159 h 6858000"/>
              <a:gd name="connsiteX471" fmla="*/ 3113245 w 7467663"/>
              <a:gd name="connsiteY471" fmla="*/ 5090705 h 6858000"/>
              <a:gd name="connsiteX472" fmla="*/ 3126294 w 7467663"/>
              <a:gd name="connsiteY472" fmla="*/ 5114400 h 6858000"/>
              <a:gd name="connsiteX473" fmla="*/ 3937433 w 7467663"/>
              <a:gd name="connsiteY473" fmla="*/ 4830473 h 6858000"/>
              <a:gd name="connsiteX474" fmla="*/ 3590475 w 7467663"/>
              <a:gd name="connsiteY474" fmla="*/ 4597974 h 6858000"/>
              <a:gd name="connsiteX475" fmla="*/ 3100264 w 7467663"/>
              <a:gd name="connsiteY475" fmla="*/ 4579845 h 6858000"/>
              <a:gd name="connsiteX476" fmla="*/ 2183576 w 7467663"/>
              <a:gd name="connsiteY476" fmla="*/ 4227150 h 6858000"/>
              <a:gd name="connsiteX477" fmla="*/ 2151029 w 7467663"/>
              <a:gd name="connsiteY477" fmla="*/ 4146947 h 6858000"/>
              <a:gd name="connsiteX478" fmla="*/ 3563434 w 7467663"/>
              <a:gd name="connsiteY478" fmla="*/ 4469115 h 6858000"/>
              <a:gd name="connsiteX479" fmla="*/ 3177952 w 7467663"/>
              <a:gd name="connsiteY479" fmla="*/ 3657386 h 6858000"/>
              <a:gd name="connsiteX480" fmla="*/ 3189263 w 7467663"/>
              <a:gd name="connsiteY480" fmla="*/ 3625726 h 6858000"/>
              <a:gd name="connsiteX481" fmla="*/ 3560912 w 7467663"/>
              <a:gd name="connsiteY481" fmla="*/ 4079863 h 6858000"/>
              <a:gd name="connsiteX482" fmla="*/ 3626636 w 7467663"/>
              <a:gd name="connsiteY482" fmla="*/ 4512230 h 6858000"/>
              <a:gd name="connsiteX483" fmla="*/ 3653088 w 7467663"/>
              <a:gd name="connsiteY483" fmla="*/ 4521417 h 6858000"/>
              <a:gd name="connsiteX484" fmla="*/ 3988128 w 7467663"/>
              <a:gd name="connsiteY484" fmla="*/ 4817267 h 6858000"/>
              <a:gd name="connsiteX485" fmla="*/ 4830582 w 7467663"/>
              <a:gd name="connsiteY485" fmla="*/ 4676000 h 6858000"/>
              <a:gd name="connsiteX486" fmla="*/ 4830100 w 7467663"/>
              <a:gd name="connsiteY486" fmla="*/ 4675554 h 6858000"/>
              <a:gd name="connsiteX487" fmla="*/ 4036318 w 7467663"/>
              <a:gd name="connsiteY487" fmla="*/ 4147013 h 6858000"/>
              <a:gd name="connsiteX488" fmla="*/ 3432098 w 7467663"/>
              <a:gd name="connsiteY488" fmla="*/ 3537312 h 6858000"/>
              <a:gd name="connsiteX489" fmla="*/ 3446761 w 7467663"/>
              <a:gd name="connsiteY489" fmla="*/ 3461278 h 6858000"/>
              <a:gd name="connsiteX490" fmla="*/ 4419733 w 7467663"/>
              <a:gd name="connsiteY490" fmla="*/ 3963555 h 6858000"/>
              <a:gd name="connsiteX491" fmla="*/ 4781371 w 7467663"/>
              <a:gd name="connsiteY491" fmla="*/ 4458604 h 6858000"/>
              <a:gd name="connsiteX492" fmla="*/ 4780440 w 7467663"/>
              <a:gd name="connsiteY492" fmla="*/ 4470290 h 6858000"/>
              <a:gd name="connsiteX493" fmla="*/ 4898954 w 7467663"/>
              <a:gd name="connsiteY493" fmla="*/ 4662092 h 6858000"/>
              <a:gd name="connsiteX494" fmla="*/ 4900699 w 7467663"/>
              <a:gd name="connsiteY494" fmla="*/ 4670867 h 6858000"/>
              <a:gd name="connsiteX495" fmla="*/ 5714511 w 7467663"/>
              <a:gd name="connsiteY495" fmla="*/ 4663483 h 6858000"/>
              <a:gd name="connsiteX496" fmla="*/ 5464793 w 7467663"/>
              <a:gd name="connsiteY496" fmla="*/ 4393556 h 6858000"/>
              <a:gd name="connsiteX497" fmla="*/ 5461897 w 7467663"/>
              <a:gd name="connsiteY497" fmla="*/ 4390879 h 6858000"/>
              <a:gd name="connsiteX498" fmla="*/ 4294126 w 7467663"/>
              <a:gd name="connsiteY498" fmla="*/ 3303048 h 6858000"/>
              <a:gd name="connsiteX499" fmla="*/ 4305321 w 7467663"/>
              <a:gd name="connsiteY499" fmla="*/ 3256953 h 6858000"/>
              <a:gd name="connsiteX500" fmla="*/ 4949299 w 7467663"/>
              <a:gd name="connsiteY500" fmla="*/ 3766336 h 6858000"/>
              <a:gd name="connsiteX501" fmla="*/ 5291452 w 7467663"/>
              <a:gd name="connsiteY501" fmla="*/ 4076801 h 6858000"/>
              <a:gd name="connsiteX502" fmla="*/ 5434998 w 7467663"/>
              <a:gd name="connsiteY502" fmla="*/ 4254100 h 6858000"/>
              <a:gd name="connsiteX503" fmla="*/ 5351015 w 7467663"/>
              <a:gd name="connsiteY503" fmla="*/ 3760989 h 6858000"/>
              <a:gd name="connsiteX504" fmla="*/ 5413780 w 7467663"/>
              <a:gd name="connsiteY504" fmla="*/ 2966265 h 6858000"/>
              <a:gd name="connsiteX505" fmla="*/ 5425627 w 7467663"/>
              <a:gd name="connsiteY505" fmla="*/ 2954192 h 6858000"/>
              <a:gd name="connsiteX506" fmla="*/ 6604735 w 7467663"/>
              <a:gd name="connsiteY506" fmla="*/ 2041381 h 6858000"/>
              <a:gd name="connsiteX507" fmla="*/ 7204487 w 7467663"/>
              <a:gd name="connsiteY507" fmla="*/ 2742112 h 6858000"/>
              <a:gd name="connsiteX508" fmla="*/ 7131592 w 7467663"/>
              <a:gd name="connsiteY508" fmla="*/ 2672096 h 6858000"/>
              <a:gd name="connsiteX509" fmla="*/ 6996344 w 7467663"/>
              <a:gd name="connsiteY509" fmla="*/ 2518310 h 6858000"/>
              <a:gd name="connsiteX510" fmla="*/ 6735495 w 7467663"/>
              <a:gd name="connsiteY510" fmla="*/ 2196890 h 6858000"/>
              <a:gd name="connsiteX511" fmla="*/ 6721901 w 7467663"/>
              <a:gd name="connsiteY511" fmla="*/ 2179274 h 6858000"/>
              <a:gd name="connsiteX512" fmla="*/ 6604735 w 7467663"/>
              <a:gd name="connsiteY512" fmla="*/ 2041381 h 6858000"/>
              <a:gd name="connsiteX513" fmla="*/ 6591670 w 7467663"/>
              <a:gd name="connsiteY513" fmla="*/ 1988277 h 6858000"/>
              <a:gd name="connsiteX514" fmla="*/ 6747349 w 7467663"/>
              <a:gd name="connsiteY514" fmla="*/ 2160069 h 6858000"/>
              <a:gd name="connsiteX515" fmla="*/ 6760943 w 7467663"/>
              <a:gd name="connsiteY515" fmla="*/ 2177686 h 6858000"/>
              <a:gd name="connsiteX516" fmla="*/ 7021065 w 7467663"/>
              <a:gd name="connsiteY516" fmla="*/ 2498102 h 6858000"/>
              <a:gd name="connsiteX517" fmla="*/ 7155223 w 7467663"/>
              <a:gd name="connsiteY517" fmla="*/ 2650386 h 6858000"/>
              <a:gd name="connsiteX518" fmla="*/ 7203167 w 7467663"/>
              <a:gd name="connsiteY518" fmla="*/ 2697288 h 6858000"/>
              <a:gd name="connsiteX519" fmla="*/ 6937703 w 7467663"/>
              <a:gd name="connsiteY519" fmla="*/ 2321981 h 6858000"/>
              <a:gd name="connsiteX520" fmla="*/ 6591670 w 7467663"/>
              <a:gd name="connsiteY520" fmla="*/ 1988277 h 6858000"/>
              <a:gd name="connsiteX521" fmla="*/ 5798671 w 7467663"/>
              <a:gd name="connsiteY521" fmla="*/ 1981601 h 6858000"/>
              <a:gd name="connsiteX522" fmla="*/ 5754709 w 7467663"/>
              <a:gd name="connsiteY522" fmla="*/ 2071454 h 6858000"/>
              <a:gd name="connsiteX523" fmla="*/ 5763044 w 7467663"/>
              <a:gd name="connsiteY523" fmla="*/ 2842206 h 6858000"/>
              <a:gd name="connsiteX524" fmla="*/ 5764974 w 7467663"/>
              <a:gd name="connsiteY524" fmla="*/ 2799609 h 6858000"/>
              <a:gd name="connsiteX525" fmla="*/ 5767665 w 7467663"/>
              <a:gd name="connsiteY525" fmla="*/ 2666409 h 6858000"/>
              <a:gd name="connsiteX526" fmla="*/ 5763055 w 7467663"/>
              <a:gd name="connsiteY526" fmla="*/ 2579705 h 6858000"/>
              <a:gd name="connsiteX527" fmla="*/ 5758079 w 7467663"/>
              <a:gd name="connsiteY527" fmla="*/ 2492508 h 6858000"/>
              <a:gd name="connsiteX528" fmla="*/ 5779325 w 7467663"/>
              <a:gd name="connsiteY528" fmla="*/ 2197069 h 6858000"/>
              <a:gd name="connsiteX529" fmla="*/ 5798671 w 7467663"/>
              <a:gd name="connsiteY529" fmla="*/ 1981601 h 6858000"/>
              <a:gd name="connsiteX530" fmla="*/ 5829202 w 7467663"/>
              <a:gd name="connsiteY530" fmla="*/ 1971679 h 6858000"/>
              <a:gd name="connsiteX531" fmla="*/ 5809558 w 7467663"/>
              <a:gd name="connsiteY531" fmla="*/ 2198043 h 6858000"/>
              <a:gd name="connsiteX532" fmla="*/ 5788653 w 7467663"/>
              <a:gd name="connsiteY532" fmla="*/ 2489430 h 6858000"/>
              <a:gd name="connsiteX533" fmla="*/ 5793439 w 7467663"/>
              <a:gd name="connsiteY533" fmla="*/ 2575235 h 6858000"/>
              <a:gd name="connsiteX534" fmla="*/ 5796837 w 7467663"/>
              <a:gd name="connsiteY534" fmla="*/ 2637633 h 6858000"/>
              <a:gd name="connsiteX535" fmla="*/ 5818614 w 7467663"/>
              <a:gd name="connsiteY535" fmla="*/ 2473055 h 6858000"/>
              <a:gd name="connsiteX536" fmla="*/ 5829202 w 7467663"/>
              <a:gd name="connsiteY536" fmla="*/ 1971679 h 6858000"/>
              <a:gd name="connsiteX537" fmla="*/ 5911389 w 7467663"/>
              <a:gd name="connsiteY537" fmla="*/ 1898371 h 6858000"/>
              <a:gd name="connsiteX538" fmla="*/ 6237627 w 7467663"/>
              <a:gd name="connsiteY538" fmla="*/ 2231921 h 6858000"/>
              <a:gd name="connsiteX539" fmla="*/ 5911389 w 7467663"/>
              <a:gd name="connsiteY539" fmla="*/ 1898371 h 6858000"/>
              <a:gd name="connsiteX540" fmla="*/ 6944437 w 7467663"/>
              <a:gd name="connsiteY540" fmla="*/ 1575402 h 6858000"/>
              <a:gd name="connsiteX541" fmla="*/ 6304730 w 7467663"/>
              <a:gd name="connsiteY541" fmla="*/ 1766654 h 6858000"/>
              <a:gd name="connsiteX542" fmla="*/ 6944437 w 7467663"/>
              <a:gd name="connsiteY542" fmla="*/ 1575402 h 6858000"/>
              <a:gd name="connsiteX543" fmla="*/ 7019523 w 7467663"/>
              <a:gd name="connsiteY543" fmla="*/ 1519450 h 6858000"/>
              <a:gd name="connsiteX544" fmla="*/ 6298091 w 7467663"/>
              <a:gd name="connsiteY544" fmla="*/ 1737122 h 6858000"/>
              <a:gd name="connsiteX545" fmla="*/ 7019523 w 7467663"/>
              <a:gd name="connsiteY545" fmla="*/ 1519450 h 6858000"/>
              <a:gd name="connsiteX546" fmla="*/ 2399523 w 7467663"/>
              <a:gd name="connsiteY546" fmla="*/ 1428234 h 6858000"/>
              <a:gd name="connsiteX547" fmla="*/ 2224982 w 7467663"/>
              <a:gd name="connsiteY547" fmla="*/ 1826201 h 6858000"/>
              <a:gd name="connsiteX548" fmla="*/ 2096099 w 7467663"/>
              <a:gd name="connsiteY548" fmla="*/ 2345900 h 6858000"/>
              <a:gd name="connsiteX549" fmla="*/ 2283317 w 7467663"/>
              <a:gd name="connsiteY549" fmla="*/ 1796925 h 6858000"/>
              <a:gd name="connsiteX550" fmla="*/ 2399523 w 7467663"/>
              <a:gd name="connsiteY550" fmla="*/ 1428234 h 6858000"/>
              <a:gd name="connsiteX551" fmla="*/ 2448558 w 7467663"/>
              <a:gd name="connsiteY551" fmla="*/ 1373435 h 6858000"/>
              <a:gd name="connsiteX552" fmla="*/ 2312521 w 7467663"/>
              <a:gd name="connsiteY552" fmla="*/ 1806140 h 6858000"/>
              <a:gd name="connsiteX553" fmla="*/ 2127533 w 7467663"/>
              <a:gd name="connsiteY553" fmla="*/ 2348380 h 6858000"/>
              <a:gd name="connsiteX554" fmla="*/ 2358080 w 7467663"/>
              <a:gd name="connsiteY554" fmla="*/ 1866134 h 6858000"/>
              <a:gd name="connsiteX555" fmla="*/ 2407436 w 7467663"/>
              <a:gd name="connsiteY555" fmla="*/ 1651070 h 6858000"/>
              <a:gd name="connsiteX556" fmla="*/ 2448558 w 7467663"/>
              <a:gd name="connsiteY556" fmla="*/ 1373435 h 6858000"/>
              <a:gd name="connsiteX557" fmla="*/ 278707 w 7467663"/>
              <a:gd name="connsiteY557" fmla="*/ 1352270 h 6858000"/>
              <a:gd name="connsiteX558" fmla="*/ 321570 w 7467663"/>
              <a:gd name="connsiteY558" fmla="*/ 1861610 h 6858000"/>
              <a:gd name="connsiteX559" fmla="*/ 294281 w 7467663"/>
              <a:gd name="connsiteY559" fmla="*/ 1440658 h 6858000"/>
              <a:gd name="connsiteX560" fmla="*/ 278707 w 7467663"/>
              <a:gd name="connsiteY560" fmla="*/ 1352270 h 6858000"/>
              <a:gd name="connsiteX561" fmla="*/ 1423821 w 7467663"/>
              <a:gd name="connsiteY561" fmla="*/ 1351958 h 6858000"/>
              <a:gd name="connsiteX562" fmla="*/ 1638521 w 7467663"/>
              <a:gd name="connsiteY562" fmla="*/ 1908470 h 6858000"/>
              <a:gd name="connsiteX563" fmla="*/ 1754199 w 7467663"/>
              <a:gd name="connsiteY563" fmla="*/ 2149284 h 6858000"/>
              <a:gd name="connsiteX564" fmla="*/ 1908359 w 7467663"/>
              <a:gd name="connsiteY564" fmla="*/ 2364988 h 6858000"/>
              <a:gd name="connsiteX565" fmla="*/ 1647661 w 7467663"/>
              <a:gd name="connsiteY565" fmla="*/ 1825945 h 6858000"/>
              <a:gd name="connsiteX566" fmla="*/ 1423821 w 7467663"/>
              <a:gd name="connsiteY566" fmla="*/ 1351958 h 6858000"/>
              <a:gd name="connsiteX567" fmla="*/ 1431890 w 7467663"/>
              <a:gd name="connsiteY567" fmla="*/ 1306475 h 6858000"/>
              <a:gd name="connsiteX568" fmla="*/ 1507597 w 7467663"/>
              <a:gd name="connsiteY568" fmla="*/ 1446132 h 6858000"/>
              <a:gd name="connsiteX569" fmla="*/ 1674586 w 7467663"/>
              <a:gd name="connsiteY569" fmla="*/ 1813832 h 6858000"/>
              <a:gd name="connsiteX570" fmla="*/ 1815950 w 7467663"/>
              <a:gd name="connsiteY570" fmla="*/ 2128564 h 6858000"/>
              <a:gd name="connsiteX571" fmla="*/ 1984242 w 7467663"/>
              <a:gd name="connsiteY571" fmla="*/ 2430829 h 6858000"/>
              <a:gd name="connsiteX572" fmla="*/ 2014023 w 7467663"/>
              <a:gd name="connsiteY572" fmla="*/ 2450995 h 6858000"/>
              <a:gd name="connsiteX573" fmla="*/ 1747337 w 7467663"/>
              <a:gd name="connsiteY573" fmla="*/ 1855264 h 6858000"/>
              <a:gd name="connsiteX574" fmla="*/ 1533749 w 7467663"/>
              <a:gd name="connsiteY574" fmla="*/ 1478656 h 6858000"/>
              <a:gd name="connsiteX575" fmla="*/ 1431890 w 7467663"/>
              <a:gd name="connsiteY575" fmla="*/ 1306475 h 6858000"/>
              <a:gd name="connsiteX576" fmla="*/ 5052692 w 7467663"/>
              <a:gd name="connsiteY576" fmla="*/ 1292994 h 6858000"/>
              <a:gd name="connsiteX577" fmla="*/ 5200661 w 7467663"/>
              <a:gd name="connsiteY577" fmla="*/ 1635186 h 6858000"/>
              <a:gd name="connsiteX578" fmla="*/ 5297138 w 7467663"/>
              <a:gd name="connsiteY578" fmla="*/ 1906351 h 6858000"/>
              <a:gd name="connsiteX579" fmla="*/ 5052692 w 7467663"/>
              <a:gd name="connsiteY579" fmla="*/ 1292994 h 6858000"/>
              <a:gd name="connsiteX580" fmla="*/ 5009948 w 7467663"/>
              <a:gd name="connsiteY580" fmla="*/ 1273619 h 6858000"/>
              <a:gd name="connsiteX581" fmla="*/ 5121777 w 7467663"/>
              <a:gd name="connsiteY581" fmla="*/ 1654213 h 6858000"/>
              <a:gd name="connsiteX582" fmla="*/ 5293545 w 7467663"/>
              <a:gd name="connsiteY582" fmla="*/ 2072247 h 6858000"/>
              <a:gd name="connsiteX583" fmla="*/ 5294042 w 7467663"/>
              <a:gd name="connsiteY583" fmla="*/ 2065019 h 6858000"/>
              <a:gd name="connsiteX584" fmla="*/ 5171936 w 7467663"/>
              <a:gd name="connsiteY584" fmla="*/ 1647613 h 6858000"/>
              <a:gd name="connsiteX585" fmla="*/ 5009948 w 7467663"/>
              <a:gd name="connsiteY585" fmla="*/ 1273619 h 6858000"/>
              <a:gd name="connsiteX586" fmla="*/ 655236 w 7467663"/>
              <a:gd name="connsiteY586" fmla="*/ 1268632 h 6858000"/>
              <a:gd name="connsiteX587" fmla="*/ 839521 w 7467663"/>
              <a:gd name="connsiteY587" fmla="*/ 1685315 h 6858000"/>
              <a:gd name="connsiteX588" fmla="*/ 1109416 w 7467663"/>
              <a:gd name="connsiteY588" fmla="*/ 2061663 h 6858000"/>
              <a:gd name="connsiteX589" fmla="*/ 1298300 w 7467663"/>
              <a:gd name="connsiteY589" fmla="*/ 2247742 h 6858000"/>
              <a:gd name="connsiteX590" fmla="*/ 1125871 w 7467663"/>
              <a:gd name="connsiteY590" fmla="*/ 1989513 h 6858000"/>
              <a:gd name="connsiteX591" fmla="*/ 981574 w 7467663"/>
              <a:gd name="connsiteY591" fmla="*/ 1783157 h 6858000"/>
              <a:gd name="connsiteX592" fmla="*/ 922198 w 7467663"/>
              <a:gd name="connsiteY592" fmla="*/ 1677437 h 6858000"/>
              <a:gd name="connsiteX593" fmla="*/ 869293 w 7467663"/>
              <a:gd name="connsiteY593" fmla="*/ 1583214 h 6858000"/>
              <a:gd name="connsiteX594" fmla="*/ 751431 w 7467663"/>
              <a:gd name="connsiteY594" fmla="*/ 1405731 h 6858000"/>
              <a:gd name="connsiteX595" fmla="*/ 655236 w 7467663"/>
              <a:gd name="connsiteY595" fmla="*/ 1268632 h 6858000"/>
              <a:gd name="connsiteX596" fmla="*/ 6516292 w 7467663"/>
              <a:gd name="connsiteY596" fmla="*/ 1263064 h 6858000"/>
              <a:gd name="connsiteX597" fmla="*/ 5736320 w 7467663"/>
              <a:gd name="connsiteY597" fmla="*/ 1501803 h 6858000"/>
              <a:gd name="connsiteX598" fmla="*/ 6516292 w 7467663"/>
              <a:gd name="connsiteY598" fmla="*/ 1263064 h 6858000"/>
              <a:gd name="connsiteX599" fmla="*/ 291466 w 7467663"/>
              <a:gd name="connsiteY599" fmla="*/ 1250369 h 6858000"/>
              <a:gd name="connsiteX600" fmla="*/ 323180 w 7467663"/>
              <a:gd name="connsiteY600" fmla="*/ 1435283 h 6858000"/>
              <a:gd name="connsiteX601" fmla="*/ 349381 w 7467663"/>
              <a:gd name="connsiteY601" fmla="*/ 1875041 h 6858000"/>
              <a:gd name="connsiteX602" fmla="*/ 374363 w 7467663"/>
              <a:gd name="connsiteY602" fmla="*/ 1506494 h 6858000"/>
              <a:gd name="connsiteX603" fmla="*/ 302168 w 7467663"/>
              <a:gd name="connsiteY603" fmla="*/ 1274495 h 6858000"/>
              <a:gd name="connsiteX604" fmla="*/ 291466 w 7467663"/>
              <a:gd name="connsiteY604" fmla="*/ 1250369 h 6858000"/>
              <a:gd name="connsiteX605" fmla="*/ 678222 w 7467663"/>
              <a:gd name="connsiteY605" fmla="*/ 1248670 h 6858000"/>
              <a:gd name="connsiteX606" fmla="*/ 775536 w 7467663"/>
              <a:gd name="connsiteY606" fmla="*/ 1388015 h 6858000"/>
              <a:gd name="connsiteX607" fmla="*/ 894529 w 7467663"/>
              <a:gd name="connsiteY607" fmla="*/ 1567739 h 6858000"/>
              <a:gd name="connsiteX608" fmla="*/ 948000 w 7467663"/>
              <a:gd name="connsiteY608" fmla="*/ 1663088 h 6858000"/>
              <a:gd name="connsiteX609" fmla="*/ 1006812 w 7467663"/>
              <a:gd name="connsiteY609" fmla="*/ 1767683 h 6858000"/>
              <a:gd name="connsiteX610" fmla="*/ 1149133 w 7467663"/>
              <a:gd name="connsiteY610" fmla="*/ 1971513 h 6858000"/>
              <a:gd name="connsiteX611" fmla="*/ 1333952 w 7467663"/>
              <a:gd name="connsiteY611" fmla="*/ 2251620 h 6858000"/>
              <a:gd name="connsiteX612" fmla="*/ 1337329 w 7467663"/>
              <a:gd name="connsiteY612" fmla="*/ 2258350 h 6858000"/>
              <a:gd name="connsiteX613" fmla="*/ 1014726 w 7467663"/>
              <a:gd name="connsiteY613" fmla="*/ 1615556 h 6858000"/>
              <a:gd name="connsiteX614" fmla="*/ 678222 w 7467663"/>
              <a:gd name="connsiteY614" fmla="*/ 1248670 h 6858000"/>
              <a:gd name="connsiteX615" fmla="*/ 6691602 w 7467663"/>
              <a:gd name="connsiteY615" fmla="*/ 1140573 h 6858000"/>
              <a:gd name="connsiteX616" fmla="*/ 6571100 w 7467663"/>
              <a:gd name="connsiteY616" fmla="*/ 1183662 h 6858000"/>
              <a:gd name="connsiteX617" fmla="*/ 6241687 w 7467663"/>
              <a:gd name="connsiteY617" fmla="*/ 1257600 h 6858000"/>
              <a:gd name="connsiteX618" fmla="*/ 5693009 w 7467663"/>
              <a:gd name="connsiteY618" fmla="*/ 1478256 h 6858000"/>
              <a:gd name="connsiteX619" fmla="*/ 6548420 w 7467663"/>
              <a:gd name="connsiteY619" fmla="*/ 1214599 h 6858000"/>
              <a:gd name="connsiteX620" fmla="*/ 6605473 w 7467663"/>
              <a:gd name="connsiteY620" fmla="*/ 1184686 h 6858000"/>
              <a:gd name="connsiteX621" fmla="*/ 6691602 w 7467663"/>
              <a:gd name="connsiteY621" fmla="*/ 1140573 h 6858000"/>
              <a:gd name="connsiteX622" fmla="*/ 4002475 w 7467663"/>
              <a:gd name="connsiteY622" fmla="*/ 1037802 h 6858000"/>
              <a:gd name="connsiteX623" fmla="*/ 4000324 w 7467663"/>
              <a:gd name="connsiteY623" fmla="*/ 1039362 h 6858000"/>
              <a:gd name="connsiteX624" fmla="*/ 4002862 w 7467663"/>
              <a:gd name="connsiteY624" fmla="*/ 1042866 h 6858000"/>
              <a:gd name="connsiteX625" fmla="*/ 4002475 w 7467663"/>
              <a:gd name="connsiteY625" fmla="*/ 1037802 h 6858000"/>
              <a:gd name="connsiteX626" fmla="*/ 506322 w 7467663"/>
              <a:gd name="connsiteY626" fmla="*/ 1020997 h 6858000"/>
              <a:gd name="connsiteX627" fmla="*/ 533068 w 7467663"/>
              <a:gd name="connsiteY627" fmla="*/ 1029409 h 6858000"/>
              <a:gd name="connsiteX628" fmla="*/ 1232525 w 7467663"/>
              <a:gd name="connsiteY628" fmla="*/ 1804675 h 6858000"/>
              <a:gd name="connsiteX629" fmla="*/ 1388858 w 7467663"/>
              <a:gd name="connsiteY629" fmla="*/ 2368011 h 6858000"/>
              <a:gd name="connsiteX630" fmla="*/ 1384098 w 7467663"/>
              <a:gd name="connsiteY630" fmla="*/ 2378125 h 6858000"/>
              <a:gd name="connsiteX631" fmla="*/ 1425393 w 7467663"/>
              <a:gd name="connsiteY631" fmla="*/ 2589124 h 6858000"/>
              <a:gd name="connsiteX632" fmla="*/ 1424001 w 7467663"/>
              <a:gd name="connsiteY632" fmla="*/ 2597541 h 6858000"/>
              <a:gd name="connsiteX633" fmla="*/ 2152729 w 7467663"/>
              <a:gd name="connsiteY633" fmla="*/ 2864487 h 6858000"/>
              <a:gd name="connsiteX634" fmla="*/ 2020609 w 7467663"/>
              <a:gd name="connsiteY634" fmla="*/ 2539671 h 6858000"/>
              <a:gd name="connsiteX635" fmla="*/ 2018920 w 7467663"/>
              <a:gd name="connsiteY635" fmla="*/ 2536309 h 6858000"/>
              <a:gd name="connsiteX636" fmla="*/ 1342441 w 7467663"/>
              <a:gd name="connsiteY636" fmla="*/ 1173017 h 6858000"/>
              <a:gd name="connsiteX637" fmla="*/ 1367925 w 7467663"/>
              <a:gd name="connsiteY637" fmla="*/ 1135648 h 6858000"/>
              <a:gd name="connsiteX638" fmla="*/ 1771401 w 7467663"/>
              <a:gd name="connsiteY638" fmla="*/ 1806673 h 6858000"/>
              <a:gd name="connsiteX639" fmla="*/ 1972385 w 7467663"/>
              <a:gd name="connsiteY639" fmla="*/ 2198735 h 6858000"/>
              <a:gd name="connsiteX640" fmla="*/ 2040892 w 7467663"/>
              <a:gd name="connsiteY640" fmla="*/ 2405205 h 6858000"/>
              <a:gd name="connsiteX641" fmla="*/ 2131689 w 7467663"/>
              <a:gd name="connsiteY641" fmla="*/ 1936926 h 6858000"/>
              <a:gd name="connsiteX642" fmla="*/ 2454820 w 7467663"/>
              <a:gd name="connsiteY642" fmla="*/ 1248808 h 6858000"/>
              <a:gd name="connsiteX643" fmla="*/ 2492512 w 7467663"/>
              <a:gd name="connsiteY643" fmla="*/ 1302920 h 6858000"/>
              <a:gd name="connsiteX644" fmla="*/ 2081216 w 7467663"/>
              <a:gd name="connsiteY644" fmla="*/ 2527513 h 6858000"/>
              <a:gd name="connsiteX645" fmla="*/ 2081211 w 7467663"/>
              <a:gd name="connsiteY645" fmla="*/ 2528916 h 6858000"/>
              <a:gd name="connsiteX646" fmla="*/ 2199067 w 7467663"/>
              <a:gd name="connsiteY646" fmla="*/ 2884061 h 6858000"/>
              <a:gd name="connsiteX647" fmla="*/ 3192586 w 7467663"/>
              <a:gd name="connsiteY647" fmla="*/ 3411496 h 6858000"/>
              <a:gd name="connsiteX648" fmla="*/ 3182620 w 7467663"/>
              <a:gd name="connsiteY648" fmla="*/ 3483279 h 6858000"/>
              <a:gd name="connsiteX649" fmla="*/ 2435119 w 7467663"/>
              <a:gd name="connsiteY649" fmla="*/ 3080173 h 6858000"/>
              <a:gd name="connsiteX650" fmla="*/ 2410152 w 7467663"/>
              <a:gd name="connsiteY650" fmla="*/ 3063751 h 6858000"/>
              <a:gd name="connsiteX651" fmla="*/ 2408099 w 7467663"/>
              <a:gd name="connsiteY651" fmla="*/ 3064403 h 6858000"/>
              <a:gd name="connsiteX652" fmla="*/ 2407218 w 7467663"/>
              <a:gd name="connsiteY652" fmla="*/ 3070324 h 6858000"/>
              <a:gd name="connsiteX653" fmla="*/ 2380138 w 7467663"/>
              <a:gd name="connsiteY653" fmla="*/ 3099341 h 6858000"/>
              <a:gd name="connsiteX654" fmla="*/ 1765923 w 7467663"/>
              <a:gd name="connsiteY654" fmla="*/ 3581043 h 6858000"/>
              <a:gd name="connsiteX655" fmla="*/ 1702258 w 7467663"/>
              <a:gd name="connsiteY655" fmla="*/ 3612286 h 6858000"/>
              <a:gd name="connsiteX656" fmla="*/ 1538370 w 7467663"/>
              <a:gd name="connsiteY656" fmla="*/ 3811804 h 6858000"/>
              <a:gd name="connsiteX657" fmla="*/ 542867 w 7467663"/>
              <a:gd name="connsiteY657" fmla="*/ 4944092 h 6858000"/>
              <a:gd name="connsiteX658" fmla="*/ 515800 w 7467663"/>
              <a:gd name="connsiteY658" fmla="*/ 4862180 h 6858000"/>
              <a:gd name="connsiteX659" fmla="*/ 909145 w 7467663"/>
              <a:gd name="connsiteY659" fmla="*/ 4199225 h 6858000"/>
              <a:gd name="connsiteX660" fmla="*/ 1214067 w 7467663"/>
              <a:gd name="connsiteY660" fmla="*/ 3908561 h 6858000"/>
              <a:gd name="connsiteX661" fmla="*/ 640967 w 7467663"/>
              <a:gd name="connsiteY661" fmla="*/ 4105601 h 6858000"/>
              <a:gd name="connsiteX662" fmla="*/ 112563 w 7467663"/>
              <a:gd name="connsiteY662" fmla="*/ 4396952 h 6858000"/>
              <a:gd name="connsiteX663" fmla="*/ 0 w 7467663"/>
              <a:gd name="connsiteY663" fmla="*/ 4466006 h 6858000"/>
              <a:gd name="connsiteX664" fmla="*/ 0 w 7467663"/>
              <a:gd name="connsiteY664" fmla="*/ 4233763 h 6858000"/>
              <a:gd name="connsiteX665" fmla="*/ 36881 w 7467663"/>
              <a:gd name="connsiteY665" fmla="*/ 4200118 h 6858000"/>
              <a:gd name="connsiteX666" fmla="*/ 910534 w 7467663"/>
              <a:gd name="connsiteY666" fmla="*/ 3629753 h 6858000"/>
              <a:gd name="connsiteX667" fmla="*/ 1578717 w 7467663"/>
              <a:gd name="connsiteY667" fmla="*/ 3575982 h 6858000"/>
              <a:gd name="connsiteX668" fmla="*/ 2338780 w 7467663"/>
              <a:gd name="connsiteY668" fmla="*/ 3033725 h 6858000"/>
              <a:gd name="connsiteX669" fmla="*/ 1807991 w 7467663"/>
              <a:gd name="connsiteY669" fmla="*/ 2807184 h 6858000"/>
              <a:gd name="connsiteX670" fmla="*/ 1416358 w 7467663"/>
              <a:gd name="connsiteY670" fmla="*/ 3112571 h 6858000"/>
              <a:gd name="connsiteX671" fmla="*/ 939066 w 7467663"/>
              <a:gd name="connsiteY671" fmla="*/ 3378798 h 6858000"/>
              <a:gd name="connsiteX672" fmla="*/ 115099 w 7467663"/>
              <a:gd name="connsiteY672" fmla="*/ 3607650 h 6858000"/>
              <a:gd name="connsiteX673" fmla="*/ 97284 w 7467663"/>
              <a:gd name="connsiteY673" fmla="*/ 3520393 h 6858000"/>
              <a:gd name="connsiteX674" fmla="*/ 922050 w 7467663"/>
              <a:gd name="connsiteY674" fmla="*/ 3074867 h 6858000"/>
              <a:gd name="connsiteX675" fmla="*/ 1405265 w 7467663"/>
              <a:gd name="connsiteY675" fmla="*/ 3016319 h 6858000"/>
              <a:gd name="connsiteX676" fmla="*/ 1407512 w 7467663"/>
              <a:gd name="connsiteY676" fmla="*/ 3018001 h 6858000"/>
              <a:gd name="connsiteX677" fmla="*/ 1726266 w 7467663"/>
              <a:gd name="connsiteY677" fmla="*/ 2777274 h 6858000"/>
              <a:gd name="connsiteX678" fmla="*/ 625390 w 7467663"/>
              <a:gd name="connsiteY678" fmla="*/ 2514541 h 6858000"/>
              <a:gd name="connsiteX679" fmla="*/ 619799 w 7467663"/>
              <a:gd name="connsiteY679" fmla="*/ 2527180 h 6858000"/>
              <a:gd name="connsiteX680" fmla="*/ 310030 w 7467663"/>
              <a:gd name="connsiteY680" fmla="*/ 2771818 h 6858000"/>
              <a:gd name="connsiteX681" fmla="*/ 173877 w 7467663"/>
              <a:gd name="connsiteY681" fmla="*/ 2937056 h 6858000"/>
              <a:gd name="connsiteX682" fmla="*/ 77889 w 7467663"/>
              <a:gd name="connsiteY682" fmla="*/ 3138440 h 6858000"/>
              <a:gd name="connsiteX683" fmla="*/ 0 w 7467663"/>
              <a:gd name="connsiteY683" fmla="*/ 3271395 h 6858000"/>
              <a:gd name="connsiteX684" fmla="*/ 0 w 7467663"/>
              <a:gd name="connsiteY684" fmla="*/ 3153002 h 6858000"/>
              <a:gd name="connsiteX685" fmla="*/ 2386 w 7467663"/>
              <a:gd name="connsiteY685" fmla="*/ 3149203 h 6858000"/>
              <a:gd name="connsiteX686" fmla="*/ 89753 w 7467663"/>
              <a:gd name="connsiteY686" fmla="*/ 2987702 h 6858000"/>
              <a:gd name="connsiteX687" fmla="*/ 76869 w 7467663"/>
              <a:gd name="connsiteY687" fmla="*/ 3005404 h 6858000"/>
              <a:gd name="connsiteX688" fmla="*/ 32049 w 7467663"/>
              <a:gd name="connsiteY688" fmla="*/ 3065814 h 6858000"/>
              <a:gd name="connsiteX689" fmla="*/ 0 w 7467663"/>
              <a:gd name="connsiteY689" fmla="*/ 3108744 h 6858000"/>
              <a:gd name="connsiteX690" fmla="*/ 0 w 7467663"/>
              <a:gd name="connsiteY690" fmla="*/ 3058059 h 6858000"/>
              <a:gd name="connsiteX691" fmla="*/ 7610 w 7467663"/>
              <a:gd name="connsiteY691" fmla="*/ 3047889 h 6858000"/>
              <a:gd name="connsiteX692" fmla="*/ 52419 w 7467663"/>
              <a:gd name="connsiteY692" fmla="*/ 2987479 h 6858000"/>
              <a:gd name="connsiteX693" fmla="*/ 59142 w 7467663"/>
              <a:gd name="connsiteY693" fmla="*/ 2978488 h 6858000"/>
              <a:gd name="connsiteX694" fmla="*/ 0 w 7467663"/>
              <a:gd name="connsiteY694" fmla="*/ 3015334 h 6858000"/>
              <a:gd name="connsiteX695" fmla="*/ 0 w 7467663"/>
              <a:gd name="connsiteY695" fmla="*/ 2914286 h 6858000"/>
              <a:gd name="connsiteX696" fmla="*/ 36383 w 7467663"/>
              <a:gd name="connsiteY696" fmla="*/ 2901128 h 6858000"/>
              <a:gd name="connsiteX697" fmla="*/ 156329 w 7467663"/>
              <a:gd name="connsiteY697" fmla="*/ 2840533 h 6858000"/>
              <a:gd name="connsiteX698" fmla="*/ 358355 w 7467663"/>
              <a:gd name="connsiteY698" fmla="*/ 2620471 h 6858000"/>
              <a:gd name="connsiteX699" fmla="*/ 510577 w 7467663"/>
              <a:gd name="connsiteY699" fmla="*/ 2501244 h 6858000"/>
              <a:gd name="connsiteX700" fmla="*/ 211967 w 7467663"/>
              <a:gd name="connsiteY700" fmla="*/ 2479171 h 6858000"/>
              <a:gd name="connsiteX701" fmla="*/ 0 w 7467663"/>
              <a:gd name="connsiteY701" fmla="*/ 2476398 h 6858000"/>
              <a:gd name="connsiteX702" fmla="*/ 0 w 7467663"/>
              <a:gd name="connsiteY702" fmla="*/ 2389189 h 6858000"/>
              <a:gd name="connsiteX703" fmla="*/ 103062 w 7467663"/>
              <a:gd name="connsiteY703" fmla="*/ 2389518 h 6858000"/>
              <a:gd name="connsiteX704" fmla="*/ 510734 w 7467663"/>
              <a:gd name="connsiteY704" fmla="*/ 2416201 h 6858000"/>
              <a:gd name="connsiteX705" fmla="*/ 279257 w 7467663"/>
              <a:gd name="connsiteY705" fmla="*/ 2092102 h 6858000"/>
              <a:gd name="connsiteX706" fmla="*/ 65265 w 7467663"/>
              <a:gd name="connsiteY706" fmla="*/ 2006049 h 6858000"/>
              <a:gd name="connsiteX707" fmla="*/ 0 w 7467663"/>
              <a:gd name="connsiteY707" fmla="*/ 1982532 h 6858000"/>
              <a:gd name="connsiteX708" fmla="*/ 0 w 7467663"/>
              <a:gd name="connsiteY708" fmla="*/ 1912789 h 6858000"/>
              <a:gd name="connsiteX709" fmla="*/ 97460 w 7467663"/>
              <a:gd name="connsiteY709" fmla="*/ 1953725 h 6858000"/>
              <a:gd name="connsiteX710" fmla="*/ 221272 w 7467663"/>
              <a:gd name="connsiteY710" fmla="*/ 1980766 h 6858000"/>
              <a:gd name="connsiteX711" fmla="*/ 116765 w 7467663"/>
              <a:gd name="connsiteY711" fmla="*/ 1911033 h 6858000"/>
              <a:gd name="connsiteX712" fmla="*/ 16405 w 7467663"/>
              <a:gd name="connsiteY712" fmla="*/ 1803412 h 6858000"/>
              <a:gd name="connsiteX713" fmla="*/ 0 w 7467663"/>
              <a:gd name="connsiteY713" fmla="*/ 1784777 h 6858000"/>
              <a:gd name="connsiteX714" fmla="*/ 0 w 7467663"/>
              <a:gd name="connsiteY714" fmla="*/ 1740082 h 6858000"/>
              <a:gd name="connsiteX715" fmla="*/ 39394 w 7467663"/>
              <a:gd name="connsiteY715" fmla="*/ 1784856 h 6858000"/>
              <a:gd name="connsiteX716" fmla="*/ 135813 w 7467663"/>
              <a:gd name="connsiteY716" fmla="*/ 1888838 h 6858000"/>
              <a:gd name="connsiteX717" fmla="*/ 242575 w 7467663"/>
              <a:gd name="connsiteY717" fmla="*/ 1958841 h 6858000"/>
              <a:gd name="connsiteX718" fmla="*/ 82197 w 7467663"/>
              <a:gd name="connsiteY718" fmla="*/ 1754826 h 6858000"/>
              <a:gd name="connsiteX719" fmla="*/ 0 w 7467663"/>
              <a:gd name="connsiteY719" fmla="*/ 1679650 h 6858000"/>
              <a:gd name="connsiteX720" fmla="*/ 0 w 7467663"/>
              <a:gd name="connsiteY720" fmla="*/ 1602463 h 6858000"/>
              <a:gd name="connsiteX721" fmla="*/ 84689 w 7467663"/>
              <a:gd name="connsiteY721" fmla="*/ 1677442 h 6858000"/>
              <a:gd name="connsiteX722" fmla="*/ 298437 w 7467663"/>
              <a:gd name="connsiteY722" fmla="*/ 1968019 h 6858000"/>
              <a:gd name="connsiteX723" fmla="*/ 227269 w 7467663"/>
              <a:gd name="connsiteY723" fmla="*/ 1114064 h 6858000"/>
              <a:gd name="connsiteX724" fmla="*/ 248003 w 7467663"/>
              <a:gd name="connsiteY724" fmla="*/ 1089613 h 6858000"/>
              <a:gd name="connsiteX725" fmla="*/ 427020 w 7467663"/>
              <a:gd name="connsiteY725" fmla="*/ 1619803 h 6858000"/>
              <a:gd name="connsiteX726" fmla="*/ 340345 w 7467663"/>
              <a:gd name="connsiteY726" fmla="*/ 2027739 h 6858000"/>
              <a:gd name="connsiteX727" fmla="*/ 360865 w 7467663"/>
              <a:gd name="connsiteY727" fmla="*/ 2044827 h 6858000"/>
              <a:gd name="connsiteX728" fmla="*/ 560414 w 7467663"/>
              <a:gd name="connsiteY728" fmla="*/ 2421457 h 6858000"/>
              <a:gd name="connsiteX729" fmla="*/ 1359703 w 7467663"/>
              <a:gd name="connsiteY729" fmla="*/ 2578554 h 6858000"/>
              <a:gd name="connsiteX730" fmla="*/ 1359422 w 7467663"/>
              <a:gd name="connsiteY730" fmla="*/ 2577994 h 6858000"/>
              <a:gd name="connsiteX731" fmla="*/ 828701 w 7467663"/>
              <a:gd name="connsiteY731" fmla="*/ 1839520 h 6858000"/>
              <a:gd name="connsiteX732" fmla="*/ 494427 w 7467663"/>
              <a:gd name="connsiteY732" fmla="*/ 1092333 h 6858000"/>
              <a:gd name="connsiteX733" fmla="*/ 506322 w 7467663"/>
              <a:gd name="connsiteY733" fmla="*/ 1020997 h 6858000"/>
              <a:gd name="connsiteX734" fmla="*/ 4570198 w 7467663"/>
              <a:gd name="connsiteY734" fmla="*/ 978081 h 6858000"/>
              <a:gd name="connsiteX735" fmla="*/ 4523691 w 7467663"/>
              <a:gd name="connsiteY735" fmla="*/ 1127776 h 6858000"/>
              <a:gd name="connsiteX736" fmla="*/ 4509875 w 7467663"/>
              <a:gd name="connsiteY736" fmla="*/ 1167552 h 6858000"/>
              <a:gd name="connsiteX737" fmla="*/ 4478168 w 7467663"/>
              <a:gd name="connsiteY737" fmla="*/ 1260735 h 6858000"/>
              <a:gd name="connsiteX738" fmla="*/ 4409309 w 7467663"/>
              <a:gd name="connsiteY738" fmla="*/ 1666996 h 6858000"/>
              <a:gd name="connsiteX739" fmla="*/ 4370031 w 7467663"/>
              <a:gd name="connsiteY739" fmla="*/ 1955666 h 6858000"/>
              <a:gd name="connsiteX740" fmla="*/ 4570198 w 7467663"/>
              <a:gd name="connsiteY740" fmla="*/ 978081 h 6858000"/>
              <a:gd name="connsiteX741" fmla="*/ 4557898 w 7467663"/>
              <a:gd name="connsiteY741" fmla="*/ 900011 h 6858000"/>
              <a:gd name="connsiteX742" fmla="*/ 4344840 w 7467663"/>
              <a:gd name="connsiteY742" fmla="*/ 1922038 h 6858000"/>
              <a:gd name="connsiteX743" fmla="*/ 4378710 w 7467663"/>
              <a:gd name="connsiteY743" fmla="*/ 1665516 h 6858000"/>
              <a:gd name="connsiteX744" fmla="*/ 4448798 w 7467663"/>
              <a:gd name="connsiteY744" fmla="*/ 1253024 h 6858000"/>
              <a:gd name="connsiteX745" fmla="*/ 4480315 w 7467663"/>
              <a:gd name="connsiteY745" fmla="*/ 1158454 h 6858000"/>
              <a:gd name="connsiteX746" fmla="*/ 4494133 w 7467663"/>
              <a:gd name="connsiteY746" fmla="*/ 1118676 h 6858000"/>
              <a:gd name="connsiteX747" fmla="*/ 4557898 w 7467663"/>
              <a:gd name="connsiteY747" fmla="*/ 900011 h 6858000"/>
              <a:gd name="connsiteX748" fmla="*/ 5870151 w 7467663"/>
              <a:gd name="connsiteY748" fmla="*/ 898890 h 6858000"/>
              <a:gd name="connsiteX749" fmla="*/ 5861335 w 7467663"/>
              <a:gd name="connsiteY749" fmla="*/ 899177 h 6858000"/>
              <a:gd name="connsiteX750" fmla="*/ 5843702 w 7467663"/>
              <a:gd name="connsiteY750" fmla="*/ 899748 h 6858000"/>
              <a:gd name="connsiteX751" fmla="*/ 5651107 w 7467663"/>
              <a:gd name="connsiteY751" fmla="*/ 920306 h 6858000"/>
              <a:gd name="connsiteX752" fmla="*/ 5459407 w 7467663"/>
              <a:gd name="connsiteY752" fmla="*/ 940975 h 6858000"/>
              <a:gd name="connsiteX753" fmla="*/ 5374846 w 7467663"/>
              <a:gd name="connsiteY753" fmla="*/ 941988 h 6858000"/>
              <a:gd name="connsiteX754" fmla="*/ 5256105 w 7467663"/>
              <a:gd name="connsiteY754" fmla="*/ 945632 h 6858000"/>
              <a:gd name="connsiteX755" fmla="*/ 5107071 w 7467663"/>
              <a:gd name="connsiteY755" fmla="*/ 969720 h 6858000"/>
              <a:gd name="connsiteX756" fmla="*/ 4998681 w 7467663"/>
              <a:gd name="connsiteY756" fmla="*/ 988771 h 6858000"/>
              <a:gd name="connsiteX757" fmla="*/ 5870151 w 7467663"/>
              <a:gd name="connsiteY757" fmla="*/ 898890 h 6858000"/>
              <a:gd name="connsiteX758" fmla="*/ 5504425 w 7467663"/>
              <a:gd name="connsiteY758" fmla="*/ 848067 h 6858000"/>
              <a:gd name="connsiteX759" fmla="*/ 4968849 w 7467663"/>
              <a:gd name="connsiteY759" fmla="*/ 962318 h 6858000"/>
              <a:gd name="connsiteX760" fmla="*/ 5104039 w 7467663"/>
              <a:gd name="connsiteY760" fmla="*/ 940634 h 6858000"/>
              <a:gd name="connsiteX761" fmla="*/ 5256311 w 7467663"/>
              <a:gd name="connsiteY761" fmla="*/ 916490 h 6858000"/>
              <a:gd name="connsiteX762" fmla="*/ 5377381 w 7467663"/>
              <a:gd name="connsiteY762" fmla="*/ 912671 h 6858000"/>
              <a:gd name="connsiteX763" fmla="*/ 5460148 w 7467663"/>
              <a:gd name="connsiteY763" fmla="*/ 911442 h 6858000"/>
              <a:gd name="connsiteX764" fmla="*/ 5648971 w 7467663"/>
              <a:gd name="connsiteY764" fmla="*/ 891331 h 6858000"/>
              <a:gd name="connsiteX765" fmla="*/ 5844807 w 7467663"/>
              <a:gd name="connsiteY765" fmla="*/ 870718 h 6858000"/>
              <a:gd name="connsiteX766" fmla="*/ 5862975 w 7467663"/>
              <a:gd name="connsiteY766" fmla="*/ 869756 h 6858000"/>
              <a:gd name="connsiteX767" fmla="*/ 5920887 w 7467663"/>
              <a:gd name="connsiteY767" fmla="*/ 865929 h 6858000"/>
              <a:gd name="connsiteX768" fmla="*/ 5504425 w 7467663"/>
              <a:gd name="connsiteY768" fmla="*/ 848067 h 6858000"/>
              <a:gd name="connsiteX769" fmla="*/ 3607114 w 7467663"/>
              <a:gd name="connsiteY769" fmla="*/ 467441 h 6858000"/>
              <a:gd name="connsiteX770" fmla="*/ 3296242 w 7467663"/>
              <a:gd name="connsiteY770" fmla="*/ 807991 h 6858000"/>
              <a:gd name="connsiteX771" fmla="*/ 3174674 w 7467663"/>
              <a:gd name="connsiteY771" fmla="*/ 919759 h 6858000"/>
              <a:gd name="connsiteX772" fmla="*/ 3042978 w 7467663"/>
              <a:gd name="connsiteY772" fmla="*/ 1054894 h 6858000"/>
              <a:gd name="connsiteX773" fmla="*/ 2968914 w 7467663"/>
              <a:gd name="connsiteY773" fmla="*/ 1133756 h 6858000"/>
              <a:gd name="connsiteX774" fmla="*/ 3103823 w 7467663"/>
              <a:gd name="connsiteY774" fmla="*/ 1026814 h 6858000"/>
              <a:gd name="connsiteX775" fmla="*/ 3607114 w 7467663"/>
              <a:gd name="connsiteY775" fmla="*/ 467441 h 6858000"/>
              <a:gd name="connsiteX776" fmla="*/ 3744487 w 7467663"/>
              <a:gd name="connsiteY776" fmla="*/ 383136 h 6858000"/>
              <a:gd name="connsiteX777" fmla="*/ 3970213 w 7467663"/>
              <a:gd name="connsiteY777" fmla="*/ 995559 h 6858000"/>
              <a:gd name="connsiteX778" fmla="*/ 3744487 w 7467663"/>
              <a:gd name="connsiteY778" fmla="*/ 383136 h 6858000"/>
              <a:gd name="connsiteX779" fmla="*/ 3624562 w 7467663"/>
              <a:gd name="connsiteY779" fmla="*/ 367041 h 6858000"/>
              <a:gd name="connsiteX780" fmla="*/ 3489712 w 7467663"/>
              <a:gd name="connsiteY780" fmla="*/ 485386 h 6858000"/>
              <a:gd name="connsiteX781" fmla="*/ 3182994 w 7467663"/>
              <a:gd name="connsiteY781" fmla="*/ 828265 h 6858000"/>
              <a:gd name="connsiteX782" fmla="*/ 2892114 w 7467663"/>
              <a:gd name="connsiteY782" fmla="*/ 1172635 h 6858000"/>
              <a:gd name="connsiteX783" fmla="*/ 3021459 w 7467663"/>
              <a:gd name="connsiteY783" fmla="*/ 1035385 h 6858000"/>
              <a:gd name="connsiteX784" fmla="*/ 3153873 w 7467663"/>
              <a:gd name="connsiteY784" fmla="*/ 898971 h 6858000"/>
              <a:gd name="connsiteX785" fmla="*/ 3276511 w 7467663"/>
              <a:gd name="connsiteY785" fmla="*/ 786423 h 6858000"/>
              <a:gd name="connsiteX786" fmla="*/ 3584154 w 7467663"/>
              <a:gd name="connsiteY786" fmla="*/ 448218 h 6858000"/>
              <a:gd name="connsiteX787" fmla="*/ 3624562 w 7467663"/>
              <a:gd name="connsiteY787" fmla="*/ 367041 h 6858000"/>
              <a:gd name="connsiteX788" fmla="*/ 3766672 w 7467663"/>
              <a:gd name="connsiteY788" fmla="*/ 359429 h 6858000"/>
              <a:gd name="connsiteX789" fmla="*/ 3996338 w 7467663"/>
              <a:gd name="connsiteY789" fmla="*/ 968237 h 6858000"/>
              <a:gd name="connsiteX790" fmla="*/ 3766672 w 7467663"/>
              <a:gd name="connsiteY790" fmla="*/ 359429 h 6858000"/>
              <a:gd name="connsiteX791" fmla="*/ 5805386 w 7467663"/>
              <a:gd name="connsiteY791" fmla="*/ 239240 h 6858000"/>
              <a:gd name="connsiteX792" fmla="*/ 5736947 w 7467663"/>
              <a:gd name="connsiteY792" fmla="*/ 261367 h 6858000"/>
              <a:gd name="connsiteX793" fmla="*/ 5427012 w 7467663"/>
              <a:gd name="connsiteY793" fmla="*/ 311272 h 6858000"/>
              <a:gd name="connsiteX794" fmla="*/ 5147818 w 7467663"/>
              <a:gd name="connsiteY794" fmla="*/ 322112 h 6858000"/>
              <a:gd name="connsiteX795" fmla="*/ 5060854 w 7467663"/>
              <a:gd name="connsiteY795" fmla="*/ 311882 h 6858000"/>
              <a:gd name="connsiteX796" fmla="*/ 4945989 w 7467663"/>
              <a:gd name="connsiteY796" fmla="*/ 300516 h 6858000"/>
              <a:gd name="connsiteX797" fmla="*/ 5410479 w 7467663"/>
              <a:gd name="connsiteY797" fmla="*/ 348434 h 6858000"/>
              <a:gd name="connsiteX798" fmla="*/ 5805386 w 7467663"/>
              <a:gd name="connsiteY798" fmla="*/ 239240 h 6858000"/>
              <a:gd name="connsiteX799" fmla="*/ 5905192 w 7467663"/>
              <a:gd name="connsiteY799" fmla="*/ 163079 h 6858000"/>
              <a:gd name="connsiteX800" fmla="*/ 5865655 w 7467663"/>
              <a:gd name="connsiteY800" fmla="*/ 171901 h 6858000"/>
              <a:gd name="connsiteX801" fmla="*/ 5259740 w 7467663"/>
              <a:gd name="connsiteY801" fmla="*/ 257013 h 6858000"/>
              <a:gd name="connsiteX802" fmla="*/ 5208466 w 7467663"/>
              <a:gd name="connsiteY802" fmla="*/ 257550 h 6858000"/>
              <a:gd name="connsiteX803" fmla="*/ 4980204 w 7467663"/>
              <a:gd name="connsiteY803" fmla="*/ 271903 h 6858000"/>
              <a:gd name="connsiteX804" fmla="*/ 5068068 w 7467663"/>
              <a:gd name="connsiteY804" fmla="*/ 282244 h 6858000"/>
              <a:gd name="connsiteX805" fmla="*/ 5153231 w 7467663"/>
              <a:gd name="connsiteY805" fmla="*/ 292240 h 6858000"/>
              <a:gd name="connsiteX806" fmla="*/ 5426491 w 7467663"/>
              <a:gd name="connsiteY806" fmla="*/ 281128 h 6858000"/>
              <a:gd name="connsiteX807" fmla="*/ 5731212 w 7467663"/>
              <a:gd name="connsiteY807" fmla="*/ 231951 h 6858000"/>
              <a:gd name="connsiteX808" fmla="*/ 5905192 w 7467663"/>
              <a:gd name="connsiteY808" fmla="*/ 163079 h 6858000"/>
              <a:gd name="connsiteX809" fmla="*/ 5944437 w 7467663"/>
              <a:gd name="connsiteY809" fmla="*/ 113829 h 6858000"/>
              <a:gd name="connsiteX810" fmla="*/ 5825032 w 7467663"/>
              <a:gd name="connsiteY810" fmla="*/ 146405 h 6858000"/>
              <a:gd name="connsiteX811" fmla="*/ 4955599 w 7467663"/>
              <a:gd name="connsiteY811" fmla="*/ 247008 h 6858000"/>
              <a:gd name="connsiteX812" fmla="*/ 5210104 w 7467663"/>
              <a:gd name="connsiteY812" fmla="*/ 228123 h 6858000"/>
              <a:gd name="connsiteX813" fmla="*/ 5261015 w 7467663"/>
              <a:gd name="connsiteY813" fmla="*/ 227087 h 6858000"/>
              <a:gd name="connsiteX814" fmla="*/ 5861181 w 7467663"/>
              <a:gd name="connsiteY814" fmla="*/ 143093 h 6858000"/>
              <a:gd name="connsiteX815" fmla="*/ 5961252 w 7467663"/>
              <a:gd name="connsiteY815" fmla="*/ 114820 h 6858000"/>
              <a:gd name="connsiteX816" fmla="*/ 5944437 w 7467663"/>
              <a:gd name="connsiteY816" fmla="*/ 113829 h 6858000"/>
              <a:gd name="connsiteX817" fmla="*/ 3882765 w 7467663"/>
              <a:gd name="connsiteY817" fmla="*/ 0 h 6858000"/>
              <a:gd name="connsiteX818" fmla="*/ 3995099 w 7467663"/>
              <a:gd name="connsiteY818" fmla="*/ 0 h 6858000"/>
              <a:gd name="connsiteX819" fmla="*/ 4163818 w 7467663"/>
              <a:gd name="connsiteY819" fmla="*/ 234104 h 6858000"/>
              <a:gd name="connsiteX820" fmla="*/ 4172099 w 7467663"/>
              <a:gd name="connsiteY820" fmla="*/ 234207 h 6858000"/>
              <a:gd name="connsiteX821" fmla="*/ 4784282 w 7467663"/>
              <a:gd name="connsiteY821" fmla="*/ 276561 h 6858000"/>
              <a:gd name="connsiteX822" fmla="*/ 4801687 w 7467663"/>
              <a:gd name="connsiteY822" fmla="*/ 267764 h 6858000"/>
              <a:gd name="connsiteX823" fmla="*/ 6082788 w 7467663"/>
              <a:gd name="connsiteY823" fmla="*/ 64119 h 6858000"/>
              <a:gd name="connsiteX824" fmla="*/ 6099442 w 7467663"/>
              <a:gd name="connsiteY824" fmla="*/ 82568 h 6858000"/>
              <a:gd name="connsiteX825" fmla="*/ 4804137 w 7467663"/>
              <a:gd name="connsiteY825" fmla="*/ 320931 h 6858000"/>
              <a:gd name="connsiteX826" fmla="*/ 4227047 w 7467663"/>
              <a:gd name="connsiteY826" fmla="*/ 313415 h 6858000"/>
              <a:gd name="connsiteX827" fmla="*/ 4346041 w 7467663"/>
              <a:gd name="connsiteY827" fmla="*/ 456086 h 6858000"/>
              <a:gd name="connsiteX828" fmla="*/ 4870967 w 7467663"/>
              <a:gd name="connsiteY828" fmla="*/ 963061 h 6858000"/>
              <a:gd name="connsiteX829" fmla="*/ 4889647 w 7467663"/>
              <a:gd name="connsiteY829" fmla="*/ 957147 h 6858000"/>
              <a:gd name="connsiteX830" fmla="*/ 5422504 w 7467663"/>
              <a:gd name="connsiteY830" fmla="*/ 805191 h 6858000"/>
              <a:gd name="connsiteX831" fmla="*/ 6087656 w 7467663"/>
              <a:gd name="connsiteY831" fmla="*/ 826703 h 6858000"/>
              <a:gd name="connsiteX832" fmla="*/ 6058717 w 7467663"/>
              <a:gd name="connsiteY832" fmla="*/ 865992 h 6858000"/>
              <a:gd name="connsiteX833" fmla="*/ 4974153 w 7467663"/>
              <a:gd name="connsiteY833" fmla="*/ 1045456 h 6858000"/>
              <a:gd name="connsiteX834" fmla="*/ 5627835 w 7467663"/>
              <a:gd name="connsiteY834" fmla="*/ 1472077 h 6858000"/>
              <a:gd name="connsiteX835" fmla="*/ 5629817 w 7467663"/>
              <a:gd name="connsiteY835" fmla="*/ 1471412 h 6858000"/>
              <a:gd name="connsiteX836" fmla="*/ 5634124 w 7467663"/>
              <a:gd name="connsiteY836" fmla="*/ 1470572 h 6858000"/>
              <a:gd name="connsiteX837" fmla="*/ 5755832 w 7467663"/>
              <a:gd name="connsiteY837" fmla="*/ 1383886 h 6858000"/>
              <a:gd name="connsiteX838" fmla="*/ 6014186 w 7467663"/>
              <a:gd name="connsiteY838" fmla="*/ 1279799 h 6858000"/>
              <a:gd name="connsiteX839" fmla="*/ 6901619 w 7467663"/>
              <a:gd name="connsiteY839" fmla="*/ 1047874 h 6858000"/>
              <a:gd name="connsiteX840" fmla="*/ 6931566 w 7467663"/>
              <a:gd name="connsiteY840" fmla="*/ 1062034 h 6858000"/>
              <a:gd name="connsiteX841" fmla="*/ 5790982 w 7467663"/>
              <a:gd name="connsiteY841" fmla="*/ 1561380 h 6858000"/>
              <a:gd name="connsiteX842" fmla="*/ 6188971 w 7467663"/>
              <a:gd name="connsiteY842" fmla="*/ 1755168 h 6858000"/>
              <a:gd name="connsiteX843" fmla="*/ 6202446 w 7467663"/>
              <a:gd name="connsiteY843" fmla="*/ 1752268 h 6858000"/>
              <a:gd name="connsiteX844" fmla="*/ 7179560 w 7467663"/>
              <a:gd name="connsiteY844" fmla="*/ 1467551 h 6858000"/>
              <a:gd name="connsiteX845" fmla="*/ 7158730 w 7467663"/>
              <a:gd name="connsiteY845" fmla="*/ 1507835 h 6858000"/>
              <a:gd name="connsiteX846" fmla="*/ 6326959 w 7467663"/>
              <a:gd name="connsiteY846" fmla="*/ 1817686 h 6858000"/>
              <a:gd name="connsiteX847" fmla="*/ 6537433 w 7467663"/>
              <a:gd name="connsiteY847" fmla="*/ 1907790 h 6858000"/>
              <a:gd name="connsiteX848" fmla="*/ 6550221 w 7467663"/>
              <a:gd name="connsiteY848" fmla="*/ 1910729 h 6858000"/>
              <a:gd name="connsiteX849" fmla="*/ 6964438 w 7467663"/>
              <a:gd name="connsiteY849" fmla="*/ 2209505 h 6858000"/>
              <a:gd name="connsiteX850" fmla="*/ 7367862 w 7467663"/>
              <a:gd name="connsiteY850" fmla="*/ 2806833 h 6858000"/>
              <a:gd name="connsiteX851" fmla="*/ 7364329 w 7467663"/>
              <a:gd name="connsiteY851" fmla="*/ 2826907 h 6858000"/>
              <a:gd name="connsiteX852" fmla="*/ 7290545 w 7467663"/>
              <a:gd name="connsiteY852" fmla="*/ 2850663 h 6858000"/>
              <a:gd name="connsiteX853" fmla="*/ 6472036 w 7467663"/>
              <a:gd name="connsiteY853" fmla="*/ 1959003 h 6858000"/>
              <a:gd name="connsiteX854" fmla="*/ 5792897 w 7467663"/>
              <a:gd name="connsiteY854" fmla="*/ 1647747 h 6858000"/>
              <a:gd name="connsiteX855" fmla="*/ 5842751 w 7467663"/>
              <a:gd name="connsiteY855" fmla="*/ 1816112 h 6858000"/>
              <a:gd name="connsiteX856" fmla="*/ 5847424 w 7467663"/>
              <a:gd name="connsiteY856" fmla="*/ 1815776 h 6858000"/>
              <a:gd name="connsiteX857" fmla="*/ 6399821 w 7467663"/>
              <a:gd name="connsiteY857" fmla="*/ 2344799 h 6858000"/>
              <a:gd name="connsiteX858" fmla="*/ 6323232 w 7467663"/>
              <a:gd name="connsiteY858" fmla="*/ 2389634 h 6858000"/>
              <a:gd name="connsiteX859" fmla="*/ 5942958 w 7467663"/>
              <a:gd name="connsiteY859" fmla="*/ 2077708 h 6858000"/>
              <a:gd name="connsiteX860" fmla="*/ 5921559 w 7467663"/>
              <a:gd name="connsiteY860" fmla="*/ 2378596 h 6858000"/>
              <a:gd name="connsiteX861" fmla="*/ 5817651 w 7467663"/>
              <a:gd name="connsiteY861" fmla="*/ 3023919 h 6858000"/>
              <a:gd name="connsiteX862" fmla="*/ 5729634 w 7467663"/>
              <a:gd name="connsiteY862" fmla="*/ 3051849 h 6858000"/>
              <a:gd name="connsiteX863" fmla="*/ 5611018 w 7467663"/>
              <a:gd name="connsiteY863" fmla="*/ 2316769 h 6858000"/>
              <a:gd name="connsiteX864" fmla="*/ 5687608 w 7467663"/>
              <a:gd name="connsiteY864" fmla="*/ 2039972 h 6858000"/>
              <a:gd name="connsiteX865" fmla="*/ 5657554 w 7467663"/>
              <a:gd name="connsiteY865" fmla="*/ 1576445 h 6858000"/>
              <a:gd name="connsiteX866" fmla="*/ 5150475 w 7467663"/>
              <a:gd name="connsiteY866" fmla="*/ 1274012 h 6858000"/>
              <a:gd name="connsiteX867" fmla="*/ 5349142 w 7467663"/>
              <a:gd name="connsiteY867" fmla="*/ 2204405 h 6858000"/>
              <a:gd name="connsiteX868" fmla="*/ 5262214 w 7467663"/>
              <a:gd name="connsiteY868" fmla="*/ 2233836 h 6858000"/>
              <a:gd name="connsiteX869" fmla="*/ 4981539 w 7467663"/>
              <a:gd name="connsiteY869" fmla="*/ 1542201 h 6858000"/>
              <a:gd name="connsiteX870" fmla="*/ 4958461 w 7467663"/>
              <a:gd name="connsiteY870" fmla="*/ 1136957 h 6858000"/>
              <a:gd name="connsiteX871" fmla="*/ 4655015 w 7467663"/>
              <a:gd name="connsiteY871" fmla="*/ 891426 h 6858000"/>
              <a:gd name="connsiteX872" fmla="*/ 4348002 w 7467663"/>
              <a:gd name="connsiteY872" fmla="*/ 2205895 h 6858000"/>
              <a:gd name="connsiteX873" fmla="*/ 4262250 w 7467663"/>
              <a:gd name="connsiteY873" fmla="*/ 2219972 h 6858000"/>
              <a:gd name="connsiteX874" fmla="*/ 4550611 w 7467663"/>
              <a:gd name="connsiteY874" fmla="*/ 817540 h 6858000"/>
              <a:gd name="connsiteX875" fmla="*/ 4564418 w 7467663"/>
              <a:gd name="connsiteY875" fmla="*/ 808293 h 6858000"/>
              <a:gd name="connsiteX876" fmla="*/ 4266388 w 7467663"/>
              <a:gd name="connsiteY876" fmla="*/ 500083 h 6858000"/>
              <a:gd name="connsiteX877" fmla="*/ 4032842 w 7467663"/>
              <a:gd name="connsiteY877" fmla="*/ 211809 h 6858000"/>
              <a:gd name="connsiteX878" fmla="*/ 3882765 w 7467663"/>
              <a:gd name="connsiteY878" fmla="*/ 0 h 6858000"/>
              <a:gd name="connsiteX879" fmla="*/ 3721337 w 7467663"/>
              <a:gd name="connsiteY879" fmla="*/ 0 h 6858000"/>
              <a:gd name="connsiteX880" fmla="*/ 3797544 w 7467663"/>
              <a:gd name="connsiteY880" fmla="*/ 0 h 6858000"/>
              <a:gd name="connsiteX881" fmla="*/ 3775734 w 7467663"/>
              <a:gd name="connsiteY881" fmla="*/ 95131 h 6858000"/>
              <a:gd name="connsiteX882" fmla="*/ 3724807 w 7467663"/>
              <a:gd name="connsiteY882" fmla="*/ 272257 h 6858000"/>
              <a:gd name="connsiteX883" fmla="*/ 3726844 w 7467663"/>
              <a:gd name="connsiteY883" fmla="*/ 282988 h 6858000"/>
              <a:gd name="connsiteX884" fmla="*/ 3742664 w 7467663"/>
              <a:gd name="connsiteY884" fmla="*/ 279918 h 6858000"/>
              <a:gd name="connsiteX885" fmla="*/ 4103910 w 7467663"/>
              <a:gd name="connsiteY885" fmla="*/ 1161917 h 6858000"/>
              <a:gd name="connsiteX886" fmla="*/ 4020269 w 7467663"/>
              <a:gd name="connsiteY886" fmla="*/ 1200406 h 6858000"/>
              <a:gd name="connsiteX887" fmla="*/ 3674882 w 7467663"/>
              <a:gd name="connsiteY887" fmla="*/ 488524 h 6858000"/>
              <a:gd name="connsiteX888" fmla="*/ 3132682 w 7467663"/>
              <a:gd name="connsiteY888" fmla="*/ 1072284 h 6858000"/>
              <a:gd name="connsiteX889" fmla="*/ 2716346 w 7467663"/>
              <a:gd name="connsiteY889" fmla="*/ 1276376 h 6858000"/>
              <a:gd name="connsiteX890" fmla="*/ 2716772 w 7467663"/>
              <a:gd name="connsiteY890" fmla="*/ 1255462 h 6858000"/>
              <a:gd name="connsiteX891" fmla="*/ 3471096 w 7467663"/>
              <a:gd name="connsiteY891" fmla="*/ 437072 h 6858000"/>
              <a:gd name="connsiteX892" fmla="*/ 3639057 w 7467663"/>
              <a:gd name="connsiteY892" fmla="*/ 286334 h 6858000"/>
              <a:gd name="connsiteX893" fmla="*/ 3640309 w 7467663"/>
              <a:gd name="connsiteY893" fmla="*/ 284664 h 6858000"/>
              <a:gd name="connsiteX894" fmla="*/ 3646022 w 7467663"/>
              <a:gd name="connsiteY894" fmla="*/ 276711 h 6858000"/>
              <a:gd name="connsiteX895" fmla="*/ 3707943 w 7467663"/>
              <a:gd name="connsiteY895" fmla="*/ 65958 h 6858000"/>
              <a:gd name="connsiteX896" fmla="*/ 3721337 w 7467663"/>
              <a:gd name="connsiteY896" fmla="*/ 0 h 6858000"/>
              <a:gd name="connsiteX897" fmla="*/ 2867960 w 7467663"/>
              <a:gd name="connsiteY897" fmla="*/ 0 h 6858000"/>
              <a:gd name="connsiteX898" fmla="*/ 2926351 w 7467663"/>
              <a:gd name="connsiteY898" fmla="*/ 0 h 6858000"/>
              <a:gd name="connsiteX899" fmla="*/ 2902823 w 7467663"/>
              <a:gd name="connsiteY899" fmla="*/ 262929 h 6858000"/>
              <a:gd name="connsiteX900" fmla="*/ 2940663 w 7467663"/>
              <a:gd name="connsiteY900" fmla="*/ 140884 h 6858000"/>
              <a:gd name="connsiteX901" fmla="*/ 2947039 w 7467663"/>
              <a:gd name="connsiteY901" fmla="*/ 122524 h 6858000"/>
              <a:gd name="connsiteX902" fmla="*/ 2984316 w 7467663"/>
              <a:gd name="connsiteY902" fmla="*/ 0 h 6858000"/>
              <a:gd name="connsiteX903" fmla="*/ 3016114 w 7467663"/>
              <a:gd name="connsiteY903" fmla="*/ 0 h 6858000"/>
              <a:gd name="connsiteX904" fmla="*/ 2979949 w 7467663"/>
              <a:gd name="connsiteY904" fmla="*/ 119274 h 6858000"/>
              <a:gd name="connsiteX905" fmla="*/ 3023879 w 7467663"/>
              <a:gd name="connsiteY905" fmla="*/ 0 h 6858000"/>
              <a:gd name="connsiteX906" fmla="*/ 3105400 w 7467663"/>
              <a:gd name="connsiteY906" fmla="*/ 0 h 6858000"/>
              <a:gd name="connsiteX907" fmla="*/ 3094669 w 7467663"/>
              <a:gd name="connsiteY907" fmla="*/ 30308 h 6858000"/>
              <a:gd name="connsiteX908" fmla="*/ 2901945 w 7467663"/>
              <a:gd name="connsiteY908" fmla="*/ 466538 h 6858000"/>
              <a:gd name="connsiteX909" fmla="*/ 2815209 w 7467663"/>
              <a:gd name="connsiteY909" fmla="*/ 497361 h 6858000"/>
              <a:gd name="connsiteX910" fmla="*/ 2844845 w 7467663"/>
              <a:gd name="connsiteY910" fmla="*/ 127638 h 6858000"/>
              <a:gd name="connsiteX911" fmla="*/ 2867960 w 7467663"/>
              <a:gd name="connsiteY911" fmla="*/ 0 h 6858000"/>
              <a:gd name="connsiteX912" fmla="*/ 1057230 w 7467663"/>
              <a:gd name="connsiteY912" fmla="*/ 0 h 6858000"/>
              <a:gd name="connsiteX913" fmla="*/ 1111003 w 7467663"/>
              <a:gd name="connsiteY913" fmla="*/ 0 h 6858000"/>
              <a:gd name="connsiteX914" fmla="*/ 1125553 w 7467663"/>
              <a:gd name="connsiteY914" fmla="*/ 52588 h 6858000"/>
              <a:gd name="connsiteX915" fmla="*/ 1304276 w 7467663"/>
              <a:gd name="connsiteY915" fmla="*/ 476275 h 6858000"/>
              <a:gd name="connsiteX916" fmla="*/ 1492066 w 7467663"/>
              <a:gd name="connsiteY916" fmla="*/ 886333 h 6858000"/>
              <a:gd name="connsiteX917" fmla="*/ 1423698 w 7467663"/>
              <a:gd name="connsiteY917" fmla="*/ 710817 h 6858000"/>
              <a:gd name="connsiteX918" fmla="*/ 1357609 w 7467663"/>
              <a:gd name="connsiteY918" fmla="*/ 532892 h 6858000"/>
              <a:gd name="connsiteX919" fmla="*/ 1309550 w 7467663"/>
              <a:gd name="connsiteY919" fmla="*/ 374031 h 6858000"/>
              <a:gd name="connsiteX920" fmla="*/ 1193673 w 7467663"/>
              <a:gd name="connsiteY920" fmla="*/ 49533 h 6858000"/>
              <a:gd name="connsiteX921" fmla="*/ 1164391 w 7467663"/>
              <a:gd name="connsiteY921" fmla="*/ 0 h 6858000"/>
              <a:gd name="connsiteX922" fmla="*/ 1200666 w 7467663"/>
              <a:gd name="connsiteY922" fmla="*/ 0 h 6858000"/>
              <a:gd name="connsiteX923" fmla="*/ 1223408 w 7467663"/>
              <a:gd name="connsiteY923" fmla="*/ 38996 h 6858000"/>
              <a:gd name="connsiteX924" fmla="*/ 1339635 w 7467663"/>
              <a:gd name="connsiteY924" fmla="*/ 365517 h 6858000"/>
              <a:gd name="connsiteX925" fmla="*/ 1387469 w 7467663"/>
              <a:gd name="connsiteY925" fmla="*/ 523079 h 6858000"/>
              <a:gd name="connsiteX926" fmla="*/ 1452685 w 7467663"/>
              <a:gd name="connsiteY926" fmla="*/ 699806 h 6858000"/>
              <a:gd name="connsiteX927" fmla="*/ 1492092 w 7467663"/>
              <a:gd name="connsiteY927" fmla="*/ 800424 h 6858000"/>
              <a:gd name="connsiteX928" fmla="*/ 1455302 w 7467663"/>
              <a:gd name="connsiteY928" fmla="*/ 632913 h 6858000"/>
              <a:gd name="connsiteX929" fmla="*/ 1222336 w 7467663"/>
              <a:gd name="connsiteY929" fmla="*/ 9480 h 6858000"/>
              <a:gd name="connsiteX930" fmla="*/ 1214634 w 7467663"/>
              <a:gd name="connsiteY930" fmla="*/ 0 h 6858000"/>
              <a:gd name="connsiteX931" fmla="*/ 1289827 w 7467663"/>
              <a:gd name="connsiteY931" fmla="*/ 0 h 6858000"/>
              <a:gd name="connsiteX932" fmla="*/ 1321076 w 7467663"/>
              <a:gd name="connsiteY932" fmla="*/ 59722 h 6858000"/>
              <a:gd name="connsiteX933" fmla="*/ 1512579 w 7467663"/>
              <a:gd name="connsiteY933" fmla="*/ 626441 h 6858000"/>
              <a:gd name="connsiteX934" fmla="*/ 1506076 w 7467663"/>
              <a:gd name="connsiteY934" fmla="*/ 1089289 h 6858000"/>
              <a:gd name="connsiteX935" fmla="*/ 1486346 w 7467663"/>
              <a:gd name="connsiteY935" fmla="*/ 1079919 h 6858000"/>
              <a:gd name="connsiteX936" fmla="*/ 1070511 w 7467663"/>
              <a:gd name="connsiteY936" fmla="*/ 48609 h 6858000"/>
              <a:gd name="connsiteX937" fmla="*/ 1057230 w 7467663"/>
              <a:gd name="connsiteY937" fmla="*/ 0 h 6858000"/>
              <a:gd name="connsiteX938" fmla="*/ 43151 w 7467663"/>
              <a:gd name="connsiteY938" fmla="*/ 0 h 6858000"/>
              <a:gd name="connsiteX939" fmla="*/ 95283 w 7467663"/>
              <a:gd name="connsiteY939" fmla="*/ 0 h 6858000"/>
              <a:gd name="connsiteX940" fmla="*/ 300708 w 7467663"/>
              <a:gd name="connsiteY940" fmla="*/ 154571 h 6858000"/>
              <a:gd name="connsiteX941" fmla="*/ 530414 w 7467663"/>
              <a:gd name="connsiteY941" fmla="*/ 354673 h 6858000"/>
              <a:gd name="connsiteX942" fmla="*/ 333785 w 7467663"/>
              <a:gd name="connsiteY942" fmla="*/ 161564 h 6858000"/>
              <a:gd name="connsiteX943" fmla="*/ 147005 w 7467663"/>
              <a:gd name="connsiteY943" fmla="*/ 0 h 6858000"/>
              <a:gd name="connsiteX944" fmla="*/ 272509 w 7467663"/>
              <a:gd name="connsiteY944" fmla="*/ 0 h 6858000"/>
              <a:gd name="connsiteX945" fmla="*/ 326276 w 7467663"/>
              <a:gd name="connsiteY945" fmla="*/ 45847 h 6858000"/>
              <a:gd name="connsiteX946" fmla="*/ 823759 w 7467663"/>
              <a:gd name="connsiteY946" fmla="*/ 574145 h 6858000"/>
              <a:gd name="connsiteX947" fmla="*/ 811254 w 7467663"/>
              <a:gd name="connsiteY947" fmla="*/ 665546 h 6858000"/>
              <a:gd name="connsiteX948" fmla="*/ 154042 w 7467663"/>
              <a:gd name="connsiteY948" fmla="*/ 261522 h 6858000"/>
              <a:gd name="connsiteX949" fmla="*/ 13550 w 7467663"/>
              <a:gd name="connsiteY949" fmla="*/ 158423 h 6858000"/>
              <a:gd name="connsiteX950" fmla="*/ 0 w 7467663"/>
              <a:gd name="connsiteY950" fmla="*/ 146618 h 6858000"/>
              <a:gd name="connsiteX951" fmla="*/ 0 w 7467663"/>
              <a:gd name="connsiteY951" fmla="*/ 59161 h 6858000"/>
              <a:gd name="connsiteX952" fmla="*/ 45427 w 7467663"/>
              <a:gd name="connsiteY952" fmla="*/ 101078 h 6858000"/>
              <a:gd name="connsiteX953" fmla="*/ 630103 w 7467663"/>
              <a:gd name="connsiteY953" fmla="*/ 485885 h 6858000"/>
              <a:gd name="connsiteX954" fmla="*/ 532040 w 7467663"/>
              <a:gd name="connsiteY954" fmla="*/ 399359 h 6858000"/>
              <a:gd name="connsiteX955" fmla="*/ 517618 w 7467663"/>
              <a:gd name="connsiteY955" fmla="*/ 385726 h 6858000"/>
              <a:gd name="connsiteX956" fmla="*/ 285074 w 7467663"/>
              <a:gd name="connsiteY956" fmla="*/ 182755 h 6858000"/>
              <a:gd name="connsiteX957" fmla="*/ 43151 w 7467663"/>
              <a:gd name="connsiteY957" fmla="*/ 0 h 6858000"/>
              <a:gd name="connsiteX0" fmla="*/ 369702 w 7467663"/>
              <a:gd name="connsiteY0" fmla="*/ 6712169 h 6858000"/>
              <a:gd name="connsiteX1" fmla="*/ 366575 w 7467663"/>
              <a:gd name="connsiteY1" fmla="*/ 6715556 h 6858000"/>
              <a:gd name="connsiteX2" fmla="*/ 371637 w 7467663"/>
              <a:gd name="connsiteY2" fmla="*/ 6713954 h 6858000"/>
              <a:gd name="connsiteX3" fmla="*/ 369702 w 7467663"/>
              <a:gd name="connsiteY3" fmla="*/ 6712169 h 6858000"/>
              <a:gd name="connsiteX4" fmla="*/ 7088673 w 7467663"/>
              <a:gd name="connsiteY4" fmla="*/ 6610396 h 6858000"/>
              <a:gd name="connsiteX5" fmla="*/ 7440138 w 7467663"/>
              <a:gd name="connsiteY5" fmla="*/ 6622648 h 6858000"/>
              <a:gd name="connsiteX6" fmla="*/ 7467600 w 7467663"/>
              <a:gd name="connsiteY6" fmla="*/ 6628217 h 6858000"/>
              <a:gd name="connsiteX7" fmla="*/ 7467600 w 7467663"/>
              <a:gd name="connsiteY7" fmla="*/ 6668575 h 6858000"/>
              <a:gd name="connsiteX8" fmla="*/ 7392322 w 7467663"/>
              <a:gd name="connsiteY8" fmla="*/ 6658238 h 6858000"/>
              <a:gd name="connsiteX9" fmla="*/ 7467600 w 7467663"/>
              <a:gd name="connsiteY9" fmla="*/ 6683873 h 6858000"/>
              <a:gd name="connsiteX10" fmla="*/ 7467600 w 7467663"/>
              <a:gd name="connsiteY10" fmla="*/ 6714215 h 6858000"/>
              <a:gd name="connsiteX11" fmla="*/ 7447383 w 7467663"/>
              <a:gd name="connsiteY11" fmla="*/ 6707202 h 6858000"/>
              <a:gd name="connsiteX12" fmla="*/ 7289862 w 7467663"/>
              <a:gd name="connsiteY12" fmla="*/ 6659827 h 6858000"/>
              <a:gd name="connsiteX13" fmla="*/ 7434024 w 7467663"/>
              <a:gd name="connsiteY13" fmla="*/ 6722130 h 6858000"/>
              <a:gd name="connsiteX14" fmla="*/ 7467600 w 7467663"/>
              <a:gd name="connsiteY14" fmla="*/ 6736157 h 6858000"/>
              <a:gd name="connsiteX15" fmla="*/ 7467600 w 7467663"/>
              <a:gd name="connsiteY15" fmla="*/ 6767913 h 6858000"/>
              <a:gd name="connsiteX16" fmla="*/ 7392158 w 7467663"/>
              <a:gd name="connsiteY16" fmla="*/ 6771365 h 6858000"/>
              <a:gd name="connsiteX17" fmla="*/ 7467600 w 7467663"/>
              <a:gd name="connsiteY17" fmla="*/ 6805948 h 6858000"/>
              <a:gd name="connsiteX18" fmla="*/ 7467600 w 7467663"/>
              <a:gd name="connsiteY18" fmla="*/ 6831490 h 6858000"/>
              <a:gd name="connsiteX19" fmla="*/ 7410696 w 7467663"/>
              <a:gd name="connsiteY19" fmla="*/ 6803861 h 6858000"/>
              <a:gd name="connsiteX20" fmla="*/ 7088673 w 7467663"/>
              <a:gd name="connsiteY20" fmla="*/ 6610396 h 6858000"/>
              <a:gd name="connsiteX21" fmla="*/ 1019354 w 7467663"/>
              <a:gd name="connsiteY21" fmla="*/ 6315006 h 6858000"/>
              <a:gd name="connsiteX22" fmla="*/ 441046 w 7467663"/>
              <a:gd name="connsiteY22" fmla="*/ 6691153 h 6858000"/>
              <a:gd name="connsiteX23" fmla="*/ 1019354 w 7467663"/>
              <a:gd name="connsiteY23" fmla="*/ 6315006 h 6858000"/>
              <a:gd name="connsiteX24" fmla="*/ 991680 w 7467663"/>
              <a:gd name="connsiteY24" fmla="*/ 6298413 h 6858000"/>
              <a:gd name="connsiteX25" fmla="*/ 409060 w 7467663"/>
              <a:gd name="connsiteY25" fmla="*/ 6671470 h 6858000"/>
              <a:gd name="connsiteX26" fmla="*/ 991680 w 7467663"/>
              <a:gd name="connsiteY26" fmla="*/ 6298413 h 6858000"/>
              <a:gd name="connsiteX27" fmla="*/ 103333 w 7467663"/>
              <a:gd name="connsiteY27" fmla="*/ 5699602 h 6858000"/>
              <a:gd name="connsiteX28" fmla="*/ 233938 w 7467663"/>
              <a:gd name="connsiteY28" fmla="*/ 5809416 h 6858000"/>
              <a:gd name="connsiteX29" fmla="*/ 883580 w 7467663"/>
              <a:gd name="connsiteY29" fmla="*/ 6180710 h 6858000"/>
              <a:gd name="connsiteX30" fmla="*/ 487337 w 7467663"/>
              <a:gd name="connsiteY30" fmla="*/ 5950182 h 6858000"/>
              <a:gd name="connsiteX31" fmla="*/ 354051 w 7467663"/>
              <a:gd name="connsiteY31" fmla="*/ 5854912 h 6858000"/>
              <a:gd name="connsiteX32" fmla="*/ 195436 w 7467663"/>
              <a:gd name="connsiteY32" fmla="*/ 5755068 h 6858000"/>
              <a:gd name="connsiteX33" fmla="*/ 103333 w 7467663"/>
              <a:gd name="connsiteY33" fmla="*/ 5699602 h 6858000"/>
              <a:gd name="connsiteX34" fmla="*/ 5539432 w 7467663"/>
              <a:gd name="connsiteY34" fmla="*/ 5642928 h 6858000"/>
              <a:gd name="connsiteX35" fmla="*/ 5555462 w 7467663"/>
              <a:gd name="connsiteY35" fmla="*/ 5694454 h 6858000"/>
              <a:gd name="connsiteX36" fmla="*/ 5828270 w 7467663"/>
              <a:gd name="connsiteY36" fmla="*/ 6320663 h 6858000"/>
              <a:gd name="connsiteX37" fmla="*/ 5947416 w 7467663"/>
              <a:gd name="connsiteY37" fmla="*/ 6574846 h 6858000"/>
              <a:gd name="connsiteX38" fmla="*/ 5539432 w 7467663"/>
              <a:gd name="connsiteY38" fmla="*/ 5642928 h 6858000"/>
              <a:gd name="connsiteX39" fmla="*/ 51253 w 7467663"/>
              <a:gd name="connsiteY39" fmla="*/ 5631825 h 6858000"/>
              <a:gd name="connsiteX40" fmla="*/ 211622 w 7467663"/>
              <a:gd name="connsiteY40" fmla="*/ 5728803 h 6858000"/>
              <a:gd name="connsiteX41" fmla="*/ 371652 w 7467663"/>
              <a:gd name="connsiteY41" fmla="*/ 5829062 h 6858000"/>
              <a:gd name="connsiteX42" fmla="*/ 505903 w 7467663"/>
              <a:gd name="connsiteY42" fmla="*/ 5925221 h 6858000"/>
              <a:gd name="connsiteX43" fmla="*/ 899240 w 7467663"/>
              <a:gd name="connsiteY43" fmla="*/ 6153068 h 6858000"/>
              <a:gd name="connsiteX44" fmla="*/ 988114 w 7467663"/>
              <a:gd name="connsiteY44" fmla="*/ 6174204 h 6858000"/>
              <a:gd name="connsiteX45" fmla="*/ 845971 w 7467663"/>
              <a:gd name="connsiteY45" fmla="*/ 6067177 h 6858000"/>
              <a:gd name="connsiteX46" fmla="*/ 448057 w 7467663"/>
              <a:gd name="connsiteY46" fmla="*/ 5841376 h 6858000"/>
              <a:gd name="connsiteX47" fmla="*/ 51253 w 7467663"/>
              <a:gd name="connsiteY47" fmla="*/ 5631825 h 6858000"/>
              <a:gd name="connsiteX48" fmla="*/ 2606687 w 7467663"/>
              <a:gd name="connsiteY48" fmla="*/ 5630718 h 6858000"/>
              <a:gd name="connsiteX49" fmla="*/ 2645658 w 7467663"/>
              <a:gd name="connsiteY49" fmla="*/ 6640259 h 6858000"/>
              <a:gd name="connsiteX50" fmla="*/ 2606687 w 7467663"/>
              <a:gd name="connsiteY50" fmla="*/ 5630718 h 6858000"/>
              <a:gd name="connsiteX51" fmla="*/ 3642057 w 7467663"/>
              <a:gd name="connsiteY51" fmla="*/ 5573487 h 6858000"/>
              <a:gd name="connsiteX52" fmla="*/ 3632981 w 7467663"/>
              <a:gd name="connsiteY52" fmla="*/ 5579437 h 6858000"/>
              <a:gd name="connsiteX53" fmla="*/ 3382436 w 7467663"/>
              <a:gd name="connsiteY53" fmla="*/ 5952726 h 6858000"/>
              <a:gd name="connsiteX54" fmla="*/ 3191929 w 7467663"/>
              <a:gd name="connsiteY54" fmla="*/ 6662669 h 6858000"/>
              <a:gd name="connsiteX55" fmla="*/ 3369898 w 7467663"/>
              <a:gd name="connsiteY55" fmla="*/ 6081771 h 6858000"/>
              <a:gd name="connsiteX56" fmla="*/ 3642057 w 7467663"/>
              <a:gd name="connsiteY56" fmla="*/ 5573487 h 6858000"/>
              <a:gd name="connsiteX57" fmla="*/ 2650666 w 7467663"/>
              <a:gd name="connsiteY57" fmla="*/ 5530686 h 6858000"/>
              <a:gd name="connsiteX58" fmla="*/ 2650249 w 7467663"/>
              <a:gd name="connsiteY58" fmla="*/ 5532101 h 6858000"/>
              <a:gd name="connsiteX59" fmla="*/ 2663808 w 7467663"/>
              <a:gd name="connsiteY59" fmla="*/ 6535215 h 6858000"/>
              <a:gd name="connsiteX60" fmla="*/ 2665418 w 7467663"/>
              <a:gd name="connsiteY60" fmla="*/ 6132756 h 6858000"/>
              <a:gd name="connsiteX61" fmla="*/ 2650666 w 7467663"/>
              <a:gd name="connsiteY61" fmla="*/ 5530686 h 6858000"/>
              <a:gd name="connsiteX62" fmla="*/ 2680277 w 7467663"/>
              <a:gd name="connsiteY62" fmla="*/ 5479204 h 6858000"/>
              <a:gd name="connsiteX63" fmla="*/ 2678972 w 7467663"/>
              <a:gd name="connsiteY63" fmla="*/ 5481582 h 6858000"/>
              <a:gd name="connsiteX64" fmla="*/ 2696666 w 7467663"/>
              <a:gd name="connsiteY64" fmla="*/ 6133836 h 6858000"/>
              <a:gd name="connsiteX65" fmla="*/ 2695769 w 7467663"/>
              <a:gd name="connsiteY65" fmla="*/ 6390955 h 6858000"/>
              <a:gd name="connsiteX66" fmla="*/ 2739893 w 7467663"/>
              <a:gd name="connsiteY66" fmla="*/ 6108357 h 6858000"/>
              <a:gd name="connsiteX67" fmla="*/ 2680277 w 7467663"/>
              <a:gd name="connsiteY67" fmla="*/ 5479204 h 6858000"/>
              <a:gd name="connsiteX68" fmla="*/ 1132195 w 7467663"/>
              <a:gd name="connsiteY68" fmla="*/ 5467980 h 6858000"/>
              <a:gd name="connsiteX69" fmla="*/ 1679056 w 7467663"/>
              <a:gd name="connsiteY69" fmla="*/ 5516907 h 6858000"/>
              <a:gd name="connsiteX70" fmla="*/ 2128648 w 7467663"/>
              <a:gd name="connsiteY70" fmla="*/ 5474249 h 6858000"/>
              <a:gd name="connsiteX71" fmla="*/ 1825619 w 7467663"/>
              <a:gd name="connsiteY71" fmla="*/ 5478447 h 6858000"/>
              <a:gd name="connsiteX72" fmla="*/ 1737798 w 7467663"/>
              <a:gd name="connsiteY72" fmla="*/ 5483353 h 6858000"/>
              <a:gd name="connsiteX73" fmla="*/ 1132195 w 7467663"/>
              <a:gd name="connsiteY73" fmla="*/ 5467980 h 6858000"/>
              <a:gd name="connsiteX74" fmla="*/ 7454976 w 7467663"/>
              <a:gd name="connsiteY74" fmla="*/ 6318297 h 6858000"/>
              <a:gd name="connsiteX75" fmla="*/ 7467600 w 7467663"/>
              <a:gd name="connsiteY75" fmla="*/ 6163634 h 6858000"/>
              <a:gd name="connsiteX76" fmla="*/ 7467600 w 7467663"/>
              <a:gd name="connsiteY76" fmla="*/ 6334256 h 6858000"/>
              <a:gd name="connsiteX77" fmla="*/ 7454976 w 7467663"/>
              <a:gd name="connsiteY77" fmla="*/ 6318297 h 6858000"/>
              <a:gd name="connsiteX78" fmla="*/ 1456157 w 7467663"/>
              <a:gd name="connsiteY78" fmla="*/ 5371404 h 6858000"/>
              <a:gd name="connsiteX79" fmla="*/ 1244432 w 7467663"/>
              <a:gd name="connsiteY79" fmla="*/ 5385601 h 6858000"/>
              <a:gd name="connsiteX80" fmla="*/ 973990 w 7467663"/>
              <a:gd name="connsiteY80" fmla="*/ 5424940 h 6858000"/>
              <a:gd name="connsiteX81" fmla="*/ 1103809 w 7467663"/>
              <a:gd name="connsiteY81" fmla="*/ 5433720 h 6858000"/>
              <a:gd name="connsiteX82" fmla="*/ 1123454 w 7467663"/>
              <a:gd name="connsiteY82" fmla="*/ 5435727 h 6858000"/>
              <a:gd name="connsiteX83" fmla="*/ 1737017 w 7467663"/>
              <a:gd name="connsiteY83" fmla="*/ 5452183 h 6858000"/>
              <a:gd name="connsiteX84" fmla="*/ 1824397 w 7467663"/>
              <a:gd name="connsiteY84" fmla="*/ 5447757 h 6858000"/>
              <a:gd name="connsiteX85" fmla="*/ 2070059 w 7467663"/>
              <a:gd name="connsiteY85" fmla="*/ 5441660 h 6858000"/>
              <a:gd name="connsiteX86" fmla="*/ 1456157 w 7467663"/>
              <a:gd name="connsiteY86" fmla="*/ 5371404 h 6858000"/>
              <a:gd name="connsiteX87" fmla="*/ 4988186 w 7467663"/>
              <a:gd name="connsiteY87" fmla="*/ 5216467 h 6858000"/>
              <a:gd name="connsiteX88" fmla="*/ 4777334 w 7467663"/>
              <a:gd name="connsiteY88" fmla="*/ 5406072 h 6858000"/>
              <a:gd name="connsiteX89" fmla="*/ 4718341 w 7467663"/>
              <a:gd name="connsiteY89" fmla="*/ 5468043 h 6858000"/>
              <a:gd name="connsiteX90" fmla="*/ 4604655 w 7467663"/>
              <a:gd name="connsiteY90" fmla="*/ 5583434 h 6858000"/>
              <a:gd name="connsiteX91" fmla="*/ 4565074 w 7467663"/>
              <a:gd name="connsiteY91" fmla="*/ 5618550 h 6858000"/>
              <a:gd name="connsiteX92" fmla="*/ 4988186 w 7467663"/>
              <a:gd name="connsiteY92" fmla="*/ 5216467 h 6858000"/>
              <a:gd name="connsiteX93" fmla="*/ 4978032 w 7467663"/>
              <a:gd name="connsiteY93" fmla="*/ 5183809 h 6858000"/>
              <a:gd name="connsiteX94" fmla="*/ 4463413 w 7467663"/>
              <a:gd name="connsiteY94" fmla="*/ 5615162 h 6858000"/>
              <a:gd name="connsiteX95" fmla="*/ 4358134 w 7467663"/>
              <a:gd name="connsiteY95" fmla="*/ 5742791 h 6858000"/>
              <a:gd name="connsiteX96" fmla="*/ 4376219 w 7467663"/>
              <a:gd name="connsiteY96" fmla="*/ 5729027 h 6858000"/>
              <a:gd name="connsiteX97" fmla="*/ 4582340 w 7467663"/>
              <a:gd name="connsiteY97" fmla="*/ 5561037 h 6858000"/>
              <a:gd name="connsiteX98" fmla="*/ 4694684 w 7467663"/>
              <a:gd name="connsiteY98" fmla="*/ 5447098 h 6858000"/>
              <a:gd name="connsiteX99" fmla="*/ 4754123 w 7467663"/>
              <a:gd name="connsiteY99" fmla="*/ 5384643 h 6858000"/>
              <a:gd name="connsiteX100" fmla="*/ 4978032 w 7467663"/>
              <a:gd name="connsiteY100" fmla="*/ 5183809 h 6858000"/>
              <a:gd name="connsiteX101" fmla="*/ 1903353 w 7467663"/>
              <a:gd name="connsiteY101" fmla="*/ 5044827 h 6858000"/>
              <a:gd name="connsiteX102" fmla="*/ 1936931 w 7467663"/>
              <a:gd name="connsiteY102" fmla="*/ 5093954 h 6858000"/>
              <a:gd name="connsiteX103" fmla="*/ 2195868 w 7467663"/>
              <a:gd name="connsiteY103" fmla="*/ 5396574 h 6858000"/>
              <a:gd name="connsiteX104" fmla="*/ 2088852 w 7467663"/>
              <a:gd name="connsiteY104" fmla="*/ 5166123 h 6858000"/>
              <a:gd name="connsiteX105" fmla="*/ 1958241 w 7467663"/>
              <a:gd name="connsiteY105" fmla="*/ 5067955 h 6858000"/>
              <a:gd name="connsiteX106" fmla="*/ 1903353 w 7467663"/>
              <a:gd name="connsiteY106" fmla="*/ 5044827 h 6858000"/>
              <a:gd name="connsiteX107" fmla="*/ 1979378 w 7467663"/>
              <a:gd name="connsiteY107" fmla="*/ 4769504 h 6858000"/>
              <a:gd name="connsiteX108" fmla="*/ 2882120 w 7467663"/>
              <a:gd name="connsiteY108" fmla="*/ 5064547 h 6858000"/>
              <a:gd name="connsiteX109" fmla="*/ 2793103 w 7467663"/>
              <a:gd name="connsiteY109" fmla="*/ 5039699 h 6858000"/>
              <a:gd name="connsiteX110" fmla="*/ 2770041 w 7467663"/>
              <a:gd name="connsiteY110" fmla="*/ 5033634 h 6858000"/>
              <a:gd name="connsiteX111" fmla="*/ 1979378 w 7467663"/>
              <a:gd name="connsiteY111" fmla="*/ 4769504 h 6858000"/>
              <a:gd name="connsiteX112" fmla="*/ 1927410 w 7467663"/>
              <a:gd name="connsiteY112" fmla="*/ 4716164 h 6858000"/>
              <a:gd name="connsiteX113" fmla="*/ 1959587 w 7467663"/>
              <a:gd name="connsiteY113" fmla="*/ 4728849 h 6858000"/>
              <a:gd name="connsiteX114" fmla="*/ 2777707 w 7467663"/>
              <a:gd name="connsiteY114" fmla="*/ 5003991 h 6858000"/>
              <a:gd name="connsiteX115" fmla="*/ 2800768 w 7467663"/>
              <a:gd name="connsiteY115" fmla="*/ 5010056 h 6858000"/>
              <a:gd name="connsiteX116" fmla="*/ 2879408 w 7467663"/>
              <a:gd name="connsiteY116" fmla="*/ 5031590 h 6858000"/>
              <a:gd name="connsiteX117" fmla="*/ 2862295 w 7467663"/>
              <a:gd name="connsiteY117" fmla="*/ 5022958 h 6858000"/>
              <a:gd name="connsiteX118" fmla="*/ 2813343 w 7467663"/>
              <a:gd name="connsiteY118" fmla="*/ 4998369 h 6858000"/>
              <a:gd name="connsiteX119" fmla="*/ 2646245 w 7467663"/>
              <a:gd name="connsiteY119" fmla="*/ 4930999 h 6858000"/>
              <a:gd name="connsiteX120" fmla="*/ 1999243 w 7467663"/>
              <a:gd name="connsiteY120" fmla="*/ 4730524 h 6858000"/>
              <a:gd name="connsiteX121" fmla="*/ 1979527 w 7467663"/>
              <a:gd name="connsiteY121" fmla="*/ 4726651 h 6858000"/>
              <a:gd name="connsiteX122" fmla="*/ 1927410 w 7467663"/>
              <a:gd name="connsiteY122" fmla="*/ 4716164 h 6858000"/>
              <a:gd name="connsiteX123" fmla="*/ 1997014 w 7467663"/>
              <a:gd name="connsiteY123" fmla="*/ 4698007 h 6858000"/>
              <a:gd name="connsiteX124" fmla="*/ 2005458 w 7467663"/>
              <a:gd name="connsiteY124" fmla="*/ 4699540 h 6858000"/>
              <a:gd name="connsiteX125" fmla="*/ 2657186 w 7467663"/>
              <a:gd name="connsiteY125" fmla="*/ 4901687 h 6858000"/>
              <a:gd name="connsiteX126" fmla="*/ 2826662 w 7467663"/>
              <a:gd name="connsiteY126" fmla="*/ 4970362 h 6858000"/>
              <a:gd name="connsiteX127" fmla="*/ 2876100 w 7467663"/>
              <a:gd name="connsiteY127" fmla="*/ 4995397 h 6858000"/>
              <a:gd name="connsiteX128" fmla="*/ 3042600 w 7467663"/>
              <a:gd name="connsiteY128" fmla="*/ 5059532 h 6858000"/>
              <a:gd name="connsiteX129" fmla="*/ 1997014 w 7467663"/>
              <a:gd name="connsiteY129" fmla="*/ 4698007 h 6858000"/>
              <a:gd name="connsiteX130" fmla="*/ 2305292 w 7467663"/>
              <a:gd name="connsiteY130" fmla="*/ 4219492 h 6858000"/>
              <a:gd name="connsiteX131" fmla="*/ 3360922 w 7467663"/>
              <a:gd name="connsiteY131" fmla="*/ 4529373 h 6858000"/>
              <a:gd name="connsiteX132" fmla="*/ 3492420 w 7467663"/>
              <a:gd name="connsiteY132" fmla="*/ 4510145 h 6858000"/>
              <a:gd name="connsiteX133" fmla="*/ 3364086 w 7467663"/>
              <a:gd name="connsiteY133" fmla="*/ 4480340 h 6858000"/>
              <a:gd name="connsiteX134" fmla="*/ 3225818 w 7467663"/>
              <a:gd name="connsiteY134" fmla="*/ 4411822 h 6858000"/>
              <a:gd name="connsiteX135" fmla="*/ 3129696 w 7467663"/>
              <a:gd name="connsiteY135" fmla="*/ 4360704 h 6858000"/>
              <a:gd name="connsiteX136" fmla="*/ 2814545 w 7467663"/>
              <a:gd name="connsiteY136" fmla="*/ 4282955 h 6858000"/>
              <a:gd name="connsiteX137" fmla="*/ 2305292 w 7467663"/>
              <a:gd name="connsiteY137" fmla="*/ 4219492 h 6858000"/>
              <a:gd name="connsiteX138" fmla="*/ 2626982 w 7467663"/>
              <a:gd name="connsiteY138" fmla="*/ 4206450 h 6858000"/>
              <a:gd name="connsiteX139" fmla="*/ 2490617 w 7467663"/>
              <a:gd name="connsiteY139" fmla="*/ 4206951 h 6858000"/>
              <a:gd name="connsiteX140" fmla="*/ 2819869 w 7467663"/>
              <a:gd name="connsiteY140" fmla="*/ 4252936 h 6858000"/>
              <a:gd name="connsiteX141" fmla="*/ 3143018 w 7467663"/>
              <a:gd name="connsiteY141" fmla="*/ 4332698 h 6858000"/>
              <a:gd name="connsiteX142" fmla="*/ 3241520 w 7467663"/>
              <a:gd name="connsiteY142" fmla="*/ 4385112 h 6858000"/>
              <a:gd name="connsiteX143" fmla="*/ 3374575 w 7467663"/>
              <a:gd name="connsiteY143" fmla="*/ 4451517 h 6858000"/>
              <a:gd name="connsiteX144" fmla="*/ 3505221 w 7467663"/>
              <a:gd name="connsiteY144" fmla="*/ 4480757 h 6858000"/>
              <a:gd name="connsiteX145" fmla="*/ 2626982 w 7467663"/>
              <a:gd name="connsiteY145" fmla="*/ 4206450 h 6858000"/>
              <a:gd name="connsiteX146" fmla="*/ 1310106 w 7467663"/>
              <a:gd name="connsiteY146" fmla="*/ 3943217 h 6858000"/>
              <a:gd name="connsiteX147" fmla="*/ 854994 w 7467663"/>
              <a:gd name="connsiteY147" fmla="*/ 4399136 h 6858000"/>
              <a:gd name="connsiteX148" fmla="*/ 742462 w 7467663"/>
              <a:gd name="connsiteY148" fmla="*/ 4594648 h 6858000"/>
              <a:gd name="connsiteX149" fmla="*/ 820602 w 7467663"/>
              <a:gd name="connsiteY149" fmla="*/ 4485915 h 6858000"/>
              <a:gd name="connsiteX150" fmla="*/ 878295 w 7467663"/>
              <a:gd name="connsiteY150" fmla="*/ 4403594 h 6858000"/>
              <a:gd name="connsiteX151" fmla="*/ 1240607 w 7467663"/>
              <a:gd name="connsiteY151" fmla="*/ 4010401 h 6858000"/>
              <a:gd name="connsiteX152" fmla="*/ 1310106 w 7467663"/>
              <a:gd name="connsiteY152" fmla="*/ 3943217 h 6858000"/>
              <a:gd name="connsiteX153" fmla="*/ 1423113 w 7467663"/>
              <a:gd name="connsiteY153" fmla="*/ 3874565 h 6858000"/>
              <a:gd name="connsiteX154" fmla="*/ 1260565 w 7467663"/>
              <a:gd name="connsiteY154" fmla="*/ 4031982 h 6858000"/>
              <a:gd name="connsiteX155" fmla="*/ 901900 w 7467663"/>
              <a:gd name="connsiteY155" fmla="*/ 4421236 h 6858000"/>
              <a:gd name="connsiteX156" fmla="*/ 845044 w 7467663"/>
              <a:gd name="connsiteY156" fmla="*/ 4502436 h 6858000"/>
              <a:gd name="connsiteX157" fmla="*/ 685926 w 7467663"/>
              <a:gd name="connsiteY157" fmla="*/ 4703069 h 6858000"/>
              <a:gd name="connsiteX158" fmla="*/ 684248 w 7467663"/>
              <a:gd name="connsiteY158" fmla="*/ 4706721 h 6858000"/>
              <a:gd name="connsiteX159" fmla="*/ 1423113 w 7467663"/>
              <a:gd name="connsiteY159" fmla="*/ 3874565 h 6858000"/>
              <a:gd name="connsiteX160" fmla="*/ 3316479 w 7467663"/>
              <a:gd name="connsiteY160" fmla="*/ 3872136 h 6858000"/>
              <a:gd name="connsiteX161" fmla="*/ 3546806 w 7467663"/>
              <a:gd name="connsiteY161" fmla="*/ 4356139 h 6858000"/>
              <a:gd name="connsiteX162" fmla="*/ 3364433 w 7467663"/>
              <a:gd name="connsiteY162" fmla="*/ 3953121 h 6858000"/>
              <a:gd name="connsiteX163" fmla="*/ 3316479 w 7467663"/>
              <a:gd name="connsiteY163" fmla="*/ 3872136 h 6858000"/>
              <a:gd name="connsiteX164" fmla="*/ 3291335 w 7467663"/>
              <a:gd name="connsiteY164" fmla="*/ 3767420 h 6858000"/>
              <a:gd name="connsiteX165" fmla="*/ 3390805 w 7467663"/>
              <a:gd name="connsiteY165" fmla="*/ 3937163 h 6858000"/>
              <a:gd name="connsiteX166" fmla="*/ 3579062 w 7467663"/>
              <a:gd name="connsiteY166" fmla="*/ 4359040 h 6858000"/>
              <a:gd name="connsiteX167" fmla="*/ 3467355 w 7467663"/>
              <a:gd name="connsiteY167" fmla="*/ 3988130 h 6858000"/>
              <a:gd name="connsiteX168" fmla="*/ 3310753 w 7467663"/>
              <a:gd name="connsiteY168" fmla="*/ 3787140 h 6858000"/>
              <a:gd name="connsiteX169" fmla="*/ 3291335 w 7467663"/>
              <a:gd name="connsiteY169" fmla="*/ 3767420 h 6858000"/>
              <a:gd name="connsiteX170" fmla="*/ 1635889 w 7467663"/>
              <a:gd name="connsiteY170" fmla="*/ 3709494 h 6858000"/>
              <a:gd name="connsiteX171" fmla="*/ 1634800 w 7467663"/>
              <a:gd name="connsiteY171" fmla="*/ 3731111 h 6858000"/>
              <a:gd name="connsiteX172" fmla="*/ 1635889 w 7467663"/>
              <a:gd name="connsiteY172" fmla="*/ 3709494 h 6858000"/>
              <a:gd name="connsiteX173" fmla="*/ 1510397 w 7467663"/>
              <a:gd name="connsiteY173" fmla="*/ 3684705 h 6858000"/>
              <a:gd name="connsiteX174" fmla="*/ 1146550 w 7467663"/>
              <a:gd name="connsiteY174" fmla="*/ 3802012 h 6858000"/>
              <a:gd name="connsiteX175" fmla="*/ 698834 w 7467663"/>
              <a:gd name="connsiteY175" fmla="*/ 3952272 h 6858000"/>
              <a:gd name="connsiteX176" fmla="*/ 34256 w 7467663"/>
              <a:gd name="connsiteY176" fmla="*/ 4347603 h 6858000"/>
              <a:gd name="connsiteX177" fmla="*/ 527241 w 7467663"/>
              <a:gd name="connsiteY177" fmla="*/ 4065078 h 6858000"/>
              <a:gd name="connsiteX178" fmla="*/ 1510397 w 7467663"/>
              <a:gd name="connsiteY178" fmla="*/ 3684705 h 6858000"/>
              <a:gd name="connsiteX179" fmla="*/ 1313114 w 7467663"/>
              <a:gd name="connsiteY179" fmla="*/ 3655216 h 6858000"/>
              <a:gd name="connsiteX180" fmla="*/ 1109304 w 7467663"/>
              <a:gd name="connsiteY180" fmla="*/ 3669030 h 6858000"/>
              <a:gd name="connsiteX181" fmla="*/ 8129 w 7467663"/>
              <a:gd name="connsiteY181" fmla="*/ 4330519 h 6858000"/>
              <a:gd name="connsiteX182" fmla="*/ 687572 w 7467663"/>
              <a:gd name="connsiteY182" fmla="*/ 3925629 h 6858000"/>
              <a:gd name="connsiteX183" fmla="*/ 1138365 w 7467663"/>
              <a:gd name="connsiteY183" fmla="*/ 3774515 h 6858000"/>
              <a:gd name="connsiteX184" fmla="*/ 1505579 w 7467663"/>
              <a:gd name="connsiteY184" fmla="*/ 3655526 h 6858000"/>
              <a:gd name="connsiteX185" fmla="*/ 1313114 w 7467663"/>
              <a:gd name="connsiteY185" fmla="*/ 3655216 h 6858000"/>
              <a:gd name="connsiteX186" fmla="*/ 3655073 w 7467663"/>
              <a:gd name="connsiteY186" fmla="*/ 3650884 h 6858000"/>
              <a:gd name="connsiteX187" fmla="*/ 3989938 w 7467663"/>
              <a:gd name="connsiteY187" fmla="*/ 3991685 h 6858000"/>
              <a:gd name="connsiteX188" fmla="*/ 4393907 w 7467663"/>
              <a:gd name="connsiteY188" fmla="*/ 4261258 h 6858000"/>
              <a:gd name="connsiteX189" fmla="*/ 4648051 w 7467663"/>
              <a:gd name="connsiteY189" fmla="*/ 4374051 h 6858000"/>
              <a:gd name="connsiteX190" fmla="*/ 4383389 w 7467663"/>
              <a:gd name="connsiteY190" fmla="*/ 4184369 h 6858000"/>
              <a:gd name="connsiteX191" fmla="*/ 4165508 w 7467663"/>
              <a:gd name="connsiteY191" fmla="*/ 4035196 h 6858000"/>
              <a:gd name="connsiteX192" fmla="*/ 4068162 w 7467663"/>
              <a:gd name="connsiteY192" fmla="*/ 3953394 h 6858000"/>
              <a:gd name="connsiteX193" fmla="*/ 3981416 w 7467663"/>
              <a:gd name="connsiteY193" fmla="*/ 3880482 h 6858000"/>
              <a:gd name="connsiteX194" fmla="*/ 3800147 w 7467663"/>
              <a:gd name="connsiteY194" fmla="*/ 3749872 h 6858000"/>
              <a:gd name="connsiteX195" fmla="*/ 3655073 w 7467663"/>
              <a:gd name="connsiteY195" fmla="*/ 3650884 h 6858000"/>
              <a:gd name="connsiteX196" fmla="*/ 3670252 w 7467663"/>
              <a:gd name="connsiteY196" fmla="*/ 3622798 h 6858000"/>
              <a:gd name="connsiteX197" fmla="*/ 3817258 w 7467663"/>
              <a:gd name="connsiteY197" fmla="*/ 3723577 h 6858000"/>
              <a:gd name="connsiteX198" fmla="*/ 4000461 w 7467663"/>
              <a:gd name="connsiteY198" fmla="*/ 3855966 h 6858000"/>
              <a:gd name="connsiteX199" fmla="*/ 4088180 w 7467663"/>
              <a:gd name="connsiteY199" fmla="*/ 3929774 h 6858000"/>
              <a:gd name="connsiteX200" fmla="*/ 4184555 w 7467663"/>
              <a:gd name="connsiteY200" fmla="*/ 4010683 h 6858000"/>
              <a:gd name="connsiteX201" fmla="*/ 4399563 w 7467663"/>
              <a:gd name="connsiteY201" fmla="*/ 4158106 h 6858000"/>
              <a:gd name="connsiteX202" fmla="*/ 4684469 w 7467663"/>
              <a:gd name="connsiteY202" fmla="*/ 4364680 h 6858000"/>
              <a:gd name="connsiteX203" fmla="*/ 4690271 w 7467663"/>
              <a:gd name="connsiteY203" fmla="*/ 4370034 h 6858000"/>
              <a:gd name="connsiteX204" fmla="*/ 4136093 w 7467663"/>
              <a:gd name="connsiteY204" fmla="*/ 3858466 h 6858000"/>
              <a:gd name="connsiteX205" fmla="*/ 3670252 w 7467663"/>
              <a:gd name="connsiteY205" fmla="*/ 3622798 h 6858000"/>
              <a:gd name="connsiteX206" fmla="*/ 4440129 w 7467663"/>
              <a:gd name="connsiteY206" fmla="*/ 3448571 h 6858000"/>
              <a:gd name="connsiteX207" fmla="*/ 4856525 w 7467663"/>
              <a:gd name="connsiteY207" fmla="*/ 3915351 h 6858000"/>
              <a:gd name="connsiteX208" fmla="*/ 5059055 w 7467663"/>
              <a:gd name="connsiteY208" fmla="*/ 4108918 h 6858000"/>
              <a:gd name="connsiteX209" fmla="*/ 5290070 w 7467663"/>
              <a:gd name="connsiteY209" fmla="*/ 4263619 h 6858000"/>
              <a:gd name="connsiteX210" fmla="*/ 4834991 w 7467663"/>
              <a:gd name="connsiteY210" fmla="*/ 3830985 h 6858000"/>
              <a:gd name="connsiteX211" fmla="*/ 4440129 w 7467663"/>
              <a:gd name="connsiteY211" fmla="*/ 3448571 h 6858000"/>
              <a:gd name="connsiteX212" fmla="*/ 4441737 w 7467663"/>
              <a:gd name="connsiteY212" fmla="*/ 3399734 h 6858000"/>
              <a:gd name="connsiteX213" fmla="*/ 4431236 w 7467663"/>
              <a:gd name="connsiteY213" fmla="*/ 3400954 h 6858000"/>
              <a:gd name="connsiteX214" fmla="*/ 4557150 w 7467663"/>
              <a:gd name="connsiteY214" fmla="*/ 3510023 h 6858000"/>
              <a:gd name="connsiteX215" fmla="*/ 4856936 w 7467663"/>
              <a:gd name="connsiteY215" fmla="*/ 3809146 h 6858000"/>
              <a:gd name="connsiteX216" fmla="*/ 5111996 w 7467663"/>
              <a:gd name="connsiteY216" fmla="*/ 4065759 h 6858000"/>
              <a:gd name="connsiteX217" fmla="*/ 5388878 w 7467663"/>
              <a:gd name="connsiteY217" fmla="*/ 4300185 h 6858000"/>
              <a:gd name="connsiteX218" fmla="*/ 5425556 w 7467663"/>
              <a:gd name="connsiteY218" fmla="*/ 4308967 h 6858000"/>
              <a:gd name="connsiteX219" fmla="*/ 4943646 w 7467663"/>
              <a:gd name="connsiteY219" fmla="*/ 3822916 h 6858000"/>
              <a:gd name="connsiteX220" fmla="*/ 4594837 w 7467663"/>
              <a:gd name="connsiteY220" fmla="*/ 3532274 h 6858000"/>
              <a:gd name="connsiteX221" fmla="*/ 4441737 w 7467663"/>
              <a:gd name="connsiteY221" fmla="*/ 3399734 h 6858000"/>
              <a:gd name="connsiteX222" fmla="*/ 5425834 w 7467663"/>
              <a:gd name="connsiteY222" fmla="*/ 3162785 h 6858000"/>
              <a:gd name="connsiteX223" fmla="*/ 5401644 w 7467663"/>
              <a:gd name="connsiteY223" fmla="*/ 3617847 h 6858000"/>
              <a:gd name="connsiteX224" fmla="*/ 5467256 w 7467663"/>
              <a:gd name="connsiteY224" fmla="*/ 4175494 h 6858000"/>
              <a:gd name="connsiteX225" fmla="*/ 5448069 w 7467663"/>
              <a:gd name="connsiteY225" fmla="*/ 3567554 h 6858000"/>
              <a:gd name="connsiteX226" fmla="*/ 5425834 w 7467663"/>
              <a:gd name="connsiteY226" fmla="*/ 3162785 h 6858000"/>
              <a:gd name="connsiteX227" fmla="*/ 1318687 w 7467663"/>
              <a:gd name="connsiteY227" fmla="*/ 3113840 h 6858000"/>
              <a:gd name="connsiteX228" fmla="*/ 1066793 w 7467663"/>
              <a:gd name="connsiteY228" fmla="*/ 3212171 h 6858000"/>
              <a:gd name="connsiteX229" fmla="*/ 993319 w 7467663"/>
              <a:gd name="connsiteY229" fmla="*/ 3247648 h 6858000"/>
              <a:gd name="connsiteX230" fmla="*/ 853081 w 7467663"/>
              <a:gd name="connsiteY230" fmla="*/ 3312410 h 6858000"/>
              <a:gd name="connsiteX231" fmla="*/ 805957 w 7467663"/>
              <a:gd name="connsiteY231" fmla="*/ 3330443 h 6858000"/>
              <a:gd name="connsiteX232" fmla="*/ 1318687 w 7467663"/>
              <a:gd name="connsiteY232" fmla="*/ 3113840 h 6858000"/>
              <a:gd name="connsiteX233" fmla="*/ 5453702 w 7467663"/>
              <a:gd name="connsiteY233" fmla="*/ 3090882 h 6858000"/>
              <a:gd name="connsiteX234" fmla="*/ 5480135 w 7467663"/>
              <a:gd name="connsiteY234" fmla="*/ 3565802 h 6858000"/>
              <a:gd name="connsiteX235" fmla="*/ 5499023 w 7467663"/>
              <a:gd name="connsiteY235" fmla="*/ 4166310 h 6858000"/>
              <a:gd name="connsiteX236" fmla="*/ 5547022 w 7467663"/>
              <a:gd name="connsiteY236" fmla="*/ 3607838 h 6858000"/>
              <a:gd name="connsiteX237" fmla="*/ 5515964 w 7467663"/>
              <a:gd name="connsiteY237" fmla="*/ 3378541 h 6858000"/>
              <a:gd name="connsiteX238" fmla="*/ 5453702 w 7467663"/>
              <a:gd name="connsiteY238" fmla="*/ 3090882 h 6858000"/>
              <a:gd name="connsiteX239" fmla="*/ 1238695 w 7467663"/>
              <a:gd name="connsiteY239" fmla="*/ 3076820 h 6858000"/>
              <a:gd name="connsiteX240" fmla="*/ 716371 w 7467663"/>
              <a:gd name="connsiteY240" fmla="*/ 3293249 h 6858000"/>
              <a:gd name="connsiteX241" fmla="*/ 579522 w 7467663"/>
              <a:gd name="connsiteY241" fmla="*/ 3371759 h 6858000"/>
              <a:gd name="connsiteX242" fmla="*/ 600288 w 7467663"/>
              <a:gd name="connsiteY242" fmla="*/ 3365555 h 6858000"/>
              <a:gd name="connsiteX243" fmla="*/ 840692 w 7467663"/>
              <a:gd name="connsiteY243" fmla="*/ 3284921 h 6858000"/>
              <a:gd name="connsiteX244" fmla="*/ 979248 w 7467663"/>
              <a:gd name="connsiteY244" fmla="*/ 3221003 h 6858000"/>
              <a:gd name="connsiteX245" fmla="*/ 1053282 w 7467663"/>
              <a:gd name="connsiteY245" fmla="*/ 3185247 h 6858000"/>
              <a:gd name="connsiteX246" fmla="*/ 1320603 w 7467663"/>
              <a:gd name="connsiteY246" fmla="*/ 3081281 h 6858000"/>
              <a:gd name="connsiteX247" fmla="*/ 1238695 w 7467663"/>
              <a:gd name="connsiteY247" fmla="*/ 3076820 h 6858000"/>
              <a:gd name="connsiteX248" fmla="*/ 5425627 w 7467663"/>
              <a:gd name="connsiteY248" fmla="*/ 2954192 h 6858000"/>
              <a:gd name="connsiteX249" fmla="*/ 5470770 w 7467663"/>
              <a:gd name="connsiteY249" fmla="*/ 3005435 h 6858000"/>
              <a:gd name="connsiteX250" fmla="*/ 5519779 w 7467663"/>
              <a:gd name="connsiteY250" fmla="*/ 4359223 h 6858000"/>
              <a:gd name="connsiteX251" fmla="*/ 5520293 w 7467663"/>
              <a:gd name="connsiteY251" fmla="*/ 4360602 h 6858000"/>
              <a:gd name="connsiteX252" fmla="*/ 5767221 w 7467663"/>
              <a:gd name="connsiteY252" fmla="*/ 4665564 h 6858000"/>
              <a:gd name="connsiteX253" fmla="*/ 6937169 w 7467663"/>
              <a:gd name="connsiteY253" fmla="*/ 4815941 h 6858000"/>
              <a:gd name="connsiteX254" fmla="*/ 6953922 w 7467663"/>
              <a:gd name="connsiteY254" fmla="*/ 4890068 h 6858000"/>
              <a:gd name="connsiteX255" fmla="*/ 6071359 w 7467663"/>
              <a:gd name="connsiteY255" fmla="*/ 4770770 h 6858000"/>
              <a:gd name="connsiteX256" fmla="*/ 6038839 w 7467663"/>
              <a:gd name="connsiteY256" fmla="*/ 4764474 h 6858000"/>
              <a:gd name="connsiteX257" fmla="*/ 6038706 w 7467663"/>
              <a:gd name="connsiteY257" fmla="*/ 4763847 h 6858000"/>
              <a:gd name="connsiteX258" fmla="*/ 6037784 w 7467663"/>
              <a:gd name="connsiteY258" fmla="*/ 4764270 h 6858000"/>
              <a:gd name="connsiteX259" fmla="*/ 6038839 w 7467663"/>
              <a:gd name="connsiteY259" fmla="*/ 4764474 h 6858000"/>
              <a:gd name="connsiteX260" fmla="*/ 6040338 w 7467663"/>
              <a:gd name="connsiteY260" fmla="*/ 4771418 h 6858000"/>
              <a:gd name="connsiteX261" fmla="*/ 6024488 w 7467663"/>
              <a:gd name="connsiteY261" fmla="*/ 4809903 h 6858000"/>
              <a:gd name="connsiteX262" fmla="*/ 5599771 w 7467663"/>
              <a:gd name="connsiteY262" fmla="*/ 5509652 h 6858000"/>
              <a:gd name="connsiteX263" fmla="*/ 5548843 w 7467663"/>
              <a:gd name="connsiteY263" fmla="*/ 5563845 h 6858000"/>
              <a:gd name="connsiteX264" fmla="*/ 5940952 w 7467663"/>
              <a:gd name="connsiteY264" fmla="*/ 6250028 h 6858000"/>
              <a:gd name="connsiteX265" fmla="*/ 6043441 w 7467663"/>
              <a:gd name="connsiteY265" fmla="*/ 6665847 h 6858000"/>
              <a:gd name="connsiteX266" fmla="*/ 6093432 w 7467663"/>
              <a:gd name="connsiteY266" fmla="*/ 6858000 h 6858000"/>
              <a:gd name="connsiteX267" fmla="*/ 6034344 w 7467663"/>
              <a:gd name="connsiteY267" fmla="*/ 6858000 h 6858000"/>
              <a:gd name="connsiteX268" fmla="*/ 6026679 w 7467663"/>
              <a:gd name="connsiteY268" fmla="*/ 6836959 h 6858000"/>
              <a:gd name="connsiteX269" fmla="*/ 5800441 w 7467663"/>
              <a:gd name="connsiteY269" fmla="*/ 6335286 h 6858000"/>
              <a:gd name="connsiteX270" fmla="*/ 5526562 w 7467663"/>
              <a:gd name="connsiteY270" fmla="*/ 5705388 h 6858000"/>
              <a:gd name="connsiteX271" fmla="*/ 5519640 w 7467663"/>
              <a:gd name="connsiteY271" fmla="*/ 5683774 h 6858000"/>
              <a:gd name="connsiteX272" fmla="*/ 5844559 w 7467663"/>
              <a:gd name="connsiteY272" fmla="*/ 6553349 h 6858000"/>
              <a:gd name="connsiteX273" fmla="*/ 5975994 w 7467663"/>
              <a:gd name="connsiteY273" fmla="*/ 6858000 h 6858000"/>
              <a:gd name="connsiteX274" fmla="*/ 5898547 w 7467663"/>
              <a:gd name="connsiteY274" fmla="*/ 6858000 h 6858000"/>
              <a:gd name="connsiteX275" fmla="*/ 5682041 w 7467663"/>
              <a:gd name="connsiteY275" fmla="*/ 6355860 h 6858000"/>
              <a:gd name="connsiteX276" fmla="*/ 5461758 w 7467663"/>
              <a:gd name="connsiteY276" fmla="*/ 5820220 h 6858000"/>
              <a:gd name="connsiteX277" fmla="*/ 5237282 w 7467663"/>
              <a:gd name="connsiteY277" fmla="*/ 6579086 h 6858000"/>
              <a:gd name="connsiteX278" fmla="*/ 5115009 w 7467663"/>
              <a:gd name="connsiteY278" fmla="*/ 6858000 h 6858000"/>
              <a:gd name="connsiteX279" fmla="*/ 5028074 w 7467663"/>
              <a:gd name="connsiteY279" fmla="*/ 6858000 h 6858000"/>
              <a:gd name="connsiteX280" fmla="*/ 5079508 w 7467663"/>
              <a:gd name="connsiteY280" fmla="*/ 6749074 h 6858000"/>
              <a:gd name="connsiteX281" fmla="*/ 5371846 w 7467663"/>
              <a:gd name="connsiteY281" fmla="*/ 5924413 h 6858000"/>
              <a:gd name="connsiteX282" fmla="*/ 5270512 w 7467663"/>
              <a:gd name="connsiteY282" fmla="*/ 6138975 h 6858000"/>
              <a:gd name="connsiteX283" fmla="*/ 5062409 w 7467663"/>
              <a:gd name="connsiteY283" fmla="*/ 6653544 h 6858000"/>
              <a:gd name="connsiteX284" fmla="*/ 5036628 w 7467663"/>
              <a:gd name="connsiteY284" fmla="*/ 6754247 h 6858000"/>
              <a:gd name="connsiteX285" fmla="*/ 5009112 w 7467663"/>
              <a:gd name="connsiteY285" fmla="*/ 6858000 h 6858000"/>
              <a:gd name="connsiteX286" fmla="*/ 4976679 w 7467663"/>
              <a:gd name="connsiteY286" fmla="*/ 6858000 h 6858000"/>
              <a:gd name="connsiteX287" fmla="*/ 5006537 w 7467663"/>
              <a:gd name="connsiteY287" fmla="*/ 6747068 h 6858000"/>
              <a:gd name="connsiteX288" fmla="*/ 5032723 w 7467663"/>
              <a:gd name="connsiteY288" fmla="*/ 6644957 h 6858000"/>
              <a:gd name="connsiteX289" fmla="*/ 5242949 w 7467663"/>
              <a:gd name="connsiteY289" fmla="*/ 6125175 h 6858000"/>
              <a:gd name="connsiteX290" fmla="*/ 5286321 w 7467663"/>
              <a:gd name="connsiteY290" fmla="*/ 6033555 h 6858000"/>
              <a:gd name="connsiteX291" fmla="*/ 5008210 w 7467663"/>
              <a:gd name="connsiteY291" fmla="*/ 6649194 h 6858000"/>
              <a:gd name="connsiteX292" fmla="*/ 4986321 w 7467663"/>
              <a:gd name="connsiteY292" fmla="*/ 6765687 h 6858000"/>
              <a:gd name="connsiteX293" fmla="*/ 4973474 w 7467663"/>
              <a:gd name="connsiteY293" fmla="*/ 6858000 h 6858000"/>
              <a:gd name="connsiteX294" fmla="*/ 4907178 w 7467663"/>
              <a:gd name="connsiteY294" fmla="*/ 6858000 h 6858000"/>
              <a:gd name="connsiteX295" fmla="*/ 4910810 w 7467663"/>
              <a:gd name="connsiteY295" fmla="*/ 6829660 h 6858000"/>
              <a:gd name="connsiteX296" fmla="*/ 4987461 w 7467663"/>
              <a:gd name="connsiteY296" fmla="*/ 6432994 h 6858000"/>
              <a:gd name="connsiteX297" fmla="*/ 5179262 w 7467663"/>
              <a:gd name="connsiteY297" fmla="*/ 6035044 h 6858000"/>
              <a:gd name="connsiteX298" fmla="*/ 4689678 w 7467663"/>
              <a:gd name="connsiteY298" fmla="*/ 6440241 h 6858000"/>
              <a:gd name="connsiteX299" fmla="*/ 4477543 w 7467663"/>
              <a:gd name="connsiteY299" fmla="*/ 6674836 h 6858000"/>
              <a:gd name="connsiteX300" fmla="*/ 4329957 w 7467663"/>
              <a:gd name="connsiteY300" fmla="*/ 6858000 h 6858000"/>
              <a:gd name="connsiteX301" fmla="*/ 4218595 w 7467663"/>
              <a:gd name="connsiteY301" fmla="*/ 6858000 h 6858000"/>
              <a:gd name="connsiteX302" fmla="*/ 4368888 w 7467663"/>
              <a:gd name="connsiteY302" fmla="*/ 6668412 h 6858000"/>
              <a:gd name="connsiteX303" fmla="*/ 4563091 w 7467663"/>
              <a:gd name="connsiteY303" fmla="*/ 6442508 h 6858000"/>
              <a:gd name="connsiteX304" fmla="*/ 5387324 w 7467663"/>
              <a:gd name="connsiteY304" fmla="*/ 5705830 h 6858000"/>
              <a:gd name="connsiteX305" fmla="*/ 5073620 w 7467663"/>
              <a:gd name="connsiteY305" fmla="*/ 5955437 h 6858000"/>
              <a:gd name="connsiteX306" fmla="*/ 4689789 w 7467663"/>
              <a:gd name="connsiteY306" fmla="*/ 6268382 h 6858000"/>
              <a:gd name="connsiteX307" fmla="*/ 4418722 w 7467663"/>
              <a:gd name="connsiteY307" fmla="*/ 6570886 h 6858000"/>
              <a:gd name="connsiteX308" fmla="*/ 4214944 w 7467663"/>
              <a:gd name="connsiteY308" fmla="*/ 6858000 h 6858000"/>
              <a:gd name="connsiteX309" fmla="*/ 4177898 w 7467663"/>
              <a:gd name="connsiteY309" fmla="*/ 6858000 h 6858000"/>
              <a:gd name="connsiteX310" fmla="*/ 4391597 w 7467663"/>
              <a:gd name="connsiteY310" fmla="*/ 6556370 h 6858000"/>
              <a:gd name="connsiteX311" fmla="*/ 4668889 w 7467663"/>
              <a:gd name="connsiteY311" fmla="*/ 6246399 h 6858000"/>
              <a:gd name="connsiteX312" fmla="*/ 5055427 w 7467663"/>
              <a:gd name="connsiteY312" fmla="*/ 5931476 h 6858000"/>
              <a:gd name="connsiteX313" fmla="*/ 5371814 w 7467663"/>
              <a:gd name="connsiteY313" fmla="*/ 5678975 h 6858000"/>
              <a:gd name="connsiteX314" fmla="*/ 4987918 w 7467663"/>
              <a:gd name="connsiteY314" fmla="*/ 5838701 h 6858000"/>
              <a:gd name="connsiteX315" fmla="*/ 4317146 w 7467663"/>
              <a:gd name="connsiteY315" fmla="*/ 6587716 h 6858000"/>
              <a:gd name="connsiteX316" fmla="*/ 4171627 w 7467663"/>
              <a:gd name="connsiteY316" fmla="*/ 6858000 h 6858000"/>
              <a:gd name="connsiteX317" fmla="*/ 4081585 w 7467663"/>
              <a:gd name="connsiteY317" fmla="*/ 6858000 h 6858000"/>
              <a:gd name="connsiteX318" fmla="*/ 4238603 w 7467663"/>
              <a:gd name="connsiteY318" fmla="*/ 6559341 h 6858000"/>
              <a:gd name="connsiteX319" fmla="*/ 4778333 w 7467663"/>
              <a:gd name="connsiteY319" fmla="*/ 5873626 h 6858000"/>
              <a:gd name="connsiteX320" fmla="*/ 5414185 w 7467663"/>
              <a:gd name="connsiteY320" fmla="*/ 5573882 h 6858000"/>
              <a:gd name="connsiteX321" fmla="*/ 5959648 w 7467663"/>
              <a:gd name="connsiteY321" fmla="*/ 4760797 h 6858000"/>
              <a:gd name="connsiteX322" fmla="*/ 5355019 w 7467663"/>
              <a:gd name="connsiteY322" fmla="*/ 4734672 h 6858000"/>
              <a:gd name="connsiteX323" fmla="*/ 5083565 w 7467663"/>
              <a:gd name="connsiteY323" fmla="*/ 5179121 h 6858000"/>
              <a:gd name="connsiteX324" fmla="*/ 4713577 w 7467663"/>
              <a:gd name="connsiteY324" fmla="*/ 5616803 h 6858000"/>
              <a:gd name="connsiteX325" fmla="*/ 3989559 w 7467663"/>
              <a:gd name="connsiteY325" fmla="*/ 6145945 h 6858000"/>
              <a:gd name="connsiteX326" fmla="*/ 3939824 w 7467663"/>
              <a:gd name="connsiteY326" fmla="*/ 6066900 h 6858000"/>
              <a:gd name="connsiteX327" fmla="*/ 4584537 w 7467663"/>
              <a:gd name="connsiteY327" fmla="*/ 5324826 h 6858000"/>
              <a:gd name="connsiteX328" fmla="*/ 5037105 w 7467663"/>
              <a:gd name="connsiteY328" fmla="*/ 5088765 h 6858000"/>
              <a:gd name="connsiteX329" fmla="*/ 5039930 w 7467663"/>
              <a:gd name="connsiteY329" fmla="*/ 5089585 h 6858000"/>
              <a:gd name="connsiteX330" fmla="*/ 5263764 w 7467663"/>
              <a:gd name="connsiteY330" fmla="*/ 4735525 h 6858000"/>
              <a:gd name="connsiteX331" fmla="*/ 4086300 w 7467663"/>
              <a:gd name="connsiteY331" fmla="*/ 4884599 h 6858000"/>
              <a:gd name="connsiteX332" fmla="*/ 4085485 w 7467663"/>
              <a:gd name="connsiteY332" fmla="*/ 4899070 h 6858000"/>
              <a:gd name="connsiteX333" fmla="*/ 3871915 w 7467663"/>
              <a:gd name="connsiteY333" fmla="*/ 5253645 h 6858000"/>
              <a:gd name="connsiteX334" fmla="*/ 3799374 w 7467663"/>
              <a:gd name="connsiteY334" fmla="*/ 5466127 h 6858000"/>
              <a:gd name="connsiteX335" fmla="*/ 3498850 w 7467663"/>
              <a:gd name="connsiteY335" fmla="*/ 6661888 h 6858000"/>
              <a:gd name="connsiteX336" fmla="*/ 3399216 w 7467663"/>
              <a:gd name="connsiteY336" fmla="*/ 6858000 h 6858000"/>
              <a:gd name="connsiteX337" fmla="*/ 3303688 w 7467663"/>
              <a:gd name="connsiteY337" fmla="*/ 6858000 h 6858000"/>
              <a:gd name="connsiteX338" fmla="*/ 3391774 w 7467663"/>
              <a:gd name="connsiteY338" fmla="*/ 6697181 h 6858000"/>
              <a:gd name="connsiteX339" fmla="*/ 3735540 w 7467663"/>
              <a:gd name="connsiteY339" fmla="*/ 5546923 h 6858000"/>
              <a:gd name="connsiteX340" fmla="*/ 3729438 w 7467663"/>
              <a:gd name="connsiteY340" fmla="*/ 5569058 h 6858000"/>
              <a:gd name="connsiteX341" fmla="*/ 3707782 w 7467663"/>
              <a:gd name="connsiteY341" fmla="*/ 5644908 h 6858000"/>
              <a:gd name="connsiteX342" fmla="*/ 3583827 w 7467663"/>
              <a:gd name="connsiteY342" fmla="*/ 6039215 h 6858000"/>
              <a:gd name="connsiteX343" fmla="*/ 3547861 w 7467663"/>
              <a:gd name="connsiteY343" fmla="*/ 6129609 h 6858000"/>
              <a:gd name="connsiteX344" fmla="*/ 3490905 w 7467663"/>
              <a:gd name="connsiteY344" fmla="*/ 6277660 h 6858000"/>
              <a:gd name="connsiteX345" fmla="*/ 3455859 w 7467663"/>
              <a:gd name="connsiteY345" fmla="*/ 6391301 h 6858000"/>
              <a:gd name="connsiteX346" fmla="*/ 3429112 w 7467663"/>
              <a:gd name="connsiteY346" fmla="*/ 6479469 h 6858000"/>
              <a:gd name="connsiteX347" fmla="*/ 3304862 w 7467663"/>
              <a:gd name="connsiteY347" fmla="*/ 6796476 h 6858000"/>
              <a:gd name="connsiteX348" fmla="*/ 3276071 w 7467663"/>
              <a:gd name="connsiteY348" fmla="*/ 6858000 h 6858000"/>
              <a:gd name="connsiteX349" fmla="*/ 3240805 w 7467663"/>
              <a:gd name="connsiteY349" fmla="*/ 6858000 h 6858000"/>
              <a:gd name="connsiteX350" fmla="*/ 3275917 w 7467663"/>
              <a:gd name="connsiteY350" fmla="*/ 6783192 h 6858000"/>
              <a:gd name="connsiteX351" fmla="*/ 3399358 w 7467663"/>
              <a:gd name="connsiteY351" fmla="*/ 6469011 h 6858000"/>
              <a:gd name="connsiteX352" fmla="*/ 3425650 w 7467663"/>
              <a:gd name="connsiteY352" fmla="*/ 6381333 h 6858000"/>
              <a:gd name="connsiteX353" fmla="*/ 3460661 w 7467663"/>
              <a:gd name="connsiteY353" fmla="*/ 6266763 h 6858000"/>
              <a:gd name="connsiteX354" fmla="*/ 3518021 w 7467663"/>
              <a:gd name="connsiteY354" fmla="*/ 6117298 h 6858000"/>
              <a:gd name="connsiteX355" fmla="*/ 3554035 w 7467663"/>
              <a:gd name="connsiteY355" fmla="*/ 6027832 h 6858000"/>
              <a:gd name="connsiteX356" fmla="*/ 3677174 w 7467663"/>
              <a:gd name="connsiteY356" fmla="*/ 5636351 h 6858000"/>
              <a:gd name="connsiteX357" fmla="*/ 3698819 w 7467663"/>
              <a:gd name="connsiteY357" fmla="*/ 5560503 h 6858000"/>
              <a:gd name="connsiteX358" fmla="*/ 3702094 w 7467663"/>
              <a:gd name="connsiteY358" fmla="*/ 5549194 h 6858000"/>
              <a:gd name="connsiteX359" fmla="*/ 3398355 w 7467663"/>
              <a:gd name="connsiteY359" fmla="*/ 6094603 h 6858000"/>
              <a:gd name="connsiteX360" fmla="*/ 3193941 w 7467663"/>
              <a:gd name="connsiteY360" fmla="*/ 6798775 h 6858000"/>
              <a:gd name="connsiteX361" fmla="*/ 3184140 w 7467663"/>
              <a:gd name="connsiteY361" fmla="*/ 6858000 h 6858000"/>
              <a:gd name="connsiteX362" fmla="*/ 3099978 w 7467663"/>
              <a:gd name="connsiteY362" fmla="*/ 6858000 h 6858000"/>
              <a:gd name="connsiteX363" fmla="*/ 3101556 w 7467663"/>
              <a:gd name="connsiteY363" fmla="*/ 6843337 h 6858000"/>
              <a:gd name="connsiteX364" fmla="*/ 3370162 w 7467663"/>
              <a:gd name="connsiteY364" fmla="*/ 5785550 h 6858000"/>
              <a:gd name="connsiteX365" fmla="*/ 3746477 w 7467663"/>
              <a:gd name="connsiteY365" fmla="*/ 5377889 h 6858000"/>
              <a:gd name="connsiteX366" fmla="*/ 3863399 w 7467663"/>
              <a:gd name="connsiteY366" fmla="*/ 5087257 h 6858000"/>
              <a:gd name="connsiteX367" fmla="*/ 3968712 w 7467663"/>
              <a:gd name="connsiteY367" fmla="*/ 4913989 h 6858000"/>
              <a:gd name="connsiteX368" fmla="*/ 2792390 w 7467663"/>
              <a:gd name="connsiteY368" fmla="*/ 5382974 h 6858000"/>
              <a:gd name="connsiteX369" fmla="*/ 2714982 w 7467663"/>
              <a:gd name="connsiteY369" fmla="*/ 5427051 h 6858000"/>
              <a:gd name="connsiteX370" fmla="*/ 2813361 w 7467663"/>
              <a:gd name="connsiteY370" fmla="*/ 6023912 h 6858000"/>
              <a:gd name="connsiteX371" fmla="*/ 2688430 w 7467663"/>
              <a:gd name="connsiteY371" fmla="*/ 6801564 h 6858000"/>
              <a:gd name="connsiteX372" fmla="*/ 2629626 w 7467663"/>
              <a:gd name="connsiteY372" fmla="*/ 6763394 h 6858000"/>
              <a:gd name="connsiteX373" fmla="*/ 2565328 w 7467663"/>
              <a:gd name="connsiteY373" fmla="*/ 5516399 h 6858000"/>
              <a:gd name="connsiteX374" fmla="*/ 1922999 w 7467663"/>
              <a:gd name="connsiteY374" fmla="*/ 5980343 h 6858000"/>
              <a:gd name="connsiteX375" fmla="*/ 1950261 w 7467663"/>
              <a:gd name="connsiteY375" fmla="*/ 6405858 h 6858000"/>
              <a:gd name="connsiteX376" fmla="*/ 2365554 w 7467663"/>
              <a:gd name="connsiteY376" fmla="*/ 6759107 h 6858000"/>
              <a:gd name="connsiteX377" fmla="*/ 2424142 w 7467663"/>
              <a:gd name="connsiteY377" fmla="*/ 6858000 h 6858000"/>
              <a:gd name="connsiteX378" fmla="*/ 2395994 w 7467663"/>
              <a:gd name="connsiteY378" fmla="*/ 6858000 h 6858000"/>
              <a:gd name="connsiteX379" fmla="*/ 2392863 w 7467663"/>
              <a:gd name="connsiteY379" fmla="*/ 6852964 h 6858000"/>
              <a:gd name="connsiteX380" fmla="*/ 2017589 w 7467663"/>
              <a:gd name="connsiteY380" fmla="*/ 6493982 h 6858000"/>
              <a:gd name="connsiteX381" fmla="*/ 2147336 w 7467663"/>
              <a:gd name="connsiteY381" fmla="*/ 6594052 h 6858000"/>
              <a:gd name="connsiteX382" fmla="*/ 2207047 w 7467663"/>
              <a:gd name="connsiteY382" fmla="*/ 6654540 h 6858000"/>
              <a:gd name="connsiteX383" fmla="*/ 2299106 w 7467663"/>
              <a:gd name="connsiteY383" fmla="*/ 6778931 h 6858000"/>
              <a:gd name="connsiteX384" fmla="*/ 2314430 w 7467663"/>
              <a:gd name="connsiteY384" fmla="*/ 6801144 h 6858000"/>
              <a:gd name="connsiteX385" fmla="*/ 2352406 w 7467663"/>
              <a:gd name="connsiteY385" fmla="*/ 6858000 h 6858000"/>
              <a:gd name="connsiteX386" fmla="*/ 2314492 w 7467663"/>
              <a:gd name="connsiteY386" fmla="*/ 6858000 h 6858000"/>
              <a:gd name="connsiteX387" fmla="*/ 2288095 w 7467663"/>
              <a:gd name="connsiteY387" fmla="*/ 6818030 h 6858000"/>
              <a:gd name="connsiteX388" fmla="*/ 2272768 w 7467663"/>
              <a:gd name="connsiteY388" fmla="*/ 6795822 h 6858000"/>
              <a:gd name="connsiteX389" fmla="*/ 2182715 w 7467663"/>
              <a:gd name="connsiteY389" fmla="*/ 6675071 h 6858000"/>
              <a:gd name="connsiteX390" fmla="*/ 2032061 w 7467663"/>
              <a:gd name="connsiteY390" fmla="*/ 6541380 h 6858000"/>
              <a:gd name="connsiteX391" fmla="*/ 2257220 w 7467663"/>
              <a:gd name="connsiteY391" fmla="*/ 6826257 h 6858000"/>
              <a:gd name="connsiteX392" fmla="*/ 2281324 w 7467663"/>
              <a:gd name="connsiteY392" fmla="*/ 6858000 h 6858000"/>
              <a:gd name="connsiteX393" fmla="*/ 2242860 w 7467663"/>
              <a:gd name="connsiteY393" fmla="*/ 6858000 h 6858000"/>
              <a:gd name="connsiteX394" fmla="*/ 2232818 w 7467663"/>
              <a:gd name="connsiteY394" fmla="*/ 6844926 h 6858000"/>
              <a:gd name="connsiteX395" fmla="*/ 1990172 w 7467663"/>
              <a:gd name="connsiteY395" fmla="*/ 6542121 h 6858000"/>
              <a:gd name="connsiteX396" fmla="*/ 2124090 w 7467663"/>
              <a:gd name="connsiteY396" fmla="*/ 6761017 h 6858000"/>
              <a:gd name="connsiteX397" fmla="*/ 2200380 w 7467663"/>
              <a:gd name="connsiteY397" fmla="*/ 6858000 h 6858000"/>
              <a:gd name="connsiteX398" fmla="*/ 2147507 w 7467663"/>
              <a:gd name="connsiteY398" fmla="*/ 6858000 h 6858000"/>
              <a:gd name="connsiteX399" fmla="*/ 2070668 w 7467663"/>
              <a:gd name="connsiteY399" fmla="*/ 6761520 h 6858000"/>
              <a:gd name="connsiteX400" fmla="*/ 1975142 w 7467663"/>
              <a:gd name="connsiteY400" fmla="*/ 6585570 h 6858000"/>
              <a:gd name="connsiteX401" fmla="*/ 2050035 w 7467663"/>
              <a:gd name="connsiteY401" fmla="*/ 6813345 h 6858000"/>
              <a:gd name="connsiteX402" fmla="*/ 2063025 w 7467663"/>
              <a:gd name="connsiteY402" fmla="*/ 6858000 h 6858000"/>
              <a:gd name="connsiteX403" fmla="*/ 2021675 w 7467663"/>
              <a:gd name="connsiteY403" fmla="*/ 6858000 h 6858000"/>
              <a:gd name="connsiteX404" fmla="*/ 2019308 w 7467663"/>
              <a:gd name="connsiteY404" fmla="*/ 6847118 h 6858000"/>
              <a:gd name="connsiteX405" fmla="*/ 1938835 w 7467663"/>
              <a:gd name="connsiteY405" fmla="*/ 6551160 h 6858000"/>
              <a:gd name="connsiteX406" fmla="*/ 1953230 w 7467663"/>
              <a:gd name="connsiteY406" fmla="*/ 6759699 h 6858000"/>
              <a:gd name="connsiteX407" fmla="*/ 1956763 w 7467663"/>
              <a:gd name="connsiteY407" fmla="*/ 6778191 h 6858000"/>
              <a:gd name="connsiteX408" fmla="*/ 1967925 w 7467663"/>
              <a:gd name="connsiteY408" fmla="*/ 6858000 h 6858000"/>
              <a:gd name="connsiteX409" fmla="*/ 1936622 w 7467663"/>
              <a:gd name="connsiteY409" fmla="*/ 6858000 h 6858000"/>
              <a:gd name="connsiteX410" fmla="*/ 1926261 w 7467663"/>
              <a:gd name="connsiteY410" fmla="*/ 6784064 h 6858000"/>
              <a:gd name="connsiteX411" fmla="*/ 1922724 w 7467663"/>
              <a:gd name="connsiteY411" fmla="*/ 6765577 h 6858000"/>
              <a:gd name="connsiteX412" fmla="*/ 1904650 w 7467663"/>
              <a:gd name="connsiteY412" fmla="*/ 6639616 h 6858000"/>
              <a:gd name="connsiteX413" fmla="*/ 1885273 w 7467663"/>
              <a:gd name="connsiteY413" fmla="*/ 6858000 h 6858000"/>
              <a:gd name="connsiteX414" fmla="*/ 1854363 w 7467663"/>
              <a:gd name="connsiteY414" fmla="*/ 6858000 h 6858000"/>
              <a:gd name="connsiteX415" fmla="*/ 1880391 w 7467663"/>
              <a:gd name="connsiteY415" fmla="*/ 6603796 h 6858000"/>
              <a:gd name="connsiteX416" fmla="*/ 1818273 w 7467663"/>
              <a:gd name="connsiteY416" fmla="*/ 6715729 h 6858000"/>
              <a:gd name="connsiteX417" fmla="*/ 1794691 w 7467663"/>
              <a:gd name="connsiteY417" fmla="*/ 6843239 h 6858000"/>
              <a:gd name="connsiteX418" fmla="*/ 1794914 w 7467663"/>
              <a:gd name="connsiteY418" fmla="*/ 6858000 h 6858000"/>
              <a:gd name="connsiteX419" fmla="*/ 1746128 w 7467663"/>
              <a:gd name="connsiteY419" fmla="*/ 6858000 h 6858000"/>
              <a:gd name="connsiteX420" fmla="*/ 1753934 w 7467663"/>
              <a:gd name="connsiteY420" fmla="*/ 6724796 h 6858000"/>
              <a:gd name="connsiteX421" fmla="*/ 1792053 w 7467663"/>
              <a:gd name="connsiteY421" fmla="*/ 6572396 h 6858000"/>
              <a:gd name="connsiteX422" fmla="*/ 1862248 w 7467663"/>
              <a:gd name="connsiteY422" fmla="*/ 6266397 h 6858000"/>
              <a:gd name="connsiteX423" fmla="*/ 1862250 w 7467663"/>
              <a:gd name="connsiteY423" fmla="*/ 6033531 h 6858000"/>
              <a:gd name="connsiteX424" fmla="*/ 1211999 w 7467663"/>
              <a:gd name="connsiteY424" fmla="*/ 6683610 h 6858000"/>
              <a:gd name="connsiteX425" fmla="*/ 1213266 w 7467663"/>
              <a:gd name="connsiteY425" fmla="*/ 6691947 h 6858000"/>
              <a:gd name="connsiteX426" fmla="*/ 1203370 w 7467663"/>
              <a:gd name="connsiteY426" fmla="*/ 6850676 h 6858000"/>
              <a:gd name="connsiteX427" fmla="*/ 1203671 w 7467663"/>
              <a:gd name="connsiteY427" fmla="*/ 6858000 h 6858000"/>
              <a:gd name="connsiteX428" fmla="*/ 1143180 w 7467663"/>
              <a:gd name="connsiteY428" fmla="*/ 6858000 h 6858000"/>
              <a:gd name="connsiteX429" fmla="*/ 1142176 w 7467663"/>
              <a:gd name="connsiteY429" fmla="*/ 6766045 h 6858000"/>
              <a:gd name="connsiteX430" fmla="*/ 1067484 w 7467663"/>
              <a:gd name="connsiteY430" fmla="*/ 6858000 h 6858000"/>
              <a:gd name="connsiteX431" fmla="*/ 953928 w 7467663"/>
              <a:gd name="connsiteY431" fmla="*/ 6858000 h 6858000"/>
              <a:gd name="connsiteX432" fmla="*/ 959715 w 7467663"/>
              <a:gd name="connsiteY432" fmla="*/ 6850185 h 6858000"/>
              <a:gd name="connsiteX433" fmla="*/ 1483788 w 7467663"/>
              <a:gd name="connsiteY433" fmla="*/ 6259174 h 6858000"/>
              <a:gd name="connsiteX434" fmla="*/ 1100671 w 7467663"/>
              <a:gd name="connsiteY434" fmla="*/ 6252137 h 6858000"/>
              <a:gd name="connsiteX435" fmla="*/ 1090144 w 7467663"/>
              <a:gd name="connsiteY435" fmla="*/ 6256748 h 6858000"/>
              <a:gd name="connsiteX436" fmla="*/ 1095872 w 7467663"/>
              <a:gd name="connsiteY436" fmla="*/ 6271892 h 6858000"/>
              <a:gd name="connsiteX437" fmla="*/ 262785 w 7467663"/>
              <a:gd name="connsiteY437" fmla="*/ 6845450 h 6858000"/>
              <a:gd name="connsiteX438" fmla="*/ 209968 w 7467663"/>
              <a:gd name="connsiteY438" fmla="*/ 6770713 h 6858000"/>
              <a:gd name="connsiteX439" fmla="*/ 873460 w 7467663"/>
              <a:gd name="connsiteY439" fmla="*/ 6253768 h 6858000"/>
              <a:gd name="connsiteX440" fmla="*/ 192686 w 7467663"/>
              <a:gd name="connsiteY440" fmla="*/ 5849257 h 6858000"/>
              <a:gd name="connsiteX441" fmla="*/ 4696 w 7467663"/>
              <a:gd name="connsiteY441" fmla="*/ 5697668 h 6858000"/>
              <a:gd name="connsiteX442" fmla="*/ 0 w 7467663"/>
              <a:gd name="connsiteY442" fmla="*/ 5689984 h 6858000"/>
              <a:gd name="connsiteX443" fmla="*/ 0 w 7467663"/>
              <a:gd name="connsiteY443" fmla="*/ 5513472 h 6858000"/>
              <a:gd name="connsiteX444" fmla="*/ 174101 w 7467663"/>
              <a:gd name="connsiteY444" fmla="*/ 5620277 h 6858000"/>
              <a:gd name="connsiteX445" fmla="*/ 891800 w 7467663"/>
              <a:gd name="connsiteY445" fmla="*/ 6036935 h 6858000"/>
              <a:gd name="connsiteX446" fmla="*/ 1072219 w 7467663"/>
              <a:gd name="connsiteY446" fmla="*/ 6169443 h 6858000"/>
              <a:gd name="connsiteX447" fmla="*/ 1074117 w 7467663"/>
              <a:gd name="connsiteY447" fmla="*/ 6170301 h 6858000"/>
              <a:gd name="connsiteX448" fmla="*/ 1083114 w 7467663"/>
              <a:gd name="connsiteY448" fmla="*/ 6174131 h 6858000"/>
              <a:gd name="connsiteX449" fmla="*/ 1543010 w 7467663"/>
              <a:gd name="connsiteY449" fmla="*/ 6191140 h 6858000"/>
              <a:gd name="connsiteX450" fmla="*/ 1551080 w 7467663"/>
              <a:gd name="connsiteY450" fmla="*/ 6195006 h 6858000"/>
              <a:gd name="connsiteX451" fmla="*/ 2345443 w 7467663"/>
              <a:gd name="connsiteY451" fmla="*/ 5549882 h 6858000"/>
              <a:gd name="connsiteX452" fmla="*/ 1721499 w 7467663"/>
              <a:gd name="connsiteY452" fmla="*/ 5599969 h 6858000"/>
              <a:gd name="connsiteX453" fmla="*/ 767716 w 7467663"/>
              <a:gd name="connsiteY453" fmla="*/ 5472768 h 6858000"/>
              <a:gd name="connsiteX454" fmla="*/ 722147 w 7467663"/>
              <a:gd name="connsiteY454" fmla="*/ 5393091 h 6858000"/>
              <a:gd name="connsiteX455" fmla="*/ 1485552 w 7467663"/>
              <a:gd name="connsiteY455" fmla="*/ 5313202 h 6858000"/>
              <a:gd name="connsiteX456" fmla="*/ 2143004 w 7467663"/>
              <a:gd name="connsiteY456" fmla="*/ 5402420 h 6858000"/>
              <a:gd name="connsiteX457" fmla="*/ 1933391 w 7467663"/>
              <a:gd name="connsiteY457" fmla="*/ 5156971 h 6858000"/>
              <a:gd name="connsiteX458" fmla="*/ 1827118 w 7467663"/>
              <a:gd name="connsiteY458" fmla="*/ 4968410 h 6858000"/>
              <a:gd name="connsiteX459" fmla="*/ 1837349 w 7467663"/>
              <a:gd name="connsiteY459" fmla="*/ 4956357 h 6858000"/>
              <a:gd name="connsiteX460" fmla="*/ 2162835 w 7467663"/>
              <a:gd name="connsiteY460" fmla="*/ 5187853 h 6858000"/>
              <a:gd name="connsiteX461" fmla="*/ 2257167 w 7467663"/>
              <a:gd name="connsiteY461" fmla="*/ 5462123 h 6858000"/>
              <a:gd name="connsiteX462" fmla="*/ 2261598 w 7467663"/>
              <a:gd name="connsiteY462" fmla="*/ 5467998 h 6858000"/>
              <a:gd name="connsiteX463" fmla="*/ 2437177 w 7467663"/>
              <a:gd name="connsiteY463" fmla="*/ 5479608 h 6858000"/>
              <a:gd name="connsiteX464" fmla="*/ 2445247 w 7467663"/>
              <a:gd name="connsiteY464" fmla="*/ 5483476 h 6858000"/>
              <a:gd name="connsiteX465" fmla="*/ 2743626 w 7467663"/>
              <a:gd name="connsiteY465" fmla="*/ 5304819 h 6858000"/>
              <a:gd name="connsiteX466" fmla="*/ 3048102 w 7467663"/>
              <a:gd name="connsiteY466" fmla="*/ 5150595 h 6858000"/>
              <a:gd name="connsiteX467" fmla="*/ 1799414 w 7467663"/>
              <a:gd name="connsiteY467" fmla="*/ 4694732 h 6858000"/>
              <a:gd name="connsiteX468" fmla="*/ 1771735 w 7467663"/>
              <a:gd name="connsiteY468" fmla="*/ 4619929 h 6858000"/>
              <a:gd name="connsiteX469" fmla="*/ 3104273 w 7467663"/>
              <a:gd name="connsiteY469" fmla="*/ 5076159 h 6858000"/>
              <a:gd name="connsiteX470" fmla="*/ 3113245 w 7467663"/>
              <a:gd name="connsiteY470" fmla="*/ 5090705 h 6858000"/>
              <a:gd name="connsiteX471" fmla="*/ 3126294 w 7467663"/>
              <a:gd name="connsiteY471" fmla="*/ 5114400 h 6858000"/>
              <a:gd name="connsiteX472" fmla="*/ 3937433 w 7467663"/>
              <a:gd name="connsiteY472" fmla="*/ 4830473 h 6858000"/>
              <a:gd name="connsiteX473" fmla="*/ 3590475 w 7467663"/>
              <a:gd name="connsiteY473" fmla="*/ 4597974 h 6858000"/>
              <a:gd name="connsiteX474" fmla="*/ 3100264 w 7467663"/>
              <a:gd name="connsiteY474" fmla="*/ 4579845 h 6858000"/>
              <a:gd name="connsiteX475" fmla="*/ 2183576 w 7467663"/>
              <a:gd name="connsiteY475" fmla="*/ 4227150 h 6858000"/>
              <a:gd name="connsiteX476" fmla="*/ 2151029 w 7467663"/>
              <a:gd name="connsiteY476" fmla="*/ 4146947 h 6858000"/>
              <a:gd name="connsiteX477" fmla="*/ 3563434 w 7467663"/>
              <a:gd name="connsiteY477" fmla="*/ 4469115 h 6858000"/>
              <a:gd name="connsiteX478" fmla="*/ 3177952 w 7467663"/>
              <a:gd name="connsiteY478" fmla="*/ 3657386 h 6858000"/>
              <a:gd name="connsiteX479" fmla="*/ 3189263 w 7467663"/>
              <a:gd name="connsiteY479" fmla="*/ 3625726 h 6858000"/>
              <a:gd name="connsiteX480" fmla="*/ 3560912 w 7467663"/>
              <a:gd name="connsiteY480" fmla="*/ 4079863 h 6858000"/>
              <a:gd name="connsiteX481" fmla="*/ 3626636 w 7467663"/>
              <a:gd name="connsiteY481" fmla="*/ 4512230 h 6858000"/>
              <a:gd name="connsiteX482" fmla="*/ 3653088 w 7467663"/>
              <a:gd name="connsiteY482" fmla="*/ 4521417 h 6858000"/>
              <a:gd name="connsiteX483" fmla="*/ 3988128 w 7467663"/>
              <a:gd name="connsiteY483" fmla="*/ 4817267 h 6858000"/>
              <a:gd name="connsiteX484" fmla="*/ 4830582 w 7467663"/>
              <a:gd name="connsiteY484" fmla="*/ 4676000 h 6858000"/>
              <a:gd name="connsiteX485" fmla="*/ 4830100 w 7467663"/>
              <a:gd name="connsiteY485" fmla="*/ 4675554 h 6858000"/>
              <a:gd name="connsiteX486" fmla="*/ 4036318 w 7467663"/>
              <a:gd name="connsiteY486" fmla="*/ 4147013 h 6858000"/>
              <a:gd name="connsiteX487" fmla="*/ 3432098 w 7467663"/>
              <a:gd name="connsiteY487" fmla="*/ 3537312 h 6858000"/>
              <a:gd name="connsiteX488" fmla="*/ 3446761 w 7467663"/>
              <a:gd name="connsiteY488" fmla="*/ 3461278 h 6858000"/>
              <a:gd name="connsiteX489" fmla="*/ 4419733 w 7467663"/>
              <a:gd name="connsiteY489" fmla="*/ 3963555 h 6858000"/>
              <a:gd name="connsiteX490" fmla="*/ 4781371 w 7467663"/>
              <a:gd name="connsiteY490" fmla="*/ 4458604 h 6858000"/>
              <a:gd name="connsiteX491" fmla="*/ 4780440 w 7467663"/>
              <a:gd name="connsiteY491" fmla="*/ 4470290 h 6858000"/>
              <a:gd name="connsiteX492" fmla="*/ 4898954 w 7467663"/>
              <a:gd name="connsiteY492" fmla="*/ 4662092 h 6858000"/>
              <a:gd name="connsiteX493" fmla="*/ 4900699 w 7467663"/>
              <a:gd name="connsiteY493" fmla="*/ 4670867 h 6858000"/>
              <a:gd name="connsiteX494" fmla="*/ 5714511 w 7467663"/>
              <a:gd name="connsiteY494" fmla="*/ 4663483 h 6858000"/>
              <a:gd name="connsiteX495" fmla="*/ 5464793 w 7467663"/>
              <a:gd name="connsiteY495" fmla="*/ 4393556 h 6858000"/>
              <a:gd name="connsiteX496" fmla="*/ 5461897 w 7467663"/>
              <a:gd name="connsiteY496" fmla="*/ 4390879 h 6858000"/>
              <a:gd name="connsiteX497" fmla="*/ 4294126 w 7467663"/>
              <a:gd name="connsiteY497" fmla="*/ 3303048 h 6858000"/>
              <a:gd name="connsiteX498" fmla="*/ 4305321 w 7467663"/>
              <a:gd name="connsiteY498" fmla="*/ 3256953 h 6858000"/>
              <a:gd name="connsiteX499" fmla="*/ 4949299 w 7467663"/>
              <a:gd name="connsiteY499" fmla="*/ 3766336 h 6858000"/>
              <a:gd name="connsiteX500" fmla="*/ 5291452 w 7467663"/>
              <a:gd name="connsiteY500" fmla="*/ 4076801 h 6858000"/>
              <a:gd name="connsiteX501" fmla="*/ 5434998 w 7467663"/>
              <a:gd name="connsiteY501" fmla="*/ 4254100 h 6858000"/>
              <a:gd name="connsiteX502" fmla="*/ 5351015 w 7467663"/>
              <a:gd name="connsiteY502" fmla="*/ 3760989 h 6858000"/>
              <a:gd name="connsiteX503" fmla="*/ 5413780 w 7467663"/>
              <a:gd name="connsiteY503" fmla="*/ 2966265 h 6858000"/>
              <a:gd name="connsiteX504" fmla="*/ 5425627 w 7467663"/>
              <a:gd name="connsiteY504" fmla="*/ 2954192 h 6858000"/>
              <a:gd name="connsiteX505" fmla="*/ 6604735 w 7467663"/>
              <a:gd name="connsiteY505" fmla="*/ 2041381 h 6858000"/>
              <a:gd name="connsiteX506" fmla="*/ 7204487 w 7467663"/>
              <a:gd name="connsiteY506" fmla="*/ 2742112 h 6858000"/>
              <a:gd name="connsiteX507" fmla="*/ 7131592 w 7467663"/>
              <a:gd name="connsiteY507" fmla="*/ 2672096 h 6858000"/>
              <a:gd name="connsiteX508" fmla="*/ 6996344 w 7467663"/>
              <a:gd name="connsiteY508" fmla="*/ 2518310 h 6858000"/>
              <a:gd name="connsiteX509" fmla="*/ 6735495 w 7467663"/>
              <a:gd name="connsiteY509" fmla="*/ 2196890 h 6858000"/>
              <a:gd name="connsiteX510" fmla="*/ 6721901 w 7467663"/>
              <a:gd name="connsiteY510" fmla="*/ 2179274 h 6858000"/>
              <a:gd name="connsiteX511" fmla="*/ 6604735 w 7467663"/>
              <a:gd name="connsiteY511" fmla="*/ 2041381 h 6858000"/>
              <a:gd name="connsiteX512" fmla="*/ 6591670 w 7467663"/>
              <a:gd name="connsiteY512" fmla="*/ 1988277 h 6858000"/>
              <a:gd name="connsiteX513" fmla="*/ 6747349 w 7467663"/>
              <a:gd name="connsiteY513" fmla="*/ 2160069 h 6858000"/>
              <a:gd name="connsiteX514" fmla="*/ 6760943 w 7467663"/>
              <a:gd name="connsiteY514" fmla="*/ 2177686 h 6858000"/>
              <a:gd name="connsiteX515" fmla="*/ 7021065 w 7467663"/>
              <a:gd name="connsiteY515" fmla="*/ 2498102 h 6858000"/>
              <a:gd name="connsiteX516" fmla="*/ 7155223 w 7467663"/>
              <a:gd name="connsiteY516" fmla="*/ 2650386 h 6858000"/>
              <a:gd name="connsiteX517" fmla="*/ 7203167 w 7467663"/>
              <a:gd name="connsiteY517" fmla="*/ 2697288 h 6858000"/>
              <a:gd name="connsiteX518" fmla="*/ 6937703 w 7467663"/>
              <a:gd name="connsiteY518" fmla="*/ 2321981 h 6858000"/>
              <a:gd name="connsiteX519" fmla="*/ 6591670 w 7467663"/>
              <a:gd name="connsiteY519" fmla="*/ 1988277 h 6858000"/>
              <a:gd name="connsiteX520" fmla="*/ 5798671 w 7467663"/>
              <a:gd name="connsiteY520" fmla="*/ 1981601 h 6858000"/>
              <a:gd name="connsiteX521" fmla="*/ 5754709 w 7467663"/>
              <a:gd name="connsiteY521" fmla="*/ 2071454 h 6858000"/>
              <a:gd name="connsiteX522" fmla="*/ 5763044 w 7467663"/>
              <a:gd name="connsiteY522" fmla="*/ 2842206 h 6858000"/>
              <a:gd name="connsiteX523" fmla="*/ 5764974 w 7467663"/>
              <a:gd name="connsiteY523" fmla="*/ 2799609 h 6858000"/>
              <a:gd name="connsiteX524" fmla="*/ 5767665 w 7467663"/>
              <a:gd name="connsiteY524" fmla="*/ 2666409 h 6858000"/>
              <a:gd name="connsiteX525" fmla="*/ 5763055 w 7467663"/>
              <a:gd name="connsiteY525" fmla="*/ 2579705 h 6858000"/>
              <a:gd name="connsiteX526" fmla="*/ 5758079 w 7467663"/>
              <a:gd name="connsiteY526" fmla="*/ 2492508 h 6858000"/>
              <a:gd name="connsiteX527" fmla="*/ 5779325 w 7467663"/>
              <a:gd name="connsiteY527" fmla="*/ 2197069 h 6858000"/>
              <a:gd name="connsiteX528" fmla="*/ 5798671 w 7467663"/>
              <a:gd name="connsiteY528" fmla="*/ 1981601 h 6858000"/>
              <a:gd name="connsiteX529" fmla="*/ 5829202 w 7467663"/>
              <a:gd name="connsiteY529" fmla="*/ 1971679 h 6858000"/>
              <a:gd name="connsiteX530" fmla="*/ 5809558 w 7467663"/>
              <a:gd name="connsiteY530" fmla="*/ 2198043 h 6858000"/>
              <a:gd name="connsiteX531" fmla="*/ 5788653 w 7467663"/>
              <a:gd name="connsiteY531" fmla="*/ 2489430 h 6858000"/>
              <a:gd name="connsiteX532" fmla="*/ 5793439 w 7467663"/>
              <a:gd name="connsiteY532" fmla="*/ 2575235 h 6858000"/>
              <a:gd name="connsiteX533" fmla="*/ 5796837 w 7467663"/>
              <a:gd name="connsiteY533" fmla="*/ 2637633 h 6858000"/>
              <a:gd name="connsiteX534" fmla="*/ 5818614 w 7467663"/>
              <a:gd name="connsiteY534" fmla="*/ 2473055 h 6858000"/>
              <a:gd name="connsiteX535" fmla="*/ 5829202 w 7467663"/>
              <a:gd name="connsiteY535" fmla="*/ 1971679 h 6858000"/>
              <a:gd name="connsiteX536" fmla="*/ 5911389 w 7467663"/>
              <a:gd name="connsiteY536" fmla="*/ 1898371 h 6858000"/>
              <a:gd name="connsiteX537" fmla="*/ 6237627 w 7467663"/>
              <a:gd name="connsiteY537" fmla="*/ 2231921 h 6858000"/>
              <a:gd name="connsiteX538" fmla="*/ 5911389 w 7467663"/>
              <a:gd name="connsiteY538" fmla="*/ 1898371 h 6858000"/>
              <a:gd name="connsiteX539" fmla="*/ 6944437 w 7467663"/>
              <a:gd name="connsiteY539" fmla="*/ 1575402 h 6858000"/>
              <a:gd name="connsiteX540" fmla="*/ 6304730 w 7467663"/>
              <a:gd name="connsiteY540" fmla="*/ 1766654 h 6858000"/>
              <a:gd name="connsiteX541" fmla="*/ 6944437 w 7467663"/>
              <a:gd name="connsiteY541" fmla="*/ 1575402 h 6858000"/>
              <a:gd name="connsiteX542" fmla="*/ 7019523 w 7467663"/>
              <a:gd name="connsiteY542" fmla="*/ 1519450 h 6858000"/>
              <a:gd name="connsiteX543" fmla="*/ 6298091 w 7467663"/>
              <a:gd name="connsiteY543" fmla="*/ 1737122 h 6858000"/>
              <a:gd name="connsiteX544" fmla="*/ 7019523 w 7467663"/>
              <a:gd name="connsiteY544" fmla="*/ 1519450 h 6858000"/>
              <a:gd name="connsiteX545" fmla="*/ 2399523 w 7467663"/>
              <a:gd name="connsiteY545" fmla="*/ 1428234 h 6858000"/>
              <a:gd name="connsiteX546" fmla="*/ 2224982 w 7467663"/>
              <a:gd name="connsiteY546" fmla="*/ 1826201 h 6858000"/>
              <a:gd name="connsiteX547" fmla="*/ 2096099 w 7467663"/>
              <a:gd name="connsiteY547" fmla="*/ 2345900 h 6858000"/>
              <a:gd name="connsiteX548" fmla="*/ 2283317 w 7467663"/>
              <a:gd name="connsiteY548" fmla="*/ 1796925 h 6858000"/>
              <a:gd name="connsiteX549" fmla="*/ 2399523 w 7467663"/>
              <a:gd name="connsiteY549" fmla="*/ 1428234 h 6858000"/>
              <a:gd name="connsiteX550" fmla="*/ 2448558 w 7467663"/>
              <a:gd name="connsiteY550" fmla="*/ 1373435 h 6858000"/>
              <a:gd name="connsiteX551" fmla="*/ 2312521 w 7467663"/>
              <a:gd name="connsiteY551" fmla="*/ 1806140 h 6858000"/>
              <a:gd name="connsiteX552" fmla="*/ 2127533 w 7467663"/>
              <a:gd name="connsiteY552" fmla="*/ 2348380 h 6858000"/>
              <a:gd name="connsiteX553" fmla="*/ 2358080 w 7467663"/>
              <a:gd name="connsiteY553" fmla="*/ 1866134 h 6858000"/>
              <a:gd name="connsiteX554" fmla="*/ 2407436 w 7467663"/>
              <a:gd name="connsiteY554" fmla="*/ 1651070 h 6858000"/>
              <a:gd name="connsiteX555" fmla="*/ 2448558 w 7467663"/>
              <a:gd name="connsiteY555" fmla="*/ 1373435 h 6858000"/>
              <a:gd name="connsiteX556" fmla="*/ 278707 w 7467663"/>
              <a:gd name="connsiteY556" fmla="*/ 1352270 h 6858000"/>
              <a:gd name="connsiteX557" fmla="*/ 321570 w 7467663"/>
              <a:gd name="connsiteY557" fmla="*/ 1861610 h 6858000"/>
              <a:gd name="connsiteX558" fmla="*/ 294281 w 7467663"/>
              <a:gd name="connsiteY558" fmla="*/ 1440658 h 6858000"/>
              <a:gd name="connsiteX559" fmla="*/ 278707 w 7467663"/>
              <a:gd name="connsiteY559" fmla="*/ 1352270 h 6858000"/>
              <a:gd name="connsiteX560" fmla="*/ 1423821 w 7467663"/>
              <a:gd name="connsiteY560" fmla="*/ 1351958 h 6858000"/>
              <a:gd name="connsiteX561" fmla="*/ 1638521 w 7467663"/>
              <a:gd name="connsiteY561" fmla="*/ 1908470 h 6858000"/>
              <a:gd name="connsiteX562" fmla="*/ 1754199 w 7467663"/>
              <a:gd name="connsiteY562" fmla="*/ 2149284 h 6858000"/>
              <a:gd name="connsiteX563" fmla="*/ 1908359 w 7467663"/>
              <a:gd name="connsiteY563" fmla="*/ 2364988 h 6858000"/>
              <a:gd name="connsiteX564" fmla="*/ 1647661 w 7467663"/>
              <a:gd name="connsiteY564" fmla="*/ 1825945 h 6858000"/>
              <a:gd name="connsiteX565" fmla="*/ 1423821 w 7467663"/>
              <a:gd name="connsiteY565" fmla="*/ 1351958 h 6858000"/>
              <a:gd name="connsiteX566" fmla="*/ 1431890 w 7467663"/>
              <a:gd name="connsiteY566" fmla="*/ 1306475 h 6858000"/>
              <a:gd name="connsiteX567" fmla="*/ 1507597 w 7467663"/>
              <a:gd name="connsiteY567" fmla="*/ 1446132 h 6858000"/>
              <a:gd name="connsiteX568" fmla="*/ 1674586 w 7467663"/>
              <a:gd name="connsiteY568" fmla="*/ 1813832 h 6858000"/>
              <a:gd name="connsiteX569" fmla="*/ 1815950 w 7467663"/>
              <a:gd name="connsiteY569" fmla="*/ 2128564 h 6858000"/>
              <a:gd name="connsiteX570" fmla="*/ 1984242 w 7467663"/>
              <a:gd name="connsiteY570" fmla="*/ 2430829 h 6858000"/>
              <a:gd name="connsiteX571" fmla="*/ 2014023 w 7467663"/>
              <a:gd name="connsiteY571" fmla="*/ 2450995 h 6858000"/>
              <a:gd name="connsiteX572" fmla="*/ 1747337 w 7467663"/>
              <a:gd name="connsiteY572" fmla="*/ 1855264 h 6858000"/>
              <a:gd name="connsiteX573" fmla="*/ 1533749 w 7467663"/>
              <a:gd name="connsiteY573" fmla="*/ 1478656 h 6858000"/>
              <a:gd name="connsiteX574" fmla="*/ 1431890 w 7467663"/>
              <a:gd name="connsiteY574" fmla="*/ 1306475 h 6858000"/>
              <a:gd name="connsiteX575" fmla="*/ 5052692 w 7467663"/>
              <a:gd name="connsiteY575" fmla="*/ 1292994 h 6858000"/>
              <a:gd name="connsiteX576" fmla="*/ 5200661 w 7467663"/>
              <a:gd name="connsiteY576" fmla="*/ 1635186 h 6858000"/>
              <a:gd name="connsiteX577" fmla="*/ 5297138 w 7467663"/>
              <a:gd name="connsiteY577" fmla="*/ 1906351 h 6858000"/>
              <a:gd name="connsiteX578" fmla="*/ 5052692 w 7467663"/>
              <a:gd name="connsiteY578" fmla="*/ 1292994 h 6858000"/>
              <a:gd name="connsiteX579" fmla="*/ 5009948 w 7467663"/>
              <a:gd name="connsiteY579" fmla="*/ 1273619 h 6858000"/>
              <a:gd name="connsiteX580" fmla="*/ 5121777 w 7467663"/>
              <a:gd name="connsiteY580" fmla="*/ 1654213 h 6858000"/>
              <a:gd name="connsiteX581" fmla="*/ 5293545 w 7467663"/>
              <a:gd name="connsiteY581" fmla="*/ 2072247 h 6858000"/>
              <a:gd name="connsiteX582" fmla="*/ 5294042 w 7467663"/>
              <a:gd name="connsiteY582" fmla="*/ 2065019 h 6858000"/>
              <a:gd name="connsiteX583" fmla="*/ 5171936 w 7467663"/>
              <a:gd name="connsiteY583" fmla="*/ 1647613 h 6858000"/>
              <a:gd name="connsiteX584" fmla="*/ 5009948 w 7467663"/>
              <a:gd name="connsiteY584" fmla="*/ 1273619 h 6858000"/>
              <a:gd name="connsiteX585" fmla="*/ 655236 w 7467663"/>
              <a:gd name="connsiteY585" fmla="*/ 1268632 h 6858000"/>
              <a:gd name="connsiteX586" fmla="*/ 839521 w 7467663"/>
              <a:gd name="connsiteY586" fmla="*/ 1685315 h 6858000"/>
              <a:gd name="connsiteX587" fmla="*/ 1109416 w 7467663"/>
              <a:gd name="connsiteY587" fmla="*/ 2061663 h 6858000"/>
              <a:gd name="connsiteX588" fmla="*/ 1298300 w 7467663"/>
              <a:gd name="connsiteY588" fmla="*/ 2247742 h 6858000"/>
              <a:gd name="connsiteX589" fmla="*/ 1125871 w 7467663"/>
              <a:gd name="connsiteY589" fmla="*/ 1989513 h 6858000"/>
              <a:gd name="connsiteX590" fmla="*/ 981574 w 7467663"/>
              <a:gd name="connsiteY590" fmla="*/ 1783157 h 6858000"/>
              <a:gd name="connsiteX591" fmla="*/ 922198 w 7467663"/>
              <a:gd name="connsiteY591" fmla="*/ 1677437 h 6858000"/>
              <a:gd name="connsiteX592" fmla="*/ 869293 w 7467663"/>
              <a:gd name="connsiteY592" fmla="*/ 1583214 h 6858000"/>
              <a:gd name="connsiteX593" fmla="*/ 751431 w 7467663"/>
              <a:gd name="connsiteY593" fmla="*/ 1405731 h 6858000"/>
              <a:gd name="connsiteX594" fmla="*/ 655236 w 7467663"/>
              <a:gd name="connsiteY594" fmla="*/ 1268632 h 6858000"/>
              <a:gd name="connsiteX595" fmla="*/ 6516292 w 7467663"/>
              <a:gd name="connsiteY595" fmla="*/ 1263064 h 6858000"/>
              <a:gd name="connsiteX596" fmla="*/ 5736320 w 7467663"/>
              <a:gd name="connsiteY596" fmla="*/ 1501803 h 6858000"/>
              <a:gd name="connsiteX597" fmla="*/ 6516292 w 7467663"/>
              <a:gd name="connsiteY597" fmla="*/ 1263064 h 6858000"/>
              <a:gd name="connsiteX598" fmla="*/ 291466 w 7467663"/>
              <a:gd name="connsiteY598" fmla="*/ 1250369 h 6858000"/>
              <a:gd name="connsiteX599" fmla="*/ 323180 w 7467663"/>
              <a:gd name="connsiteY599" fmla="*/ 1435283 h 6858000"/>
              <a:gd name="connsiteX600" fmla="*/ 349381 w 7467663"/>
              <a:gd name="connsiteY600" fmla="*/ 1875041 h 6858000"/>
              <a:gd name="connsiteX601" fmla="*/ 374363 w 7467663"/>
              <a:gd name="connsiteY601" fmla="*/ 1506494 h 6858000"/>
              <a:gd name="connsiteX602" fmla="*/ 302168 w 7467663"/>
              <a:gd name="connsiteY602" fmla="*/ 1274495 h 6858000"/>
              <a:gd name="connsiteX603" fmla="*/ 291466 w 7467663"/>
              <a:gd name="connsiteY603" fmla="*/ 1250369 h 6858000"/>
              <a:gd name="connsiteX604" fmla="*/ 678222 w 7467663"/>
              <a:gd name="connsiteY604" fmla="*/ 1248670 h 6858000"/>
              <a:gd name="connsiteX605" fmla="*/ 775536 w 7467663"/>
              <a:gd name="connsiteY605" fmla="*/ 1388015 h 6858000"/>
              <a:gd name="connsiteX606" fmla="*/ 894529 w 7467663"/>
              <a:gd name="connsiteY606" fmla="*/ 1567739 h 6858000"/>
              <a:gd name="connsiteX607" fmla="*/ 948000 w 7467663"/>
              <a:gd name="connsiteY607" fmla="*/ 1663088 h 6858000"/>
              <a:gd name="connsiteX608" fmla="*/ 1006812 w 7467663"/>
              <a:gd name="connsiteY608" fmla="*/ 1767683 h 6858000"/>
              <a:gd name="connsiteX609" fmla="*/ 1149133 w 7467663"/>
              <a:gd name="connsiteY609" fmla="*/ 1971513 h 6858000"/>
              <a:gd name="connsiteX610" fmla="*/ 1333952 w 7467663"/>
              <a:gd name="connsiteY610" fmla="*/ 2251620 h 6858000"/>
              <a:gd name="connsiteX611" fmla="*/ 1337329 w 7467663"/>
              <a:gd name="connsiteY611" fmla="*/ 2258350 h 6858000"/>
              <a:gd name="connsiteX612" fmla="*/ 1014726 w 7467663"/>
              <a:gd name="connsiteY612" fmla="*/ 1615556 h 6858000"/>
              <a:gd name="connsiteX613" fmla="*/ 678222 w 7467663"/>
              <a:gd name="connsiteY613" fmla="*/ 1248670 h 6858000"/>
              <a:gd name="connsiteX614" fmla="*/ 6691602 w 7467663"/>
              <a:gd name="connsiteY614" fmla="*/ 1140573 h 6858000"/>
              <a:gd name="connsiteX615" fmla="*/ 6571100 w 7467663"/>
              <a:gd name="connsiteY615" fmla="*/ 1183662 h 6858000"/>
              <a:gd name="connsiteX616" fmla="*/ 6241687 w 7467663"/>
              <a:gd name="connsiteY616" fmla="*/ 1257600 h 6858000"/>
              <a:gd name="connsiteX617" fmla="*/ 5693009 w 7467663"/>
              <a:gd name="connsiteY617" fmla="*/ 1478256 h 6858000"/>
              <a:gd name="connsiteX618" fmla="*/ 6548420 w 7467663"/>
              <a:gd name="connsiteY618" fmla="*/ 1214599 h 6858000"/>
              <a:gd name="connsiteX619" fmla="*/ 6605473 w 7467663"/>
              <a:gd name="connsiteY619" fmla="*/ 1184686 h 6858000"/>
              <a:gd name="connsiteX620" fmla="*/ 6691602 w 7467663"/>
              <a:gd name="connsiteY620" fmla="*/ 1140573 h 6858000"/>
              <a:gd name="connsiteX621" fmla="*/ 4002475 w 7467663"/>
              <a:gd name="connsiteY621" fmla="*/ 1037802 h 6858000"/>
              <a:gd name="connsiteX622" fmla="*/ 4000324 w 7467663"/>
              <a:gd name="connsiteY622" fmla="*/ 1039362 h 6858000"/>
              <a:gd name="connsiteX623" fmla="*/ 4002862 w 7467663"/>
              <a:gd name="connsiteY623" fmla="*/ 1042866 h 6858000"/>
              <a:gd name="connsiteX624" fmla="*/ 4002475 w 7467663"/>
              <a:gd name="connsiteY624" fmla="*/ 1037802 h 6858000"/>
              <a:gd name="connsiteX625" fmla="*/ 506322 w 7467663"/>
              <a:gd name="connsiteY625" fmla="*/ 1020997 h 6858000"/>
              <a:gd name="connsiteX626" fmla="*/ 533068 w 7467663"/>
              <a:gd name="connsiteY626" fmla="*/ 1029409 h 6858000"/>
              <a:gd name="connsiteX627" fmla="*/ 1232525 w 7467663"/>
              <a:gd name="connsiteY627" fmla="*/ 1804675 h 6858000"/>
              <a:gd name="connsiteX628" fmla="*/ 1388858 w 7467663"/>
              <a:gd name="connsiteY628" fmla="*/ 2368011 h 6858000"/>
              <a:gd name="connsiteX629" fmla="*/ 1384098 w 7467663"/>
              <a:gd name="connsiteY629" fmla="*/ 2378125 h 6858000"/>
              <a:gd name="connsiteX630" fmla="*/ 1425393 w 7467663"/>
              <a:gd name="connsiteY630" fmla="*/ 2589124 h 6858000"/>
              <a:gd name="connsiteX631" fmla="*/ 1424001 w 7467663"/>
              <a:gd name="connsiteY631" fmla="*/ 2597541 h 6858000"/>
              <a:gd name="connsiteX632" fmla="*/ 2152729 w 7467663"/>
              <a:gd name="connsiteY632" fmla="*/ 2864487 h 6858000"/>
              <a:gd name="connsiteX633" fmla="*/ 2020609 w 7467663"/>
              <a:gd name="connsiteY633" fmla="*/ 2539671 h 6858000"/>
              <a:gd name="connsiteX634" fmla="*/ 2018920 w 7467663"/>
              <a:gd name="connsiteY634" fmla="*/ 2536309 h 6858000"/>
              <a:gd name="connsiteX635" fmla="*/ 1342441 w 7467663"/>
              <a:gd name="connsiteY635" fmla="*/ 1173017 h 6858000"/>
              <a:gd name="connsiteX636" fmla="*/ 1367925 w 7467663"/>
              <a:gd name="connsiteY636" fmla="*/ 1135648 h 6858000"/>
              <a:gd name="connsiteX637" fmla="*/ 1771401 w 7467663"/>
              <a:gd name="connsiteY637" fmla="*/ 1806673 h 6858000"/>
              <a:gd name="connsiteX638" fmla="*/ 1972385 w 7467663"/>
              <a:gd name="connsiteY638" fmla="*/ 2198735 h 6858000"/>
              <a:gd name="connsiteX639" fmla="*/ 2040892 w 7467663"/>
              <a:gd name="connsiteY639" fmla="*/ 2405205 h 6858000"/>
              <a:gd name="connsiteX640" fmla="*/ 2131689 w 7467663"/>
              <a:gd name="connsiteY640" fmla="*/ 1936926 h 6858000"/>
              <a:gd name="connsiteX641" fmla="*/ 2454820 w 7467663"/>
              <a:gd name="connsiteY641" fmla="*/ 1248808 h 6858000"/>
              <a:gd name="connsiteX642" fmla="*/ 2492512 w 7467663"/>
              <a:gd name="connsiteY642" fmla="*/ 1302920 h 6858000"/>
              <a:gd name="connsiteX643" fmla="*/ 2081216 w 7467663"/>
              <a:gd name="connsiteY643" fmla="*/ 2527513 h 6858000"/>
              <a:gd name="connsiteX644" fmla="*/ 2081211 w 7467663"/>
              <a:gd name="connsiteY644" fmla="*/ 2528916 h 6858000"/>
              <a:gd name="connsiteX645" fmla="*/ 2199067 w 7467663"/>
              <a:gd name="connsiteY645" fmla="*/ 2884061 h 6858000"/>
              <a:gd name="connsiteX646" fmla="*/ 3192586 w 7467663"/>
              <a:gd name="connsiteY646" fmla="*/ 3411496 h 6858000"/>
              <a:gd name="connsiteX647" fmla="*/ 3182620 w 7467663"/>
              <a:gd name="connsiteY647" fmla="*/ 3483279 h 6858000"/>
              <a:gd name="connsiteX648" fmla="*/ 2435119 w 7467663"/>
              <a:gd name="connsiteY648" fmla="*/ 3080173 h 6858000"/>
              <a:gd name="connsiteX649" fmla="*/ 2410152 w 7467663"/>
              <a:gd name="connsiteY649" fmla="*/ 3063751 h 6858000"/>
              <a:gd name="connsiteX650" fmla="*/ 2408099 w 7467663"/>
              <a:gd name="connsiteY650" fmla="*/ 3064403 h 6858000"/>
              <a:gd name="connsiteX651" fmla="*/ 2407218 w 7467663"/>
              <a:gd name="connsiteY651" fmla="*/ 3070324 h 6858000"/>
              <a:gd name="connsiteX652" fmla="*/ 2380138 w 7467663"/>
              <a:gd name="connsiteY652" fmla="*/ 3099341 h 6858000"/>
              <a:gd name="connsiteX653" fmla="*/ 1765923 w 7467663"/>
              <a:gd name="connsiteY653" fmla="*/ 3581043 h 6858000"/>
              <a:gd name="connsiteX654" fmla="*/ 1702258 w 7467663"/>
              <a:gd name="connsiteY654" fmla="*/ 3612286 h 6858000"/>
              <a:gd name="connsiteX655" fmla="*/ 1538370 w 7467663"/>
              <a:gd name="connsiteY655" fmla="*/ 3811804 h 6858000"/>
              <a:gd name="connsiteX656" fmla="*/ 542867 w 7467663"/>
              <a:gd name="connsiteY656" fmla="*/ 4944092 h 6858000"/>
              <a:gd name="connsiteX657" fmla="*/ 515800 w 7467663"/>
              <a:gd name="connsiteY657" fmla="*/ 4862180 h 6858000"/>
              <a:gd name="connsiteX658" fmla="*/ 909145 w 7467663"/>
              <a:gd name="connsiteY658" fmla="*/ 4199225 h 6858000"/>
              <a:gd name="connsiteX659" fmla="*/ 1214067 w 7467663"/>
              <a:gd name="connsiteY659" fmla="*/ 3908561 h 6858000"/>
              <a:gd name="connsiteX660" fmla="*/ 640967 w 7467663"/>
              <a:gd name="connsiteY660" fmla="*/ 4105601 h 6858000"/>
              <a:gd name="connsiteX661" fmla="*/ 112563 w 7467663"/>
              <a:gd name="connsiteY661" fmla="*/ 4396952 h 6858000"/>
              <a:gd name="connsiteX662" fmla="*/ 0 w 7467663"/>
              <a:gd name="connsiteY662" fmla="*/ 4466006 h 6858000"/>
              <a:gd name="connsiteX663" fmla="*/ 0 w 7467663"/>
              <a:gd name="connsiteY663" fmla="*/ 4233763 h 6858000"/>
              <a:gd name="connsiteX664" fmla="*/ 36881 w 7467663"/>
              <a:gd name="connsiteY664" fmla="*/ 4200118 h 6858000"/>
              <a:gd name="connsiteX665" fmla="*/ 910534 w 7467663"/>
              <a:gd name="connsiteY665" fmla="*/ 3629753 h 6858000"/>
              <a:gd name="connsiteX666" fmla="*/ 1578717 w 7467663"/>
              <a:gd name="connsiteY666" fmla="*/ 3575982 h 6858000"/>
              <a:gd name="connsiteX667" fmla="*/ 2338780 w 7467663"/>
              <a:gd name="connsiteY667" fmla="*/ 3033725 h 6858000"/>
              <a:gd name="connsiteX668" fmla="*/ 1807991 w 7467663"/>
              <a:gd name="connsiteY668" fmla="*/ 2807184 h 6858000"/>
              <a:gd name="connsiteX669" fmla="*/ 1416358 w 7467663"/>
              <a:gd name="connsiteY669" fmla="*/ 3112571 h 6858000"/>
              <a:gd name="connsiteX670" fmla="*/ 939066 w 7467663"/>
              <a:gd name="connsiteY670" fmla="*/ 3378798 h 6858000"/>
              <a:gd name="connsiteX671" fmla="*/ 115099 w 7467663"/>
              <a:gd name="connsiteY671" fmla="*/ 3607650 h 6858000"/>
              <a:gd name="connsiteX672" fmla="*/ 97284 w 7467663"/>
              <a:gd name="connsiteY672" fmla="*/ 3520393 h 6858000"/>
              <a:gd name="connsiteX673" fmla="*/ 922050 w 7467663"/>
              <a:gd name="connsiteY673" fmla="*/ 3074867 h 6858000"/>
              <a:gd name="connsiteX674" fmla="*/ 1405265 w 7467663"/>
              <a:gd name="connsiteY674" fmla="*/ 3016319 h 6858000"/>
              <a:gd name="connsiteX675" fmla="*/ 1407512 w 7467663"/>
              <a:gd name="connsiteY675" fmla="*/ 3018001 h 6858000"/>
              <a:gd name="connsiteX676" fmla="*/ 1726266 w 7467663"/>
              <a:gd name="connsiteY676" fmla="*/ 2777274 h 6858000"/>
              <a:gd name="connsiteX677" fmla="*/ 625390 w 7467663"/>
              <a:gd name="connsiteY677" fmla="*/ 2514541 h 6858000"/>
              <a:gd name="connsiteX678" fmla="*/ 619799 w 7467663"/>
              <a:gd name="connsiteY678" fmla="*/ 2527180 h 6858000"/>
              <a:gd name="connsiteX679" fmla="*/ 310030 w 7467663"/>
              <a:gd name="connsiteY679" fmla="*/ 2771818 h 6858000"/>
              <a:gd name="connsiteX680" fmla="*/ 173877 w 7467663"/>
              <a:gd name="connsiteY680" fmla="*/ 2937056 h 6858000"/>
              <a:gd name="connsiteX681" fmla="*/ 77889 w 7467663"/>
              <a:gd name="connsiteY681" fmla="*/ 3138440 h 6858000"/>
              <a:gd name="connsiteX682" fmla="*/ 0 w 7467663"/>
              <a:gd name="connsiteY682" fmla="*/ 3271395 h 6858000"/>
              <a:gd name="connsiteX683" fmla="*/ 0 w 7467663"/>
              <a:gd name="connsiteY683" fmla="*/ 3153002 h 6858000"/>
              <a:gd name="connsiteX684" fmla="*/ 2386 w 7467663"/>
              <a:gd name="connsiteY684" fmla="*/ 3149203 h 6858000"/>
              <a:gd name="connsiteX685" fmla="*/ 89753 w 7467663"/>
              <a:gd name="connsiteY685" fmla="*/ 2987702 h 6858000"/>
              <a:gd name="connsiteX686" fmla="*/ 76869 w 7467663"/>
              <a:gd name="connsiteY686" fmla="*/ 3005404 h 6858000"/>
              <a:gd name="connsiteX687" fmla="*/ 32049 w 7467663"/>
              <a:gd name="connsiteY687" fmla="*/ 3065814 h 6858000"/>
              <a:gd name="connsiteX688" fmla="*/ 0 w 7467663"/>
              <a:gd name="connsiteY688" fmla="*/ 3108744 h 6858000"/>
              <a:gd name="connsiteX689" fmla="*/ 0 w 7467663"/>
              <a:gd name="connsiteY689" fmla="*/ 3058059 h 6858000"/>
              <a:gd name="connsiteX690" fmla="*/ 7610 w 7467663"/>
              <a:gd name="connsiteY690" fmla="*/ 3047889 h 6858000"/>
              <a:gd name="connsiteX691" fmla="*/ 52419 w 7467663"/>
              <a:gd name="connsiteY691" fmla="*/ 2987479 h 6858000"/>
              <a:gd name="connsiteX692" fmla="*/ 59142 w 7467663"/>
              <a:gd name="connsiteY692" fmla="*/ 2978488 h 6858000"/>
              <a:gd name="connsiteX693" fmla="*/ 0 w 7467663"/>
              <a:gd name="connsiteY693" fmla="*/ 3015334 h 6858000"/>
              <a:gd name="connsiteX694" fmla="*/ 0 w 7467663"/>
              <a:gd name="connsiteY694" fmla="*/ 2914286 h 6858000"/>
              <a:gd name="connsiteX695" fmla="*/ 36383 w 7467663"/>
              <a:gd name="connsiteY695" fmla="*/ 2901128 h 6858000"/>
              <a:gd name="connsiteX696" fmla="*/ 156329 w 7467663"/>
              <a:gd name="connsiteY696" fmla="*/ 2840533 h 6858000"/>
              <a:gd name="connsiteX697" fmla="*/ 358355 w 7467663"/>
              <a:gd name="connsiteY697" fmla="*/ 2620471 h 6858000"/>
              <a:gd name="connsiteX698" fmla="*/ 510577 w 7467663"/>
              <a:gd name="connsiteY698" fmla="*/ 2501244 h 6858000"/>
              <a:gd name="connsiteX699" fmla="*/ 211967 w 7467663"/>
              <a:gd name="connsiteY699" fmla="*/ 2479171 h 6858000"/>
              <a:gd name="connsiteX700" fmla="*/ 0 w 7467663"/>
              <a:gd name="connsiteY700" fmla="*/ 2476398 h 6858000"/>
              <a:gd name="connsiteX701" fmla="*/ 0 w 7467663"/>
              <a:gd name="connsiteY701" fmla="*/ 2389189 h 6858000"/>
              <a:gd name="connsiteX702" fmla="*/ 103062 w 7467663"/>
              <a:gd name="connsiteY702" fmla="*/ 2389518 h 6858000"/>
              <a:gd name="connsiteX703" fmla="*/ 510734 w 7467663"/>
              <a:gd name="connsiteY703" fmla="*/ 2416201 h 6858000"/>
              <a:gd name="connsiteX704" fmla="*/ 279257 w 7467663"/>
              <a:gd name="connsiteY704" fmla="*/ 2092102 h 6858000"/>
              <a:gd name="connsiteX705" fmla="*/ 65265 w 7467663"/>
              <a:gd name="connsiteY705" fmla="*/ 2006049 h 6858000"/>
              <a:gd name="connsiteX706" fmla="*/ 0 w 7467663"/>
              <a:gd name="connsiteY706" fmla="*/ 1982532 h 6858000"/>
              <a:gd name="connsiteX707" fmla="*/ 0 w 7467663"/>
              <a:gd name="connsiteY707" fmla="*/ 1912789 h 6858000"/>
              <a:gd name="connsiteX708" fmla="*/ 97460 w 7467663"/>
              <a:gd name="connsiteY708" fmla="*/ 1953725 h 6858000"/>
              <a:gd name="connsiteX709" fmla="*/ 221272 w 7467663"/>
              <a:gd name="connsiteY709" fmla="*/ 1980766 h 6858000"/>
              <a:gd name="connsiteX710" fmla="*/ 116765 w 7467663"/>
              <a:gd name="connsiteY710" fmla="*/ 1911033 h 6858000"/>
              <a:gd name="connsiteX711" fmla="*/ 16405 w 7467663"/>
              <a:gd name="connsiteY711" fmla="*/ 1803412 h 6858000"/>
              <a:gd name="connsiteX712" fmla="*/ 0 w 7467663"/>
              <a:gd name="connsiteY712" fmla="*/ 1784777 h 6858000"/>
              <a:gd name="connsiteX713" fmla="*/ 0 w 7467663"/>
              <a:gd name="connsiteY713" fmla="*/ 1740082 h 6858000"/>
              <a:gd name="connsiteX714" fmla="*/ 39394 w 7467663"/>
              <a:gd name="connsiteY714" fmla="*/ 1784856 h 6858000"/>
              <a:gd name="connsiteX715" fmla="*/ 135813 w 7467663"/>
              <a:gd name="connsiteY715" fmla="*/ 1888838 h 6858000"/>
              <a:gd name="connsiteX716" fmla="*/ 242575 w 7467663"/>
              <a:gd name="connsiteY716" fmla="*/ 1958841 h 6858000"/>
              <a:gd name="connsiteX717" fmla="*/ 82197 w 7467663"/>
              <a:gd name="connsiteY717" fmla="*/ 1754826 h 6858000"/>
              <a:gd name="connsiteX718" fmla="*/ 0 w 7467663"/>
              <a:gd name="connsiteY718" fmla="*/ 1679650 h 6858000"/>
              <a:gd name="connsiteX719" fmla="*/ 0 w 7467663"/>
              <a:gd name="connsiteY719" fmla="*/ 1602463 h 6858000"/>
              <a:gd name="connsiteX720" fmla="*/ 84689 w 7467663"/>
              <a:gd name="connsiteY720" fmla="*/ 1677442 h 6858000"/>
              <a:gd name="connsiteX721" fmla="*/ 298437 w 7467663"/>
              <a:gd name="connsiteY721" fmla="*/ 1968019 h 6858000"/>
              <a:gd name="connsiteX722" fmla="*/ 227269 w 7467663"/>
              <a:gd name="connsiteY722" fmla="*/ 1114064 h 6858000"/>
              <a:gd name="connsiteX723" fmla="*/ 248003 w 7467663"/>
              <a:gd name="connsiteY723" fmla="*/ 1089613 h 6858000"/>
              <a:gd name="connsiteX724" fmla="*/ 427020 w 7467663"/>
              <a:gd name="connsiteY724" fmla="*/ 1619803 h 6858000"/>
              <a:gd name="connsiteX725" fmla="*/ 340345 w 7467663"/>
              <a:gd name="connsiteY725" fmla="*/ 2027739 h 6858000"/>
              <a:gd name="connsiteX726" fmla="*/ 360865 w 7467663"/>
              <a:gd name="connsiteY726" fmla="*/ 2044827 h 6858000"/>
              <a:gd name="connsiteX727" fmla="*/ 560414 w 7467663"/>
              <a:gd name="connsiteY727" fmla="*/ 2421457 h 6858000"/>
              <a:gd name="connsiteX728" fmla="*/ 1359703 w 7467663"/>
              <a:gd name="connsiteY728" fmla="*/ 2578554 h 6858000"/>
              <a:gd name="connsiteX729" fmla="*/ 1359422 w 7467663"/>
              <a:gd name="connsiteY729" fmla="*/ 2577994 h 6858000"/>
              <a:gd name="connsiteX730" fmla="*/ 828701 w 7467663"/>
              <a:gd name="connsiteY730" fmla="*/ 1839520 h 6858000"/>
              <a:gd name="connsiteX731" fmla="*/ 494427 w 7467663"/>
              <a:gd name="connsiteY731" fmla="*/ 1092333 h 6858000"/>
              <a:gd name="connsiteX732" fmla="*/ 506322 w 7467663"/>
              <a:gd name="connsiteY732" fmla="*/ 1020997 h 6858000"/>
              <a:gd name="connsiteX733" fmla="*/ 4570198 w 7467663"/>
              <a:gd name="connsiteY733" fmla="*/ 978081 h 6858000"/>
              <a:gd name="connsiteX734" fmla="*/ 4523691 w 7467663"/>
              <a:gd name="connsiteY734" fmla="*/ 1127776 h 6858000"/>
              <a:gd name="connsiteX735" fmla="*/ 4509875 w 7467663"/>
              <a:gd name="connsiteY735" fmla="*/ 1167552 h 6858000"/>
              <a:gd name="connsiteX736" fmla="*/ 4478168 w 7467663"/>
              <a:gd name="connsiteY736" fmla="*/ 1260735 h 6858000"/>
              <a:gd name="connsiteX737" fmla="*/ 4409309 w 7467663"/>
              <a:gd name="connsiteY737" fmla="*/ 1666996 h 6858000"/>
              <a:gd name="connsiteX738" fmla="*/ 4370031 w 7467663"/>
              <a:gd name="connsiteY738" fmla="*/ 1955666 h 6858000"/>
              <a:gd name="connsiteX739" fmla="*/ 4570198 w 7467663"/>
              <a:gd name="connsiteY739" fmla="*/ 978081 h 6858000"/>
              <a:gd name="connsiteX740" fmla="*/ 4557898 w 7467663"/>
              <a:gd name="connsiteY740" fmla="*/ 900011 h 6858000"/>
              <a:gd name="connsiteX741" fmla="*/ 4344840 w 7467663"/>
              <a:gd name="connsiteY741" fmla="*/ 1922038 h 6858000"/>
              <a:gd name="connsiteX742" fmla="*/ 4378710 w 7467663"/>
              <a:gd name="connsiteY742" fmla="*/ 1665516 h 6858000"/>
              <a:gd name="connsiteX743" fmla="*/ 4448798 w 7467663"/>
              <a:gd name="connsiteY743" fmla="*/ 1253024 h 6858000"/>
              <a:gd name="connsiteX744" fmla="*/ 4480315 w 7467663"/>
              <a:gd name="connsiteY744" fmla="*/ 1158454 h 6858000"/>
              <a:gd name="connsiteX745" fmla="*/ 4494133 w 7467663"/>
              <a:gd name="connsiteY745" fmla="*/ 1118676 h 6858000"/>
              <a:gd name="connsiteX746" fmla="*/ 4557898 w 7467663"/>
              <a:gd name="connsiteY746" fmla="*/ 900011 h 6858000"/>
              <a:gd name="connsiteX747" fmla="*/ 5870151 w 7467663"/>
              <a:gd name="connsiteY747" fmla="*/ 898890 h 6858000"/>
              <a:gd name="connsiteX748" fmla="*/ 5861335 w 7467663"/>
              <a:gd name="connsiteY748" fmla="*/ 899177 h 6858000"/>
              <a:gd name="connsiteX749" fmla="*/ 5843702 w 7467663"/>
              <a:gd name="connsiteY749" fmla="*/ 899748 h 6858000"/>
              <a:gd name="connsiteX750" fmla="*/ 5651107 w 7467663"/>
              <a:gd name="connsiteY750" fmla="*/ 920306 h 6858000"/>
              <a:gd name="connsiteX751" fmla="*/ 5459407 w 7467663"/>
              <a:gd name="connsiteY751" fmla="*/ 940975 h 6858000"/>
              <a:gd name="connsiteX752" fmla="*/ 5374846 w 7467663"/>
              <a:gd name="connsiteY752" fmla="*/ 941988 h 6858000"/>
              <a:gd name="connsiteX753" fmla="*/ 5256105 w 7467663"/>
              <a:gd name="connsiteY753" fmla="*/ 945632 h 6858000"/>
              <a:gd name="connsiteX754" fmla="*/ 5107071 w 7467663"/>
              <a:gd name="connsiteY754" fmla="*/ 969720 h 6858000"/>
              <a:gd name="connsiteX755" fmla="*/ 4998681 w 7467663"/>
              <a:gd name="connsiteY755" fmla="*/ 988771 h 6858000"/>
              <a:gd name="connsiteX756" fmla="*/ 5870151 w 7467663"/>
              <a:gd name="connsiteY756" fmla="*/ 898890 h 6858000"/>
              <a:gd name="connsiteX757" fmla="*/ 5504425 w 7467663"/>
              <a:gd name="connsiteY757" fmla="*/ 848067 h 6858000"/>
              <a:gd name="connsiteX758" fmla="*/ 4968849 w 7467663"/>
              <a:gd name="connsiteY758" fmla="*/ 962318 h 6858000"/>
              <a:gd name="connsiteX759" fmla="*/ 5104039 w 7467663"/>
              <a:gd name="connsiteY759" fmla="*/ 940634 h 6858000"/>
              <a:gd name="connsiteX760" fmla="*/ 5256311 w 7467663"/>
              <a:gd name="connsiteY760" fmla="*/ 916490 h 6858000"/>
              <a:gd name="connsiteX761" fmla="*/ 5377381 w 7467663"/>
              <a:gd name="connsiteY761" fmla="*/ 912671 h 6858000"/>
              <a:gd name="connsiteX762" fmla="*/ 5460148 w 7467663"/>
              <a:gd name="connsiteY762" fmla="*/ 911442 h 6858000"/>
              <a:gd name="connsiteX763" fmla="*/ 5648971 w 7467663"/>
              <a:gd name="connsiteY763" fmla="*/ 891331 h 6858000"/>
              <a:gd name="connsiteX764" fmla="*/ 5844807 w 7467663"/>
              <a:gd name="connsiteY764" fmla="*/ 870718 h 6858000"/>
              <a:gd name="connsiteX765" fmla="*/ 5862975 w 7467663"/>
              <a:gd name="connsiteY765" fmla="*/ 869756 h 6858000"/>
              <a:gd name="connsiteX766" fmla="*/ 5920887 w 7467663"/>
              <a:gd name="connsiteY766" fmla="*/ 865929 h 6858000"/>
              <a:gd name="connsiteX767" fmla="*/ 5504425 w 7467663"/>
              <a:gd name="connsiteY767" fmla="*/ 848067 h 6858000"/>
              <a:gd name="connsiteX768" fmla="*/ 3607114 w 7467663"/>
              <a:gd name="connsiteY768" fmla="*/ 467441 h 6858000"/>
              <a:gd name="connsiteX769" fmla="*/ 3296242 w 7467663"/>
              <a:gd name="connsiteY769" fmla="*/ 807991 h 6858000"/>
              <a:gd name="connsiteX770" fmla="*/ 3174674 w 7467663"/>
              <a:gd name="connsiteY770" fmla="*/ 919759 h 6858000"/>
              <a:gd name="connsiteX771" fmla="*/ 3042978 w 7467663"/>
              <a:gd name="connsiteY771" fmla="*/ 1054894 h 6858000"/>
              <a:gd name="connsiteX772" fmla="*/ 2968914 w 7467663"/>
              <a:gd name="connsiteY772" fmla="*/ 1133756 h 6858000"/>
              <a:gd name="connsiteX773" fmla="*/ 3103823 w 7467663"/>
              <a:gd name="connsiteY773" fmla="*/ 1026814 h 6858000"/>
              <a:gd name="connsiteX774" fmla="*/ 3607114 w 7467663"/>
              <a:gd name="connsiteY774" fmla="*/ 467441 h 6858000"/>
              <a:gd name="connsiteX775" fmla="*/ 3744487 w 7467663"/>
              <a:gd name="connsiteY775" fmla="*/ 383136 h 6858000"/>
              <a:gd name="connsiteX776" fmla="*/ 3970213 w 7467663"/>
              <a:gd name="connsiteY776" fmla="*/ 995559 h 6858000"/>
              <a:gd name="connsiteX777" fmla="*/ 3744487 w 7467663"/>
              <a:gd name="connsiteY777" fmla="*/ 383136 h 6858000"/>
              <a:gd name="connsiteX778" fmla="*/ 3624562 w 7467663"/>
              <a:gd name="connsiteY778" fmla="*/ 367041 h 6858000"/>
              <a:gd name="connsiteX779" fmla="*/ 3489712 w 7467663"/>
              <a:gd name="connsiteY779" fmla="*/ 485386 h 6858000"/>
              <a:gd name="connsiteX780" fmla="*/ 3182994 w 7467663"/>
              <a:gd name="connsiteY780" fmla="*/ 828265 h 6858000"/>
              <a:gd name="connsiteX781" fmla="*/ 2892114 w 7467663"/>
              <a:gd name="connsiteY781" fmla="*/ 1172635 h 6858000"/>
              <a:gd name="connsiteX782" fmla="*/ 3021459 w 7467663"/>
              <a:gd name="connsiteY782" fmla="*/ 1035385 h 6858000"/>
              <a:gd name="connsiteX783" fmla="*/ 3153873 w 7467663"/>
              <a:gd name="connsiteY783" fmla="*/ 898971 h 6858000"/>
              <a:gd name="connsiteX784" fmla="*/ 3276511 w 7467663"/>
              <a:gd name="connsiteY784" fmla="*/ 786423 h 6858000"/>
              <a:gd name="connsiteX785" fmla="*/ 3584154 w 7467663"/>
              <a:gd name="connsiteY785" fmla="*/ 448218 h 6858000"/>
              <a:gd name="connsiteX786" fmla="*/ 3624562 w 7467663"/>
              <a:gd name="connsiteY786" fmla="*/ 367041 h 6858000"/>
              <a:gd name="connsiteX787" fmla="*/ 3766672 w 7467663"/>
              <a:gd name="connsiteY787" fmla="*/ 359429 h 6858000"/>
              <a:gd name="connsiteX788" fmla="*/ 3996338 w 7467663"/>
              <a:gd name="connsiteY788" fmla="*/ 968237 h 6858000"/>
              <a:gd name="connsiteX789" fmla="*/ 3766672 w 7467663"/>
              <a:gd name="connsiteY789" fmla="*/ 359429 h 6858000"/>
              <a:gd name="connsiteX790" fmla="*/ 5805386 w 7467663"/>
              <a:gd name="connsiteY790" fmla="*/ 239240 h 6858000"/>
              <a:gd name="connsiteX791" fmla="*/ 5736947 w 7467663"/>
              <a:gd name="connsiteY791" fmla="*/ 261367 h 6858000"/>
              <a:gd name="connsiteX792" fmla="*/ 5427012 w 7467663"/>
              <a:gd name="connsiteY792" fmla="*/ 311272 h 6858000"/>
              <a:gd name="connsiteX793" fmla="*/ 5147818 w 7467663"/>
              <a:gd name="connsiteY793" fmla="*/ 322112 h 6858000"/>
              <a:gd name="connsiteX794" fmla="*/ 5060854 w 7467663"/>
              <a:gd name="connsiteY794" fmla="*/ 311882 h 6858000"/>
              <a:gd name="connsiteX795" fmla="*/ 4945989 w 7467663"/>
              <a:gd name="connsiteY795" fmla="*/ 300516 h 6858000"/>
              <a:gd name="connsiteX796" fmla="*/ 5410479 w 7467663"/>
              <a:gd name="connsiteY796" fmla="*/ 348434 h 6858000"/>
              <a:gd name="connsiteX797" fmla="*/ 5805386 w 7467663"/>
              <a:gd name="connsiteY797" fmla="*/ 239240 h 6858000"/>
              <a:gd name="connsiteX798" fmla="*/ 5905192 w 7467663"/>
              <a:gd name="connsiteY798" fmla="*/ 163079 h 6858000"/>
              <a:gd name="connsiteX799" fmla="*/ 5865655 w 7467663"/>
              <a:gd name="connsiteY799" fmla="*/ 171901 h 6858000"/>
              <a:gd name="connsiteX800" fmla="*/ 5259740 w 7467663"/>
              <a:gd name="connsiteY800" fmla="*/ 257013 h 6858000"/>
              <a:gd name="connsiteX801" fmla="*/ 5208466 w 7467663"/>
              <a:gd name="connsiteY801" fmla="*/ 257550 h 6858000"/>
              <a:gd name="connsiteX802" fmla="*/ 4980204 w 7467663"/>
              <a:gd name="connsiteY802" fmla="*/ 271903 h 6858000"/>
              <a:gd name="connsiteX803" fmla="*/ 5068068 w 7467663"/>
              <a:gd name="connsiteY803" fmla="*/ 282244 h 6858000"/>
              <a:gd name="connsiteX804" fmla="*/ 5153231 w 7467663"/>
              <a:gd name="connsiteY804" fmla="*/ 292240 h 6858000"/>
              <a:gd name="connsiteX805" fmla="*/ 5426491 w 7467663"/>
              <a:gd name="connsiteY805" fmla="*/ 281128 h 6858000"/>
              <a:gd name="connsiteX806" fmla="*/ 5731212 w 7467663"/>
              <a:gd name="connsiteY806" fmla="*/ 231951 h 6858000"/>
              <a:gd name="connsiteX807" fmla="*/ 5905192 w 7467663"/>
              <a:gd name="connsiteY807" fmla="*/ 163079 h 6858000"/>
              <a:gd name="connsiteX808" fmla="*/ 5944437 w 7467663"/>
              <a:gd name="connsiteY808" fmla="*/ 113829 h 6858000"/>
              <a:gd name="connsiteX809" fmla="*/ 5825032 w 7467663"/>
              <a:gd name="connsiteY809" fmla="*/ 146405 h 6858000"/>
              <a:gd name="connsiteX810" fmla="*/ 4955599 w 7467663"/>
              <a:gd name="connsiteY810" fmla="*/ 247008 h 6858000"/>
              <a:gd name="connsiteX811" fmla="*/ 5210104 w 7467663"/>
              <a:gd name="connsiteY811" fmla="*/ 228123 h 6858000"/>
              <a:gd name="connsiteX812" fmla="*/ 5261015 w 7467663"/>
              <a:gd name="connsiteY812" fmla="*/ 227087 h 6858000"/>
              <a:gd name="connsiteX813" fmla="*/ 5861181 w 7467663"/>
              <a:gd name="connsiteY813" fmla="*/ 143093 h 6858000"/>
              <a:gd name="connsiteX814" fmla="*/ 5961252 w 7467663"/>
              <a:gd name="connsiteY814" fmla="*/ 114820 h 6858000"/>
              <a:gd name="connsiteX815" fmla="*/ 5944437 w 7467663"/>
              <a:gd name="connsiteY815" fmla="*/ 113829 h 6858000"/>
              <a:gd name="connsiteX816" fmla="*/ 3882765 w 7467663"/>
              <a:gd name="connsiteY816" fmla="*/ 0 h 6858000"/>
              <a:gd name="connsiteX817" fmla="*/ 3995099 w 7467663"/>
              <a:gd name="connsiteY817" fmla="*/ 0 h 6858000"/>
              <a:gd name="connsiteX818" fmla="*/ 4163818 w 7467663"/>
              <a:gd name="connsiteY818" fmla="*/ 234104 h 6858000"/>
              <a:gd name="connsiteX819" fmla="*/ 4172099 w 7467663"/>
              <a:gd name="connsiteY819" fmla="*/ 234207 h 6858000"/>
              <a:gd name="connsiteX820" fmla="*/ 4784282 w 7467663"/>
              <a:gd name="connsiteY820" fmla="*/ 276561 h 6858000"/>
              <a:gd name="connsiteX821" fmla="*/ 4801687 w 7467663"/>
              <a:gd name="connsiteY821" fmla="*/ 267764 h 6858000"/>
              <a:gd name="connsiteX822" fmla="*/ 6082788 w 7467663"/>
              <a:gd name="connsiteY822" fmla="*/ 64119 h 6858000"/>
              <a:gd name="connsiteX823" fmla="*/ 6099442 w 7467663"/>
              <a:gd name="connsiteY823" fmla="*/ 82568 h 6858000"/>
              <a:gd name="connsiteX824" fmla="*/ 4804137 w 7467663"/>
              <a:gd name="connsiteY824" fmla="*/ 320931 h 6858000"/>
              <a:gd name="connsiteX825" fmla="*/ 4227047 w 7467663"/>
              <a:gd name="connsiteY825" fmla="*/ 313415 h 6858000"/>
              <a:gd name="connsiteX826" fmla="*/ 4346041 w 7467663"/>
              <a:gd name="connsiteY826" fmla="*/ 456086 h 6858000"/>
              <a:gd name="connsiteX827" fmla="*/ 4870967 w 7467663"/>
              <a:gd name="connsiteY827" fmla="*/ 963061 h 6858000"/>
              <a:gd name="connsiteX828" fmla="*/ 4889647 w 7467663"/>
              <a:gd name="connsiteY828" fmla="*/ 957147 h 6858000"/>
              <a:gd name="connsiteX829" fmla="*/ 5422504 w 7467663"/>
              <a:gd name="connsiteY829" fmla="*/ 805191 h 6858000"/>
              <a:gd name="connsiteX830" fmla="*/ 6087656 w 7467663"/>
              <a:gd name="connsiteY830" fmla="*/ 826703 h 6858000"/>
              <a:gd name="connsiteX831" fmla="*/ 6058717 w 7467663"/>
              <a:gd name="connsiteY831" fmla="*/ 865992 h 6858000"/>
              <a:gd name="connsiteX832" fmla="*/ 4974153 w 7467663"/>
              <a:gd name="connsiteY832" fmla="*/ 1045456 h 6858000"/>
              <a:gd name="connsiteX833" fmla="*/ 5627835 w 7467663"/>
              <a:gd name="connsiteY833" fmla="*/ 1472077 h 6858000"/>
              <a:gd name="connsiteX834" fmla="*/ 5629817 w 7467663"/>
              <a:gd name="connsiteY834" fmla="*/ 1471412 h 6858000"/>
              <a:gd name="connsiteX835" fmla="*/ 5634124 w 7467663"/>
              <a:gd name="connsiteY835" fmla="*/ 1470572 h 6858000"/>
              <a:gd name="connsiteX836" fmla="*/ 5755832 w 7467663"/>
              <a:gd name="connsiteY836" fmla="*/ 1383886 h 6858000"/>
              <a:gd name="connsiteX837" fmla="*/ 6014186 w 7467663"/>
              <a:gd name="connsiteY837" fmla="*/ 1279799 h 6858000"/>
              <a:gd name="connsiteX838" fmla="*/ 6901619 w 7467663"/>
              <a:gd name="connsiteY838" fmla="*/ 1047874 h 6858000"/>
              <a:gd name="connsiteX839" fmla="*/ 6931566 w 7467663"/>
              <a:gd name="connsiteY839" fmla="*/ 1062034 h 6858000"/>
              <a:gd name="connsiteX840" fmla="*/ 5790982 w 7467663"/>
              <a:gd name="connsiteY840" fmla="*/ 1561380 h 6858000"/>
              <a:gd name="connsiteX841" fmla="*/ 6188971 w 7467663"/>
              <a:gd name="connsiteY841" fmla="*/ 1755168 h 6858000"/>
              <a:gd name="connsiteX842" fmla="*/ 6202446 w 7467663"/>
              <a:gd name="connsiteY842" fmla="*/ 1752268 h 6858000"/>
              <a:gd name="connsiteX843" fmla="*/ 7179560 w 7467663"/>
              <a:gd name="connsiteY843" fmla="*/ 1467551 h 6858000"/>
              <a:gd name="connsiteX844" fmla="*/ 7158730 w 7467663"/>
              <a:gd name="connsiteY844" fmla="*/ 1507835 h 6858000"/>
              <a:gd name="connsiteX845" fmla="*/ 6326959 w 7467663"/>
              <a:gd name="connsiteY845" fmla="*/ 1817686 h 6858000"/>
              <a:gd name="connsiteX846" fmla="*/ 6537433 w 7467663"/>
              <a:gd name="connsiteY846" fmla="*/ 1907790 h 6858000"/>
              <a:gd name="connsiteX847" fmla="*/ 6550221 w 7467663"/>
              <a:gd name="connsiteY847" fmla="*/ 1910729 h 6858000"/>
              <a:gd name="connsiteX848" fmla="*/ 6964438 w 7467663"/>
              <a:gd name="connsiteY848" fmla="*/ 2209505 h 6858000"/>
              <a:gd name="connsiteX849" fmla="*/ 7367862 w 7467663"/>
              <a:gd name="connsiteY849" fmla="*/ 2806833 h 6858000"/>
              <a:gd name="connsiteX850" fmla="*/ 7364329 w 7467663"/>
              <a:gd name="connsiteY850" fmla="*/ 2826907 h 6858000"/>
              <a:gd name="connsiteX851" fmla="*/ 7290545 w 7467663"/>
              <a:gd name="connsiteY851" fmla="*/ 2850663 h 6858000"/>
              <a:gd name="connsiteX852" fmla="*/ 6472036 w 7467663"/>
              <a:gd name="connsiteY852" fmla="*/ 1959003 h 6858000"/>
              <a:gd name="connsiteX853" fmla="*/ 5792897 w 7467663"/>
              <a:gd name="connsiteY853" fmla="*/ 1647747 h 6858000"/>
              <a:gd name="connsiteX854" fmla="*/ 5842751 w 7467663"/>
              <a:gd name="connsiteY854" fmla="*/ 1816112 h 6858000"/>
              <a:gd name="connsiteX855" fmla="*/ 5847424 w 7467663"/>
              <a:gd name="connsiteY855" fmla="*/ 1815776 h 6858000"/>
              <a:gd name="connsiteX856" fmla="*/ 6399821 w 7467663"/>
              <a:gd name="connsiteY856" fmla="*/ 2344799 h 6858000"/>
              <a:gd name="connsiteX857" fmla="*/ 6323232 w 7467663"/>
              <a:gd name="connsiteY857" fmla="*/ 2389634 h 6858000"/>
              <a:gd name="connsiteX858" fmla="*/ 5942958 w 7467663"/>
              <a:gd name="connsiteY858" fmla="*/ 2077708 h 6858000"/>
              <a:gd name="connsiteX859" fmla="*/ 5921559 w 7467663"/>
              <a:gd name="connsiteY859" fmla="*/ 2378596 h 6858000"/>
              <a:gd name="connsiteX860" fmla="*/ 5817651 w 7467663"/>
              <a:gd name="connsiteY860" fmla="*/ 3023919 h 6858000"/>
              <a:gd name="connsiteX861" fmla="*/ 5729634 w 7467663"/>
              <a:gd name="connsiteY861" fmla="*/ 3051849 h 6858000"/>
              <a:gd name="connsiteX862" fmla="*/ 5611018 w 7467663"/>
              <a:gd name="connsiteY862" fmla="*/ 2316769 h 6858000"/>
              <a:gd name="connsiteX863" fmla="*/ 5687608 w 7467663"/>
              <a:gd name="connsiteY863" fmla="*/ 2039972 h 6858000"/>
              <a:gd name="connsiteX864" fmla="*/ 5657554 w 7467663"/>
              <a:gd name="connsiteY864" fmla="*/ 1576445 h 6858000"/>
              <a:gd name="connsiteX865" fmla="*/ 5150475 w 7467663"/>
              <a:gd name="connsiteY865" fmla="*/ 1274012 h 6858000"/>
              <a:gd name="connsiteX866" fmla="*/ 5349142 w 7467663"/>
              <a:gd name="connsiteY866" fmla="*/ 2204405 h 6858000"/>
              <a:gd name="connsiteX867" fmla="*/ 5262214 w 7467663"/>
              <a:gd name="connsiteY867" fmla="*/ 2233836 h 6858000"/>
              <a:gd name="connsiteX868" fmla="*/ 4981539 w 7467663"/>
              <a:gd name="connsiteY868" fmla="*/ 1542201 h 6858000"/>
              <a:gd name="connsiteX869" fmla="*/ 4958461 w 7467663"/>
              <a:gd name="connsiteY869" fmla="*/ 1136957 h 6858000"/>
              <a:gd name="connsiteX870" fmla="*/ 4655015 w 7467663"/>
              <a:gd name="connsiteY870" fmla="*/ 891426 h 6858000"/>
              <a:gd name="connsiteX871" fmla="*/ 4348002 w 7467663"/>
              <a:gd name="connsiteY871" fmla="*/ 2205895 h 6858000"/>
              <a:gd name="connsiteX872" fmla="*/ 4262250 w 7467663"/>
              <a:gd name="connsiteY872" fmla="*/ 2219972 h 6858000"/>
              <a:gd name="connsiteX873" fmla="*/ 4550611 w 7467663"/>
              <a:gd name="connsiteY873" fmla="*/ 817540 h 6858000"/>
              <a:gd name="connsiteX874" fmla="*/ 4564418 w 7467663"/>
              <a:gd name="connsiteY874" fmla="*/ 808293 h 6858000"/>
              <a:gd name="connsiteX875" fmla="*/ 4266388 w 7467663"/>
              <a:gd name="connsiteY875" fmla="*/ 500083 h 6858000"/>
              <a:gd name="connsiteX876" fmla="*/ 4032842 w 7467663"/>
              <a:gd name="connsiteY876" fmla="*/ 211809 h 6858000"/>
              <a:gd name="connsiteX877" fmla="*/ 3882765 w 7467663"/>
              <a:gd name="connsiteY877" fmla="*/ 0 h 6858000"/>
              <a:gd name="connsiteX878" fmla="*/ 3721337 w 7467663"/>
              <a:gd name="connsiteY878" fmla="*/ 0 h 6858000"/>
              <a:gd name="connsiteX879" fmla="*/ 3797544 w 7467663"/>
              <a:gd name="connsiteY879" fmla="*/ 0 h 6858000"/>
              <a:gd name="connsiteX880" fmla="*/ 3775734 w 7467663"/>
              <a:gd name="connsiteY880" fmla="*/ 95131 h 6858000"/>
              <a:gd name="connsiteX881" fmla="*/ 3724807 w 7467663"/>
              <a:gd name="connsiteY881" fmla="*/ 272257 h 6858000"/>
              <a:gd name="connsiteX882" fmla="*/ 3726844 w 7467663"/>
              <a:gd name="connsiteY882" fmla="*/ 282988 h 6858000"/>
              <a:gd name="connsiteX883" fmla="*/ 3742664 w 7467663"/>
              <a:gd name="connsiteY883" fmla="*/ 279918 h 6858000"/>
              <a:gd name="connsiteX884" fmla="*/ 4103910 w 7467663"/>
              <a:gd name="connsiteY884" fmla="*/ 1161917 h 6858000"/>
              <a:gd name="connsiteX885" fmla="*/ 4020269 w 7467663"/>
              <a:gd name="connsiteY885" fmla="*/ 1200406 h 6858000"/>
              <a:gd name="connsiteX886" fmla="*/ 3674882 w 7467663"/>
              <a:gd name="connsiteY886" fmla="*/ 488524 h 6858000"/>
              <a:gd name="connsiteX887" fmla="*/ 3132682 w 7467663"/>
              <a:gd name="connsiteY887" fmla="*/ 1072284 h 6858000"/>
              <a:gd name="connsiteX888" fmla="*/ 2716346 w 7467663"/>
              <a:gd name="connsiteY888" fmla="*/ 1276376 h 6858000"/>
              <a:gd name="connsiteX889" fmla="*/ 2716772 w 7467663"/>
              <a:gd name="connsiteY889" fmla="*/ 1255462 h 6858000"/>
              <a:gd name="connsiteX890" fmla="*/ 3471096 w 7467663"/>
              <a:gd name="connsiteY890" fmla="*/ 437072 h 6858000"/>
              <a:gd name="connsiteX891" fmla="*/ 3639057 w 7467663"/>
              <a:gd name="connsiteY891" fmla="*/ 286334 h 6858000"/>
              <a:gd name="connsiteX892" fmla="*/ 3640309 w 7467663"/>
              <a:gd name="connsiteY892" fmla="*/ 284664 h 6858000"/>
              <a:gd name="connsiteX893" fmla="*/ 3646022 w 7467663"/>
              <a:gd name="connsiteY893" fmla="*/ 276711 h 6858000"/>
              <a:gd name="connsiteX894" fmla="*/ 3707943 w 7467663"/>
              <a:gd name="connsiteY894" fmla="*/ 65958 h 6858000"/>
              <a:gd name="connsiteX895" fmla="*/ 3721337 w 7467663"/>
              <a:gd name="connsiteY895" fmla="*/ 0 h 6858000"/>
              <a:gd name="connsiteX896" fmla="*/ 2867960 w 7467663"/>
              <a:gd name="connsiteY896" fmla="*/ 0 h 6858000"/>
              <a:gd name="connsiteX897" fmla="*/ 2926351 w 7467663"/>
              <a:gd name="connsiteY897" fmla="*/ 0 h 6858000"/>
              <a:gd name="connsiteX898" fmla="*/ 2902823 w 7467663"/>
              <a:gd name="connsiteY898" fmla="*/ 262929 h 6858000"/>
              <a:gd name="connsiteX899" fmla="*/ 2940663 w 7467663"/>
              <a:gd name="connsiteY899" fmla="*/ 140884 h 6858000"/>
              <a:gd name="connsiteX900" fmla="*/ 2947039 w 7467663"/>
              <a:gd name="connsiteY900" fmla="*/ 122524 h 6858000"/>
              <a:gd name="connsiteX901" fmla="*/ 2984316 w 7467663"/>
              <a:gd name="connsiteY901" fmla="*/ 0 h 6858000"/>
              <a:gd name="connsiteX902" fmla="*/ 3016114 w 7467663"/>
              <a:gd name="connsiteY902" fmla="*/ 0 h 6858000"/>
              <a:gd name="connsiteX903" fmla="*/ 2979949 w 7467663"/>
              <a:gd name="connsiteY903" fmla="*/ 119274 h 6858000"/>
              <a:gd name="connsiteX904" fmla="*/ 3023879 w 7467663"/>
              <a:gd name="connsiteY904" fmla="*/ 0 h 6858000"/>
              <a:gd name="connsiteX905" fmla="*/ 3105400 w 7467663"/>
              <a:gd name="connsiteY905" fmla="*/ 0 h 6858000"/>
              <a:gd name="connsiteX906" fmla="*/ 3094669 w 7467663"/>
              <a:gd name="connsiteY906" fmla="*/ 30308 h 6858000"/>
              <a:gd name="connsiteX907" fmla="*/ 2901945 w 7467663"/>
              <a:gd name="connsiteY907" fmla="*/ 466538 h 6858000"/>
              <a:gd name="connsiteX908" fmla="*/ 2815209 w 7467663"/>
              <a:gd name="connsiteY908" fmla="*/ 497361 h 6858000"/>
              <a:gd name="connsiteX909" fmla="*/ 2844845 w 7467663"/>
              <a:gd name="connsiteY909" fmla="*/ 127638 h 6858000"/>
              <a:gd name="connsiteX910" fmla="*/ 2867960 w 7467663"/>
              <a:gd name="connsiteY910" fmla="*/ 0 h 6858000"/>
              <a:gd name="connsiteX911" fmla="*/ 1057230 w 7467663"/>
              <a:gd name="connsiteY911" fmla="*/ 0 h 6858000"/>
              <a:gd name="connsiteX912" fmla="*/ 1111003 w 7467663"/>
              <a:gd name="connsiteY912" fmla="*/ 0 h 6858000"/>
              <a:gd name="connsiteX913" fmla="*/ 1125553 w 7467663"/>
              <a:gd name="connsiteY913" fmla="*/ 52588 h 6858000"/>
              <a:gd name="connsiteX914" fmla="*/ 1304276 w 7467663"/>
              <a:gd name="connsiteY914" fmla="*/ 476275 h 6858000"/>
              <a:gd name="connsiteX915" fmla="*/ 1492066 w 7467663"/>
              <a:gd name="connsiteY915" fmla="*/ 886333 h 6858000"/>
              <a:gd name="connsiteX916" fmla="*/ 1423698 w 7467663"/>
              <a:gd name="connsiteY916" fmla="*/ 710817 h 6858000"/>
              <a:gd name="connsiteX917" fmla="*/ 1357609 w 7467663"/>
              <a:gd name="connsiteY917" fmla="*/ 532892 h 6858000"/>
              <a:gd name="connsiteX918" fmla="*/ 1309550 w 7467663"/>
              <a:gd name="connsiteY918" fmla="*/ 374031 h 6858000"/>
              <a:gd name="connsiteX919" fmla="*/ 1193673 w 7467663"/>
              <a:gd name="connsiteY919" fmla="*/ 49533 h 6858000"/>
              <a:gd name="connsiteX920" fmla="*/ 1164391 w 7467663"/>
              <a:gd name="connsiteY920" fmla="*/ 0 h 6858000"/>
              <a:gd name="connsiteX921" fmla="*/ 1200666 w 7467663"/>
              <a:gd name="connsiteY921" fmla="*/ 0 h 6858000"/>
              <a:gd name="connsiteX922" fmla="*/ 1223408 w 7467663"/>
              <a:gd name="connsiteY922" fmla="*/ 38996 h 6858000"/>
              <a:gd name="connsiteX923" fmla="*/ 1339635 w 7467663"/>
              <a:gd name="connsiteY923" fmla="*/ 365517 h 6858000"/>
              <a:gd name="connsiteX924" fmla="*/ 1387469 w 7467663"/>
              <a:gd name="connsiteY924" fmla="*/ 523079 h 6858000"/>
              <a:gd name="connsiteX925" fmla="*/ 1452685 w 7467663"/>
              <a:gd name="connsiteY925" fmla="*/ 699806 h 6858000"/>
              <a:gd name="connsiteX926" fmla="*/ 1492092 w 7467663"/>
              <a:gd name="connsiteY926" fmla="*/ 800424 h 6858000"/>
              <a:gd name="connsiteX927" fmla="*/ 1455302 w 7467663"/>
              <a:gd name="connsiteY927" fmla="*/ 632913 h 6858000"/>
              <a:gd name="connsiteX928" fmla="*/ 1222336 w 7467663"/>
              <a:gd name="connsiteY928" fmla="*/ 9480 h 6858000"/>
              <a:gd name="connsiteX929" fmla="*/ 1214634 w 7467663"/>
              <a:gd name="connsiteY929" fmla="*/ 0 h 6858000"/>
              <a:gd name="connsiteX930" fmla="*/ 1289827 w 7467663"/>
              <a:gd name="connsiteY930" fmla="*/ 0 h 6858000"/>
              <a:gd name="connsiteX931" fmla="*/ 1321076 w 7467663"/>
              <a:gd name="connsiteY931" fmla="*/ 59722 h 6858000"/>
              <a:gd name="connsiteX932" fmla="*/ 1512579 w 7467663"/>
              <a:gd name="connsiteY932" fmla="*/ 626441 h 6858000"/>
              <a:gd name="connsiteX933" fmla="*/ 1506076 w 7467663"/>
              <a:gd name="connsiteY933" fmla="*/ 1089289 h 6858000"/>
              <a:gd name="connsiteX934" fmla="*/ 1486346 w 7467663"/>
              <a:gd name="connsiteY934" fmla="*/ 1079919 h 6858000"/>
              <a:gd name="connsiteX935" fmla="*/ 1070511 w 7467663"/>
              <a:gd name="connsiteY935" fmla="*/ 48609 h 6858000"/>
              <a:gd name="connsiteX936" fmla="*/ 1057230 w 7467663"/>
              <a:gd name="connsiteY936" fmla="*/ 0 h 6858000"/>
              <a:gd name="connsiteX937" fmla="*/ 43151 w 7467663"/>
              <a:gd name="connsiteY937" fmla="*/ 0 h 6858000"/>
              <a:gd name="connsiteX938" fmla="*/ 95283 w 7467663"/>
              <a:gd name="connsiteY938" fmla="*/ 0 h 6858000"/>
              <a:gd name="connsiteX939" fmla="*/ 300708 w 7467663"/>
              <a:gd name="connsiteY939" fmla="*/ 154571 h 6858000"/>
              <a:gd name="connsiteX940" fmla="*/ 530414 w 7467663"/>
              <a:gd name="connsiteY940" fmla="*/ 354673 h 6858000"/>
              <a:gd name="connsiteX941" fmla="*/ 333785 w 7467663"/>
              <a:gd name="connsiteY941" fmla="*/ 161564 h 6858000"/>
              <a:gd name="connsiteX942" fmla="*/ 147005 w 7467663"/>
              <a:gd name="connsiteY942" fmla="*/ 0 h 6858000"/>
              <a:gd name="connsiteX943" fmla="*/ 272509 w 7467663"/>
              <a:gd name="connsiteY943" fmla="*/ 0 h 6858000"/>
              <a:gd name="connsiteX944" fmla="*/ 326276 w 7467663"/>
              <a:gd name="connsiteY944" fmla="*/ 45847 h 6858000"/>
              <a:gd name="connsiteX945" fmla="*/ 823759 w 7467663"/>
              <a:gd name="connsiteY945" fmla="*/ 574145 h 6858000"/>
              <a:gd name="connsiteX946" fmla="*/ 811254 w 7467663"/>
              <a:gd name="connsiteY946" fmla="*/ 665546 h 6858000"/>
              <a:gd name="connsiteX947" fmla="*/ 154042 w 7467663"/>
              <a:gd name="connsiteY947" fmla="*/ 261522 h 6858000"/>
              <a:gd name="connsiteX948" fmla="*/ 13550 w 7467663"/>
              <a:gd name="connsiteY948" fmla="*/ 158423 h 6858000"/>
              <a:gd name="connsiteX949" fmla="*/ 0 w 7467663"/>
              <a:gd name="connsiteY949" fmla="*/ 146618 h 6858000"/>
              <a:gd name="connsiteX950" fmla="*/ 0 w 7467663"/>
              <a:gd name="connsiteY950" fmla="*/ 59161 h 6858000"/>
              <a:gd name="connsiteX951" fmla="*/ 45427 w 7467663"/>
              <a:gd name="connsiteY951" fmla="*/ 101078 h 6858000"/>
              <a:gd name="connsiteX952" fmla="*/ 630103 w 7467663"/>
              <a:gd name="connsiteY952" fmla="*/ 485885 h 6858000"/>
              <a:gd name="connsiteX953" fmla="*/ 532040 w 7467663"/>
              <a:gd name="connsiteY953" fmla="*/ 399359 h 6858000"/>
              <a:gd name="connsiteX954" fmla="*/ 517618 w 7467663"/>
              <a:gd name="connsiteY954" fmla="*/ 385726 h 6858000"/>
              <a:gd name="connsiteX955" fmla="*/ 285074 w 7467663"/>
              <a:gd name="connsiteY955" fmla="*/ 182755 h 6858000"/>
              <a:gd name="connsiteX956" fmla="*/ 43151 w 7467663"/>
              <a:gd name="connsiteY95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467600 w 7467600"/>
              <a:gd name="connsiteY75" fmla="*/ 6334256 h 6858000"/>
              <a:gd name="connsiteX76" fmla="*/ 7454976 w 7467600"/>
              <a:gd name="connsiteY76" fmla="*/ 6318297 h 6858000"/>
              <a:gd name="connsiteX77" fmla="*/ 1456157 w 7467600"/>
              <a:gd name="connsiteY77" fmla="*/ 5371404 h 6858000"/>
              <a:gd name="connsiteX78" fmla="*/ 1244432 w 7467600"/>
              <a:gd name="connsiteY78" fmla="*/ 5385601 h 6858000"/>
              <a:gd name="connsiteX79" fmla="*/ 973990 w 7467600"/>
              <a:gd name="connsiteY79" fmla="*/ 5424940 h 6858000"/>
              <a:gd name="connsiteX80" fmla="*/ 1103809 w 7467600"/>
              <a:gd name="connsiteY80" fmla="*/ 5433720 h 6858000"/>
              <a:gd name="connsiteX81" fmla="*/ 1123454 w 7467600"/>
              <a:gd name="connsiteY81" fmla="*/ 5435727 h 6858000"/>
              <a:gd name="connsiteX82" fmla="*/ 1737017 w 7467600"/>
              <a:gd name="connsiteY82" fmla="*/ 5452183 h 6858000"/>
              <a:gd name="connsiteX83" fmla="*/ 1824397 w 7467600"/>
              <a:gd name="connsiteY83" fmla="*/ 5447757 h 6858000"/>
              <a:gd name="connsiteX84" fmla="*/ 2070059 w 7467600"/>
              <a:gd name="connsiteY84" fmla="*/ 5441660 h 6858000"/>
              <a:gd name="connsiteX85" fmla="*/ 1456157 w 7467600"/>
              <a:gd name="connsiteY85" fmla="*/ 5371404 h 6858000"/>
              <a:gd name="connsiteX86" fmla="*/ 4988186 w 7467600"/>
              <a:gd name="connsiteY86" fmla="*/ 5216467 h 6858000"/>
              <a:gd name="connsiteX87" fmla="*/ 4777334 w 7467600"/>
              <a:gd name="connsiteY87" fmla="*/ 5406072 h 6858000"/>
              <a:gd name="connsiteX88" fmla="*/ 4718341 w 7467600"/>
              <a:gd name="connsiteY88" fmla="*/ 5468043 h 6858000"/>
              <a:gd name="connsiteX89" fmla="*/ 4604655 w 7467600"/>
              <a:gd name="connsiteY89" fmla="*/ 5583434 h 6858000"/>
              <a:gd name="connsiteX90" fmla="*/ 4565074 w 7467600"/>
              <a:gd name="connsiteY90" fmla="*/ 5618550 h 6858000"/>
              <a:gd name="connsiteX91" fmla="*/ 4988186 w 7467600"/>
              <a:gd name="connsiteY91" fmla="*/ 5216467 h 6858000"/>
              <a:gd name="connsiteX92" fmla="*/ 4978032 w 7467600"/>
              <a:gd name="connsiteY92" fmla="*/ 5183809 h 6858000"/>
              <a:gd name="connsiteX93" fmla="*/ 4463413 w 7467600"/>
              <a:gd name="connsiteY93" fmla="*/ 5615162 h 6858000"/>
              <a:gd name="connsiteX94" fmla="*/ 4358134 w 7467600"/>
              <a:gd name="connsiteY94" fmla="*/ 5742791 h 6858000"/>
              <a:gd name="connsiteX95" fmla="*/ 4376219 w 7467600"/>
              <a:gd name="connsiteY95" fmla="*/ 5729027 h 6858000"/>
              <a:gd name="connsiteX96" fmla="*/ 4582340 w 7467600"/>
              <a:gd name="connsiteY96" fmla="*/ 5561037 h 6858000"/>
              <a:gd name="connsiteX97" fmla="*/ 4694684 w 7467600"/>
              <a:gd name="connsiteY97" fmla="*/ 5447098 h 6858000"/>
              <a:gd name="connsiteX98" fmla="*/ 4754123 w 7467600"/>
              <a:gd name="connsiteY98" fmla="*/ 5384643 h 6858000"/>
              <a:gd name="connsiteX99" fmla="*/ 4978032 w 7467600"/>
              <a:gd name="connsiteY99" fmla="*/ 5183809 h 6858000"/>
              <a:gd name="connsiteX100" fmla="*/ 1903353 w 7467600"/>
              <a:gd name="connsiteY100" fmla="*/ 5044827 h 6858000"/>
              <a:gd name="connsiteX101" fmla="*/ 1936931 w 7467600"/>
              <a:gd name="connsiteY101" fmla="*/ 5093954 h 6858000"/>
              <a:gd name="connsiteX102" fmla="*/ 2195868 w 7467600"/>
              <a:gd name="connsiteY102" fmla="*/ 5396574 h 6858000"/>
              <a:gd name="connsiteX103" fmla="*/ 2088852 w 7467600"/>
              <a:gd name="connsiteY103" fmla="*/ 5166123 h 6858000"/>
              <a:gd name="connsiteX104" fmla="*/ 1958241 w 7467600"/>
              <a:gd name="connsiteY104" fmla="*/ 5067955 h 6858000"/>
              <a:gd name="connsiteX105" fmla="*/ 1903353 w 7467600"/>
              <a:gd name="connsiteY105" fmla="*/ 5044827 h 6858000"/>
              <a:gd name="connsiteX106" fmla="*/ 1979378 w 7467600"/>
              <a:gd name="connsiteY106" fmla="*/ 4769504 h 6858000"/>
              <a:gd name="connsiteX107" fmla="*/ 2882120 w 7467600"/>
              <a:gd name="connsiteY107" fmla="*/ 5064547 h 6858000"/>
              <a:gd name="connsiteX108" fmla="*/ 2793103 w 7467600"/>
              <a:gd name="connsiteY108" fmla="*/ 5039699 h 6858000"/>
              <a:gd name="connsiteX109" fmla="*/ 2770041 w 7467600"/>
              <a:gd name="connsiteY109" fmla="*/ 5033634 h 6858000"/>
              <a:gd name="connsiteX110" fmla="*/ 1979378 w 7467600"/>
              <a:gd name="connsiteY110" fmla="*/ 4769504 h 6858000"/>
              <a:gd name="connsiteX111" fmla="*/ 1927410 w 7467600"/>
              <a:gd name="connsiteY111" fmla="*/ 4716164 h 6858000"/>
              <a:gd name="connsiteX112" fmla="*/ 1959587 w 7467600"/>
              <a:gd name="connsiteY112" fmla="*/ 4728849 h 6858000"/>
              <a:gd name="connsiteX113" fmla="*/ 2777707 w 7467600"/>
              <a:gd name="connsiteY113" fmla="*/ 5003991 h 6858000"/>
              <a:gd name="connsiteX114" fmla="*/ 2800768 w 7467600"/>
              <a:gd name="connsiteY114" fmla="*/ 5010056 h 6858000"/>
              <a:gd name="connsiteX115" fmla="*/ 2879408 w 7467600"/>
              <a:gd name="connsiteY115" fmla="*/ 5031590 h 6858000"/>
              <a:gd name="connsiteX116" fmla="*/ 2862295 w 7467600"/>
              <a:gd name="connsiteY116" fmla="*/ 5022958 h 6858000"/>
              <a:gd name="connsiteX117" fmla="*/ 2813343 w 7467600"/>
              <a:gd name="connsiteY117" fmla="*/ 4998369 h 6858000"/>
              <a:gd name="connsiteX118" fmla="*/ 2646245 w 7467600"/>
              <a:gd name="connsiteY118" fmla="*/ 4930999 h 6858000"/>
              <a:gd name="connsiteX119" fmla="*/ 1999243 w 7467600"/>
              <a:gd name="connsiteY119" fmla="*/ 4730524 h 6858000"/>
              <a:gd name="connsiteX120" fmla="*/ 1979527 w 7467600"/>
              <a:gd name="connsiteY120" fmla="*/ 4726651 h 6858000"/>
              <a:gd name="connsiteX121" fmla="*/ 1927410 w 7467600"/>
              <a:gd name="connsiteY121" fmla="*/ 4716164 h 6858000"/>
              <a:gd name="connsiteX122" fmla="*/ 1997014 w 7467600"/>
              <a:gd name="connsiteY122" fmla="*/ 4698007 h 6858000"/>
              <a:gd name="connsiteX123" fmla="*/ 2005458 w 7467600"/>
              <a:gd name="connsiteY123" fmla="*/ 4699540 h 6858000"/>
              <a:gd name="connsiteX124" fmla="*/ 2657186 w 7467600"/>
              <a:gd name="connsiteY124" fmla="*/ 4901687 h 6858000"/>
              <a:gd name="connsiteX125" fmla="*/ 2826662 w 7467600"/>
              <a:gd name="connsiteY125" fmla="*/ 4970362 h 6858000"/>
              <a:gd name="connsiteX126" fmla="*/ 2876100 w 7467600"/>
              <a:gd name="connsiteY126" fmla="*/ 4995397 h 6858000"/>
              <a:gd name="connsiteX127" fmla="*/ 3042600 w 7467600"/>
              <a:gd name="connsiteY127" fmla="*/ 5059532 h 6858000"/>
              <a:gd name="connsiteX128" fmla="*/ 1997014 w 7467600"/>
              <a:gd name="connsiteY128" fmla="*/ 4698007 h 6858000"/>
              <a:gd name="connsiteX129" fmla="*/ 2305292 w 7467600"/>
              <a:gd name="connsiteY129" fmla="*/ 4219492 h 6858000"/>
              <a:gd name="connsiteX130" fmla="*/ 3360922 w 7467600"/>
              <a:gd name="connsiteY130" fmla="*/ 4529373 h 6858000"/>
              <a:gd name="connsiteX131" fmla="*/ 3492420 w 7467600"/>
              <a:gd name="connsiteY131" fmla="*/ 4510145 h 6858000"/>
              <a:gd name="connsiteX132" fmla="*/ 3364086 w 7467600"/>
              <a:gd name="connsiteY132" fmla="*/ 4480340 h 6858000"/>
              <a:gd name="connsiteX133" fmla="*/ 3225818 w 7467600"/>
              <a:gd name="connsiteY133" fmla="*/ 4411822 h 6858000"/>
              <a:gd name="connsiteX134" fmla="*/ 3129696 w 7467600"/>
              <a:gd name="connsiteY134" fmla="*/ 4360704 h 6858000"/>
              <a:gd name="connsiteX135" fmla="*/ 2814545 w 7467600"/>
              <a:gd name="connsiteY135" fmla="*/ 4282955 h 6858000"/>
              <a:gd name="connsiteX136" fmla="*/ 2305292 w 7467600"/>
              <a:gd name="connsiteY136" fmla="*/ 4219492 h 6858000"/>
              <a:gd name="connsiteX137" fmla="*/ 2626982 w 7467600"/>
              <a:gd name="connsiteY137" fmla="*/ 4206450 h 6858000"/>
              <a:gd name="connsiteX138" fmla="*/ 2490617 w 7467600"/>
              <a:gd name="connsiteY138" fmla="*/ 4206951 h 6858000"/>
              <a:gd name="connsiteX139" fmla="*/ 2819869 w 7467600"/>
              <a:gd name="connsiteY139" fmla="*/ 4252936 h 6858000"/>
              <a:gd name="connsiteX140" fmla="*/ 3143018 w 7467600"/>
              <a:gd name="connsiteY140" fmla="*/ 4332698 h 6858000"/>
              <a:gd name="connsiteX141" fmla="*/ 3241520 w 7467600"/>
              <a:gd name="connsiteY141" fmla="*/ 4385112 h 6858000"/>
              <a:gd name="connsiteX142" fmla="*/ 3374575 w 7467600"/>
              <a:gd name="connsiteY142" fmla="*/ 4451517 h 6858000"/>
              <a:gd name="connsiteX143" fmla="*/ 3505221 w 7467600"/>
              <a:gd name="connsiteY143" fmla="*/ 4480757 h 6858000"/>
              <a:gd name="connsiteX144" fmla="*/ 2626982 w 7467600"/>
              <a:gd name="connsiteY144" fmla="*/ 4206450 h 6858000"/>
              <a:gd name="connsiteX145" fmla="*/ 1310106 w 7467600"/>
              <a:gd name="connsiteY145" fmla="*/ 3943217 h 6858000"/>
              <a:gd name="connsiteX146" fmla="*/ 854994 w 7467600"/>
              <a:gd name="connsiteY146" fmla="*/ 4399136 h 6858000"/>
              <a:gd name="connsiteX147" fmla="*/ 742462 w 7467600"/>
              <a:gd name="connsiteY147" fmla="*/ 4594648 h 6858000"/>
              <a:gd name="connsiteX148" fmla="*/ 820602 w 7467600"/>
              <a:gd name="connsiteY148" fmla="*/ 4485915 h 6858000"/>
              <a:gd name="connsiteX149" fmla="*/ 878295 w 7467600"/>
              <a:gd name="connsiteY149" fmla="*/ 4403594 h 6858000"/>
              <a:gd name="connsiteX150" fmla="*/ 1240607 w 7467600"/>
              <a:gd name="connsiteY150" fmla="*/ 4010401 h 6858000"/>
              <a:gd name="connsiteX151" fmla="*/ 1310106 w 7467600"/>
              <a:gd name="connsiteY151" fmla="*/ 3943217 h 6858000"/>
              <a:gd name="connsiteX152" fmla="*/ 1423113 w 7467600"/>
              <a:gd name="connsiteY152" fmla="*/ 3874565 h 6858000"/>
              <a:gd name="connsiteX153" fmla="*/ 1260565 w 7467600"/>
              <a:gd name="connsiteY153" fmla="*/ 4031982 h 6858000"/>
              <a:gd name="connsiteX154" fmla="*/ 901900 w 7467600"/>
              <a:gd name="connsiteY154" fmla="*/ 4421236 h 6858000"/>
              <a:gd name="connsiteX155" fmla="*/ 845044 w 7467600"/>
              <a:gd name="connsiteY155" fmla="*/ 4502436 h 6858000"/>
              <a:gd name="connsiteX156" fmla="*/ 685926 w 7467600"/>
              <a:gd name="connsiteY156" fmla="*/ 4703069 h 6858000"/>
              <a:gd name="connsiteX157" fmla="*/ 684248 w 7467600"/>
              <a:gd name="connsiteY157" fmla="*/ 4706721 h 6858000"/>
              <a:gd name="connsiteX158" fmla="*/ 1423113 w 7467600"/>
              <a:gd name="connsiteY158" fmla="*/ 3874565 h 6858000"/>
              <a:gd name="connsiteX159" fmla="*/ 3316479 w 7467600"/>
              <a:gd name="connsiteY159" fmla="*/ 3872136 h 6858000"/>
              <a:gd name="connsiteX160" fmla="*/ 3546806 w 7467600"/>
              <a:gd name="connsiteY160" fmla="*/ 4356139 h 6858000"/>
              <a:gd name="connsiteX161" fmla="*/ 3364433 w 7467600"/>
              <a:gd name="connsiteY161" fmla="*/ 3953121 h 6858000"/>
              <a:gd name="connsiteX162" fmla="*/ 3316479 w 7467600"/>
              <a:gd name="connsiteY162" fmla="*/ 3872136 h 6858000"/>
              <a:gd name="connsiteX163" fmla="*/ 3291335 w 7467600"/>
              <a:gd name="connsiteY163" fmla="*/ 3767420 h 6858000"/>
              <a:gd name="connsiteX164" fmla="*/ 3390805 w 7467600"/>
              <a:gd name="connsiteY164" fmla="*/ 3937163 h 6858000"/>
              <a:gd name="connsiteX165" fmla="*/ 3579062 w 7467600"/>
              <a:gd name="connsiteY165" fmla="*/ 4359040 h 6858000"/>
              <a:gd name="connsiteX166" fmla="*/ 3467355 w 7467600"/>
              <a:gd name="connsiteY166" fmla="*/ 3988130 h 6858000"/>
              <a:gd name="connsiteX167" fmla="*/ 3310753 w 7467600"/>
              <a:gd name="connsiteY167" fmla="*/ 3787140 h 6858000"/>
              <a:gd name="connsiteX168" fmla="*/ 3291335 w 7467600"/>
              <a:gd name="connsiteY168" fmla="*/ 3767420 h 6858000"/>
              <a:gd name="connsiteX169" fmla="*/ 1635889 w 7467600"/>
              <a:gd name="connsiteY169" fmla="*/ 3709494 h 6858000"/>
              <a:gd name="connsiteX170" fmla="*/ 1634800 w 7467600"/>
              <a:gd name="connsiteY170" fmla="*/ 3731111 h 6858000"/>
              <a:gd name="connsiteX171" fmla="*/ 1635889 w 7467600"/>
              <a:gd name="connsiteY171" fmla="*/ 3709494 h 6858000"/>
              <a:gd name="connsiteX172" fmla="*/ 1510397 w 7467600"/>
              <a:gd name="connsiteY172" fmla="*/ 3684705 h 6858000"/>
              <a:gd name="connsiteX173" fmla="*/ 1146550 w 7467600"/>
              <a:gd name="connsiteY173" fmla="*/ 3802012 h 6858000"/>
              <a:gd name="connsiteX174" fmla="*/ 698834 w 7467600"/>
              <a:gd name="connsiteY174" fmla="*/ 3952272 h 6858000"/>
              <a:gd name="connsiteX175" fmla="*/ 34256 w 7467600"/>
              <a:gd name="connsiteY175" fmla="*/ 4347603 h 6858000"/>
              <a:gd name="connsiteX176" fmla="*/ 527241 w 7467600"/>
              <a:gd name="connsiteY176" fmla="*/ 4065078 h 6858000"/>
              <a:gd name="connsiteX177" fmla="*/ 1510397 w 7467600"/>
              <a:gd name="connsiteY177" fmla="*/ 3684705 h 6858000"/>
              <a:gd name="connsiteX178" fmla="*/ 1313114 w 7467600"/>
              <a:gd name="connsiteY178" fmla="*/ 3655216 h 6858000"/>
              <a:gd name="connsiteX179" fmla="*/ 1109304 w 7467600"/>
              <a:gd name="connsiteY179" fmla="*/ 3669030 h 6858000"/>
              <a:gd name="connsiteX180" fmla="*/ 8129 w 7467600"/>
              <a:gd name="connsiteY180" fmla="*/ 4330519 h 6858000"/>
              <a:gd name="connsiteX181" fmla="*/ 687572 w 7467600"/>
              <a:gd name="connsiteY181" fmla="*/ 3925629 h 6858000"/>
              <a:gd name="connsiteX182" fmla="*/ 1138365 w 7467600"/>
              <a:gd name="connsiteY182" fmla="*/ 3774515 h 6858000"/>
              <a:gd name="connsiteX183" fmla="*/ 1505579 w 7467600"/>
              <a:gd name="connsiteY183" fmla="*/ 3655526 h 6858000"/>
              <a:gd name="connsiteX184" fmla="*/ 1313114 w 7467600"/>
              <a:gd name="connsiteY184" fmla="*/ 3655216 h 6858000"/>
              <a:gd name="connsiteX185" fmla="*/ 3655073 w 7467600"/>
              <a:gd name="connsiteY185" fmla="*/ 3650884 h 6858000"/>
              <a:gd name="connsiteX186" fmla="*/ 3989938 w 7467600"/>
              <a:gd name="connsiteY186" fmla="*/ 3991685 h 6858000"/>
              <a:gd name="connsiteX187" fmla="*/ 4393907 w 7467600"/>
              <a:gd name="connsiteY187" fmla="*/ 4261258 h 6858000"/>
              <a:gd name="connsiteX188" fmla="*/ 4648051 w 7467600"/>
              <a:gd name="connsiteY188" fmla="*/ 4374051 h 6858000"/>
              <a:gd name="connsiteX189" fmla="*/ 4383389 w 7467600"/>
              <a:gd name="connsiteY189" fmla="*/ 4184369 h 6858000"/>
              <a:gd name="connsiteX190" fmla="*/ 4165508 w 7467600"/>
              <a:gd name="connsiteY190" fmla="*/ 4035196 h 6858000"/>
              <a:gd name="connsiteX191" fmla="*/ 4068162 w 7467600"/>
              <a:gd name="connsiteY191" fmla="*/ 3953394 h 6858000"/>
              <a:gd name="connsiteX192" fmla="*/ 3981416 w 7467600"/>
              <a:gd name="connsiteY192" fmla="*/ 3880482 h 6858000"/>
              <a:gd name="connsiteX193" fmla="*/ 3800147 w 7467600"/>
              <a:gd name="connsiteY193" fmla="*/ 3749872 h 6858000"/>
              <a:gd name="connsiteX194" fmla="*/ 3655073 w 7467600"/>
              <a:gd name="connsiteY194" fmla="*/ 3650884 h 6858000"/>
              <a:gd name="connsiteX195" fmla="*/ 3670252 w 7467600"/>
              <a:gd name="connsiteY195" fmla="*/ 3622798 h 6858000"/>
              <a:gd name="connsiteX196" fmla="*/ 3817258 w 7467600"/>
              <a:gd name="connsiteY196" fmla="*/ 3723577 h 6858000"/>
              <a:gd name="connsiteX197" fmla="*/ 4000461 w 7467600"/>
              <a:gd name="connsiteY197" fmla="*/ 3855966 h 6858000"/>
              <a:gd name="connsiteX198" fmla="*/ 4088180 w 7467600"/>
              <a:gd name="connsiteY198" fmla="*/ 3929774 h 6858000"/>
              <a:gd name="connsiteX199" fmla="*/ 4184555 w 7467600"/>
              <a:gd name="connsiteY199" fmla="*/ 4010683 h 6858000"/>
              <a:gd name="connsiteX200" fmla="*/ 4399563 w 7467600"/>
              <a:gd name="connsiteY200" fmla="*/ 4158106 h 6858000"/>
              <a:gd name="connsiteX201" fmla="*/ 4684469 w 7467600"/>
              <a:gd name="connsiteY201" fmla="*/ 4364680 h 6858000"/>
              <a:gd name="connsiteX202" fmla="*/ 4690271 w 7467600"/>
              <a:gd name="connsiteY202" fmla="*/ 4370034 h 6858000"/>
              <a:gd name="connsiteX203" fmla="*/ 4136093 w 7467600"/>
              <a:gd name="connsiteY203" fmla="*/ 3858466 h 6858000"/>
              <a:gd name="connsiteX204" fmla="*/ 3670252 w 7467600"/>
              <a:gd name="connsiteY204" fmla="*/ 3622798 h 6858000"/>
              <a:gd name="connsiteX205" fmla="*/ 4440129 w 7467600"/>
              <a:gd name="connsiteY205" fmla="*/ 3448571 h 6858000"/>
              <a:gd name="connsiteX206" fmla="*/ 4856525 w 7467600"/>
              <a:gd name="connsiteY206" fmla="*/ 3915351 h 6858000"/>
              <a:gd name="connsiteX207" fmla="*/ 5059055 w 7467600"/>
              <a:gd name="connsiteY207" fmla="*/ 4108918 h 6858000"/>
              <a:gd name="connsiteX208" fmla="*/ 5290070 w 7467600"/>
              <a:gd name="connsiteY208" fmla="*/ 4263619 h 6858000"/>
              <a:gd name="connsiteX209" fmla="*/ 4834991 w 7467600"/>
              <a:gd name="connsiteY209" fmla="*/ 3830985 h 6858000"/>
              <a:gd name="connsiteX210" fmla="*/ 4440129 w 7467600"/>
              <a:gd name="connsiteY210" fmla="*/ 3448571 h 6858000"/>
              <a:gd name="connsiteX211" fmla="*/ 4441737 w 7467600"/>
              <a:gd name="connsiteY211" fmla="*/ 3399734 h 6858000"/>
              <a:gd name="connsiteX212" fmla="*/ 4431236 w 7467600"/>
              <a:gd name="connsiteY212" fmla="*/ 3400954 h 6858000"/>
              <a:gd name="connsiteX213" fmla="*/ 4557150 w 7467600"/>
              <a:gd name="connsiteY213" fmla="*/ 3510023 h 6858000"/>
              <a:gd name="connsiteX214" fmla="*/ 4856936 w 7467600"/>
              <a:gd name="connsiteY214" fmla="*/ 3809146 h 6858000"/>
              <a:gd name="connsiteX215" fmla="*/ 5111996 w 7467600"/>
              <a:gd name="connsiteY215" fmla="*/ 4065759 h 6858000"/>
              <a:gd name="connsiteX216" fmla="*/ 5388878 w 7467600"/>
              <a:gd name="connsiteY216" fmla="*/ 4300185 h 6858000"/>
              <a:gd name="connsiteX217" fmla="*/ 5425556 w 7467600"/>
              <a:gd name="connsiteY217" fmla="*/ 4308967 h 6858000"/>
              <a:gd name="connsiteX218" fmla="*/ 4943646 w 7467600"/>
              <a:gd name="connsiteY218" fmla="*/ 3822916 h 6858000"/>
              <a:gd name="connsiteX219" fmla="*/ 4594837 w 7467600"/>
              <a:gd name="connsiteY219" fmla="*/ 3532274 h 6858000"/>
              <a:gd name="connsiteX220" fmla="*/ 4441737 w 7467600"/>
              <a:gd name="connsiteY220" fmla="*/ 3399734 h 6858000"/>
              <a:gd name="connsiteX221" fmla="*/ 5425834 w 7467600"/>
              <a:gd name="connsiteY221" fmla="*/ 3162785 h 6858000"/>
              <a:gd name="connsiteX222" fmla="*/ 5401644 w 7467600"/>
              <a:gd name="connsiteY222" fmla="*/ 3617847 h 6858000"/>
              <a:gd name="connsiteX223" fmla="*/ 5467256 w 7467600"/>
              <a:gd name="connsiteY223" fmla="*/ 4175494 h 6858000"/>
              <a:gd name="connsiteX224" fmla="*/ 5448069 w 7467600"/>
              <a:gd name="connsiteY224" fmla="*/ 3567554 h 6858000"/>
              <a:gd name="connsiteX225" fmla="*/ 5425834 w 7467600"/>
              <a:gd name="connsiteY225" fmla="*/ 3162785 h 6858000"/>
              <a:gd name="connsiteX226" fmla="*/ 1318687 w 7467600"/>
              <a:gd name="connsiteY226" fmla="*/ 3113840 h 6858000"/>
              <a:gd name="connsiteX227" fmla="*/ 1066793 w 7467600"/>
              <a:gd name="connsiteY227" fmla="*/ 3212171 h 6858000"/>
              <a:gd name="connsiteX228" fmla="*/ 993319 w 7467600"/>
              <a:gd name="connsiteY228" fmla="*/ 3247648 h 6858000"/>
              <a:gd name="connsiteX229" fmla="*/ 853081 w 7467600"/>
              <a:gd name="connsiteY229" fmla="*/ 3312410 h 6858000"/>
              <a:gd name="connsiteX230" fmla="*/ 805957 w 7467600"/>
              <a:gd name="connsiteY230" fmla="*/ 3330443 h 6858000"/>
              <a:gd name="connsiteX231" fmla="*/ 1318687 w 7467600"/>
              <a:gd name="connsiteY231" fmla="*/ 3113840 h 6858000"/>
              <a:gd name="connsiteX232" fmla="*/ 5453702 w 7467600"/>
              <a:gd name="connsiteY232" fmla="*/ 3090882 h 6858000"/>
              <a:gd name="connsiteX233" fmla="*/ 5480135 w 7467600"/>
              <a:gd name="connsiteY233" fmla="*/ 3565802 h 6858000"/>
              <a:gd name="connsiteX234" fmla="*/ 5499023 w 7467600"/>
              <a:gd name="connsiteY234" fmla="*/ 4166310 h 6858000"/>
              <a:gd name="connsiteX235" fmla="*/ 5547022 w 7467600"/>
              <a:gd name="connsiteY235" fmla="*/ 3607838 h 6858000"/>
              <a:gd name="connsiteX236" fmla="*/ 5515964 w 7467600"/>
              <a:gd name="connsiteY236" fmla="*/ 3378541 h 6858000"/>
              <a:gd name="connsiteX237" fmla="*/ 5453702 w 7467600"/>
              <a:gd name="connsiteY237" fmla="*/ 3090882 h 6858000"/>
              <a:gd name="connsiteX238" fmla="*/ 1238695 w 7467600"/>
              <a:gd name="connsiteY238" fmla="*/ 3076820 h 6858000"/>
              <a:gd name="connsiteX239" fmla="*/ 716371 w 7467600"/>
              <a:gd name="connsiteY239" fmla="*/ 3293249 h 6858000"/>
              <a:gd name="connsiteX240" fmla="*/ 579522 w 7467600"/>
              <a:gd name="connsiteY240" fmla="*/ 3371759 h 6858000"/>
              <a:gd name="connsiteX241" fmla="*/ 600288 w 7467600"/>
              <a:gd name="connsiteY241" fmla="*/ 3365555 h 6858000"/>
              <a:gd name="connsiteX242" fmla="*/ 840692 w 7467600"/>
              <a:gd name="connsiteY242" fmla="*/ 3284921 h 6858000"/>
              <a:gd name="connsiteX243" fmla="*/ 979248 w 7467600"/>
              <a:gd name="connsiteY243" fmla="*/ 3221003 h 6858000"/>
              <a:gd name="connsiteX244" fmla="*/ 1053282 w 7467600"/>
              <a:gd name="connsiteY244" fmla="*/ 3185247 h 6858000"/>
              <a:gd name="connsiteX245" fmla="*/ 1320603 w 7467600"/>
              <a:gd name="connsiteY245" fmla="*/ 3081281 h 6858000"/>
              <a:gd name="connsiteX246" fmla="*/ 1238695 w 7467600"/>
              <a:gd name="connsiteY246" fmla="*/ 3076820 h 6858000"/>
              <a:gd name="connsiteX247" fmla="*/ 5425627 w 7467600"/>
              <a:gd name="connsiteY247" fmla="*/ 2954192 h 6858000"/>
              <a:gd name="connsiteX248" fmla="*/ 5470770 w 7467600"/>
              <a:gd name="connsiteY248" fmla="*/ 3005435 h 6858000"/>
              <a:gd name="connsiteX249" fmla="*/ 5519779 w 7467600"/>
              <a:gd name="connsiteY249" fmla="*/ 4359223 h 6858000"/>
              <a:gd name="connsiteX250" fmla="*/ 5520293 w 7467600"/>
              <a:gd name="connsiteY250" fmla="*/ 4360602 h 6858000"/>
              <a:gd name="connsiteX251" fmla="*/ 5767221 w 7467600"/>
              <a:gd name="connsiteY251" fmla="*/ 4665564 h 6858000"/>
              <a:gd name="connsiteX252" fmla="*/ 6937169 w 7467600"/>
              <a:gd name="connsiteY252" fmla="*/ 4815941 h 6858000"/>
              <a:gd name="connsiteX253" fmla="*/ 6953922 w 7467600"/>
              <a:gd name="connsiteY253" fmla="*/ 4890068 h 6858000"/>
              <a:gd name="connsiteX254" fmla="*/ 6071359 w 7467600"/>
              <a:gd name="connsiteY254" fmla="*/ 4770770 h 6858000"/>
              <a:gd name="connsiteX255" fmla="*/ 6038839 w 7467600"/>
              <a:gd name="connsiteY255" fmla="*/ 4764474 h 6858000"/>
              <a:gd name="connsiteX256" fmla="*/ 6038706 w 7467600"/>
              <a:gd name="connsiteY256" fmla="*/ 4763847 h 6858000"/>
              <a:gd name="connsiteX257" fmla="*/ 6037784 w 7467600"/>
              <a:gd name="connsiteY257" fmla="*/ 4764270 h 6858000"/>
              <a:gd name="connsiteX258" fmla="*/ 6038839 w 7467600"/>
              <a:gd name="connsiteY258" fmla="*/ 4764474 h 6858000"/>
              <a:gd name="connsiteX259" fmla="*/ 6040338 w 7467600"/>
              <a:gd name="connsiteY259" fmla="*/ 4771418 h 6858000"/>
              <a:gd name="connsiteX260" fmla="*/ 6024488 w 7467600"/>
              <a:gd name="connsiteY260" fmla="*/ 4809903 h 6858000"/>
              <a:gd name="connsiteX261" fmla="*/ 5599771 w 7467600"/>
              <a:gd name="connsiteY261" fmla="*/ 5509652 h 6858000"/>
              <a:gd name="connsiteX262" fmla="*/ 5548843 w 7467600"/>
              <a:gd name="connsiteY262" fmla="*/ 5563845 h 6858000"/>
              <a:gd name="connsiteX263" fmla="*/ 5940952 w 7467600"/>
              <a:gd name="connsiteY263" fmla="*/ 6250028 h 6858000"/>
              <a:gd name="connsiteX264" fmla="*/ 6043441 w 7467600"/>
              <a:gd name="connsiteY264" fmla="*/ 6665847 h 6858000"/>
              <a:gd name="connsiteX265" fmla="*/ 6093432 w 7467600"/>
              <a:gd name="connsiteY265" fmla="*/ 6858000 h 6858000"/>
              <a:gd name="connsiteX266" fmla="*/ 6034344 w 7467600"/>
              <a:gd name="connsiteY266" fmla="*/ 6858000 h 6858000"/>
              <a:gd name="connsiteX267" fmla="*/ 6026679 w 7467600"/>
              <a:gd name="connsiteY267" fmla="*/ 6836959 h 6858000"/>
              <a:gd name="connsiteX268" fmla="*/ 5800441 w 7467600"/>
              <a:gd name="connsiteY268" fmla="*/ 6335286 h 6858000"/>
              <a:gd name="connsiteX269" fmla="*/ 5526562 w 7467600"/>
              <a:gd name="connsiteY269" fmla="*/ 5705388 h 6858000"/>
              <a:gd name="connsiteX270" fmla="*/ 5519640 w 7467600"/>
              <a:gd name="connsiteY270" fmla="*/ 5683774 h 6858000"/>
              <a:gd name="connsiteX271" fmla="*/ 5844559 w 7467600"/>
              <a:gd name="connsiteY271" fmla="*/ 6553349 h 6858000"/>
              <a:gd name="connsiteX272" fmla="*/ 5975994 w 7467600"/>
              <a:gd name="connsiteY272" fmla="*/ 6858000 h 6858000"/>
              <a:gd name="connsiteX273" fmla="*/ 5898547 w 7467600"/>
              <a:gd name="connsiteY273" fmla="*/ 6858000 h 6858000"/>
              <a:gd name="connsiteX274" fmla="*/ 5682041 w 7467600"/>
              <a:gd name="connsiteY274" fmla="*/ 6355860 h 6858000"/>
              <a:gd name="connsiteX275" fmla="*/ 5461758 w 7467600"/>
              <a:gd name="connsiteY275" fmla="*/ 5820220 h 6858000"/>
              <a:gd name="connsiteX276" fmla="*/ 5237282 w 7467600"/>
              <a:gd name="connsiteY276" fmla="*/ 6579086 h 6858000"/>
              <a:gd name="connsiteX277" fmla="*/ 5115009 w 7467600"/>
              <a:gd name="connsiteY277" fmla="*/ 6858000 h 6858000"/>
              <a:gd name="connsiteX278" fmla="*/ 5028074 w 7467600"/>
              <a:gd name="connsiteY278" fmla="*/ 6858000 h 6858000"/>
              <a:gd name="connsiteX279" fmla="*/ 5079508 w 7467600"/>
              <a:gd name="connsiteY279" fmla="*/ 6749074 h 6858000"/>
              <a:gd name="connsiteX280" fmla="*/ 5371846 w 7467600"/>
              <a:gd name="connsiteY280" fmla="*/ 5924413 h 6858000"/>
              <a:gd name="connsiteX281" fmla="*/ 5270512 w 7467600"/>
              <a:gd name="connsiteY281" fmla="*/ 6138975 h 6858000"/>
              <a:gd name="connsiteX282" fmla="*/ 5062409 w 7467600"/>
              <a:gd name="connsiteY282" fmla="*/ 6653544 h 6858000"/>
              <a:gd name="connsiteX283" fmla="*/ 5036628 w 7467600"/>
              <a:gd name="connsiteY283" fmla="*/ 6754247 h 6858000"/>
              <a:gd name="connsiteX284" fmla="*/ 5009112 w 7467600"/>
              <a:gd name="connsiteY284" fmla="*/ 6858000 h 6858000"/>
              <a:gd name="connsiteX285" fmla="*/ 4976679 w 7467600"/>
              <a:gd name="connsiteY285" fmla="*/ 6858000 h 6858000"/>
              <a:gd name="connsiteX286" fmla="*/ 5006537 w 7467600"/>
              <a:gd name="connsiteY286" fmla="*/ 6747068 h 6858000"/>
              <a:gd name="connsiteX287" fmla="*/ 5032723 w 7467600"/>
              <a:gd name="connsiteY287" fmla="*/ 6644957 h 6858000"/>
              <a:gd name="connsiteX288" fmla="*/ 5242949 w 7467600"/>
              <a:gd name="connsiteY288" fmla="*/ 6125175 h 6858000"/>
              <a:gd name="connsiteX289" fmla="*/ 5286321 w 7467600"/>
              <a:gd name="connsiteY289" fmla="*/ 6033555 h 6858000"/>
              <a:gd name="connsiteX290" fmla="*/ 5008210 w 7467600"/>
              <a:gd name="connsiteY290" fmla="*/ 6649194 h 6858000"/>
              <a:gd name="connsiteX291" fmla="*/ 4986321 w 7467600"/>
              <a:gd name="connsiteY291" fmla="*/ 6765687 h 6858000"/>
              <a:gd name="connsiteX292" fmla="*/ 4973474 w 7467600"/>
              <a:gd name="connsiteY292" fmla="*/ 6858000 h 6858000"/>
              <a:gd name="connsiteX293" fmla="*/ 4907178 w 7467600"/>
              <a:gd name="connsiteY293" fmla="*/ 6858000 h 6858000"/>
              <a:gd name="connsiteX294" fmla="*/ 4910810 w 7467600"/>
              <a:gd name="connsiteY294" fmla="*/ 6829660 h 6858000"/>
              <a:gd name="connsiteX295" fmla="*/ 4987461 w 7467600"/>
              <a:gd name="connsiteY295" fmla="*/ 6432994 h 6858000"/>
              <a:gd name="connsiteX296" fmla="*/ 5179262 w 7467600"/>
              <a:gd name="connsiteY296" fmla="*/ 6035044 h 6858000"/>
              <a:gd name="connsiteX297" fmla="*/ 4689678 w 7467600"/>
              <a:gd name="connsiteY297" fmla="*/ 6440241 h 6858000"/>
              <a:gd name="connsiteX298" fmla="*/ 4477543 w 7467600"/>
              <a:gd name="connsiteY298" fmla="*/ 6674836 h 6858000"/>
              <a:gd name="connsiteX299" fmla="*/ 4329957 w 7467600"/>
              <a:gd name="connsiteY299" fmla="*/ 6858000 h 6858000"/>
              <a:gd name="connsiteX300" fmla="*/ 4218595 w 7467600"/>
              <a:gd name="connsiteY300" fmla="*/ 6858000 h 6858000"/>
              <a:gd name="connsiteX301" fmla="*/ 4368888 w 7467600"/>
              <a:gd name="connsiteY301" fmla="*/ 6668412 h 6858000"/>
              <a:gd name="connsiteX302" fmla="*/ 4563091 w 7467600"/>
              <a:gd name="connsiteY302" fmla="*/ 6442508 h 6858000"/>
              <a:gd name="connsiteX303" fmla="*/ 5387324 w 7467600"/>
              <a:gd name="connsiteY303" fmla="*/ 5705830 h 6858000"/>
              <a:gd name="connsiteX304" fmla="*/ 5073620 w 7467600"/>
              <a:gd name="connsiteY304" fmla="*/ 5955437 h 6858000"/>
              <a:gd name="connsiteX305" fmla="*/ 4689789 w 7467600"/>
              <a:gd name="connsiteY305" fmla="*/ 6268382 h 6858000"/>
              <a:gd name="connsiteX306" fmla="*/ 4418722 w 7467600"/>
              <a:gd name="connsiteY306" fmla="*/ 6570886 h 6858000"/>
              <a:gd name="connsiteX307" fmla="*/ 4214944 w 7467600"/>
              <a:gd name="connsiteY307" fmla="*/ 6858000 h 6858000"/>
              <a:gd name="connsiteX308" fmla="*/ 4177898 w 7467600"/>
              <a:gd name="connsiteY308" fmla="*/ 6858000 h 6858000"/>
              <a:gd name="connsiteX309" fmla="*/ 4391597 w 7467600"/>
              <a:gd name="connsiteY309" fmla="*/ 6556370 h 6858000"/>
              <a:gd name="connsiteX310" fmla="*/ 4668889 w 7467600"/>
              <a:gd name="connsiteY310" fmla="*/ 6246399 h 6858000"/>
              <a:gd name="connsiteX311" fmla="*/ 5055427 w 7467600"/>
              <a:gd name="connsiteY311" fmla="*/ 5931476 h 6858000"/>
              <a:gd name="connsiteX312" fmla="*/ 5371814 w 7467600"/>
              <a:gd name="connsiteY312" fmla="*/ 5678975 h 6858000"/>
              <a:gd name="connsiteX313" fmla="*/ 4987918 w 7467600"/>
              <a:gd name="connsiteY313" fmla="*/ 5838701 h 6858000"/>
              <a:gd name="connsiteX314" fmla="*/ 4317146 w 7467600"/>
              <a:gd name="connsiteY314" fmla="*/ 6587716 h 6858000"/>
              <a:gd name="connsiteX315" fmla="*/ 4171627 w 7467600"/>
              <a:gd name="connsiteY315" fmla="*/ 6858000 h 6858000"/>
              <a:gd name="connsiteX316" fmla="*/ 4081585 w 7467600"/>
              <a:gd name="connsiteY316" fmla="*/ 6858000 h 6858000"/>
              <a:gd name="connsiteX317" fmla="*/ 4238603 w 7467600"/>
              <a:gd name="connsiteY317" fmla="*/ 6559341 h 6858000"/>
              <a:gd name="connsiteX318" fmla="*/ 4778333 w 7467600"/>
              <a:gd name="connsiteY318" fmla="*/ 5873626 h 6858000"/>
              <a:gd name="connsiteX319" fmla="*/ 5414185 w 7467600"/>
              <a:gd name="connsiteY319" fmla="*/ 5573882 h 6858000"/>
              <a:gd name="connsiteX320" fmla="*/ 5959648 w 7467600"/>
              <a:gd name="connsiteY320" fmla="*/ 4760797 h 6858000"/>
              <a:gd name="connsiteX321" fmla="*/ 5355019 w 7467600"/>
              <a:gd name="connsiteY321" fmla="*/ 4734672 h 6858000"/>
              <a:gd name="connsiteX322" fmla="*/ 5083565 w 7467600"/>
              <a:gd name="connsiteY322" fmla="*/ 5179121 h 6858000"/>
              <a:gd name="connsiteX323" fmla="*/ 4713577 w 7467600"/>
              <a:gd name="connsiteY323" fmla="*/ 5616803 h 6858000"/>
              <a:gd name="connsiteX324" fmla="*/ 3989559 w 7467600"/>
              <a:gd name="connsiteY324" fmla="*/ 6145945 h 6858000"/>
              <a:gd name="connsiteX325" fmla="*/ 3939824 w 7467600"/>
              <a:gd name="connsiteY325" fmla="*/ 6066900 h 6858000"/>
              <a:gd name="connsiteX326" fmla="*/ 4584537 w 7467600"/>
              <a:gd name="connsiteY326" fmla="*/ 5324826 h 6858000"/>
              <a:gd name="connsiteX327" fmla="*/ 5037105 w 7467600"/>
              <a:gd name="connsiteY327" fmla="*/ 5088765 h 6858000"/>
              <a:gd name="connsiteX328" fmla="*/ 5039930 w 7467600"/>
              <a:gd name="connsiteY328" fmla="*/ 5089585 h 6858000"/>
              <a:gd name="connsiteX329" fmla="*/ 5263764 w 7467600"/>
              <a:gd name="connsiteY329" fmla="*/ 4735525 h 6858000"/>
              <a:gd name="connsiteX330" fmla="*/ 4086300 w 7467600"/>
              <a:gd name="connsiteY330" fmla="*/ 4884599 h 6858000"/>
              <a:gd name="connsiteX331" fmla="*/ 4085485 w 7467600"/>
              <a:gd name="connsiteY331" fmla="*/ 4899070 h 6858000"/>
              <a:gd name="connsiteX332" fmla="*/ 3871915 w 7467600"/>
              <a:gd name="connsiteY332" fmla="*/ 5253645 h 6858000"/>
              <a:gd name="connsiteX333" fmla="*/ 3799374 w 7467600"/>
              <a:gd name="connsiteY333" fmla="*/ 5466127 h 6858000"/>
              <a:gd name="connsiteX334" fmla="*/ 3498850 w 7467600"/>
              <a:gd name="connsiteY334" fmla="*/ 6661888 h 6858000"/>
              <a:gd name="connsiteX335" fmla="*/ 3399216 w 7467600"/>
              <a:gd name="connsiteY335" fmla="*/ 6858000 h 6858000"/>
              <a:gd name="connsiteX336" fmla="*/ 3303688 w 7467600"/>
              <a:gd name="connsiteY336" fmla="*/ 6858000 h 6858000"/>
              <a:gd name="connsiteX337" fmla="*/ 3391774 w 7467600"/>
              <a:gd name="connsiteY337" fmla="*/ 6697181 h 6858000"/>
              <a:gd name="connsiteX338" fmla="*/ 3735540 w 7467600"/>
              <a:gd name="connsiteY338" fmla="*/ 5546923 h 6858000"/>
              <a:gd name="connsiteX339" fmla="*/ 3729438 w 7467600"/>
              <a:gd name="connsiteY339" fmla="*/ 5569058 h 6858000"/>
              <a:gd name="connsiteX340" fmla="*/ 3707782 w 7467600"/>
              <a:gd name="connsiteY340" fmla="*/ 5644908 h 6858000"/>
              <a:gd name="connsiteX341" fmla="*/ 3583827 w 7467600"/>
              <a:gd name="connsiteY341" fmla="*/ 6039215 h 6858000"/>
              <a:gd name="connsiteX342" fmla="*/ 3547861 w 7467600"/>
              <a:gd name="connsiteY342" fmla="*/ 6129609 h 6858000"/>
              <a:gd name="connsiteX343" fmla="*/ 3490905 w 7467600"/>
              <a:gd name="connsiteY343" fmla="*/ 6277660 h 6858000"/>
              <a:gd name="connsiteX344" fmla="*/ 3455859 w 7467600"/>
              <a:gd name="connsiteY344" fmla="*/ 6391301 h 6858000"/>
              <a:gd name="connsiteX345" fmla="*/ 3429112 w 7467600"/>
              <a:gd name="connsiteY345" fmla="*/ 6479469 h 6858000"/>
              <a:gd name="connsiteX346" fmla="*/ 3304862 w 7467600"/>
              <a:gd name="connsiteY346" fmla="*/ 6796476 h 6858000"/>
              <a:gd name="connsiteX347" fmla="*/ 3276071 w 7467600"/>
              <a:gd name="connsiteY347" fmla="*/ 6858000 h 6858000"/>
              <a:gd name="connsiteX348" fmla="*/ 3240805 w 7467600"/>
              <a:gd name="connsiteY348" fmla="*/ 6858000 h 6858000"/>
              <a:gd name="connsiteX349" fmla="*/ 3275917 w 7467600"/>
              <a:gd name="connsiteY349" fmla="*/ 6783192 h 6858000"/>
              <a:gd name="connsiteX350" fmla="*/ 3399358 w 7467600"/>
              <a:gd name="connsiteY350" fmla="*/ 6469011 h 6858000"/>
              <a:gd name="connsiteX351" fmla="*/ 3425650 w 7467600"/>
              <a:gd name="connsiteY351" fmla="*/ 6381333 h 6858000"/>
              <a:gd name="connsiteX352" fmla="*/ 3460661 w 7467600"/>
              <a:gd name="connsiteY352" fmla="*/ 6266763 h 6858000"/>
              <a:gd name="connsiteX353" fmla="*/ 3518021 w 7467600"/>
              <a:gd name="connsiteY353" fmla="*/ 6117298 h 6858000"/>
              <a:gd name="connsiteX354" fmla="*/ 3554035 w 7467600"/>
              <a:gd name="connsiteY354" fmla="*/ 6027832 h 6858000"/>
              <a:gd name="connsiteX355" fmla="*/ 3677174 w 7467600"/>
              <a:gd name="connsiteY355" fmla="*/ 5636351 h 6858000"/>
              <a:gd name="connsiteX356" fmla="*/ 3698819 w 7467600"/>
              <a:gd name="connsiteY356" fmla="*/ 5560503 h 6858000"/>
              <a:gd name="connsiteX357" fmla="*/ 3702094 w 7467600"/>
              <a:gd name="connsiteY357" fmla="*/ 5549194 h 6858000"/>
              <a:gd name="connsiteX358" fmla="*/ 3398355 w 7467600"/>
              <a:gd name="connsiteY358" fmla="*/ 6094603 h 6858000"/>
              <a:gd name="connsiteX359" fmla="*/ 3193941 w 7467600"/>
              <a:gd name="connsiteY359" fmla="*/ 6798775 h 6858000"/>
              <a:gd name="connsiteX360" fmla="*/ 3184140 w 7467600"/>
              <a:gd name="connsiteY360" fmla="*/ 6858000 h 6858000"/>
              <a:gd name="connsiteX361" fmla="*/ 3099978 w 7467600"/>
              <a:gd name="connsiteY361" fmla="*/ 6858000 h 6858000"/>
              <a:gd name="connsiteX362" fmla="*/ 3101556 w 7467600"/>
              <a:gd name="connsiteY362" fmla="*/ 6843337 h 6858000"/>
              <a:gd name="connsiteX363" fmla="*/ 3370162 w 7467600"/>
              <a:gd name="connsiteY363" fmla="*/ 5785550 h 6858000"/>
              <a:gd name="connsiteX364" fmla="*/ 3746477 w 7467600"/>
              <a:gd name="connsiteY364" fmla="*/ 5377889 h 6858000"/>
              <a:gd name="connsiteX365" fmla="*/ 3863399 w 7467600"/>
              <a:gd name="connsiteY365" fmla="*/ 5087257 h 6858000"/>
              <a:gd name="connsiteX366" fmla="*/ 3968712 w 7467600"/>
              <a:gd name="connsiteY366" fmla="*/ 4913989 h 6858000"/>
              <a:gd name="connsiteX367" fmla="*/ 2792390 w 7467600"/>
              <a:gd name="connsiteY367" fmla="*/ 5382974 h 6858000"/>
              <a:gd name="connsiteX368" fmla="*/ 2714982 w 7467600"/>
              <a:gd name="connsiteY368" fmla="*/ 5427051 h 6858000"/>
              <a:gd name="connsiteX369" fmla="*/ 2813361 w 7467600"/>
              <a:gd name="connsiteY369" fmla="*/ 6023912 h 6858000"/>
              <a:gd name="connsiteX370" fmla="*/ 2688430 w 7467600"/>
              <a:gd name="connsiteY370" fmla="*/ 6801564 h 6858000"/>
              <a:gd name="connsiteX371" fmla="*/ 2629626 w 7467600"/>
              <a:gd name="connsiteY371" fmla="*/ 6763394 h 6858000"/>
              <a:gd name="connsiteX372" fmla="*/ 2565328 w 7467600"/>
              <a:gd name="connsiteY372" fmla="*/ 5516399 h 6858000"/>
              <a:gd name="connsiteX373" fmla="*/ 1922999 w 7467600"/>
              <a:gd name="connsiteY373" fmla="*/ 5980343 h 6858000"/>
              <a:gd name="connsiteX374" fmla="*/ 1950261 w 7467600"/>
              <a:gd name="connsiteY374" fmla="*/ 6405858 h 6858000"/>
              <a:gd name="connsiteX375" fmla="*/ 2365554 w 7467600"/>
              <a:gd name="connsiteY375" fmla="*/ 6759107 h 6858000"/>
              <a:gd name="connsiteX376" fmla="*/ 2424142 w 7467600"/>
              <a:gd name="connsiteY376" fmla="*/ 6858000 h 6858000"/>
              <a:gd name="connsiteX377" fmla="*/ 2395994 w 7467600"/>
              <a:gd name="connsiteY377" fmla="*/ 6858000 h 6858000"/>
              <a:gd name="connsiteX378" fmla="*/ 2392863 w 7467600"/>
              <a:gd name="connsiteY378" fmla="*/ 6852964 h 6858000"/>
              <a:gd name="connsiteX379" fmla="*/ 2017589 w 7467600"/>
              <a:gd name="connsiteY379" fmla="*/ 6493982 h 6858000"/>
              <a:gd name="connsiteX380" fmla="*/ 2147336 w 7467600"/>
              <a:gd name="connsiteY380" fmla="*/ 6594052 h 6858000"/>
              <a:gd name="connsiteX381" fmla="*/ 2207047 w 7467600"/>
              <a:gd name="connsiteY381" fmla="*/ 6654540 h 6858000"/>
              <a:gd name="connsiteX382" fmla="*/ 2299106 w 7467600"/>
              <a:gd name="connsiteY382" fmla="*/ 6778931 h 6858000"/>
              <a:gd name="connsiteX383" fmla="*/ 2314430 w 7467600"/>
              <a:gd name="connsiteY383" fmla="*/ 6801144 h 6858000"/>
              <a:gd name="connsiteX384" fmla="*/ 2352406 w 7467600"/>
              <a:gd name="connsiteY384" fmla="*/ 6858000 h 6858000"/>
              <a:gd name="connsiteX385" fmla="*/ 2314492 w 7467600"/>
              <a:gd name="connsiteY385" fmla="*/ 6858000 h 6858000"/>
              <a:gd name="connsiteX386" fmla="*/ 2288095 w 7467600"/>
              <a:gd name="connsiteY386" fmla="*/ 6818030 h 6858000"/>
              <a:gd name="connsiteX387" fmla="*/ 2272768 w 7467600"/>
              <a:gd name="connsiteY387" fmla="*/ 6795822 h 6858000"/>
              <a:gd name="connsiteX388" fmla="*/ 2182715 w 7467600"/>
              <a:gd name="connsiteY388" fmla="*/ 6675071 h 6858000"/>
              <a:gd name="connsiteX389" fmla="*/ 2032061 w 7467600"/>
              <a:gd name="connsiteY389" fmla="*/ 6541380 h 6858000"/>
              <a:gd name="connsiteX390" fmla="*/ 2257220 w 7467600"/>
              <a:gd name="connsiteY390" fmla="*/ 6826257 h 6858000"/>
              <a:gd name="connsiteX391" fmla="*/ 2281324 w 7467600"/>
              <a:gd name="connsiteY391" fmla="*/ 6858000 h 6858000"/>
              <a:gd name="connsiteX392" fmla="*/ 2242860 w 7467600"/>
              <a:gd name="connsiteY392" fmla="*/ 6858000 h 6858000"/>
              <a:gd name="connsiteX393" fmla="*/ 2232818 w 7467600"/>
              <a:gd name="connsiteY393" fmla="*/ 6844926 h 6858000"/>
              <a:gd name="connsiteX394" fmla="*/ 1990172 w 7467600"/>
              <a:gd name="connsiteY394" fmla="*/ 6542121 h 6858000"/>
              <a:gd name="connsiteX395" fmla="*/ 2124090 w 7467600"/>
              <a:gd name="connsiteY395" fmla="*/ 6761017 h 6858000"/>
              <a:gd name="connsiteX396" fmla="*/ 2200380 w 7467600"/>
              <a:gd name="connsiteY396" fmla="*/ 6858000 h 6858000"/>
              <a:gd name="connsiteX397" fmla="*/ 2147507 w 7467600"/>
              <a:gd name="connsiteY397" fmla="*/ 6858000 h 6858000"/>
              <a:gd name="connsiteX398" fmla="*/ 2070668 w 7467600"/>
              <a:gd name="connsiteY398" fmla="*/ 6761520 h 6858000"/>
              <a:gd name="connsiteX399" fmla="*/ 1975142 w 7467600"/>
              <a:gd name="connsiteY399" fmla="*/ 6585570 h 6858000"/>
              <a:gd name="connsiteX400" fmla="*/ 2050035 w 7467600"/>
              <a:gd name="connsiteY400" fmla="*/ 6813345 h 6858000"/>
              <a:gd name="connsiteX401" fmla="*/ 2063025 w 7467600"/>
              <a:gd name="connsiteY401" fmla="*/ 6858000 h 6858000"/>
              <a:gd name="connsiteX402" fmla="*/ 2021675 w 7467600"/>
              <a:gd name="connsiteY402" fmla="*/ 6858000 h 6858000"/>
              <a:gd name="connsiteX403" fmla="*/ 2019308 w 7467600"/>
              <a:gd name="connsiteY403" fmla="*/ 6847118 h 6858000"/>
              <a:gd name="connsiteX404" fmla="*/ 1938835 w 7467600"/>
              <a:gd name="connsiteY404" fmla="*/ 6551160 h 6858000"/>
              <a:gd name="connsiteX405" fmla="*/ 1953230 w 7467600"/>
              <a:gd name="connsiteY405" fmla="*/ 6759699 h 6858000"/>
              <a:gd name="connsiteX406" fmla="*/ 1956763 w 7467600"/>
              <a:gd name="connsiteY406" fmla="*/ 6778191 h 6858000"/>
              <a:gd name="connsiteX407" fmla="*/ 1967925 w 7467600"/>
              <a:gd name="connsiteY407" fmla="*/ 6858000 h 6858000"/>
              <a:gd name="connsiteX408" fmla="*/ 1936622 w 7467600"/>
              <a:gd name="connsiteY408" fmla="*/ 6858000 h 6858000"/>
              <a:gd name="connsiteX409" fmla="*/ 1926261 w 7467600"/>
              <a:gd name="connsiteY409" fmla="*/ 6784064 h 6858000"/>
              <a:gd name="connsiteX410" fmla="*/ 1922724 w 7467600"/>
              <a:gd name="connsiteY410" fmla="*/ 6765577 h 6858000"/>
              <a:gd name="connsiteX411" fmla="*/ 1904650 w 7467600"/>
              <a:gd name="connsiteY411" fmla="*/ 6639616 h 6858000"/>
              <a:gd name="connsiteX412" fmla="*/ 1885273 w 7467600"/>
              <a:gd name="connsiteY412" fmla="*/ 6858000 h 6858000"/>
              <a:gd name="connsiteX413" fmla="*/ 1854363 w 7467600"/>
              <a:gd name="connsiteY413" fmla="*/ 6858000 h 6858000"/>
              <a:gd name="connsiteX414" fmla="*/ 1880391 w 7467600"/>
              <a:gd name="connsiteY414" fmla="*/ 6603796 h 6858000"/>
              <a:gd name="connsiteX415" fmla="*/ 1818273 w 7467600"/>
              <a:gd name="connsiteY415" fmla="*/ 6715729 h 6858000"/>
              <a:gd name="connsiteX416" fmla="*/ 1794691 w 7467600"/>
              <a:gd name="connsiteY416" fmla="*/ 6843239 h 6858000"/>
              <a:gd name="connsiteX417" fmla="*/ 1794914 w 7467600"/>
              <a:gd name="connsiteY417" fmla="*/ 6858000 h 6858000"/>
              <a:gd name="connsiteX418" fmla="*/ 1746128 w 7467600"/>
              <a:gd name="connsiteY418" fmla="*/ 6858000 h 6858000"/>
              <a:gd name="connsiteX419" fmla="*/ 1753934 w 7467600"/>
              <a:gd name="connsiteY419" fmla="*/ 6724796 h 6858000"/>
              <a:gd name="connsiteX420" fmla="*/ 1792053 w 7467600"/>
              <a:gd name="connsiteY420" fmla="*/ 6572396 h 6858000"/>
              <a:gd name="connsiteX421" fmla="*/ 1862248 w 7467600"/>
              <a:gd name="connsiteY421" fmla="*/ 6266397 h 6858000"/>
              <a:gd name="connsiteX422" fmla="*/ 1862250 w 7467600"/>
              <a:gd name="connsiteY422" fmla="*/ 6033531 h 6858000"/>
              <a:gd name="connsiteX423" fmla="*/ 1211999 w 7467600"/>
              <a:gd name="connsiteY423" fmla="*/ 6683610 h 6858000"/>
              <a:gd name="connsiteX424" fmla="*/ 1213266 w 7467600"/>
              <a:gd name="connsiteY424" fmla="*/ 6691947 h 6858000"/>
              <a:gd name="connsiteX425" fmla="*/ 1203370 w 7467600"/>
              <a:gd name="connsiteY425" fmla="*/ 6850676 h 6858000"/>
              <a:gd name="connsiteX426" fmla="*/ 1203671 w 7467600"/>
              <a:gd name="connsiteY426" fmla="*/ 6858000 h 6858000"/>
              <a:gd name="connsiteX427" fmla="*/ 1143180 w 7467600"/>
              <a:gd name="connsiteY427" fmla="*/ 6858000 h 6858000"/>
              <a:gd name="connsiteX428" fmla="*/ 1142176 w 7467600"/>
              <a:gd name="connsiteY428" fmla="*/ 6766045 h 6858000"/>
              <a:gd name="connsiteX429" fmla="*/ 1067484 w 7467600"/>
              <a:gd name="connsiteY429" fmla="*/ 6858000 h 6858000"/>
              <a:gd name="connsiteX430" fmla="*/ 953928 w 7467600"/>
              <a:gd name="connsiteY430" fmla="*/ 6858000 h 6858000"/>
              <a:gd name="connsiteX431" fmla="*/ 959715 w 7467600"/>
              <a:gd name="connsiteY431" fmla="*/ 6850185 h 6858000"/>
              <a:gd name="connsiteX432" fmla="*/ 1483788 w 7467600"/>
              <a:gd name="connsiteY432" fmla="*/ 6259174 h 6858000"/>
              <a:gd name="connsiteX433" fmla="*/ 1100671 w 7467600"/>
              <a:gd name="connsiteY433" fmla="*/ 6252137 h 6858000"/>
              <a:gd name="connsiteX434" fmla="*/ 1090144 w 7467600"/>
              <a:gd name="connsiteY434" fmla="*/ 6256748 h 6858000"/>
              <a:gd name="connsiteX435" fmla="*/ 1095872 w 7467600"/>
              <a:gd name="connsiteY435" fmla="*/ 6271892 h 6858000"/>
              <a:gd name="connsiteX436" fmla="*/ 262785 w 7467600"/>
              <a:gd name="connsiteY436" fmla="*/ 6845450 h 6858000"/>
              <a:gd name="connsiteX437" fmla="*/ 209968 w 7467600"/>
              <a:gd name="connsiteY437" fmla="*/ 6770713 h 6858000"/>
              <a:gd name="connsiteX438" fmla="*/ 873460 w 7467600"/>
              <a:gd name="connsiteY438" fmla="*/ 6253768 h 6858000"/>
              <a:gd name="connsiteX439" fmla="*/ 192686 w 7467600"/>
              <a:gd name="connsiteY439" fmla="*/ 5849257 h 6858000"/>
              <a:gd name="connsiteX440" fmla="*/ 4696 w 7467600"/>
              <a:gd name="connsiteY440" fmla="*/ 5697668 h 6858000"/>
              <a:gd name="connsiteX441" fmla="*/ 0 w 7467600"/>
              <a:gd name="connsiteY441" fmla="*/ 5689984 h 6858000"/>
              <a:gd name="connsiteX442" fmla="*/ 0 w 7467600"/>
              <a:gd name="connsiteY442" fmla="*/ 5513472 h 6858000"/>
              <a:gd name="connsiteX443" fmla="*/ 174101 w 7467600"/>
              <a:gd name="connsiteY443" fmla="*/ 5620277 h 6858000"/>
              <a:gd name="connsiteX444" fmla="*/ 891800 w 7467600"/>
              <a:gd name="connsiteY444" fmla="*/ 6036935 h 6858000"/>
              <a:gd name="connsiteX445" fmla="*/ 1072219 w 7467600"/>
              <a:gd name="connsiteY445" fmla="*/ 6169443 h 6858000"/>
              <a:gd name="connsiteX446" fmla="*/ 1074117 w 7467600"/>
              <a:gd name="connsiteY446" fmla="*/ 6170301 h 6858000"/>
              <a:gd name="connsiteX447" fmla="*/ 1083114 w 7467600"/>
              <a:gd name="connsiteY447" fmla="*/ 6174131 h 6858000"/>
              <a:gd name="connsiteX448" fmla="*/ 1543010 w 7467600"/>
              <a:gd name="connsiteY448" fmla="*/ 6191140 h 6858000"/>
              <a:gd name="connsiteX449" fmla="*/ 1551080 w 7467600"/>
              <a:gd name="connsiteY449" fmla="*/ 6195006 h 6858000"/>
              <a:gd name="connsiteX450" fmla="*/ 2345443 w 7467600"/>
              <a:gd name="connsiteY450" fmla="*/ 5549882 h 6858000"/>
              <a:gd name="connsiteX451" fmla="*/ 1721499 w 7467600"/>
              <a:gd name="connsiteY451" fmla="*/ 5599969 h 6858000"/>
              <a:gd name="connsiteX452" fmla="*/ 767716 w 7467600"/>
              <a:gd name="connsiteY452" fmla="*/ 5472768 h 6858000"/>
              <a:gd name="connsiteX453" fmla="*/ 722147 w 7467600"/>
              <a:gd name="connsiteY453" fmla="*/ 5393091 h 6858000"/>
              <a:gd name="connsiteX454" fmla="*/ 1485552 w 7467600"/>
              <a:gd name="connsiteY454" fmla="*/ 5313202 h 6858000"/>
              <a:gd name="connsiteX455" fmla="*/ 2143004 w 7467600"/>
              <a:gd name="connsiteY455" fmla="*/ 5402420 h 6858000"/>
              <a:gd name="connsiteX456" fmla="*/ 1933391 w 7467600"/>
              <a:gd name="connsiteY456" fmla="*/ 5156971 h 6858000"/>
              <a:gd name="connsiteX457" fmla="*/ 1827118 w 7467600"/>
              <a:gd name="connsiteY457" fmla="*/ 4968410 h 6858000"/>
              <a:gd name="connsiteX458" fmla="*/ 1837349 w 7467600"/>
              <a:gd name="connsiteY458" fmla="*/ 4956357 h 6858000"/>
              <a:gd name="connsiteX459" fmla="*/ 2162835 w 7467600"/>
              <a:gd name="connsiteY459" fmla="*/ 5187853 h 6858000"/>
              <a:gd name="connsiteX460" fmla="*/ 2257167 w 7467600"/>
              <a:gd name="connsiteY460" fmla="*/ 5462123 h 6858000"/>
              <a:gd name="connsiteX461" fmla="*/ 2261598 w 7467600"/>
              <a:gd name="connsiteY461" fmla="*/ 5467998 h 6858000"/>
              <a:gd name="connsiteX462" fmla="*/ 2437177 w 7467600"/>
              <a:gd name="connsiteY462" fmla="*/ 5479608 h 6858000"/>
              <a:gd name="connsiteX463" fmla="*/ 2445247 w 7467600"/>
              <a:gd name="connsiteY463" fmla="*/ 5483476 h 6858000"/>
              <a:gd name="connsiteX464" fmla="*/ 2743626 w 7467600"/>
              <a:gd name="connsiteY464" fmla="*/ 5304819 h 6858000"/>
              <a:gd name="connsiteX465" fmla="*/ 3048102 w 7467600"/>
              <a:gd name="connsiteY465" fmla="*/ 5150595 h 6858000"/>
              <a:gd name="connsiteX466" fmla="*/ 1799414 w 7467600"/>
              <a:gd name="connsiteY466" fmla="*/ 4694732 h 6858000"/>
              <a:gd name="connsiteX467" fmla="*/ 1771735 w 7467600"/>
              <a:gd name="connsiteY467" fmla="*/ 4619929 h 6858000"/>
              <a:gd name="connsiteX468" fmla="*/ 3104273 w 7467600"/>
              <a:gd name="connsiteY468" fmla="*/ 5076159 h 6858000"/>
              <a:gd name="connsiteX469" fmla="*/ 3113245 w 7467600"/>
              <a:gd name="connsiteY469" fmla="*/ 5090705 h 6858000"/>
              <a:gd name="connsiteX470" fmla="*/ 3126294 w 7467600"/>
              <a:gd name="connsiteY470" fmla="*/ 5114400 h 6858000"/>
              <a:gd name="connsiteX471" fmla="*/ 3937433 w 7467600"/>
              <a:gd name="connsiteY471" fmla="*/ 4830473 h 6858000"/>
              <a:gd name="connsiteX472" fmla="*/ 3590475 w 7467600"/>
              <a:gd name="connsiteY472" fmla="*/ 4597974 h 6858000"/>
              <a:gd name="connsiteX473" fmla="*/ 3100264 w 7467600"/>
              <a:gd name="connsiteY473" fmla="*/ 4579845 h 6858000"/>
              <a:gd name="connsiteX474" fmla="*/ 2183576 w 7467600"/>
              <a:gd name="connsiteY474" fmla="*/ 4227150 h 6858000"/>
              <a:gd name="connsiteX475" fmla="*/ 2151029 w 7467600"/>
              <a:gd name="connsiteY475" fmla="*/ 4146947 h 6858000"/>
              <a:gd name="connsiteX476" fmla="*/ 3563434 w 7467600"/>
              <a:gd name="connsiteY476" fmla="*/ 4469115 h 6858000"/>
              <a:gd name="connsiteX477" fmla="*/ 3177952 w 7467600"/>
              <a:gd name="connsiteY477" fmla="*/ 3657386 h 6858000"/>
              <a:gd name="connsiteX478" fmla="*/ 3189263 w 7467600"/>
              <a:gd name="connsiteY478" fmla="*/ 3625726 h 6858000"/>
              <a:gd name="connsiteX479" fmla="*/ 3560912 w 7467600"/>
              <a:gd name="connsiteY479" fmla="*/ 4079863 h 6858000"/>
              <a:gd name="connsiteX480" fmla="*/ 3626636 w 7467600"/>
              <a:gd name="connsiteY480" fmla="*/ 4512230 h 6858000"/>
              <a:gd name="connsiteX481" fmla="*/ 3653088 w 7467600"/>
              <a:gd name="connsiteY481" fmla="*/ 4521417 h 6858000"/>
              <a:gd name="connsiteX482" fmla="*/ 3988128 w 7467600"/>
              <a:gd name="connsiteY482" fmla="*/ 4817267 h 6858000"/>
              <a:gd name="connsiteX483" fmla="*/ 4830582 w 7467600"/>
              <a:gd name="connsiteY483" fmla="*/ 4676000 h 6858000"/>
              <a:gd name="connsiteX484" fmla="*/ 4830100 w 7467600"/>
              <a:gd name="connsiteY484" fmla="*/ 4675554 h 6858000"/>
              <a:gd name="connsiteX485" fmla="*/ 4036318 w 7467600"/>
              <a:gd name="connsiteY485" fmla="*/ 4147013 h 6858000"/>
              <a:gd name="connsiteX486" fmla="*/ 3432098 w 7467600"/>
              <a:gd name="connsiteY486" fmla="*/ 3537312 h 6858000"/>
              <a:gd name="connsiteX487" fmla="*/ 3446761 w 7467600"/>
              <a:gd name="connsiteY487" fmla="*/ 3461278 h 6858000"/>
              <a:gd name="connsiteX488" fmla="*/ 4419733 w 7467600"/>
              <a:gd name="connsiteY488" fmla="*/ 3963555 h 6858000"/>
              <a:gd name="connsiteX489" fmla="*/ 4781371 w 7467600"/>
              <a:gd name="connsiteY489" fmla="*/ 4458604 h 6858000"/>
              <a:gd name="connsiteX490" fmla="*/ 4780440 w 7467600"/>
              <a:gd name="connsiteY490" fmla="*/ 4470290 h 6858000"/>
              <a:gd name="connsiteX491" fmla="*/ 4898954 w 7467600"/>
              <a:gd name="connsiteY491" fmla="*/ 4662092 h 6858000"/>
              <a:gd name="connsiteX492" fmla="*/ 4900699 w 7467600"/>
              <a:gd name="connsiteY492" fmla="*/ 4670867 h 6858000"/>
              <a:gd name="connsiteX493" fmla="*/ 5714511 w 7467600"/>
              <a:gd name="connsiteY493" fmla="*/ 4663483 h 6858000"/>
              <a:gd name="connsiteX494" fmla="*/ 5464793 w 7467600"/>
              <a:gd name="connsiteY494" fmla="*/ 4393556 h 6858000"/>
              <a:gd name="connsiteX495" fmla="*/ 5461897 w 7467600"/>
              <a:gd name="connsiteY495" fmla="*/ 4390879 h 6858000"/>
              <a:gd name="connsiteX496" fmla="*/ 4294126 w 7467600"/>
              <a:gd name="connsiteY496" fmla="*/ 3303048 h 6858000"/>
              <a:gd name="connsiteX497" fmla="*/ 4305321 w 7467600"/>
              <a:gd name="connsiteY497" fmla="*/ 3256953 h 6858000"/>
              <a:gd name="connsiteX498" fmla="*/ 4949299 w 7467600"/>
              <a:gd name="connsiteY498" fmla="*/ 3766336 h 6858000"/>
              <a:gd name="connsiteX499" fmla="*/ 5291452 w 7467600"/>
              <a:gd name="connsiteY499" fmla="*/ 4076801 h 6858000"/>
              <a:gd name="connsiteX500" fmla="*/ 5434998 w 7467600"/>
              <a:gd name="connsiteY500" fmla="*/ 4254100 h 6858000"/>
              <a:gd name="connsiteX501" fmla="*/ 5351015 w 7467600"/>
              <a:gd name="connsiteY501" fmla="*/ 3760989 h 6858000"/>
              <a:gd name="connsiteX502" fmla="*/ 5413780 w 7467600"/>
              <a:gd name="connsiteY502" fmla="*/ 2966265 h 6858000"/>
              <a:gd name="connsiteX503" fmla="*/ 5425627 w 7467600"/>
              <a:gd name="connsiteY503" fmla="*/ 2954192 h 6858000"/>
              <a:gd name="connsiteX504" fmla="*/ 6604735 w 7467600"/>
              <a:gd name="connsiteY504" fmla="*/ 2041381 h 6858000"/>
              <a:gd name="connsiteX505" fmla="*/ 7204487 w 7467600"/>
              <a:gd name="connsiteY505" fmla="*/ 2742112 h 6858000"/>
              <a:gd name="connsiteX506" fmla="*/ 7131592 w 7467600"/>
              <a:gd name="connsiteY506" fmla="*/ 2672096 h 6858000"/>
              <a:gd name="connsiteX507" fmla="*/ 6996344 w 7467600"/>
              <a:gd name="connsiteY507" fmla="*/ 2518310 h 6858000"/>
              <a:gd name="connsiteX508" fmla="*/ 6735495 w 7467600"/>
              <a:gd name="connsiteY508" fmla="*/ 2196890 h 6858000"/>
              <a:gd name="connsiteX509" fmla="*/ 6721901 w 7467600"/>
              <a:gd name="connsiteY509" fmla="*/ 2179274 h 6858000"/>
              <a:gd name="connsiteX510" fmla="*/ 6604735 w 7467600"/>
              <a:gd name="connsiteY510" fmla="*/ 2041381 h 6858000"/>
              <a:gd name="connsiteX511" fmla="*/ 6591670 w 7467600"/>
              <a:gd name="connsiteY511" fmla="*/ 1988277 h 6858000"/>
              <a:gd name="connsiteX512" fmla="*/ 6747349 w 7467600"/>
              <a:gd name="connsiteY512" fmla="*/ 2160069 h 6858000"/>
              <a:gd name="connsiteX513" fmla="*/ 6760943 w 7467600"/>
              <a:gd name="connsiteY513" fmla="*/ 2177686 h 6858000"/>
              <a:gd name="connsiteX514" fmla="*/ 7021065 w 7467600"/>
              <a:gd name="connsiteY514" fmla="*/ 2498102 h 6858000"/>
              <a:gd name="connsiteX515" fmla="*/ 7155223 w 7467600"/>
              <a:gd name="connsiteY515" fmla="*/ 2650386 h 6858000"/>
              <a:gd name="connsiteX516" fmla="*/ 7203167 w 7467600"/>
              <a:gd name="connsiteY516" fmla="*/ 2697288 h 6858000"/>
              <a:gd name="connsiteX517" fmla="*/ 6937703 w 7467600"/>
              <a:gd name="connsiteY517" fmla="*/ 2321981 h 6858000"/>
              <a:gd name="connsiteX518" fmla="*/ 6591670 w 7467600"/>
              <a:gd name="connsiteY518" fmla="*/ 1988277 h 6858000"/>
              <a:gd name="connsiteX519" fmla="*/ 5798671 w 7467600"/>
              <a:gd name="connsiteY519" fmla="*/ 1981601 h 6858000"/>
              <a:gd name="connsiteX520" fmla="*/ 5754709 w 7467600"/>
              <a:gd name="connsiteY520" fmla="*/ 2071454 h 6858000"/>
              <a:gd name="connsiteX521" fmla="*/ 5763044 w 7467600"/>
              <a:gd name="connsiteY521" fmla="*/ 2842206 h 6858000"/>
              <a:gd name="connsiteX522" fmla="*/ 5764974 w 7467600"/>
              <a:gd name="connsiteY522" fmla="*/ 2799609 h 6858000"/>
              <a:gd name="connsiteX523" fmla="*/ 5767665 w 7467600"/>
              <a:gd name="connsiteY523" fmla="*/ 2666409 h 6858000"/>
              <a:gd name="connsiteX524" fmla="*/ 5763055 w 7467600"/>
              <a:gd name="connsiteY524" fmla="*/ 2579705 h 6858000"/>
              <a:gd name="connsiteX525" fmla="*/ 5758079 w 7467600"/>
              <a:gd name="connsiteY525" fmla="*/ 2492508 h 6858000"/>
              <a:gd name="connsiteX526" fmla="*/ 5779325 w 7467600"/>
              <a:gd name="connsiteY526" fmla="*/ 2197069 h 6858000"/>
              <a:gd name="connsiteX527" fmla="*/ 5798671 w 7467600"/>
              <a:gd name="connsiteY527" fmla="*/ 1981601 h 6858000"/>
              <a:gd name="connsiteX528" fmla="*/ 5829202 w 7467600"/>
              <a:gd name="connsiteY528" fmla="*/ 1971679 h 6858000"/>
              <a:gd name="connsiteX529" fmla="*/ 5809558 w 7467600"/>
              <a:gd name="connsiteY529" fmla="*/ 2198043 h 6858000"/>
              <a:gd name="connsiteX530" fmla="*/ 5788653 w 7467600"/>
              <a:gd name="connsiteY530" fmla="*/ 2489430 h 6858000"/>
              <a:gd name="connsiteX531" fmla="*/ 5793439 w 7467600"/>
              <a:gd name="connsiteY531" fmla="*/ 2575235 h 6858000"/>
              <a:gd name="connsiteX532" fmla="*/ 5796837 w 7467600"/>
              <a:gd name="connsiteY532" fmla="*/ 2637633 h 6858000"/>
              <a:gd name="connsiteX533" fmla="*/ 5818614 w 7467600"/>
              <a:gd name="connsiteY533" fmla="*/ 2473055 h 6858000"/>
              <a:gd name="connsiteX534" fmla="*/ 5829202 w 7467600"/>
              <a:gd name="connsiteY534" fmla="*/ 1971679 h 6858000"/>
              <a:gd name="connsiteX535" fmla="*/ 5911389 w 7467600"/>
              <a:gd name="connsiteY535" fmla="*/ 1898371 h 6858000"/>
              <a:gd name="connsiteX536" fmla="*/ 6237627 w 7467600"/>
              <a:gd name="connsiteY536" fmla="*/ 2231921 h 6858000"/>
              <a:gd name="connsiteX537" fmla="*/ 5911389 w 7467600"/>
              <a:gd name="connsiteY537" fmla="*/ 1898371 h 6858000"/>
              <a:gd name="connsiteX538" fmla="*/ 6944437 w 7467600"/>
              <a:gd name="connsiteY538" fmla="*/ 1575402 h 6858000"/>
              <a:gd name="connsiteX539" fmla="*/ 6304730 w 7467600"/>
              <a:gd name="connsiteY539" fmla="*/ 1766654 h 6858000"/>
              <a:gd name="connsiteX540" fmla="*/ 6944437 w 7467600"/>
              <a:gd name="connsiteY540" fmla="*/ 1575402 h 6858000"/>
              <a:gd name="connsiteX541" fmla="*/ 7019523 w 7467600"/>
              <a:gd name="connsiteY541" fmla="*/ 1519450 h 6858000"/>
              <a:gd name="connsiteX542" fmla="*/ 6298091 w 7467600"/>
              <a:gd name="connsiteY542" fmla="*/ 1737122 h 6858000"/>
              <a:gd name="connsiteX543" fmla="*/ 7019523 w 7467600"/>
              <a:gd name="connsiteY543" fmla="*/ 1519450 h 6858000"/>
              <a:gd name="connsiteX544" fmla="*/ 2399523 w 7467600"/>
              <a:gd name="connsiteY544" fmla="*/ 1428234 h 6858000"/>
              <a:gd name="connsiteX545" fmla="*/ 2224982 w 7467600"/>
              <a:gd name="connsiteY545" fmla="*/ 1826201 h 6858000"/>
              <a:gd name="connsiteX546" fmla="*/ 2096099 w 7467600"/>
              <a:gd name="connsiteY546" fmla="*/ 2345900 h 6858000"/>
              <a:gd name="connsiteX547" fmla="*/ 2283317 w 7467600"/>
              <a:gd name="connsiteY547" fmla="*/ 1796925 h 6858000"/>
              <a:gd name="connsiteX548" fmla="*/ 2399523 w 7467600"/>
              <a:gd name="connsiteY548" fmla="*/ 1428234 h 6858000"/>
              <a:gd name="connsiteX549" fmla="*/ 2448558 w 7467600"/>
              <a:gd name="connsiteY549" fmla="*/ 1373435 h 6858000"/>
              <a:gd name="connsiteX550" fmla="*/ 2312521 w 7467600"/>
              <a:gd name="connsiteY550" fmla="*/ 1806140 h 6858000"/>
              <a:gd name="connsiteX551" fmla="*/ 2127533 w 7467600"/>
              <a:gd name="connsiteY551" fmla="*/ 2348380 h 6858000"/>
              <a:gd name="connsiteX552" fmla="*/ 2358080 w 7467600"/>
              <a:gd name="connsiteY552" fmla="*/ 1866134 h 6858000"/>
              <a:gd name="connsiteX553" fmla="*/ 2407436 w 7467600"/>
              <a:gd name="connsiteY553" fmla="*/ 1651070 h 6858000"/>
              <a:gd name="connsiteX554" fmla="*/ 2448558 w 7467600"/>
              <a:gd name="connsiteY554" fmla="*/ 1373435 h 6858000"/>
              <a:gd name="connsiteX555" fmla="*/ 278707 w 7467600"/>
              <a:gd name="connsiteY555" fmla="*/ 1352270 h 6858000"/>
              <a:gd name="connsiteX556" fmla="*/ 321570 w 7467600"/>
              <a:gd name="connsiteY556" fmla="*/ 1861610 h 6858000"/>
              <a:gd name="connsiteX557" fmla="*/ 294281 w 7467600"/>
              <a:gd name="connsiteY557" fmla="*/ 1440658 h 6858000"/>
              <a:gd name="connsiteX558" fmla="*/ 278707 w 7467600"/>
              <a:gd name="connsiteY558" fmla="*/ 1352270 h 6858000"/>
              <a:gd name="connsiteX559" fmla="*/ 1423821 w 7467600"/>
              <a:gd name="connsiteY559" fmla="*/ 1351958 h 6858000"/>
              <a:gd name="connsiteX560" fmla="*/ 1638521 w 7467600"/>
              <a:gd name="connsiteY560" fmla="*/ 1908470 h 6858000"/>
              <a:gd name="connsiteX561" fmla="*/ 1754199 w 7467600"/>
              <a:gd name="connsiteY561" fmla="*/ 2149284 h 6858000"/>
              <a:gd name="connsiteX562" fmla="*/ 1908359 w 7467600"/>
              <a:gd name="connsiteY562" fmla="*/ 2364988 h 6858000"/>
              <a:gd name="connsiteX563" fmla="*/ 1647661 w 7467600"/>
              <a:gd name="connsiteY563" fmla="*/ 1825945 h 6858000"/>
              <a:gd name="connsiteX564" fmla="*/ 1423821 w 7467600"/>
              <a:gd name="connsiteY564" fmla="*/ 1351958 h 6858000"/>
              <a:gd name="connsiteX565" fmla="*/ 1431890 w 7467600"/>
              <a:gd name="connsiteY565" fmla="*/ 1306475 h 6858000"/>
              <a:gd name="connsiteX566" fmla="*/ 1507597 w 7467600"/>
              <a:gd name="connsiteY566" fmla="*/ 1446132 h 6858000"/>
              <a:gd name="connsiteX567" fmla="*/ 1674586 w 7467600"/>
              <a:gd name="connsiteY567" fmla="*/ 1813832 h 6858000"/>
              <a:gd name="connsiteX568" fmla="*/ 1815950 w 7467600"/>
              <a:gd name="connsiteY568" fmla="*/ 2128564 h 6858000"/>
              <a:gd name="connsiteX569" fmla="*/ 1984242 w 7467600"/>
              <a:gd name="connsiteY569" fmla="*/ 2430829 h 6858000"/>
              <a:gd name="connsiteX570" fmla="*/ 2014023 w 7467600"/>
              <a:gd name="connsiteY570" fmla="*/ 2450995 h 6858000"/>
              <a:gd name="connsiteX571" fmla="*/ 1747337 w 7467600"/>
              <a:gd name="connsiteY571" fmla="*/ 1855264 h 6858000"/>
              <a:gd name="connsiteX572" fmla="*/ 1533749 w 7467600"/>
              <a:gd name="connsiteY572" fmla="*/ 1478656 h 6858000"/>
              <a:gd name="connsiteX573" fmla="*/ 1431890 w 7467600"/>
              <a:gd name="connsiteY573" fmla="*/ 1306475 h 6858000"/>
              <a:gd name="connsiteX574" fmla="*/ 5052692 w 7467600"/>
              <a:gd name="connsiteY574" fmla="*/ 1292994 h 6858000"/>
              <a:gd name="connsiteX575" fmla="*/ 5200661 w 7467600"/>
              <a:gd name="connsiteY575" fmla="*/ 1635186 h 6858000"/>
              <a:gd name="connsiteX576" fmla="*/ 5297138 w 7467600"/>
              <a:gd name="connsiteY576" fmla="*/ 1906351 h 6858000"/>
              <a:gd name="connsiteX577" fmla="*/ 5052692 w 7467600"/>
              <a:gd name="connsiteY577" fmla="*/ 1292994 h 6858000"/>
              <a:gd name="connsiteX578" fmla="*/ 5009948 w 7467600"/>
              <a:gd name="connsiteY578" fmla="*/ 1273619 h 6858000"/>
              <a:gd name="connsiteX579" fmla="*/ 5121777 w 7467600"/>
              <a:gd name="connsiteY579" fmla="*/ 1654213 h 6858000"/>
              <a:gd name="connsiteX580" fmla="*/ 5293545 w 7467600"/>
              <a:gd name="connsiteY580" fmla="*/ 2072247 h 6858000"/>
              <a:gd name="connsiteX581" fmla="*/ 5294042 w 7467600"/>
              <a:gd name="connsiteY581" fmla="*/ 2065019 h 6858000"/>
              <a:gd name="connsiteX582" fmla="*/ 5171936 w 7467600"/>
              <a:gd name="connsiteY582" fmla="*/ 1647613 h 6858000"/>
              <a:gd name="connsiteX583" fmla="*/ 5009948 w 7467600"/>
              <a:gd name="connsiteY583" fmla="*/ 1273619 h 6858000"/>
              <a:gd name="connsiteX584" fmla="*/ 655236 w 7467600"/>
              <a:gd name="connsiteY584" fmla="*/ 1268632 h 6858000"/>
              <a:gd name="connsiteX585" fmla="*/ 839521 w 7467600"/>
              <a:gd name="connsiteY585" fmla="*/ 1685315 h 6858000"/>
              <a:gd name="connsiteX586" fmla="*/ 1109416 w 7467600"/>
              <a:gd name="connsiteY586" fmla="*/ 2061663 h 6858000"/>
              <a:gd name="connsiteX587" fmla="*/ 1298300 w 7467600"/>
              <a:gd name="connsiteY587" fmla="*/ 2247742 h 6858000"/>
              <a:gd name="connsiteX588" fmla="*/ 1125871 w 7467600"/>
              <a:gd name="connsiteY588" fmla="*/ 1989513 h 6858000"/>
              <a:gd name="connsiteX589" fmla="*/ 981574 w 7467600"/>
              <a:gd name="connsiteY589" fmla="*/ 1783157 h 6858000"/>
              <a:gd name="connsiteX590" fmla="*/ 922198 w 7467600"/>
              <a:gd name="connsiteY590" fmla="*/ 1677437 h 6858000"/>
              <a:gd name="connsiteX591" fmla="*/ 869293 w 7467600"/>
              <a:gd name="connsiteY591" fmla="*/ 1583214 h 6858000"/>
              <a:gd name="connsiteX592" fmla="*/ 751431 w 7467600"/>
              <a:gd name="connsiteY592" fmla="*/ 1405731 h 6858000"/>
              <a:gd name="connsiteX593" fmla="*/ 655236 w 7467600"/>
              <a:gd name="connsiteY593" fmla="*/ 1268632 h 6858000"/>
              <a:gd name="connsiteX594" fmla="*/ 6516292 w 7467600"/>
              <a:gd name="connsiteY594" fmla="*/ 1263064 h 6858000"/>
              <a:gd name="connsiteX595" fmla="*/ 5736320 w 7467600"/>
              <a:gd name="connsiteY595" fmla="*/ 1501803 h 6858000"/>
              <a:gd name="connsiteX596" fmla="*/ 6516292 w 7467600"/>
              <a:gd name="connsiteY596" fmla="*/ 1263064 h 6858000"/>
              <a:gd name="connsiteX597" fmla="*/ 291466 w 7467600"/>
              <a:gd name="connsiteY597" fmla="*/ 1250369 h 6858000"/>
              <a:gd name="connsiteX598" fmla="*/ 323180 w 7467600"/>
              <a:gd name="connsiteY598" fmla="*/ 1435283 h 6858000"/>
              <a:gd name="connsiteX599" fmla="*/ 349381 w 7467600"/>
              <a:gd name="connsiteY599" fmla="*/ 1875041 h 6858000"/>
              <a:gd name="connsiteX600" fmla="*/ 374363 w 7467600"/>
              <a:gd name="connsiteY600" fmla="*/ 1506494 h 6858000"/>
              <a:gd name="connsiteX601" fmla="*/ 302168 w 7467600"/>
              <a:gd name="connsiteY601" fmla="*/ 1274495 h 6858000"/>
              <a:gd name="connsiteX602" fmla="*/ 291466 w 7467600"/>
              <a:gd name="connsiteY602" fmla="*/ 1250369 h 6858000"/>
              <a:gd name="connsiteX603" fmla="*/ 678222 w 7467600"/>
              <a:gd name="connsiteY603" fmla="*/ 1248670 h 6858000"/>
              <a:gd name="connsiteX604" fmla="*/ 775536 w 7467600"/>
              <a:gd name="connsiteY604" fmla="*/ 1388015 h 6858000"/>
              <a:gd name="connsiteX605" fmla="*/ 894529 w 7467600"/>
              <a:gd name="connsiteY605" fmla="*/ 1567739 h 6858000"/>
              <a:gd name="connsiteX606" fmla="*/ 948000 w 7467600"/>
              <a:gd name="connsiteY606" fmla="*/ 1663088 h 6858000"/>
              <a:gd name="connsiteX607" fmla="*/ 1006812 w 7467600"/>
              <a:gd name="connsiteY607" fmla="*/ 1767683 h 6858000"/>
              <a:gd name="connsiteX608" fmla="*/ 1149133 w 7467600"/>
              <a:gd name="connsiteY608" fmla="*/ 1971513 h 6858000"/>
              <a:gd name="connsiteX609" fmla="*/ 1333952 w 7467600"/>
              <a:gd name="connsiteY609" fmla="*/ 2251620 h 6858000"/>
              <a:gd name="connsiteX610" fmla="*/ 1337329 w 7467600"/>
              <a:gd name="connsiteY610" fmla="*/ 2258350 h 6858000"/>
              <a:gd name="connsiteX611" fmla="*/ 1014726 w 7467600"/>
              <a:gd name="connsiteY611" fmla="*/ 1615556 h 6858000"/>
              <a:gd name="connsiteX612" fmla="*/ 678222 w 7467600"/>
              <a:gd name="connsiteY612" fmla="*/ 1248670 h 6858000"/>
              <a:gd name="connsiteX613" fmla="*/ 6691602 w 7467600"/>
              <a:gd name="connsiteY613" fmla="*/ 1140573 h 6858000"/>
              <a:gd name="connsiteX614" fmla="*/ 6571100 w 7467600"/>
              <a:gd name="connsiteY614" fmla="*/ 1183662 h 6858000"/>
              <a:gd name="connsiteX615" fmla="*/ 6241687 w 7467600"/>
              <a:gd name="connsiteY615" fmla="*/ 1257600 h 6858000"/>
              <a:gd name="connsiteX616" fmla="*/ 5693009 w 7467600"/>
              <a:gd name="connsiteY616" fmla="*/ 1478256 h 6858000"/>
              <a:gd name="connsiteX617" fmla="*/ 6548420 w 7467600"/>
              <a:gd name="connsiteY617" fmla="*/ 1214599 h 6858000"/>
              <a:gd name="connsiteX618" fmla="*/ 6605473 w 7467600"/>
              <a:gd name="connsiteY618" fmla="*/ 1184686 h 6858000"/>
              <a:gd name="connsiteX619" fmla="*/ 6691602 w 7467600"/>
              <a:gd name="connsiteY619" fmla="*/ 1140573 h 6858000"/>
              <a:gd name="connsiteX620" fmla="*/ 4002475 w 7467600"/>
              <a:gd name="connsiteY620" fmla="*/ 1037802 h 6858000"/>
              <a:gd name="connsiteX621" fmla="*/ 4000324 w 7467600"/>
              <a:gd name="connsiteY621" fmla="*/ 1039362 h 6858000"/>
              <a:gd name="connsiteX622" fmla="*/ 4002862 w 7467600"/>
              <a:gd name="connsiteY622" fmla="*/ 1042866 h 6858000"/>
              <a:gd name="connsiteX623" fmla="*/ 4002475 w 7467600"/>
              <a:gd name="connsiteY623" fmla="*/ 1037802 h 6858000"/>
              <a:gd name="connsiteX624" fmla="*/ 506322 w 7467600"/>
              <a:gd name="connsiteY624" fmla="*/ 1020997 h 6858000"/>
              <a:gd name="connsiteX625" fmla="*/ 533068 w 7467600"/>
              <a:gd name="connsiteY625" fmla="*/ 1029409 h 6858000"/>
              <a:gd name="connsiteX626" fmla="*/ 1232525 w 7467600"/>
              <a:gd name="connsiteY626" fmla="*/ 1804675 h 6858000"/>
              <a:gd name="connsiteX627" fmla="*/ 1388858 w 7467600"/>
              <a:gd name="connsiteY627" fmla="*/ 2368011 h 6858000"/>
              <a:gd name="connsiteX628" fmla="*/ 1384098 w 7467600"/>
              <a:gd name="connsiteY628" fmla="*/ 2378125 h 6858000"/>
              <a:gd name="connsiteX629" fmla="*/ 1425393 w 7467600"/>
              <a:gd name="connsiteY629" fmla="*/ 2589124 h 6858000"/>
              <a:gd name="connsiteX630" fmla="*/ 1424001 w 7467600"/>
              <a:gd name="connsiteY630" fmla="*/ 2597541 h 6858000"/>
              <a:gd name="connsiteX631" fmla="*/ 2152729 w 7467600"/>
              <a:gd name="connsiteY631" fmla="*/ 2864487 h 6858000"/>
              <a:gd name="connsiteX632" fmla="*/ 2020609 w 7467600"/>
              <a:gd name="connsiteY632" fmla="*/ 2539671 h 6858000"/>
              <a:gd name="connsiteX633" fmla="*/ 2018920 w 7467600"/>
              <a:gd name="connsiteY633" fmla="*/ 2536309 h 6858000"/>
              <a:gd name="connsiteX634" fmla="*/ 1342441 w 7467600"/>
              <a:gd name="connsiteY634" fmla="*/ 1173017 h 6858000"/>
              <a:gd name="connsiteX635" fmla="*/ 1367925 w 7467600"/>
              <a:gd name="connsiteY635" fmla="*/ 1135648 h 6858000"/>
              <a:gd name="connsiteX636" fmla="*/ 1771401 w 7467600"/>
              <a:gd name="connsiteY636" fmla="*/ 1806673 h 6858000"/>
              <a:gd name="connsiteX637" fmla="*/ 1972385 w 7467600"/>
              <a:gd name="connsiteY637" fmla="*/ 2198735 h 6858000"/>
              <a:gd name="connsiteX638" fmla="*/ 2040892 w 7467600"/>
              <a:gd name="connsiteY638" fmla="*/ 2405205 h 6858000"/>
              <a:gd name="connsiteX639" fmla="*/ 2131689 w 7467600"/>
              <a:gd name="connsiteY639" fmla="*/ 1936926 h 6858000"/>
              <a:gd name="connsiteX640" fmla="*/ 2454820 w 7467600"/>
              <a:gd name="connsiteY640" fmla="*/ 1248808 h 6858000"/>
              <a:gd name="connsiteX641" fmla="*/ 2492512 w 7467600"/>
              <a:gd name="connsiteY641" fmla="*/ 1302920 h 6858000"/>
              <a:gd name="connsiteX642" fmla="*/ 2081216 w 7467600"/>
              <a:gd name="connsiteY642" fmla="*/ 2527513 h 6858000"/>
              <a:gd name="connsiteX643" fmla="*/ 2081211 w 7467600"/>
              <a:gd name="connsiteY643" fmla="*/ 2528916 h 6858000"/>
              <a:gd name="connsiteX644" fmla="*/ 2199067 w 7467600"/>
              <a:gd name="connsiteY644" fmla="*/ 2884061 h 6858000"/>
              <a:gd name="connsiteX645" fmla="*/ 3192586 w 7467600"/>
              <a:gd name="connsiteY645" fmla="*/ 3411496 h 6858000"/>
              <a:gd name="connsiteX646" fmla="*/ 3182620 w 7467600"/>
              <a:gd name="connsiteY646" fmla="*/ 3483279 h 6858000"/>
              <a:gd name="connsiteX647" fmla="*/ 2435119 w 7467600"/>
              <a:gd name="connsiteY647" fmla="*/ 3080173 h 6858000"/>
              <a:gd name="connsiteX648" fmla="*/ 2410152 w 7467600"/>
              <a:gd name="connsiteY648" fmla="*/ 3063751 h 6858000"/>
              <a:gd name="connsiteX649" fmla="*/ 2408099 w 7467600"/>
              <a:gd name="connsiteY649" fmla="*/ 3064403 h 6858000"/>
              <a:gd name="connsiteX650" fmla="*/ 2407218 w 7467600"/>
              <a:gd name="connsiteY650" fmla="*/ 3070324 h 6858000"/>
              <a:gd name="connsiteX651" fmla="*/ 2380138 w 7467600"/>
              <a:gd name="connsiteY651" fmla="*/ 3099341 h 6858000"/>
              <a:gd name="connsiteX652" fmla="*/ 1765923 w 7467600"/>
              <a:gd name="connsiteY652" fmla="*/ 3581043 h 6858000"/>
              <a:gd name="connsiteX653" fmla="*/ 1702258 w 7467600"/>
              <a:gd name="connsiteY653" fmla="*/ 3612286 h 6858000"/>
              <a:gd name="connsiteX654" fmla="*/ 1538370 w 7467600"/>
              <a:gd name="connsiteY654" fmla="*/ 3811804 h 6858000"/>
              <a:gd name="connsiteX655" fmla="*/ 542867 w 7467600"/>
              <a:gd name="connsiteY655" fmla="*/ 4944092 h 6858000"/>
              <a:gd name="connsiteX656" fmla="*/ 515800 w 7467600"/>
              <a:gd name="connsiteY656" fmla="*/ 4862180 h 6858000"/>
              <a:gd name="connsiteX657" fmla="*/ 909145 w 7467600"/>
              <a:gd name="connsiteY657" fmla="*/ 4199225 h 6858000"/>
              <a:gd name="connsiteX658" fmla="*/ 1214067 w 7467600"/>
              <a:gd name="connsiteY658" fmla="*/ 3908561 h 6858000"/>
              <a:gd name="connsiteX659" fmla="*/ 640967 w 7467600"/>
              <a:gd name="connsiteY659" fmla="*/ 4105601 h 6858000"/>
              <a:gd name="connsiteX660" fmla="*/ 112563 w 7467600"/>
              <a:gd name="connsiteY660" fmla="*/ 4396952 h 6858000"/>
              <a:gd name="connsiteX661" fmla="*/ 0 w 7467600"/>
              <a:gd name="connsiteY661" fmla="*/ 4466006 h 6858000"/>
              <a:gd name="connsiteX662" fmla="*/ 0 w 7467600"/>
              <a:gd name="connsiteY662" fmla="*/ 4233763 h 6858000"/>
              <a:gd name="connsiteX663" fmla="*/ 36881 w 7467600"/>
              <a:gd name="connsiteY663" fmla="*/ 4200118 h 6858000"/>
              <a:gd name="connsiteX664" fmla="*/ 910534 w 7467600"/>
              <a:gd name="connsiteY664" fmla="*/ 3629753 h 6858000"/>
              <a:gd name="connsiteX665" fmla="*/ 1578717 w 7467600"/>
              <a:gd name="connsiteY665" fmla="*/ 3575982 h 6858000"/>
              <a:gd name="connsiteX666" fmla="*/ 2338780 w 7467600"/>
              <a:gd name="connsiteY666" fmla="*/ 3033725 h 6858000"/>
              <a:gd name="connsiteX667" fmla="*/ 1807991 w 7467600"/>
              <a:gd name="connsiteY667" fmla="*/ 2807184 h 6858000"/>
              <a:gd name="connsiteX668" fmla="*/ 1416358 w 7467600"/>
              <a:gd name="connsiteY668" fmla="*/ 3112571 h 6858000"/>
              <a:gd name="connsiteX669" fmla="*/ 939066 w 7467600"/>
              <a:gd name="connsiteY669" fmla="*/ 3378798 h 6858000"/>
              <a:gd name="connsiteX670" fmla="*/ 115099 w 7467600"/>
              <a:gd name="connsiteY670" fmla="*/ 3607650 h 6858000"/>
              <a:gd name="connsiteX671" fmla="*/ 97284 w 7467600"/>
              <a:gd name="connsiteY671" fmla="*/ 3520393 h 6858000"/>
              <a:gd name="connsiteX672" fmla="*/ 922050 w 7467600"/>
              <a:gd name="connsiteY672" fmla="*/ 3074867 h 6858000"/>
              <a:gd name="connsiteX673" fmla="*/ 1405265 w 7467600"/>
              <a:gd name="connsiteY673" fmla="*/ 3016319 h 6858000"/>
              <a:gd name="connsiteX674" fmla="*/ 1407512 w 7467600"/>
              <a:gd name="connsiteY674" fmla="*/ 3018001 h 6858000"/>
              <a:gd name="connsiteX675" fmla="*/ 1726266 w 7467600"/>
              <a:gd name="connsiteY675" fmla="*/ 2777274 h 6858000"/>
              <a:gd name="connsiteX676" fmla="*/ 625390 w 7467600"/>
              <a:gd name="connsiteY676" fmla="*/ 2514541 h 6858000"/>
              <a:gd name="connsiteX677" fmla="*/ 619799 w 7467600"/>
              <a:gd name="connsiteY677" fmla="*/ 2527180 h 6858000"/>
              <a:gd name="connsiteX678" fmla="*/ 310030 w 7467600"/>
              <a:gd name="connsiteY678" fmla="*/ 2771818 h 6858000"/>
              <a:gd name="connsiteX679" fmla="*/ 173877 w 7467600"/>
              <a:gd name="connsiteY679" fmla="*/ 2937056 h 6858000"/>
              <a:gd name="connsiteX680" fmla="*/ 77889 w 7467600"/>
              <a:gd name="connsiteY680" fmla="*/ 3138440 h 6858000"/>
              <a:gd name="connsiteX681" fmla="*/ 0 w 7467600"/>
              <a:gd name="connsiteY681" fmla="*/ 3271395 h 6858000"/>
              <a:gd name="connsiteX682" fmla="*/ 0 w 7467600"/>
              <a:gd name="connsiteY682" fmla="*/ 3153002 h 6858000"/>
              <a:gd name="connsiteX683" fmla="*/ 2386 w 7467600"/>
              <a:gd name="connsiteY683" fmla="*/ 3149203 h 6858000"/>
              <a:gd name="connsiteX684" fmla="*/ 89753 w 7467600"/>
              <a:gd name="connsiteY684" fmla="*/ 2987702 h 6858000"/>
              <a:gd name="connsiteX685" fmla="*/ 76869 w 7467600"/>
              <a:gd name="connsiteY685" fmla="*/ 3005404 h 6858000"/>
              <a:gd name="connsiteX686" fmla="*/ 32049 w 7467600"/>
              <a:gd name="connsiteY686" fmla="*/ 3065814 h 6858000"/>
              <a:gd name="connsiteX687" fmla="*/ 0 w 7467600"/>
              <a:gd name="connsiteY687" fmla="*/ 3108744 h 6858000"/>
              <a:gd name="connsiteX688" fmla="*/ 0 w 7467600"/>
              <a:gd name="connsiteY688" fmla="*/ 3058059 h 6858000"/>
              <a:gd name="connsiteX689" fmla="*/ 7610 w 7467600"/>
              <a:gd name="connsiteY689" fmla="*/ 3047889 h 6858000"/>
              <a:gd name="connsiteX690" fmla="*/ 52419 w 7467600"/>
              <a:gd name="connsiteY690" fmla="*/ 2987479 h 6858000"/>
              <a:gd name="connsiteX691" fmla="*/ 59142 w 7467600"/>
              <a:gd name="connsiteY691" fmla="*/ 2978488 h 6858000"/>
              <a:gd name="connsiteX692" fmla="*/ 0 w 7467600"/>
              <a:gd name="connsiteY692" fmla="*/ 3015334 h 6858000"/>
              <a:gd name="connsiteX693" fmla="*/ 0 w 7467600"/>
              <a:gd name="connsiteY693" fmla="*/ 2914286 h 6858000"/>
              <a:gd name="connsiteX694" fmla="*/ 36383 w 7467600"/>
              <a:gd name="connsiteY694" fmla="*/ 2901128 h 6858000"/>
              <a:gd name="connsiteX695" fmla="*/ 156329 w 7467600"/>
              <a:gd name="connsiteY695" fmla="*/ 2840533 h 6858000"/>
              <a:gd name="connsiteX696" fmla="*/ 358355 w 7467600"/>
              <a:gd name="connsiteY696" fmla="*/ 2620471 h 6858000"/>
              <a:gd name="connsiteX697" fmla="*/ 510577 w 7467600"/>
              <a:gd name="connsiteY697" fmla="*/ 2501244 h 6858000"/>
              <a:gd name="connsiteX698" fmla="*/ 211967 w 7467600"/>
              <a:gd name="connsiteY698" fmla="*/ 2479171 h 6858000"/>
              <a:gd name="connsiteX699" fmla="*/ 0 w 7467600"/>
              <a:gd name="connsiteY699" fmla="*/ 2476398 h 6858000"/>
              <a:gd name="connsiteX700" fmla="*/ 0 w 7467600"/>
              <a:gd name="connsiteY700" fmla="*/ 2389189 h 6858000"/>
              <a:gd name="connsiteX701" fmla="*/ 103062 w 7467600"/>
              <a:gd name="connsiteY701" fmla="*/ 2389518 h 6858000"/>
              <a:gd name="connsiteX702" fmla="*/ 510734 w 7467600"/>
              <a:gd name="connsiteY702" fmla="*/ 2416201 h 6858000"/>
              <a:gd name="connsiteX703" fmla="*/ 279257 w 7467600"/>
              <a:gd name="connsiteY703" fmla="*/ 2092102 h 6858000"/>
              <a:gd name="connsiteX704" fmla="*/ 65265 w 7467600"/>
              <a:gd name="connsiteY704" fmla="*/ 2006049 h 6858000"/>
              <a:gd name="connsiteX705" fmla="*/ 0 w 7467600"/>
              <a:gd name="connsiteY705" fmla="*/ 1982532 h 6858000"/>
              <a:gd name="connsiteX706" fmla="*/ 0 w 7467600"/>
              <a:gd name="connsiteY706" fmla="*/ 1912789 h 6858000"/>
              <a:gd name="connsiteX707" fmla="*/ 97460 w 7467600"/>
              <a:gd name="connsiteY707" fmla="*/ 1953725 h 6858000"/>
              <a:gd name="connsiteX708" fmla="*/ 221272 w 7467600"/>
              <a:gd name="connsiteY708" fmla="*/ 1980766 h 6858000"/>
              <a:gd name="connsiteX709" fmla="*/ 116765 w 7467600"/>
              <a:gd name="connsiteY709" fmla="*/ 1911033 h 6858000"/>
              <a:gd name="connsiteX710" fmla="*/ 16405 w 7467600"/>
              <a:gd name="connsiteY710" fmla="*/ 1803412 h 6858000"/>
              <a:gd name="connsiteX711" fmla="*/ 0 w 7467600"/>
              <a:gd name="connsiteY711" fmla="*/ 1784777 h 6858000"/>
              <a:gd name="connsiteX712" fmla="*/ 0 w 7467600"/>
              <a:gd name="connsiteY712" fmla="*/ 1740082 h 6858000"/>
              <a:gd name="connsiteX713" fmla="*/ 39394 w 7467600"/>
              <a:gd name="connsiteY713" fmla="*/ 1784856 h 6858000"/>
              <a:gd name="connsiteX714" fmla="*/ 135813 w 7467600"/>
              <a:gd name="connsiteY714" fmla="*/ 1888838 h 6858000"/>
              <a:gd name="connsiteX715" fmla="*/ 242575 w 7467600"/>
              <a:gd name="connsiteY715" fmla="*/ 1958841 h 6858000"/>
              <a:gd name="connsiteX716" fmla="*/ 82197 w 7467600"/>
              <a:gd name="connsiteY716" fmla="*/ 1754826 h 6858000"/>
              <a:gd name="connsiteX717" fmla="*/ 0 w 7467600"/>
              <a:gd name="connsiteY717" fmla="*/ 1679650 h 6858000"/>
              <a:gd name="connsiteX718" fmla="*/ 0 w 7467600"/>
              <a:gd name="connsiteY718" fmla="*/ 1602463 h 6858000"/>
              <a:gd name="connsiteX719" fmla="*/ 84689 w 7467600"/>
              <a:gd name="connsiteY719" fmla="*/ 1677442 h 6858000"/>
              <a:gd name="connsiteX720" fmla="*/ 298437 w 7467600"/>
              <a:gd name="connsiteY720" fmla="*/ 1968019 h 6858000"/>
              <a:gd name="connsiteX721" fmla="*/ 227269 w 7467600"/>
              <a:gd name="connsiteY721" fmla="*/ 1114064 h 6858000"/>
              <a:gd name="connsiteX722" fmla="*/ 248003 w 7467600"/>
              <a:gd name="connsiteY722" fmla="*/ 1089613 h 6858000"/>
              <a:gd name="connsiteX723" fmla="*/ 427020 w 7467600"/>
              <a:gd name="connsiteY723" fmla="*/ 1619803 h 6858000"/>
              <a:gd name="connsiteX724" fmla="*/ 340345 w 7467600"/>
              <a:gd name="connsiteY724" fmla="*/ 2027739 h 6858000"/>
              <a:gd name="connsiteX725" fmla="*/ 360865 w 7467600"/>
              <a:gd name="connsiteY725" fmla="*/ 2044827 h 6858000"/>
              <a:gd name="connsiteX726" fmla="*/ 560414 w 7467600"/>
              <a:gd name="connsiteY726" fmla="*/ 2421457 h 6858000"/>
              <a:gd name="connsiteX727" fmla="*/ 1359703 w 7467600"/>
              <a:gd name="connsiteY727" fmla="*/ 2578554 h 6858000"/>
              <a:gd name="connsiteX728" fmla="*/ 1359422 w 7467600"/>
              <a:gd name="connsiteY728" fmla="*/ 2577994 h 6858000"/>
              <a:gd name="connsiteX729" fmla="*/ 828701 w 7467600"/>
              <a:gd name="connsiteY729" fmla="*/ 1839520 h 6858000"/>
              <a:gd name="connsiteX730" fmla="*/ 494427 w 7467600"/>
              <a:gd name="connsiteY730" fmla="*/ 1092333 h 6858000"/>
              <a:gd name="connsiteX731" fmla="*/ 506322 w 7467600"/>
              <a:gd name="connsiteY731" fmla="*/ 1020997 h 6858000"/>
              <a:gd name="connsiteX732" fmla="*/ 4570198 w 7467600"/>
              <a:gd name="connsiteY732" fmla="*/ 978081 h 6858000"/>
              <a:gd name="connsiteX733" fmla="*/ 4523691 w 7467600"/>
              <a:gd name="connsiteY733" fmla="*/ 1127776 h 6858000"/>
              <a:gd name="connsiteX734" fmla="*/ 4509875 w 7467600"/>
              <a:gd name="connsiteY734" fmla="*/ 1167552 h 6858000"/>
              <a:gd name="connsiteX735" fmla="*/ 4478168 w 7467600"/>
              <a:gd name="connsiteY735" fmla="*/ 1260735 h 6858000"/>
              <a:gd name="connsiteX736" fmla="*/ 4409309 w 7467600"/>
              <a:gd name="connsiteY736" fmla="*/ 1666996 h 6858000"/>
              <a:gd name="connsiteX737" fmla="*/ 4370031 w 7467600"/>
              <a:gd name="connsiteY737" fmla="*/ 1955666 h 6858000"/>
              <a:gd name="connsiteX738" fmla="*/ 4570198 w 7467600"/>
              <a:gd name="connsiteY738" fmla="*/ 978081 h 6858000"/>
              <a:gd name="connsiteX739" fmla="*/ 4557898 w 7467600"/>
              <a:gd name="connsiteY739" fmla="*/ 900011 h 6858000"/>
              <a:gd name="connsiteX740" fmla="*/ 4344840 w 7467600"/>
              <a:gd name="connsiteY740" fmla="*/ 1922038 h 6858000"/>
              <a:gd name="connsiteX741" fmla="*/ 4378710 w 7467600"/>
              <a:gd name="connsiteY741" fmla="*/ 1665516 h 6858000"/>
              <a:gd name="connsiteX742" fmla="*/ 4448798 w 7467600"/>
              <a:gd name="connsiteY742" fmla="*/ 1253024 h 6858000"/>
              <a:gd name="connsiteX743" fmla="*/ 4480315 w 7467600"/>
              <a:gd name="connsiteY743" fmla="*/ 1158454 h 6858000"/>
              <a:gd name="connsiteX744" fmla="*/ 4494133 w 7467600"/>
              <a:gd name="connsiteY744" fmla="*/ 1118676 h 6858000"/>
              <a:gd name="connsiteX745" fmla="*/ 4557898 w 7467600"/>
              <a:gd name="connsiteY745" fmla="*/ 900011 h 6858000"/>
              <a:gd name="connsiteX746" fmla="*/ 5870151 w 7467600"/>
              <a:gd name="connsiteY746" fmla="*/ 898890 h 6858000"/>
              <a:gd name="connsiteX747" fmla="*/ 5861335 w 7467600"/>
              <a:gd name="connsiteY747" fmla="*/ 899177 h 6858000"/>
              <a:gd name="connsiteX748" fmla="*/ 5843702 w 7467600"/>
              <a:gd name="connsiteY748" fmla="*/ 899748 h 6858000"/>
              <a:gd name="connsiteX749" fmla="*/ 5651107 w 7467600"/>
              <a:gd name="connsiteY749" fmla="*/ 920306 h 6858000"/>
              <a:gd name="connsiteX750" fmla="*/ 5459407 w 7467600"/>
              <a:gd name="connsiteY750" fmla="*/ 940975 h 6858000"/>
              <a:gd name="connsiteX751" fmla="*/ 5374846 w 7467600"/>
              <a:gd name="connsiteY751" fmla="*/ 941988 h 6858000"/>
              <a:gd name="connsiteX752" fmla="*/ 5256105 w 7467600"/>
              <a:gd name="connsiteY752" fmla="*/ 945632 h 6858000"/>
              <a:gd name="connsiteX753" fmla="*/ 5107071 w 7467600"/>
              <a:gd name="connsiteY753" fmla="*/ 969720 h 6858000"/>
              <a:gd name="connsiteX754" fmla="*/ 4998681 w 7467600"/>
              <a:gd name="connsiteY754" fmla="*/ 988771 h 6858000"/>
              <a:gd name="connsiteX755" fmla="*/ 5870151 w 7467600"/>
              <a:gd name="connsiteY755" fmla="*/ 898890 h 6858000"/>
              <a:gd name="connsiteX756" fmla="*/ 5504425 w 7467600"/>
              <a:gd name="connsiteY756" fmla="*/ 848067 h 6858000"/>
              <a:gd name="connsiteX757" fmla="*/ 4968849 w 7467600"/>
              <a:gd name="connsiteY757" fmla="*/ 962318 h 6858000"/>
              <a:gd name="connsiteX758" fmla="*/ 5104039 w 7467600"/>
              <a:gd name="connsiteY758" fmla="*/ 940634 h 6858000"/>
              <a:gd name="connsiteX759" fmla="*/ 5256311 w 7467600"/>
              <a:gd name="connsiteY759" fmla="*/ 916490 h 6858000"/>
              <a:gd name="connsiteX760" fmla="*/ 5377381 w 7467600"/>
              <a:gd name="connsiteY760" fmla="*/ 912671 h 6858000"/>
              <a:gd name="connsiteX761" fmla="*/ 5460148 w 7467600"/>
              <a:gd name="connsiteY761" fmla="*/ 911442 h 6858000"/>
              <a:gd name="connsiteX762" fmla="*/ 5648971 w 7467600"/>
              <a:gd name="connsiteY762" fmla="*/ 891331 h 6858000"/>
              <a:gd name="connsiteX763" fmla="*/ 5844807 w 7467600"/>
              <a:gd name="connsiteY763" fmla="*/ 870718 h 6858000"/>
              <a:gd name="connsiteX764" fmla="*/ 5862975 w 7467600"/>
              <a:gd name="connsiteY764" fmla="*/ 869756 h 6858000"/>
              <a:gd name="connsiteX765" fmla="*/ 5920887 w 7467600"/>
              <a:gd name="connsiteY765" fmla="*/ 865929 h 6858000"/>
              <a:gd name="connsiteX766" fmla="*/ 5504425 w 7467600"/>
              <a:gd name="connsiteY766" fmla="*/ 848067 h 6858000"/>
              <a:gd name="connsiteX767" fmla="*/ 3607114 w 7467600"/>
              <a:gd name="connsiteY767" fmla="*/ 467441 h 6858000"/>
              <a:gd name="connsiteX768" fmla="*/ 3296242 w 7467600"/>
              <a:gd name="connsiteY768" fmla="*/ 807991 h 6858000"/>
              <a:gd name="connsiteX769" fmla="*/ 3174674 w 7467600"/>
              <a:gd name="connsiteY769" fmla="*/ 919759 h 6858000"/>
              <a:gd name="connsiteX770" fmla="*/ 3042978 w 7467600"/>
              <a:gd name="connsiteY770" fmla="*/ 1054894 h 6858000"/>
              <a:gd name="connsiteX771" fmla="*/ 2968914 w 7467600"/>
              <a:gd name="connsiteY771" fmla="*/ 1133756 h 6858000"/>
              <a:gd name="connsiteX772" fmla="*/ 3103823 w 7467600"/>
              <a:gd name="connsiteY772" fmla="*/ 1026814 h 6858000"/>
              <a:gd name="connsiteX773" fmla="*/ 3607114 w 7467600"/>
              <a:gd name="connsiteY773" fmla="*/ 467441 h 6858000"/>
              <a:gd name="connsiteX774" fmla="*/ 3744487 w 7467600"/>
              <a:gd name="connsiteY774" fmla="*/ 383136 h 6858000"/>
              <a:gd name="connsiteX775" fmla="*/ 3970213 w 7467600"/>
              <a:gd name="connsiteY775" fmla="*/ 995559 h 6858000"/>
              <a:gd name="connsiteX776" fmla="*/ 3744487 w 7467600"/>
              <a:gd name="connsiteY776" fmla="*/ 383136 h 6858000"/>
              <a:gd name="connsiteX777" fmla="*/ 3624562 w 7467600"/>
              <a:gd name="connsiteY777" fmla="*/ 367041 h 6858000"/>
              <a:gd name="connsiteX778" fmla="*/ 3489712 w 7467600"/>
              <a:gd name="connsiteY778" fmla="*/ 485386 h 6858000"/>
              <a:gd name="connsiteX779" fmla="*/ 3182994 w 7467600"/>
              <a:gd name="connsiteY779" fmla="*/ 828265 h 6858000"/>
              <a:gd name="connsiteX780" fmla="*/ 2892114 w 7467600"/>
              <a:gd name="connsiteY780" fmla="*/ 1172635 h 6858000"/>
              <a:gd name="connsiteX781" fmla="*/ 3021459 w 7467600"/>
              <a:gd name="connsiteY781" fmla="*/ 1035385 h 6858000"/>
              <a:gd name="connsiteX782" fmla="*/ 3153873 w 7467600"/>
              <a:gd name="connsiteY782" fmla="*/ 898971 h 6858000"/>
              <a:gd name="connsiteX783" fmla="*/ 3276511 w 7467600"/>
              <a:gd name="connsiteY783" fmla="*/ 786423 h 6858000"/>
              <a:gd name="connsiteX784" fmla="*/ 3584154 w 7467600"/>
              <a:gd name="connsiteY784" fmla="*/ 448218 h 6858000"/>
              <a:gd name="connsiteX785" fmla="*/ 3624562 w 7467600"/>
              <a:gd name="connsiteY785" fmla="*/ 367041 h 6858000"/>
              <a:gd name="connsiteX786" fmla="*/ 3766672 w 7467600"/>
              <a:gd name="connsiteY786" fmla="*/ 359429 h 6858000"/>
              <a:gd name="connsiteX787" fmla="*/ 3996338 w 7467600"/>
              <a:gd name="connsiteY787" fmla="*/ 968237 h 6858000"/>
              <a:gd name="connsiteX788" fmla="*/ 3766672 w 7467600"/>
              <a:gd name="connsiteY788" fmla="*/ 359429 h 6858000"/>
              <a:gd name="connsiteX789" fmla="*/ 5805386 w 7467600"/>
              <a:gd name="connsiteY789" fmla="*/ 239240 h 6858000"/>
              <a:gd name="connsiteX790" fmla="*/ 5736947 w 7467600"/>
              <a:gd name="connsiteY790" fmla="*/ 261367 h 6858000"/>
              <a:gd name="connsiteX791" fmla="*/ 5427012 w 7467600"/>
              <a:gd name="connsiteY791" fmla="*/ 311272 h 6858000"/>
              <a:gd name="connsiteX792" fmla="*/ 5147818 w 7467600"/>
              <a:gd name="connsiteY792" fmla="*/ 322112 h 6858000"/>
              <a:gd name="connsiteX793" fmla="*/ 5060854 w 7467600"/>
              <a:gd name="connsiteY793" fmla="*/ 311882 h 6858000"/>
              <a:gd name="connsiteX794" fmla="*/ 4945989 w 7467600"/>
              <a:gd name="connsiteY794" fmla="*/ 300516 h 6858000"/>
              <a:gd name="connsiteX795" fmla="*/ 5410479 w 7467600"/>
              <a:gd name="connsiteY795" fmla="*/ 348434 h 6858000"/>
              <a:gd name="connsiteX796" fmla="*/ 5805386 w 7467600"/>
              <a:gd name="connsiteY796" fmla="*/ 239240 h 6858000"/>
              <a:gd name="connsiteX797" fmla="*/ 5905192 w 7467600"/>
              <a:gd name="connsiteY797" fmla="*/ 163079 h 6858000"/>
              <a:gd name="connsiteX798" fmla="*/ 5865655 w 7467600"/>
              <a:gd name="connsiteY798" fmla="*/ 171901 h 6858000"/>
              <a:gd name="connsiteX799" fmla="*/ 5259740 w 7467600"/>
              <a:gd name="connsiteY799" fmla="*/ 257013 h 6858000"/>
              <a:gd name="connsiteX800" fmla="*/ 5208466 w 7467600"/>
              <a:gd name="connsiteY800" fmla="*/ 257550 h 6858000"/>
              <a:gd name="connsiteX801" fmla="*/ 4980204 w 7467600"/>
              <a:gd name="connsiteY801" fmla="*/ 271903 h 6858000"/>
              <a:gd name="connsiteX802" fmla="*/ 5068068 w 7467600"/>
              <a:gd name="connsiteY802" fmla="*/ 282244 h 6858000"/>
              <a:gd name="connsiteX803" fmla="*/ 5153231 w 7467600"/>
              <a:gd name="connsiteY803" fmla="*/ 292240 h 6858000"/>
              <a:gd name="connsiteX804" fmla="*/ 5426491 w 7467600"/>
              <a:gd name="connsiteY804" fmla="*/ 281128 h 6858000"/>
              <a:gd name="connsiteX805" fmla="*/ 5731212 w 7467600"/>
              <a:gd name="connsiteY805" fmla="*/ 231951 h 6858000"/>
              <a:gd name="connsiteX806" fmla="*/ 5905192 w 7467600"/>
              <a:gd name="connsiteY806" fmla="*/ 163079 h 6858000"/>
              <a:gd name="connsiteX807" fmla="*/ 5944437 w 7467600"/>
              <a:gd name="connsiteY807" fmla="*/ 113829 h 6858000"/>
              <a:gd name="connsiteX808" fmla="*/ 5825032 w 7467600"/>
              <a:gd name="connsiteY808" fmla="*/ 146405 h 6858000"/>
              <a:gd name="connsiteX809" fmla="*/ 4955599 w 7467600"/>
              <a:gd name="connsiteY809" fmla="*/ 247008 h 6858000"/>
              <a:gd name="connsiteX810" fmla="*/ 5210104 w 7467600"/>
              <a:gd name="connsiteY810" fmla="*/ 228123 h 6858000"/>
              <a:gd name="connsiteX811" fmla="*/ 5261015 w 7467600"/>
              <a:gd name="connsiteY811" fmla="*/ 227087 h 6858000"/>
              <a:gd name="connsiteX812" fmla="*/ 5861181 w 7467600"/>
              <a:gd name="connsiteY812" fmla="*/ 143093 h 6858000"/>
              <a:gd name="connsiteX813" fmla="*/ 5961252 w 7467600"/>
              <a:gd name="connsiteY813" fmla="*/ 114820 h 6858000"/>
              <a:gd name="connsiteX814" fmla="*/ 5944437 w 7467600"/>
              <a:gd name="connsiteY814" fmla="*/ 113829 h 6858000"/>
              <a:gd name="connsiteX815" fmla="*/ 3882765 w 7467600"/>
              <a:gd name="connsiteY815" fmla="*/ 0 h 6858000"/>
              <a:gd name="connsiteX816" fmla="*/ 3995099 w 7467600"/>
              <a:gd name="connsiteY816" fmla="*/ 0 h 6858000"/>
              <a:gd name="connsiteX817" fmla="*/ 4163818 w 7467600"/>
              <a:gd name="connsiteY817" fmla="*/ 234104 h 6858000"/>
              <a:gd name="connsiteX818" fmla="*/ 4172099 w 7467600"/>
              <a:gd name="connsiteY818" fmla="*/ 234207 h 6858000"/>
              <a:gd name="connsiteX819" fmla="*/ 4784282 w 7467600"/>
              <a:gd name="connsiteY819" fmla="*/ 276561 h 6858000"/>
              <a:gd name="connsiteX820" fmla="*/ 4801687 w 7467600"/>
              <a:gd name="connsiteY820" fmla="*/ 267764 h 6858000"/>
              <a:gd name="connsiteX821" fmla="*/ 6082788 w 7467600"/>
              <a:gd name="connsiteY821" fmla="*/ 64119 h 6858000"/>
              <a:gd name="connsiteX822" fmla="*/ 6099442 w 7467600"/>
              <a:gd name="connsiteY822" fmla="*/ 82568 h 6858000"/>
              <a:gd name="connsiteX823" fmla="*/ 4804137 w 7467600"/>
              <a:gd name="connsiteY823" fmla="*/ 320931 h 6858000"/>
              <a:gd name="connsiteX824" fmla="*/ 4227047 w 7467600"/>
              <a:gd name="connsiteY824" fmla="*/ 313415 h 6858000"/>
              <a:gd name="connsiteX825" fmla="*/ 4346041 w 7467600"/>
              <a:gd name="connsiteY825" fmla="*/ 456086 h 6858000"/>
              <a:gd name="connsiteX826" fmla="*/ 4870967 w 7467600"/>
              <a:gd name="connsiteY826" fmla="*/ 963061 h 6858000"/>
              <a:gd name="connsiteX827" fmla="*/ 4889647 w 7467600"/>
              <a:gd name="connsiteY827" fmla="*/ 957147 h 6858000"/>
              <a:gd name="connsiteX828" fmla="*/ 5422504 w 7467600"/>
              <a:gd name="connsiteY828" fmla="*/ 805191 h 6858000"/>
              <a:gd name="connsiteX829" fmla="*/ 6087656 w 7467600"/>
              <a:gd name="connsiteY829" fmla="*/ 826703 h 6858000"/>
              <a:gd name="connsiteX830" fmla="*/ 6058717 w 7467600"/>
              <a:gd name="connsiteY830" fmla="*/ 865992 h 6858000"/>
              <a:gd name="connsiteX831" fmla="*/ 4974153 w 7467600"/>
              <a:gd name="connsiteY831" fmla="*/ 1045456 h 6858000"/>
              <a:gd name="connsiteX832" fmla="*/ 5627835 w 7467600"/>
              <a:gd name="connsiteY832" fmla="*/ 1472077 h 6858000"/>
              <a:gd name="connsiteX833" fmla="*/ 5629817 w 7467600"/>
              <a:gd name="connsiteY833" fmla="*/ 1471412 h 6858000"/>
              <a:gd name="connsiteX834" fmla="*/ 5634124 w 7467600"/>
              <a:gd name="connsiteY834" fmla="*/ 1470572 h 6858000"/>
              <a:gd name="connsiteX835" fmla="*/ 5755832 w 7467600"/>
              <a:gd name="connsiteY835" fmla="*/ 1383886 h 6858000"/>
              <a:gd name="connsiteX836" fmla="*/ 6014186 w 7467600"/>
              <a:gd name="connsiteY836" fmla="*/ 1279799 h 6858000"/>
              <a:gd name="connsiteX837" fmla="*/ 6901619 w 7467600"/>
              <a:gd name="connsiteY837" fmla="*/ 1047874 h 6858000"/>
              <a:gd name="connsiteX838" fmla="*/ 6931566 w 7467600"/>
              <a:gd name="connsiteY838" fmla="*/ 1062034 h 6858000"/>
              <a:gd name="connsiteX839" fmla="*/ 5790982 w 7467600"/>
              <a:gd name="connsiteY839" fmla="*/ 1561380 h 6858000"/>
              <a:gd name="connsiteX840" fmla="*/ 6188971 w 7467600"/>
              <a:gd name="connsiteY840" fmla="*/ 1755168 h 6858000"/>
              <a:gd name="connsiteX841" fmla="*/ 6202446 w 7467600"/>
              <a:gd name="connsiteY841" fmla="*/ 1752268 h 6858000"/>
              <a:gd name="connsiteX842" fmla="*/ 7179560 w 7467600"/>
              <a:gd name="connsiteY842" fmla="*/ 1467551 h 6858000"/>
              <a:gd name="connsiteX843" fmla="*/ 7158730 w 7467600"/>
              <a:gd name="connsiteY843" fmla="*/ 1507835 h 6858000"/>
              <a:gd name="connsiteX844" fmla="*/ 6326959 w 7467600"/>
              <a:gd name="connsiteY844" fmla="*/ 1817686 h 6858000"/>
              <a:gd name="connsiteX845" fmla="*/ 6537433 w 7467600"/>
              <a:gd name="connsiteY845" fmla="*/ 1907790 h 6858000"/>
              <a:gd name="connsiteX846" fmla="*/ 6550221 w 7467600"/>
              <a:gd name="connsiteY846" fmla="*/ 1910729 h 6858000"/>
              <a:gd name="connsiteX847" fmla="*/ 6964438 w 7467600"/>
              <a:gd name="connsiteY847" fmla="*/ 2209505 h 6858000"/>
              <a:gd name="connsiteX848" fmla="*/ 7367862 w 7467600"/>
              <a:gd name="connsiteY848" fmla="*/ 2806833 h 6858000"/>
              <a:gd name="connsiteX849" fmla="*/ 7364329 w 7467600"/>
              <a:gd name="connsiteY849" fmla="*/ 2826907 h 6858000"/>
              <a:gd name="connsiteX850" fmla="*/ 7290545 w 7467600"/>
              <a:gd name="connsiteY850" fmla="*/ 2850663 h 6858000"/>
              <a:gd name="connsiteX851" fmla="*/ 6472036 w 7467600"/>
              <a:gd name="connsiteY851" fmla="*/ 1959003 h 6858000"/>
              <a:gd name="connsiteX852" fmla="*/ 5792897 w 7467600"/>
              <a:gd name="connsiteY852" fmla="*/ 1647747 h 6858000"/>
              <a:gd name="connsiteX853" fmla="*/ 5842751 w 7467600"/>
              <a:gd name="connsiteY853" fmla="*/ 1816112 h 6858000"/>
              <a:gd name="connsiteX854" fmla="*/ 5847424 w 7467600"/>
              <a:gd name="connsiteY854" fmla="*/ 1815776 h 6858000"/>
              <a:gd name="connsiteX855" fmla="*/ 6399821 w 7467600"/>
              <a:gd name="connsiteY855" fmla="*/ 2344799 h 6858000"/>
              <a:gd name="connsiteX856" fmla="*/ 6323232 w 7467600"/>
              <a:gd name="connsiteY856" fmla="*/ 2389634 h 6858000"/>
              <a:gd name="connsiteX857" fmla="*/ 5942958 w 7467600"/>
              <a:gd name="connsiteY857" fmla="*/ 2077708 h 6858000"/>
              <a:gd name="connsiteX858" fmla="*/ 5921559 w 7467600"/>
              <a:gd name="connsiteY858" fmla="*/ 2378596 h 6858000"/>
              <a:gd name="connsiteX859" fmla="*/ 5817651 w 7467600"/>
              <a:gd name="connsiteY859" fmla="*/ 3023919 h 6858000"/>
              <a:gd name="connsiteX860" fmla="*/ 5729634 w 7467600"/>
              <a:gd name="connsiteY860" fmla="*/ 3051849 h 6858000"/>
              <a:gd name="connsiteX861" fmla="*/ 5611018 w 7467600"/>
              <a:gd name="connsiteY861" fmla="*/ 2316769 h 6858000"/>
              <a:gd name="connsiteX862" fmla="*/ 5687608 w 7467600"/>
              <a:gd name="connsiteY862" fmla="*/ 2039972 h 6858000"/>
              <a:gd name="connsiteX863" fmla="*/ 5657554 w 7467600"/>
              <a:gd name="connsiteY863" fmla="*/ 1576445 h 6858000"/>
              <a:gd name="connsiteX864" fmla="*/ 5150475 w 7467600"/>
              <a:gd name="connsiteY864" fmla="*/ 1274012 h 6858000"/>
              <a:gd name="connsiteX865" fmla="*/ 5349142 w 7467600"/>
              <a:gd name="connsiteY865" fmla="*/ 2204405 h 6858000"/>
              <a:gd name="connsiteX866" fmla="*/ 5262214 w 7467600"/>
              <a:gd name="connsiteY866" fmla="*/ 2233836 h 6858000"/>
              <a:gd name="connsiteX867" fmla="*/ 4981539 w 7467600"/>
              <a:gd name="connsiteY867" fmla="*/ 1542201 h 6858000"/>
              <a:gd name="connsiteX868" fmla="*/ 4958461 w 7467600"/>
              <a:gd name="connsiteY868" fmla="*/ 1136957 h 6858000"/>
              <a:gd name="connsiteX869" fmla="*/ 4655015 w 7467600"/>
              <a:gd name="connsiteY869" fmla="*/ 891426 h 6858000"/>
              <a:gd name="connsiteX870" fmla="*/ 4348002 w 7467600"/>
              <a:gd name="connsiteY870" fmla="*/ 2205895 h 6858000"/>
              <a:gd name="connsiteX871" fmla="*/ 4262250 w 7467600"/>
              <a:gd name="connsiteY871" fmla="*/ 2219972 h 6858000"/>
              <a:gd name="connsiteX872" fmla="*/ 4550611 w 7467600"/>
              <a:gd name="connsiteY872" fmla="*/ 817540 h 6858000"/>
              <a:gd name="connsiteX873" fmla="*/ 4564418 w 7467600"/>
              <a:gd name="connsiteY873" fmla="*/ 808293 h 6858000"/>
              <a:gd name="connsiteX874" fmla="*/ 4266388 w 7467600"/>
              <a:gd name="connsiteY874" fmla="*/ 500083 h 6858000"/>
              <a:gd name="connsiteX875" fmla="*/ 4032842 w 7467600"/>
              <a:gd name="connsiteY875" fmla="*/ 211809 h 6858000"/>
              <a:gd name="connsiteX876" fmla="*/ 3882765 w 7467600"/>
              <a:gd name="connsiteY876" fmla="*/ 0 h 6858000"/>
              <a:gd name="connsiteX877" fmla="*/ 3721337 w 7467600"/>
              <a:gd name="connsiteY877" fmla="*/ 0 h 6858000"/>
              <a:gd name="connsiteX878" fmla="*/ 3797544 w 7467600"/>
              <a:gd name="connsiteY878" fmla="*/ 0 h 6858000"/>
              <a:gd name="connsiteX879" fmla="*/ 3775734 w 7467600"/>
              <a:gd name="connsiteY879" fmla="*/ 95131 h 6858000"/>
              <a:gd name="connsiteX880" fmla="*/ 3724807 w 7467600"/>
              <a:gd name="connsiteY880" fmla="*/ 272257 h 6858000"/>
              <a:gd name="connsiteX881" fmla="*/ 3726844 w 7467600"/>
              <a:gd name="connsiteY881" fmla="*/ 282988 h 6858000"/>
              <a:gd name="connsiteX882" fmla="*/ 3742664 w 7467600"/>
              <a:gd name="connsiteY882" fmla="*/ 279918 h 6858000"/>
              <a:gd name="connsiteX883" fmla="*/ 4103910 w 7467600"/>
              <a:gd name="connsiteY883" fmla="*/ 1161917 h 6858000"/>
              <a:gd name="connsiteX884" fmla="*/ 4020269 w 7467600"/>
              <a:gd name="connsiteY884" fmla="*/ 1200406 h 6858000"/>
              <a:gd name="connsiteX885" fmla="*/ 3674882 w 7467600"/>
              <a:gd name="connsiteY885" fmla="*/ 488524 h 6858000"/>
              <a:gd name="connsiteX886" fmla="*/ 3132682 w 7467600"/>
              <a:gd name="connsiteY886" fmla="*/ 1072284 h 6858000"/>
              <a:gd name="connsiteX887" fmla="*/ 2716346 w 7467600"/>
              <a:gd name="connsiteY887" fmla="*/ 1276376 h 6858000"/>
              <a:gd name="connsiteX888" fmla="*/ 2716772 w 7467600"/>
              <a:gd name="connsiteY888" fmla="*/ 1255462 h 6858000"/>
              <a:gd name="connsiteX889" fmla="*/ 3471096 w 7467600"/>
              <a:gd name="connsiteY889" fmla="*/ 437072 h 6858000"/>
              <a:gd name="connsiteX890" fmla="*/ 3639057 w 7467600"/>
              <a:gd name="connsiteY890" fmla="*/ 286334 h 6858000"/>
              <a:gd name="connsiteX891" fmla="*/ 3640309 w 7467600"/>
              <a:gd name="connsiteY891" fmla="*/ 284664 h 6858000"/>
              <a:gd name="connsiteX892" fmla="*/ 3646022 w 7467600"/>
              <a:gd name="connsiteY892" fmla="*/ 276711 h 6858000"/>
              <a:gd name="connsiteX893" fmla="*/ 3707943 w 7467600"/>
              <a:gd name="connsiteY893" fmla="*/ 65958 h 6858000"/>
              <a:gd name="connsiteX894" fmla="*/ 3721337 w 7467600"/>
              <a:gd name="connsiteY894" fmla="*/ 0 h 6858000"/>
              <a:gd name="connsiteX895" fmla="*/ 2867960 w 7467600"/>
              <a:gd name="connsiteY895" fmla="*/ 0 h 6858000"/>
              <a:gd name="connsiteX896" fmla="*/ 2926351 w 7467600"/>
              <a:gd name="connsiteY896" fmla="*/ 0 h 6858000"/>
              <a:gd name="connsiteX897" fmla="*/ 2902823 w 7467600"/>
              <a:gd name="connsiteY897" fmla="*/ 262929 h 6858000"/>
              <a:gd name="connsiteX898" fmla="*/ 2940663 w 7467600"/>
              <a:gd name="connsiteY898" fmla="*/ 140884 h 6858000"/>
              <a:gd name="connsiteX899" fmla="*/ 2947039 w 7467600"/>
              <a:gd name="connsiteY899" fmla="*/ 122524 h 6858000"/>
              <a:gd name="connsiteX900" fmla="*/ 2984316 w 7467600"/>
              <a:gd name="connsiteY900" fmla="*/ 0 h 6858000"/>
              <a:gd name="connsiteX901" fmla="*/ 3016114 w 7467600"/>
              <a:gd name="connsiteY901" fmla="*/ 0 h 6858000"/>
              <a:gd name="connsiteX902" fmla="*/ 2979949 w 7467600"/>
              <a:gd name="connsiteY902" fmla="*/ 119274 h 6858000"/>
              <a:gd name="connsiteX903" fmla="*/ 3023879 w 7467600"/>
              <a:gd name="connsiteY903" fmla="*/ 0 h 6858000"/>
              <a:gd name="connsiteX904" fmla="*/ 3105400 w 7467600"/>
              <a:gd name="connsiteY904" fmla="*/ 0 h 6858000"/>
              <a:gd name="connsiteX905" fmla="*/ 3094669 w 7467600"/>
              <a:gd name="connsiteY905" fmla="*/ 30308 h 6858000"/>
              <a:gd name="connsiteX906" fmla="*/ 2901945 w 7467600"/>
              <a:gd name="connsiteY906" fmla="*/ 466538 h 6858000"/>
              <a:gd name="connsiteX907" fmla="*/ 2815209 w 7467600"/>
              <a:gd name="connsiteY907" fmla="*/ 497361 h 6858000"/>
              <a:gd name="connsiteX908" fmla="*/ 2844845 w 7467600"/>
              <a:gd name="connsiteY908" fmla="*/ 127638 h 6858000"/>
              <a:gd name="connsiteX909" fmla="*/ 2867960 w 7467600"/>
              <a:gd name="connsiteY909" fmla="*/ 0 h 6858000"/>
              <a:gd name="connsiteX910" fmla="*/ 1057230 w 7467600"/>
              <a:gd name="connsiteY910" fmla="*/ 0 h 6858000"/>
              <a:gd name="connsiteX911" fmla="*/ 1111003 w 7467600"/>
              <a:gd name="connsiteY911" fmla="*/ 0 h 6858000"/>
              <a:gd name="connsiteX912" fmla="*/ 1125553 w 7467600"/>
              <a:gd name="connsiteY912" fmla="*/ 52588 h 6858000"/>
              <a:gd name="connsiteX913" fmla="*/ 1304276 w 7467600"/>
              <a:gd name="connsiteY913" fmla="*/ 476275 h 6858000"/>
              <a:gd name="connsiteX914" fmla="*/ 1492066 w 7467600"/>
              <a:gd name="connsiteY914" fmla="*/ 886333 h 6858000"/>
              <a:gd name="connsiteX915" fmla="*/ 1423698 w 7467600"/>
              <a:gd name="connsiteY915" fmla="*/ 710817 h 6858000"/>
              <a:gd name="connsiteX916" fmla="*/ 1357609 w 7467600"/>
              <a:gd name="connsiteY916" fmla="*/ 532892 h 6858000"/>
              <a:gd name="connsiteX917" fmla="*/ 1309550 w 7467600"/>
              <a:gd name="connsiteY917" fmla="*/ 374031 h 6858000"/>
              <a:gd name="connsiteX918" fmla="*/ 1193673 w 7467600"/>
              <a:gd name="connsiteY918" fmla="*/ 49533 h 6858000"/>
              <a:gd name="connsiteX919" fmla="*/ 1164391 w 7467600"/>
              <a:gd name="connsiteY919" fmla="*/ 0 h 6858000"/>
              <a:gd name="connsiteX920" fmla="*/ 1200666 w 7467600"/>
              <a:gd name="connsiteY920" fmla="*/ 0 h 6858000"/>
              <a:gd name="connsiteX921" fmla="*/ 1223408 w 7467600"/>
              <a:gd name="connsiteY921" fmla="*/ 38996 h 6858000"/>
              <a:gd name="connsiteX922" fmla="*/ 1339635 w 7467600"/>
              <a:gd name="connsiteY922" fmla="*/ 365517 h 6858000"/>
              <a:gd name="connsiteX923" fmla="*/ 1387469 w 7467600"/>
              <a:gd name="connsiteY923" fmla="*/ 523079 h 6858000"/>
              <a:gd name="connsiteX924" fmla="*/ 1452685 w 7467600"/>
              <a:gd name="connsiteY924" fmla="*/ 699806 h 6858000"/>
              <a:gd name="connsiteX925" fmla="*/ 1492092 w 7467600"/>
              <a:gd name="connsiteY925" fmla="*/ 800424 h 6858000"/>
              <a:gd name="connsiteX926" fmla="*/ 1455302 w 7467600"/>
              <a:gd name="connsiteY926" fmla="*/ 632913 h 6858000"/>
              <a:gd name="connsiteX927" fmla="*/ 1222336 w 7467600"/>
              <a:gd name="connsiteY927" fmla="*/ 9480 h 6858000"/>
              <a:gd name="connsiteX928" fmla="*/ 1214634 w 7467600"/>
              <a:gd name="connsiteY928" fmla="*/ 0 h 6858000"/>
              <a:gd name="connsiteX929" fmla="*/ 1289827 w 7467600"/>
              <a:gd name="connsiteY929" fmla="*/ 0 h 6858000"/>
              <a:gd name="connsiteX930" fmla="*/ 1321076 w 7467600"/>
              <a:gd name="connsiteY930" fmla="*/ 59722 h 6858000"/>
              <a:gd name="connsiteX931" fmla="*/ 1512579 w 7467600"/>
              <a:gd name="connsiteY931" fmla="*/ 626441 h 6858000"/>
              <a:gd name="connsiteX932" fmla="*/ 1506076 w 7467600"/>
              <a:gd name="connsiteY932" fmla="*/ 1089289 h 6858000"/>
              <a:gd name="connsiteX933" fmla="*/ 1486346 w 7467600"/>
              <a:gd name="connsiteY933" fmla="*/ 1079919 h 6858000"/>
              <a:gd name="connsiteX934" fmla="*/ 1070511 w 7467600"/>
              <a:gd name="connsiteY934" fmla="*/ 48609 h 6858000"/>
              <a:gd name="connsiteX935" fmla="*/ 1057230 w 7467600"/>
              <a:gd name="connsiteY935" fmla="*/ 0 h 6858000"/>
              <a:gd name="connsiteX936" fmla="*/ 43151 w 7467600"/>
              <a:gd name="connsiteY936" fmla="*/ 0 h 6858000"/>
              <a:gd name="connsiteX937" fmla="*/ 95283 w 7467600"/>
              <a:gd name="connsiteY937" fmla="*/ 0 h 6858000"/>
              <a:gd name="connsiteX938" fmla="*/ 300708 w 7467600"/>
              <a:gd name="connsiteY938" fmla="*/ 154571 h 6858000"/>
              <a:gd name="connsiteX939" fmla="*/ 530414 w 7467600"/>
              <a:gd name="connsiteY939" fmla="*/ 354673 h 6858000"/>
              <a:gd name="connsiteX940" fmla="*/ 333785 w 7467600"/>
              <a:gd name="connsiteY940" fmla="*/ 161564 h 6858000"/>
              <a:gd name="connsiteX941" fmla="*/ 147005 w 7467600"/>
              <a:gd name="connsiteY941" fmla="*/ 0 h 6858000"/>
              <a:gd name="connsiteX942" fmla="*/ 272509 w 7467600"/>
              <a:gd name="connsiteY942" fmla="*/ 0 h 6858000"/>
              <a:gd name="connsiteX943" fmla="*/ 326276 w 7467600"/>
              <a:gd name="connsiteY943" fmla="*/ 45847 h 6858000"/>
              <a:gd name="connsiteX944" fmla="*/ 823759 w 7467600"/>
              <a:gd name="connsiteY944" fmla="*/ 574145 h 6858000"/>
              <a:gd name="connsiteX945" fmla="*/ 811254 w 7467600"/>
              <a:gd name="connsiteY945" fmla="*/ 665546 h 6858000"/>
              <a:gd name="connsiteX946" fmla="*/ 154042 w 7467600"/>
              <a:gd name="connsiteY946" fmla="*/ 261522 h 6858000"/>
              <a:gd name="connsiteX947" fmla="*/ 13550 w 7467600"/>
              <a:gd name="connsiteY947" fmla="*/ 158423 h 6858000"/>
              <a:gd name="connsiteX948" fmla="*/ 0 w 7467600"/>
              <a:gd name="connsiteY948" fmla="*/ 146618 h 6858000"/>
              <a:gd name="connsiteX949" fmla="*/ 0 w 7467600"/>
              <a:gd name="connsiteY949" fmla="*/ 59161 h 6858000"/>
              <a:gd name="connsiteX950" fmla="*/ 45427 w 7467600"/>
              <a:gd name="connsiteY950" fmla="*/ 101078 h 6858000"/>
              <a:gd name="connsiteX951" fmla="*/ 630103 w 7467600"/>
              <a:gd name="connsiteY951" fmla="*/ 485885 h 6858000"/>
              <a:gd name="connsiteX952" fmla="*/ 532040 w 7467600"/>
              <a:gd name="connsiteY952" fmla="*/ 399359 h 6858000"/>
              <a:gd name="connsiteX953" fmla="*/ 517618 w 7467600"/>
              <a:gd name="connsiteY953" fmla="*/ 385726 h 6858000"/>
              <a:gd name="connsiteX954" fmla="*/ 285074 w 7467600"/>
              <a:gd name="connsiteY954" fmla="*/ 182755 h 6858000"/>
              <a:gd name="connsiteX955" fmla="*/ 43151 w 7467600"/>
              <a:gd name="connsiteY95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1456157 w 7467600"/>
              <a:gd name="connsiteY74" fmla="*/ 5371404 h 6858000"/>
              <a:gd name="connsiteX75" fmla="*/ 1244432 w 7467600"/>
              <a:gd name="connsiteY75" fmla="*/ 5385601 h 6858000"/>
              <a:gd name="connsiteX76" fmla="*/ 973990 w 7467600"/>
              <a:gd name="connsiteY76" fmla="*/ 5424940 h 6858000"/>
              <a:gd name="connsiteX77" fmla="*/ 1103809 w 7467600"/>
              <a:gd name="connsiteY77" fmla="*/ 5433720 h 6858000"/>
              <a:gd name="connsiteX78" fmla="*/ 1123454 w 7467600"/>
              <a:gd name="connsiteY78" fmla="*/ 5435727 h 6858000"/>
              <a:gd name="connsiteX79" fmla="*/ 1737017 w 7467600"/>
              <a:gd name="connsiteY79" fmla="*/ 5452183 h 6858000"/>
              <a:gd name="connsiteX80" fmla="*/ 1824397 w 7467600"/>
              <a:gd name="connsiteY80" fmla="*/ 5447757 h 6858000"/>
              <a:gd name="connsiteX81" fmla="*/ 2070059 w 7467600"/>
              <a:gd name="connsiteY81" fmla="*/ 5441660 h 6858000"/>
              <a:gd name="connsiteX82" fmla="*/ 1456157 w 7467600"/>
              <a:gd name="connsiteY82" fmla="*/ 5371404 h 6858000"/>
              <a:gd name="connsiteX83" fmla="*/ 4988186 w 7467600"/>
              <a:gd name="connsiteY83" fmla="*/ 5216467 h 6858000"/>
              <a:gd name="connsiteX84" fmla="*/ 4777334 w 7467600"/>
              <a:gd name="connsiteY84" fmla="*/ 5406072 h 6858000"/>
              <a:gd name="connsiteX85" fmla="*/ 4718341 w 7467600"/>
              <a:gd name="connsiteY85" fmla="*/ 5468043 h 6858000"/>
              <a:gd name="connsiteX86" fmla="*/ 4604655 w 7467600"/>
              <a:gd name="connsiteY86" fmla="*/ 5583434 h 6858000"/>
              <a:gd name="connsiteX87" fmla="*/ 4565074 w 7467600"/>
              <a:gd name="connsiteY87" fmla="*/ 5618550 h 6858000"/>
              <a:gd name="connsiteX88" fmla="*/ 4988186 w 7467600"/>
              <a:gd name="connsiteY88" fmla="*/ 5216467 h 6858000"/>
              <a:gd name="connsiteX89" fmla="*/ 4978032 w 7467600"/>
              <a:gd name="connsiteY89" fmla="*/ 5183809 h 6858000"/>
              <a:gd name="connsiteX90" fmla="*/ 4463413 w 7467600"/>
              <a:gd name="connsiteY90" fmla="*/ 5615162 h 6858000"/>
              <a:gd name="connsiteX91" fmla="*/ 4358134 w 7467600"/>
              <a:gd name="connsiteY91" fmla="*/ 5742791 h 6858000"/>
              <a:gd name="connsiteX92" fmla="*/ 4376219 w 7467600"/>
              <a:gd name="connsiteY92" fmla="*/ 5729027 h 6858000"/>
              <a:gd name="connsiteX93" fmla="*/ 4582340 w 7467600"/>
              <a:gd name="connsiteY93" fmla="*/ 5561037 h 6858000"/>
              <a:gd name="connsiteX94" fmla="*/ 4694684 w 7467600"/>
              <a:gd name="connsiteY94" fmla="*/ 5447098 h 6858000"/>
              <a:gd name="connsiteX95" fmla="*/ 4754123 w 7467600"/>
              <a:gd name="connsiteY95" fmla="*/ 5384643 h 6858000"/>
              <a:gd name="connsiteX96" fmla="*/ 4978032 w 7467600"/>
              <a:gd name="connsiteY96" fmla="*/ 5183809 h 6858000"/>
              <a:gd name="connsiteX97" fmla="*/ 1903353 w 7467600"/>
              <a:gd name="connsiteY97" fmla="*/ 5044827 h 6858000"/>
              <a:gd name="connsiteX98" fmla="*/ 1936931 w 7467600"/>
              <a:gd name="connsiteY98" fmla="*/ 5093954 h 6858000"/>
              <a:gd name="connsiteX99" fmla="*/ 2195868 w 7467600"/>
              <a:gd name="connsiteY99" fmla="*/ 5396574 h 6858000"/>
              <a:gd name="connsiteX100" fmla="*/ 2088852 w 7467600"/>
              <a:gd name="connsiteY100" fmla="*/ 5166123 h 6858000"/>
              <a:gd name="connsiteX101" fmla="*/ 1958241 w 7467600"/>
              <a:gd name="connsiteY101" fmla="*/ 5067955 h 6858000"/>
              <a:gd name="connsiteX102" fmla="*/ 1903353 w 7467600"/>
              <a:gd name="connsiteY102" fmla="*/ 5044827 h 6858000"/>
              <a:gd name="connsiteX103" fmla="*/ 1979378 w 7467600"/>
              <a:gd name="connsiteY103" fmla="*/ 4769504 h 6858000"/>
              <a:gd name="connsiteX104" fmla="*/ 2882120 w 7467600"/>
              <a:gd name="connsiteY104" fmla="*/ 5064547 h 6858000"/>
              <a:gd name="connsiteX105" fmla="*/ 2793103 w 7467600"/>
              <a:gd name="connsiteY105" fmla="*/ 5039699 h 6858000"/>
              <a:gd name="connsiteX106" fmla="*/ 2770041 w 7467600"/>
              <a:gd name="connsiteY106" fmla="*/ 5033634 h 6858000"/>
              <a:gd name="connsiteX107" fmla="*/ 1979378 w 7467600"/>
              <a:gd name="connsiteY107" fmla="*/ 4769504 h 6858000"/>
              <a:gd name="connsiteX108" fmla="*/ 1927410 w 7467600"/>
              <a:gd name="connsiteY108" fmla="*/ 4716164 h 6858000"/>
              <a:gd name="connsiteX109" fmla="*/ 1959587 w 7467600"/>
              <a:gd name="connsiteY109" fmla="*/ 4728849 h 6858000"/>
              <a:gd name="connsiteX110" fmla="*/ 2777707 w 7467600"/>
              <a:gd name="connsiteY110" fmla="*/ 5003991 h 6858000"/>
              <a:gd name="connsiteX111" fmla="*/ 2800768 w 7467600"/>
              <a:gd name="connsiteY111" fmla="*/ 5010056 h 6858000"/>
              <a:gd name="connsiteX112" fmla="*/ 2879408 w 7467600"/>
              <a:gd name="connsiteY112" fmla="*/ 5031590 h 6858000"/>
              <a:gd name="connsiteX113" fmla="*/ 2862295 w 7467600"/>
              <a:gd name="connsiteY113" fmla="*/ 5022958 h 6858000"/>
              <a:gd name="connsiteX114" fmla="*/ 2813343 w 7467600"/>
              <a:gd name="connsiteY114" fmla="*/ 4998369 h 6858000"/>
              <a:gd name="connsiteX115" fmla="*/ 2646245 w 7467600"/>
              <a:gd name="connsiteY115" fmla="*/ 4930999 h 6858000"/>
              <a:gd name="connsiteX116" fmla="*/ 1999243 w 7467600"/>
              <a:gd name="connsiteY116" fmla="*/ 4730524 h 6858000"/>
              <a:gd name="connsiteX117" fmla="*/ 1979527 w 7467600"/>
              <a:gd name="connsiteY117" fmla="*/ 4726651 h 6858000"/>
              <a:gd name="connsiteX118" fmla="*/ 1927410 w 7467600"/>
              <a:gd name="connsiteY118" fmla="*/ 4716164 h 6858000"/>
              <a:gd name="connsiteX119" fmla="*/ 1997014 w 7467600"/>
              <a:gd name="connsiteY119" fmla="*/ 4698007 h 6858000"/>
              <a:gd name="connsiteX120" fmla="*/ 2005458 w 7467600"/>
              <a:gd name="connsiteY120" fmla="*/ 4699540 h 6858000"/>
              <a:gd name="connsiteX121" fmla="*/ 2657186 w 7467600"/>
              <a:gd name="connsiteY121" fmla="*/ 4901687 h 6858000"/>
              <a:gd name="connsiteX122" fmla="*/ 2826662 w 7467600"/>
              <a:gd name="connsiteY122" fmla="*/ 4970362 h 6858000"/>
              <a:gd name="connsiteX123" fmla="*/ 2876100 w 7467600"/>
              <a:gd name="connsiteY123" fmla="*/ 4995397 h 6858000"/>
              <a:gd name="connsiteX124" fmla="*/ 3042600 w 7467600"/>
              <a:gd name="connsiteY124" fmla="*/ 5059532 h 6858000"/>
              <a:gd name="connsiteX125" fmla="*/ 1997014 w 7467600"/>
              <a:gd name="connsiteY125" fmla="*/ 4698007 h 6858000"/>
              <a:gd name="connsiteX126" fmla="*/ 2305292 w 7467600"/>
              <a:gd name="connsiteY126" fmla="*/ 4219492 h 6858000"/>
              <a:gd name="connsiteX127" fmla="*/ 3360922 w 7467600"/>
              <a:gd name="connsiteY127" fmla="*/ 4529373 h 6858000"/>
              <a:gd name="connsiteX128" fmla="*/ 3492420 w 7467600"/>
              <a:gd name="connsiteY128" fmla="*/ 4510145 h 6858000"/>
              <a:gd name="connsiteX129" fmla="*/ 3364086 w 7467600"/>
              <a:gd name="connsiteY129" fmla="*/ 4480340 h 6858000"/>
              <a:gd name="connsiteX130" fmla="*/ 3225818 w 7467600"/>
              <a:gd name="connsiteY130" fmla="*/ 4411822 h 6858000"/>
              <a:gd name="connsiteX131" fmla="*/ 3129696 w 7467600"/>
              <a:gd name="connsiteY131" fmla="*/ 4360704 h 6858000"/>
              <a:gd name="connsiteX132" fmla="*/ 2814545 w 7467600"/>
              <a:gd name="connsiteY132" fmla="*/ 4282955 h 6858000"/>
              <a:gd name="connsiteX133" fmla="*/ 2305292 w 7467600"/>
              <a:gd name="connsiteY133" fmla="*/ 4219492 h 6858000"/>
              <a:gd name="connsiteX134" fmla="*/ 2626982 w 7467600"/>
              <a:gd name="connsiteY134" fmla="*/ 4206450 h 6858000"/>
              <a:gd name="connsiteX135" fmla="*/ 2490617 w 7467600"/>
              <a:gd name="connsiteY135" fmla="*/ 4206951 h 6858000"/>
              <a:gd name="connsiteX136" fmla="*/ 2819869 w 7467600"/>
              <a:gd name="connsiteY136" fmla="*/ 4252936 h 6858000"/>
              <a:gd name="connsiteX137" fmla="*/ 3143018 w 7467600"/>
              <a:gd name="connsiteY137" fmla="*/ 4332698 h 6858000"/>
              <a:gd name="connsiteX138" fmla="*/ 3241520 w 7467600"/>
              <a:gd name="connsiteY138" fmla="*/ 4385112 h 6858000"/>
              <a:gd name="connsiteX139" fmla="*/ 3374575 w 7467600"/>
              <a:gd name="connsiteY139" fmla="*/ 4451517 h 6858000"/>
              <a:gd name="connsiteX140" fmla="*/ 3505221 w 7467600"/>
              <a:gd name="connsiteY140" fmla="*/ 4480757 h 6858000"/>
              <a:gd name="connsiteX141" fmla="*/ 2626982 w 7467600"/>
              <a:gd name="connsiteY141" fmla="*/ 4206450 h 6858000"/>
              <a:gd name="connsiteX142" fmla="*/ 1310106 w 7467600"/>
              <a:gd name="connsiteY142" fmla="*/ 3943217 h 6858000"/>
              <a:gd name="connsiteX143" fmla="*/ 854994 w 7467600"/>
              <a:gd name="connsiteY143" fmla="*/ 4399136 h 6858000"/>
              <a:gd name="connsiteX144" fmla="*/ 742462 w 7467600"/>
              <a:gd name="connsiteY144" fmla="*/ 4594648 h 6858000"/>
              <a:gd name="connsiteX145" fmla="*/ 820602 w 7467600"/>
              <a:gd name="connsiteY145" fmla="*/ 4485915 h 6858000"/>
              <a:gd name="connsiteX146" fmla="*/ 878295 w 7467600"/>
              <a:gd name="connsiteY146" fmla="*/ 4403594 h 6858000"/>
              <a:gd name="connsiteX147" fmla="*/ 1240607 w 7467600"/>
              <a:gd name="connsiteY147" fmla="*/ 4010401 h 6858000"/>
              <a:gd name="connsiteX148" fmla="*/ 1310106 w 7467600"/>
              <a:gd name="connsiteY148" fmla="*/ 3943217 h 6858000"/>
              <a:gd name="connsiteX149" fmla="*/ 1423113 w 7467600"/>
              <a:gd name="connsiteY149" fmla="*/ 3874565 h 6858000"/>
              <a:gd name="connsiteX150" fmla="*/ 1260565 w 7467600"/>
              <a:gd name="connsiteY150" fmla="*/ 4031982 h 6858000"/>
              <a:gd name="connsiteX151" fmla="*/ 901900 w 7467600"/>
              <a:gd name="connsiteY151" fmla="*/ 4421236 h 6858000"/>
              <a:gd name="connsiteX152" fmla="*/ 845044 w 7467600"/>
              <a:gd name="connsiteY152" fmla="*/ 4502436 h 6858000"/>
              <a:gd name="connsiteX153" fmla="*/ 685926 w 7467600"/>
              <a:gd name="connsiteY153" fmla="*/ 4703069 h 6858000"/>
              <a:gd name="connsiteX154" fmla="*/ 684248 w 7467600"/>
              <a:gd name="connsiteY154" fmla="*/ 4706721 h 6858000"/>
              <a:gd name="connsiteX155" fmla="*/ 1423113 w 7467600"/>
              <a:gd name="connsiteY155" fmla="*/ 3874565 h 6858000"/>
              <a:gd name="connsiteX156" fmla="*/ 3316479 w 7467600"/>
              <a:gd name="connsiteY156" fmla="*/ 3872136 h 6858000"/>
              <a:gd name="connsiteX157" fmla="*/ 3546806 w 7467600"/>
              <a:gd name="connsiteY157" fmla="*/ 4356139 h 6858000"/>
              <a:gd name="connsiteX158" fmla="*/ 3364433 w 7467600"/>
              <a:gd name="connsiteY158" fmla="*/ 3953121 h 6858000"/>
              <a:gd name="connsiteX159" fmla="*/ 3316479 w 7467600"/>
              <a:gd name="connsiteY159" fmla="*/ 3872136 h 6858000"/>
              <a:gd name="connsiteX160" fmla="*/ 3291335 w 7467600"/>
              <a:gd name="connsiteY160" fmla="*/ 3767420 h 6858000"/>
              <a:gd name="connsiteX161" fmla="*/ 3390805 w 7467600"/>
              <a:gd name="connsiteY161" fmla="*/ 3937163 h 6858000"/>
              <a:gd name="connsiteX162" fmla="*/ 3579062 w 7467600"/>
              <a:gd name="connsiteY162" fmla="*/ 4359040 h 6858000"/>
              <a:gd name="connsiteX163" fmla="*/ 3467355 w 7467600"/>
              <a:gd name="connsiteY163" fmla="*/ 3988130 h 6858000"/>
              <a:gd name="connsiteX164" fmla="*/ 3310753 w 7467600"/>
              <a:gd name="connsiteY164" fmla="*/ 3787140 h 6858000"/>
              <a:gd name="connsiteX165" fmla="*/ 3291335 w 7467600"/>
              <a:gd name="connsiteY165" fmla="*/ 3767420 h 6858000"/>
              <a:gd name="connsiteX166" fmla="*/ 1635889 w 7467600"/>
              <a:gd name="connsiteY166" fmla="*/ 3709494 h 6858000"/>
              <a:gd name="connsiteX167" fmla="*/ 1634800 w 7467600"/>
              <a:gd name="connsiteY167" fmla="*/ 3731111 h 6858000"/>
              <a:gd name="connsiteX168" fmla="*/ 1635889 w 7467600"/>
              <a:gd name="connsiteY168" fmla="*/ 3709494 h 6858000"/>
              <a:gd name="connsiteX169" fmla="*/ 1510397 w 7467600"/>
              <a:gd name="connsiteY169" fmla="*/ 3684705 h 6858000"/>
              <a:gd name="connsiteX170" fmla="*/ 1146550 w 7467600"/>
              <a:gd name="connsiteY170" fmla="*/ 3802012 h 6858000"/>
              <a:gd name="connsiteX171" fmla="*/ 698834 w 7467600"/>
              <a:gd name="connsiteY171" fmla="*/ 3952272 h 6858000"/>
              <a:gd name="connsiteX172" fmla="*/ 34256 w 7467600"/>
              <a:gd name="connsiteY172" fmla="*/ 4347603 h 6858000"/>
              <a:gd name="connsiteX173" fmla="*/ 527241 w 7467600"/>
              <a:gd name="connsiteY173" fmla="*/ 4065078 h 6858000"/>
              <a:gd name="connsiteX174" fmla="*/ 1510397 w 7467600"/>
              <a:gd name="connsiteY174" fmla="*/ 3684705 h 6858000"/>
              <a:gd name="connsiteX175" fmla="*/ 1313114 w 7467600"/>
              <a:gd name="connsiteY175" fmla="*/ 3655216 h 6858000"/>
              <a:gd name="connsiteX176" fmla="*/ 1109304 w 7467600"/>
              <a:gd name="connsiteY176" fmla="*/ 3669030 h 6858000"/>
              <a:gd name="connsiteX177" fmla="*/ 8129 w 7467600"/>
              <a:gd name="connsiteY177" fmla="*/ 4330519 h 6858000"/>
              <a:gd name="connsiteX178" fmla="*/ 687572 w 7467600"/>
              <a:gd name="connsiteY178" fmla="*/ 3925629 h 6858000"/>
              <a:gd name="connsiteX179" fmla="*/ 1138365 w 7467600"/>
              <a:gd name="connsiteY179" fmla="*/ 3774515 h 6858000"/>
              <a:gd name="connsiteX180" fmla="*/ 1505579 w 7467600"/>
              <a:gd name="connsiteY180" fmla="*/ 3655526 h 6858000"/>
              <a:gd name="connsiteX181" fmla="*/ 1313114 w 7467600"/>
              <a:gd name="connsiteY181" fmla="*/ 3655216 h 6858000"/>
              <a:gd name="connsiteX182" fmla="*/ 3655073 w 7467600"/>
              <a:gd name="connsiteY182" fmla="*/ 3650884 h 6858000"/>
              <a:gd name="connsiteX183" fmla="*/ 3989938 w 7467600"/>
              <a:gd name="connsiteY183" fmla="*/ 3991685 h 6858000"/>
              <a:gd name="connsiteX184" fmla="*/ 4393907 w 7467600"/>
              <a:gd name="connsiteY184" fmla="*/ 4261258 h 6858000"/>
              <a:gd name="connsiteX185" fmla="*/ 4648051 w 7467600"/>
              <a:gd name="connsiteY185" fmla="*/ 4374051 h 6858000"/>
              <a:gd name="connsiteX186" fmla="*/ 4383389 w 7467600"/>
              <a:gd name="connsiteY186" fmla="*/ 4184369 h 6858000"/>
              <a:gd name="connsiteX187" fmla="*/ 4165508 w 7467600"/>
              <a:gd name="connsiteY187" fmla="*/ 4035196 h 6858000"/>
              <a:gd name="connsiteX188" fmla="*/ 4068162 w 7467600"/>
              <a:gd name="connsiteY188" fmla="*/ 3953394 h 6858000"/>
              <a:gd name="connsiteX189" fmla="*/ 3981416 w 7467600"/>
              <a:gd name="connsiteY189" fmla="*/ 3880482 h 6858000"/>
              <a:gd name="connsiteX190" fmla="*/ 3800147 w 7467600"/>
              <a:gd name="connsiteY190" fmla="*/ 3749872 h 6858000"/>
              <a:gd name="connsiteX191" fmla="*/ 3655073 w 7467600"/>
              <a:gd name="connsiteY191" fmla="*/ 3650884 h 6858000"/>
              <a:gd name="connsiteX192" fmla="*/ 3670252 w 7467600"/>
              <a:gd name="connsiteY192" fmla="*/ 3622798 h 6858000"/>
              <a:gd name="connsiteX193" fmla="*/ 3817258 w 7467600"/>
              <a:gd name="connsiteY193" fmla="*/ 3723577 h 6858000"/>
              <a:gd name="connsiteX194" fmla="*/ 4000461 w 7467600"/>
              <a:gd name="connsiteY194" fmla="*/ 3855966 h 6858000"/>
              <a:gd name="connsiteX195" fmla="*/ 4088180 w 7467600"/>
              <a:gd name="connsiteY195" fmla="*/ 3929774 h 6858000"/>
              <a:gd name="connsiteX196" fmla="*/ 4184555 w 7467600"/>
              <a:gd name="connsiteY196" fmla="*/ 4010683 h 6858000"/>
              <a:gd name="connsiteX197" fmla="*/ 4399563 w 7467600"/>
              <a:gd name="connsiteY197" fmla="*/ 4158106 h 6858000"/>
              <a:gd name="connsiteX198" fmla="*/ 4684469 w 7467600"/>
              <a:gd name="connsiteY198" fmla="*/ 4364680 h 6858000"/>
              <a:gd name="connsiteX199" fmla="*/ 4690271 w 7467600"/>
              <a:gd name="connsiteY199" fmla="*/ 4370034 h 6858000"/>
              <a:gd name="connsiteX200" fmla="*/ 4136093 w 7467600"/>
              <a:gd name="connsiteY200" fmla="*/ 3858466 h 6858000"/>
              <a:gd name="connsiteX201" fmla="*/ 3670252 w 7467600"/>
              <a:gd name="connsiteY201" fmla="*/ 3622798 h 6858000"/>
              <a:gd name="connsiteX202" fmla="*/ 4440129 w 7467600"/>
              <a:gd name="connsiteY202" fmla="*/ 3448571 h 6858000"/>
              <a:gd name="connsiteX203" fmla="*/ 4856525 w 7467600"/>
              <a:gd name="connsiteY203" fmla="*/ 3915351 h 6858000"/>
              <a:gd name="connsiteX204" fmla="*/ 5059055 w 7467600"/>
              <a:gd name="connsiteY204" fmla="*/ 4108918 h 6858000"/>
              <a:gd name="connsiteX205" fmla="*/ 5290070 w 7467600"/>
              <a:gd name="connsiteY205" fmla="*/ 4263619 h 6858000"/>
              <a:gd name="connsiteX206" fmla="*/ 4834991 w 7467600"/>
              <a:gd name="connsiteY206" fmla="*/ 3830985 h 6858000"/>
              <a:gd name="connsiteX207" fmla="*/ 4440129 w 7467600"/>
              <a:gd name="connsiteY207" fmla="*/ 3448571 h 6858000"/>
              <a:gd name="connsiteX208" fmla="*/ 4441737 w 7467600"/>
              <a:gd name="connsiteY208" fmla="*/ 3399734 h 6858000"/>
              <a:gd name="connsiteX209" fmla="*/ 4431236 w 7467600"/>
              <a:gd name="connsiteY209" fmla="*/ 3400954 h 6858000"/>
              <a:gd name="connsiteX210" fmla="*/ 4557150 w 7467600"/>
              <a:gd name="connsiteY210" fmla="*/ 3510023 h 6858000"/>
              <a:gd name="connsiteX211" fmla="*/ 4856936 w 7467600"/>
              <a:gd name="connsiteY211" fmla="*/ 3809146 h 6858000"/>
              <a:gd name="connsiteX212" fmla="*/ 5111996 w 7467600"/>
              <a:gd name="connsiteY212" fmla="*/ 4065759 h 6858000"/>
              <a:gd name="connsiteX213" fmla="*/ 5388878 w 7467600"/>
              <a:gd name="connsiteY213" fmla="*/ 4300185 h 6858000"/>
              <a:gd name="connsiteX214" fmla="*/ 5425556 w 7467600"/>
              <a:gd name="connsiteY214" fmla="*/ 4308967 h 6858000"/>
              <a:gd name="connsiteX215" fmla="*/ 4943646 w 7467600"/>
              <a:gd name="connsiteY215" fmla="*/ 3822916 h 6858000"/>
              <a:gd name="connsiteX216" fmla="*/ 4594837 w 7467600"/>
              <a:gd name="connsiteY216" fmla="*/ 3532274 h 6858000"/>
              <a:gd name="connsiteX217" fmla="*/ 4441737 w 7467600"/>
              <a:gd name="connsiteY217" fmla="*/ 3399734 h 6858000"/>
              <a:gd name="connsiteX218" fmla="*/ 5425834 w 7467600"/>
              <a:gd name="connsiteY218" fmla="*/ 3162785 h 6858000"/>
              <a:gd name="connsiteX219" fmla="*/ 5401644 w 7467600"/>
              <a:gd name="connsiteY219" fmla="*/ 3617847 h 6858000"/>
              <a:gd name="connsiteX220" fmla="*/ 5467256 w 7467600"/>
              <a:gd name="connsiteY220" fmla="*/ 4175494 h 6858000"/>
              <a:gd name="connsiteX221" fmla="*/ 5448069 w 7467600"/>
              <a:gd name="connsiteY221" fmla="*/ 3567554 h 6858000"/>
              <a:gd name="connsiteX222" fmla="*/ 5425834 w 7467600"/>
              <a:gd name="connsiteY222" fmla="*/ 3162785 h 6858000"/>
              <a:gd name="connsiteX223" fmla="*/ 1318687 w 7467600"/>
              <a:gd name="connsiteY223" fmla="*/ 3113840 h 6858000"/>
              <a:gd name="connsiteX224" fmla="*/ 1066793 w 7467600"/>
              <a:gd name="connsiteY224" fmla="*/ 3212171 h 6858000"/>
              <a:gd name="connsiteX225" fmla="*/ 993319 w 7467600"/>
              <a:gd name="connsiteY225" fmla="*/ 3247648 h 6858000"/>
              <a:gd name="connsiteX226" fmla="*/ 853081 w 7467600"/>
              <a:gd name="connsiteY226" fmla="*/ 3312410 h 6858000"/>
              <a:gd name="connsiteX227" fmla="*/ 805957 w 7467600"/>
              <a:gd name="connsiteY227" fmla="*/ 3330443 h 6858000"/>
              <a:gd name="connsiteX228" fmla="*/ 1318687 w 7467600"/>
              <a:gd name="connsiteY228" fmla="*/ 3113840 h 6858000"/>
              <a:gd name="connsiteX229" fmla="*/ 5453702 w 7467600"/>
              <a:gd name="connsiteY229" fmla="*/ 3090882 h 6858000"/>
              <a:gd name="connsiteX230" fmla="*/ 5480135 w 7467600"/>
              <a:gd name="connsiteY230" fmla="*/ 3565802 h 6858000"/>
              <a:gd name="connsiteX231" fmla="*/ 5499023 w 7467600"/>
              <a:gd name="connsiteY231" fmla="*/ 4166310 h 6858000"/>
              <a:gd name="connsiteX232" fmla="*/ 5547022 w 7467600"/>
              <a:gd name="connsiteY232" fmla="*/ 3607838 h 6858000"/>
              <a:gd name="connsiteX233" fmla="*/ 5515964 w 7467600"/>
              <a:gd name="connsiteY233" fmla="*/ 3378541 h 6858000"/>
              <a:gd name="connsiteX234" fmla="*/ 5453702 w 7467600"/>
              <a:gd name="connsiteY234" fmla="*/ 3090882 h 6858000"/>
              <a:gd name="connsiteX235" fmla="*/ 1238695 w 7467600"/>
              <a:gd name="connsiteY235" fmla="*/ 3076820 h 6858000"/>
              <a:gd name="connsiteX236" fmla="*/ 716371 w 7467600"/>
              <a:gd name="connsiteY236" fmla="*/ 3293249 h 6858000"/>
              <a:gd name="connsiteX237" fmla="*/ 579522 w 7467600"/>
              <a:gd name="connsiteY237" fmla="*/ 3371759 h 6858000"/>
              <a:gd name="connsiteX238" fmla="*/ 600288 w 7467600"/>
              <a:gd name="connsiteY238" fmla="*/ 3365555 h 6858000"/>
              <a:gd name="connsiteX239" fmla="*/ 840692 w 7467600"/>
              <a:gd name="connsiteY239" fmla="*/ 3284921 h 6858000"/>
              <a:gd name="connsiteX240" fmla="*/ 979248 w 7467600"/>
              <a:gd name="connsiteY240" fmla="*/ 3221003 h 6858000"/>
              <a:gd name="connsiteX241" fmla="*/ 1053282 w 7467600"/>
              <a:gd name="connsiteY241" fmla="*/ 3185247 h 6858000"/>
              <a:gd name="connsiteX242" fmla="*/ 1320603 w 7467600"/>
              <a:gd name="connsiteY242" fmla="*/ 3081281 h 6858000"/>
              <a:gd name="connsiteX243" fmla="*/ 1238695 w 7467600"/>
              <a:gd name="connsiteY243" fmla="*/ 3076820 h 6858000"/>
              <a:gd name="connsiteX244" fmla="*/ 5425627 w 7467600"/>
              <a:gd name="connsiteY244" fmla="*/ 2954192 h 6858000"/>
              <a:gd name="connsiteX245" fmla="*/ 5470770 w 7467600"/>
              <a:gd name="connsiteY245" fmla="*/ 3005435 h 6858000"/>
              <a:gd name="connsiteX246" fmla="*/ 5519779 w 7467600"/>
              <a:gd name="connsiteY246" fmla="*/ 4359223 h 6858000"/>
              <a:gd name="connsiteX247" fmla="*/ 5520293 w 7467600"/>
              <a:gd name="connsiteY247" fmla="*/ 4360602 h 6858000"/>
              <a:gd name="connsiteX248" fmla="*/ 5767221 w 7467600"/>
              <a:gd name="connsiteY248" fmla="*/ 4665564 h 6858000"/>
              <a:gd name="connsiteX249" fmla="*/ 6937169 w 7467600"/>
              <a:gd name="connsiteY249" fmla="*/ 4815941 h 6858000"/>
              <a:gd name="connsiteX250" fmla="*/ 6953922 w 7467600"/>
              <a:gd name="connsiteY250" fmla="*/ 4890068 h 6858000"/>
              <a:gd name="connsiteX251" fmla="*/ 6071359 w 7467600"/>
              <a:gd name="connsiteY251" fmla="*/ 4770770 h 6858000"/>
              <a:gd name="connsiteX252" fmla="*/ 6038839 w 7467600"/>
              <a:gd name="connsiteY252" fmla="*/ 4764474 h 6858000"/>
              <a:gd name="connsiteX253" fmla="*/ 6038706 w 7467600"/>
              <a:gd name="connsiteY253" fmla="*/ 4763847 h 6858000"/>
              <a:gd name="connsiteX254" fmla="*/ 6037784 w 7467600"/>
              <a:gd name="connsiteY254" fmla="*/ 4764270 h 6858000"/>
              <a:gd name="connsiteX255" fmla="*/ 6038839 w 7467600"/>
              <a:gd name="connsiteY255" fmla="*/ 4764474 h 6858000"/>
              <a:gd name="connsiteX256" fmla="*/ 6040338 w 7467600"/>
              <a:gd name="connsiteY256" fmla="*/ 4771418 h 6858000"/>
              <a:gd name="connsiteX257" fmla="*/ 6024488 w 7467600"/>
              <a:gd name="connsiteY257" fmla="*/ 4809903 h 6858000"/>
              <a:gd name="connsiteX258" fmla="*/ 5599771 w 7467600"/>
              <a:gd name="connsiteY258" fmla="*/ 5509652 h 6858000"/>
              <a:gd name="connsiteX259" fmla="*/ 5548843 w 7467600"/>
              <a:gd name="connsiteY259" fmla="*/ 5563845 h 6858000"/>
              <a:gd name="connsiteX260" fmla="*/ 5940952 w 7467600"/>
              <a:gd name="connsiteY260" fmla="*/ 6250028 h 6858000"/>
              <a:gd name="connsiteX261" fmla="*/ 6043441 w 7467600"/>
              <a:gd name="connsiteY261" fmla="*/ 6665847 h 6858000"/>
              <a:gd name="connsiteX262" fmla="*/ 6093432 w 7467600"/>
              <a:gd name="connsiteY262" fmla="*/ 6858000 h 6858000"/>
              <a:gd name="connsiteX263" fmla="*/ 6034344 w 7467600"/>
              <a:gd name="connsiteY263" fmla="*/ 6858000 h 6858000"/>
              <a:gd name="connsiteX264" fmla="*/ 6026679 w 7467600"/>
              <a:gd name="connsiteY264" fmla="*/ 6836959 h 6858000"/>
              <a:gd name="connsiteX265" fmla="*/ 5800441 w 7467600"/>
              <a:gd name="connsiteY265" fmla="*/ 6335286 h 6858000"/>
              <a:gd name="connsiteX266" fmla="*/ 5526562 w 7467600"/>
              <a:gd name="connsiteY266" fmla="*/ 5705388 h 6858000"/>
              <a:gd name="connsiteX267" fmla="*/ 5519640 w 7467600"/>
              <a:gd name="connsiteY267" fmla="*/ 5683774 h 6858000"/>
              <a:gd name="connsiteX268" fmla="*/ 5844559 w 7467600"/>
              <a:gd name="connsiteY268" fmla="*/ 6553349 h 6858000"/>
              <a:gd name="connsiteX269" fmla="*/ 5975994 w 7467600"/>
              <a:gd name="connsiteY269" fmla="*/ 6858000 h 6858000"/>
              <a:gd name="connsiteX270" fmla="*/ 5898547 w 7467600"/>
              <a:gd name="connsiteY270" fmla="*/ 6858000 h 6858000"/>
              <a:gd name="connsiteX271" fmla="*/ 5682041 w 7467600"/>
              <a:gd name="connsiteY271" fmla="*/ 6355860 h 6858000"/>
              <a:gd name="connsiteX272" fmla="*/ 5461758 w 7467600"/>
              <a:gd name="connsiteY272" fmla="*/ 5820220 h 6858000"/>
              <a:gd name="connsiteX273" fmla="*/ 5237282 w 7467600"/>
              <a:gd name="connsiteY273" fmla="*/ 6579086 h 6858000"/>
              <a:gd name="connsiteX274" fmla="*/ 5115009 w 7467600"/>
              <a:gd name="connsiteY274" fmla="*/ 6858000 h 6858000"/>
              <a:gd name="connsiteX275" fmla="*/ 5028074 w 7467600"/>
              <a:gd name="connsiteY275" fmla="*/ 6858000 h 6858000"/>
              <a:gd name="connsiteX276" fmla="*/ 5079508 w 7467600"/>
              <a:gd name="connsiteY276" fmla="*/ 6749074 h 6858000"/>
              <a:gd name="connsiteX277" fmla="*/ 5371846 w 7467600"/>
              <a:gd name="connsiteY277" fmla="*/ 5924413 h 6858000"/>
              <a:gd name="connsiteX278" fmla="*/ 5270512 w 7467600"/>
              <a:gd name="connsiteY278" fmla="*/ 6138975 h 6858000"/>
              <a:gd name="connsiteX279" fmla="*/ 5062409 w 7467600"/>
              <a:gd name="connsiteY279" fmla="*/ 6653544 h 6858000"/>
              <a:gd name="connsiteX280" fmla="*/ 5036628 w 7467600"/>
              <a:gd name="connsiteY280" fmla="*/ 6754247 h 6858000"/>
              <a:gd name="connsiteX281" fmla="*/ 5009112 w 7467600"/>
              <a:gd name="connsiteY281" fmla="*/ 6858000 h 6858000"/>
              <a:gd name="connsiteX282" fmla="*/ 4976679 w 7467600"/>
              <a:gd name="connsiteY282" fmla="*/ 6858000 h 6858000"/>
              <a:gd name="connsiteX283" fmla="*/ 5006537 w 7467600"/>
              <a:gd name="connsiteY283" fmla="*/ 6747068 h 6858000"/>
              <a:gd name="connsiteX284" fmla="*/ 5032723 w 7467600"/>
              <a:gd name="connsiteY284" fmla="*/ 6644957 h 6858000"/>
              <a:gd name="connsiteX285" fmla="*/ 5242949 w 7467600"/>
              <a:gd name="connsiteY285" fmla="*/ 6125175 h 6858000"/>
              <a:gd name="connsiteX286" fmla="*/ 5286321 w 7467600"/>
              <a:gd name="connsiteY286" fmla="*/ 6033555 h 6858000"/>
              <a:gd name="connsiteX287" fmla="*/ 5008210 w 7467600"/>
              <a:gd name="connsiteY287" fmla="*/ 6649194 h 6858000"/>
              <a:gd name="connsiteX288" fmla="*/ 4986321 w 7467600"/>
              <a:gd name="connsiteY288" fmla="*/ 6765687 h 6858000"/>
              <a:gd name="connsiteX289" fmla="*/ 4973474 w 7467600"/>
              <a:gd name="connsiteY289" fmla="*/ 6858000 h 6858000"/>
              <a:gd name="connsiteX290" fmla="*/ 4907178 w 7467600"/>
              <a:gd name="connsiteY290" fmla="*/ 6858000 h 6858000"/>
              <a:gd name="connsiteX291" fmla="*/ 4910810 w 7467600"/>
              <a:gd name="connsiteY291" fmla="*/ 6829660 h 6858000"/>
              <a:gd name="connsiteX292" fmla="*/ 4987461 w 7467600"/>
              <a:gd name="connsiteY292" fmla="*/ 6432994 h 6858000"/>
              <a:gd name="connsiteX293" fmla="*/ 5179262 w 7467600"/>
              <a:gd name="connsiteY293" fmla="*/ 6035044 h 6858000"/>
              <a:gd name="connsiteX294" fmla="*/ 4689678 w 7467600"/>
              <a:gd name="connsiteY294" fmla="*/ 6440241 h 6858000"/>
              <a:gd name="connsiteX295" fmla="*/ 4477543 w 7467600"/>
              <a:gd name="connsiteY295" fmla="*/ 6674836 h 6858000"/>
              <a:gd name="connsiteX296" fmla="*/ 4329957 w 7467600"/>
              <a:gd name="connsiteY296" fmla="*/ 6858000 h 6858000"/>
              <a:gd name="connsiteX297" fmla="*/ 4218595 w 7467600"/>
              <a:gd name="connsiteY297" fmla="*/ 6858000 h 6858000"/>
              <a:gd name="connsiteX298" fmla="*/ 4368888 w 7467600"/>
              <a:gd name="connsiteY298" fmla="*/ 6668412 h 6858000"/>
              <a:gd name="connsiteX299" fmla="*/ 4563091 w 7467600"/>
              <a:gd name="connsiteY299" fmla="*/ 6442508 h 6858000"/>
              <a:gd name="connsiteX300" fmla="*/ 5387324 w 7467600"/>
              <a:gd name="connsiteY300" fmla="*/ 5705830 h 6858000"/>
              <a:gd name="connsiteX301" fmla="*/ 5073620 w 7467600"/>
              <a:gd name="connsiteY301" fmla="*/ 5955437 h 6858000"/>
              <a:gd name="connsiteX302" fmla="*/ 4689789 w 7467600"/>
              <a:gd name="connsiteY302" fmla="*/ 6268382 h 6858000"/>
              <a:gd name="connsiteX303" fmla="*/ 4418722 w 7467600"/>
              <a:gd name="connsiteY303" fmla="*/ 6570886 h 6858000"/>
              <a:gd name="connsiteX304" fmla="*/ 4214944 w 7467600"/>
              <a:gd name="connsiteY304" fmla="*/ 6858000 h 6858000"/>
              <a:gd name="connsiteX305" fmla="*/ 4177898 w 7467600"/>
              <a:gd name="connsiteY305" fmla="*/ 6858000 h 6858000"/>
              <a:gd name="connsiteX306" fmla="*/ 4391597 w 7467600"/>
              <a:gd name="connsiteY306" fmla="*/ 6556370 h 6858000"/>
              <a:gd name="connsiteX307" fmla="*/ 4668889 w 7467600"/>
              <a:gd name="connsiteY307" fmla="*/ 6246399 h 6858000"/>
              <a:gd name="connsiteX308" fmla="*/ 5055427 w 7467600"/>
              <a:gd name="connsiteY308" fmla="*/ 5931476 h 6858000"/>
              <a:gd name="connsiteX309" fmla="*/ 5371814 w 7467600"/>
              <a:gd name="connsiteY309" fmla="*/ 5678975 h 6858000"/>
              <a:gd name="connsiteX310" fmla="*/ 4987918 w 7467600"/>
              <a:gd name="connsiteY310" fmla="*/ 5838701 h 6858000"/>
              <a:gd name="connsiteX311" fmla="*/ 4317146 w 7467600"/>
              <a:gd name="connsiteY311" fmla="*/ 6587716 h 6858000"/>
              <a:gd name="connsiteX312" fmla="*/ 4171627 w 7467600"/>
              <a:gd name="connsiteY312" fmla="*/ 6858000 h 6858000"/>
              <a:gd name="connsiteX313" fmla="*/ 4081585 w 7467600"/>
              <a:gd name="connsiteY313" fmla="*/ 6858000 h 6858000"/>
              <a:gd name="connsiteX314" fmla="*/ 4238603 w 7467600"/>
              <a:gd name="connsiteY314" fmla="*/ 6559341 h 6858000"/>
              <a:gd name="connsiteX315" fmla="*/ 4778333 w 7467600"/>
              <a:gd name="connsiteY315" fmla="*/ 5873626 h 6858000"/>
              <a:gd name="connsiteX316" fmla="*/ 5414185 w 7467600"/>
              <a:gd name="connsiteY316" fmla="*/ 5573882 h 6858000"/>
              <a:gd name="connsiteX317" fmla="*/ 5959648 w 7467600"/>
              <a:gd name="connsiteY317" fmla="*/ 4760797 h 6858000"/>
              <a:gd name="connsiteX318" fmla="*/ 5355019 w 7467600"/>
              <a:gd name="connsiteY318" fmla="*/ 4734672 h 6858000"/>
              <a:gd name="connsiteX319" fmla="*/ 5083565 w 7467600"/>
              <a:gd name="connsiteY319" fmla="*/ 5179121 h 6858000"/>
              <a:gd name="connsiteX320" fmla="*/ 4713577 w 7467600"/>
              <a:gd name="connsiteY320" fmla="*/ 5616803 h 6858000"/>
              <a:gd name="connsiteX321" fmla="*/ 3989559 w 7467600"/>
              <a:gd name="connsiteY321" fmla="*/ 6145945 h 6858000"/>
              <a:gd name="connsiteX322" fmla="*/ 3939824 w 7467600"/>
              <a:gd name="connsiteY322" fmla="*/ 6066900 h 6858000"/>
              <a:gd name="connsiteX323" fmla="*/ 4584537 w 7467600"/>
              <a:gd name="connsiteY323" fmla="*/ 5324826 h 6858000"/>
              <a:gd name="connsiteX324" fmla="*/ 5037105 w 7467600"/>
              <a:gd name="connsiteY324" fmla="*/ 5088765 h 6858000"/>
              <a:gd name="connsiteX325" fmla="*/ 5039930 w 7467600"/>
              <a:gd name="connsiteY325" fmla="*/ 5089585 h 6858000"/>
              <a:gd name="connsiteX326" fmla="*/ 5263764 w 7467600"/>
              <a:gd name="connsiteY326" fmla="*/ 4735525 h 6858000"/>
              <a:gd name="connsiteX327" fmla="*/ 4086300 w 7467600"/>
              <a:gd name="connsiteY327" fmla="*/ 4884599 h 6858000"/>
              <a:gd name="connsiteX328" fmla="*/ 4085485 w 7467600"/>
              <a:gd name="connsiteY328" fmla="*/ 4899070 h 6858000"/>
              <a:gd name="connsiteX329" fmla="*/ 3871915 w 7467600"/>
              <a:gd name="connsiteY329" fmla="*/ 5253645 h 6858000"/>
              <a:gd name="connsiteX330" fmla="*/ 3799374 w 7467600"/>
              <a:gd name="connsiteY330" fmla="*/ 5466127 h 6858000"/>
              <a:gd name="connsiteX331" fmla="*/ 3498850 w 7467600"/>
              <a:gd name="connsiteY331" fmla="*/ 6661888 h 6858000"/>
              <a:gd name="connsiteX332" fmla="*/ 3399216 w 7467600"/>
              <a:gd name="connsiteY332" fmla="*/ 6858000 h 6858000"/>
              <a:gd name="connsiteX333" fmla="*/ 3303688 w 7467600"/>
              <a:gd name="connsiteY333" fmla="*/ 6858000 h 6858000"/>
              <a:gd name="connsiteX334" fmla="*/ 3391774 w 7467600"/>
              <a:gd name="connsiteY334" fmla="*/ 6697181 h 6858000"/>
              <a:gd name="connsiteX335" fmla="*/ 3735540 w 7467600"/>
              <a:gd name="connsiteY335" fmla="*/ 5546923 h 6858000"/>
              <a:gd name="connsiteX336" fmla="*/ 3729438 w 7467600"/>
              <a:gd name="connsiteY336" fmla="*/ 5569058 h 6858000"/>
              <a:gd name="connsiteX337" fmla="*/ 3707782 w 7467600"/>
              <a:gd name="connsiteY337" fmla="*/ 5644908 h 6858000"/>
              <a:gd name="connsiteX338" fmla="*/ 3583827 w 7467600"/>
              <a:gd name="connsiteY338" fmla="*/ 6039215 h 6858000"/>
              <a:gd name="connsiteX339" fmla="*/ 3547861 w 7467600"/>
              <a:gd name="connsiteY339" fmla="*/ 6129609 h 6858000"/>
              <a:gd name="connsiteX340" fmla="*/ 3490905 w 7467600"/>
              <a:gd name="connsiteY340" fmla="*/ 6277660 h 6858000"/>
              <a:gd name="connsiteX341" fmla="*/ 3455859 w 7467600"/>
              <a:gd name="connsiteY341" fmla="*/ 6391301 h 6858000"/>
              <a:gd name="connsiteX342" fmla="*/ 3429112 w 7467600"/>
              <a:gd name="connsiteY342" fmla="*/ 6479469 h 6858000"/>
              <a:gd name="connsiteX343" fmla="*/ 3304862 w 7467600"/>
              <a:gd name="connsiteY343" fmla="*/ 6796476 h 6858000"/>
              <a:gd name="connsiteX344" fmla="*/ 3276071 w 7467600"/>
              <a:gd name="connsiteY344" fmla="*/ 6858000 h 6858000"/>
              <a:gd name="connsiteX345" fmla="*/ 3240805 w 7467600"/>
              <a:gd name="connsiteY345" fmla="*/ 6858000 h 6858000"/>
              <a:gd name="connsiteX346" fmla="*/ 3275917 w 7467600"/>
              <a:gd name="connsiteY346" fmla="*/ 6783192 h 6858000"/>
              <a:gd name="connsiteX347" fmla="*/ 3399358 w 7467600"/>
              <a:gd name="connsiteY347" fmla="*/ 6469011 h 6858000"/>
              <a:gd name="connsiteX348" fmla="*/ 3425650 w 7467600"/>
              <a:gd name="connsiteY348" fmla="*/ 6381333 h 6858000"/>
              <a:gd name="connsiteX349" fmla="*/ 3460661 w 7467600"/>
              <a:gd name="connsiteY349" fmla="*/ 6266763 h 6858000"/>
              <a:gd name="connsiteX350" fmla="*/ 3518021 w 7467600"/>
              <a:gd name="connsiteY350" fmla="*/ 6117298 h 6858000"/>
              <a:gd name="connsiteX351" fmla="*/ 3554035 w 7467600"/>
              <a:gd name="connsiteY351" fmla="*/ 6027832 h 6858000"/>
              <a:gd name="connsiteX352" fmla="*/ 3677174 w 7467600"/>
              <a:gd name="connsiteY352" fmla="*/ 5636351 h 6858000"/>
              <a:gd name="connsiteX353" fmla="*/ 3698819 w 7467600"/>
              <a:gd name="connsiteY353" fmla="*/ 5560503 h 6858000"/>
              <a:gd name="connsiteX354" fmla="*/ 3702094 w 7467600"/>
              <a:gd name="connsiteY354" fmla="*/ 5549194 h 6858000"/>
              <a:gd name="connsiteX355" fmla="*/ 3398355 w 7467600"/>
              <a:gd name="connsiteY355" fmla="*/ 6094603 h 6858000"/>
              <a:gd name="connsiteX356" fmla="*/ 3193941 w 7467600"/>
              <a:gd name="connsiteY356" fmla="*/ 6798775 h 6858000"/>
              <a:gd name="connsiteX357" fmla="*/ 3184140 w 7467600"/>
              <a:gd name="connsiteY357" fmla="*/ 6858000 h 6858000"/>
              <a:gd name="connsiteX358" fmla="*/ 3099978 w 7467600"/>
              <a:gd name="connsiteY358" fmla="*/ 6858000 h 6858000"/>
              <a:gd name="connsiteX359" fmla="*/ 3101556 w 7467600"/>
              <a:gd name="connsiteY359" fmla="*/ 6843337 h 6858000"/>
              <a:gd name="connsiteX360" fmla="*/ 3370162 w 7467600"/>
              <a:gd name="connsiteY360" fmla="*/ 5785550 h 6858000"/>
              <a:gd name="connsiteX361" fmla="*/ 3746477 w 7467600"/>
              <a:gd name="connsiteY361" fmla="*/ 5377889 h 6858000"/>
              <a:gd name="connsiteX362" fmla="*/ 3863399 w 7467600"/>
              <a:gd name="connsiteY362" fmla="*/ 5087257 h 6858000"/>
              <a:gd name="connsiteX363" fmla="*/ 3968712 w 7467600"/>
              <a:gd name="connsiteY363" fmla="*/ 4913989 h 6858000"/>
              <a:gd name="connsiteX364" fmla="*/ 2792390 w 7467600"/>
              <a:gd name="connsiteY364" fmla="*/ 5382974 h 6858000"/>
              <a:gd name="connsiteX365" fmla="*/ 2714982 w 7467600"/>
              <a:gd name="connsiteY365" fmla="*/ 5427051 h 6858000"/>
              <a:gd name="connsiteX366" fmla="*/ 2813361 w 7467600"/>
              <a:gd name="connsiteY366" fmla="*/ 6023912 h 6858000"/>
              <a:gd name="connsiteX367" fmla="*/ 2688430 w 7467600"/>
              <a:gd name="connsiteY367" fmla="*/ 6801564 h 6858000"/>
              <a:gd name="connsiteX368" fmla="*/ 2629626 w 7467600"/>
              <a:gd name="connsiteY368" fmla="*/ 6763394 h 6858000"/>
              <a:gd name="connsiteX369" fmla="*/ 2565328 w 7467600"/>
              <a:gd name="connsiteY369" fmla="*/ 5516399 h 6858000"/>
              <a:gd name="connsiteX370" fmla="*/ 1922999 w 7467600"/>
              <a:gd name="connsiteY370" fmla="*/ 5980343 h 6858000"/>
              <a:gd name="connsiteX371" fmla="*/ 1950261 w 7467600"/>
              <a:gd name="connsiteY371" fmla="*/ 6405858 h 6858000"/>
              <a:gd name="connsiteX372" fmla="*/ 2365554 w 7467600"/>
              <a:gd name="connsiteY372" fmla="*/ 6759107 h 6858000"/>
              <a:gd name="connsiteX373" fmla="*/ 2424142 w 7467600"/>
              <a:gd name="connsiteY373" fmla="*/ 6858000 h 6858000"/>
              <a:gd name="connsiteX374" fmla="*/ 2395994 w 7467600"/>
              <a:gd name="connsiteY374" fmla="*/ 6858000 h 6858000"/>
              <a:gd name="connsiteX375" fmla="*/ 2392863 w 7467600"/>
              <a:gd name="connsiteY375" fmla="*/ 6852964 h 6858000"/>
              <a:gd name="connsiteX376" fmla="*/ 2017589 w 7467600"/>
              <a:gd name="connsiteY376" fmla="*/ 6493982 h 6858000"/>
              <a:gd name="connsiteX377" fmla="*/ 2147336 w 7467600"/>
              <a:gd name="connsiteY377" fmla="*/ 6594052 h 6858000"/>
              <a:gd name="connsiteX378" fmla="*/ 2207047 w 7467600"/>
              <a:gd name="connsiteY378" fmla="*/ 6654540 h 6858000"/>
              <a:gd name="connsiteX379" fmla="*/ 2299106 w 7467600"/>
              <a:gd name="connsiteY379" fmla="*/ 6778931 h 6858000"/>
              <a:gd name="connsiteX380" fmla="*/ 2314430 w 7467600"/>
              <a:gd name="connsiteY380" fmla="*/ 6801144 h 6858000"/>
              <a:gd name="connsiteX381" fmla="*/ 2352406 w 7467600"/>
              <a:gd name="connsiteY381" fmla="*/ 6858000 h 6858000"/>
              <a:gd name="connsiteX382" fmla="*/ 2314492 w 7467600"/>
              <a:gd name="connsiteY382" fmla="*/ 6858000 h 6858000"/>
              <a:gd name="connsiteX383" fmla="*/ 2288095 w 7467600"/>
              <a:gd name="connsiteY383" fmla="*/ 6818030 h 6858000"/>
              <a:gd name="connsiteX384" fmla="*/ 2272768 w 7467600"/>
              <a:gd name="connsiteY384" fmla="*/ 6795822 h 6858000"/>
              <a:gd name="connsiteX385" fmla="*/ 2182715 w 7467600"/>
              <a:gd name="connsiteY385" fmla="*/ 6675071 h 6858000"/>
              <a:gd name="connsiteX386" fmla="*/ 2032061 w 7467600"/>
              <a:gd name="connsiteY386" fmla="*/ 6541380 h 6858000"/>
              <a:gd name="connsiteX387" fmla="*/ 2257220 w 7467600"/>
              <a:gd name="connsiteY387" fmla="*/ 6826257 h 6858000"/>
              <a:gd name="connsiteX388" fmla="*/ 2281324 w 7467600"/>
              <a:gd name="connsiteY388" fmla="*/ 6858000 h 6858000"/>
              <a:gd name="connsiteX389" fmla="*/ 2242860 w 7467600"/>
              <a:gd name="connsiteY389" fmla="*/ 6858000 h 6858000"/>
              <a:gd name="connsiteX390" fmla="*/ 2232818 w 7467600"/>
              <a:gd name="connsiteY390" fmla="*/ 6844926 h 6858000"/>
              <a:gd name="connsiteX391" fmla="*/ 1990172 w 7467600"/>
              <a:gd name="connsiteY391" fmla="*/ 6542121 h 6858000"/>
              <a:gd name="connsiteX392" fmla="*/ 2124090 w 7467600"/>
              <a:gd name="connsiteY392" fmla="*/ 6761017 h 6858000"/>
              <a:gd name="connsiteX393" fmla="*/ 2200380 w 7467600"/>
              <a:gd name="connsiteY393" fmla="*/ 6858000 h 6858000"/>
              <a:gd name="connsiteX394" fmla="*/ 2147507 w 7467600"/>
              <a:gd name="connsiteY394" fmla="*/ 6858000 h 6858000"/>
              <a:gd name="connsiteX395" fmla="*/ 2070668 w 7467600"/>
              <a:gd name="connsiteY395" fmla="*/ 6761520 h 6858000"/>
              <a:gd name="connsiteX396" fmla="*/ 1975142 w 7467600"/>
              <a:gd name="connsiteY396" fmla="*/ 6585570 h 6858000"/>
              <a:gd name="connsiteX397" fmla="*/ 2050035 w 7467600"/>
              <a:gd name="connsiteY397" fmla="*/ 6813345 h 6858000"/>
              <a:gd name="connsiteX398" fmla="*/ 2063025 w 7467600"/>
              <a:gd name="connsiteY398" fmla="*/ 6858000 h 6858000"/>
              <a:gd name="connsiteX399" fmla="*/ 2021675 w 7467600"/>
              <a:gd name="connsiteY399" fmla="*/ 6858000 h 6858000"/>
              <a:gd name="connsiteX400" fmla="*/ 2019308 w 7467600"/>
              <a:gd name="connsiteY400" fmla="*/ 6847118 h 6858000"/>
              <a:gd name="connsiteX401" fmla="*/ 1938835 w 7467600"/>
              <a:gd name="connsiteY401" fmla="*/ 6551160 h 6858000"/>
              <a:gd name="connsiteX402" fmla="*/ 1953230 w 7467600"/>
              <a:gd name="connsiteY402" fmla="*/ 6759699 h 6858000"/>
              <a:gd name="connsiteX403" fmla="*/ 1956763 w 7467600"/>
              <a:gd name="connsiteY403" fmla="*/ 6778191 h 6858000"/>
              <a:gd name="connsiteX404" fmla="*/ 1967925 w 7467600"/>
              <a:gd name="connsiteY404" fmla="*/ 6858000 h 6858000"/>
              <a:gd name="connsiteX405" fmla="*/ 1936622 w 7467600"/>
              <a:gd name="connsiteY405" fmla="*/ 6858000 h 6858000"/>
              <a:gd name="connsiteX406" fmla="*/ 1926261 w 7467600"/>
              <a:gd name="connsiteY406" fmla="*/ 6784064 h 6858000"/>
              <a:gd name="connsiteX407" fmla="*/ 1922724 w 7467600"/>
              <a:gd name="connsiteY407" fmla="*/ 6765577 h 6858000"/>
              <a:gd name="connsiteX408" fmla="*/ 1904650 w 7467600"/>
              <a:gd name="connsiteY408" fmla="*/ 6639616 h 6858000"/>
              <a:gd name="connsiteX409" fmla="*/ 1885273 w 7467600"/>
              <a:gd name="connsiteY409" fmla="*/ 6858000 h 6858000"/>
              <a:gd name="connsiteX410" fmla="*/ 1854363 w 7467600"/>
              <a:gd name="connsiteY410" fmla="*/ 6858000 h 6858000"/>
              <a:gd name="connsiteX411" fmla="*/ 1880391 w 7467600"/>
              <a:gd name="connsiteY411" fmla="*/ 6603796 h 6858000"/>
              <a:gd name="connsiteX412" fmla="*/ 1818273 w 7467600"/>
              <a:gd name="connsiteY412" fmla="*/ 6715729 h 6858000"/>
              <a:gd name="connsiteX413" fmla="*/ 1794691 w 7467600"/>
              <a:gd name="connsiteY413" fmla="*/ 6843239 h 6858000"/>
              <a:gd name="connsiteX414" fmla="*/ 1794914 w 7467600"/>
              <a:gd name="connsiteY414" fmla="*/ 6858000 h 6858000"/>
              <a:gd name="connsiteX415" fmla="*/ 1746128 w 7467600"/>
              <a:gd name="connsiteY415" fmla="*/ 6858000 h 6858000"/>
              <a:gd name="connsiteX416" fmla="*/ 1753934 w 7467600"/>
              <a:gd name="connsiteY416" fmla="*/ 6724796 h 6858000"/>
              <a:gd name="connsiteX417" fmla="*/ 1792053 w 7467600"/>
              <a:gd name="connsiteY417" fmla="*/ 6572396 h 6858000"/>
              <a:gd name="connsiteX418" fmla="*/ 1862248 w 7467600"/>
              <a:gd name="connsiteY418" fmla="*/ 6266397 h 6858000"/>
              <a:gd name="connsiteX419" fmla="*/ 1862250 w 7467600"/>
              <a:gd name="connsiteY419" fmla="*/ 6033531 h 6858000"/>
              <a:gd name="connsiteX420" fmla="*/ 1211999 w 7467600"/>
              <a:gd name="connsiteY420" fmla="*/ 6683610 h 6858000"/>
              <a:gd name="connsiteX421" fmla="*/ 1213266 w 7467600"/>
              <a:gd name="connsiteY421" fmla="*/ 6691947 h 6858000"/>
              <a:gd name="connsiteX422" fmla="*/ 1203370 w 7467600"/>
              <a:gd name="connsiteY422" fmla="*/ 6850676 h 6858000"/>
              <a:gd name="connsiteX423" fmla="*/ 1203671 w 7467600"/>
              <a:gd name="connsiteY423" fmla="*/ 6858000 h 6858000"/>
              <a:gd name="connsiteX424" fmla="*/ 1143180 w 7467600"/>
              <a:gd name="connsiteY424" fmla="*/ 6858000 h 6858000"/>
              <a:gd name="connsiteX425" fmla="*/ 1142176 w 7467600"/>
              <a:gd name="connsiteY425" fmla="*/ 6766045 h 6858000"/>
              <a:gd name="connsiteX426" fmla="*/ 1067484 w 7467600"/>
              <a:gd name="connsiteY426" fmla="*/ 6858000 h 6858000"/>
              <a:gd name="connsiteX427" fmla="*/ 953928 w 7467600"/>
              <a:gd name="connsiteY427" fmla="*/ 6858000 h 6858000"/>
              <a:gd name="connsiteX428" fmla="*/ 959715 w 7467600"/>
              <a:gd name="connsiteY428" fmla="*/ 6850185 h 6858000"/>
              <a:gd name="connsiteX429" fmla="*/ 1483788 w 7467600"/>
              <a:gd name="connsiteY429" fmla="*/ 6259174 h 6858000"/>
              <a:gd name="connsiteX430" fmla="*/ 1100671 w 7467600"/>
              <a:gd name="connsiteY430" fmla="*/ 6252137 h 6858000"/>
              <a:gd name="connsiteX431" fmla="*/ 1090144 w 7467600"/>
              <a:gd name="connsiteY431" fmla="*/ 6256748 h 6858000"/>
              <a:gd name="connsiteX432" fmla="*/ 1095872 w 7467600"/>
              <a:gd name="connsiteY432" fmla="*/ 6271892 h 6858000"/>
              <a:gd name="connsiteX433" fmla="*/ 262785 w 7467600"/>
              <a:gd name="connsiteY433" fmla="*/ 6845450 h 6858000"/>
              <a:gd name="connsiteX434" fmla="*/ 209968 w 7467600"/>
              <a:gd name="connsiteY434" fmla="*/ 6770713 h 6858000"/>
              <a:gd name="connsiteX435" fmla="*/ 873460 w 7467600"/>
              <a:gd name="connsiteY435" fmla="*/ 6253768 h 6858000"/>
              <a:gd name="connsiteX436" fmla="*/ 192686 w 7467600"/>
              <a:gd name="connsiteY436" fmla="*/ 5849257 h 6858000"/>
              <a:gd name="connsiteX437" fmla="*/ 4696 w 7467600"/>
              <a:gd name="connsiteY437" fmla="*/ 5697668 h 6858000"/>
              <a:gd name="connsiteX438" fmla="*/ 0 w 7467600"/>
              <a:gd name="connsiteY438" fmla="*/ 5689984 h 6858000"/>
              <a:gd name="connsiteX439" fmla="*/ 0 w 7467600"/>
              <a:gd name="connsiteY439" fmla="*/ 5513472 h 6858000"/>
              <a:gd name="connsiteX440" fmla="*/ 174101 w 7467600"/>
              <a:gd name="connsiteY440" fmla="*/ 5620277 h 6858000"/>
              <a:gd name="connsiteX441" fmla="*/ 891800 w 7467600"/>
              <a:gd name="connsiteY441" fmla="*/ 6036935 h 6858000"/>
              <a:gd name="connsiteX442" fmla="*/ 1072219 w 7467600"/>
              <a:gd name="connsiteY442" fmla="*/ 6169443 h 6858000"/>
              <a:gd name="connsiteX443" fmla="*/ 1074117 w 7467600"/>
              <a:gd name="connsiteY443" fmla="*/ 6170301 h 6858000"/>
              <a:gd name="connsiteX444" fmla="*/ 1083114 w 7467600"/>
              <a:gd name="connsiteY444" fmla="*/ 6174131 h 6858000"/>
              <a:gd name="connsiteX445" fmla="*/ 1543010 w 7467600"/>
              <a:gd name="connsiteY445" fmla="*/ 6191140 h 6858000"/>
              <a:gd name="connsiteX446" fmla="*/ 1551080 w 7467600"/>
              <a:gd name="connsiteY446" fmla="*/ 6195006 h 6858000"/>
              <a:gd name="connsiteX447" fmla="*/ 2345443 w 7467600"/>
              <a:gd name="connsiteY447" fmla="*/ 5549882 h 6858000"/>
              <a:gd name="connsiteX448" fmla="*/ 1721499 w 7467600"/>
              <a:gd name="connsiteY448" fmla="*/ 5599969 h 6858000"/>
              <a:gd name="connsiteX449" fmla="*/ 767716 w 7467600"/>
              <a:gd name="connsiteY449" fmla="*/ 5472768 h 6858000"/>
              <a:gd name="connsiteX450" fmla="*/ 722147 w 7467600"/>
              <a:gd name="connsiteY450" fmla="*/ 5393091 h 6858000"/>
              <a:gd name="connsiteX451" fmla="*/ 1485552 w 7467600"/>
              <a:gd name="connsiteY451" fmla="*/ 5313202 h 6858000"/>
              <a:gd name="connsiteX452" fmla="*/ 2143004 w 7467600"/>
              <a:gd name="connsiteY452" fmla="*/ 5402420 h 6858000"/>
              <a:gd name="connsiteX453" fmla="*/ 1933391 w 7467600"/>
              <a:gd name="connsiteY453" fmla="*/ 5156971 h 6858000"/>
              <a:gd name="connsiteX454" fmla="*/ 1827118 w 7467600"/>
              <a:gd name="connsiteY454" fmla="*/ 4968410 h 6858000"/>
              <a:gd name="connsiteX455" fmla="*/ 1837349 w 7467600"/>
              <a:gd name="connsiteY455" fmla="*/ 4956357 h 6858000"/>
              <a:gd name="connsiteX456" fmla="*/ 2162835 w 7467600"/>
              <a:gd name="connsiteY456" fmla="*/ 5187853 h 6858000"/>
              <a:gd name="connsiteX457" fmla="*/ 2257167 w 7467600"/>
              <a:gd name="connsiteY457" fmla="*/ 5462123 h 6858000"/>
              <a:gd name="connsiteX458" fmla="*/ 2261598 w 7467600"/>
              <a:gd name="connsiteY458" fmla="*/ 5467998 h 6858000"/>
              <a:gd name="connsiteX459" fmla="*/ 2437177 w 7467600"/>
              <a:gd name="connsiteY459" fmla="*/ 5479608 h 6858000"/>
              <a:gd name="connsiteX460" fmla="*/ 2445247 w 7467600"/>
              <a:gd name="connsiteY460" fmla="*/ 5483476 h 6858000"/>
              <a:gd name="connsiteX461" fmla="*/ 2743626 w 7467600"/>
              <a:gd name="connsiteY461" fmla="*/ 5304819 h 6858000"/>
              <a:gd name="connsiteX462" fmla="*/ 3048102 w 7467600"/>
              <a:gd name="connsiteY462" fmla="*/ 5150595 h 6858000"/>
              <a:gd name="connsiteX463" fmla="*/ 1799414 w 7467600"/>
              <a:gd name="connsiteY463" fmla="*/ 4694732 h 6858000"/>
              <a:gd name="connsiteX464" fmla="*/ 1771735 w 7467600"/>
              <a:gd name="connsiteY464" fmla="*/ 4619929 h 6858000"/>
              <a:gd name="connsiteX465" fmla="*/ 3104273 w 7467600"/>
              <a:gd name="connsiteY465" fmla="*/ 5076159 h 6858000"/>
              <a:gd name="connsiteX466" fmla="*/ 3113245 w 7467600"/>
              <a:gd name="connsiteY466" fmla="*/ 5090705 h 6858000"/>
              <a:gd name="connsiteX467" fmla="*/ 3126294 w 7467600"/>
              <a:gd name="connsiteY467" fmla="*/ 5114400 h 6858000"/>
              <a:gd name="connsiteX468" fmla="*/ 3937433 w 7467600"/>
              <a:gd name="connsiteY468" fmla="*/ 4830473 h 6858000"/>
              <a:gd name="connsiteX469" fmla="*/ 3590475 w 7467600"/>
              <a:gd name="connsiteY469" fmla="*/ 4597974 h 6858000"/>
              <a:gd name="connsiteX470" fmla="*/ 3100264 w 7467600"/>
              <a:gd name="connsiteY470" fmla="*/ 4579845 h 6858000"/>
              <a:gd name="connsiteX471" fmla="*/ 2183576 w 7467600"/>
              <a:gd name="connsiteY471" fmla="*/ 4227150 h 6858000"/>
              <a:gd name="connsiteX472" fmla="*/ 2151029 w 7467600"/>
              <a:gd name="connsiteY472" fmla="*/ 4146947 h 6858000"/>
              <a:gd name="connsiteX473" fmla="*/ 3563434 w 7467600"/>
              <a:gd name="connsiteY473" fmla="*/ 4469115 h 6858000"/>
              <a:gd name="connsiteX474" fmla="*/ 3177952 w 7467600"/>
              <a:gd name="connsiteY474" fmla="*/ 3657386 h 6858000"/>
              <a:gd name="connsiteX475" fmla="*/ 3189263 w 7467600"/>
              <a:gd name="connsiteY475" fmla="*/ 3625726 h 6858000"/>
              <a:gd name="connsiteX476" fmla="*/ 3560912 w 7467600"/>
              <a:gd name="connsiteY476" fmla="*/ 4079863 h 6858000"/>
              <a:gd name="connsiteX477" fmla="*/ 3626636 w 7467600"/>
              <a:gd name="connsiteY477" fmla="*/ 4512230 h 6858000"/>
              <a:gd name="connsiteX478" fmla="*/ 3653088 w 7467600"/>
              <a:gd name="connsiteY478" fmla="*/ 4521417 h 6858000"/>
              <a:gd name="connsiteX479" fmla="*/ 3988128 w 7467600"/>
              <a:gd name="connsiteY479" fmla="*/ 4817267 h 6858000"/>
              <a:gd name="connsiteX480" fmla="*/ 4830582 w 7467600"/>
              <a:gd name="connsiteY480" fmla="*/ 4676000 h 6858000"/>
              <a:gd name="connsiteX481" fmla="*/ 4830100 w 7467600"/>
              <a:gd name="connsiteY481" fmla="*/ 4675554 h 6858000"/>
              <a:gd name="connsiteX482" fmla="*/ 4036318 w 7467600"/>
              <a:gd name="connsiteY482" fmla="*/ 4147013 h 6858000"/>
              <a:gd name="connsiteX483" fmla="*/ 3432098 w 7467600"/>
              <a:gd name="connsiteY483" fmla="*/ 3537312 h 6858000"/>
              <a:gd name="connsiteX484" fmla="*/ 3446761 w 7467600"/>
              <a:gd name="connsiteY484" fmla="*/ 3461278 h 6858000"/>
              <a:gd name="connsiteX485" fmla="*/ 4419733 w 7467600"/>
              <a:gd name="connsiteY485" fmla="*/ 3963555 h 6858000"/>
              <a:gd name="connsiteX486" fmla="*/ 4781371 w 7467600"/>
              <a:gd name="connsiteY486" fmla="*/ 4458604 h 6858000"/>
              <a:gd name="connsiteX487" fmla="*/ 4780440 w 7467600"/>
              <a:gd name="connsiteY487" fmla="*/ 4470290 h 6858000"/>
              <a:gd name="connsiteX488" fmla="*/ 4898954 w 7467600"/>
              <a:gd name="connsiteY488" fmla="*/ 4662092 h 6858000"/>
              <a:gd name="connsiteX489" fmla="*/ 4900699 w 7467600"/>
              <a:gd name="connsiteY489" fmla="*/ 4670867 h 6858000"/>
              <a:gd name="connsiteX490" fmla="*/ 5714511 w 7467600"/>
              <a:gd name="connsiteY490" fmla="*/ 4663483 h 6858000"/>
              <a:gd name="connsiteX491" fmla="*/ 5464793 w 7467600"/>
              <a:gd name="connsiteY491" fmla="*/ 4393556 h 6858000"/>
              <a:gd name="connsiteX492" fmla="*/ 5461897 w 7467600"/>
              <a:gd name="connsiteY492" fmla="*/ 4390879 h 6858000"/>
              <a:gd name="connsiteX493" fmla="*/ 4294126 w 7467600"/>
              <a:gd name="connsiteY493" fmla="*/ 3303048 h 6858000"/>
              <a:gd name="connsiteX494" fmla="*/ 4305321 w 7467600"/>
              <a:gd name="connsiteY494" fmla="*/ 3256953 h 6858000"/>
              <a:gd name="connsiteX495" fmla="*/ 4949299 w 7467600"/>
              <a:gd name="connsiteY495" fmla="*/ 3766336 h 6858000"/>
              <a:gd name="connsiteX496" fmla="*/ 5291452 w 7467600"/>
              <a:gd name="connsiteY496" fmla="*/ 4076801 h 6858000"/>
              <a:gd name="connsiteX497" fmla="*/ 5434998 w 7467600"/>
              <a:gd name="connsiteY497" fmla="*/ 4254100 h 6858000"/>
              <a:gd name="connsiteX498" fmla="*/ 5351015 w 7467600"/>
              <a:gd name="connsiteY498" fmla="*/ 3760989 h 6858000"/>
              <a:gd name="connsiteX499" fmla="*/ 5413780 w 7467600"/>
              <a:gd name="connsiteY499" fmla="*/ 2966265 h 6858000"/>
              <a:gd name="connsiteX500" fmla="*/ 5425627 w 7467600"/>
              <a:gd name="connsiteY500" fmla="*/ 2954192 h 6858000"/>
              <a:gd name="connsiteX501" fmla="*/ 6604735 w 7467600"/>
              <a:gd name="connsiteY501" fmla="*/ 2041381 h 6858000"/>
              <a:gd name="connsiteX502" fmla="*/ 7204487 w 7467600"/>
              <a:gd name="connsiteY502" fmla="*/ 2742112 h 6858000"/>
              <a:gd name="connsiteX503" fmla="*/ 7131592 w 7467600"/>
              <a:gd name="connsiteY503" fmla="*/ 2672096 h 6858000"/>
              <a:gd name="connsiteX504" fmla="*/ 6996344 w 7467600"/>
              <a:gd name="connsiteY504" fmla="*/ 2518310 h 6858000"/>
              <a:gd name="connsiteX505" fmla="*/ 6735495 w 7467600"/>
              <a:gd name="connsiteY505" fmla="*/ 2196890 h 6858000"/>
              <a:gd name="connsiteX506" fmla="*/ 6721901 w 7467600"/>
              <a:gd name="connsiteY506" fmla="*/ 2179274 h 6858000"/>
              <a:gd name="connsiteX507" fmla="*/ 6604735 w 7467600"/>
              <a:gd name="connsiteY507" fmla="*/ 2041381 h 6858000"/>
              <a:gd name="connsiteX508" fmla="*/ 6591670 w 7467600"/>
              <a:gd name="connsiteY508" fmla="*/ 1988277 h 6858000"/>
              <a:gd name="connsiteX509" fmla="*/ 6747349 w 7467600"/>
              <a:gd name="connsiteY509" fmla="*/ 2160069 h 6858000"/>
              <a:gd name="connsiteX510" fmla="*/ 6760943 w 7467600"/>
              <a:gd name="connsiteY510" fmla="*/ 2177686 h 6858000"/>
              <a:gd name="connsiteX511" fmla="*/ 7021065 w 7467600"/>
              <a:gd name="connsiteY511" fmla="*/ 2498102 h 6858000"/>
              <a:gd name="connsiteX512" fmla="*/ 7155223 w 7467600"/>
              <a:gd name="connsiteY512" fmla="*/ 2650386 h 6858000"/>
              <a:gd name="connsiteX513" fmla="*/ 7203167 w 7467600"/>
              <a:gd name="connsiteY513" fmla="*/ 2697288 h 6858000"/>
              <a:gd name="connsiteX514" fmla="*/ 6937703 w 7467600"/>
              <a:gd name="connsiteY514" fmla="*/ 2321981 h 6858000"/>
              <a:gd name="connsiteX515" fmla="*/ 6591670 w 7467600"/>
              <a:gd name="connsiteY515" fmla="*/ 1988277 h 6858000"/>
              <a:gd name="connsiteX516" fmla="*/ 5798671 w 7467600"/>
              <a:gd name="connsiteY516" fmla="*/ 1981601 h 6858000"/>
              <a:gd name="connsiteX517" fmla="*/ 5754709 w 7467600"/>
              <a:gd name="connsiteY517" fmla="*/ 2071454 h 6858000"/>
              <a:gd name="connsiteX518" fmla="*/ 5763044 w 7467600"/>
              <a:gd name="connsiteY518" fmla="*/ 2842206 h 6858000"/>
              <a:gd name="connsiteX519" fmla="*/ 5764974 w 7467600"/>
              <a:gd name="connsiteY519" fmla="*/ 2799609 h 6858000"/>
              <a:gd name="connsiteX520" fmla="*/ 5767665 w 7467600"/>
              <a:gd name="connsiteY520" fmla="*/ 2666409 h 6858000"/>
              <a:gd name="connsiteX521" fmla="*/ 5763055 w 7467600"/>
              <a:gd name="connsiteY521" fmla="*/ 2579705 h 6858000"/>
              <a:gd name="connsiteX522" fmla="*/ 5758079 w 7467600"/>
              <a:gd name="connsiteY522" fmla="*/ 2492508 h 6858000"/>
              <a:gd name="connsiteX523" fmla="*/ 5779325 w 7467600"/>
              <a:gd name="connsiteY523" fmla="*/ 2197069 h 6858000"/>
              <a:gd name="connsiteX524" fmla="*/ 5798671 w 7467600"/>
              <a:gd name="connsiteY524" fmla="*/ 1981601 h 6858000"/>
              <a:gd name="connsiteX525" fmla="*/ 5829202 w 7467600"/>
              <a:gd name="connsiteY525" fmla="*/ 1971679 h 6858000"/>
              <a:gd name="connsiteX526" fmla="*/ 5809558 w 7467600"/>
              <a:gd name="connsiteY526" fmla="*/ 2198043 h 6858000"/>
              <a:gd name="connsiteX527" fmla="*/ 5788653 w 7467600"/>
              <a:gd name="connsiteY527" fmla="*/ 2489430 h 6858000"/>
              <a:gd name="connsiteX528" fmla="*/ 5793439 w 7467600"/>
              <a:gd name="connsiteY528" fmla="*/ 2575235 h 6858000"/>
              <a:gd name="connsiteX529" fmla="*/ 5796837 w 7467600"/>
              <a:gd name="connsiteY529" fmla="*/ 2637633 h 6858000"/>
              <a:gd name="connsiteX530" fmla="*/ 5818614 w 7467600"/>
              <a:gd name="connsiteY530" fmla="*/ 2473055 h 6858000"/>
              <a:gd name="connsiteX531" fmla="*/ 5829202 w 7467600"/>
              <a:gd name="connsiteY531" fmla="*/ 1971679 h 6858000"/>
              <a:gd name="connsiteX532" fmla="*/ 5911389 w 7467600"/>
              <a:gd name="connsiteY532" fmla="*/ 1898371 h 6858000"/>
              <a:gd name="connsiteX533" fmla="*/ 6237627 w 7467600"/>
              <a:gd name="connsiteY533" fmla="*/ 2231921 h 6858000"/>
              <a:gd name="connsiteX534" fmla="*/ 5911389 w 7467600"/>
              <a:gd name="connsiteY534" fmla="*/ 1898371 h 6858000"/>
              <a:gd name="connsiteX535" fmla="*/ 6944437 w 7467600"/>
              <a:gd name="connsiteY535" fmla="*/ 1575402 h 6858000"/>
              <a:gd name="connsiteX536" fmla="*/ 6304730 w 7467600"/>
              <a:gd name="connsiteY536" fmla="*/ 1766654 h 6858000"/>
              <a:gd name="connsiteX537" fmla="*/ 6944437 w 7467600"/>
              <a:gd name="connsiteY537" fmla="*/ 1575402 h 6858000"/>
              <a:gd name="connsiteX538" fmla="*/ 7019523 w 7467600"/>
              <a:gd name="connsiteY538" fmla="*/ 1519450 h 6858000"/>
              <a:gd name="connsiteX539" fmla="*/ 6298091 w 7467600"/>
              <a:gd name="connsiteY539" fmla="*/ 1737122 h 6858000"/>
              <a:gd name="connsiteX540" fmla="*/ 7019523 w 7467600"/>
              <a:gd name="connsiteY540" fmla="*/ 1519450 h 6858000"/>
              <a:gd name="connsiteX541" fmla="*/ 2399523 w 7467600"/>
              <a:gd name="connsiteY541" fmla="*/ 1428234 h 6858000"/>
              <a:gd name="connsiteX542" fmla="*/ 2224982 w 7467600"/>
              <a:gd name="connsiteY542" fmla="*/ 1826201 h 6858000"/>
              <a:gd name="connsiteX543" fmla="*/ 2096099 w 7467600"/>
              <a:gd name="connsiteY543" fmla="*/ 2345900 h 6858000"/>
              <a:gd name="connsiteX544" fmla="*/ 2283317 w 7467600"/>
              <a:gd name="connsiteY544" fmla="*/ 1796925 h 6858000"/>
              <a:gd name="connsiteX545" fmla="*/ 2399523 w 7467600"/>
              <a:gd name="connsiteY545" fmla="*/ 1428234 h 6858000"/>
              <a:gd name="connsiteX546" fmla="*/ 2448558 w 7467600"/>
              <a:gd name="connsiteY546" fmla="*/ 1373435 h 6858000"/>
              <a:gd name="connsiteX547" fmla="*/ 2312521 w 7467600"/>
              <a:gd name="connsiteY547" fmla="*/ 1806140 h 6858000"/>
              <a:gd name="connsiteX548" fmla="*/ 2127533 w 7467600"/>
              <a:gd name="connsiteY548" fmla="*/ 2348380 h 6858000"/>
              <a:gd name="connsiteX549" fmla="*/ 2358080 w 7467600"/>
              <a:gd name="connsiteY549" fmla="*/ 1866134 h 6858000"/>
              <a:gd name="connsiteX550" fmla="*/ 2407436 w 7467600"/>
              <a:gd name="connsiteY550" fmla="*/ 1651070 h 6858000"/>
              <a:gd name="connsiteX551" fmla="*/ 2448558 w 7467600"/>
              <a:gd name="connsiteY551" fmla="*/ 1373435 h 6858000"/>
              <a:gd name="connsiteX552" fmla="*/ 278707 w 7467600"/>
              <a:gd name="connsiteY552" fmla="*/ 1352270 h 6858000"/>
              <a:gd name="connsiteX553" fmla="*/ 321570 w 7467600"/>
              <a:gd name="connsiteY553" fmla="*/ 1861610 h 6858000"/>
              <a:gd name="connsiteX554" fmla="*/ 294281 w 7467600"/>
              <a:gd name="connsiteY554" fmla="*/ 1440658 h 6858000"/>
              <a:gd name="connsiteX555" fmla="*/ 278707 w 7467600"/>
              <a:gd name="connsiteY555" fmla="*/ 1352270 h 6858000"/>
              <a:gd name="connsiteX556" fmla="*/ 1423821 w 7467600"/>
              <a:gd name="connsiteY556" fmla="*/ 1351958 h 6858000"/>
              <a:gd name="connsiteX557" fmla="*/ 1638521 w 7467600"/>
              <a:gd name="connsiteY557" fmla="*/ 1908470 h 6858000"/>
              <a:gd name="connsiteX558" fmla="*/ 1754199 w 7467600"/>
              <a:gd name="connsiteY558" fmla="*/ 2149284 h 6858000"/>
              <a:gd name="connsiteX559" fmla="*/ 1908359 w 7467600"/>
              <a:gd name="connsiteY559" fmla="*/ 2364988 h 6858000"/>
              <a:gd name="connsiteX560" fmla="*/ 1647661 w 7467600"/>
              <a:gd name="connsiteY560" fmla="*/ 1825945 h 6858000"/>
              <a:gd name="connsiteX561" fmla="*/ 1423821 w 7467600"/>
              <a:gd name="connsiteY561" fmla="*/ 1351958 h 6858000"/>
              <a:gd name="connsiteX562" fmla="*/ 1431890 w 7467600"/>
              <a:gd name="connsiteY562" fmla="*/ 1306475 h 6858000"/>
              <a:gd name="connsiteX563" fmla="*/ 1507597 w 7467600"/>
              <a:gd name="connsiteY563" fmla="*/ 1446132 h 6858000"/>
              <a:gd name="connsiteX564" fmla="*/ 1674586 w 7467600"/>
              <a:gd name="connsiteY564" fmla="*/ 1813832 h 6858000"/>
              <a:gd name="connsiteX565" fmla="*/ 1815950 w 7467600"/>
              <a:gd name="connsiteY565" fmla="*/ 2128564 h 6858000"/>
              <a:gd name="connsiteX566" fmla="*/ 1984242 w 7467600"/>
              <a:gd name="connsiteY566" fmla="*/ 2430829 h 6858000"/>
              <a:gd name="connsiteX567" fmla="*/ 2014023 w 7467600"/>
              <a:gd name="connsiteY567" fmla="*/ 2450995 h 6858000"/>
              <a:gd name="connsiteX568" fmla="*/ 1747337 w 7467600"/>
              <a:gd name="connsiteY568" fmla="*/ 1855264 h 6858000"/>
              <a:gd name="connsiteX569" fmla="*/ 1533749 w 7467600"/>
              <a:gd name="connsiteY569" fmla="*/ 1478656 h 6858000"/>
              <a:gd name="connsiteX570" fmla="*/ 1431890 w 7467600"/>
              <a:gd name="connsiteY570" fmla="*/ 1306475 h 6858000"/>
              <a:gd name="connsiteX571" fmla="*/ 5052692 w 7467600"/>
              <a:gd name="connsiteY571" fmla="*/ 1292994 h 6858000"/>
              <a:gd name="connsiteX572" fmla="*/ 5200661 w 7467600"/>
              <a:gd name="connsiteY572" fmla="*/ 1635186 h 6858000"/>
              <a:gd name="connsiteX573" fmla="*/ 5297138 w 7467600"/>
              <a:gd name="connsiteY573" fmla="*/ 1906351 h 6858000"/>
              <a:gd name="connsiteX574" fmla="*/ 5052692 w 7467600"/>
              <a:gd name="connsiteY574" fmla="*/ 1292994 h 6858000"/>
              <a:gd name="connsiteX575" fmla="*/ 5009948 w 7467600"/>
              <a:gd name="connsiteY575" fmla="*/ 1273619 h 6858000"/>
              <a:gd name="connsiteX576" fmla="*/ 5121777 w 7467600"/>
              <a:gd name="connsiteY576" fmla="*/ 1654213 h 6858000"/>
              <a:gd name="connsiteX577" fmla="*/ 5293545 w 7467600"/>
              <a:gd name="connsiteY577" fmla="*/ 2072247 h 6858000"/>
              <a:gd name="connsiteX578" fmla="*/ 5294042 w 7467600"/>
              <a:gd name="connsiteY578" fmla="*/ 2065019 h 6858000"/>
              <a:gd name="connsiteX579" fmla="*/ 5171936 w 7467600"/>
              <a:gd name="connsiteY579" fmla="*/ 1647613 h 6858000"/>
              <a:gd name="connsiteX580" fmla="*/ 5009948 w 7467600"/>
              <a:gd name="connsiteY580" fmla="*/ 1273619 h 6858000"/>
              <a:gd name="connsiteX581" fmla="*/ 655236 w 7467600"/>
              <a:gd name="connsiteY581" fmla="*/ 1268632 h 6858000"/>
              <a:gd name="connsiteX582" fmla="*/ 839521 w 7467600"/>
              <a:gd name="connsiteY582" fmla="*/ 1685315 h 6858000"/>
              <a:gd name="connsiteX583" fmla="*/ 1109416 w 7467600"/>
              <a:gd name="connsiteY583" fmla="*/ 2061663 h 6858000"/>
              <a:gd name="connsiteX584" fmla="*/ 1298300 w 7467600"/>
              <a:gd name="connsiteY584" fmla="*/ 2247742 h 6858000"/>
              <a:gd name="connsiteX585" fmla="*/ 1125871 w 7467600"/>
              <a:gd name="connsiteY585" fmla="*/ 1989513 h 6858000"/>
              <a:gd name="connsiteX586" fmla="*/ 981574 w 7467600"/>
              <a:gd name="connsiteY586" fmla="*/ 1783157 h 6858000"/>
              <a:gd name="connsiteX587" fmla="*/ 922198 w 7467600"/>
              <a:gd name="connsiteY587" fmla="*/ 1677437 h 6858000"/>
              <a:gd name="connsiteX588" fmla="*/ 869293 w 7467600"/>
              <a:gd name="connsiteY588" fmla="*/ 1583214 h 6858000"/>
              <a:gd name="connsiteX589" fmla="*/ 751431 w 7467600"/>
              <a:gd name="connsiteY589" fmla="*/ 1405731 h 6858000"/>
              <a:gd name="connsiteX590" fmla="*/ 655236 w 7467600"/>
              <a:gd name="connsiteY590" fmla="*/ 1268632 h 6858000"/>
              <a:gd name="connsiteX591" fmla="*/ 6516292 w 7467600"/>
              <a:gd name="connsiteY591" fmla="*/ 1263064 h 6858000"/>
              <a:gd name="connsiteX592" fmla="*/ 5736320 w 7467600"/>
              <a:gd name="connsiteY592" fmla="*/ 1501803 h 6858000"/>
              <a:gd name="connsiteX593" fmla="*/ 6516292 w 7467600"/>
              <a:gd name="connsiteY593" fmla="*/ 1263064 h 6858000"/>
              <a:gd name="connsiteX594" fmla="*/ 291466 w 7467600"/>
              <a:gd name="connsiteY594" fmla="*/ 1250369 h 6858000"/>
              <a:gd name="connsiteX595" fmla="*/ 323180 w 7467600"/>
              <a:gd name="connsiteY595" fmla="*/ 1435283 h 6858000"/>
              <a:gd name="connsiteX596" fmla="*/ 349381 w 7467600"/>
              <a:gd name="connsiteY596" fmla="*/ 1875041 h 6858000"/>
              <a:gd name="connsiteX597" fmla="*/ 374363 w 7467600"/>
              <a:gd name="connsiteY597" fmla="*/ 1506494 h 6858000"/>
              <a:gd name="connsiteX598" fmla="*/ 302168 w 7467600"/>
              <a:gd name="connsiteY598" fmla="*/ 1274495 h 6858000"/>
              <a:gd name="connsiteX599" fmla="*/ 291466 w 7467600"/>
              <a:gd name="connsiteY599" fmla="*/ 1250369 h 6858000"/>
              <a:gd name="connsiteX600" fmla="*/ 678222 w 7467600"/>
              <a:gd name="connsiteY600" fmla="*/ 1248670 h 6858000"/>
              <a:gd name="connsiteX601" fmla="*/ 775536 w 7467600"/>
              <a:gd name="connsiteY601" fmla="*/ 1388015 h 6858000"/>
              <a:gd name="connsiteX602" fmla="*/ 894529 w 7467600"/>
              <a:gd name="connsiteY602" fmla="*/ 1567739 h 6858000"/>
              <a:gd name="connsiteX603" fmla="*/ 948000 w 7467600"/>
              <a:gd name="connsiteY603" fmla="*/ 1663088 h 6858000"/>
              <a:gd name="connsiteX604" fmla="*/ 1006812 w 7467600"/>
              <a:gd name="connsiteY604" fmla="*/ 1767683 h 6858000"/>
              <a:gd name="connsiteX605" fmla="*/ 1149133 w 7467600"/>
              <a:gd name="connsiteY605" fmla="*/ 1971513 h 6858000"/>
              <a:gd name="connsiteX606" fmla="*/ 1333952 w 7467600"/>
              <a:gd name="connsiteY606" fmla="*/ 2251620 h 6858000"/>
              <a:gd name="connsiteX607" fmla="*/ 1337329 w 7467600"/>
              <a:gd name="connsiteY607" fmla="*/ 2258350 h 6858000"/>
              <a:gd name="connsiteX608" fmla="*/ 1014726 w 7467600"/>
              <a:gd name="connsiteY608" fmla="*/ 1615556 h 6858000"/>
              <a:gd name="connsiteX609" fmla="*/ 678222 w 7467600"/>
              <a:gd name="connsiteY609" fmla="*/ 1248670 h 6858000"/>
              <a:gd name="connsiteX610" fmla="*/ 6691602 w 7467600"/>
              <a:gd name="connsiteY610" fmla="*/ 1140573 h 6858000"/>
              <a:gd name="connsiteX611" fmla="*/ 6571100 w 7467600"/>
              <a:gd name="connsiteY611" fmla="*/ 1183662 h 6858000"/>
              <a:gd name="connsiteX612" fmla="*/ 6241687 w 7467600"/>
              <a:gd name="connsiteY612" fmla="*/ 1257600 h 6858000"/>
              <a:gd name="connsiteX613" fmla="*/ 5693009 w 7467600"/>
              <a:gd name="connsiteY613" fmla="*/ 1478256 h 6858000"/>
              <a:gd name="connsiteX614" fmla="*/ 6548420 w 7467600"/>
              <a:gd name="connsiteY614" fmla="*/ 1214599 h 6858000"/>
              <a:gd name="connsiteX615" fmla="*/ 6605473 w 7467600"/>
              <a:gd name="connsiteY615" fmla="*/ 1184686 h 6858000"/>
              <a:gd name="connsiteX616" fmla="*/ 6691602 w 7467600"/>
              <a:gd name="connsiteY616" fmla="*/ 1140573 h 6858000"/>
              <a:gd name="connsiteX617" fmla="*/ 4002475 w 7467600"/>
              <a:gd name="connsiteY617" fmla="*/ 1037802 h 6858000"/>
              <a:gd name="connsiteX618" fmla="*/ 4000324 w 7467600"/>
              <a:gd name="connsiteY618" fmla="*/ 1039362 h 6858000"/>
              <a:gd name="connsiteX619" fmla="*/ 4002862 w 7467600"/>
              <a:gd name="connsiteY619" fmla="*/ 1042866 h 6858000"/>
              <a:gd name="connsiteX620" fmla="*/ 4002475 w 7467600"/>
              <a:gd name="connsiteY620" fmla="*/ 1037802 h 6858000"/>
              <a:gd name="connsiteX621" fmla="*/ 506322 w 7467600"/>
              <a:gd name="connsiteY621" fmla="*/ 1020997 h 6858000"/>
              <a:gd name="connsiteX622" fmla="*/ 533068 w 7467600"/>
              <a:gd name="connsiteY622" fmla="*/ 1029409 h 6858000"/>
              <a:gd name="connsiteX623" fmla="*/ 1232525 w 7467600"/>
              <a:gd name="connsiteY623" fmla="*/ 1804675 h 6858000"/>
              <a:gd name="connsiteX624" fmla="*/ 1388858 w 7467600"/>
              <a:gd name="connsiteY624" fmla="*/ 2368011 h 6858000"/>
              <a:gd name="connsiteX625" fmla="*/ 1384098 w 7467600"/>
              <a:gd name="connsiteY625" fmla="*/ 2378125 h 6858000"/>
              <a:gd name="connsiteX626" fmla="*/ 1425393 w 7467600"/>
              <a:gd name="connsiteY626" fmla="*/ 2589124 h 6858000"/>
              <a:gd name="connsiteX627" fmla="*/ 1424001 w 7467600"/>
              <a:gd name="connsiteY627" fmla="*/ 2597541 h 6858000"/>
              <a:gd name="connsiteX628" fmla="*/ 2152729 w 7467600"/>
              <a:gd name="connsiteY628" fmla="*/ 2864487 h 6858000"/>
              <a:gd name="connsiteX629" fmla="*/ 2020609 w 7467600"/>
              <a:gd name="connsiteY629" fmla="*/ 2539671 h 6858000"/>
              <a:gd name="connsiteX630" fmla="*/ 2018920 w 7467600"/>
              <a:gd name="connsiteY630" fmla="*/ 2536309 h 6858000"/>
              <a:gd name="connsiteX631" fmla="*/ 1342441 w 7467600"/>
              <a:gd name="connsiteY631" fmla="*/ 1173017 h 6858000"/>
              <a:gd name="connsiteX632" fmla="*/ 1367925 w 7467600"/>
              <a:gd name="connsiteY632" fmla="*/ 1135648 h 6858000"/>
              <a:gd name="connsiteX633" fmla="*/ 1771401 w 7467600"/>
              <a:gd name="connsiteY633" fmla="*/ 1806673 h 6858000"/>
              <a:gd name="connsiteX634" fmla="*/ 1972385 w 7467600"/>
              <a:gd name="connsiteY634" fmla="*/ 2198735 h 6858000"/>
              <a:gd name="connsiteX635" fmla="*/ 2040892 w 7467600"/>
              <a:gd name="connsiteY635" fmla="*/ 2405205 h 6858000"/>
              <a:gd name="connsiteX636" fmla="*/ 2131689 w 7467600"/>
              <a:gd name="connsiteY636" fmla="*/ 1936926 h 6858000"/>
              <a:gd name="connsiteX637" fmla="*/ 2454820 w 7467600"/>
              <a:gd name="connsiteY637" fmla="*/ 1248808 h 6858000"/>
              <a:gd name="connsiteX638" fmla="*/ 2492512 w 7467600"/>
              <a:gd name="connsiteY638" fmla="*/ 1302920 h 6858000"/>
              <a:gd name="connsiteX639" fmla="*/ 2081216 w 7467600"/>
              <a:gd name="connsiteY639" fmla="*/ 2527513 h 6858000"/>
              <a:gd name="connsiteX640" fmla="*/ 2081211 w 7467600"/>
              <a:gd name="connsiteY640" fmla="*/ 2528916 h 6858000"/>
              <a:gd name="connsiteX641" fmla="*/ 2199067 w 7467600"/>
              <a:gd name="connsiteY641" fmla="*/ 2884061 h 6858000"/>
              <a:gd name="connsiteX642" fmla="*/ 3192586 w 7467600"/>
              <a:gd name="connsiteY642" fmla="*/ 3411496 h 6858000"/>
              <a:gd name="connsiteX643" fmla="*/ 3182620 w 7467600"/>
              <a:gd name="connsiteY643" fmla="*/ 3483279 h 6858000"/>
              <a:gd name="connsiteX644" fmla="*/ 2435119 w 7467600"/>
              <a:gd name="connsiteY644" fmla="*/ 3080173 h 6858000"/>
              <a:gd name="connsiteX645" fmla="*/ 2410152 w 7467600"/>
              <a:gd name="connsiteY645" fmla="*/ 3063751 h 6858000"/>
              <a:gd name="connsiteX646" fmla="*/ 2408099 w 7467600"/>
              <a:gd name="connsiteY646" fmla="*/ 3064403 h 6858000"/>
              <a:gd name="connsiteX647" fmla="*/ 2407218 w 7467600"/>
              <a:gd name="connsiteY647" fmla="*/ 3070324 h 6858000"/>
              <a:gd name="connsiteX648" fmla="*/ 2380138 w 7467600"/>
              <a:gd name="connsiteY648" fmla="*/ 3099341 h 6858000"/>
              <a:gd name="connsiteX649" fmla="*/ 1765923 w 7467600"/>
              <a:gd name="connsiteY649" fmla="*/ 3581043 h 6858000"/>
              <a:gd name="connsiteX650" fmla="*/ 1702258 w 7467600"/>
              <a:gd name="connsiteY650" fmla="*/ 3612286 h 6858000"/>
              <a:gd name="connsiteX651" fmla="*/ 1538370 w 7467600"/>
              <a:gd name="connsiteY651" fmla="*/ 3811804 h 6858000"/>
              <a:gd name="connsiteX652" fmla="*/ 542867 w 7467600"/>
              <a:gd name="connsiteY652" fmla="*/ 4944092 h 6858000"/>
              <a:gd name="connsiteX653" fmla="*/ 515800 w 7467600"/>
              <a:gd name="connsiteY653" fmla="*/ 4862180 h 6858000"/>
              <a:gd name="connsiteX654" fmla="*/ 909145 w 7467600"/>
              <a:gd name="connsiteY654" fmla="*/ 4199225 h 6858000"/>
              <a:gd name="connsiteX655" fmla="*/ 1214067 w 7467600"/>
              <a:gd name="connsiteY655" fmla="*/ 3908561 h 6858000"/>
              <a:gd name="connsiteX656" fmla="*/ 640967 w 7467600"/>
              <a:gd name="connsiteY656" fmla="*/ 4105601 h 6858000"/>
              <a:gd name="connsiteX657" fmla="*/ 112563 w 7467600"/>
              <a:gd name="connsiteY657" fmla="*/ 4396952 h 6858000"/>
              <a:gd name="connsiteX658" fmla="*/ 0 w 7467600"/>
              <a:gd name="connsiteY658" fmla="*/ 4466006 h 6858000"/>
              <a:gd name="connsiteX659" fmla="*/ 0 w 7467600"/>
              <a:gd name="connsiteY659" fmla="*/ 4233763 h 6858000"/>
              <a:gd name="connsiteX660" fmla="*/ 36881 w 7467600"/>
              <a:gd name="connsiteY660" fmla="*/ 4200118 h 6858000"/>
              <a:gd name="connsiteX661" fmla="*/ 910534 w 7467600"/>
              <a:gd name="connsiteY661" fmla="*/ 3629753 h 6858000"/>
              <a:gd name="connsiteX662" fmla="*/ 1578717 w 7467600"/>
              <a:gd name="connsiteY662" fmla="*/ 3575982 h 6858000"/>
              <a:gd name="connsiteX663" fmla="*/ 2338780 w 7467600"/>
              <a:gd name="connsiteY663" fmla="*/ 3033725 h 6858000"/>
              <a:gd name="connsiteX664" fmla="*/ 1807991 w 7467600"/>
              <a:gd name="connsiteY664" fmla="*/ 2807184 h 6858000"/>
              <a:gd name="connsiteX665" fmla="*/ 1416358 w 7467600"/>
              <a:gd name="connsiteY665" fmla="*/ 3112571 h 6858000"/>
              <a:gd name="connsiteX666" fmla="*/ 939066 w 7467600"/>
              <a:gd name="connsiteY666" fmla="*/ 3378798 h 6858000"/>
              <a:gd name="connsiteX667" fmla="*/ 115099 w 7467600"/>
              <a:gd name="connsiteY667" fmla="*/ 3607650 h 6858000"/>
              <a:gd name="connsiteX668" fmla="*/ 97284 w 7467600"/>
              <a:gd name="connsiteY668" fmla="*/ 3520393 h 6858000"/>
              <a:gd name="connsiteX669" fmla="*/ 922050 w 7467600"/>
              <a:gd name="connsiteY669" fmla="*/ 3074867 h 6858000"/>
              <a:gd name="connsiteX670" fmla="*/ 1405265 w 7467600"/>
              <a:gd name="connsiteY670" fmla="*/ 3016319 h 6858000"/>
              <a:gd name="connsiteX671" fmla="*/ 1407512 w 7467600"/>
              <a:gd name="connsiteY671" fmla="*/ 3018001 h 6858000"/>
              <a:gd name="connsiteX672" fmla="*/ 1726266 w 7467600"/>
              <a:gd name="connsiteY672" fmla="*/ 2777274 h 6858000"/>
              <a:gd name="connsiteX673" fmla="*/ 625390 w 7467600"/>
              <a:gd name="connsiteY673" fmla="*/ 2514541 h 6858000"/>
              <a:gd name="connsiteX674" fmla="*/ 619799 w 7467600"/>
              <a:gd name="connsiteY674" fmla="*/ 2527180 h 6858000"/>
              <a:gd name="connsiteX675" fmla="*/ 310030 w 7467600"/>
              <a:gd name="connsiteY675" fmla="*/ 2771818 h 6858000"/>
              <a:gd name="connsiteX676" fmla="*/ 173877 w 7467600"/>
              <a:gd name="connsiteY676" fmla="*/ 2937056 h 6858000"/>
              <a:gd name="connsiteX677" fmla="*/ 77889 w 7467600"/>
              <a:gd name="connsiteY677" fmla="*/ 3138440 h 6858000"/>
              <a:gd name="connsiteX678" fmla="*/ 0 w 7467600"/>
              <a:gd name="connsiteY678" fmla="*/ 3271395 h 6858000"/>
              <a:gd name="connsiteX679" fmla="*/ 0 w 7467600"/>
              <a:gd name="connsiteY679" fmla="*/ 3153002 h 6858000"/>
              <a:gd name="connsiteX680" fmla="*/ 2386 w 7467600"/>
              <a:gd name="connsiteY680" fmla="*/ 3149203 h 6858000"/>
              <a:gd name="connsiteX681" fmla="*/ 89753 w 7467600"/>
              <a:gd name="connsiteY681" fmla="*/ 2987702 h 6858000"/>
              <a:gd name="connsiteX682" fmla="*/ 76869 w 7467600"/>
              <a:gd name="connsiteY682" fmla="*/ 3005404 h 6858000"/>
              <a:gd name="connsiteX683" fmla="*/ 32049 w 7467600"/>
              <a:gd name="connsiteY683" fmla="*/ 3065814 h 6858000"/>
              <a:gd name="connsiteX684" fmla="*/ 0 w 7467600"/>
              <a:gd name="connsiteY684" fmla="*/ 3108744 h 6858000"/>
              <a:gd name="connsiteX685" fmla="*/ 0 w 7467600"/>
              <a:gd name="connsiteY685" fmla="*/ 3058059 h 6858000"/>
              <a:gd name="connsiteX686" fmla="*/ 7610 w 7467600"/>
              <a:gd name="connsiteY686" fmla="*/ 3047889 h 6858000"/>
              <a:gd name="connsiteX687" fmla="*/ 52419 w 7467600"/>
              <a:gd name="connsiteY687" fmla="*/ 2987479 h 6858000"/>
              <a:gd name="connsiteX688" fmla="*/ 59142 w 7467600"/>
              <a:gd name="connsiteY688" fmla="*/ 2978488 h 6858000"/>
              <a:gd name="connsiteX689" fmla="*/ 0 w 7467600"/>
              <a:gd name="connsiteY689" fmla="*/ 3015334 h 6858000"/>
              <a:gd name="connsiteX690" fmla="*/ 0 w 7467600"/>
              <a:gd name="connsiteY690" fmla="*/ 2914286 h 6858000"/>
              <a:gd name="connsiteX691" fmla="*/ 36383 w 7467600"/>
              <a:gd name="connsiteY691" fmla="*/ 2901128 h 6858000"/>
              <a:gd name="connsiteX692" fmla="*/ 156329 w 7467600"/>
              <a:gd name="connsiteY692" fmla="*/ 2840533 h 6858000"/>
              <a:gd name="connsiteX693" fmla="*/ 358355 w 7467600"/>
              <a:gd name="connsiteY693" fmla="*/ 2620471 h 6858000"/>
              <a:gd name="connsiteX694" fmla="*/ 510577 w 7467600"/>
              <a:gd name="connsiteY694" fmla="*/ 2501244 h 6858000"/>
              <a:gd name="connsiteX695" fmla="*/ 211967 w 7467600"/>
              <a:gd name="connsiteY695" fmla="*/ 2479171 h 6858000"/>
              <a:gd name="connsiteX696" fmla="*/ 0 w 7467600"/>
              <a:gd name="connsiteY696" fmla="*/ 2476398 h 6858000"/>
              <a:gd name="connsiteX697" fmla="*/ 0 w 7467600"/>
              <a:gd name="connsiteY697" fmla="*/ 2389189 h 6858000"/>
              <a:gd name="connsiteX698" fmla="*/ 103062 w 7467600"/>
              <a:gd name="connsiteY698" fmla="*/ 2389518 h 6858000"/>
              <a:gd name="connsiteX699" fmla="*/ 510734 w 7467600"/>
              <a:gd name="connsiteY699" fmla="*/ 2416201 h 6858000"/>
              <a:gd name="connsiteX700" fmla="*/ 279257 w 7467600"/>
              <a:gd name="connsiteY700" fmla="*/ 2092102 h 6858000"/>
              <a:gd name="connsiteX701" fmla="*/ 65265 w 7467600"/>
              <a:gd name="connsiteY701" fmla="*/ 2006049 h 6858000"/>
              <a:gd name="connsiteX702" fmla="*/ 0 w 7467600"/>
              <a:gd name="connsiteY702" fmla="*/ 1982532 h 6858000"/>
              <a:gd name="connsiteX703" fmla="*/ 0 w 7467600"/>
              <a:gd name="connsiteY703" fmla="*/ 1912789 h 6858000"/>
              <a:gd name="connsiteX704" fmla="*/ 97460 w 7467600"/>
              <a:gd name="connsiteY704" fmla="*/ 1953725 h 6858000"/>
              <a:gd name="connsiteX705" fmla="*/ 221272 w 7467600"/>
              <a:gd name="connsiteY705" fmla="*/ 1980766 h 6858000"/>
              <a:gd name="connsiteX706" fmla="*/ 116765 w 7467600"/>
              <a:gd name="connsiteY706" fmla="*/ 1911033 h 6858000"/>
              <a:gd name="connsiteX707" fmla="*/ 16405 w 7467600"/>
              <a:gd name="connsiteY707" fmla="*/ 1803412 h 6858000"/>
              <a:gd name="connsiteX708" fmla="*/ 0 w 7467600"/>
              <a:gd name="connsiteY708" fmla="*/ 1784777 h 6858000"/>
              <a:gd name="connsiteX709" fmla="*/ 0 w 7467600"/>
              <a:gd name="connsiteY709" fmla="*/ 1740082 h 6858000"/>
              <a:gd name="connsiteX710" fmla="*/ 39394 w 7467600"/>
              <a:gd name="connsiteY710" fmla="*/ 1784856 h 6858000"/>
              <a:gd name="connsiteX711" fmla="*/ 135813 w 7467600"/>
              <a:gd name="connsiteY711" fmla="*/ 1888838 h 6858000"/>
              <a:gd name="connsiteX712" fmla="*/ 242575 w 7467600"/>
              <a:gd name="connsiteY712" fmla="*/ 1958841 h 6858000"/>
              <a:gd name="connsiteX713" fmla="*/ 82197 w 7467600"/>
              <a:gd name="connsiteY713" fmla="*/ 1754826 h 6858000"/>
              <a:gd name="connsiteX714" fmla="*/ 0 w 7467600"/>
              <a:gd name="connsiteY714" fmla="*/ 1679650 h 6858000"/>
              <a:gd name="connsiteX715" fmla="*/ 0 w 7467600"/>
              <a:gd name="connsiteY715" fmla="*/ 1602463 h 6858000"/>
              <a:gd name="connsiteX716" fmla="*/ 84689 w 7467600"/>
              <a:gd name="connsiteY716" fmla="*/ 1677442 h 6858000"/>
              <a:gd name="connsiteX717" fmla="*/ 298437 w 7467600"/>
              <a:gd name="connsiteY717" fmla="*/ 1968019 h 6858000"/>
              <a:gd name="connsiteX718" fmla="*/ 227269 w 7467600"/>
              <a:gd name="connsiteY718" fmla="*/ 1114064 h 6858000"/>
              <a:gd name="connsiteX719" fmla="*/ 248003 w 7467600"/>
              <a:gd name="connsiteY719" fmla="*/ 1089613 h 6858000"/>
              <a:gd name="connsiteX720" fmla="*/ 427020 w 7467600"/>
              <a:gd name="connsiteY720" fmla="*/ 1619803 h 6858000"/>
              <a:gd name="connsiteX721" fmla="*/ 340345 w 7467600"/>
              <a:gd name="connsiteY721" fmla="*/ 2027739 h 6858000"/>
              <a:gd name="connsiteX722" fmla="*/ 360865 w 7467600"/>
              <a:gd name="connsiteY722" fmla="*/ 2044827 h 6858000"/>
              <a:gd name="connsiteX723" fmla="*/ 560414 w 7467600"/>
              <a:gd name="connsiteY723" fmla="*/ 2421457 h 6858000"/>
              <a:gd name="connsiteX724" fmla="*/ 1359703 w 7467600"/>
              <a:gd name="connsiteY724" fmla="*/ 2578554 h 6858000"/>
              <a:gd name="connsiteX725" fmla="*/ 1359422 w 7467600"/>
              <a:gd name="connsiteY725" fmla="*/ 2577994 h 6858000"/>
              <a:gd name="connsiteX726" fmla="*/ 828701 w 7467600"/>
              <a:gd name="connsiteY726" fmla="*/ 1839520 h 6858000"/>
              <a:gd name="connsiteX727" fmla="*/ 494427 w 7467600"/>
              <a:gd name="connsiteY727" fmla="*/ 1092333 h 6858000"/>
              <a:gd name="connsiteX728" fmla="*/ 506322 w 7467600"/>
              <a:gd name="connsiteY728" fmla="*/ 1020997 h 6858000"/>
              <a:gd name="connsiteX729" fmla="*/ 4570198 w 7467600"/>
              <a:gd name="connsiteY729" fmla="*/ 978081 h 6858000"/>
              <a:gd name="connsiteX730" fmla="*/ 4523691 w 7467600"/>
              <a:gd name="connsiteY730" fmla="*/ 1127776 h 6858000"/>
              <a:gd name="connsiteX731" fmla="*/ 4509875 w 7467600"/>
              <a:gd name="connsiteY731" fmla="*/ 1167552 h 6858000"/>
              <a:gd name="connsiteX732" fmla="*/ 4478168 w 7467600"/>
              <a:gd name="connsiteY732" fmla="*/ 1260735 h 6858000"/>
              <a:gd name="connsiteX733" fmla="*/ 4409309 w 7467600"/>
              <a:gd name="connsiteY733" fmla="*/ 1666996 h 6858000"/>
              <a:gd name="connsiteX734" fmla="*/ 4370031 w 7467600"/>
              <a:gd name="connsiteY734" fmla="*/ 1955666 h 6858000"/>
              <a:gd name="connsiteX735" fmla="*/ 4570198 w 7467600"/>
              <a:gd name="connsiteY735" fmla="*/ 978081 h 6858000"/>
              <a:gd name="connsiteX736" fmla="*/ 4557898 w 7467600"/>
              <a:gd name="connsiteY736" fmla="*/ 900011 h 6858000"/>
              <a:gd name="connsiteX737" fmla="*/ 4344840 w 7467600"/>
              <a:gd name="connsiteY737" fmla="*/ 1922038 h 6858000"/>
              <a:gd name="connsiteX738" fmla="*/ 4378710 w 7467600"/>
              <a:gd name="connsiteY738" fmla="*/ 1665516 h 6858000"/>
              <a:gd name="connsiteX739" fmla="*/ 4448798 w 7467600"/>
              <a:gd name="connsiteY739" fmla="*/ 1253024 h 6858000"/>
              <a:gd name="connsiteX740" fmla="*/ 4480315 w 7467600"/>
              <a:gd name="connsiteY740" fmla="*/ 1158454 h 6858000"/>
              <a:gd name="connsiteX741" fmla="*/ 4494133 w 7467600"/>
              <a:gd name="connsiteY741" fmla="*/ 1118676 h 6858000"/>
              <a:gd name="connsiteX742" fmla="*/ 4557898 w 7467600"/>
              <a:gd name="connsiteY742" fmla="*/ 900011 h 6858000"/>
              <a:gd name="connsiteX743" fmla="*/ 5870151 w 7467600"/>
              <a:gd name="connsiteY743" fmla="*/ 898890 h 6858000"/>
              <a:gd name="connsiteX744" fmla="*/ 5861335 w 7467600"/>
              <a:gd name="connsiteY744" fmla="*/ 899177 h 6858000"/>
              <a:gd name="connsiteX745" fmla="*/ 5843702 w 7467600"/>
              <a:gd name="connsiteY745" fmla="*/ 899748 h 6858000"/>
              <a:gd name="connsiteX746" fmla="*/ 5651107 w 7467600"/>
              <a:gd name="connsiteY746" fmla="*/ 920306 h 6858000"/>
              <a:gd name="connsiteX747" fmla="*/ 5459407 w 7467600"/>
              <a:gd name="connsiteY747" fmla="*/ 940975 h 6858000"/>
              <a:gd name="connsiteX748" fmla="*/ 5374846 w 7467600"/>
              <a:gd name="connsiteY748" fmla="*/ 941988 h 6858000"/>
              <a:gd name="connsiteX749" fmla="*/ 5256105 w 7467600"/>
              <a:gd name="connsiteY749" fmla="*/ 945632 h 6858000"/>
              <a:gd name="connsiteX750" fmla="*/ 5107071 w 7467600"/>
              <a:gd name="connsiteY750" fmla="*/ 969720 h 6858000"/>
              <a:gd name="connsiteX751" fmla="*/ 4998681 w 7467600"/>
              <a:gd name="connsiteY751" fmla="*/ 988771 h 6858000"/>
              <a:gd name="connsiteX752" fmla="*/ 5870151 w 7467600"/>
              <a:gd name="connsiteY752" fmla="*/ 898890 h 6858000"/>
              <a:gd name="connsiteX753" fmla="*/ 5504425 w 7467600"/>
              <a:gd name="connsiteY753" fmla="*/ 848067 h 6858000"/>
              <a:gd name="connsiteX754" fmla="*/ 4968849 w 7467600"/>
              <a:gd name="connsiteY754" fmla="*/ 962318 h 6858000"/>
              <a:gd name="connsiteX755" fmla="*/ 5104039 w 7467600"/>
              <a:gd name="connsiteY755" fmla="*/ 940634 h 6858000"/>
              <a:gd name="connsiteX756" fmla="*/ 5256311 w 7467600"/>
              <a:gd name="connsiteY756" fmla="*/ 916490 h 6858000"/>
              <a:gd name="connsiteX757" fmla="*/ 5377381 w 7467600"/>
              <a:gd name="connsiteY757" fmla="*/ 912671 h 6858000"/>
              <a:gd name="connsiteX758" fmla="*/ 5460148 w 7467600"/>
              <a:gd name="connsiteY758" fmla="*/ 911442 h 6858000"/>
              <a:gd name="connsiteX759" fmla="*/ 5648971 w 7467600"/>
              <a:gd name="connsiteY759" fmla="*/ 891331 h 6858000"/>
              <a:gd name="connsiteX760" fmla="*/ 5844807 w 7467600"/>
              <a:gd name="connsiteY760" fmla="*/ 870718 h 6858000"/>
              <a:gd name="connsiteX761" fmla="*/ 5862975 w 7467600"/>
              <a:gd name="connsiteY761" fmla="*/ 869756 h 6858000"/>
              <a:gd name="connsiteX762" fmla="*/ 5920887 w 7467600"/>
              <a:gd name="connsiteY762" fmla="*/ 865929 h 6858000"/>
              <a:gd name="connsiteX763" fmla="*/ 5504425 w 7467600"/>
              <a:gd name="connsiteY763" fmla="*/ 848067 h 6858000"/>
              <a:gd name="connsiteX764" fmla="*/ 3607114 w 7467600"/>
              <a:gd name="connsiteY764" fmla="*/ 467441 h 6858000"/>
              <a:gd name="connsiteX765" fmla="*/ 3296242 w 7467600"/>
              <a:gd name="connsiteY765" fmla="*/ 807991 h 6858000"/>
              <a:gd name="connsiteX766" fmla="*/ 3174674 w 7467600"/>
              <a:gd name="connsiteY766" fmla="*/ 919759 h 6858000"/>
              <a:gd name="connsiteX767" fmla="*/ 3042978 w 7467600"/>
              <a:gd name="connsiteY767" fmla="*/ 1054894 h 6858000"/>
              <a:gd name="connsiteX768" fmla="*/ 2968914 w 7467600"/>
              <a:gd name="connsiteY768" fmla="*/ 1133756 h 6858000"/>
              <a:gd name="connsiteX769" fmla="*/ 3103823 w 7467600"/>
              <a:gd name="connsiteY769" fmla="*/ 1026814 h 6858000"/>
              <a:gd name="connsiteX770" fmla="*/ 3607114 w 7467600"/>
              <a:gd name="connsiteY770" fmla="*/ 467441 h 6858000"/>
              <a:gd name="connsiteX771" fmla="*/ 3744487 w 7467600"/>
              <a:gd name="connsiteY771" fmla="*/ 383136 h 6858000"/>
              <a:gd name="connsiteX772" fmla="*/ 3970213 w 7467600"/>
              <a:gd name="connsiteY772" fmla="*/ 995559 h 6858000"/>
              <a:gd name="connsiteX773" fmla="*/ 3744487 w 7467600"/>
              <a:gd name="connsiteY773" fmla="*/ 383136 h 6858000"/>
              <a:gd name="connsiteX774" fmla="*/ 3624562 w 7467600"/>
              <a:gd name="connsiteY774" fmla="*/ 367041 h 6858000"/>
              <a:gd name="connsiteX775" fmla="*/ 3489712 w 7467600"/>
              <a:gd name="connsiteY775" fmla="*/ 485386 h 6858000"/>
              <a:gd name="connsiteX776" fmla="*/ 3182994 w 7467600"/>
              <a:gd name="connsiteY776" fmla="*/ 828265 h 6858000"/>
              <a:gd name="connsiteX777" fmla="*/ 2892114 w 7467600"/>
              <a:gd name="connsiteY777" fmla="*/ 1172635 h 6858000"/>
              <a:gd name="connsiteX778" fmla="*/ 3021459 w 7467600"/>
              <a:gd name="connsiteY778" fmla="*/ 1035385 h 6858000"/>
              <a:gd name="connsiteX779" fmla="*/ 3153873 w 7467600"/>
              <a:gd name="connsiteY779" fmla="*/ 898971 h 6858000"/>
              <a:gd name="connsiteX780" fmla="*/ 3276511 w 7467600"/>
              <a:gd name="connsiteY780" fmla="*/ 786423 h 6858000"/>
              <a:gd name="connsiteX781" fmla="*/ 3584154 w 7467600"/>
              <a:gd name="connsiteY781" fmla="*/ 448218 h 6858000"/>
              <a:gd name="connsiteX782" fmla="*/ 3624562 w 7467600"/>
              <a:gd name="connsiteY782" fmla="*/ 367041 h 6858000"/>
              <a:gd name="connsiteX783" fmla="*/ 3766672 w 7467600"/>
              <a:gd name="connsiteY783" fmla="*/ 359429 h 6858000"/>
              <a:gd name="connsiteX784" fmla="*/ 3996338 w 7467600"/>
              <a:gd name="connsiteY784" fmla="*/ 968237 h 6858000"/>
              <a:gd name="connsiteX785" fmla="*/ 3766672 w 7467600"/>
              <a:gd name="connsiteY785" fmla="*/ 359429 h 6858000"/>
              <a:gd name="connsiteX786" fmla="*/ 5805386 w 7467600"/>
              <a:gd name="connsiteY786" fmla="*/ 239240 h 6858000"/>
              <a:gd name="connsiteX787" fmla="*/ 5736947 w 7467600"/>
              <a:gd name="connsiteY787" fmla="*/ 261367 h 6858000"/>
              <a:gd name="connsiteX788" fmla="*/ 5427012 w 7467600"/>
              <a:gd name="connsiteY788" fmla="*/ 311272 h 6858000"/>
              <a:gd name="connsiteX789" fmla="*/ 5147818 w 7467600"/>
              <a:gd name="connsiteY789" fmla="*/ 322112 h 6858000"/>
              <a:gd name="connsiteX790" fmla="*/ 5060854 w 7467600"/>
              <a:gd name="connsiteY790" fmla="*/ 311882 h 6858000"/>
              <a:gd name="connsiteX791" fmla="*/ 4945989 w 7467600"/>
              <a:gd name="connsiteY791" fmla="*/ 300516 h 6858000"/>
              <a:gd name="connsiteX792" fmla="*/ 5410479 w 7467600"/>
              <a:gd name="connsiteY792" fmla="*/ 348434 h 6858000"/>
              <a:gd name="connsiteX793" fmla="*/ 5805386 w 7467600"/>
              <a:gd name="connsiteY793" fmla="*/ 239240 h 6858000"/>
              <a:gd name="connsiteX794" fmla="*/ 5905192 w 7467600"/>
              <a:gd name="connsiteY794" fmla="*/ 163079 h 6858000"/>
              <a:gd name="connsiteX795" fmla="*/ 5865655 w 7467600"/>
              <a:gd name="connsiteY795" fmla="*/ 171901 h 6858000"/>
              <a:gd name="connsiteX796" fmla="*/ 5259740 w 7467600"/>
              <a:gd name="connsiteY796" fmla="*/ 257013 h 6858000"/>
              <a:gd name="connsiteX797" fmla="*/ 5208466 w 7467600"/>
              <a:gd name="connsiteY797" fmla="*/ 257550 h 6858000"/>
              <a:gd name="connsiteX798" fmla="*/ 4980204 w 7467600"/>
              <a:gd name="connsiteY798" fmla="*/ 271903 h 6858000"/>
              <a:gd name="connsiteX799" fmla="*/ 5068068 w 7467600"/>
              <a:gd name="connsiteY799" fmla="*/ 282244 h 6858000"/>
              <a:gd name="connsiteX800" fmla="*/ 5153231 w 7467600"/>
              <a:gd name="connsiteY800" fmla="*/ 292240 h 6858000"/>
              <a:gd name="connsiteX801" fmla="*/ 5426491 w 7467600"/>
              <a:gd name="connsiteY801" fmla="*/ 281128 h 6858000"/>
              <a:gd name="connsiteX802" fmla="*/ 5731212 w 7467600"/>
              <a:gd name="connsiteY802" fmla="*/ 231951 h 6858000"/>
              <a:gd name="connsiteX803" fmla="*/ 5905192 w 7467600"/>
              <a:gd name="connsiteY803" fmla="*/ 163079 h 6858000"/>
              <a:gd name="connsiteX804" fmla="*/ 5944437 w 7467600"/>
              <a:gd name="connsiteY804" fmla="*/ 113829 h 6858000"/>
              <a:gd name="connsiteX805" fmla="*/ 5825032 w 7467600"/>
              <a:gd name="connsiteY805" fmla="*/ 146405 h 6858000"/>
              <a:gd name="connsiteX806" fmla="*/ 4955599 w 7467600"/>
              <a:gd name="connsiteY806" fmla="*/ 247008 h 6858000"/>
              <a:gd name="connsiteX807" fmla="*/ 5210104 w 7467600"/>
              <a:gd name="connsiteY807" fmla="*/ 228123 h 6858000"/>
              <a:gd name="connsiteX808" fmla="*/ 5261015 w 7467600"/>
              <a:gd name="connsiteY808" fmla="*/ 227087 h 6858000"/>
              <a:gd name="connsiteX809" fmla="*/ 5861181 w 7467600"/>
              <a:gd name="connsiteY809" fmla="*/ 143093 h 6858000"/>
              <a:gd name="connsiteX810" fmla="*/ 5961252 w 7467600"/>
              <a:gd name="connsiteY810" fmla="*/ 114820 h 6858000"/>
              <a:gd name="connsiteX811" fmla="*/ 5944437 w 7467600"/>
              <a:gd name="connsiteY811" fmla="*/ 113829 h 6858000"/>
              <a:gd name="connsiteX812" fmla="*/ 3882765 w 7467600"/>
              <a:gd name="connsiteY812" fmla="*/ 0 h 6858000"/>
              <a:gd name="connsiteX813" fmla="*/ 3995099 w 7467600"/>
              <a:gd name="connsiteY813" fmla="*/ 0 h 6858000"/>
              <a:gd name="connsiteX814" fmla="*/ 4163818 w 7467600"/>
              <a:gd name="connsiteY814" fmla="*/ 234104 h 6858000"/>
              <a:gd name="connsiteX815" fmla="*/ 4172099 w 7467600"/>
              <a:gd name="connsiteY815" fmla="*/ 234207 h 6858000"/>
              <a:gd name="connsiteX816" fmla="*/ 4784282 w 7467600"/>
              <a:gd name="connsiteY816" fmla="*/ 276561 h 6858000"/>
              <a:gd name="connsiteX817" fmla="*/ 4801687 w 7467600"/>
              <a:gd name="connsiteY817" fmla="*/ 267764 h 6858000"/>
              <a:gd name="connsiteX818" fmla="*/ 6082788 w 7467600"/>
              <a:gd name="connsiteY818" fmla="*/ 64119 h 6858000"/>
              <a:gd name="connsiteX819" fmla="*/ 6099442 w 7467600"/>
              <a:gd name="connsiteY819" fmla="*/ 82568 h 6858000"/>
              <a:gd name="connsiteX820" fmla="*/ 4804137 w 7467600"/>
              <a:gd name="connsiteY820" fmla="*/ 320931 h 6858000"/>
              <a:gd name="connsiteX821" fmla="*/ 4227047 w 7467600"/>
              <a:gd name="connsiteY821" fmla="*/ 313415 h 6858000"/>
              <a:gd name="connsiteX822" fmla="*/ 4346041 w 7467600"/>
              <a:gd name="connsiteY822" fmla="*/ 456086 h 6858000"/>
              <a:gd name="connsiteX823" fmla="*/ 4870967 w 7467600"/>
              <a:gd name="connsiteY823" fmla="*/ 963061 h 6858000"/>
              <a:gd name="connsiteX824" fmla="*/ 4889647 w 7467600"/>
              <a:gd name="connsiteY824" fmla="*/ 957147 h 6858000"/>
              <a:gd name="connsiteX825" fmla="*/ 5422504 w 7467600"/>
              <a:gd name="connsiteY825" fmla="*/ 805191 h 6858000"/>
              <a:gd name="connsiteX826" fmla="*/ 6087656 w 7467600"/>
              <a:gd name="connsiteY826" fmla="*/ 826703 h 6858000"/>
              <a:gd name="connsiteX827" fmla="*/ 6058717 w 7467600"/>
              <a:gd name="connsiteY827" fmla="*/ 865992 h 6858000"/>
              <a:gd name="connsiteX828" fmla="*/ 4974153 w 7467600"/>
              <a:gd name="connsiteY828" fmla="*/ 1045456 h 6858000"/>
              <a:gd name="connsiteX829" fmla="*/ 5627835 w 7467600"/>
              <a:gd name="connsiteY829" fmla="*/ 1472077 h 6858000"/>
              <a:gd name="connsiteX830" fmla="*/ 5629817 w 7467600"/>
              <a:gd name="connsiteY830" fmla="*/ 1471412 h 6858000"/>
              <a:gd name="connsiteX831" fmla="*/ 5634124 w 7467600"/>
              <a:gd name="connsiteY831" fmla="*/ 1470572 h 6858000"/>
              <a:gd name="connsiteX832" fmla="*/ 5755832 w 7467600"/>
              <a:gd name="connsiteY832" fmla="*/ 1383886 h 6858000"/>
              <a:gd name="connsiteX833" fmla="*/ 6014186 w 7467600"/>
              <a:gd name="connsiteY833" fmla="*/ 1279799 h 6858000"/>
              <a:gd name="connsiteX834" fmla="*/ 6901619 w 7467600"/>
              <a:gd name="connsiteY834" fmla="*/ 1047874 h 6858000"/>
              <a:gd name="connsiteX835" fmla="*/ 6931566 w 7467600"/>
              <a:gd name="connsiteY835" fmla="*/ 1062034 h 6858000"/>
              <a:gd name="connsiteX836" fmla="*/ 5790982 w 7467600"/>
              <a:gd name="connsiteY836" fmla="*/ 1561380 h 6858000"/>
              <a:gd name="connsiteX837" fmla="*/ 6188971 w 7467600"/>
              <a:gd name="connsiteY837" fmla="*/ 1755168 h 6858000"/>
              <a:gd name="connsiteX838" fmla="*/ 6202446 w 7467600"/>
              <a:gd name="connsiteY838" fmla="*/ 1752268 h 6858000"/>
              <a:gd name="connsiteX839" fmla="*/ 7179560 w 7467600"/>
              <a:gd name="connsiteY839" fmla="*/ 1467551 h 6858000"/>
              <a:gd name="connsiteX840" fmla="*/ 7158730 w 7467600"/>
              <a:gd name="connsiteY840" fmla="*/ 1507835 h 6858000"/>
              <a:gd name="connsiteX841" fmla="*/ 6326959 w 7467600"/>
              <a:gd name="connsiteY841" fmla="*/ 1817686 h 6858000"/>
              <a:gd name="connsiteX842" fmla="*/ 6537433 w 7467600"/>
              <a:gd name="connsiteY842" fmla="*/ 1907790 h 6858000"/>
              <a:gd name="connsiteX843" fmla="*/ 6550221 w 7467600"/>
              <a:gd name="connsiteY843" fmla="*/ 1910729 h 6858000"/>
              <a:gd name="connsiteX844" fmla="*/ 6964438 w 7467600"/>
              <a:gd name="connsiteY844" fmla="*/ 2209505 h 6858000"/>
              <a:gd name="connsiteX845" fmla="*/ 7367862 w 7467600"/>
              <a:gd name="connsiteY845" fmla="*/ 2806833 h 6858000"/>
              <a:gd name="connsiteX846" fmla="*/ 7364329 w 7467600"/>
              <a:gd name="connsiteY846" fmla="*/ 2826907 h 6858000"/>
              <a:gd name="connsiteX847" fmla="*/ 7290545 w 7467600"/>
              <a:gd name="connsiteY847" fmla="*/ 2850663 h 6858000"/>
              <a:gd name="connsiteX848" fmla="*/ 6472036 w 7467600"/>
              <a:gd name="connsiteY848" fmla="*/ 1959003 h 6858000"/>
              <a:gd name="connsiteX849" fmla="*/ 5792897 w 7467600"/>
              <a:gd name="connsiteY849" fmla="*/ 1647747 h 6858000"/>
              <a:gd name="connsiteX850" fmla="*/ 5842751 w 7467600"/>
              <a:gd name="connsiteY850" fmla="*/ 1816112 h 6858000"/>
              <a:gd name="connsiteX851" fmla="*/ 5847424 w 7467600"/>
              <a:gd name="connsiteY851" fmla="*/ 1815776 h 6858000"/>
              <a:gd name="connsiteX852" fmla="*/ 6399821 w 7467600"/>
              <a:gd name="connsiteY852" fmla="*/ 2344799 h 6858000"/>
              <a:gd name="connsiteX853" fmla="*/ 6323232 w 7467600"/>
              <a:gd name="connsiteY853" fmla="*/ 2389634 h 6858000"/>
              <a:gd name="connsiteX854" fmla="*/ 5942958 w 7467600"/>
              <a:gd name="connsiteY854" fmla="*/ 2077708 h 6858000"/>
              <a:gd name="connsiteX855" fmla="*/ 5921559 w 7467600"/>
              <a:gd name="connsiteY855" fmla="*/ 2378596 h 6858000"/>
              <a:gd name="connsiteX856" fmla="*/ 5817651 w 7467600"/>
              <a:gd name="connsiteY856" fmla="*/ 3023919 h 6858000"/>
              <a:gd name="connsiteX857" fmla="*/ 5729634 w 7467600"/>
              <a:gd name="connsiteY857" fmla="*/ 3051849 h 6858000"/>
              <a:gd name="connsiteX858" fmla="*/ 5611018 w 7467600"/>
              <a:gd name="connsiteY858" fmla="*/ 2316769 h 6858000"/>
              <a:gd name="connsiteX859" fmla="*/ 5687608 w 7467600"/>
              <a:gd name="connsiteY859" fmla="*/ 2039972 h 6858000"/>
              <a:gd name="connsiteX860" fmla="*/ 5657554 w 7467600"/>
              <a:gd name="connsiteY860" fmla="*/ 1576445 h 6858000"/>
              <a:gd name="connsiteX861" fmla="*/ 5150475 w 7467600"/>
              <a:gd name="connsiteY861" fmla="*/ 1274012 h 6858000"/>
              <a:gd name="connsiteX862" fmla="*/ 5349142 w 7467600"/>
              <a:gd name="connsiteY862" fmla="*/ 2204405 h 6858000"/>
              <a:gd name="connsiteX863" fmla="*/ 5262214 w 7467600"/>
              <a:gd name="connsiteY863" fmla="*/ 2233836 h 6858000"/>
              <a:gd name="connsiteX864" fmla="*/ 4981539 w 7467600"/>
              <a:gd name="connsiteY864" fmla="*/ 1542201 h 6858000"/>
              <a:gd name="connsiteX865" fmla="*/ 4958461 w 7467600"/>
              <a:gd name="connsiteY865" fmla="*/ 1136957 h 6858000"/>
              <a:gd name="connsiteX866" fmla="*/ 4655015 w 7467600"/>
              <a:gd name="connsiteY866" fmla="*/ 891426 h 6858000"/>
              <a:gd name="connsiteX867" fmla="*/ 4348002 w 7467600"/>
              <a:gd name="connsiteY867" fmla="*/ 2205895 h 6858000"/>
              <a:gd name="connsiteX868" fmla="*/ 4262250 w 7467600"/>
              <a:gd name="connsiteY868" fmla="*/ 2219972 h 6858000"/>
              <a:gd name="connsiteX869" fmla="*/ 4550611 w 7467600"/>
              <a:gd name="connsiteY869" fmla="*/ 817540 h 6858000"/>
              <a:gd name="connsiteX870" fmla="*/ 4564418 w 7467600"/>
              <a:gd name="connsiteY870" fmla="*/ 808293 h 6858000"/>
              <a:gd name="connsiteX871" fmla="*/ 4266388 w 7467600"/>
              <a:gd name="connsiteY871" fmla="*/ 500083 h 6858000"/>
              <a:gd name="connsiteX872" fmla="*/ 4032842 w 7467600"/>
              <a:gd name="connsiteY872" fmla="*/ 211809 h 6858000"/>
              <a:gd name="connsiteX873" fmla="*/ 3882765 w 7467600"/>
              <a:gd name="connsiteY873" fmla="*/ 0 h 6858000"/>
              <a:gd name="connsiteX874" fmla="*/ 3721337 w 7467600"/>
              <a:gd name="connsiteY874" fmla="*/ 0 h 6858000"/>
              <a:gd name="connsiteX875" fmla="*/ 3797544 w 7467600"/>
              <a:gd name="connsiteY875" fmla="*/ 0 h 6858000"/>
              <a:gd name="connsiteX876" fmla="*/ 3775734 w 7467600"/>
              <a:gd name="connsiteY876" fmla="*/ 95131 h 6858000"/>
              <a:gd name="connsiteX877" fmla="*/ 3724807 w 7467600"/>
              <a:gd name="connsiteY877" fmla="*/ 272257 h 6858000"/>
              <a:gd name="connsiteX878" fmla="*/ 3726844 w 7467600"/>
              <a:gd name="connsiteY878" fmla="*/ 282988 h 6858000"/>
              <a:gd name="connsiteX879" fmla="*/ 3742664 w 7467600"/>
              <a:gd name="connsiteY879" fmla="*/ 279918 h 6858000"/>
              <a:gd name="connsiteX880" fmla="*/ 4103910 w 7467600"/>
              <a:gd name="connsiteY880" fmla="*/ 1161917 h 6858000"/>
              <a:gd name="connsiteX881" fmla="*/ 4020269 w 7467600"/>
              <a:gd name="connsiteY881" fmla="*/ 1200406 h 6858000"/>
              <a:gd name="connsiteX882" fmla="*/ 3674882 w 7467600"/>
              <a:gd name="connsiteY882" fmla="*/ 488524 h 6858000"/>
              <a:gd name="connsiteX883" fmla="*/ 3132682 w 7467600"/>
              <a:gd name="connsiteY883" fmla="*/ 1072284 h 6858000"/>
              <a:gd name="connsiteX884" fmla="*/ 2716346 w 7467600"/>
              <a:gd name="connsiteY884" fmla="*/ 1276376 h 6858000"/>
              <a:gd name="connsiteX885" fmla="*/ 2716772 w 7467600"/>
              <a:gd name="connsiteY885" fmla="*/ 1255462 h 6858000"/>
              <a:gd name="connsiteX886" fmla="*/ 3471096 w 7467600"/>
              <a:gd name="connsiteY886" fmla="*/ 437072 h 6858000"/>
              <a:gd name="connsiteX887" fmla="*/ 3639057 w 7467600"/>
              <a:gd name="connsiteY887" fmla="*/ 286334 h 6858000"/>
              <a:gd name="connsiteX888" fmla="*/ 3640309 w 7467600"/>
              <a:gd name="connsiteY888" fmla="*/ 284664 h 6858000"/>
              <a:gd name="connsiteX889" fmla="*/ 3646022 w 7467600"/>
              <a:gd name="connsiteY889" fmla="*/ 276711 h 6858000"/>
              <a:gd name="connsiteX890" fmla="*/ 3707943 w 7467600"/>
              <a:gd name="connsiteY890" fmla="*/ 65958 h 6858000"/>
              <a:gd name="connsiteX891" fmla="*/ 3721337 w 7467600"/>
              <a:gd name="connsiteY891" fmla="*/ 0 h 6858000"/>
              <a:gd name="connsiteX892" fmla="*/ 2867960 w 7467600"/>
              <a:gd name="connsiteY892" fmla="*/ 0 h 6858000"/>
              <a:gd name="connsiteX893" fmla="*/ 2926351 w 7467600"/>
              <a:gd name="connsiteY893" fmla="*/ 0 h 6858000"/>
              <a:gd name="connsiteX894" fmla="*/ 2902823 w 7467600"/>
              <a:gd name="connsiteY894" fmla="*/ 262929 h 6858000"/>
              <a:gd name="connsiteX895" fmla="*/ 2940663 w 7467600"/>
              <a:gd name="connsiteY895" fmla="*/ 140884 h 6858000"/>
              <a:gd name="connsiteX896" fmla="*/ 2947039 w 7467600"/>
              <a:gd name="connsiteY896" fmla="*/ 122524 h 6858000"/>
              <a:gd name="connsiteX897" fmla="*/ 2984316 w 7467600"/>
              <a:gd name="connsiteY897" fmla="*/ 0 h 6858000"/>
              <a:gd name="connsiteX898" fmla="*/ 3016114 w 7467600"/>
              <a:gd name="connsiteY898" fmla="*/ 0 h 6858000"/>
              <a:gd name="connsiteX899" fmla="*/ 2979949 w 7467600"/>
              <a:gd name="connsiteY899" fmla="*/ 119274 h 6858000"/>
              <a:gd name="connsiteX900" fmla="*/ 3023879 w 7467600"/>
              <a:gd name="connsiteY900" fmla="*/ 0 h 6858000"/>
              <a:gd name="connsiteX901" fmla="*/ 3105400 w 7467600"/>
              <a:gd name="connsiteY901" fmla="*/ 0 h 6858000"/>
              <a:gd name="connsiteX902" fmla="*/ 3094669 w 7467600"/>
              <a:gd name="connsiteY902" fmla="*/ 30308 h 6858000"/>
              <a:gd name="connsiteX903" fmla="*/ 2901945 w 7467600"/>
              <a:gd name="connsiteY903" fmla="*/ 466538 h 6858000"/>
              <a:gd name="connsiteX904" fmla="*/ 2815209 w 7467600"/>
              <a:gd name="connsiteY904" fmla="*/ 497361 h 6858000"/>
              <a:gd name="connsiteX905" fmla="*/ 2844845 w 7467600"/>
              <a:gd name="connsiteY905" fmla="*/ 127638 h 6858000"/>
              <a:gd name="connsiteX906" fmla="*/ 2867960 w 7467600"/>
              <a:gd name="connsiteY906" fmla="*/ 0 h 6858000"/>
              <a:gd name="connsiteX907" fmla="*/ 1057230 w 7467600"/>
              <a:gd name="connsiteY907" fmla="*/ 0 h 6858000"/>
              <a:gd name="connsiteX908" fmla="*/ 1111003 w 7467600"/>
              <a:gd name="connsiteY908" fmla="*/ 0 h 6858000"/>
              <a:gd name="connsiteX909" fmla="*/ 1125553 w 7467600"/>
              <a:gd name="connsiteY909" fmla="*/ 52588 h 6858000"/>
              <a:gd name="connsiteX910" fmla="*/ 1304276 w 7467600"/>
              <a:gd name="connsiteY910" fmla="*/ 476275 h 6858000"/>
              <a:gd name="connsiteX911" fmla="*/ 1492066 w 7467600"/>
              <a:gd name="connsiteY911" fmla="*/ 886333 h 6858000"/>
              <a:gd name="connsiteX912" fmla="*/ 1423698 w 7467600"/>
              <a:gd name="connsiteY912" fmla="*/ 710817 h 6858000"/>
              <a:gd name="connsiteX913" fmla="*/ 1357609 w 7467600"/>
              <a:gd name="connsiteY913" fmla="*/ 532892 h 6858000"/>
              <a:gd name="connsiteX914" fmla="*/ 1309550 w 7467600"/>
              <a:gd name="connsiteY914" fmla="*/ 374031 h 6858000"/>
              <a:gd name="connsiteX915" fmla="*/ 1193673 w 7467600"/>
              <a:gd name="connsiteY915" fmla="*/ 49533 h 6858000"/>
              <a:gd name="connsiteX916" fmla="*/ 1164391 w 7467600"/>
              <a:gd name="connsiteY916" fmla="*/ 0 h 6858000"/>
              <a:gd name="connsiteX917" fmla="*/ 1200666 w 7467600"/>
              <a:gd name="connsiteY917" fmla="*/ 0 h 6858000"/>
              <a:gd name="connsiteX918" fmla="*/ 1223408 w 7467600"/>
              <a:gd name="connsiteY918" fmla="*/ 38996 h 6858000"/>
              <a:gd name="connsiteX919" fmla="*/ 1339635 w 7467600"/>
              <a:gd name="connsiteY919" fmla="*/ 365517 h 6858000"/>
              <a:gd name="connsiteX920" fmla="*/ 1387469 w 7467600"/>
              <a:gd name="connsiteY920" fmla="*/ 523079 h 6858000"/>
              <a:gd name="connsiteX921" fmla="*/ 1452685 w 7467600"/>
              <a:gd name="connsiteY921" fmla="*/ 699806 h 6858000"/>
              <a:gd name="connsiteX922" fmla="*/ 1492092 w 7467600"/>
              <a:gd name="connsiteY922" fmla="*/ 800424 h 6858000"/>
              <a:gd name="connsiteX923" fmla="*/ 1455302 w 7467600"/>
              <a:gd name="connsiteY923" fmla="*/ 632913 h 6858000"/>
              <a:gd name="connsiteX924" fmla="*/ 1222336 w 7467600"/>
              <a:gd name="connsiteY924" fmla="*/ 9480 h 6858000"/>
              <a:gd name="connsiteX925" fmla="*/ 1214634 w 7467600"/>
              <a:gd name="connsiteY925" fmla="*/ 0 h 6858000"/>
              <a:gd name="connsiteX926" fmla="*/ 1289827 w 7467600"/>
              <a:gd name="connsiteY926" fmla="*/ 0 h 6858000"/>
              <a:gd name="connsiteX927" fmla="*/ 1321076 w 7467600"/>
              <a:gd name="connsiteY927" fmla="*/ 59722 h 6858000"/>
              <a:gd name="connsiteX928" fmla="*/ 1512579 w 7467600"/>
              <a:gd name="connsiteY928" fmla="*/ 626441 h 6858000"/>
              <a:gd name="connsiteX929" fmla="*/ 1506076 w 7467600"/>
              <a:gd name="connsiteY929" fmla="*/ 1089289 h 6858000"/>
              <a:gd name="connsiteX930" fmla="*/ 1486346 w 7467600"/>
              <a:gd name="connsiteY930" fmla="*/ 1079919 h 6858000"/>
              <a:gd name="connsiteX931" fmla="*/ 1070511 w 7467600"/>
              <a:gd name="connsiteY931" fmla="*/ 48609 h 6858000"/>
              <a:gd name="connsiteX932" fmla="*/ 1057230 w 7467600"/>
              <a:gd name="connsiteY932" fmla="*/ 0 h 6858000"/>
              <a:gd name="connsiteX933" fmla="*/ 43151 w 7467600"/>
              <a:gd name="connsiteY933" fmla="*/ 0 h 6858000"/>
              <a:gd name="connsiteX934" fmla="*/ 95283 w 7467600"/>
              <a:gd name="connsiteY934" fmla="*/ 0 h 6858000"/>
              <a:gd name="connsiteX935" fmla="*/ 300708 w 7467600"/>
              <a:gd name="connsiteY935" fmla="*/ 154571 h 6858000"/>
              <a:gd name="connsiteX936" fmla="*/ 530414 w 7467600"/>
              <a:gd name="connsiteY936" fmla="*/ 354673 h 6858000"/>
              <a:gd name="connsiteX937" fmla="*/ 333785 w 7467600"/>
              <a:gd name="connsiteY937" fmla="*/ 161564 h 6858000"/>
              <a:gd name="connsiteX938" fmla="*/ 147005 w 7467600"/>
              <a:gd name="connsiteY938" fmla="*/ 0 h 6858000"/>
              <a:gd name="connsiteX939" fmla="*/ 272509 w 7467600"/>
              <a:gd name="connsiteY939" fmla="*/ 0 h 6858000"/>
              <a:gd name="connsiteX940" fmla="*/ 326276 w 7467600"/>
              <a:gd name="connsiteY940" fmla="*/ 45847 h 6858000"/>
              <a:gd name="connsiteX941" fmla="*/ 823759 w 7467600"/>
              <a:gd name="connsiteY941" fmla="*/ 574145 h 6858000"/>
              <a:gd name="connsiteX942" fmla="*/ 811254 w 7467600"/>
              <a:gd name="connsiteY942" fmla="*/ 665546 h 6858000"/>
              <a:gd name="connsiteX943" fmla="*/ 154042 w 7467600"/>
              <a:gd name="connsiteY943" fmla="*/ 261522 h 6858000"/>
              <a:gd name="connsiteX944" fmla="*/ 13550 w 7467600"/>
              <a:gd name="connsiteY944" fmla="*/ 158423 h 6858000"/>
              <a:gd name="connsiteX945" fmla="*/ 0 w 7467600"/>
              <a:gd name="connsiteY945" fmla="*/ 146618 h 6858000"/>
              <a:gd name="connsiteX946" fmla="*/ 0 w 7467600"/>
              <a:gd name="connsiteY946" fmla="*/ 59161 h 6858000"/>
              <a:gd name="connsiteX947" fmla="*/ 45427 w 7467600"/>
              <a:gd name="connsiteY947" fmla="*/ 101078 h 6858000"/>
              <a:gd name="connsiteX948" fmla="*/ 630103 w 7467600"/>
              <a:gd name="connsiteY948" fmla="*/ 485885 h 6858000"/>
              <a:gd name="connsiteX949" fmla="*/ 532040 w 7467600"/>
              <a:gd name="connsiteY949" fmla="*/ 399359 h 6858000"/>
              <a:gd name="connsiteX950" fmla="*/ 517618 w 7467600"/>
              <a:gd name="connsiteY950" fmla="*/ 385726 h 6858000"/>
              <a:gd name="connsiteX951" fmla="*/ 285074 w 7467600"/>
              <a:gd name="connsiteY951" fmla="*/ 182755 h 6858000"/>
              <a:gd name="connsiteX952" fmla="*/ 43151 w 7467600"/>
              <a:gd name="connsiteY95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10696 w 7467600"/>
              <a:gd name="connsiteY4" fmla="*/ 6803861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1019354 w 7467600"/>
              <a:gd name="connsiteY20" fmla="*/ 6315006 h 6858000"/>
              <a:gd name="connsiteX21" fmla="*/ 441046 w 7467600"/>
              <a:gd name="connsiteY21" fmla="*/ 6691153 h 6858000"/>
              <a:gd name="connsiteX22" fmla="*/ 1019354 w 7467600"/>
              <a:gd name="connsiteY22" fmla="*/ 6315006 h 6858000"/>
              <a:gd name="connsiteX23" fmla="*/ 991680 w 7467600"/>
              <a:gd name="connsiteY23" fmla="*/ 6298413 h 6858000"/>
              <a:gd name="connsiteX24" fmla="*/ 409060 w 7467600"/>
              <a:gd name="connsiteY24" fmla="*/ 6671470 h 6858000"/>
              <a:gd name="connsiteX25" fmla="*/ 991680 w 7467600"/>
              <a:gd name="connsiteY25" fmla="*/ 6298413 h 6858000"/>
              <a:gd name="connsiteX26" fmla="*/ 103333 w 7467600"/>
              <a:gd name="connsiteY26" fmla="*/ 5699602 h 6858000"/>
              <a:gd name="connsiteX27" fmla="*/ 233938 w 7467600"/>
              <a:gd name="connsiteY27" fmla="*/ 5809416 h 6858000"/>
              <a:gd name="connsiteX28" fmla="*/ 883580 w 7467600"/>
              <a:gd name="connsiteY28" fmla="*/ 6180710 h 6858000"/>
              <a:gd name="connsiteX29" fmla="*/ 487337 w 7467600"/>
              <a:gd name="connsiteY29" fmla="*/ 5950182 h 6858000"/>
              <a:gd name="connsiteX30" fmla="*/ 354051 w 7467600"/>
              <a:gd name="connsiteY30" fmla="*/ 5854912 h 6858000"/>
              <a:gd name="connsiteX31" fmla="*/ 195436 w 7467600"/>
              <a:gd name="connsiteY31" fmla="*/ 5755068 h 6858000"/>
              <a:gd name="connsiteX32" fmla="*/ 103333 w 7467600"/>
              <a:gd name="connsiteY32" fmla="*/ 5699602 h 6858000"/>
              <a:gd name="connsiteX33" fmla="*/ 5539432 w 7467600"/>
              <a:gd name="connsiteY33" fmla="*/ 5642928 h 6858000"/>
              <a:gd name="connsiteX34" fmla="*/ 5555462 w 7467600"/>
              <a:gd name="connsiteY34" fmla="*/ 5694454 h 6858000"/>
              <a:gd name="connsiteX35" fmla="*/ 5828270 w 7467600"/>
              <a:gd name="connsiteY35" fmla="*/ 6320663 h 6858000"/>
              <a:gd name="connsiteX36" fmla="*/ 5947416 w 7467600"/>
              <a:gd name="connsiteY36" fmla="*/ 6574846 h 6858000"/>
              <a:gd name="connsiteX37" fmla="*/ 5539432 w 7467600"/>
              <a:gd name="connsiteY37" fmla="*/ 5642928 h 6858000"/>
              <a:gd name="connsiteX38" fmla="*/ 51253 w 7467600"/>
              <a:gd name="connsiteY38" fmla="*/ 5631825 h 6858000"/>
              <a:gd name="connsiteX39" fmla="*/ 211622 w 7467600"/>
              <a:gd name="connsiteY39" fmla="*/ 5728803 h 6858000"/>
              <a:gd name="connsiteX40" fmla="*/ 371652 w 7467600"/>
              <a:gd name="connsiteY40" fmla="*/ 5829062 h 6858000"/>
              <a:gd name="connsiteX41" fmla="*/ 505903 w 7467600"/>
              <a:gd name="connsiteY41" fmla="*/ 5925221 h 6858000"/>
              <a:gd name="connsiteX42" fmla="*/ 899240 w 7467600"/>
              <a:gd name="connsiteY42" fmla="*/ 6153068 h 6858000"/>
              <a:gd name="connsiteX43" fmla="*/ 988114 w 7467600"/>
              <a:gd name="connsiteY43" fmla="*/ 6174204 h 6858000"/>
              <a:gd name="connsiteX44" fmla="*/ 845971 w 7467600"/>
              <a:gd name="connsiteY44" fmla="*/ 6067177 h 6858000"/>
              <a:gd name="connsiteX45" fmla="*/ 448057 w 7467600"/>
              <a:gd name="connsiteY45" fmla="*/ 5841376 h 6858000"/>
              <a:gd name="connsiteX46" fmla="*/ 51253 w 7467600"/>
              <a:gd name="connsiteY46" fmla="*/ 5631825 h 6858000"/>
              <a:gd name="connsiteX47" fmla="*/ 2606687 w 7467600"/>
              <a:gd name="connsiteY47" fmla="*/ 5630718 h 6858000"/>
              <a:gd name="connsiteX48" fmla="*/ 2645658 w 7467600"/>
              <a:gd name="connsiteY48" fmla="*/ 6640259 h 6858000"/>
              <a:gd name="connsiteX49" fmla="*/ 2606687 w 7467600"/>
              <a:gd name="connsiteY49" fmla="*/ 5630718 h 6858000"/>
              <a:gd name="connsiteX50" fmla="*/ 3642057 w 7467600"/>
              <a:gd name="connsiteY50" fmla="*/ 5573487 h 6858000"/>
              <a:gd name="connsiteX51" fmla="*/ 3632981 w 7467600"/>
              <a:gd name="connsiteY51" fmla="*/ 5579437 h 6858000"/>
              <a:gd name="connsiteX52" fmla="*/ 3382436 w 7467600"/>
              <a:gd name="connsiteY52" fmla="*/ 5952726 h 6858000"/>
              <a:gd name="connsiteX53" fmla="*/ 3191929 w 7467600"/>
              <a:gd name="connsiteY53" fmla="*/ 6662669 h 6858000"/>
              <a:gd name="connsiteX54" fmla="*/ 3369898 w 7467600"/>
              <a:gd name="connsiteY54" fmla="*/ 6081771 h 6858000"/>
              <a:gd name="connsiteX55" fmla="*/ 3642057 w 7467600"/>
              <a:gd name="connsiteY55" fmla="*/ 5573487 h 6858000"/>
              <a:gd name="connsiteX56" fmla="*/ 2650666 w 7467600"/>
              <a:gd name="connsiteY56" fmla="*/ 5530686 h 6858000"/>
              <a:gd name="connsiteX57" fmla="*/ 2650249 w 7467600"/>
              <a:gd name="connsiteY57" fmla="*/ 5532101 h 6858000"/>
              <a:gd name="connsiteX58" fmla="*/ 2663808 w 7467600"/>
              <a:gd name="connsiteY58" fmla="*/ 6535215 h 6858000"/>
              <a:gd name="connsiteX59" fmla="*/ 2665418 w 7467600"/>
              <a:gd name="connsiteY59" fmla="*/ 6132756 h 6858000"/>
              <a:gd name="connsiteX60" fmla="*/ 2650666 w 7467600"/>
              <a:gd name="connsiteY60" fmla="*/ 5530686 h 6858000"/>
              <a:gd name="connsiteX61" fmla="*/ 2680277 w 7467600"/>
              <a:gd name="connsiteY61" fmla="*/ 5479204 h 6858000"/>
              <a:gd name="connsiteX62" fmla="*/ 2678972 w 7467600"/>
              <a:gd name="connsiteY62" fmla="*/ 5481582 h 6858000"/>
              <a:gd name="connsiteX63" fmla="*/ 2696666 w 7467600"/>
              <a:gd name="connsiteY63" fmla="*/ 6133836 h 6858000"/>
              <a:gd name="connsiteX64" fmla="*/ 2695769 w 7467600"/>
              <a:gd name="connsiteY64" fmla="*/ 6390955 h 6858000"/>
              <a:gd name="connsiteX65" fmla="*/ 2739893 w 7467600"/>
              <a:gd name="connsiteY65" fmla="*/ 6108357 h 6858000"/>
              <a:gd name="connsiteX66" fmla="*/ 2680277 w 7467600"/>
              <a:gd name="connsiteY66" fmla="*/ 5479204 h 6858000"/>
              <a:gd name="connsiteX67" fmla="*/ 1132195 w 7467600"/>
              <a:gd name="connsiteY67" fmla="*/ 5467980 h 6858000"/>
              <a:gd name="connsiteX68" fmla="*/ 1679056 w 7467600"/>
              <a:gd name="connsiteY68" fmla="*/ 5516907 h 6858000"/>
              <a:gd name="connsiteX69" fmla="*/ 2128648 w 7467600"/>
              <a:gd name="connsiteY69" fmla="*/ 5474249 h 6858000"/>
              <a:gd name="connsiteX70" fmla="*/ 1825619 w 7467600"/>
              <a:gd name="connsiteY70" fmla="*/ 5478447 h 6858000"/>
              <a:gd name="connsiteX71" fmla="*/ 1737798 w 7467600"/>
              <a:gd name="connsiteY71" fmla="*/ 5483353 h 6858000"/>
              <a:gd name="connsiteX72" fmla="*/ 1132195 w 7467600"/>
              <a:gd name="connsiteY72" fmla="*/ 5467980 h 6858000"/>
              <a:gd name="connsiteX73" fmla="*/ 1456157 w 7467600"/>
              <a:gd name="connsiteY73" fmla="*/ 5371404 h 6858000"/>
              <a:gd name="connsiteX74" fmla="*/ 1244432 w 7467600"/>
              <a:gd name="connsiteY74" fmla="*/ 5385601 h 6858000"/>
              <a:gd name="connsiteX75" fmla="*/ 973990 w 7467600"/>
              <a:gd name="connsiteY75" fmla="*/ 5424940 h 6858000"/>
              <a:gd name="connsiteX76" fmla="*/ 1103809 w 7467600"/>
              <a:gd name="connsiteY76" fmla="*/ 5433720 h 6858000"/>
              <a:gd name="connsiteX77" fmla="*/ 1123454 w 7467600"/>
              <a:gd name="connsiteY77" fmla="*/ 5435727 h 6858000"/>
              <a:gd name="connsiteX78" fmla="*/ 1737017 w 7467600"/>
              <a:gd name="connsiteY78" fmla="*/ 5452183 h 6858000"/>
              <a:gd name="connsiteX79" fmla="*/ 1824397 w 7467600"/>
              <a:gd name="connsiteY79" fmla="*/ 5447757 h 6858000"/>
              <a:gd name="connsiteX80" fmla="*/ 2070059 w 7467600"/>
              <a:gd name="connsiteY80" fmla="*/ 5441660 h 6858000"/>
              <a:gd name="connsiteX81" fmla="*/ 1456157 w 7467600"/>
              <a:gd name="connsiteY81" fmla="*/ 5371404 h 6858000"/>
              <a:gd name="connsiteX82" fmla="*/ 4988186 w 7467600"/>
              <a:gd name="connsiteY82" fmla="*/ 5216467 h 6858000"/>
              <a:gd name="connsiteX83" fmla="*/ 4777334 w 7467600"/>
              <a:gd name="connsiteY83" fmla="*/ 5406072 h 6858000"/>
              <a:gd name="connsiteX84" fmla="*/ 4718341 w 7467600"/>
              <a:gd name="connsiteY84" fmla="*/ 5468043 h 6858000"/>
              <a:gd name="connsiteX85" fmla="*/ 4604655 w 7467600"/>
              <a:gd name="connsiteY85" fmla="*/ 5583434 h 6858000"/>
              <a:gd name="connsiteX86" fmla="*/ 4565074 w 7467600"/>
              <a:gd name="connsiteY86" fmla="*/ 5618550 h 6858000"/>
              <a:gd name="connsiteX87" fmla="*/ 4988186 w 7467600"/>
              <a:gd name="connsiteY87" fmla="*/ 5216467 h 6858000"/>
              <a:gd name="connsiteX88" fmla="*/ 4978032 w 7467600"/>
              <a:gd name="connsiteY88" fmla="*/ 5183809 h 6858000"/>
              <a:gd name="connsiteX89" fmla="*/ 4463413 w 7467600"/>
              <a:gd name="connsiteY89" fmla="*/ 5615162 h 6858000"/>
              <a:gd name="connsiteX90" fmla="*/ 4358134 w 7467600"/>
              <a:gd name="connsiteY90" fmla="*/ 5742791 h 6858000"/>
              <a:gd name="connsiteX91" fmla="*/ 4376219 w 7467600"/>
              <a:gd name="connsiteY91" fmla="*/ 5729027 h 6858000"/>
              <a:gd name="connsiteX92" fmla="*/ 4582340 w 7467600"/>
              <a:gd name="connsiteY92" fmla="*/ 5561037 h 6858000"/>
              <a:gd name="connsiteX93" fmla="*/ 4694684 w 7467600"/>
              <a:gd name="connsiteY93" fmla="*/ 5447098 h 6858000"/>
              <a:gd name="connsiteX94" fmla="*/ 4754123 w 7467600"/>
              <a:gd name="connsiteY94" fmla="*/ 5384643 h 6858000"/>
              <a:gd name="connsiteX95" fmla="*/ 4978032 w 7467600"/>
              <a:gd name="connsiteY95" fmla="*/ 5183809 h 6858000"/>
              <a:gd name="connsiteX96" fmla="*/ 1903353 w 7467600"/>
              <a:gd name="connsiteY96" fmla="*/ 5044827 h 6858000"/>
              <a:gd name="connsiteX97" fmla="*/ 1936931 w 7467600"/>
              <a:gd name="connsiteY97" fmla="*/ 5093954 h 6858000"/>
              <a:gd name="connsiteX98" fmla="*/ 2195868 w 7467600"/>
              <a:gd name="connsiteY98" fmla="*/ 5396574 h 6858000"/>
              <a:gd name="connsiteX99" fmla="*/ 2088852 w 7467600"/>
              <a:gd name="connsiteY99" fmla="*/ 5166123 h 6858000"/>
              <a:gd name="connsiteX100" fmla="*/ 1958241 w 7467600"/>
              <a:gd name="connsiteY100" fmla="*/ 5067955 h 6858000"/>
              <a:gd name="connsiteX101" fmla="*/ 1903353 w 7467600"/>
              <a:gd name="connsiteY101" fmla="*/ 5044827 h 6858000"/>
              <a:gd name="connsiteX102" fmla="*/ 1979378 w 7467600"/>
              <a:gd name="connsiteY102" fmla="*/ 4769504 h 6858000"/>
              <a:gd name="connsiteX103" fmla="*/ 2882120 w 7467600"/>
              <a:gd name="connsiteY103" fmla="*/ 5064547 h 6858000"/>
              <a:gd name="connsiteX104" fmla="*/ 2793103 w 7467600"/>
              <a:gd name="connsiteY104" fmla="*/ 5039699 h 6858000"/>
              <a:gd name="connsiteX105" fmla="*/ 2770041 w 7467600"/>
              <a:gd name="connsiteY105" fmla="*/ 5033634 h 6858000"/>
              <a:gd name="connsiteX106" fmla="*/ 1979378 w 7467600"/>
              <a:gd name="connsiteY106" fmla="*/ 4769504 h 6858000"/>
              <a:gd name="connsiteX107" fmla="*/ 1927410 w 7467600"/>
              <a:gd name="connsiteY107" fmla="*/ 4716164 h 6858000"/>
              <a:gd name="connsiteX108" fmla="*/ 1959587 w 7467600"/>
              <a:gd name="connsiteY108" fmla="*/ 4728849 h 6858000"/>
              <a:gd name="connsiteX109" fmla="*/ 2777707 w 7467600"/>
              <a:gd name="connsiteY109" fmla="*/ 5003991 h 6858000"/>
              <a:gd name="connsiteX110" fmla="*/ 2800768 w 7467600"/>
              <a:gd name="connsiteY110" fmla="*/ 5010056 h 6858000"/>
              <a:gd name="connsiteX111" fmla="*/ 2879408 w 7467600"/>
              <a:gd name="connsiteY111" fmla="*/ 5031590 h 6858000"/>
              <a:gd name="connsiteX112" fmla="*/ 2862295 w 7467600"/>
              <a:gd name="connsiteY112" fmla="*/ 5022958 h 6858000"/>
              <a:gd name="connsiteX113" fmla="*/ 2813343 w 7467600"/>
              <a:gd name="connsiteY113" fmla="*/ 4998369 h 6858000"/>
              <a:gd name="connsiteX114" fmla="*/ 2646245 w 7467600"/>
              <a:gd name="connsiteY114" fmla="*/ 4930999 h 6858000"/>
              <a:gd name="connsiteX115" fmla="*/ 1999243 w 7467600"/>
              <a:gd name="connsiteY115" fmla="*/ 4730524 h 6858000"/>
              <a:gd name="connsiteX116" fmla="*/ 1979527 w 7467600"/>
              <a:gd name="connsiteY116" fmla="*/ 4726651 h 6858000"/>
              <a:gd name="connsiteX117" fmla="*/ 1927410 w 7467600"/>
              <a:gd name="connsiteY117" fmla="*/ 4716164 h 6858000"/>
              <a:gd name="connsiteX118" fmla="*/ 1997014 w 7467600"/>
              <a:gd name="connsiteY118" fmla="*/ 4698007 h 6858000"/>
              <a:gd name="connsiteX119" fmla="*/ 2005458 w 7467600"/>
              <a:gd name="connsiteY119" fmla="*/ 4699540 h 6858000"/>
              <a:gd name="connsiteX120" fmla="*/ 2657186 w 7467600"/>
              <a:gd name="connsiteY120" fmla="*/ 4901687 h 6858000"/>
              <a:gd name="connsiteX121" fmla="*/ 2826662 w 7467600"/>
              <a:gd name="connsiteY121" fmla="*/ 4970362 h 6858000"/>
              <a:gd name="connsiteX122" fmla="*/ 2876100 w 7467600"/>
              <a:gd name="connsiteY122" fmla="*/ 4995397 h 6858000"/>
              <a:gd name="connsiteX123" fmla="*/ 3042600 w 7467600"/>
              <a:gd name="connsiteY123" fmla="*/ 5059532 h 6858000"/>
              <a:gd name="connsiteX124" fmla="*/ 1997014 w 7467600"/>
              <a:gd name="connsiteY124" fmla="*/ 4698007 h 6858000"/>
              <a:gd name="connsiteX125" fmla="*/ 2305292 w 7467600"/>
              <a:gd name="connsiteY125" fmla="*/ 4219492 h 6858000"/>
              <a:gd name="connsiteX126" fmla="*/ 3360922 w 7467600"/>
              <a:gd name="connsiteY126" fmla="*/ 4529373 h 6858000"/>
              <a:gd name="connsiteX127" fmla="*/ 3492420 w 7467600"/>
              <a:gd name="connsiteY127" fmla="*/ 4510145 h 6858000"/>
              <a:gd name="connsiteX128" fmla="*/ 3364086 w 7467600"/>
              <a:gd name="connsiteY128" fmla="*/ 4480340 h 6858000"/>
              <a:gd name="connsiteX129" fmla="*/ 3225818 w 7467600"/>
              <a:gd name="connsiteY129" fmla="*/ 4411822 h 6858000"/>
              <a:gd name="connsiteX130" fmla="*/ 3129696 w 7467600"/>
              <a:gd name="connsiteY130" fmla="*/ 4360704 h 6858000"/>
              <a:gd name="connsiteX131" fmla="*/ 2814545 w 7467600"/>
              <a:gd name="connsiteY131" fmla="*/ 4282955 h 6858000"/>
              <a:gd name="connsiteX132" fmla="*/ 2305292 w 7467600"/>
              <a:gd name="connsiteY132" fmla="*/ 4219492 h 6858000"/>
              <a:gd name="connsiteX133" fmla="*/ 2626982 w 7467600"/>
              <a:gd name="connsiteY133" fmla="*/ 4206450 h 6858000"/>
              <a:gd name="connsiteX134" fmla="*/ 2490617 w 7467600"/>
              <a:gd name="connsiteY134" fmla="*/ 4206951 h 6858000"/>
              <a:gd name="connsiteX135" fmla="*/ 2819869 w 7467600"/>
              <a:gd name="connsiteY135" fmla="*/ 4252936 h 6858000"/>
              <a:gd name="connsiteX136" fmla="*/ 3143018 w 7467600"/>
              <a:gd name="connsiteY136" fmla="*/ 4332698 h 6858000"/>
              <a:gd name="connsiteX137" fmla="*/ 3241520 w 7467600"/>
              <a:gd name="connsiteY137" fmla="*/ 4385112 h 6858000"/>
              <a:gd name="connsiteX138" fmla="*/ 3374575 w 7467600"/>
              <a:gd name="connsiteY138" fmla="*/ 4451517 h 6858000"/>
              <a:gd name="connsiteX139" fmla="*/ 3505221 w 7467600"/>
              <a:gd name="connsiteY139" fmla="*/ 4480757 h 6858000"/>
              <a:gd name="connsiteX140" fmla="*/ 2626982 w 7467600"/>
              <a:gd name="connsiteY140" fmla="*/ 4206450 h 6858000"/>
              <a:gd name="connsiteX141" fmla="*/ 1310106 w 7467600"/>
              <a:gd name="connsiteY141" fmla="*/ 3943217 h 6858000"/>
              <a:gd name="connsiteX142" fmla="*/ 854994 w 7467600"/>
              <a:gd name="connsiteY142" fmla="*/ 4399136 h 6858000"/>
              <a:gd name="connsiteX143" fmla="*/ 742462 w 7467600"/>
              <a:gd name="connsiteY143" fmla="*/ 4594648 h 6858000"/>
              <a:gd name="connsiteX144" fmla="*/ 820602 w 7467600"/>
              <a:gd name="connsiteY144" fmla="*/ 4485915 h 6858000"/>
              <a:gd name="connsiteX145" fmla="*/ 878295 w 7467600"/>
              <a:gd name="connsiteY145" fmla="*/ 4403594 h 6858000"/>
              <a:gd name="connsiteX146" fmla="*/ 1240607 w 7467600"/>
              <a:gd name="connsiteY146" fmla="*/ 4010401 h 6858000"/>
              <a:gd name="connsiteX147" fmla="*/ 1310106 w 7467600"/>
              <a:gd name="connsiteY147" fmla="*/ 3943217 h 6858000"/>
              <a:gd name="connsiteX148" fmla="*/ 1423113 w 7467600"/>
              <a:gd name="connsiteY148" fmla="*/ 3874565 h 6858000"/>
              <a:gd name="connsiteX149" fmla="*/ 1260565 w 7467600"/>
              <a:gd name="connsiteY149" fmla="*/ 4031982 h 6858000"/>
              <a:gd name="connsiteX150" fmla="*/ 901900 w 7467600"/>
              <a:gd name="connsiteY150" fmla="*/ 4421236 h 6858000"/>
              <a:gd name="connsiteX151" fmla="*/ 845044 w 7467600"/>
              <a:gd name="connsiteY151" fmla="*/ 4502436 h 6858000"/>
              <a:gd name="connsiteX152" fmla="*/ 685926 w 7467600"/>
              <a:gd name="connsiteY152" fmla="*/ 4703069 h 6858000"/>
              <a:gd name="connsiteX153" fmla="*/ 684248 w 7467600"/>
              <a:gd name="connsiteY153" fmla="*/ 4706721 h 6858000"/>
              <a:gd name="connsiteX154" fmla="*/ 1423113 w 7467600"/>
              <a:gd name="connsiteY154" fmla="*/ 3874565 h 6858000"/>
              <a:gd name="connsiteX155" fmla="*/ 3316479 w 7467600"/>
              <a:gd name="connsiteY155" fmla="*/ 3872136 h 6858000"/>
              <a:gd name="connsiteX156" fmla="*/ 3546806 w 7467600"/>
              <a:gd name="connsiteY156" fmla="*/ 4356139 h 6858000"/>
              <a:gd name="connsiteX157" fmla="*/ 3364433 w 7467600"/>
              <a:gd name="connsiteY157" fmla="*/ 3953121 h 6858000"/>
              <a:gd name="connsiteX158" fmla="*/ 3316479 w 7467600"/>
              <a:gd name="connsiteY158" fmla="*/ 3872136 h 6858000"/>
              <a:gd name="connsiteX159" fmla="*/ 3291335 w 7467600"/>
              <a:gd name="connsiteY159" fmla="*/ 3767420 h 6858000"/>
              <a:gd name="connsiteX160" fmla="*/ 3390805 w 7467600"/>
              <a:gd name="connsiteY160" fmla="*/ 3937163 h 6858000"/>
              <a:gd name="connsiteX161" fmla="*/ 3579062 w 7467600"/>
              <a:gd name="connsiteY161" fmla="*/ 4359040 h 6858000"/>
              <a:gd name="connsiteX162" fmla="*/ 3467355 w 7467600"/>
              <a:gd name="connsiteY162" fmla="*/ 3988130 h 6858000"/>
              <a:gd name="connsiteX163" fmla="*/ 3310753 w 7467600"/>
              <a:gd name="connsiteY163" fmla="*/ 3787140 h 6858000"/>
              <a:gd name="connsiteX164" fmla="*/ 3291335 w 7467600"/>
              <a:gd name="connsiteY164" fmla="*/ 3767420 h 6858000"/>
              <a:gd name="connsiteX165" fmla="*/ 1635889 w 7467600"/>
              <a:gd name="connsiteY165" fmla="*/ 3709494 h 6858000"/>
              <a:gd name="connsiteX166" fmla="*/ 1634800 w 7467600"/>
              <a:gd name="connsiteY166" fmla="*/ 3731111 h 6858000"/>
              <a:gd name="connsiteX167" fmla="*/ 1635889 w 7467600"/>
              <a:gd name="connsiteY167" fmla="*/ 3709494 h 6858000"/>
              <a:gd name="connsiteX168" fmla="*/ 1510397 w 7467600"/>
              <a:gd name="connsiteY168" fmla="*/ 3684705 h 6858000"/>
              <a:gd name="connsiteX169" fmla="*/ 1146550 w 7467600"/>
              <a:gd name="connsiteY169" fmla="*/ 3802012 h 6858000"/>
              <a:gd name="connsiteX170" fmla="*/ 698834 w 7467600"/>
              <a:gd name="connsiteY170" fmla="*/ 3952272 h 6858000"/>
              <a:gd name="connsiteX171" fmla="*/ 34256 w 7467600"/>
              <a:gd name="connsiteY171" fmla="*/ 4347603 h 6858000"/>
              <a:gd name="connsiteX172" fmla="*/ 527241 w 7467600"/>
              <a:gd name="connsiteY172" fmla="*/ 4065078 h 6858000"/>
              <a:gd name="connsiteX173" fmla="*/ 1510397 w 7467600"/>
              <a:gd name="connsiteY173" fmla="*/ 3684705 h 6858000"/>
              <a:gd name="connsiteX174" fmla="*/ 1313114 w 7467600"/>
              <a:gd name="connsiteY174" fmla="*/ 3655216 h 6858000"/>
              <a:gd name="connsiteX175" fmla="*/ 1109304 w 7467600"/>
              <a:gd name="connsiteY175" fmla="*/ 3669030 h 6858000"/>
              <a:gd name="connsiteX176" fmla="*/ 8129 w 7467600"/>
              <a:gd name="connsiteY176" fmla="*/ 4330519 h 6858000"/>
              <a:gd name="connsiteX177" fmla="*/ 687572 w 7467600"/>
              <a:gd name="connsiteY177" fmla="*/ 3925629 h 6858000"/>
              <a:gd name="connsiteX178" fmla="*/ 1138365 w 7467600"/>
              <a:gd name="connsiteY178" fmla="*/ 3774515 h 6858000"/>
              <a:gd name="connsiteX179" fmla="*/ 1505579 w 7467600"/>
              <a:gd name="connsiteY179" fmla="*/ 3655526 h 6858000"/>
              <a:gd name="connsiteX180" fmla="*/ 1313114 w 7467600"/>
              <a:gd name="connsiteY180" fmla="*/ 3655216 h 6858000"/>
              <a:gd name="connsiteX181" fmla="*/ 3655073 w 7467600"/>
              <a:gd name="connsiteY181" fmla="*/ 3650884 h 6858000"/>
              <a:gd name="connsiteX182" fmla="*/ 3989938 w 7467600"/>
              <a:gd name="connsiteY182" fmla="*/ 3991685 h 6858000"/>
              <a:gd name="connsiteX183" fmla="*/ 4393907 w 7467600"/>
              <a:gd name="connsiteY183" fmla="*/ 4261258 h 6858000"/>
              <a:gd name="connsiteX184" fmla="*/ 4648051 w 7467600"/>
              <a:gd name="connsiteY184" fmla="*/ 4374051 h 6858000"/>
              <a:gd name="connsiteX185" fmla="*/ 4383389 w 7467600"/>
              <a:gd name="connsiteY185" fmla="*/ 4184369 h 6858000"/>
              <a:gd name="connsiteX186" fmla="*/ 4165508 w 7467600"/>
              <a:gd name="connsiteY186" fmla="*/ 4035196 h 6858000"/>
              <a:gd name="connsiteX187" fmla="*/ 4068162 w 7467600"/>
              <a:gd name="connsiteY187" fmla="*/ 3953394 h 6858000"/>
              <a:gd name="connsiteX188" fmla="*/ 3981416 w 7467600"/>
              <a:gd name="connsiteY188" fmla="*/ 3880482 h 6858000"/>
              <a:gd name="connsiteX189" fmla="*/ 3800147 w 7467600"/>
              <a:gd name="connsiteY189" fmla="*/ 3749872 h 6858000"/>
              <a:gd name="connsiteX190" fmla="*/ 3655073 w 7467600"/>
              <a:gd name="connsiteY190" fmla="*/ 3650884 h 6858000"/>
              <a:gd name="connsiteX191" fmla="*/ 3670252 w 7467600"/>
              <a:gd name="connsiteY191" fmla="*/ 3622798 h 6858000"/>
              <a:gd name="connsiteX192" fmla="*/ 3817258 w 7467600"/>
              <a:gd name="connsiteY192" fmla="*/ 3723577 h 6858000"/>
              <a:gd name="connsiteX193" fmla="*/ 4000461 w 7467600"/>
              <a:gd name="connsiteY193" fmla="*/ 3855966 h 6858000"/>
              <a:gd name="connsiteX194" fmla="*/ 4088180 w 7467600"/>
              <a:gd name="connsiteY194" fmla="*/ 3929774 h 6858000"/>
              <a:gd name="connsiteX195" fmla="*/ 4184555 w 7467600"/>
              <a:gd name="connsiteY195" fmla="*/ 4010683 h 6858000"/>
              <a:gd name="connsiteX196" fmla="*/ 4399563 w 7467600"/>
              <a:gd name="connsiteY196" fmla="*/ 4158106 h 6858000"/>
              <a:gd name="connsiteX197" fmla="*/ 4684469 w 7467600"/>
              <a:gd name="connsiteY197" fmla="*/ 4364680 h 6858000"/>
              <a:gd name="connsiteX198" fmla="*/ 4690271 w 7467600"/>
              <a:gd name="connsiteY198" fmla="*/ 4370034 h 6858000"/>
              <a:gd name="connsiteX199" fmla="*/ 4136093 w 7467600"/>
              <a:gd name="connsiteY199" fmla="*/ 3858466 h 6858000"/>
              <a:gd name="connsiteX200" fmla="*/ 3670252 w 7467600"/>
              <a:gd name="connsiteY200" fmla="*/ 3622798 h 6858000"/>
              <a:gd name="connsiteX201" fmla="*/ 4440129 w 7467600"/>
              <a:gd name="connsiteY201" fmla="*/ 3448571 h 6858000"/>
              <a:gd name="connsiteX202" fmla="*/ 4856525 w 7467600"/>
              <a:gd name="connsiteY202" fmla="*/ 3915351 h 6858000"/>
              <a:gd name="connsiteX203" fmla="*/ 5059055 w 7467600"/>
              <a:gd name="connsiteY203" fmla="*/ 4108918 h 6858000"/>
              <a:gd name="connsiteX204" fmla="*/ 5290070 w 7467600"/>
              <a:gd name="connsiteY204" fmla="*/ 4263619 h 6858000"/>
              <a:gd name="connsiteX205" fmla="*/ 4834991 w 7467600"/>
              <a:gd name="connsiteY205" fmla="*/ 3830985 h 6858000"/>
              <a:gd name="connsiteX206" fmla="*/ 4440129 w 7467600"/>
              <a:gd name="connsiteY206" fmla="*/ 3448571 h 6858000"/>
              <a:gd name="connsiteX207" fmla="*/ 4441737 w 7467600"/>
              <a:gd name="connsiteY207" fmla="*/ 3399734 h 6858000"/>
              <a:gd name="connsiteX208" fmla="*/ 4431236 w 7467600"/>
              <a:gd name="connsiteY208" fmla="*/ 3400954 h 6858000"/>
              <a:gd name="connsiteX209" fmla="*/ 4557150 w 7467600"/>
              <a:gd name="connsiteY209" fmla="*/ 3510023 h 6858000"/>
              <a:gd name="connsiteX210" fmla="*/ 4856936 w 7467600"/>
              <a:gd name="connsiteY210" fmla="*/ 3809146 h 6858000"/>
              <a:gd name="connsiteX211" fmla="*/ 5111996 w 7467600"/>
              <a:gd name="connsiteY211" fmla="*/ 4065759 h 6858000"/>
              <a:gd name="connsiteX212" fmla="*/ 5388878 w 7467600"/>
              <a:gd name="connsiteY212" fmla="*/ 4300185 h 6858000"/>
              <a:gd name="connsiteX213" fmla="*/ 5425556 w 7467600"/>
              <a:gd name="connsiteY213" fmla="*/ 4308967 h 6858000"/>
              <a:gd name="connsiteX214" fmla="*/ 4943646 w 7467600"/>
              <a:gd name="connsiteY214" fmla="*/ 3822916 h 6858000"/>
              <a:gd name="connsiteX215" fmla="*/ 4594837 w 7467600"/>
              <a:gd name="connsiteY215" fmla="*/ 3532274 h 6858000"/>
              <a:gd name="connsiteX216" fmla="*/ 4441737 w 7467600"/>
              <a:gd name="connsiteY216" fmla="*/ 3399734 h 6858000"/>
              <a:gd name="connsiteX217" fmla="*/ 5425834 w 7467600"/>
              <a:gd name="connsiteY217" fmla="*/ 3162785 h 6858000"/>
              <a:gd name="connsiteX218" fmla="*/ 5401644 w 7467600"/>
              <a:gd name="connsiteY218" fmla="*/ 3617847 h 6858000"/>
              <a:gd name="connsiteX219" fmla="*/ 5467256 w 7467600"/>
              <a:gd name="connsiteY219" fmla="*/ 4175494 h 6858000"/>
              <a:gd name="connsiteX220" fmla="*/ 5448069 w 7467600"/>
              <a:gd name="connsiteY220" fmla="*/ 3567554 h 6858000"/>
              <a:gd name="connsiteX221" fmla="*/ 5425834 w 7467600"/>
              <a:gd name="connsiteY221" fmla="*/ 3162785 h 6858000"/>
              <a:gd name="connsiteX222" fmla="*/ 1318687 w 7467600"/>
              <a:gd name="connsiteY222" fmla="*/ 3113840 h 6858000"/>
              <a:gd name="connsiteX223" fmla="*/ 1066793 w 7467600"/>
              <a:gd name="connsiteY223" fmla="*/ 3212171 h 6858000"/>
              <a:gd name="connsiteX224" fmla="*/ 993319 w 7467600"/>
              <a:gd name="connsiteY224" fmla="*/ 3247648 h 6858000"/>
              <a:gd name="connsiteX225" fmla="*/ 853081 w 7467600"/>
              <a:gd name="connsiteY225" fmla="*/ 3312410 h 6858000"/>
              <a:gd name="connsiteX226" fmla="*/ 805957 w 7467600"/>
              <a:gd name="connsiteY226" fmla="*/ 3330443 h 6858000"/>
              <a:gd name="connsiteX227" fmla="*/ 1318687 w 7467600"/>
              <a:gd name="connsiteY227" fmla="*/ 3113840 h 6858000"/>
              <a:gd name="connsiteX228" fmla="*/ 5453702 w 7467600"/>
              <a:gd name="connsiteY228" fmla="*/ 3090882 h 6858000"/>
              <a:gd name="connsiteX229" fmla="*/ 5480135 w 7467600"/>
              <a:gd name="connsiteY229" fmla="*/ 3565802 h 6858000"/>
              <a:gd name="connsiteX230" fmla="*/ 5499023 w 7467600"/>
              <a:gd name="connsiteY230" fmla="*/ 4166310 h 6858000"/>
              <a:gd name="connsiteX231" fmla="*/ 5547022 w 7467600"/>
              <a:gd name="connsiteY231" fmla="*/ 3607838 h 6858000"/>
              <a:gd name="connsiteX232" fmla="*/ 5515964 w 7467600"/>
              <a:gd name="connsiteY232" fmla="*/ 3378541 h 6858000"/>
              <a:gd name="connsiteX233" fmla="*/ 5453702 w 7467600"/>
              <a:gd name="connsiteY233" fmla="*/ 3090882 h 6858000"/>
              <a:gd name="connsiteX234" fmla="*/ 1238695 w 7467600"/>
              <a:gd name="connsiteY234" fmla="*/ 3076820 h 6858000"/>
              <a:gd name="connsiteX235" fmla="*/ 716371 w 7467600"/>
              <a:gd name="connsiteY235" fmla="*/ 3293249 h 6858000"/>
              <a:gd name="connsiteX236" fmla="*/ 579522 w 7467600"/>
              <a:gd name="connsiteY236" fmla="*/ 3371759 h 6858000"/>
              <a:gd name="connsiteX237" fmla="*/ 600288 w 7467600"/>
              <a:gd name="connsiteY237" fmla="*/ 3365555 h 6858000"/>
              <a:gd name="connsiteX238" fmla="*/ 840692 w 7467600"/>
              <a:gd name="connsiteY238" fmla="*/ 3284921 h 6858000"/>
              <a:gd name="connsiteX239" fmla="*/ 979248 w 7467600"/>
              <a:gd name="connsiteY239" fmla="*/ 3221003 h 6858000"/>
              <a:gd name="connsiteX240" fmla="*/ 1053282 w 7467600"/>
              <a:gd name="connsiteY240" fmla="*/ 3185247 h 6858000"/>
              <a:gd name="connsiteX241" fmla="*/ 1320603 w 7467600"/>
              <a:gd name="connsiteY241" fmla="*/ 3081281 h 6858000"/>
              <a:gd name="connsiteX242" fmla="*/ 1238695 w 7467600"/>
              <a:gd name="connsiteY242" fmla="*/ 3076820 h 6858000"/>
              <a:gd name="connsiteX243" fmla="*/ 5425627 w 7467600"/>
              <a:gd name="connsiteY243" fmla="*/ 2954192 h 6858000"/>
              <a:gd name="connsiteX244" fmla="*/ 5470770 w 7467600"/>
              <a:gd name="connsiteY244" fmla="*/ 3005435 h 6858000"/>
              <a:gd name="connsiteX245" fmla="*/ 5519779 w 7467600"/>
              <a:gd name="connsiteY245" fmla="*/ 4359223 h 6858000"/>
              <a:gd name="connsiteX246" fmla="*/ 5520293 w 7467600"/>
              <a:gd name="connsiteY246" fmla="*/ 4360602 h 6858000"/>
              <a:gd name="connsiteX247" fmla="*/ 5767221 w 7467600"/>
              <a:gd name="connsiteY247" fmla="*/ 4665564 h 6858000"/>
              <a:gd name="connsiteX248" fmla="*/ 6937169 w 7467600"/>
              <a:gd name="connsiteY248" fmla="*/ 4815941 h 6858000"/>
              <a:gd name="connsiteX249" fmla="*/ 6953922 w 7467600"/>
              <a:gd name="connsiteY249" fmla="*/ 4890068 h 6858000"/>
              <a:gd name="connsiteX250" fmla="*/ 6071359 w 7467600"/>
              <a:gd name="connsiteY250" fmla="*/ 4770770 h 6858000"/>
              <a:gd name="connsiteX251" fmla="*/ 6038839 w 7467600"/>
              <a:gd name="connsiteY251" fmla="*/ 4764474 h 6858000"/>
              <a:gd name="connsiteX252" fmla="*/ 6038706 w 7467600"/>
              <a:gd name="connsiteY252" fmla="*/ 4763847 h 6858000"/>
              <a:gd name="connsiteX253" fmla="*/ 6037784 w 7467600"/>
              <a:gd name="connsiteY253" fmla="*/ 4764270 h 6858000"/>
              <a:gd name="connsiteX254" fmla="*/ 6038839 w 7467600"/>
              <a:gd name="connsiteY254" fmla="*/ 4764474 h 6858000"/>
              <a:gd name="connsiteX255" fmla="*/ 6040338 w 7467600"/>
              <a:gd name="connsiteY255" fmla="*/ 4771418 h 6858000"/>
              <a:gd name="connsiteX256" fmla="*/ 6024488 w 7467600"/>
              <a:gd name="connsiteY256" fmla="*/ 4809903 h 6858000"/>
              <a:gd name="connsiteX257" fmla="*/ 5599771 w 7467600"/>
              <a:gd name="connsiteY257" fmla="*/ 5509652 h 6858000"/>
              <a:gd name="connsiteX258" fmla="*/ 5548843 w 7467600"/>
              <a:gd name="connsiteY258" fmla="*/ 5563845 h 6858000"/>
              <a:gd name="connsiteX259" fmla="*/ 5940952 w 7467600"/>
              <a:gd name="connsiteY259" fmla="*/ 6250028 h 6858000"/>
              <a:gd name="connsiteX260" fmla="*/ 6043441 w 7467600"/>
              <a:gd name="connsiteY260" fmla="*/ 6665847 h 6858000"/>
              <a:gd name="connsiteX261" fmla="*/ 6093432 w 7467600"/>
              <a:gd name="connsiteY261" fmla="*/ 6858000 h 6858000"/>
              <a:gd name="connsiteX262" fmla="*/ 6034344 w 7467600"/>
              <a:gd name="connsiteY262" fmla="*/ 6858000 h 6858000"/>
              <a:gd name="connsiteX263" fmla="*/ 6026679 w 7467600"/>
              <a:gd name="connsiteY263" fmla="*/ 6836959 h 6858000"/>
              <a:gd name="connsiteX264" fmla="*/ 5800441 w 7467600"/>
              <a:gd name="connsiteY264" fmla="*/ 6335286 h 6858000"/>
              <a:gd name="connsiteX265" fmla="*/ 5526562 w 7467600"/>
              <a:gd name="connsiteY265" fmla="*/ 5705388 h 6858000"/>
              <a:gd name="connsiteX266" fmla="*/ 5519640 w 7467600"/>
              <a:gd name="connsiteY266" fmla="*/ 5683774 h 6858000"/>
              <a:gd name="connsiteX267" fmla="*/ 5844559 w 7467600"/>
              <a:gd name="connsiteY267" fmla="*/ 6553349 h 6858000"/>
              <a:gd name="connsiteX268" fmla="*/ 5975994 w 7467600"/>
              <a:gd name="connsiteY268" fmla="*/ 6858000 h 6858000"/>
              <a:gd name="connsiteX269" fmla="*/ 5898547 w 7467600"/>
              <a:gd name="connsiteY269" fmla="*/ 6858000 h 6858000"/>
              <a:gd name="connsiteX270" fmla="*/ 5682041 w 7467600"/>
              <a:gd name="connsiteY270" fmla="*/ 6355860 h 6858000"/>
              <a:gd name="connsiteX271" fmla="*/ 5461758 w 7467600"/>
              <a:gd name="connsiteY271" fmla="*/ 5820220 h 6858000"/>
              <a:gd name="connsiteX272" fmla="*/ 5237282 w 7467600"/>
              <a:gd name="connsiteY272" fmla="*/ 6579086 h 6858000"/>
              <a:gd name="connsiteX273" fmla="*/ 5115009 w 7467600"/>
              <a:gd name="connsiteY273" fmla="*/ 6858000 h 6858000"/>
              <a:gd name="connsiteX274" fmla="*/ 5028074 w 7467600"/>
              <a:gd name="connsiteY274" fmla="*/ 6858000 h 6858000"/>
              <a:gd name="connsiteX275" fmla="*/ 5079508 w 7467600"/>
              <a:gd name="connsiteY275" fmla="*/ 6749074 h 6858000"/>
              <a:gd name="connsiteX276" fmla="*/ 5371846 w 7467600"/>
              <a:gd name="connsiteY276" fmla="*/ 5924413 h 6858000"/>
              <a:gd name="connsiteX277" fmla="*/ 5270512 w 7467600"/>
              <a:gd name="connsiteY277" fmla="*/ 6138975 h 6858000"/>
              <a:gd name="connsiteX278" fmla="*/ 5062409 w 7467600"/>
              <a:gd name="connsiteY278" fmla="*/ 6653544 h 6858000"/>
              <a:gd name="connsiteX279" fmla="*/ 5036628 w 7467600"/>
              <a:gd name="connsiteY279" fmla="*/ 6754247 h 6858000"/>
              <a:gd name="connsiteX280" fmla="*/ 5009112 w 7467600"/>
              <a:gd name="connsiteY280" fmla="*/ 6858000 h 6858000"/>
              <a:gd name="connsiteX281" fmla="*/ 4976679 w 7467600"/>
              <a:gd name="connsiteY281" fmla="*/ 6858000 h 6858000"/>
              <a:gd name="connsiteX282" fmla="*/ 5006537 w 7467600"/>
              <a:gd name="connsiteY282" fmla="*/ 6747068 h 6858000"/>
              <a:gd name="connsiteX283" fmla="*/ 5032723 w 7467600"/>
              <a:gd name="connsiteY283" fmla="*/ 6644957 h 6858000"/>
              <a:gd name="connsiteX284" fmla="*/ 5242949 w 7467600"/>
              <a:gd name="connsiteY284" fmla="*/ 6125175 h 6858000"/>
              <a:gd name="connsiteX285" fmla="*/ 5286321 w 7467600"/>
              <a:gd name="connsiteY285" fmla="*/ 6033555 h 6858000"/>
              <a:gd name="connsiteX286" fmla="*/ 5008210 w 7467600"/>
              <a:gd name="connsiteY286" fmla="*/ 6649194 h 6858000"/>
              <a:gd name="connsiteX287" fmla="*/ 4986321 w 7467600"/>
              <a:gd name="connsiteY287" fmla="*/ 6765687 h 6858000"/>
              <a:gd name="connsiteX288" fmla="*/ 4973474 w 7467600"/>
              <a:gd name="connsiteY288" fmla="*/ 6858000 h 6858000"/>
              <a:gd name="connsiteX289" fmla="*/ 4907178 w 7467600"/>
              <a:gd name="connsiteY289" fmla="*/ 6858000 h 6858000"/>
              <a:gd name="connsiteX290" fmla="*/ 4910810 w 7467600"/>
              <a:gd name="connsiteY290" fmla="*/ 6829660 h 6858000"/>
              <a:gd name="connsiteX291" fmla="*/ 4987461 w 7467600"/>
              <a:gd name="connsiteY291" fmla="*/ 6432994 h 6858000"/>
              <a:gd name="connsiteX292" fmla="*/ 5179262 w 7467600"/>
              <a:gd name="connsiteY292" fmla="*/ 6035044 h 6858000"/>
              <a:gd name="connsiteX293" fmla="*/ 4689678 w 7467600"/>
              <a:gd name="connsiteY293" fmla="*/ 6440241 h 6858000"/>
              <a:gd name="connsiteX294" fmla="*/ 4477543 w 7467600"/>
              <a:gd name="connsiteY294" fmla="*/ 6674836 h 6858000"/>
              <a:gd name="connsiteX295" fmla="*/ 4329957 w 7467600"/>
              <a:gd name="connsiteY295" fmla="*/ 6858000 h 6858000"/>
              <a:gd name="connsiteX296" fmla="*/ 4218595 w 7467600"/>
              <a:gd name="connsiteY296" fmla="*/ 6858000 h 6858000"/>
              <a:gd name="connsiteX297" fmla="*/ 4368888 w 7467600"/>
              <a:gd name="connsiteY297" fmla="*/ 6668412 h 6858000"/>
              <a:gd name="connsiteX298" fmla="*/ 4563091 w 7467600"/>
              <a:gd name="connsiteY298" fmla="*/ 6442508 h 6858000"/>
              <a:gd name="connsiteX299" fmla="*/ 5387324 w 7467600"/>
              <a:gd name="connsiteY299" fmla="*/ 5705830 h 6858000"/>
              <a:gd name="connsiteX300" fmla="*/ 5073620 w 7467600"/>
              <a:gd name="connsiteY300" fmla="*/ 5955437 h 6858000"/>
              <a:gd name="connsiteX301" fmla="*/ 4689789 w 7467600"/>
              <a:gd name="connsiteY301" fmla="*/ 6268382 h 6858000"/>
              <a:gd name="connsiteX302" fmla="*/ 4418722 w 7467600"/>
              <a:gd name="connsiteY302" fmla="*/ 6570886 h 6858000"/>
              <a:gd name="connsiteX303" fmla="*/ 4214944 w 7467600"/>
              <a:gd name="connsiteY303" fmla="*/ 6858000 h 6858000"/>
              <a:gd name="connsiteX304" fmla="*/ 4177898 w 7467600"/>
              <a:gd name="connsiteY304" fmla="*/ 6858000 h 6858000"/>
              <a:gd name="connsiteX305" fmla="*/ 4391597 w 7467600"/>
              <a:gd name="connsiteY305" fmla="*/ 6556370 h 6858000"/>
              <a:gd name="connsiteX306" fmla="*/ 4668889 w 7467600"/>
              <a:gd name="connsiteY306" fmla="*/ 6246399 h 6858000"/>
              <a:gd name="connsiteX307" fmla="*/ 5055427 w 7467600"/>
              <a:gd name="connsiteY307" fmla="*/ 5931476 h 6858000"/>
              <a:gd name="connsiteX308" fmla="*/ 5371814 w 7467600"/>
              <a:gd name="connsiteY308" fmla="*/ 5678975 h 6858000"/>
              <a:gd name="connsiteX309" fmla="*/ 4987918 w 7467600"/>
              <a:gd name="connsiteY309" fmla="*/ 5838701 h 6858000"/>
              <a:gd name="connsiteX310" fmla="*/ 4317146 w 7467600"/>
              <a:gd name="connsiteY310" fmla="*/ 6587716 h 6858000"/>
              <a:gd name="connsiteX311" fmla="*/ 4171627 w 7467600"/>
              <a:gd name="connsiteY311" fmla="*/ 6858000 h 6858000"/>
              <a:gd name="connsiteX312" fmla="*/ 4081585 w 7467600"/>
              <a:gd name="connsiteY312" fmla="*/ 6858000 h 6858000"/>
              <a:gd name="connsiteX313" fmla="*/ 4238603 w 7467600"/>
              <a:gd name="connsiteY313" fmla="*/ 6559341 h 6858000"/>
              <a:gd name="connsiteX314" fmla="*/ 4778333 w 7467600"/>
              <a:gd name="connsiteY314" fmla="*/ 5873626 h 6858000"/>
              <a:gd name="connsiteX315" fmla="*/ 5414185 w 7467600"/>
              <a:gd name="connsiteY315" fmla="*/ 5573882 h 6858000"/>
              <a:gd name="connsiteX316" fmla="*/ 5959648 w 7467600"/>
              <a:gd name="connsiteY316" fmla="*/ 4760797 h 6858000"/>
              <a:gd name="connsiteX317" fmla="*/ 5355019 w 7467600"/>
              <a:gd name="connsiteY317" fmla="*/ 4734672 h 6858000"/>
              <a:gd name="connsiteX318" fmla="*/ 5083565 w 7467600"/>
              <a:gd name="connsiteY318" fmla="*/ 5179121 h 6858000"/>
              <a:gd name="connsiteX319" fmla="*/ 4713577 w 7467600"/>
              <a:gd name="connsiteY319" fmla="*/ 5616803 h 6858000"/>
              <a:gd name="connsiteX320" fmla="*/ 3989559 w 7467600"/>
              <a:gd name="connsiteY320" fmla="*/ 6145945 h 6858000"/>
              <a:gd name="connsiteX321" fmla="*/ 3939824 w 7467600"/>
              <a:gd name="connsiteY321" fmla="*/ 6066900 h 6858000"/>
              <a:gd name="connsiteX322" fmla="*/ 4584537 w 7467600"/>
              <a:gd name="connsiteY322" fmla="*/ 5324826 h 6858000"/>
              <a:gd name="connsiteX323" fmla="*/ 5037105 w 7467600"/>
              <a:gd name="connsiteY323" fmla="*/ 5088765 h 6858000"/>
              <a:gd name="connsiteX324" fmla="*/ 5039930 w 7467600"/>
              <a:gd name="connsiteY324" fmla="*/ 5089585 h 6858000"/>
              <a:gd name="connsiteX325" fmla="*/ 5263764 w 7467600"/>
              <a:gd name="connsiteY325" fmla="*/ 4735525 h 6858000"/>
              <a:gd name="connsiteX326" fmla="*/ 4086300 w 7467600"/>
              <a:gd name="connsiteY326" fmla="*/ 4884599 h 6858000"/>
              <a:gd name="connsiteX327" fmla="*/ 4085485 w 7467600"/>
              <a:gd name="connsiteY327" fmla="*/ 4899070 h 6858000"/>
              <a:gd name="connsiteX328" fmla="*/ 3871915 w 7467600"/>
              <a:gd name="connsiteY328" fmla="*/ 5253645 h 6858000"/>
              <a:gd name="connsiteX329" fmla="*/ 3799374 w 7467600"/>
              <a:gd name="connsiteY329" fmla="*/ 5466127 h 6858000"/>
              <a:gd name="connsiteX330" fmla="*/ 3498850 w 7467600"/>
              <a:gd name="connsiteY330" fmla="*/ 6661888 h 6858000"/>
              <a:gd name="connsiteX331" fmla="*/ 3399216 w 7467600"/>
              <a:gd name="connsiteY331" fmla="*/ 6858000 h 6858000"/>
              <a:gd name="connsiteX332" fmla="*/ 3303688 w 7467600"/>
              <a:gd name="connsiteY332" fmla="*/ 6858000 h 6858000"/>
              <a:gd name="connsiteX333" fmla="*/ 3391774 w 7467600"/>
              <a:gd name="connsiteY333" fmla="*/ 6697181 h 6858000"/>
              <a:gd name="connsiteX334" fmla="*/ 3735540 w 7467600"/>
              <a:gd name="connsiteY334" fmla="*/ 5546923 h 6858000"/>
              <a:gd name="connsiteX335" fmla="*/ 3729438 w 7467600"/>
              <a:gd name="connsiteY335" fmla="*/ 5569058 h 6858000"/>
              <a:gd name="connsiteX336" fmla="*/ 3707782 w 7467600"/>
              <a:gd name="connsiteY336" fmla="*/ 5644908 h 6858000"/>
              <a:gd name="connsiteX337" fmla="*/ 3583827 w 7467600"/>
              <a:gd name="connsiteY337" fmla="*/ 6039215 h 6858000"/>
              <a:gd name="connsiteX338" fmla="*/ 3547861 w 7467600"/>
              <a:gd name="connsiteY338" fmla="*/ 6129609 h 6858000"/>
              <a:gd name="connsiteX339" fmla="*/ 3490905 w 7467600"/>
              <a:gd name="connsiteY339" fmla="*/ 6277660 h 6858000"/>
              <a:gd name="connsiteX340" fmla="*/ 3455859 w 7467600"/>
              <a:gd name="connsiteY340" fmla="*/ 6391301 h 6858000"/>
              <a:gd name="connsiteX341" fmla="*/ 3429112 w 7467600"/>
              <a:gd name="connsiteY341" fmla="*/ 6479469 h 6858000"/>
              <a:gd name="connsiteX342" fmla="*/ 3304862 w 7467600"/>
              <a:gd name="connsiteY342" fmla="*/ 6796476 h 6858000"/>
              <a:gd name="connsiteX343" fmla="*/ 3276071 w 7467600"/>
              <a:gd name="connsiteY343" fmla="*/ 6858000 h 6858000"/>
              <a:gd name="connsiteX344" fmla="*/ 3240805 w 7467600"/>
              <a:gd name="connsiteY344" fmla="*/ 6858000 h 6858000"/>
              <a:gd name="connsiteX345" fmla="*/ 3275917 w 7467600"/>
              <a:gd name="connsiteY345" fmla="*/ 6783192 h 6858000"/>
              <a:gd name="connsiteX346" fmla="*/ 3399358 w 7467600"/>
              <a:gd name="connsiteY346" fmla="*/ 6469011 h 6858000"/>
              <a:gd name="connsiteX347" fmla="*/ 3425650 w 7467600"/>
              <a:gd name="connsiteY347" fmla="*/ 6381333 h 6858000"/>
              <a:gd name="connsiteX348" fmla="*/ 3460661 w 7467600"/>
              <a:gd name="connsiteY348" fmla="*/ 6266763 h 6858000"/>
              <a:gd name="connsiteX349" fmla="*/ 3518021 w 7467600"/>
              <a:gd name="connsiteY349" fmla="*/ 6117298 h 6858000"/>
              <a:gd name="connsiteX350" fmla="*/ 3554035 w 7467600"/>
              <a:gd name="connsiteY350" fmla="*/ 6027832 h 6858000"/>
              <a:gd name="connsiteX351" fmla="*/ 3677174 w 7467600"/>
              <a:gd name="connsiteY351" fmla="*/ 5636351 h 6858000"/>
              <a:gd name="connsiteX352" fmla="*/ 3698819 w 7467600"/>
              <a:gd name="connsiteY352" fmla="*/ 5560503 h 6858000"/>
              <a:gd name="connsiteX353" fmla="*/ 3702094 w 7467600"/>
              <a:gd name="connsiteY353" fmla="*/ 5549194 h 6858000"/>
              <a:gd name="connsiteX354" fmla="*/ 3398355 w 7467600"/>
              <a:gd name="connsiteY354" fmla="*/ 6094603 h 6858000"/>
              <a:gd name="connsiteX355" fmla="*/ 3193941 w 7467600"/>
              <a:gd name="connsiteY355" fmla="*/ 6798775 h 6858000"/>
              <a:gd name="connsiteX356" fmla="*/ 3184140 w 7467600"/>
              <a:gd name="connsiteY356" fmla="*/ 6858000 h 6858000"/>
              <a:gd name="connsiteX357" fmla="*/ 3099978 w 7467600"/>
              <a:gd name="connsiteY357" fmla="*/ 6858000 h 6858000"/>
              <a:gd name="connsiteX358" fmla="*/ 3101556 w 7467600"/>
              <a:gd name="connsiteY358" fmla="*/ 6843337 h 6858000"/>
              <a:gd name="connsiteX359" fmla="*/ 3370162 w 7467600"/>
              <a:gd name="connsiteY359" fmla="*/ 5785550 h 6858000"/>
              <a:gd name="connsiteX360" fmla="*/ 3746477 w 7467600"/>
              <a:gd name="connsiteY360" fmla="*/ 5377889 h 6858000"/>
              <a:gd name="connsiteX361" fmla="*/ 3863399 w 7467600"/>
              <a:gd name="connsiteY361" fmla="*/ 5087257 h 6858000"/>
              <a:gd name="connsiteX362" fmla="*/ 3968712 w 7467600"/>
              <a:gd name="connsiteY362" fmla="*/ 4913989 h 6858000"/>
              <a:gd name="connsiteX363" fmla="*/ 2792390 w 7467600"/>
              <a:gd name="connsiteY363" fmla="*/ 5382974 h 6858000"/>
              <a:gd name="connsiteX364" fmla="*/ 2714982 w 7467600"/>
              <a:gd name="connsiteY364" fmla="*/ 5427051 h 6858000"/>
              <a:gd name="connsiteX365" fmla="*/ 2813361 w 7467600"/>
              <a:gd name="connsiteY365" fmla="*/ 6023912 h 6858000"/>
              <a:gd name="connsiteX366" fmla="*/ 2688430 w 7467600"/>
              <a:gd name="connsiteY366" fmla="*/ 6801564 h 6858000"/>
              <a:gd name="connsiteX367" fmla="*/ 2629626 w 7467600"/>
              <a:gd name="connsiteY367" fmla="*/ 6763394 h 6858000"/>
              <a:gd name="connsiteX368" fmla="*/ 2565328 w 7467600"/>
              <a:gd name="connsiteY368" fmla="*/ 5516399 h 6858000"/>
              <a:gd name="connsiteX369" fmla="*/ 1922999 w 7467600"/>
              <a:gd name="connsiteY369" fmla="*/ 5980343 h 6858000"/>
              <a:gd name="connsiteX370" fmla="*/ 1950261 w 7467600"/>
              <a:gd name="connsiteY370" fmla="*/ 6405858 h 6858000"/>
              <a:gd name="connsiteX371" fmla="*/ 2365554 w 7467600"/>
              <a:gd name="connsiteY371" fmla="*/ 6759107 h 6858000"/>
              <a:gd name="connsiteX372" fmla="*/ 2424142 w 7467600"/>
              <a:gd name="connsiteY372" fmla="*/ 6858000 h 6858000"/>
              <a:gd name="connsiteX373" fmla="*/ 2395994 w 7467600"/>
              <a:gd name="connsiteY373" fmla="*/ 6858000 h 6858000"/>
              <a:gd name="connsiteX374" fmla="*/ 2392863 w 7467600"/>
              <a:gd name="connsiteY374" fmla="*/ 6852964 h 6858000"/>
              <a:gd name="connsiteX375" fmla="*/ 2017589 w 7467600"/>
              <a:gd name="connsiteY375" fmla="*/ 6493982 h 6858000"/>
              <a:gd name="connsiteX376" fmla="*/ 2147336 w 7467600"/>
              <a:gd name="connsiteY376" fmla="*/ 6594052 h 6858000"/>
              <a:gd name="connsiteX377" fmla="*/ 2207047 w 7467600"/>
              <a:gd name="connsiteY377" fmla="*/ 6654540 h 6858000"/>
              <a:gd name="connsiteX378" fmla="*/ 2299106 w 7467600"/>
              <a:gd name="connsiteY378" fmla="*/ 6778931 h 6858000"/>
              <a:gd name="connsiteX379" fmla="*/ 2314430 w 7467600"/>
              <a:gd name="connsiteY379" fmla="*/ 6801144 h 6858000"/>
              <a:gd name="connsiteX380" fmla="*/ 2352406 w 7467600"/>
              <a:gd name="connsiteY380" fmla="*/ 6858000 h 6858000"/>
              <a:gd name="connsiteX381" fmla="*/ 2314492 w 7467600"/>
              <a:gd name="connsiteY381" fmla="*/ 6858000 h 6858000"/>
              <a:gd name="connsiteX382" fmla="*/ 2288095 w 7467600"/>
              <a:gd name="connsiteY382" fmla="*/ 6818030 h 6858000"/>
              <a:gd name="connsiteX383" fmla="*/ 2272768 w 7467600"/>
              <a:gd name="connsiteY383" fmla="*/ 6795822 h 6858000"/>
              <a:gd name="connsiteX384" fmla="*/ 2182715 w 7467600"/>
              <a:gd name="connsiteY384" fmla="*/ 6675071 h 6858000"/>
              <a:gd name="connsiteX385" fmla="*/ 2032061 w 7467600"/>
              <a:gd name="connsiteY385" fmla="*/ 6541380 h 6858000"/>
              <a:gd name="connsiteX386" fmla="*/ 2257220 w 7467600"/>
              <a:gd name="connsiteY386" fmla="*/ 6826257 h 6858000"/>
              <a:gd name="connsiteX387" fmla="*/ 2281324 w 7467600"/>
              <a:gd name="connsiteY387" fmla="*/ 6858000 h 6858000"/>
              <a:gd name="connsiteX388" fmla="*/ 2242860 w 7467600"/>
              <a:gd name="connsiteY388" fmla="*/ 6858000 h 6858000"/>
              <a:gd name="connsiteX389" fmla="*/ 2232818 w 7467600"/>
              <a:gd name="connsiteY389" fmla="*/ 6844926 h 6858000"/>
              <a:gd name="connsiteX390" fmla="*/ 1990172 w 7467600"/>
              <a:gd name="connsiteY390" fmla="*/ 6542121 h 6858000"/>
              <a:gd name="connsiteX391" fmla="*/ 2124090 w 7467600"/>
              <a:gd name="connsiteY391" fmla="*/ 6761017 h 6858000"/>
              <a:gd name="connsiteX392" fmla="*/ 2200380 w 7467600"/>
              <a:gd name="connsiteY392" fmla="*/ 6858000 h 6858000"/>
              <a:gd name="connsiteX393" fmla="*/ 2147507 w 7467600"/>
              <a:gd name="connsiteY393" fmla="*/ 6858000 h 6858000"/>
              <a:gd name="connsiteX394" fmla="*/ 2070668 w 7467600"/>
              <a:gd name="connsiteY394" fmla="*/ 6761520 h 6858000"/>
              <a:gd name="connsiteX395" fmla="*/ 1975142 w 7467600"/>
              <a:gd name="connsiteY395" fmla="*/ 6585570 h 6858000"/>
              <a:gd name="connsiteX396" fmla="*/ 2050035 w 7467600"/>
              <a:gd name="connsiteY396" fmla="*/ 6813345 h 6858000"/>
              <a:gd name="connsiteX397" fmla="*/ 2063025 w 7467600"/>
              <a:gd name="connsiteY397" fmla="*/ 6858000 h 6858000"/>
              <a:gd name="connsiteX398" fmla="*/ 2021675 w 7467600"/>
              <a:gd name="connsiteY398" fmla="*/ 6858000 h 6858000"/>
              <a:gd name="connsiteX399" fmla="*/ 2019308 w 7467600"/>
              <a:gd name="connsiteY399" fmla="*/ 6847118 h 6858000"/>
              <a:gd name="connsiteX400" fmla="*/ 1938835 w 7467600"/>
              <a:gd name="connsiteY400" fmla="*/ 6551160 h 6858000"/>
              <a:gd name="connsiteX401" fmla="*/ 1953230 w 7467600"/>
              <a:gd name="connsiteY401" fmla="*/ 6759699 h 6858000"/>
              <a:gd name="connsiteX402" fmla="*/ 1956763 w 7467600"/>
              <a:gd name="connsiteY402" fmla="*/ 6778191 h 6858000"/>
              <a:gd name="connsiteX403" fmla="*/ 1967925 w 7467600"/>
              <a:gd name="connsiteY403" fmla="*/ 6858000 h 6858000"/>
              <a:gd name="connsiteX404" fmla="*/ 1936622 w 7467600"/>
              <a:gd name="connsiteY404" fmla="*/ 6858000 h 6858000"/>
              <a:gd name="connsiteX405" fmla="*/ 1926261 w 7467600"/>
              <a:gd name="connsiteY405" fmla="*/ 6784064 h 6858000"/>
              <a:gd name="connsiteX406" fmla="*/ 1922724 w 7467600"/>
              <a:gd name="connsiteY406" fmla="*/ 6765577 h 6858000"/>
              <a:gd name="connsiteX407" fmla="*/ 1904650 w 7467600"/>
              <a:gd name="connsiteY407" fmla="*/ 6639616 h 6858000"/>
              <a:gd name="connsiteX408" fmla="*/ 1885273 w 7467600"/>
              <a:gd name="connsiteY408" fmla="*/ 6858000 h 6858000"/>
              <a:gd name="connsiteX409" fmla="*/ 1854363 w 7467600"/>
              <a:gd name="connsiteY409" fmla="*/ 6858000 h 6858000"/>
              <a:gd name="connsiteX410" fmla="*/ 1880391 w 7467600"/>
              <a:gd name="connsiteY410" fmla="*/ 6603796 h 6858000"/>
              <a:gd name="connsiteX411" fmla="*/ 1818273 w 7467600"/>
              <a:gd name="connsiteY411" fmla="*/ 6715729 h 6858000"/>
              <a:gd name="connsiteX412" fmla="*/ 1794691 w 7467600"/>
              <a:gd name="connsiteY412" fmla="*/ 6843239 h 6858000"/>
              <a:gd name="connsiteX413" fmla="*/ 1794914 w 7467600"/>
              <a:gd name="connsiteY413" fmla="*/ 6858000 h 6858000"/>
              <a:gd name="connsiteX414" fmla="*/ 1746128 w 7467600"/>
              <a:gd name="connsiteY414" fmla="*/ 6858000 h 6858000"/>
              <a:gd name="connsiteX415" fmla="*/ 1753934 w 7467600"/>
              <a:gd name="connsiteY415" fmla="*/ 6724796 h 6858000"/>
              <a:gd name="connsiteX416" fmla="*/ 1792053 w 7467600"/>
              <a:gd name="connsiteY416" fmla="*/ 6572396 h 6858000"/>
              <a:gd name="connsiteX417" fmla="*/ 1862248 w 7467600"/>
              <a:gd name="connsiteY417" fmla="*/ 6266397 h 6858000"/>
              <a:gd name="connsiteX418" fmla="*/ 1862250 w 7467600"/>
              <a:gd name="connsiteY418" fmla="*/ 6033531 h 6858000"/>
              <a:gd name="connsiteX419" fmla="*/ 1211999 w 7467600"/>
              <a:gd name="connsiteY419" fmla="*/ 6683610 h 6858000"/>
              <a:gd name="connsiteX420" fmla="*/ 1213266 w 7467600"/>
              <a:gd name="connsiteY420" fmla="*/ 6691947 h 6858000"/>
              <a:gd name="connsiteX421" fmla="*/ 1203370 w 7467600"/>
              <a:gd name="connsiteY421" fmla="*/ 6850676 h 6858000"/>
              <a:gd name="connsiteX422" fmla="*/ 1203671 w 7467600"/>
              <a:gd name="connsiteY422" fmla="*/ 6858000 h 6858000"/>
              <a:gd name="connsiteX423" fmla="*/ 1143180 w 7467600"/>
              <a:gd name="connsiteY423" fmla="*/ 6858000 h 6858000"/>
              <a:gd name="connsiteX424" fmla="*/ 1142176 w 7467600"/>
              <a:gd name="connsiteY424" fmla="*/ 6766045 h 6858000"/>
              <a:gd name="connsiteX425" fmla="*/ 1067484 w 7467600"/>
              <a:gd name="connsiteY425" fmla="*/ 6858000 h 6858000"/>
              <a:gd name="connsiteX426" fmla="*/ 953928 w 7467600"/>
              <a:gd name="connsiteY426" fmla="*/ 6858000 h 6858000"/>
              <a:gd name="connsiteX427" fmla="*/ 959715 w 7467600"/>
              <a:gd name="connsiteY427" fmla="*/ 6850185 h 6858000"/>
              <a:gd name="connsiteX428" fmla="*/ 1483788 w 7467600"/>
              <a:gd name="connsiteY428" fmla="*/ 6259174 h 6858000"/>
              <a:gd name="connsiteX429" fmla="*/ 1100671 w 7467600"/>
              <a:gd name="connsiteY429" fmla="*/ 6252137 h 6858000"/>
              <a:gd name="connsiteX430" fmla="*/ 1090144 w 7467600"/>
              <a:gd name="connsiteY430" fmla="*/ 6256748 h 6858000"/>
              <a:gd name="connsiteX431" fmla="*/ 1095872 w 7467600"/>
              <a:gd name="connsiteY431" fmla="*/ 6271892 h 6858000"/>
              <a:gd name="connsiteX432" fmla="*/ 262785 w 7467600"/>
              <a:gd name="connsiteY432" fmla="*/ 6845450 h 6858000"/>
              <a:gd name="connsiteX433" fmla="*/ 209968 w 7467600"/>
              <a:gd name="connsiteY433" fmla="*/ 6770713 h 6858000"/>
              <a:gd name="connsiteX434" fmla="*/ 873460 w 7467600"/>
              <a:gd name="connsiteY434" fmla="*/ 6253768 h 6858000"/>
              <a:gd name="connsiteX435" fmla="*/ 192686 w 7467600"/>
              <a:gd name="connsiteY435" fmla="*/ 5849257 h 6858000"/>
              <a:gd name="connsiteX436" fmla="*/ 4696 w 7467600"/>
              <a:gd name="connsiteY436" fmla="*/ 5697668 h 6858000"/>
              <a:gd name="connsiteX437" fmla="*/ 0 w 7467600"/>
              <a:gd name="connsiteY437" fmla="*/ 5689984 h 6858000"/>
              <a:gd name="connsiteX438" fmla="*/ 0 w 7467600"/>
              <a:gd name="connsiteY438" fmla="*/ 5513472 h 6858000"/>
              <a:gd name="connsiteX439" fmla="*/ 174101 w 7467600"/>
              <a:gd name="connsiteY439" fmla="*/ 5620277 h 6858000"/>
              <a:gd name="connsiteX440" fmla="*/ 891800 w 7467600"/>
              <a:gd name="connsiteY440" fmla="*/ 6036935 h 6858000"/>
              <a:gd name="connsiteX441" fmla="*/ 1072219 w 7467600"/>
              <a:gd name="connsiteY441" fmla="*/ 6169443 h 6858000"/>
              <a:gd name="connsiteX442" fmla="*/ 1074117 w 7467600"/>
              <a:gd name="connsiteY442" fmla="*/ 6170301 h 6858000"/>
              <a:gd name="connsiteX443" fmla="*/ 1083114 w 7467600"/>
              <a:gd name="connsiteY443" fmla="*/ 6174131 h 6858000"/>
              <a:gd name="connsiteX444" fmla="*/ 1543010 w 7467600"/>
              <a:gd name="connsiteY444" fmla="*/ 6191140 h 6858000"/>
              <a:gd name="connsiteX445" fmla="*/ 1551080 w 7467600"/>
              <a:gd name="connsiteY445" fmla="*/ 6195006 h 6858000"/>
              <a:gd name="connsiteX446" fmla="*/ 2345443 w 7467600"/>
              <a:gd name="connsiteY446" fmla="*/ 5549882 h 6858000"/>
              <a:gd name="connsiteX447" fmla="*/ 1721499 w 7467600"/>
              <a:gd name="connsiteY447" fmla="*/ 5599969 h 6858000"/>
              <a:gd name="connsiteX448" fmla="*/ 767716 w 7467600"/>
              <a:gd name="connsiteY448" fmla="*/ 5472768 h 6858000"/>
              <a:gd name="connsiteX449" fmla="*/ 722147 w 7467600"/>
              <a:gd name="connsiteY449" fmla="*/ 5393091 h 6858000"/>
              <a:gd name="connsiteX450" fmla="*/ 1485552 w 7467600"/>
              <a:gd name="connsiteY450" fmla="*/ 5313202 h 6858000"/>
              <a:gd name="connsiteX451" fmla="*/ 2143004 w 7467600"/>
              <a:gd name="connsiteY451" fmla="*/ 5402420 h 6858000"/>
              <a:gd name="connsiteX452" fmla="*/ 1933391 w 7467600"/>
              <a:gd name="connsiteY452" fmla="*/ 5156971 h 6858000"/>
              <a:gd name="connsiteX453" fmla="*/ 1827118 w 7467600"/>
              <a:gd name="connsiteY453" fmla="*/ 4968410 h 6858000"/>
              <a:gd name="connsiteX454" fmla="*/ 1837349 w 7467600"/>
              <a:gd name="connsiteY454" fmla="*/ 4956357 h 6858000"/>
              <a:gd name="connsiteX455" fmla="*/ 2162835 w 7467600"/>
              <a:gd name="connsiteY455" fmla="*/ 5187853 h 6858000"/>
              <a:gd name="connsiteX456" fmla="*/ 2257167 w 7467600"/>
              <a:gd name="connsiteY456" fmla="*/ 5462123 h 6858000"/>
              <a:gd name="connsiteX457" fmla="*/ 2261598 w 7467600"/>
              <a:gd name="connsiteY457" fmla="*/ 5467998 h 6858000"/>
              <a:gd name="connsiteX458" fmla="*/ 2437177 w 7467600"/>
              <a:gd name="connsiteY458" fmla="*/ 5479608 h 6858000"/>
              <a:gd name="connsiteX459" fmla="*/ 2445247 w 7467600"/>
              <a:gd name="connsiteY459" fmla="*/ 5483476 h 6858000"/>
              <a:gd name="connsiteX460" fmla="*/ 2743626 w 7467600"/>
              <a:gd name="connsiteY460" fmla="*/ 5304819 h 6858000"/>
              <a:gd name="connsiteX461" fmla="*/ 3048102 w 7467600"/>
              <a:gd name="connsiteY461" fmla="*/ 5150595 h 6858000"/>
              <a:gd name="connsiteX462" fmla="*/ 1799414 w 7467600"/>
              <a:gd name="connsiteY462" fmla="*/ 4694732 h 6858000"/>
              <a:gd name="connsiteX463" fmla="*/ 1771735 w 7467600"/>
              <a:gd name="connsiteY463" fmla="*/ 4619929 h 6858000"/>
              <a:gd name="connsiteX464" fmla="*/ 3104273 w 7467600"/>
              <a:gd name="connsiteY464" fmla="*/ 5076159 h 6858000"/>
              <a:gd name="connsiteX465" fmla="*/ 3113245 w 7467600"/>
              <a:gd name="connsiteY465" fmla="*/ 5090705 h 6858000"/>
              <a:gd name="connsiteX466" fmla="*/ 3126294 w 7467600"/>
              <a:gd name="connsiteY466" fmla="*/ 5114400 h 6858000"/>
              <a:gd name="connsiteX467" fmla="*/ 3937433 w 7467600"/>
              <a:gd name="connsiteY467" fmla="*/ 4830473 h 6858000"/>
              <a:gd name="connsiteX468" fmla="*/ 3590475 w 7467600"/>
              <a:gd name="connsiteY468" fmla="*/ 4597974 h 6858000"/>
              <a:gd name="connsiteX469" fmla="*/ 3100264 w 7467600"/>
              <a:gd name="connsiteY469" fmla="*/ 4579845 h 6858000"/>
              <a:gd name="connsiteX470" fmla="*/ 2183576 w 7467600"/>
              <a:gd name="connsiteY470" fmla="*/ 4227150 h 6858000"/>
              <a:gd name="connsiteX471" fmla="*/ 2151029 w 7467600"/>
              <a:gd name="connsiteY471" fmla="*/ 4146947 h 6858000"/>
              <a:gd name="connsiteX472" fmla="*/ 3563434 w 7467600"/>
              <a:gd name="connsiteY472" fmla="*/ 4469115 h 6858000"/>
              <a:gd name="connsiteX473" fmla="*/ 3177952 w 7467600"/>
              <a:gd name="connsiteY473" fmla="*/ 3657386 h 6858000"/>
              <a:gd name="connsiteX474" fmla="*/ 3189263 w 7467600"/>
              <a:gd name="connsiteY474" fmla="*/ 3625726 h 6858000"/>
              <a:gd name="connsiteX475" fmla="*/ 3560912 w 7467600"/>
              <a:gd name="connsiteY475" fmla="*/ 4079863 h 6858000"/>
              <a:gd name="connsiteX476" fmla="*/ 3626636 w 7467600"/>
              <a:gd name="connsiteY476" fmla="*/ 4512230 h 6858000"/>
              <a:gd name="connsiteX477" fmla="*/ 3653088 w 7467600"/>
              <a:gd name="connsiteY477" fmla="*/ 4521417 h 6858000"/>
              <a:gd name="connsiteX478" fmla="*/ 3988128 w 7467600"/>
              <a:gd name="connsiteY478" fmla="*/ 4817267 h 6858000"/>
              <a:gd name="connsiteX479" fmla="*/ 4830582 w 7467600"/>
              <a:gd name="connsiteY479" fmla="*/ 4676000 h 6858000"/>
              <a:gd name="connsiteX480" fmla="*/ 4830100 w 7467600"/>
              <a:gd name="connsiteY480" fmla="*/ 4675554 h 6858000"/>
              <a:gd name="connsiteX481" fmla="*/ 4036318 w 7467600"/>
              <a:gd name="connsiteY481" fmla="*/ 4147013 h 6858000"/>
              <a:gd name="connsiteX482" fmla="*/ 3432098 w 7467600"/>
              <a:gd name="connsiteY482" fmla="*/ 3537312 h 6858000"/>
              <a:gd name="connsiteX483" fmla="*/ 3446761 w 7467600"/>
              <a:gd name="connsiteY483" fmla="*/ 3461278 h 6858000"/>
              <a:gd name="connsiteX484" fmla="*/ 4419733 w 7467600"/>
              <a:gd name="connsiteY484" fmla="*/ 3963555 h 6858000"/>
              <a:gd name="connsiteX485" fmla="*/ 4781371 w 7467600"/>
              <a:gd name="connsiteY485" fmla="*/ 4458604 h 6858000"/>
              <a:gd name="connsiteX486" fmla="*/ 4780440 w 7467600"/>
              <a:gd name="connsiteY486" fmla="*/ 4470290 h 6858000"/>
              <a:gd name="connsiteX487" fmla="*/ 4898954 w 7467600"/>
              <a:gd name="connsiteY487" fmla="*/ 4662092 h 6858000"/>
              <a:gd name="connsiteX488" fmla="*/ 4900699 w 7467600"/>
              <a:gd name="connsiteY488" fmla="*/ 4670867 h 6858000"/>
              <a:gd name="connsiteX489" fmla="*/ 5714511 w 7467600"/>
              <a:gd name="connsiteY489" fmla="*/ 4663483 h 6858000"/>
              <a:gd name="connsiteX490" fmla="*/ 5464793 w 7467600"/>
              <a:gd name="connsiteY490" fmla="*/ 4393556 h 6858000"/>
              <a:gd name="connsiteX491" fmla="*/ 5461897 w 7467600"/>
              <a:gd name="connsiteY491" fmla="*/ 4390879 h 6858000"/>
              <a:gd name="connsiteX492" fmla="*/ 4294126 w 7467600"/>
              <a:gd name="connsiteY492" fmla="*/ 3303048 h 6858000"/>
              <a:gd name="connsiteX493" fmla="*/ 4305321 w 7467600"/>
              <a:gd name="connsiteY493" fmla="*/ 3256953 h 6858000"/>
              <a:gd name="connsiteX494" fmla="*/ 4949299 w 7467600"/>
              <a:gd name="connsiteY494" fmla="*/ 3766336 h 6858000"/>
              <a:gd name="connsiteX495" fmla="*/ 5291452 w 7467600"/>
              <a:gd name="connsiteY495" fmla="*/ 4076801 h 6858000"/>
              <a:gd name="connsiteX496" fmla="*/ 5434998 w 7467600"/>
              <a:gd name="connsiteY496" fmla="*/ 4254100 h 6858000"/>
              <a:gd name="connsiteX497" fmla="*/ 5351015 w 7467600"/>
              <a:gd name="connsiteY497" fmla="*/ 3760989 h 6858000"/>
              <a:gd name="connsiteX498" fmla="*/ 5413780 w 7467600"/>
              <a:gd name="connsiteY498" fmla="*/ 2966265 h 6858000"/>
              <a:gd name="connsiteX499" fmla="*/ 5425627 w 7467600"/>
              <a:gd name="connsiteY499" fmla="*/ 2954192 h 6858000"/>
              <a:gd name="connsiteX500" fmla="*/ 6604735 w 7467600"/>
              <a:gd name="connsiteY500" fmla="*/ 2041381 h 6858000"/>
              <a:gd name="connsiteX501" fmla="*/ 7204487 w 7467600"/>
              <a:gd name="connsiteY501" fmla="*/ 2742112 h 6858000"/>
              <a:gd name="connsiteX502" fmla="*/ 7131592 w 7467600"/>
              <a:gd name="connsiteY502" fmla="*/ 2672096 h 6858000"/>
              <a:gd name="connsiteX503" fmla="*/ 6996344 w 7467600"/>
              <a:gd name="connsiteY503" fmla="*/ 2518310 h 6858000"/>
              <a:gd name="connsiteX504" fmla="*/ 6735495 w 7467600"/>
              <a:gd name="connsiteY504" fmla="*/ 2196890 h 6858000"/>
              <a:gd name="connsiteX505" fmla="*/ 6721901 w 7467600"/>
              <a:gd name="connsiteY505" fmla="*/ 2179274 h 6858000"/>
              <a:gd name="connsiteX506" fmla="*/ 6604735 w 7467600"/>
              <a:gd name="connsiteY506" fmla="*/ 2041381 h 6858000"/>
              <a:gd name="connsiteX507" fmla="*/ 6591670 w 7467600"/>
              <a:gd name="connsiteY507" fmla="*/ 1988277 h 6858000"/>
              <a:gd name="connsiteX508" fmla="*/ 6747349 w 7467600"/>
              <a:gd name="connsiteY508" fmla="*/ 2160069 h 6858000"/>
              <a:gd name="connsiteX509" fmla="*/ 6760943 w 7467600"/>
              <a:gd name="connsiteY509" fmla="*/ 2177686 h 6858000"/>
              <a:gd name="connsiteX510" fmla="*/ 7021065 w 7467600"/>
              <a:gd name="connsiteY510" fmla="*/ 2498102 h 6858000"/>
              <a:gd name="connsiteX511" fmla="*/ 7155223 w 7467600"/>
              <a:gd name="connsiteY511" fmla="*/ 2650386 h 6858000"/>
              <a:gd name="connsiteX512" fmla="*/ 7203167 w 7467600"/>
              <a:gd name="connsiteY512" fmla="*/ 2697288 h 6858000"/>
              <a:gd name="connsiteX513" fmla="*/ 6937703 w 7467600"/>
              <a:gd name="connsiteY513" fmla="*/ 2321981 h 6858000"/>
              <a:gd name="connsiteX514" fmla="*/ 6591670 w 7467600"/>
              <a:gd name="connsiteY514" fmla="*/ 1988277 h 6858000"/>
              <a:gd name="connsiteX515" fmla="*/ 5798671 w 7467600"/>
              <a:gd name="connsiteY515" fmla="*/ 1981601 h 6858000"/>
              <a:gd name="connsiteX516" fmla="*/ 5754709 w 7467600"/>
              <a:gd name="connsiteY516" fmla="*/ 2071454 h 6858000"/>
              <a:gd name="connsiteX517" fmla="*/ 5763044 w 7467600"/>
              <a:gd name="connsiteY517" fmla="*/ 2842206 h 6858000"/>
              <a:gd name="connsiteX518" fmla="*/ 5764974 w 7467600"/>
              <a:gd name="connsiteY518" fmla="*/ 2799609 h 6858000"/>
              <a:gd name="connsiteX519" fmla="*/ 5767665 w 7467600"/>
              <a:gd name="connsiteY519" fmla="*/ 2666409 h 6858000"/>
              <a:gd name="connsiteX520" fmla="*/ 5763055 w 7467600"/>
              <a:gd name="connsiteY520" fmla="*/ 2579705 h 6858000"/>
              <a:gd name="connsiteX521" fmla="*/ 5758079 w 7467600"/>
              <a:gd name="connsiteY521" fmla="*/ 2492508 h 6858000"/>
              <a:gd name="connsiteX522" fmla="*/ 5779325 w 7467600"/>
              <a:gd name="connsiteY522" fmla="*/ 2197069 h 6858000"/>
              <a:gd name="connsiteX523" fmla="*/ 5798671 w 7467600"/>
              <a:gd name="connsiteY523" fmla="*/ 1981601 h 6858000"/>
              <a:gd name="connsiteX524" fmla="*/ 5829202 w 7467600"/>
              <a:gd name="connsiteY524" fmla="*/ 1971679 h 6858000"/>
              <a:gd name="connsiteX525" fmla="*/ 5809558 w 7467600"/>
              <a:gd name="connsiteY525" fmla="*/ 2198043 h 6858000"/>
              <a:gd name="connsiteX526" fmla="*/ 5788653 w 7467600"/>
              <a:gd name="connsiteY526" fmla="*/ 2489430 h 6858000"/>
              <a:gd name="connsiteX527" fmla="*/ 5793439 w 7467600"/>
              <a:gd name="connsiteY527" fmla="*/ 2575235 h 6858000"/>
              <a:gd name="connsiteX528" fmla="*/ 5796837 w 7467600"/>
              <a:gd name="connsiteY528" fmla="*/ 2637633 h 6858000"/>
              <a:gd name="connsiteX529" fmla="*/ 5818614 w 7467600"/>
              <a:gd name="connsiteY529" fmla="*/ 2473055 h 6858000"/>
              <a:gd name="connsiteX530" fmla="*/ 5829202 w 7467600"/>
              <a:gd name="connsiteY530" fmla="*/ 1971679 h 6858000"/>
              <a:gd name="connsiteX531" fmla="*/ 5911389 w 7467600"/>
              <a:gd name="connsiteY531" fmla="*/ 1898371 h 6858000"/>
              <a:gd name="connsiteX532" fmla="*/ 6237627 w 7467600"/>
              <a:gd name="connsiteY532" fmla="*/ 2231921 h 6858000"/>
              <a:gd name="connsiteX533" fmla="*/ 5911389 w 7467600"/>
              <a:gd name="connsiteY533" fmla="*/ 1898371 h 6858000"/>
              <a:gd name="connsiteX534" fmla="*/ 6944437 w 7467600"/>
              <a:gd name="connsiteY534" fmla="*/ 1575402 h 6858000"/>
              <a:gd name="connsiteX535" fmla="*/ 6304730 w 7467600"/>
              <a:gd name="connsiteY535" fmla="*/ 1766654 h 6858000"/>
              <a:gd name="connsiteX536" fmla="*/ 6944437 w 7467600"/>
              <a:gd name="connsiteY536" fmla="*/ 1575402 h 6858000"/>
              <a:gd name="connsiteX537" fmla="*/ 7019523 w 7467600"/>
              <a:gd name="connsiteY537" fmla="*/ 1519450 h 6858000"/>
              <a:gd name="connsiteX538" fmla="*/ 6298091 w 7467600"/>
              <a:gd name="connsiteY538" fmla="*/ 1737122 h 6858000"/>
              <a:gd name="connsiteX539" fmla="*/ 7019523 w 7467600"/>
              <a:gd name="connsiteY539" fmla="*/ 1519450 h 6858000"/>
              <a:gd name="connsiteX540" fmla="*/ 2399523 w 7467600"/>
              <a:gd name="connsiteY540" fmla="*/ 1428234 h 6858000"/>
              <a:gd name="connsiteX541" fmla="*/ 2224982 w 7467600"/>
              <a:gd name="connsiteY541" fmla="*/ 1826201 h 6858000"/>
              <a:gd name="connsiteX542" fmla="*/ 2096099 w 7467600"/>
              <a:gd name="connsiteY542" fmla="*/ 2345900 h 6858000"/>
              <a:gd name="connsiteX543" fmla="*/ 2283317 w 7467600"/>
              <a:gd name="connsiteY543" fmla="*/ 1796925 h 6858000"/>
              <a:gd name="connsiteX544" fmla="*/ 2399523 w 7467600"/>
              <a:gd name="connsiteY544" fmla="*/ 1428234 h 6858000"/>
              <a:gd name="connsiteX545" fmla="*/ 2448558 w 7467600"/>
              <a:gd name="connsiteY545" fmla="*/ 1373435 h 6858000"/>
              <a:gd name="connsiteX546" fmla="*/ 2312521 w 7467600"/>
              <a:gd name="connsiteY546" fmla="*/ 1806140 h 6858000"/>
              <a:gd name="connsiteX547" fmla="*/ 2127533 w 7467600"/>
              <a:gd name="connsiteY547" fmla="*/ 2348380 h 6858000"/>
              <a:gd name="connsiteX548" fmla="*/ 2358080 w 7467600"/>
              <a:gd name="connsiteY548" fmla="*/ 1866134 h 6858000"/>
              <a:gd name="connsiteX549" fmla="*/ 2407436 w 7467600"/>
              <a:gd name="connsiteY549" fmla="*/ 1651070 h 6858000"/>
              <a:gd name="connsiteX550" fmla="*/ 2448558 w 7467600"/>
              <a:gd name="connsiteY550" fmla="*/ 1373435 h 6858000"/>
              <a:gd name="connsiteX551" fmla="*/ 278707 w 7467600"/>
              <a:gd name="connsiteY551" fmla="*/ 1352270 h 6858000"/>
              <a:gd name="connsiteX552" fmla="*/ 321570 w 7467600"/>
              <a:gd name="connsiteY552" fmla="*/ 1861610 h 6858000"/>
              <a:gd name="connsiteX553" fmla="*/ 294281 w 7467600"/>
              <a:gd name="connsiteY553" fmla="*/ 1440658 h 6858000"/>
              <a:gd name="connsiteX554" fmla="*/ 278707 w 7467600"/>
              <a:gd name="connsiteY554" fmla="*/ 1352270 h 6858000"/>
              <a:gd name="connsiteX555" fmla="*/ 1423821 w 7467600"/>
              <a:gd name="connsiteY555" fmla="*/ 1351958 h 6858000"/>
              <a:gd name="connsiteX556" fmla="*/ 1638521 w 7467600"/>
              <a:gd name="connsiteY556" fmla="*/ 1908470 h 6858000"/>
              <a:gd name="connsiteX557" fmla="*/ 1754199 w 7467600"/>
              <a:gd name="connsiteY557" fmla="*/ 2149284 h 6858000"/>
              <a:gd name="connsiteX558" fmla="*/ 1908359 w 7467600"/>
              <a:gd name="connsiteY558" fmla="*/ 2364988 h 6858000"/>
              <a:gd name="connsiteX559" fmla="*/ 1647661 w 7467600"/>
              <a:gd name="connsiteY559" fmla="*/ 1825945 h 6858000"/>
              <a:gd name="connsiteX560" fmla="*/ 1423821 w 7467600"/>
              <a:gd name="connsiteY560" fmla="*/ 1351958 h 6858000"/>
              <a:gd name="connsiteX561" fmla="*/ 1431890 w 7467600"/>
              <a:gd name="connsiteY561" fmla="*/ 1306475 h 6858000"/>
              <a:gd name="connsiteX562" fmla="*/ 1507597 w 7467600"/>
              <a:gd name="connsiteY562" fmla="*/ 1446132 h 6858000"/>
              <a:gd name="connsiteX563" fmla="*/ 1674586 w 7467600"/>
              <a:gd name="connsiteY563" fmla="*/ 1813832 h 6858000"/>
              <a:gd name="connsiteX564" fmla="*/ 1815950 w 7467600"/>
              <a:gd name="connsiteY564" fmla="*/ 2128564 h 6858000"/>
              <a:gd name="connsiteX565" fmla="*/ 1984242 w 7467600"/>
              <a:gd name="connsiteY565" fmla="*/ 2430829 h 6858000"/>
              <a:gd name="connsiteX566" fmla="*/ 2014023 w 7467600"/>
              <a:gd name="connsiteY566" fmla="*/ 2450995 h 6858000"/>
              <a:gd name="connsiteX567" fmla="*/ 1747337 w 7467600"/>
              <a:gd name="connsiteY567" fmla="*/ 1855264 h 6858000"/>
              <a:gd name="connsiteX568" fmla="*/ 1533749 w 7467600"/>
              <a:gd name="connsiteY568" fmla="*/ 1478656 h 6858000"/>
              <a:gd name="connsiteX569" fmla="*/ 1431890 w 7467600"/>
              <a:gd name="connsiteY569" fmla="*/ 1306475 h 6858000"/>
              <a:gd name="connsiteX570" fmla="*/ 5052692 w 7467600"/>
              <a:gd name="connsiteY570" fmla="*/ 1292994 h 6858000"/>
              <a:gd name="connsiteX571" fmla="*/ 5200661 w 7467600"/>
              <a:gd name="connsiteY571" fmla="*/ 1635186 h 6858000"/>
              <a:gd name="connsiteX572" fmla="*/ 5297138 w 7467600"/>
              <a:gd name="connsiteY572" fmla="*/ 1906351 h 6858000"/>
              <a:gd name="connsiteX573" fmla="*/ 5052692 w 7467600"/>
              <a:gd name="connsiteY573" fmla="*/ 1292994 h 6858000"/>
              <a:gd name="connsiteX574" fmla="*/ 5009948 w 7467600"/>
              <a:gd name="connsiteY574" fmla="*/ 1273619 h 6858000"/>
              <a:gd name="connsiteX575" fmla="*/ 5121777 w 7467600"/>
              <a:gd name="connsiteY575" fmla="*/ 1654213 h 6858000"/>
              <a:gd name="connsiteX576" fmla="*/ 5293545 w 7467600"/>
              <a:gd name="connsiteY576" fmla="*/ 2072247 h 6858000"/>
              <a:gd name="connsiteX577" fmla="*/ 5294042 w 7467600"/>
              <a:gd name="connsiteY577" fmla="*/ 2065019 h 6858000"/>
              <a:gd name="connsiteX578" fmla="*/ 5171936 w 7467600"/>
              <a:gd name="connsiteY578" fmla="*/ 1647613 h 6858000"/>
              <a:gd name="connsiteX579" fmla="*/ 5009948 w 7467600"/>
              <a:gd name="connsiteY579" fmla="*/ 1273619 h 6858000"/>
              <a:gd name="connsiteX580" fmla="*/ 655236 w 7467600"/>
              <a:gd name="connsiteY580" fmla="*/ 1268632 h 6858000"/>
              <a:gd name="connsiteX581" fmla="*/ 839521 w 7467600"/>
              <a:gd name="connsiteY581" fmla="*/ 1685315 h 6858000"/>
              <a:gd name="connsiteX582" fmla="*/ 1109416 w 7467600"/>
              <a:gd name="connsiteY582" fmla="*/ 2061663 h 6858000"/>
              <a:gd name="connsiteX583" fmla="*/ 1298300 w 7467600"/>
              <a:gd name="connsiteY583" fmla="*/ 2247742 h 6858000"/>
              <a:gd name="connsiteX584" fmla="*/ 1125871 w 7467600"/>
              <a:gd name="connsiteY584" fmla="*/ 1989513 h 6858000"/>
              <a:gd name="connsiteX585" fmla="*/ 981574 w 7467600"/>
              <a:gd name="connsiteY585" fmla="*/ 1783157 h 6858000"/>
              <a:gd name="connsiteX586" fmla="*/ 922198 w 7467600"/>
              <a:gd name="connsiteY586" fmla="*/ 1677437 h 6858000"/>
              <a:gd name="connsiteX587" fmla="*/ 869293 w 7467600"/>
              <a:gd name="connsiteY587" fmla="*/ 1583214 h 6858000"/>
              <a:gd name="connsiteX588" fmla="*/ 751431 w 7467600"/>
              <a:gd name="connsiteY588" fmla="*/ 1405731 h 6858000"/>
              <a:gd name="connsiteX589" fmla="*/ 655236 w 7467600"/>
              <a:gd name="connsiteY589" fmla="*/ 1268632 h 6858000"/>
              <a:gd name="connsiteX590" fmla="*/ 6516292 w 7467600"/>
              <a:gd name="connsiteY590" fmla="*/ 1263064 h 6858000"/>
              <a:gd name="connsiteX591" fmla="*/ 5736320 w 7467600"/>
              <a:gd name="connsiteY591" fmla="*/ 1501803 h 6858000"/>
              <a:gd name="connsiteX592" fmla="*/ 6516292 w 7467600"/>
              <a:gd name="connsiteY592" fmla="*/ 1263064 h 6858000"/>
              <a:gd name="connsiteX593" fmla="*/ 291466 w 7467600"/>
              <a:gd name="connsiteY593" fmla="*/ 1250369 h 6858000"/>
              <a:gd name="connsiteX594" fmla="*/ 323180 w 7467600"/>
              <a:gd name="connsiteY594" fmla="*/ 1435283 h 6858000"/>
              <a:gd name="connsiteX595" fmla="*/ 349381 w 7467600"/>
              <a:gd name="connsiteY595" fmla="*/ 1875041 h 6858000"/>
              <a:gd name="connsiteX596" fmla="*/ 374363 w 7467600"/>
              <a:gd name="connsiteY596" fmla="*/ 1506494 h 6858000"/>
              <a:gd name="connsiteX597" fmla="*/ 302168 w 7467600"/>
              <a:gd name="connsiteY597" fmla="*/ 1274495 h 6858000"/>
              <a:gd name="connsiteX598" fmla="*/ 291466 w 7467600"/>
              <a:gd name="connsiteY598" fmla="*/ 1250369 h 6858000"/>
              <a:gd name="connsiteX599" fmla="*/ 678222 w 7467600"/>
              <a:gd name="connsiteY599" fmla="*/ 1248670 h 6858000"/>
              <a:gd name="connsiteX600" fmla="*/ 775536 w 7467600"/>
              <a:gd name="connsiteY600" fmla="*/ 1388015 h 6858000"/>
              <a:gd name="connsiteX601" fmla="*/ 894529 w 7467600"/>
              <a:gd name="connsiteY601" fmla="*/ 1567739 h 6858000"/>
              <a:gd name="connsiteX602" fmla="*/ 948000 w 7467600"/>
              <a:gd name="connsiteY602" fmla="*/ 1663088 h 6858000"/>
              <a:gd name="connsiteX603" fmla="*/ 1006812 w 7467600"/>
              <a:gd name="connsiteY603" fmla="*/ 1767683 h 6858000"/>
              <a:gd name="connsiteX604" fmla="*/ 1149133 w 7467600"/>
              <a:gd name="connsiteY604" fmla="*/ 1971513 h 6858000"/>
              <a:gd name="connsiteX605" fmla="*/ 1333952 w 7467600"/>
              <a:gd name="connsiteY605" fmla="*/ 2251620 h 6858000"/>
              <a:gd name="connsiteX606" fmla="*/ 1337329 w 7467600"/>
              <a:gd name="connsiteY606" fmla="*/ 2258350 h 6858000"/>
              <a:gd name="connsiteX607" fmla="*/ 1014726 w 7467600"/>
              <a:gd name="connsiteY607" fmla="*/ 1615556 h 6858000"/>
              <a:gd name="connsiteX608" fmla="*/ 678222 w 7467600"/>
              <a:gd name="connsiteY608" fmla="*/ 1248670 h 6858000"/>
              <a:gd name="connsiteX609" fmla="*/ 6691602 w 7467600"/>
              <a:gd name="connsiteY609" fmla="*/ 1140573 h 6858000"/>
              <a:gd name="connsiteX610" fmla="*/ 6571100 w 7467600"/>
              <a:gd name="connsiteY610" fmla="*/ 1183662 h 6858000"/>
              <a:gd name="connsiteX611" fmla="*/ 6241687 w 7467600"/>
              <a:gd name="connsiteY611" fmla="*/ 1257600 h 6858000"/>
              <a:gd name="connsiteX612" fmla="*/ 5693009 w 7467600"/>
              <a:gd name="connsiteY612" fmla="*/ 1478256 h 6858000"/>
              <a:gd name="connsiteX613" fmla="*/ 6548420 w 7467600"/>
              <a:gd name="connsiteY613" fmla="*/ 1214599 h 6858000"/>
              <a:gd name="connsiteX614" fmla="*/ 6605473 w 7467600"/>
              <a:gd name="connsiteY614" fmla="*/ 1184686 h 6858000"/>
              <a:gd name="connsiteX615" fmla="*/ 6691602 w 7467600"/>
              <a:gd name="connsiteY615" fmla="*/ 1140573 h 6858000"/>
              <a:gd name="connsiteX616" fmla="*/ 4002475 w 7467600"/>
              <a:gd name="connsiteY616" fmla="*/ 1037802 h 6858000"/>
              <a:gd name="connsiteX617" fmla="*/ 4000324 w 7467600"/>
              <a:gd name="connsiteY617" fmla="*/ 1039362 h 6858000"/>
              <a:gd name="connsiteX618" fmla="*/ 4002862 w 7467600"/>
              <a:gd name="connsiteY618" fmla="*/ 1042866 h 6858000"/>
              <a:gd name="connsiteX619" fmla="*/ 4002475 w 7467600"/>
              <a:gd name="connsiteY619" fmla="*/ 1037802 h 6858000"/>
              <a:gd name="connsiteX620" fmla="*/ 506322 w 7467600"/>
              <a:gd name="connsiteY620" fmla="*/ 1020997 h 6858000"/>
              <a:gd name="connsiteX621" fmla="*/ 533068 w 7467600"/>
              <a:gd name="connsiteY621" fmla="*/ 1029409 h 6858000"/>
              <a:gd name="connsiteX622" fmla="*/ 1232525 w 7467600"/>
              <a:gd name="connsiteY622" fmla="*/ 1804675 h 6858000"/>
              <a:gd name="connsiteX623" fmla="*/ 1388858 w 7467600"/>
              <a:gd name="connsiteY623" fmla="*/ 2368011 h 6858000"/>
              <a:gd name="connsiteX624" fmla="*/ 1384098 w 7467600"/>
              <a:gd name="connsiteY624" fmla="*/ 2378125 h 6858000"/>
              <a:gd name="connsiteX625" fmla="*/ 1425393 w 7467600"/>
              <a:gd name="connsiteY625" fmla="*/ 2589124 h 6858000"/>
              <a:gd name="connsiteX626" fmla="*/ 1424001 w 7467600"/>
              <a:gd name="connsiteY626" fmla="*/ 2597541 h 6858000"/>
              <a:gd name="connsiteX627" fmla="*/ 2152729 w 7467600"/>
              <a:gd name="connsiteY627" fmla="*/ 2864487 h 6858000"/>
              <a:gd name="connsiteX628" fmla="*/ 2020609 w 7467600"/>
              <a:gd name="connsiteY628" fmla="*/ 2539671 h 6858000"/>
              <a:gd name="connsiteX629" fmla="*/ 2018920 w 7467600"/>
              <a:gd name="connsiteY629" fmla="*/ 2536309 h 6858000"/>
              <a:gd name="connsiteX630" fmla="*/ 1342441 w 7467600"/>
              <a:gd name="connsiteY630" fmla="*/ 1173017 h 6858000"/>
              <a:gd name="connsiteX631" fmla="*/ 1367925 w 7467600"/>
              <a:gd name="connsiteY631" fmla="*/ 1135648 h 6858000"/>
              <a:gd name="connsiteX632" fmla="*/ 1771401 w 7467600"/>
              <a:gd name="connsiteY632" fmla="*/ 1806673 h 6858000"/>
              <a:gd name="connsiteX633" fmla="*/ 1972385 w 7467600"/>
              <a:gd name="connsiteY633" fmla="*/ 2198735 h 6858000"/>
              <a:gd name="connsiteX634" fmla="*/ 2040892 w 7467600"/>
              <a:gd name="connsiteY634" fmla="*/ 2405205 h 6858000"/>
              <a:gd name="connsiteX635" fmla="*/ 2131689 w 7467600"/>
              <a:gd name="connsiteY635" fmla="*/ 1936926 h 6858000"/>
              <a:gd name="connsiteX636" fmla="*/ 2454820 w 7467600"/>
              <a:gd name="connsiteY636" fmla="*/ 1248808 h 6858000"/>
              <a:gd name="connsiteX637" fmla="*/ 2492512 w 7467600"/>
              <a:gd name="connsiteY637" fmla="*/ 1302920 h 6858000"/>
              <a:gd name="connsiteX638" fmla="*/ 2081216 w 7467600"/>
              <a:gd name="connsiteY638" fmla="*/ 2527513 h 6858000"/>
              <a:gd name="connsiteX639" fmla="*/ 2081211 w 7467600"/>
              <a:gd name="connsiteY639" fmla="*/ 2528916 h 6858000"/>
              <a:gd name="connsiteX640" fmla="*/ 2199067 w 7467600"/>
              <a:gd name="connsiteY640" fmla="*/ 2884061 h 6858000"/>
              <a:gd name="connsiteX641" fmla="*/ 3192586 w 7467600"/>
              <a:gd name="connsiteY641" fmla="*/ 3411496 h 6858000"/>
              <a:gd name="connsiteX642" fmla="*/ 3182620 w 7467600"/>
              <a:gd name="connsiteY642" fmla="*/ 3483279 h 6858000"/>
              <a:gd name="connsiteX643" fmla="*/ 2435119 w 7467600"/>
              <a:gd name="connsiteY643" fmla="*/ 3080173 h 6858000"/>
              <a:gd name="connsiteX644" fmla="*/ 2410152 w 7467600"/>
              <a:gd name="connsiteY644" fmla="*/ 3063751 h 6858000"/>
              <a:gd name="connsiteX645" fmla="*/ 2408099 w 7467600"/>
              <a:gd name="connsiteY645" fmla="*/ 3064403 h 6858000"/>
              <a:gd name="connsiteX646" fmla="*/ 2407218 w 7467600"/>
              <a:gd name="connsiteY646" fmla="*/ 3070324 h 6858000"/>
              <a:gd name="connsiteX647" fmla="*/ 2380138 w 7467600"/>
              <a:gd name="connsiteY647" fmla="*/ 3099341 h 6858000"/>
              <a:gd name="connsiteX648" fmla="*/ 1765923 w 7467600"/>
              <a:gd name="connsiteY648" fmla="*/ 3581043 h 6858000"/>
              <a:gd name="connsiteX649" fmla="*/ 1702258 w 7467600"/>
              <a:gd name="connsiteY649" fmla="*/ 3612286 h 6858000"/>
              <a:gd name="connsiteX650" fmla="*/ 1538370 w 7467600"/>
              <a:gd name="connsiteY650" fmla="*/ 3811804 h 6858000"/>
              <a:gd name="connsiteX651" fmla="*/ 542867 w 7467600"/>
              <a:gd name="connsiteY651" fmla="*/ 4944092 h 6858000"/>
              <a:gd name="connsiteX652" fmla="*/ 515800 w 7467600"/>
              <a:gd name="connsiteY652" fmla="*/ 4862180 h 6858000"/>
              <a:gd name="connsiteX653" fmla="*/ 909145 w 7467600"/>
              <a:gd name="connsiteY653" fmla="*/ 4199225 h 6858000"/>
              <a:gd name="connsiteX654" fmla="*/ 1214067 w 7467600"/>
              <a:gd name="connsiteY654" fmla="*/ 3908561 h 6858000"/>
              <a:gd name="connsiteX655" fmla="*/ 640967 w 7467600"/>
              <a:gd name="connsiteY655" fmla="*/ 4105601 h 6858000"/>
              <a:gd name="connsiteX656" fmla="*/ 112563 w 7467600"/>
              <a:gd name="connsiteY656" fmla="*/ 4396952 h 6858000"/>
              <a:gd name="connsiteX657" fmla="*/ 0 w 7467600"/>
              <a:gd name="connsiteY657" fmla="*/ 4466006 h 6858000"/>
              <a:gd name="connsiteX658" fmla="*/ 0 w 7467600"/>
              <a:gd name="connsiteY658" fmla="*/ 4233763 h 6858000"/>
              <a:gd name="connsiteX659" fmla="*/ 36881 w 7467600"/>
              <a:gd name="connsiteY659" fmla="*/ 4200118 h 6858000"/>
              <a:gd name="connsiteX660" fmla="*/ 910534 w 7467600"/>
              <a:gd name="connsiteY660" fmla="*/ 3629753 h 6858000"/>
              <a:gd name="connsiteX661" fmla="*/ 1578717 w 7467600"/>
              <a:gd name="connsiteY661" fmla="*/ 3575982 h 6858000"/>
              <a:gd name="connsiteX662" fmla="*/ 2338780 w 7467600"/>
              <a:gd name="connsiteY662" fmla="*/ 3033725 h 6858000"/>
              <a:gd name="connsiteX663" fmla="*/ 1807991 w 7467600"/>
              <a:gd name="connsiteY663" fmla="*/ 2807184 h 6858000"/>
              <a:gd name="connsiteX664" fmla="*/ 1416358 w 7467600"/>
              <a:gd name="connsiteY664" fmla="*/ 3112571 h 6858000"/>
              <a:gd name="connsiteX665" fmla="*/ 939066 w 7467600"/>
              <a:gd name="connsiteY665" fmla="*/ 3378798 h 6858000"/>
              <a:gd name="connsiteX666" fmla="*/ 115099 w 7467600"/>
              <a:gd name="connsiteY666" fmla="*/ 3607650 h 6858000"/>
              <a:gd name="connsiteX667" fmla="*/ 97284 w 7467600"/>
              <a:gd name="connsiteY667" fmla="*/ 3520393 h 6858000"/>
              <a:gd name="connsiteX668" fmla="*/ 922050 w 7467600"/>
              <a:gd name="connsiteY668" fmla="*/ 3074867 h 6858000"/>
              <a:gd name="connsiteX669" fmla="*/ 1405265 w 7467600"/>
              <a:gd name="connsiteY669" fmla="*/ 3016319 h 6858000"/>
              <a:gd name="connsiteX670" fmla="*/ 1407512 w 7467600"/>
              <a:gd name="connsiteY670" fmla="*/ 3018001 h 6858000"/>
              <a:gd name="connsiteX671" fmla="*/ 1726266 w 7467600"/>
              <a:gd name="connsiteY671" fmla="*/ 2777274 h 6858000"/>
              <a:gd name="connsiteX672" fmla="*/ 625390 w 7467600"/>
              <a:gd name="connsiteY672" fmla="*/ 2514541 h 6858000"/>
              <a:gd name="connsiteX673" fmla="*/ 619799 w 7467600"/>
              <a:gd name="connsiteY673" fmla="*/ 2527180 h 6858000"/>
              <a:gd name="connsiteX674" fmla="*/ 310030 w 7467600"/>
              <a:gd name="connsiteY674" fmla="*/ 2771818 h 6858000"/>
              <a:gd name="connsiteX675" fmla="*/ 173877 w 7467600"/>
              <a:gd name="connsiteY675" fmla="*/ 2937056 h 6858000"/>
              <a:gd name="connsiteX676" fmla="*/ 77889 w 7467600"/>
              <a:gd name="connsiteY676" fmla="*/ 3138440 h 6858000"/>
              <a:gd name="connsiteX677" fmla="*/ 0 w 7467600"/>
              <a:gd name="connsiteY677" fmla="*/ 3271395 h 6858000"/>
              <a:gd name="connsiteX678" fmla="*/ 0 w 7467600"/>
              <a:gd name="connsiteY678" fmla="*/ 3153002 h 6858000"/>
              <a:gd name="connsiteX679" fmla="*/ 2386 w 7467600"/>
              <a:gd name="connsiteY679" fmla="*/ 3149203 h 6858000"/>
              <a:gd name="connsiteX680" fmla="*/ 89753 w 7467600"/>
              <a:gd name="connsiteY680" fmla="*/ 2987702 h 6858000"/>
              <a:gd name="connsiteX681" fmla="*/ 76869 w 7467600"/>
              <a:gd name="connsiteY681" fmla="*/ 3005404 h 6858000"/>
              <a:gd name="connsiteX682" fmla="*/ 32049 w 7467600"/>
              <a:gd name="connsiteY682" fmla="*/ 3065814 h 6858000"/>
              <a:gd name="connsiteX683" fmla="*/ 0 w 7467600"/>
              <a:gd name="connsiteY683" fmla="*/ 3108744 h 6858000"/>
              <a:gd name="connsiteX684" fmla="*/ 0 w 7467600"/>
              <a:gd name="connsiteY684" fmla="*/ 3058059 h 6858000"/>
              <a:gd name="connsiteX685" fmla="*/ 7610 w 7467600"/>
              <a:gd name="connsiteY685" fmla="*/ 3047889 h 6858000"/>
              <a:gd name="connsiteX686" fmla="*/ 52419 w 7467600"/>
              <a:gd name="connsiteY686" fmla="*/ 2987479 h 6858000"/>
              <a:gd name="connsiteX687" fmla="*/ 59142 w 7467600"/>
              <a:gd name="connsiteY687" fmla="*/ 2978488 h 6858000"/>
              <a:gd name="connsiteX688" fmla="*/ 0 w 7467600"/>
              <a:gd name="connsiteY688" fmla="*/ 3015334 h 6858000"/>
              <a:gd name="connsiteX689" fmla="*/ 0 w 7467600"/>
              <a:gd name="connsiteY689" fmla="*/ 2914286 h 6858000"/>
              <a:gd name="connsiteX690" fmla="*/ 36383 w 7467600"/>
              <a:gd name="connsiteY690" fmla="*/ 2901128 h 6858000"/>
              <a:gd name="connsiteX691" fmla="*/ 156329 w 7467600"/>
              <a:gd name="connsiteY691" fmla="*/ 2840533 h 6858000"/>
              <a:gd name="connsiteX692" fmla="*/ 358355 w 7467600"/>
              <a:gd name="connsiteY692" fmla="*/ 2620471 h 6858000"/>
              <a:gd name="connsiteX693" fmla="*/ 510577 w 7467600"/>
              <a:gd name="connsiteY693" fmla="*/ 2501244 h 6858000"/>
              <a:gd name="connsiteX694" fmla="*/ 211967 w 7467600"/>
              <a:gd name="connsiteY694" fmla="*/ 2479171 h 6858000"/>
              <a:gd name="connsiteX695" fmla="*/ 0 w 7467600"/>
              <a:gd name="connsiteY695" fmla="*/ 2476398 h 6858000"/>
              <a:gd name="connsiteX696" fmla="*/ 0 w 7467600"/>
              <a:gd name="connsiteY696" fmla="*/ 2389189 h 6858000"/>
              <a:gd name="connsiteX697" fmla="*/ 103062 w 7467600"/>
              <a:gd name="connsiteY697" fmla="*/ 2389518 h 6858000"/>
              <a:gd name="connsiteX698" fmla="*/ 510734 w 7467600"/>
              <a:gd name="connsiteY698" fmla="*/ 2416201 h 6858000"/>
              <a:gd name="connsiteX699" fmla="*/ 279257 w 7467600"/>
              <a:gd name="connsiteY699" fmla="*/ 2092102 h 6858000"/>
              <a:gd name="connsiteX700" fmla="*/ 65265 w 7467600"/>
              <a:gd name="connsiteY700" fmla="*/ 2006049 h 6858000"/>
              <a:gd name="connsiteX701" fmla="*/ 0 w 7467600"/>
              <a:gd name="connsiteY701" fmla="*/ 1982532 h 6858000"/>
              <a:gd name="connsiteX702" fmla="*/ 0 w 7467600"/>
              <a:gd name="connsiteY702" fmla="*/ 1912789 h 6858000"/>
              <a:gd name="connsiteX703" fmla="*/ 97460 w 7467600"/>
              <a:gd name="connsiteY703" fmla="*/ 1953725 h 6858000"/>
              <a:gd name="connsiteX704" fmla="*/ 221272 w 7467600"/>
              <a:gd name="connsiteY704" fmla="*/ 1980766 h 6858000"/>
              <a:gd name="connsiteX705" fmla="*/ 116765 w 7467600"/>
              <a:gd name="connsiteY705" fmla="*/ 1911033 h 6858000"/>
              <a:gd name="connsiteX706" fmla="*/ 16405 w 7467600"/>
              <a:gd name="connsiteY706" fmla="*/ 1803412 h 6858000"/>
              <a:gd name="connsiteX707" fmla="*/ 0 w 7467600"/>
              <a:gd name="connsiteY707" fmla="*/ 1784777 h 6858000"/>
              <a:gd name="connsiteX708" fmla="*/ 0 w 7467600"/>
              <a:gd name="connsiteY708" fmla="*/ 1740082 h 6858000"/>
              <a:gd name="connsiteX709" fmla="*/ 39394 w 7467600"/>
              <a:gd name="connsiteY709" fmla="*/ 1784856 h 6858000"/>
              <a:gd name="connsiteX710" fmla="*/ 135813 w 7467600"/>
              <a:gd name="connsiteY710" fmla="*/ 1888838 h 6858000"/>
              <a:gd name="connsiteX711" fmla="*/ 242575 w 7467600"/>
              <a:gd name="connsiteY711" fmla="*/ 1958841 h 6858000"/>
              <a:gd name="connsiteX712" fmla="*/ 82197 w 7467600"/>
              <a:gd name="connsiteY712" fmla="*/ 1754826 h 6858000"/>
              <a:gd name="connsiteX713" fmla="*/ 0 w 7467600"/>
              <a:gd name="connsiteY713" fmla="*/ 1679650 h 6858000"/>
              <a:gd name="connsiteX714" fmla="*/ 0 w 7467600"/>
              <a:gd name="connsiteY714" fmla="*/ 1602463 h 6858000"/>
              <a:gd name="connsiteX715" fmla="*/ 84689 w 7467600"/>
              <a:gd name="connsiteY715" fmla="*/ 1677442 h 6858000"/>
              <a:gd name="connsiteX716" fmla="*/ 298437 w 7467600"/>
              <a:gd name="connsiteY716" fmla="*/ 1968019 h 6858000"/>
              <a:gd name="connsiteX717" fmla="*/ 227269 w 7467600"/>
              <a:gd name="connsiteY717" fmla="*/ 1114064 h 6858000"/>
              <a:gd name="connsiteX718" fmla="*/ 248003 w 7467600"/>
              <a:gd name="connsiteY718" fmla="*/ 1089613 h 6858000"/>
              <a:gd name="connsiteX719" fmla="*/ 427020 w 7467600"/>
              <a:gd name="connsiteY719" fmla="*/ 1619803 h 6858000"/>
              <a:gd name="connsiteX720" fmla="*/ 340345 w 7467600"/>
              <a:gd name="connsiteY720" fmla="*/ 2027739 h 6858000"/>
              <a:gd name="connsiteX721" fmla="*/ 360865 w 7467600"/>
              <a:gd name="connsiteY721" fmla="*/ 2044827 h 6858000"/>
              <a:gd name="connsiteX722" fmla="*/ 560414 w 7467600"/>
              <a:gd name="connsiteY722" fmla="*/ 2421457 h 6858000"/>
              <a:gd name="connsiteX723" fmla="*/ 1359703 w 7467600"/>
              <a:gd name="connsiteY723" fmla="*/ 2578554 h 6858000"/>
              <a:gd name="connsiteX724" fmla="*/ 1359422 w 7467600"/>
              <a:gd name="connsiteY724" fmla="*/ 2577994 h 6858000"/>
              <a:gd name="connsiteX725" fmla="*/ 828701 w 7467600"/>
              <a:gd name="connsiteY725" fmla="*/ 1839520 h 6858000"/>
              <a:gd name="connsiteX726" fmla="*/ 494427 w 7467600"/>
              <a:gd name="connsiteY726" fmla="*/ 1092333 h 6858000"/>
              <a:gd name="connsiteX727" fmla="*/ 506322 w 7467600"/>
              <a:gd name="connsiteY727" fmla="*/ 1020997 h 6858000"/>
              <a:gd name="connsiteX728" fmla="*/ 4570198 w 7467600"/>
              <a:gd name="connsiteY728" fmla="*/ 978081 h 6858000"/>
              <a:gd name="connsiteX729" fmla="*/ 4523691 w 7467600"/>
              <a:gd name="connsiteY729" fmla="*/ 1127776 h 6858000"/>
              <a:gd name="connsiteX730" fmla="*/ 4509875 w 7467600"/>
              <a:gd name="connsiteY730" fmla="*/ 1167552 h 6858000"/>
              <a:gd name="connsiteX731" fmla="*/ 4478168 w 7467600"/>
              <a:gd name="connsiteY731" fmla="*/ 1260735 h 6858000"/>
              <a:gd name="connsiteX732" fmla="*/ 4409309 w 7467600"/>
              <a:gd name="connsiteY732" fmla="*/ 1666996 h 6858000"/>
              <a:gd name="connsiteX733" fmla="*/ 4370031 w 7467600"/>
              <a:gd name="connsiteY733" fmla="*/ 1955666 h 6858000"/>
              <a:gd name="connsiteX734" fmla="*/ 4570198 w 7467600"/>
              <a:gd name="connsiteY734" fmla="*/ 978081 h 6858000"/>
              <a:gd name="connsiteX735" fmla="*/ 4557898 w 7467600"/>
              <a:gd name="connsiteY735" fmla="*/ 900011 h 6858000"/>
              <a:gd name="connsiteX736" fmla="*/ 4344840 w 7467600"/>
              <a:gd name="connsiteY736" fmla="*/ 1922038 h 6858000"/>
              <a:gd name="connsiteX737" fmla="*/ 4378710 w 7467600"/>
              <a:gd name="connsiteY737" fmla="*/ 1665516 h 6858000"/>
              <a:gd name="connsiteX738" fmla="*/ 4448798 w 7467600"/>
              <a:gd name="connsiteY738" fmla="*/ 1253024 h 6858000"/>
              <a:gd name="connsiteX739" fmla="*/ 4480315 w 7467600"/>
              <a:gd name="connsiteY739" fmla="*/ 1158454 h 6858000"/>
              <a:gd name="connsiteX740" fmla="*/ 4494133 w 7467600"/>
              <a:gd name="connsiteY740" fmla="*/ 1118676 h 6858000"/>
              <a:gd name="connsiteX741" fmla="*/ 4557898 w 7467600"/>
              <a:gd name="connsiteY741" fmla="*/ 900011 h 6858000"/>
              <a:gd name="connsiteX742" fmla="*/ 5870151 w 7467600"/>
              <a:gd name="connsiteY742" fmla="*/ 898890 h 6858000"/>
              <a:gd name="connsiteX743" fmla="*/ 5861335 w 7467600"/>
              <a:gd name="connsiteY743" fmla="*/ 899177 h 6858000"/>
              <a:gd name="connsiteX744" fmla="*/ 5843702 w 7467600"/>
              <a:gd name="connsiteY744" fmla="*/ 899748 h 6858000"/>
              <a:gd name="connsiteX745" fmla="*/ 5651107 w 7467600"/>
              <a:gd name="connsiteY745" fmla="*/ 920306 h 6858000"/>
              <a:gd name="connsiteX746" fmla="*/ 5459407 w 7467600"/>
              <a:gd name="connsiteY746" fmla="*/ 940975 h 6858000"/>
              <a:gd name="connsiteX747" fmla="*/ 5374846 w 7467600"/>
              <a:gd name="connsiteY747" fmla="*/ 941988 h 6858000"/>
              <a:gd name="connsiteX748" fmla="*/ 5256105 w 7467600"/>
              <a:gd name="connsiteY748" fmla="*/ 945632 h 6858000"/>
              <a:gd name="connsiteX749" fmla="*/ 5107071 w 7467600"/>
              <a:gd name="connsiteY749" fmla="*/ 969720 h 6858000"/>
              <a:gd name="connsiteX750" fmla="*/ 4998681 w 7467600"/>
              <a:gd name="connsiteY750" fmla="*/ 988771 h 6858000"/>
              <a:gd name="connsiteX751" fmla="*/ 5870151 w 7467600"/>
              <a:gd name="connsiteY751" fmla="*/ 898890 h 6858000"/>
              <a:gd name="connsiteX752" fmla="*/ 5504425 w 7467600"/>
              <a:gd name="connsiteY752" fmla="*/ 848067 h 6858000"/>
              <a:gd name="connsiteX753" fmla="*/ 4968849 w 7467600"/>
              <a:gd name="connsiteY753" fmla="*/ 962318 h 6858000"/>
              <a:gd name="connsiteX754" fmla="*/ 5104039 w 7467600"/>
              <a:gd name="connsiteY754" fmla="*/ 940634 h 6858000"/>
              <a:gd name="connsiteX755" fmla="*/ 5256311 w 7467600"/>
              <a:gd name="connsiteY755" fmla="*/ 916490 h 6858000"/>
              <a:gd name="connsiteX756" fmla="*/ 5377381 w 7467600"/>
              <a:gd name="connsiteY756" fmla="*/ 912671 h 6858000"/>
              <a:gd name="connsiteX757" fmla="*/ 5460148 w 7467600"/>
              <a:gd name="connsiteY757" fmla="*/ 911442 h 6858000"/>
              <a:gd name="connsiteX758" fmla="*/ 5648971 w 7467600"/>
              <a:gd name="connsiteY758" fmla="*/ 891331 h 6858000"/>
              <a:gd name="connsiteX759" fmla="*/ 5844807 w 7467600"/>
              <a:gd name="connsiteY759" fmla="*/ 870718 h 6858000"/>
              <a:gd name="connsiteX760" fmla="*/ 5862975 w 7467600"/>
              <a:gd name="connsiteY760" fmla="*/ 869756 h 6858000"/>
              <a:gd name="connsiteX761" fmla="*/ 5920887 w 7467600"/>
              <a:gd name="connsiteY761" fmla="*/ 865929 h 6858000"/>
              <a:gd name="connsiteX762" fmla="*/ 5504425 w 7467600"/>
              <a:gd name="connsiteY762" fmla="*/ 848067 h 6858000"/>
              <a:gd name="connsiteX763" fmla="*/ 3607114 w 7467600"/>
              <a:gd name="connsiteY763" fmla="*/ 467441 h 6858000"/>
              <a:gd name="connsiteX764" fmla="*/ 3296242 w 7467600"/>
              <a:gd name="connsiteY764" fmla="*/ 807991 h 6858000"/>
              <a:gd name="connsiteX765" fmla="*/ 3174674 w 7467600"/>
              <a:gd name="connsiteY765" fmla="*/ 919759 h 6858000"/>
              <a:gd name="connsiteX766" fmla="*/ 3042978 w 7467600"/>
              <a:gd name="connsiteY766" fmla="*/ 1054894 h 6858000"/>
              <a:gd name="connsiteX767" fmla="*/ 2968914 w 7467600"/>
              <a:gd name="connsiteY767" fmla="*/ 1133756 h 6858000"/>
              <a:gd name="connsiteX768" fmla="*/ 3103823 w 7467600"/>
              <a:gd name="connsiteY768" fmla="*/ 1026814 h 6858000"/>
              <a:gd name="connsiteX769" fmla="*/ 3607114 w 7467600"/>
              <a:gd name="connsiteY769" fmla="*/ 467441 h 6858000"/>
              <a:gd name="connsiteX770" fmla="*/ 3744487 w 7467600"/>
              <a:gd name="connsiteY770" fmla="*/ 383136 h 6858000"/>
              <a:gd name="connsiteX771" fmla="*/ 3970213 w 7467600"/>
              <a:gd name="connsiteY771" fmla="*/ 995559 h 6858000"/>
              <a:gd name="connsiteX772" fmla="*/ 3744487 w 7467600"/>
              <a:gd name="connsiteY772" fmla="*/ 383136 h 6858000"/>
              <a:gd name="connsiteX773" fmla="*/ 3624562 w 7467600"/>
              <a:gd name="connsiteY773" fmla="*/ 367041 h 6858000"/>
              <a:gd name="connsiteX774" fmla="*/ 3489712 w 7467600"/>
              <a:gd name="connsiteY774" fmla="*/ 485386 h 6858000"/>
              <a:gd name="connsiteX775" fmla="*/ 3182994 w 7467600"/>
              <a:gd name="connsiteY775" fmla="*/ 828265 h 6858000"/>
              <a:gd name="connsiteX776" fmla="*/ 2892114 w 7467600"/>
              <a:gd name="connsiteY776" fmla="*/ 1172635 h 6858000"/>
              <a:gd name="connsiteX777" fmla="*/ 3021459 w 7467600"/>
              <a:gd name="connsiteY777" fmla="*/ 1035385 h 6858000"/>
              <a:gd name="connsiteX778" fmla="*/ 3153873 w 7467600"/>
              <a:gd name="connsiteY778" fmla="*/ 898971 h 6858000"/>
              <a:gd name="connsiteX779" fmla="*/ 3276511 w 7467600"/>
              <a:gd name="connsiteY779" fmla="*/ 786423 h 6858000"/>
              <a:gd name="connsiteX780" fmla="*/ 3584154 w 7467600"/>
              <a:gd name="connsiteY780" fmla="*/ 448218 h 6858000"/>
              <a:gd name="connsiteX781" fmla="*/ 3624562 w 7467600"/>
              <a:gd name="connsiteY781" fmla="*/ 367041 h 6858000"/>
              <a:gd name="connsiteX782" fmla="*/ 3766672 w 7467600"/>
              <a:gd name="connsiteY782" fmla="*/ 359429 h 6858000"/>
              <a:gd name="connsiteX783" fmla="*/ 3996338 w 7467600"/>
              <a:gd name="connsiteY783" fmla="*/ 968237 h 6858000"/>
              <a:gd name="connsiteX784" fmla="*/ 3766672 w 7467600"/>
              <a:gd name="connsiteY784" fmla="*/ 359429 h 6858000"/>
              <a:gd name="connsiteX785" fmla="*/ 5805386 w 7467600"/>
              <a:gd name="connsiteY785" fmla="*/ 239240 h 6858000"/>
              <a:gd name="connsiteX786" fmla="*/ 5736947 w 7467600"/>
              <a:gd name="connsiteY786" fmla="*/ 261367 h 6858000"/>
              <a:gd name="connsiteX787" fmla="*/ 5427012 w 7467600"/>
              <a:gd name="connsiteY787" fmla="*/ 311272 h 6858000"/>
              <a:gd name="connsiteX788" fmla="*/ 5147818 w 7467600"/>
              <a:gd name="connsiteY788" fmla="*/ 322112 h 6858000"/>
              <a:gd name="connsiteX789" fmla="*/ 5060854 w 7467600"/>
              <a:gd name="connsiteY789" fmla="*/ 311882 h 6858000"/>
              <a:gd name="connsiteX790" fmla="*/ 4945989 w 7467600"/>
              <a:gd name="connsiteY790" fmla="*/ 300516 h 6858000"/>
              <a:gd name="connsiteX791" fmla="*/ 5410479 w 7467600"/>
              <a:gd name="connsiteY791" fmla="*/ 348434 h 6858000"/>
              <a:gd name="connsiteX792" fmla="*/ 5805386 w 7467600"/>
              <a:gd name="connsiteY792" fmla="*/ 239240 h 6858000"/>
              <a:gd name="connsiteX793" fmla="*/ 5905192 w 7467600"/>
              <a:gd name="connsiteY793" fmla="*/ 163079 h 6858000"/>
              <a:gd name="connsiteX794" fmla="*/ 5865655 w 7467600"/>
              <a:gd name="connsiteY794" fmla="*/ 171901 h 6858000"/>
              <a:gd name="connsiteX795" fmla="*/ 5259740 w 7467600"/>
              <a:gd name="connsiteY795" fmla="*/ 257013 h 6858000"/>
              <a:gd name="connsiteX796" fmla="*/ 5208466 w 7467600"/>
              <a:gd name="connsiteY796" fmla="*/ 257550 h 6858000"/>
              <a:gd name="connsiteX797" fmla="*/ 4980204 w 7467600"/>
              <a:gd name="connsiteY797" fmla="*/ 271903 h 6858000"/>
              <a:gd name="connsiteX798" fmla="*/ 5068068 w 7467600"/>
              <a:gd name="connsiteY798" fmla="*/ 282244 h 6858000"/>
              <a:gd name="connsiteX799" fmla="*/ 5153231 w 7467600"/>
              <a:gd name="connsiteY799" fmla="*/ 292240 h 6858000"/>
              <a:gd name="connsiteX800" fmla="*/ 5426491 w 7467600"/>
              <a:gd name="connsiteY800" fmla="*/ 281128 h 6858000"/>
              <a:gd name="connsiteX801" fmla="*/ 5731212 w 7467600"/>
              <a:gd name="connsiteY801" fmla="*/ 231951 h 6858000"/>
              <a:gd name="connsiteX802" fmla="*/ 5905192 w 7467600"/>
              <a:gd name="connsiteY802" fmla="*/ 163079 h 6858000"/>
              <a:gd name="connsiteX803" fmla="*/ 5944437 w 7467600"/>
              <a:gd name="connsiteY803" fmla="*/ 113829 h 6858000"/>
              <a:gd name="connsiteX804" fmla="*/ 5825032 w 7467600"/>
              <a:gd name="connsiteY804" fmla="*/ 146405 h 6858000"/>
              <a:gd name="connsiteX805" fmla="*/ 4955599 w 7467600"/>
              <a:gd name="connsiteY805" fmla="*/ 247008 h 6858000"/>
              <a:gd name="connsiteX806" fmla="*/ 5210104 w 7467600"/>
              <a:gd name="connsiteY806" fmla="*/ 228123 h 6858000"/>
              <a:gd name="connsiteX807" fmla="*/ 5261015 w 7467600"/>
              <a:gd name="connsiteY807" fmla="*/ 227087 h 6858000"/>
              <a:gd name="connsiteX808" fmla="*/ 5861181 w 7467600"/>
              <a:gd name="connsiteY808" fmla="*/ 143093 h 6858000"/>
              <a:gd name="connsiteX809" fmla="*/ 5961252 w 7467600"/>
              <a:gd name="connsiteY809" fmla="*/ 114820 h 6858000"/>
              <a:gd name="connsiteX810" fmla="*/ 5944437 w 7467600"/>
              <a:gd name="connsiteY810" fmla="*/ 113829 h 6858000"/>
              <a:gd name="connsiteX811" fmla="*/ 3882765 w 7467600"/>
              <a:gd name="connsiteY811" fmla="*/ 0 h 6858000"/>
              <a:gd name="connsiteX812" fmla="*/ 3995099 w 7467600"/>
              <a:gd name="connsiteY812" fmla="*/ 0 h 6858000"/>
              <a:gd name="connsiteX813" fmla="*/ 4163818 w 7467600"/>
              <a:gd name="connsiteY813" fmla="*/ 234104 h 6858000"/>
              <a:gd name="connsiteX814" fmla="*/ 4172099 w 7467600"/>
              <a:gd name="connsiteY814" fmla="*/ 234207 h 6858000"/>
              <a:gd name="connsiteX815" fmla="*/ 4784282 w 7467600"/>
              <a:gd name="connsiteY815" fmla="*/ 276561 h 6858000"/>
              <a:gd name="connsiteX816" fmla="*/ 4801687 w 7467600"/>
              <a:gd name="connsiteY816" fmla="*/ 267764 h 6858000"/>
              <a:gd name="connsiteX817" fmla="*/ 6082788 w 7467600"/>
              <a:gd name="connsiteY817" fmla="*/ 64119 h 6858000"/>
              <a:gd name="connsiteX818" fmla="*/ 6099442 w 7467600"/>
              <a:gd name="connsiteY818" fmla="*/ 82568 h 6858000"/>
              <a:gd name="connsiteX819" fmla="*/ 4804137 w 7467600"/>
              <a:gd name="connsiteY819" fmla="*/ 320931 h 6858000"/>
              <a:gd name="connsiteX820" fmla="*/ 4227047 w 7467600"/>
              <a:gd name="connsiteY820" fmla="*/ 313415 h 6858000"/>
              <a:gd name="connsiteX821" fmla="*/ 4346041 w 7467600"/>
              <a:gd name="connsiteY821" fmla="*/ 456086 h 6858000"/>
              <a:gd name="connsiteX822" fmla="*/ 4870967 w 7467600"/>
              <a:gd name="connsiteY822" fmla="*/ 963061 h 6858000"/>
              <a:gd name="connsiteX823" fmla="*/ 4889647 w 7467600"/>
              <a:gd name="connsiteY823" fmla="*/ 957147 h 6858000"/>
              <a:gd name="connsiteX824" fmla="*/ 5422504 w 7467600"/>
              <a:gd name="connsiteY824" fmla="*/ 805191 h 6858000"/>
              <a:gd name="connsiteX825" fmla="*/ 6087656 w 7467600"/>
              <a:gd name="connsiteY825" fmla="*/ 826703 h 6858000"/>
              <a:gd name="connsiteX826" fmla="*/ 6058717 w 7467600"/>
              <a:gd name="connsiteY826" fmla="*/ 865992 h 6858000"/>
              <a:gd name="connsiteX827" fmla="*/ 4974153 w 7467600"/>
              <a:gd name="connsiteY827" fmla="*/ 1045456 h 6858000"/>
              <a:gd name="connsiteX828" fmla="*/ 5627835 w 7467600"/>
              <a:gd name="connsiteY828" fmla="*/ 1472077 h 6858000"/>
              <a:gd name="connsiteX829" fmla="*/ 5629817 w 7467600"/>
              <a:gd name="connsiteY829" fmla="*/ 1471412 h 6858000"/>
              <a:gd name="connsiteX830" fmla="*/ 5634124 w 7467600"/>
              <a:gd name="connsiteY830" fmla="*/ 1470572 h 6858000"/>
              <a:gd name="connsiteX831" fmla="*/ 5755832 w 7467600"/>
              <a:gd name="connsiteY831" fmla="*/ 1383886 h 6858000"/>
              <a:gd name="connsiteX832" fmla="*/ 6014186 w 7467600"/>
              <a:gd name="connsiteY832" fmla="*/ 1279799 h 6858000"/>
              <a:gd name="connsiteX833" fmla="*/ 6901619 w 7467600"/>
              <a:gd name="connsiteY833" fmla="*/ 1047874 h 6858000"/>
              <a:gd name="connsiteX834" fmla="*/ 6931566 w 7467600"/>
              <a:gd name="connsiteY834" fmla="*/ 1062034 h 6858000"/>
              <a:gd name="connsiteX835" fmla="*/ 5790982 w 7467600"/>
              <a:gd name="connsiteY835" fmla="*/ 1561380 h 6858000"/>
              <a:gd name="connsiteX836" fmla="*/ 6188971 w 7467600"/>
              <a:gd name="connsiteY836" fmla="*/ 1755168 h 6858000"/>
              <a:gd name="connsiteX837" fmla="*/ 6202446 w 7467600"/>
              <a:gd name="connsiteY837" fmla="*/ 1752268 h 6858000"/>
              <a:gd name="connsiteX838" fmla="*/ 7179560 w 7467600"/>
              <a:gd name="connsiteY838" fmla="*/ 1467551 h 6858000"/>
              <a:gd name="connsiteX839" fmla="*/ 7158730 w 7467600"/>
              <a:gd name="connsiteY839" fmla="*/ 1507835 h 6858000"/>
              <a:gd name="connsiteX840" fmla="*/ 6326959 w 7467600"/>
              <a:gd name="connsiteY840" fmla="*/ 1817686 h 6858000"/>
              <a:gd name="connsiteX841" fmla="*/ 6537433 w 7467600"/>
              <a:gd name="connsiteY841" fmla="*/ 1907790 h 6858000"/>
              <a:gd name="connsiteX842" fmla="*/ 6550221 w 7467600"/>
              <a:gd name="connsiteY842" fmla="*/ 1910729 h 6858000"/>
              <a:gd name="connsiteX843" fmla="*/ 6964438 w 7467600"/>
              <a:gd name="connsiteY843" fmla="*/ 2209505 h 6858000"/>
              <a:gd name="connsiteX844" fmla="*/ 7367862 w 7467600"/>
              <a:gd name="connsiteY844" fmla="*/ 2806833 h 6858000"/>
              <a:gd name="connsiteX845" fmla="*/ 7364329 w 7467600"/>
              <a:gd name="connsiteY845" fmla="*/ 2826907 h 6858000"/>
              <a:gd name="connsiteX846" fmla="*/ 7290545 w 7467600"/>
              <a:gd name="connsiteY846" fmla="*/ 2850663 h 6858000"/>
              <a:gd name="connsiteX847" fmla="*/ 6472036 w 7467600"/>
              <a:gd name="connsiteY847" fmla="*/ 1959003 h 6858000"/>
              <a:gd name="connsiteX848" fmla="*/ 5792897 w 7467600"/>
              <a:gd name="connsiteY848" fmla="*/ 1647747 h 6858000"/>
              <a:gd name="connsiteX849" fmla="*/ 5842751 w 7467600"/>
              <a:gd name="connsiteY849" fmla="*/ 1816112 h 6858000"/>
              <a:gd name="connsiteX850" fmla="*/ 5847424 w 7467600"/>
              <a:gd name="connsiteY850" fmla="*/ 1815776 h 6858000"/>
              <a:gd name="connsiteX851" fmla="*/ 6399821 w 7467600"/>
              <a:gd name="connsiteY851" fmla="*/ 2344799 h 6858000"/>
              <a:gd name="connsiteX852" fmla="*/ 6323232 w 7467600"/>
              <a:gd name="connsiteY852" fmla="*/ 2389634 h 6858000"/>
              <a:gd name="connsiteX853" fmla="*/ 5942958 w 7467600"/>
              <a:gd name="connsiteY853" fmla="*/ 2077708 h 6858000"/>
              <a:gd name="connsiteX854" fmla="*/ 5921559 w 7467600"/>
              <a:gd name="connsiteY854" fmla="*/ 2378596 h 6858000"/>
              <a:gd name="connsiteX855" fmla="*/ 5817651 w 7467600"/>
              <a:gd name="connsiteY855" fmla="*/ 3023919 h 6858000"/>
              <a:gd name="connsiteX856" fmla="*/ 5729634 w 7467600"/>
              <a:gd name="connsiteY856" fmla="*/ 3051849 h 6858000"/>
              <a:gd name="connsiteX857" fmla="*/ 5611018 w 7467600"/>
              <a:gd name="connsiteY857" fmla="*/ 2316769 h 6858000"/>
              <a:gd name="connsiteX858" fmla="*/ 5687608 w 7467600"/>
              <a:gd name="connsiteY858" fmla="*/ 2039972 h 6858000"/>
              <a:gd name="connsiteX859" fmla="*/ 5657554 w 7467600"/>
              <a:gd name="connsiteY859" fmla="*/ 1576445 h 6858000"/>
              <a:gd name="connsiteX860" fmla="*/ 5150475 w 7467600"/>
              <a:gd name="connsiteY860" fmla="*/ 1274012 h 6858000"/>
              <a:gd name="connsiteX861" fmla="*/ 5349142 w 7467600"/>
              <a:gd name="connsiteY861" fmla="*/ 2204405 h 6858000"/>
              <a:gd name="connsiteX862" fmla="*/ 5262214 w 7467600"/>
              <a:gd name="connsiteY862" fmla="*/ 2233836 h 6858000"/>
              <a:gd name="connsiteX863" fmla="*/ 4981539 w 7467600"/>
              <a:gd name="connsiteY863" fmla="*/ 1542201 h 6858000"/>
              <a:gd name="connsiteX864" fmla="*/ 4958461 w 7467600"/>
              <a:gd name="connsiteY864" fmla="*/ 1136957 h 6858000"/>
              <a:gd name="connsiteX865" fmla="*/ 4655015 w 7467600"/>
              <a:gd name="connsiteY865" fmla="*/ 891426 h 6858000"/>
              <a:gd name="connsiteX866" fmla="*/ 4348002 w 7467600"/>
              <a:gd name="connsiteY866" fmla="*/ 2205895 h 6858000"/>
              <a:gd name="connsiteX867" fmla="*/ 4262250 w 7467600"/>
              <a:gd name="connsiteY867" fmla="*/ 2219972 h 6858000"/>
              <a:gd name="connsiteX868" fmla="*/ 4550611 w 7467600"/>
              <a:gd name="connsiteY868" fmla="*/ 817540 h 6858000"/>
              <a:gd name="connsiteX869" fmla="*/ 4564418 w 7467600"/>
              <a:gd name="connsiteY869" fmla="*/ 808293 h 6858000"/>
              <a:gd name="connsiteX870" fmla="*/ 4266388 w 7467600"/>
              <a:gd name="connsiteY870" fmla="*/ 500083 h 6858000"/>
              <a:gd name="connsiteX871" fmla="*/ 4032842 w 7467600"/>
              <a:gd name="connsiteY871" fmla="*/ 211809 h 6858000"/>
              <a:gd name="connsiteX872" fmla="*/ 3882765 w 7467600"/>
              <a:gd name="connsiteY872" fmla="*/ 0 h 6858000"/>
              <a:gd name="connsiteX873" fmla="*/ 3721337 w 7467600"/>
              <a:gd name="connsiteY873" fmla="*/ 0 h 6858000"/>
              <a:gd name="connsiteX874" fmla="*/ 3797544 w 7467600"/>
              <a:gd name="connsiteY874" fmla="*/ 0 h 6858000"/>
              <a:gd name="connsiteX875" fmla="*/ 3775734 w 7467600"/>
              <a:gd name="connsiteY875" fmla="*/ 95131 h 6858000"/>
              <a:gd name="connsiteX876" fmla="*/ 3724807 w 7467600"/>
              <a:gd name="connsiteY876" fmla="*/ 272257 h 6858000"/>
              <a:gd name="connsiteX877" fmla="*/ 3726844 w 7467600"/>
              <a:gd name="connsiteY877" fmla="*/ 282988 h 6858000"/>
              <a:gd name="connsiteX878" fmla="*/ 3742664 w 7467600"/>
              <a:gd name="connsiteY878" fmla="*/ 279918 h 6858000"/>
              <a:gd name="connsiteX879" fmla="*/ 4103910 w 7467600"/>
              <a:gd name="connsiteY879" fmla="*/ 1161917 h 6858000"/>
              <a:gd name="connsiteX880" fmla="*/ 4020269 w 7467600"/>
              <a:gd name="connsiteY880" fmla="*/ 1200406 h 6858000"/>
              <a:gd name="connsiteX881" fmla="*/ 3674882 w 7467600"/>
              <a:gd name="connsiteY881" fmla="*/ 488524 h 6858000"/>
              <a:gd name="connsiteX882" fmla="*/ 3132682 w 7467600"/>
              <a:gd name="connsiteY882" fmla="*/ 1072284 h 6858000"/>
              <a:gd name="connsiteX883" fmla="*/ 2716346 w 7467600"/>
              <a:gd name="connsiteY883" fmla="*/ 1276376 h 6858000"/>
              <a:gd name="connsiteX884" fmla="*/ 2716772 w 7467600"/>
              <a:gd name="connsiteY884" fmla="*/ 1255462 h 6858000"/>
              <a:gd name="connsiteX885" fmla="*/ 3471096 w 7467600"/>
              <a:gd name="connsiteY885" fmla="*/ 437072 h 6858000"/>
              <a:gd name="connsiteX886" fmla="*/ 3639057 w 7467600"/>
              <a:gd name="connsiteY886" fmla="*/ 286334 h 6858000"/>
              <a:gd name="connsiteX887" fmla="*/ 3640309 w 7467600"/>
              <a:gd name="connsiteY887" fmla="*/ 284664 h 6858000"/>
              <a:gd name="connsiteX888" fmla="*/ 3646022 w 7467600"/>
              <a:gd name="connsiteY888" fmla="*/ 276711 h 6858000"/>
              <a:gd name="connsiteX889" fmla="*/ 3707943 w 7467600"/>
              <a:gd name="connsiteY889" fmla="*/ 65958 h 6858000"/>
              <a:gd name="connsiteX890" fmla="*/ 3721337 w 7467600"/>
              <a:gd name="connsiteY890" fmla="*/ 0 h 6858000"/>
              <a:gd name="connsiteX891" fmla="*/ 2867960 w 7467600"/>
              <a:gd name="connsiteY891" fmla="*/ 0 h 6858000"/>
              <a:gd name="connsiteX892" fmla="*/ 2926351 w 7467600"/>
              <a:gd name="connsiteY892" fmla="*/ 0 h 6858000"/>
              <a:gd name="connsiteX893" fmla="*/ 2902823 w 7467600"/>
              <a:gd name="connsiteY893" fmla="*/ 262929 h 6858000"/>
              <a:gd name="connsiteX894" fmla="*/ 2940663 w 7467600"/>
              <a:gd name="connsiteY894" fmla="*/ 140884 h 6858000"/>
              <a:gd name="connsiteX895" fmla="*/ 2947039 w 7467600"/>
              <a:gd name="connsiteY895" fmla="*/ 122524 h 6858000"/>
              <a:gd name="connsiteX896" fmla="*/ 2984316 w 7467600"/>
              <a:gd name="connsiteY896" fmla="*/ 0 h 6858000"/>
              <a:gd name="connsiteX897" fmla="*/ 3016114 w 7467600"/>
              <a:gd name="connsiteY897" fmla="*/ 0 h 6858000"/>
              <a:gd name="connsiteX898" fmla="*/ 2979949 w 7467600"/>
              <a:gd name="connsiteY898" fmla="*/ 119274 h 6858000"/>
              <a:gd name="connsiteX899" fmla="*/ 3023879 w 7467600"/>
              <a:gd name="connsiteY899" fmla="*/ 0 h 6858000"/>
              <a:gd name="connsiteX900" fmla="*/ 3105400 w 7467600"/>
              <a:gd name="connsiteY900" fmla="*/ 0 h 6858000"/>
              <a:gd name="connsiteX901" fmla="*/ 3094669 w 7467600"/>
              <a:gd name="connsiteY901" fmla="*/ 30308 h 6858000"/>
              <a:gd name="connsiteX902" fmla="*/ 2901945 w 7467600"/>
              <a:gd name="connsiteY902" fmla="*/ 466538 h 6858000"/>
              <a:gd name="connsiteX903" fmla="*/ 2815209 w 7467600"/>
              <a:gd name="connsiteY903" fmla="*/ 497361 h 6858000"/>
              <a:gd name="connsiteX904" fmla="*/ 2844845 w 7467600"/>
              <a:gd name="connsiteY904" fmla="*/ 127638 h 6858000"/>
              <a:gd name="connsiteX905" fmla="*/ 2867960 w 7467600"/>
              <a:gd name="connsiteY905" fmla="*/ 0 h 6858000"/>
              <a:gd name="connsiteX906" fmla="*/ 1057230 w 7467600"/>
              <a:gd name="connsiteY906" fmla="*/ 0 h 6858000"/>
              <a:gd name="connsiteX907" fmla="*/ 1111003 w 7467600"/>
              <a:gd name="connsiteY907" fmla="*/ 0 h 6858000"/>
              <a:gd name="connsiteX908" fmla="*/ 1125553 w 7467600"/>
              <a:gd name="connsiteY908" fmla="*/ 52588 h 6858000"/>
              <a:gd name="connsiteX909" fmla="*/ 1304276 w 7467600"/>
              <a:gd name="connsiteY909" fmla="*/ 476275 h 6858000"/>
              <a:gd name="connsiteX910" fmla="*/ 1492066 w 7467600"/>
              <a:gd name="connsiteY910" fmla="*/ 886333 h 6858000"/>
              <a:gd name="connsiteX911" fmla="*/ 1423698 w 7467600"/>
              <a:gd name="connsiteY911" fmla="*/ 710817 h 6858000"/>
              <a:gd name="connsiteX912" fmla="*/ 1357609 w 7467600"/>
              <a:gd name="connsiteY912" fmla="*/ 532892 h 6858000"/>
              <a:gd name="connsiteX913" fmla="*/ 1309550 w 7467600"/>
              <a:gd name="connsiteY913" fmla="*/ 374031 h 6858000"/>
              <a:gd name="connsiteX914" fmla="*/ 1193673 w 7467600"/>
              <a:gd name="connsiteY914" fmla="*/ 49533 h 6858000"/>
              <a:gd name="connsiteX915" fmla="*/ 1164391 w 7467600"/>
              <a:gd name="connsiteY915" fmla="*/ 0 h 6858000"/>
              <a:gd name="connsiteX916" fmla="*/ 1200666 w 7467600"/>
              <a:gd name="connsiteY916" fmla="*/ 0 h 6858000"/>
              <a:gd name="connsiteX917" fmla="*/ 1223408 w 7467600"/>
              <a:gd name="connsiteY917" fmla="*/ 38996 h 6858000"/>
              <a:gd name="connsiteX918" fmla="*/ 1339635 w 7467600"/>
              <a:gd name="connsiteY918" fmla="*/ 365517 h 6858000"/>
              <a:gd name="connsiteX919" fmla="*/ 1387469 w 7467600"/>
              <a:gd name="connsiteY919" fmla="*/ 523079 h 6858000"/>
              <a:gd name="connsiteX920" fmla="*/ 1452685 w 7467600"/>
              <a:gd name="connsiteY920" fmla="*/ 699806 h 6858000"/>
              <a:gd name="connsiteX921" fmla="*/ 1492092 w 7467600"/>
              <a:gd name="connsiteY921" fmla="*/ 800424 h 6858000"/>
              <a:gd name="connsiteX922" fmla="*/ 1455302 w 7467600"/>
              <a:gd name="connsiteY922" fmla="*/ 632913 h 6858000"/>
              <a:gd name="connsiteX923" fmla="*/ 1222336 w 7467600"/>
              <a:gd name="connsiteY923" fmla="*/ 9480 h 6858000"/>
              <a:gd name="connsiteX924" fmla="*/ 1214634 w 7467600"/>
              <a:gd name="connsiteY924" fmla="*/ 0 h 6858000"/>
              <a:gd name="connsiteX925" fmla="*/ 1289827 w 7467600"/>
              <a:gd name="connsiteY925" fmla="*/ 0 h 6858000"/>
              <a:gd name="connsiteX926" fmla="*/ 1321076 w 7467600"/>
              <a:gd name="connsiteY926" fmla="*/ 59722 h 6858000"/>
              <a:gd name="connsiteX927" fmla="*/ 1512579 w 7467600"/>
              <a:gd name="connsiteY927" fmla="*/ 626441 h 6858000"/>
              <a:gd name="connsiteX928" fmla="*/ 1506076 w 7467600"/>
              <a:gd name="connsiteY928" fmla="*/ 1089289 h 6858000"/>
              <a:gd name="connsiteX929" fmla="*/ 1486346 w 7467600"/>
              <a:gd name="connsiteY929" fmla="*/ 1079919 h 6858000"/>
              <a:gd name="connsiteX930" fmla="*/ 1070511 w 7467600"/>
              <a:gd name="connsiteY930" fmla="*/ 48609 h 6858000"/>
              <a:gd name="connsiteX931" fmla="*/ 1057230 w 7467600"/>
              <a:gd name="connsiteY931" fmla="*/ 0 h 6858000"/>
              <a:gd name="connsiteX932" fmla="*/ 43151 w 7467600"/>
              <a:gd name="connsiteY932" fmla="*/ 0 h 6858000"/>
              <a:gd name="connsiteX933" fmla="*/ 95283 w 7467600"/>
              <a:gd name="connsiteY933" fmla="*/ 0 h 6858000"/>
              <a:gd name="connsiteX934" fmla="*/ 300708 w 7467600"/>
              <a:gd name="connsiteY934" fmla="*/ 154571 h 6858000"/>
              <a:gd name="connsiteX935" fmla="*/ 530414 w 7467600"/>
              <a:gd name="connsiteY935" fmla="*/ 354673 h 6858000"/>
              <a:gd name="connsiteX936" fmla="*/ 333785 w 7467600"/>
              <a:gd name="connsiteY936" fmla="*/ 161564 h 6858000"/>
              <a:gd name="connsiteX937" fmla="*/ 147005 w 7467600"/>
              <a:gd name="connsiteY937" fmla="*/ 0 h 6858000"/>
              <a:gd name="connsiteX938" fmla="*/ 272509 w 7467600"/>
              <a:gd name="connsiteY938" fmla="*/ 0 h 6858000"/>
              <a:gd name="connsiteX939" fmla="*/ 326276 w 7467600"/>
              <a:gd name="connsiteY939" fmla="*/ 45847 h 6858000"/>
              <a:gd name="connsiteX940" fmla="*/ 823759 w 7467600"/>
              <a:gd name="connsiteY940" fmla="*/ 574145 h 6858000"/>
              <a:gd name="connsiteX941" fmla="*/ 811254 w 7467600"/>
              <a:gd name="connsiteY941" fmla="*/ 665546 h 6858000"/>
              <a:gd name="connsiteX942" fmla="*/ 154042 w 7467600"/>
              <a:gd name="connsiteY942" fmla="*/ 261522 h 6858000"/>
              <a:gd name="connsiteX943" fmla="*/ 13550 w 7467600"/>
              <a:gd name="connsiteY943" fmla="*/ 158423 h 6858000"/>
              <a:gd name="connsiteX944" fmla="*/ 0 w 7467600"/>
              <a:gd name="connsiteY944" fmla="*/ 146618 h 6858000"/>
              <a:gd name="connsiteX945" fmla="*/ 0 w 7467600"/>
              <a:gd name="connsiteY945" fmla="*/ 59161 h 6858000"/>
              <a:gd name="connsiteX946" fmla="*/ 45427 w 7467600"/>
              <a:gd name="connsiteY946" fmla="*/ 101078 h 6858000"/>
              <a:gd name="connsiteX947" fmla="*/ 630103 w 7467600"/>
              <a:gd name="connsiteY947" fmla="*/ 485885 h 6858000"/>
              <a:gd name="connsiteX948" fmla="*/ 532040 w 7467600"/>
              <a:gd name="connsiteY948" fmla="*/ 399359 h 6858000"/>
              <a:gd name="connsiteX949" fmla="*/ 517618 w 7467600"/>
              <a:gd name="connsiteY949" fmla="*/ 385726 h 6858000"/>
              <a:gd name="connsiteX950" fmla="*/ 285074 w 7467600"/>
              <a:gd name="connsiteY950" fmla="*/ 182755 h 6858000"/>
              <a:gd name="connsiteX951" fmla="*/ 43151 w 7467600"/>
              <a:gd name="connsiteY95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10696 w 7467600"/>
              <a:gd name="connsiteY4" fmla="*/ 6803861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467600 w 7467600"/>
              <a:gd name="connsiteY16" fmla="*/ 6805948 h 6858000"/>
              <a:gd name="connsiteX17" fmla="*/ 7467600 w 7467600"/>
              <a:gd name="connsiteY17" fmla="*/ 6831490 h 6858000"/>
              <a:gd name="connsiteX18" fmla="*/ 7410696 w 7467600"/>
              <a:gd name="connsiteY18" fmla="*/ 6803861 h 6858000"/>
              <a:gd name="connsiteX19" fmla="*/ 1019354 w 7467600"/>
              <a:gd name="connsiteY19" fmla="*/ 6315006 h 6858000"/>
              <a:gd name="connsiteX20" fmla="*/ 441046 w 7467600"/>
              <a:gd name="connsiteY20" fmla="*/ 6691153 h 6858000"/>
              <a:gd name="connsiteX21" fmla="*/ 1019354 w 7467600"/>
              <a:gd name="connsiteY21" fmla="*/ 6315006 h 6858000"/>
              <a:gd name="connsiteX22" fmla="*/ 991680 w 7467600"/>
              <a:gd name="connsiteY22" fmla="*/ 6298413 h 6858000"/>
              <a:gd name="connsiteX23" fmla="*/ 409060 w 7467600"/>
              <a:gd name="connsiteY23" fmla="*/ 6671470 h 6858000"/>
              <a:gd name="connsiteX24" fmla="*/ 991680 w 7467600"/>
              <a:gd name="connsiteY24" fmla="*/ 6298413 h 6858000"/>
              <a:gd name="connsiteX25" fmla="*/ 103333 w 7467600"/>
              <a:gd name="connsiteY25" fmla="*/ 5699602 h 6858000"/>
              <a:gd name="connsiteX26" fmla="*/ 233938 w 7467600"/>
              <a:gd name="connsiteY26" fmla="*/ 5809416 h 6858000"/>
              <a:gd name="connsiteX27" fmla="*/ 883580 w 7467600"/>
              <a:gd name="connsiteY27" fmla="*/ 6180710 h 6858000"/>
              <a:gd name="connsiteX28" fmla="*/ 487337 w 7467600"/>
              <a:gd name="connsiteY28" fmla="*/ 5950182 h 6858000"/>
              <a:gd name="connsiteX29" fmla="*/ 354051 w 7467600"/>
              <a:gd name="connsiteY29" fmla="*/ 5854912 h 6858000"/>
              <a:gd name="connsiteX30" fmla="*/ 195436 w 7467600"/>
              <a:gd name="connsiteY30" fmla="*/ 5755068 h 6858000"/>
              <a:gd name="connsiteX31" fmla="*/ 103333 w 7467600"/>
              <a:gd name="connsiteY31" fmla="*/ 5699602 h 6858000"/>
              <a:gd name="connsiteX32" fmla="*/ 5539432 w 7467600"/>
              <a:gd name="connsiteY32" fmla="*/ 5642928 h 6858000"/>
              <a:gd name="connsiteX33" fmla="*/ 5555462 w 7467600"/>
              <a:gd name="connsiteY33" fmla="*/ 5694454 h 6858000"/>
              <a:gd name="connsiteX34" fmla="*/ 5828270 w 7467600"/>
              <a:gd name="connsiteY34" fmla="*/ 6320663 h 6858000"/>
              <a:gd name="connsiteX35" fmla="*/ 5947416 w 7467600"/>
              <a:gd name="connsiteY35" fmla="*/ 6574846 h 6858000"/>
              <a:gd name="connsiteX36" fmla="*/ 5539432 w 7467600"/>
              <a:gd name="connsiteY36" fmla="*/ 5642928 h 6858000"/>
              <a:gd name="connsiteX37" fmla="*/ 51253 w 7467600"/>
              <a:gd name="connsiteY37" fmla="*/ 5631825 h 6858000"/>
              <a:gd name="connsiteX38" fmla="*/ 211622 w 7467600"/>
              <a:gd name="connsiteY38" fmla="*/ 5728803 h 6858000"/>
              <a:gd name="connsiteX39" fmla="*/ 371652 w 7467600"/>
              <a:gd name="connsiteY39" fmla="*/ 5829062 h 6858000"/>
              <a:gd name="connsiteX40" fmla="*/ 505903 w 7467600"/>
              <a:gd name="connsiteY40" fmla="*/ 5925221 h 6858000"/>
              <a:gd name="connsiteX41" fmla="*/ 899240 w 7467600"/>
              <a:gd name="connsiteY41" fmla="*/ 6153068 h 6858000"/>
              <a:gd name="connsiteX42" fmla="*/ 988114 w 7467600"/>
              <a:gd name="connsiteY42" fmla="*/ 6174204 h 6858000"/>
              <a:gd name="connsiteX43" fmla="*/ 845971 w 7467600"/>
              <a:gd name="connsiteY43" fmla="*/ 6067177 h 6858000"/>
              <a:gd name="connsiteX44" fmla="*/ 448057 w 7467600"/>
              <a:gd name="connsiteY44" fmla="*/ 5841376 h 6858000"/>
              <a:gd name="connsiteX45" fmla="*/ 51253 w 7467600"/>
              <a:gd name="connsiteY45" fmla="*/ 5631825 h 6858000"/>
              <a:gd name="connsiteX46" fmla="*/ 2606687 w 7467600"/>
              <a:gd name="connsiteY46" fmla="*/ 5630718 h 6858000"/>
              <a:gd name="connsiteX47" fmla="*/ 2645658 w 7467600"/>
              <a:gd name="connsiteY47" fmla="*/ 6640259 h 6858000"/>
              <a:gd name="connsiteX48" fmla="*/ 2606687 w 7467600"/>
              <a:gd name="connsiteY48" fmla="*/ 5630718 h 6858000"/>
              <a:gd name="connsiteX49" fmla="*/ 3642057 w 7467600"/>
              <a:gd name="connsiteY49" fmla="*/ 5573487 h 6858000"/>
              <a:gd name="connsiteX50" fmla="*/ 3632981 w 7467600"/>
              <a:gd name="connsiteY50" fmla="*/ 5579437 h 6858000"/>
              <a:gd name="connsiteX51" fmla="*/ 3382436 w 7467600"/>
              <a:gd name="connsiteY51" fmla="*/ 5952726 h 6858000"/>
              <a:gd name="connsiteX52" fmla="*/ 3191929 w 7467600"/>
              <a:gd name="connsiteY52" fmla="*/ 6662669 h 6858000"/>
              <a:gd name="connsiteX53" fmla="*/ 3369898 w 7467600"/>
              <a:gd name="connsiteY53" fmla="*/ 6081771 h 6858000"/>
              <a:gd name="connsiteX54" fmla="*/ 3642057 w 7467600"/>
              <a:gd name="connsiteY54" fmla="*/ 5573487 h 6858000"/>
              <a:gd name="connsiteX55" fmla="*/ 2650666 w 7467600"/>
              <a:gd name="connsiteY55" fmla="*/ 5530686 h 6858000"/>
              <a:gd name="connsiteX56" fmla="*/ 2650249 w 7467600"/>
              <a:gd name="connsiteY56" fmla="*/ 5532101 h 6858000"/>
              <a:gd name="connsiteX57" fmla="*/ 2663808 w 7467600"/>
              <a:gd name="connsiteY57" fmla="*/ 6535215 h 6858000"/>
              <a:gd name="connsiteX58" fmla="*/ 2665418 w 7467600"/>
              <a:gd name="connsiteY58" fmla="*/ 6132756 h 6858000"/>
              <a:gd name="connsiteX59" fmla="*/ 2650666 w 7467600"/>
              <a:gd name="connsiteY59" fmla="*/ 5530686 h 6858000"/>
              <a:gd name="connsiteX60" fmla="*/ 2680277 w 7467600"/>
              <a:gd name="connsiteY60" fmla="*/ 5479204 h 6858000"/>
              <a:gd name="connsiteX61" fmla="*/ 2678972 w 7467600"/>
              <a:gd name="connsiteY61" fmla="*/ 5481582 h 6858000"/>
              <a:gd name="connsiteX62" fmla="*/ 2696666 w 7467600"/>
              <a:gd name="connsiteY62" fmla="*/ 6133836 h 6858000"/>
              <a:gd name="connsiteX63" fmla="*/ 2695769 w 7467600"/>
              <a:gd name="connsiteY63" fmla="*/ 6390955 h 6858000"/>
              <a:gd name="connsiteX64" fmla="*/ 2739893 w 7467600"/>
              <a:gd name="connsiteY64" fmla="*/ 6108357 h 6858000"/>
              <a:gd name="connsiteX65" fmla="*/ 2680277 w 7467600"/>
              <a:gd name="connsiteY65" fmla="*/ 5479204 h 6858000"/>
              <a:gd name="connsiteX66" fmla="*/ 1132195 w 7467600"/>
              <a:gd name="connsiteY66" fmla="*/ 5467980 h 6858000"/>
              <a:gd name="connsiteX67" fmla="*/ 1679056 w 7467600"/>
              <a:gd name="connsiteY67" fmla="*/ 5516907 h 6858000"/>
              <a:gd name="connsiteX68" fmla="*/ 2128648 w 7467600"/>
              <a:gd name="connsiteY68" fmla="*/ 5474249 h 6858000"/>
              <a:gd name="connsiteX69" fmla="*/ 1825619 w 7467600"/>
              <a:gd name="connsiteY69" fmla="*/ 5478447 h 6858000"/>
              <a:gd name="connsiteX70" fmla="*/ 1737798 w 7467600"/>
              <a:gd name="connsiteY70" fmla="*/ 5483353 h 6858000"/>
              <a:gd name="connsiteX71" fmla="*/ 1132195 w 7467600"/>
              <a:gd name="connsiteY71" fmla="*/ 5467980 h 6858000"/>
              <a:gd name="connsiteX72" fmla="*/ 1456157 w 7467600"/>
              <a:gd name="connsiteY72" fmla="*/ 5371404 h 6858000"/>
              <a:gd name="connsiteX73" fmla="*/ 1244432 w 7467600"/>
              <a:gd name="connsiteY73" fmla="*/ 5385601 h 6858000"/>
              <a:gd name="connsiteX74" fmla="*/ 973990 w 7467600"/>
              <a:gd name="connsiteY74" fmla="*/ 5424940 h 6858000"/>
              <a:gd name="connsiteX75" fmla="*/ 1103809 w 7467600"/>
              <a:gd name="connsiteY75" fmla="*/ 5433720 h 6858000"/>
              <a:gd name="connsiteX76" fmla="*/ 1123454 w 7467600"/>
              <a:gd name="connsiteY76" fmla="*/ 5435727 h 6858000"/>
              <a:gd name="connsiteX77" fmla="*/ 1737017 w 7467600"/>
              <a:gd name="connsiteY77" fmla="*/ 5452183 h 6858000"/>
              <a:gd name="connsiteX78" fmla="*/ 1824397 w 7467600"/>
              <a:gd name="connsiteY78" fmla="*/ 5447757 h 6858000"/>
              <a:gd name="connsiteX79" fmla="*/ 2070059 w 7467600"/>
              <a:gd name="connsiteY79" fmla="*/ 5441660 h 6858000"/>
              <a:gd name="connsiteX80" fmla="*/ 1456157 w 7467600"/>
              <a:gd name="connsiteY80" fmla="*/ 5371404 h 6858000"/>
              <a:gd name="connsiteX81" fmla="*/ 4988186 w 7467600"/>
              <a:gd name="connsiteY81" fmla="*/ 5216467 h 6858000"/>
              <a:gd name="connsiteX82" fmla="*/ 4777334 w 7467600"/>
              <a:gd name="connsiteY82" fmla="*/ 5406072 h 6858000"/>
              <a:gd name="connsiteX83" fmla="*/ 4718341 w 7467600"/>
              <a:gd name="connsiteY83" fmla="*/ 5468043 h 6858000"/>
              <a:gd name="connsiteX84" fmla="*/ 4604655 w 7467600"/>
              <a:gd name="connsiteY84" fmla="*/ 5583434 h 6858000"/>
              <a:gd name="connsiteX85" fmla="*/ 4565074 w 7467600"/>
              <a:gd name="connsiteY85" fmla="*/ 5618550 h 6858000"/>
              <a:gd name="connsiteX86" fmla="*/ 4988186 w 7467600"/>
              <a:gd name="connsiteY86" fmla="*/ 5216467 h 6858000"/>
              <a:gd name="connsiteX87" fmla="*/ 4978032 w 7467600"/>
              <a:gd name="connsiteY87" fmla="*/ 5183809 h 6858000"/>
              <a:gd name="connsiteX88" fmla="*/ 4463413 w 7467600"/>
              <a:gd name="connsiteY88" fmla="*/ 5615162 h 6858000"/>
              <a:gd name="connsiteX89" fmla="*/ 4358134 w 7467600"/>
              <a:gd name="connsiteY89" fmla="*/ 5742791 h 6858000"/>
              <a:gd name="connsiteX90" fmla="*/ 4376219 w 7467600"/>
              <a:gd name="connsiteY90" fmla="*/ 5729027 h 6858000"/>
              <a:gd name="connsiteX91" fmla="*/ 4582340 w 7467600"/>
              <a:gd name="connsiteY91" fmla="*/ 5561037 h 6858000"/>
              <a:gd name="connsiteX92" fmla="*/ 4694684 w 7467600"/>
              <a:gd name="connsiteY92" fmla="*/ 5447098 h 6858000"/>
              <a:gd name="connsiteX93" fmla="*/ 4754123 w 7467600"/>
              <a:gd name="connsiteY93" fmla="*/ 5384643 h 6858000"/>
              <a:gd name="connsiteX94" fmla="*/ 4978032 w 7467600"/>
              <a:gd name="connsiteY94" fmla="*/ 5183809 h 6858000"/>
              <a:gd name="connsiteX95" fmla="*/ 1903353 w 7467600"/>
              <a:gd name="connsiteY95" fmla="*/ 5044827 h 6858000"/>
              <a:gd name="connsiteX96" fmla="*/ 1936931 w 7467600"/>
              <a:gd name="connsiteY96" fmla="*/ 5093954 h 6858000"/>
              <a:gd name="connsiteX97" fmla="*/ 2195868 w 7467600"/>
              <a:gd name="connsiteY97" fmla="*/ 5396574 h 6858000"/>
              <a:gd name="connsiteX98" fmla="*/ 2088852 w 7467600"/>
              <a:gd name="connsiteY98" fmla="*/ 5166123 h 6858000"/>
              <a:gd name="connsiteX99" fmla="*/ 1958241 w 7467600"/>
              <a:gd name="connsiteY99" fmla="*/ 5067955 h 6858000"/>
              <a:gd name="connsiteX100" fmla="*/ 1903353 w 7467600"/>
              <a:gd name="connsiteY100" fmla="*/ 5044827 h 6858000"/>
              <a:gd name="connsiteX101" fmla="*/ 1979378 w 7467600"/>
              <a:gd name="connsiteY101" fmla="*/ 4769504 h 6858000"/>
              <a:gd name="connsiteX102" fmla="*/ 2882120 w 7467600"/>
              <a:gd name="connsiteY102" fmla="*/ 5064547 h 6858000"/>
              <a:gd name="connsiteX103" fmla="*/ 2793103 w 7467600"/>
              <a:gd name="connsiteY103" fmla="*/ 5039699 h 6858000"/>
              <a:gd name="connsiteX104" fmla="*/ 2770041 w 7467600"/>
              <a:gd name="connsiteY104" fmla="*/ 5033634 h 6858000"/>
              <a:gd name="connsiteX105" fmla="*/ 1979378 w 7467600"/>
              <a:gd name="connsiteY105" fmla="*/ 4769504 h 6858000"/>
              <a:gd name="connsiteX106" fmla="*/ 1927410 w 7467600"/>
              <a:gd name="connsiteY106" fmla="*/ 4716164 h 6858000"/>
              <a:gd name="connsiteX107" fmla="*/ 1959587 w 7467600"/>
              <a:gd name="connsiteY107" fmla="*/ 4728849 h 6858000"/>
              <a:gd name="connsiteX108" fmla="*/ 2777707 w 7467600"/>
              <a:gd name="connsiteY108" fmla="*/ 5003991 h 6858000"/>
              <a:gd name="connsiteX109" fmla="*/ 2800768 w 7467600"/>
              <a:gd name="connsiteY109" fmla="*/ 5010056 h 6858000"/>
              <a:gd name="connsiteX110" fmla="*/ 2879408 w 7467600"/>
              <a:gd name="connsiteY110" fmla="*/ 5031590 h 6858000"/>
              <a:gd name="connsiteX111" fmla="*/ 2862295 w 7467600"/>
              <a:gd name="connsiteY111" fmla="*/ 5022958 h 6858000"/>
              <a:gd name="connsiteX112" fmla="*/ 2813343 w 7467600"/>
              <a:gd name="connsiteY112" fmla="*/ 4998369 h 6858000"/>
              <a:gd name="connsiteX113" fmla="*/ 2646245 w 7467600"/>
              <a:gd name="connsiteY113" fmla="*/ 4930999 h 6858000"/>
              <a:gd name="connsiteX114" fmla="*/ 1999243 w 7467600"/>
              <a:gd name="connsiteY114" fmla="*/ 4730524 h 6858000"/>
              <a:gd name="connsiteX115" fmla="*/ 1979527 w 7467600"/>
              <a:gd name="connsiteY115" fmla="*/ 4726651 h 6858000"/>
              <a:gd name="connsiteX116" fmla="*/ 1927410 w 7467600"/>
              <a:gd name="connsiteY116" fmla="*/ 4716164 h 6858000"/>
              <a:gd name="connsiteX117" fmla="*/ 1997014 w 7467600"/>
              <a:gd name="connsiteY117" fmla="*/ 4698007 h 6858000"/>
              <a:gd name="connsiteX118" fmla="*/ 2005458 w 7467600"/>
              <a:gd name="connsiteY118" fmla="*/ 4699540 h 6858000"/>
              <a:gd name="connsiteX119" fmla="*/ 2657186 w 7467600"/>
              <a:gd name="connsiteY119" fmla="*/ 4901687 h 6858000"/>
              <a:gd name="connsiteX120" fmla="*/ 2826662 w 7467600"/>
              <a:gd name="connsiteY120" fmla="*/ 4970362 h 6858000"/>
              <a:gd name="connsiteX121" fmla="*/ 2876100 w 7467600"/>
              <a:gd name="connsiteY121" fmla="*/ 4995397 h 6858000"/>
              <a:gd name="connsiteX122" fmla="*/ 3042600 w 7467600"/>
              <a:gd name="connsiteY122" fmla="*/ 5059532 h 6858000"/>
              <a:gd name="connsiteX123" fmla="*/ 1997014 w 7467600"/>
              <a:gd name="connsiteY123" fmla="*/ 4698007 h 6858000"/>
              <a:gd name="connsiteX124" fmla="*/ 2305292 w 7467600"/>
              <a:gd name="connsiteY124" fmla="*/ 4219492 h 6858000"/>
              <a:gd name="connsiteX125" fmla="*/ 3360922 w 7467600"/>
              <a:gd name="connsiteY125" fmla="*/ 4529373 h 6858000"/>
              <a:gd name="connsiteX126" fmla="*/ 3492420 w 7467600"/>
              <a:gd name="connsiteY126" fmla="*/ 4510145 h 6858000"/>
              <a:gd name="connsiteX127" fmla="*/ 3364086 w 7467600"/>
              <a:gd name="connsiteY127" fmla="*/ 4480340 h 6858000"/>
              <a:gd name="connsiteX128" fmla="*/ 3225818 w 7467600"/>
              <a:gd name="connsiteY128" fmla="*/ 4411822 h 6858000"/>
              <a:gd name="connsiteX129" fmla="*/ 3129696 w 7467600"/>
              <a:gd name="connsiteY129" fmla="*/ 4360704 h 6858000"/>
              <a:gd name="connsiteX130" fmla="*/ 2814545 w 7467600"/>
              <a:gd name="connsiteY130" fmla="*/ 4282955 h 6858000"/>
              <a:gd name="connsiteX131" fmla="*/ 2305292 w 7467600"/>
              <a:gd name="connsiteY131" fmla="*/ 4219492 h 6858000"/>
              <a:gd name="connsiteX132" fmla="*/ 2626982 w 7467600"/>
              <a:gd name="connsiteY132" fmla="*/ 4206450 h 6858000"/>
              <a:gd name="connsiteX133" fmla="*/ 2490617 w 7467600"/>
              <a:gd name="connsiteY133" fmla="*/ 4206951 h 6858000"/>
              <a:gd name="connsiteX134" fmla="*/ 2819869 w 7467600"/>
              <a:gd name="connsiteY134" fmla="*/ 4252936 h 6858000"/>
              <a:gd name="connsiteX135" fmla="*/ 3143018 w 7467600"/>
              <a:gd name="connsiteY135" fmla="*/ 4332698 h 6858000"/>
              <a:gd name="connsiteX136" fmla="*/ 3241520 w 7467600"/>
              <a:gd name="connsiteY136" fmla="*/ 4385112 h 6858000"/>
              <a:gd name="connsiteX137" fmla="*/ 3374575 w 7467600"/>
              <a:gd name="connsiteY137" fmla="*/ 4451517 h 6858000"/>
              <a:gd name="connsiteX138" fmla="*/ 3505221 w 7467600"/>
              <a:gd name="connsiteY138" fmla="*/ 4480757 h 6858000"/>
              <a:gd name="connsiteX139" fmla="*/ 2626982 w 7467600"/>
              <a:gd name="connsiteY139" fmla="*/ 4206450 h 6858000"/>
              <a:gd name="connsiteX140" fmla="*/ 1310106 w 7467600"/>
              <a:gd name="connsiteY140" fmla="*/ 3943217 h 6858000"/>
              <a:gd name="connsiteX141" fmla="*/ 854994 w 7467600"/>
              <a:gd name="connsiteY141" fmla="*/ 4399136 h 6858000"/>
              <a:gd name="connsiteX142" fmla="*/ 742462 w 7467600"/>
              <a:gd name="connsiteY142" fmla="*/ 4594648 h 6858000"/>
              <a:gd name="connsiteX143" fmla="*/ 820602 w 7467600"/>
              <a:gd name="connsiteY143" fmla="*/ 4485915 h 6858000"/>
              <a:gd name="connsiteX144" fmla="*/ 878295 w 7467600"/>
              <a:gd name="connsiteY144" fmla="*/ 4403594 h 6858000"/>
              <a:gd name="connsiteX145" fmla="*/ 1240607 w 7467600"/>
              <a:gd name="connsiteY145" fmla="*/ 4010401 h 6858000"/>
              <a:gd name="connsiteX146" fmla="*/ 1310106 w 7467600"/>
              <a:gd name="connsiteY146" fmla="*/ 3943217 h 6858000"/>
              <a:gd name="connsiteX147" fmla="*/ 1423113 w 7467600"/>
              <a:gd name="connsiteY147" fmla="*/ 3874565 h 6858000"/>
              <a:gd name="connsiteX148" fmla="*/ 1260565 w 7467600"/>
              <a:gd name="connsiteY148" fmla="*/ 4031982 h 6858000"/>
              <a:gd name="connsiteX149" fmla="*/ 901900 w 7467600"/>
              <a:gd name="connsiteY149" fmla="*/ 4421236 h 6858000"/>
              <a:gd name="connsiteX150" fmla="*/ 845044 w 7467600"/>
              <a:gd name="connsiteY150" fmla="*/ 4502436 h 6858000"/>
              <a:gd name="connsiteX151" fmla="*/ 685926 w 7467600"/>
              <a:gd name="connsiteY151" fmla="*/ 4703069 h 6858000"/>
              <a:gd name="connsiteX152" fmla="*/ 684248 w 7467600"/>
              <a:gd name="connsiteY152" fmla="*/ 4706721 h 6858000"/>
              <a:gd name="connsiteX153" fmla="*/ 1423113 w 7467600"/>
              <a:gd name="connsiteY153" fmla="*/ 3874565 h 6858000"/>
              <a:gd name="connsiteX154" fmla="*/ 3316479 w 7467600"/>
              <a:gd name="connsiteY154" fmla="*/ 3872136 h 6858000"/>
              <a:gd name="connsiteX155" fmla="*/ 3546806 w 7467600"/>
              <a:gd name="connsiteY155" fmla="*/ 4356139 h 6858000"/>
              <a:gd name="connsiteX156" fmla="*/ 3364433 w 7467600"/>
              <a:gd name="connsiteY156" fmla="*/ 3953121 h 6858000"/>
              <a:gd name="connsiteX157" fmla="*/ 3316479 w 7467600"/>
              <a:gd name="connsiteY157" fmla="*/ 3872136 h 6858000"/>
              <a:gd name="connsiteX158" fmla="*/ 3291335 w 7467600"/>
              <a:gd name="connsiteY158" fmla="*/ 3767420 h 6858000"/>
              <a:gd name="connsiteX159" fmla="*/ 3390805 w 7467600"/>
              <a:gd name="connsiteY159" fmla="*/ 3937163 h 6858000"/>
              <a:gd name="connsiteX160" fmla="*/ 3579062 w 7467600"/>
              <a:gd name="connsiteY160" fmla="*/ 4359040 h 6858000"/>
              <a:gd name="connsiteX161" fmla="*/ 3467355 w 7467600"/>
              <a:gd name="connsiteY161" fmla="*/ 3988130 h 6858000"/>
              <a:gd name="connsiteX162" fmla="*/ 3310753 w 7467600"/>
              <a:gd name="connsiteY162" fmla="*/ 3787140 h 6858000"/>
              <a:gd name="connsiteX163" fmla="*/ 3291335 w 7467600"/>
              <a:gd name="connsiteY163" fmla="*/ 3767420 h 6858000"/>
              <a:gd name="connsiteX164" fmla="*/ 1635889 w 7467600"/>
              <a:gd name="connsiteY164" fmla="*/ 3709494 h 6858000"/>
              <a:gd name="connsiteX165" fmla="*/ 1634800 w 7467600"/>
              <a:gd name="connsiteY165" fmla="*/ 3731111 h 6858000"/>
              <a:gd name="connsiteX166" fmla="*/ 1635889 w 7467600"/>
              <a:gd name="connsiteY166" fmla="*/ 3709494 h 6858000"/>
              <a:gd name="connsiteX167" fmla="*/ 1510397 w 7467600"/>
              <a:gd name="connsiteY167" fmla="*/ 3684705 h 6858000"/>
              <a:gd name="connsiteX168" fmla="*/ 1146550 w 7467600"/>
              <a:gd name="connsiteY168" fmla="*/ 3802012 h 6858000"/>
              <a:gd name="connsiteX169" fmla="*/ 698834 w 7467600"/>
              <a:gd name="connsiteY169" fmla="*/ 3952272 h 6858000"/>
              <a:gd name="connsiteX170" fmla="*/ 34256 w 7467600"/>
              <a:gd name="connsiteY170" fmla="*/ 4347603 h 6858000"/>
              <a:gd name="connsiteX171" fmla="*/ 527241 w 7467600"/>
              <a:gd name="connsiteY171" fmla="*/ 4065078 h 6858000"/>
              <a:gd name="connsiteX172" fmla="*/ 1510397 w 7467600"/>
              <a:gd name="connsiteY172" fmla="*/ 3684705 h 6858000"/>
              <a:gd name="connsiteX173" fmla="*/ 1313114 w 7467600"/>
              <a:gd name="connsiteY173" fmla="*/ 3655216 h 6858000"/>
              <a:gd name="connsiteX174" fmla="*/ 1109304 w 7467600"/>
              <a:gd name="connsiteY174" fmla="*/ 3669030 h 6858000"/>
              <a:gd name="connsiteX175" fmla="*/ 8129 w 7467600"/>
              <a:gd name="connsiteY175" fmla="*/ 4330519 h 6858000"/>
              <a:gd name="connsiteX176" fmla="*/ 687572 w 7467600"/>
              <a:gd name="connsiteY176" fmla="*/ 3925629 h 6858000"/>
              <a:gd name="connsiteX177" fmla="*/ 1138365 w 7467600"/>
              <a:gd name="connsiteY177" fmla="*/ 3774515 h 6858000"/>
              <a:gd name="connsiteX178" fmla="*/ 1505579 w 7467600"/>
              <a:gd name="connsiteY178" fmla="*/ 3655526 h 6858000"/>
              <a:gd name="connsiteX179" fmla="*/ 1313114 w 7467600"/>
              <a:gd name="connsiteY179" fmla="*/ 3655216 h 6858000"/>
              <a:gd name="connsiteX180" fmla="*/ 3655073 w 7467600"/>
              <a:gd name="connsiteY180" fmla="*/ 3650884 h 6858000"/>
              <a:gd name="connsiteX181" fmla="*/ 3989938 w 7467600"/>
              <a:gd name="connsiteY181" fmla="*/ 3991685 h 6858000"/>
              <a:gd name="connsiteX182" fmla="*/ 4393907 w 7467600"/>
              <a:gd name="connsiteY182" fmla="*/ 4261258 h 6858000"/>
              <a:gd name="connsiteX183" fmla="*/ 4648051 w 7467600"/>
              <a:gd name="connsiteY183" fmla="*/ 4374051 h 6858000"/>
              <a:gd name="connsiteX184" fmla="*/ 4383389 w 7467600"/>
              <a:gd name="connsiteY184" fmla="*/ 4184369 h 6858000"/>
              <a:gd name="connsiteX185" fmla="*/ 4165508 w 7467600"/>
              <a:gd name="connsiteY185" fmla="*/ 4035196 h 6858000"/>
              <a:gd name="connsiteX186" fmla="*/ 4068162 w 7467600"/>
              <a:gd name="connsiteY186" fmla="*/ 3953394 h 6858000"/>
              <a:gd name="connsiteX187" fmla="*/ 3981416 w 7467600"/>
              <a:gd name="connsiteY187" fmla="*/ 3880482 h 6858000"/>
              <a:gd name="connsiteX188" fmla="*/ 3800147 w 7467600"/>
              <a:gd name="connsiteY188" fmla="*/ 3749872 h 6858000"/>
              <a:gd name="connsiteX189" fmla="*/ 3655073 w 7467600"/>
              <a:gd name="connsiteY189" fmla="*/ 3650884 h 6858000"/>
              <a:gd name="connsiteX190" fmla="*/ 3670252 w 7467600"/>
              <a:gd name="connsiteY190" fmla="*/ 3622798 h 6858000"/>
              <a:gd name="connsiteX191" fmla="*/ 3817258 w 7467600"/>
              <a:gd name="connsiteY191" fmla="*/ 3723577 h 6858000"/>
              <a:gd name="connsiteX192" fmla="*/ 4000461 w 7467600"/>
              <a:gd name="connsiteY192" fmla="*/ 3855966 h 6858000"/>
              <a:gd name="connsiteX193" fmla="*/ 4088180 w 7467600"/>
              <a:gd name="connsiteY193" fmla="*/ 3929774 h 6858000"/>
              <a:gd name="connsiteX194" fmla="*/ 4184555 w 7467600"/>
              <a:gd name="connsiteY194" fmla="*/ 4010683 h 6858000"/>
              <a:gd name="connsiteX195" fmla="*/ 4399563 w 7467600"/>
              <a:gd name="connsiteY195" fmla="*/ 4158106 h 6858000"/>
              <a:gd name="connsiteX196" fmla="*/ 4684469 w 7467600"/>
              <a:gd name="connsiteY196" fmla="*/ 4364680 h 6858000"/>
              <a:gd name="connsiteX197" fmla="*/ 4690271 w 7467600"/>
              <a:gd name="connsiteY197" fmla="*/ 4370034 h 6858000"/>
              <a:gd name="connsiteX198" fmla="*/ 4136093 w 7467600"/>
              <a:gd name="connsiteY198" fmla="*/ 3858466 h 6858000"/>
              <a:gd name="connsiteX199" fmla="*/ 3670252 w 7467600"/>
              <a:gd name="connsiteY199" fmla="*/ 3622798 h 6858000"/>
              <a:gd name="connsiteX200" fmla="*/ 4440129 w 7467600"/>
              <a:gd name="connsiteY200" fmla="*/ 3448571 h 6858000"/>
              <a:gd name="connsiteX201" fmla="*/ 4856525 w 7467600"/>
              <a:gd name="connsiteY201" fmla="*/ 3915351 h 6858000"/>
              <a:gd name="connsiteX202" fmla="*/ 5059055 w 7467600"/>
              <a:gd name="connsiteY202" fmla="*/ 4108918 h 6858000"/>
              <a:gd name="connsiteX203" fmla="*/ 5290070 w 7467600"/>
              <a:gd name="connsiteY203" fmla="*/ 4263619 h 6858000"/>
              <a:gd name="connsiteX204" fmla="*/ 4834991 w 7467600"/>
              <a:gd name="connsiteY204" fmla="*/ 3830985 h 6858000"/>
              <a:gd name="connsiteX205" fmla="*/ 4440129 w 7467600"/>
              <a:gd name="connsiteY205" fmla="*/ 3448571 h 6858000"/>
              <a:gd name="connsiteX206" fmla="*/ 4441737 w 7467600"/>
              <a:gd name="connsiteY206" fmla="*/ 3399734 h 6858000"/>
              <a:gd name="connsiteX207" fmla="*/ 4431236 w 7467600"/>
              <a:gd name="connsiteY207" fmla="*/ 3400954 h 6858000"/>
              <a:gd name="connsiteX208" fmla="*/ 4557150 w 7467600"/>
              <a:gd name="connsiteY208" fmla="*/ 3510023 h 6858000"/>
              <a:gd name="connsiteX209" fmla="*/ 4856936 w 7467600"/>
              <a:gd name="connsiteY209" fmla="*/ 3809146 h 6858000"/>
              <a:gd name="connsiteX210" fmla="*/ 5111996 w 7467600"/>
              <a:gd name="connsiteY210" fmla="*/ 4065759 h 6858000"/>
              <a:gd name="connsiteX211" fmla="*/ 5388878 w 7467600"/>
              <a:gd name="connsiteY211" fmla="*/ 4300185 h 6858000"/>
              <a:gd name="connsiteX212" fmla="*/ 5425556 w 7467600"/>
              <a:gd name="connsiteY212" fmla="*/ 4308967 h 6858000"/>
              <a:gd name="connsiteX213" fmla="*/ 4943646 w 7467600"/>
              <a:gd name="connsiteY213" fmla="*/ 3822916 h 6858000"/>
              <a:gd name="connsiteX214" fmla="*/ 4594837 w 7467600"/>
              <a:gd name="connsiteY214" fmla="*/ 3532274 h 6858000"/>
              <a:gd name="connsiteX215" fmla="*/ 4441737 w 7467600"/>
              <a:gd name="connsiteY215" fmla="*/ 3399734 h 6858000"/>
              <a:gd name="connsiteX216" fmla="*/ 5425834 w 7467600"/>
              <a:gd name="connsiteY216" fmla="*/ 3162785 h 6858000"/>
              <a:gd name="connsiteX217" fmla="*/ 5401644 w 7467600"/>
              <a:gd name="connsiteY217" fmla="*/ 3617847 h 6858000"/>
              <a:gd name="connsiteX218" fmla="*/ 5467256 w 7467600"/>
              <a:gd name="connsiteY218" fmla="*/ 4175494 h 6858000"/>
              <a:gd name="connsiteX219" fmla="*/ 5448069 w 7467600"/>
              <a:gd name="connsiteY219" fmla="*/ 3567554 h 6858000"/>
              <a:gd name="connsiteX220" fmla="*/ 5425834 w 7467600"/>
              <a:gd name="connsiteY220" fmla="*/ 3162785 h 6858000"/>
              <a:gd name="connsiteX221" fmla="*/ 1318687 w 7467600"/>
              <a:gd name="connsiteY221" fmla="*/ 3113840 h 6858000"/>
              <a:gd name="connsiteX222" fmla="*/ 1066793 w 7467600"/>
              <a:gd name="connsiteY222" fmla="*/ 3212171 h 6858000"/>
              <a:gd name="connsiteX223" fmla="*/ 993319 w 7467600"/>
              <a:gd name="connsiteY223" fmla="*/ 3247648 h 6858000"/>
              <a:gd name="connsiteX224" fmla="*/ 853081 w 7467600"/>
              <a:gd name="connsiteY224" fmla="*/ 3312410 h 6858000"/>
              <a:gd name="connsiteX225" fmla="*/ 805957 w 7467600"/>
              <a:gd name="connsiteY225" fmla="*/ 3330443 h 6858000"/>
              <a:gd name="connsiteX226" fmla="*/ 1318687 w 7467600"/>
              <a:gd name="connsiteY226" fmla="*/ 3113840 h 6858000"/>
              <a:gd name="connsiteX227" fmla="*/ 5453702 w 7467600"/>
              <a:gd name="connsiteY227" fmla="*/ 3090882 h 6858000"/>
              <a:gd name="connsiteX228" fmla="*/ 5480135 w 7467600"/>
              <a:gd name="connsiteY228" fmla="*/ 3565802 h 6858000"/>
              <a:gd name="connsiteX229" fmla="*/ 5499023 w 7467600"/>
              <a:gd name="connsiteY229" fmla="*/ 4166310 h 6858000"/>
              <a:gd name="connsiteX230" fmla="*/ 5547022 w 7467600"/>
              <a:gd name="connsiteY230" fmla="*/ 3607838 h 6858000"/>
              <a:gd name="connsiteX231" fmla="*/ 5515964 w 7467600"/>
              <a:gd name="connsiteY231" fmla="*/ 3378541 h 6858000"/>
              <a:gd name="connsiteX232" fmla="*/ 5453702 w 7467600"/>
              <a:gd name="connsiteY232" fmla="*/ 3090882 h 6858000"/>
              <a:gd name="connsiteX233" fmla="*/ 1238695 w 7467600"/>
              <a:gd name="connsiteY233" fmla="*/ 3076820 h 6858000"/>
              <a:gd name="connsiteX234" fmla="*/ 716371 w 7467600"/>
              <a:gd name="connsiteY234" fmla="*/ 3293249 h 6858000"/>
              <a:gd name="connsiteX235" fmla="*/ 579522 w 7467600"/>
              <a:gd name="connsiteY235" fmla="*/ 3371759 h 6858000"/>
              <a:gd name="connsiteX236" fmla="*/ 600288 w 7467600"/>
              <a:gd name="connsiteY236" fmla="*/ 3365555 h 6858000"/>
              <a:gd name="connsiteX237" fmla="*/ 840692 w 7467600"/>
              <a:gd name="connsiteY237" fmla="*/ 3284921 h 6858000"/>
              <a:gd name="connsiteX238" fmla="*/ 979248 w 7467600"/>
              <a:gd name="connsiteY238" fmla="*/ 3221003 h 6858000"/>
              <a:gd name="connsiteX239" fmla="*/ 1053282 w 7467600"/>
              <a:gd name="connsiteY239" fmla="*/ 3185247 h 6858000"/>
              <a:gd name="connsiteX240" fmla="*/ 1320603 w 7467600"/>
              <a:gd name="connsiteY240" fmla="*/ 3081281 h 6858000"/>
              <a:gd name="connsiteX241" fmla="*/ 1238695 w 7467600"/>
              <a:gd name="connsiteY241" fmla="*/ 3076820 h 6858000"/>
              <a:gd name="connsiteX242" fmla="*/ 5425627 w 7467600"/>
              <a:gd name="connsiteY242" fmla="*/ 2954192 h 6858000"/>
              <a:gd name="connsiteX243" fmla="*/ 5470770 w 7467600"/>
              <a:gd name="connsiteY243" fmla="*/ 3005435 h 6858000"/>
              <a:gd name="connsiteX244" fmla="*/ 5519779 w 7467600"/>
              <a:gd name="connsiteY244" fmla="*/ 4359223 h 6858000"/>
              <a:gd name="connsiteX245" fmla="*/ 5520293 w 7467600"/>
              <a:gd name="connsiteY245" fmla="*/ 4360602 h 6858000"/>
              <a:gd name="connsiteX246" fmla="*/ 5767221 w 7467600"/>
              <a:gd name="connsiteY246" fmla="*/ 4665564 h 6858000"/>
              <a:gd name="connsiteX247" fmla="*/ 6937169 w 7467600"/>
              <a:gd name="connsiteY247" fmla="*/ 4815941 h 6858000"/>
              <a:gd name="connsiteX248" fmla="*/ 6953922 w 7467600"/>
              <a:gd name="connsiteY248" fmla="*/ 4890068 h 6858000"/>
              <a:gd name="connsiteX249" fmla="*/ 6071359 w 7467600"/>
              <a:gd name="connsiteY249" fmla="*/ 4770770 h 6858000"/>
              <a:gd name="connsiteX250" fmla="*/ 6038839 w 7467600"/>
              <a:gd name="connsiteY250" fmla="*/ 4764474 h 6858000"/>
              <a:gd name="connsiteX251" fmla="*/ 6038706 w 7467600"/>
              <a:gd name="connsiteY251" fmla="*/ 4763847 h 6858000"/>
              <a:gd name="connsiteX252" fmla="*/ 6037784 w 7467600"/>
              <a:gd name="connsiteY252" fmla="*/ 4764270 h 6858000"/>
              <a:gd name="connsiteX253" fmla="*/ 6038839 w 7467600"/>
              <a:gd name="connsiteY253" fmla="*/ 4764474 h 6858000"/>
              <a:gd name="connsiteX254" fmla="*/ 6040338 w 7467600"/>
              <a:gd name="connsiteY254" fmla="*/ 4771418 h 6858000"/>
              <a:gd name="connsiteX255" fmla="*/ 6024488 w 7467600"/>
              <a:gd name="connsiteY255" fmla="*/ 4809903 h 6858000"/>
              <a:gd name="connsiteX256" fmla="*/ 5599771 w 7467600"/>
              <a:gd name="connsiteY256" fmla="*/ 5509652 h 6858000"/>
              <a:gd name="connsiteX257" fmla="*/ 5548843 w 7467600"/>
              <a:gd name="connsiteY257" fmla="*/ 5563845 h 6858000"/>
              <a:gd name="connsiteX258" fmla="*/ 5940952 w 7467600"/>
              <a:gd name="connsiteY258" fmla="*/ 6250028 h 6858000"/>
              <a:gd name="connsiteX259" fmla="*/ 6043441 w 7467600"/>
              <a:gd name="connsiteY259" fmla="*/ 6665847 h 6858000"/>
              <a:gd name="connsiteX260" fmla="*/ 6093432 w 7467600"/>
              <a:gd name="connsiteY260" fmla="*/ 6858000 h 6858000"/>
              <a:gd name="connsiteX261" fmla="*/ 6034344 w 7467600"/>
              <a:gd name="connsiteY261" fmla="*/ 6858000 h 6858000"/>
              <a:gd name="connsiteX262" fmla="*/ 6026679 w 7467600"/>
              <a:gd name="connsiteY262" fmla="*/ 6836959 h 6858000"/>
              <a:gd name="connsiteX263" fmla="*/ 5800441 w 7467600"/>
              <a:gd name="connsiteY263" fmla="*/ 6335286 h 6858000"/>
              <a:gd name="connsiteX264" fmla="*/ 5526562 w 7467600"/>
              <a:gd name="connsiteY264" fmla="*/ 5705388 h 6858000"/>
              <a:gd name="connsiteX265" fmla="*/ 5519640 w 7467600"/>
              <a:gd name="connsiteY265" fmla="*/ 5683774 h 6858000"/>
              <a:gd name="connsiteX266" fmla="*/ 5844559 w 7467600"/>
              <a:gd name="connsiteY266" fmla="*/ 6553349 h 6858000"/>
              <a:gd name="connsiteX267" fmla="*/ 5975994 w 7467600"/>
              <a:gd name="connsiteY267" fmla="*/ 6858000 h 6858000"/>
              <a:gd name="connsiteX268" fmla="*/ 5898547 w 7467600"/>
              <a:gd name="connsiteY268" fmla="*/ 6858000 h 6858000"/>
              <a:gd name="connsiteX269" fmla="*/ 5682041 w 7467600"/>
              <a:gd name="connsiteY269" fmla="*/ 6355860 h 6858000"/>
              <a:gd name="connsiteX270" fmla="*/ 5461758 w 7467600"/>
              <a:gd name="connsiteY270" fmla="*/ 5820220 h 6858000"/>
              <a:gd name="connsiteX271" fmla="*/ 5237282 w 7467600"/>
              <a:gd name="connsiteY271" fmla="*/ 6579086 h 6858000"/>
              <a:gd name="connsiteX272" fmla="*/ 5115009 w 7467600"/>
              <a:gd name="connsiteY272" fmla="*/ 6858000 h 6858000"/>
              <a:gd name="connsiteX273" fmla="*/ 5028074 w 7467600"/>
              <a:gd name="connsiteY273" fmla="*/ 6858000 h 6858000"/>
              <a:gd name="connsiteX274" fmla="*/ 5079508 w 7467600"/>
              <a:gd name="connsiteY274" fmla="*/ 6749074 h 6858000"/>
              <a:gd name="connsiteX275" fmla="*/ 5371846 w 7467600"/>
              <a:gd name="connsiteY275" fmla="*/ 5924413 h 6858000"/>
              <a:gd name="connsiteX276" fmla="*/ 5270512 w 7467600"/>
              <a:gd name="connsiteY276" fmla="*/ 6138975 h 6858000"/>
              <a:gd name="connsiteX277" fmla="*/ 5062409 w 7467600"/>
              <a:gd name="connsiteY277" fmla="*/ 6653544 h 6858000"/>
              <a:gd name="connsiteX278" fmla="*/ 5036628 w 7467600"/>
              <a:gd name="connsiteY278" fmla="*/ 6754247 h 6858000"/>
              <a:gd name="connsiteX279" fmla="*/ 5009112 w 7467600"/>
              <a:gd name="connsiteY279" fmla="*/ 6858000 h 6858000"/>
              <a:gd name="connsiteX280" fmla="*/ 4976679 w 7467600"/>
              <a:gd name="connsiteY280" fmla="*/ 6858000 h 6858000"/>
              <a:gd name="connsiteX281" fmla="*/ 5006537 w 7467600"/>
              <a:gd name="connsiteY281" fmla="*/ 6747068 h 6858000"/>
              <a:gd name="connsiteX282" fmla="*/ 5032723 w 7467600"/>
              <a:gd name="connsiteY282" fmla="*/ 6644957 h 6858000"/>
              <a:gd name="connsiteX283" fmla="*/ 5242949 w 7467600"/>
              <a:gd name="connsiteY283" fmla="*/ 6125175 h 6858000"/>
              <a:gd name="connsiteX284" fmla="*/ 5286321 w 7467600"/>
              <a:gd name="connsiteY284" fmla="*/ 6033555 h 6858000"/>
              <a:gd name="connsiteX285" fmla="*/ 5008210 w 7467600"/>
              <a:gd name="connsiteY285" fmla="*/ 6649194 h 6858000"/>
              <a:gd name="connsiteX286" fmla="*/ 4986321 w 7467600"/>
              <a:gd name="connsiteY286" fmla="*/ 6765687 h 6858000"/>
              <a:gd name="connsiteX287" fmla="*/ 4973474 w 7467600"/>
              <a:gd name="connsiteY287" fmla="*/ 6858000 h 6858000"/>
              <a:gd name="connsiteX288" fmla="*/ 4907178 w 7467600"/>
              <a:gd name="connsiteY288" fmla="*/ 6858000 h 6858000"/>
              <a:gd name="connsiteX289" fmla="*/ 4910810 w 7467600"/>
              <a:gd name="connsiteY289" fmla="*/ 6829660 h 6858000"/>
              <a:gd name="connsiteX290" fmla="*/ 4987461 w 7467600"/>
              <a:gd name="connsiteY290" fmla="*/ 6432994 h 6858000"/>
              <a:gd name="connsiteX291" fmla="*/ 5179262 w 7467600"/>
              <a:gd name="connsiteY291" fmla="*/ 6035044 h 6858000"/>
              <a:gd name="connsiteX292" fmla="*/ 4689678 w 7467600"/>
              <a:gd name="connsiteY292" fmla="*/ 6440241 h 6858000"/>
              <a:gd name="connsiteX293" fmla="*/ 4477543 w 7467600"/>
              <a:gd name="connsiteY293" fmla="*/ 6674836 h 6858000"/>
              <a:gd name="connsiteX294" fmla="*/ 4329957 w 7467600"/>
              <a:gd name="connsiteY294" fmla="*/ 6858000 h 6858000"/>
              <a:gd name="connsiteX295" fmla="*/ 4218595 w 7467600"/>
              <a:gd name="connsiteY295" fmla="*/ 6858000 h 6858000"/>
              <a:gd name="connsiteX296" fmla="*/ 4368888 w 7467600"/>
              <a:gd name="connsiteY296" fmla="*/ 6668412 h 6858000"/>
              <a:gd name="connsiteX297" fmla="*/ 4563091 w 7467600"/>
              <a:gd name="connsiteY297" fmla="*/ 6442508 h 6858000"/>
              <a:gd name="connsiteX298" fmla="*/ 5387324 w 7467600"/>
              <a:gd name="connsiteY298" fmla="*/ 5705830 h 6858000"/>
              <a:gd name="connsiteX299" fmla="*/ 5073620 w 7467600"/>
              <a:gd name="connsiteY299" fmla="*/ 5955437 h 6858000"/>
              <a:gd name="connsiteX300" fmla="*/ 4689789 w 7467600"/>
              <a:gd name="connsiteY300" fmla="*/ 6268382 h 6858000"/>
              <a:gd name="connsiteX301" fmla="*/ 4418722 w 7467600"/>
              <a:gd name="connsiteY301" fmla="*/ 6570886 h 6858000"/>
              <a:gd name="connsiteX302" fmla="*/ 4214944 w 7467600"/>
              <a:gd name="connsiteY302" fmla="*/ 6858000 h 6858000"/>
              <a:gd name="connsiteX303" fmla="*/ 4177898 w 7467600"/>
              <a:gd name="connsiteY303" fmla="*/ 6858000 h 6858000"/>
              <a:gd name="connsiteX304" fmla="*/ 4391597 w 7467600"/>
              <a:gd name="connsiteY304" fmla="*/ 6556370 h 6858000"/>
              <a:gd name="connsiteX305" fmla="*/ 4668889 w 7467600"/>
              <a:gd name="connsiteY305" fmla="*/ 6246399 h 6858000"/>
              <a:gd name="connsiteX306" fmla="*/ 5055427 w 7467600"/>
              <a:gd name="connsiteY306" fmla="*/ 5931476 h 6858000"/>
              <a:gd name="connsiteX307" fmla="*/ 5371814 w 7467600"/>
              <a:gd name="connsiteY307" fmla="*/ 5678975 h 6858000"/>
              <a:gd name="connsiteX308" fmla="*/ 4987918 w 7467600"/>
              <a:gd name="connsiteY308" fmla="*/ 5838701 h 6858000"/>
              <a:gd name="connsiteX309" fmla="*/ 4317146 w 7467600"/>
              <a:gd name="connsiteY309" fmla="*/ 6587716 h 6858000"/>
              <a:gd name="connsiteX310" fmla="*/ 4171627 w 7467600"/>
              <a:gd name="connsiteY310" fmla="*/ 6858000 h 6858000"/>
              <a:gd name="connsiteX311" fmla="*/ 4081585 w 7467600"/>
              <a:gd name="connsiteY311" fmla="*/ 6858000 h 6858000"/>
              <a:gd name="connsiteX312" fmla="*/ 4238603 w 7467600"/>
              <a:gd name="connsiteY312" fmla="*/ 6559341 h 6858000"/>
              <a:gd name="connsiteX313" fmla="*/ 4778333 w 7467600"/>
              <a:gd name="connsiteY313" fmla="*/ 5873626 h 6858000"/>
              <a:gd name="connsiteX314" fmla="*/ 5414185 w 7467600"/>
              <a:gd name="connsiteY314" fmla="*/ 5573882 h 6858000"/>
              <a:gd name="connsiteX315" fmla="*/ 5959648 w 7467600"/>
              <a:gd name="connsiteY315" fmla="*/ 4760797 h 6858000"/>
              <a:gd name="connsiteX316" fmla="*/ 5355019 w 7467600"/>
              <a:gd name="connsiteY316" fmla="*/ 4734672 h 6858000"/>
              <a:gd name="connsiteX317" fmla="*/ 5083565 w 7467600"/>
              <a:gd name="connsiteY317" fmla="*/ 5179121 h 6858000"/>
              <a:gd name="connsiteX318" fmla="*/ 4713577 w 7467600"/>
              <a:gd name="connsiteY318" fmla="*/ 5616803 h 6858000"/>
              <a:gd name="connsiteX319" fmla="*/ 3989559 w 7467600"/>
              <a:gd name="connsiteY319" fmla="*/ 6145945 h 6858000"/>
              <a:gd name="connsiteX320" fmla="*/ 3939824 w 7467600"/>
              <a:gd name="connsiteY320" fmla="*/ 6066900 h 6858000"/>
              <a:gd name="connsiteX321" fmla="*/ 4584537 w 7467600"/>
              <a:gd name="connsiteY321" fmla="*/ 5324826 h 6858000"/>
              <a:gd name="connsiteX322" fmla="*/ 5037105 w 7467600"/>
              <a:gd name="connsiteY322" fmla="*/ 5088765 h 6858000"/>
              <a:gd name="connsiteX323" fmla="*/ 5039930 w 7467600"/>
              <a:gd name="connsiteY323" fmla="*/ 5089585 h 6858000"/>
              <a:gd name="connsiteX324" fmla="*/ 5263764 w 7467600"/>
              <a:gd name="connsiteY324" fmla="*/ 4735525 h 6858000"/>
              <a:gd name="connsiteX325" fmla="*/ 4086300 w 7467600"/>
              <a:gd name="connsiteY325" fmla="*/ 4884599 h 6858000"/>
              <a:gd name="connsiteX326" fmla="*/ 4085485 w 7467600"/>
              <a:gd name="connsiteY326" fmla="*/ 4899070 h 6858000"/>
              <a:gd name="connsiteX327" fmla="*/ 3871915 w 7467600"/>
              <a:gd name="connsiteY327" fmla="*/ 5253645 h 6858000"/>
              <a:gd name="connsiteX328" fmla="*/ 3799374 w 7467600"/>
              <a:gd name="connsiteY328" fmla="*/ 5466127 h 6858000"/>
              <a:gd name="connsiteX329" fmla="*/ 3498850 w 7467600"/>
              <a:gd name="connsiteY329" fmla="*/ 6661888 h 6858000"/>
              <a:gd name="connsiteX330" fmla="*/ 3399216 w 7467600"/>
              <a:gd name="connsiteY330" fmla="*/ 6858000 h 6858000"/>
              <a:gd name="connsiteX331" fmla="*/ 3303688 w 7467600"/>
              <a:gd name="connsiteY331" fmla="*/ 6858000 h 6858000"/>
              <a:gd name="connsiteX332" fmla="*/ 3391774 w 7467600"/>
              <a:gd name="connsiteY332" fmla="*/ 6697181 h 6858000"/>
              <a:gd name="connsiteX333" fmla="*/ 3735540 w 7467600"/>
              <a:gd name="connsiteY333" fmla="*/ 5546923 h 6858000"/>
              <a:gd name="connsiteX334" fmla="*/ 3729438 w 7467600"/>
              <a:gd name="connsiteY334" fmla="*/ 5569058 h 6858000"/>
              <a:gd name="connsiteX335" fmla="*/ 3707782 w 7467600"/>
              <a:gd name="connsiteY335" fmla="*/ 5644908 h 6858000"/>
              <a:gd name="connsiteX336" fmla="*/ 3583827 w 7467600"/>
              <a:gd name="connsiteY336" fmla="*/ 6039215 h 6858000"/>
              <a:gd name="connsiteX337" fmla="*/ 3547861 w 7467600"/>
              <a:gd name="connsiteY337" fmla="*/ 6129609 h 6858000"/>
              <a:gd name="connsiteX338" fmla="*/ 3490905 w 7467600"/>
              <a:gd name="connsiteY338" fmla="*/ 6277660 h 6858000"/>
              <a:gd name="connsiteX339" fmla="*/ 3455859 w 7467600"/>
              <a:gd name="connsiteY339" fmla="*/ 6391301 h 6858000"/>
              <a:gd name="connsiteX340" fmla="*/ 3429112 w 7467600"/>
              <a:gd name="connsiteY340" fmla="*/ 6479469 h 6858000"/>
              <a:gd name="connsiteX341" fmla="*/ 3304862 w 7467600"/>
              <a:gd name="connsiteY341" fmla="*/ 6796476 h 6858000"/>
              <a:gd name="connsiteX342" fmla="*/ 3276071 w 7467600"/>
              <a:gd name="connsiteY342" fmla="*/ 6858000 h 6858000"/>
              <a:gd name="connsiteX343" fmla="*/ 3240805 w 7467600"/>
              <a:gd name="connsiteY343" fmla="*/ 6858000 h 6858000"/>
              <a:gd name="connsiteX344" fmla="*/ 3275917 w 7467600"/>
              <a:gd name="connsiteY344" fmla="*/ 6783192 h 6858000"/>
              <a:gd name="connsiteX345" fmla="*/ 3399358 w 7467600"/>
              <a:gd name="connsiteY345" fmla="*/ 6469011 h 6858000"/>
              <a:gd name="connsiteX346" fmla="*/ 3425650 w 7467600"/>
              <a:gd name="connsiteY346" fmla="*/ 6381333 h 6858000"/>
              <a:gd name="connsiteX347" fmla="*/ 3460661 w 7467600"/>
              <a:gd name="connsiteY347" fmla="*/ 6266763 h 6858000"/>
              <a:gd name="connsiteX348" fmla="*/ 3518021 w 7467600"/>
              <a:gd name="connsiteY348" fmla="*/ 6117298 h 6858000"/>
              <a:gd name="connsiteX349" fmla="*/ 3554035 w 7467600"/>
              <a:gd name="connsiteY349" fmla="*/ 6027832 h 6858000"/>
              <a:gd name="connsiteX350" fmla="*/ 3677174 w 7467600"/>
              <a:gd name="connsiteY350" fmla="*/ 5636351 h 6858000"/>
              <a:gd name="connsiteX351" fmla="*/ 3698819 w 7467600"/>
              <a:gd name="connsiteY351" fmla="*/ 5560503 h 6858000"/>
              <a:gd name="connsiteX352" fmla="*/ 3702094 w 7467600"/>
              <a:gd name="connsiteY352" fmla="*/ 5549194 h 6858000"/>
              <a:gd name="connsiteX353" fmla="*/ 3398355 w 7467600"/>
              <a:gd name="connsiteY353" fmla="*/ 6094603 h 6858000"/>
              <a:gd name="connsiteX354" fmla="*/ 3193941 w 7467600"/>
              <a:gd name="connsiteY354" fmla="*/ 6798775 h 6858000"/>
              <a:gd name="connsiteX355" fmla="*/ 3184140 w 7467600"/>
              <a:gd name="connsiteY355" fmla="*/ 6858000 h 6858000"/>
              <a:gd name="connsiteX356" fmla="*/ 3099978 w 7467600"/>
              <a:gd name="connsiteY356" fmla="*/ 6858000 h 6858000"/>
              <a:gd name="connsiteX357" fmla="*/ 3101556 w 7467600"/>
              <a:gd name="connsiteY357" fmla="*/ 6843337 h 6858000"/>
              <a:gd name="connsiteX358" fmla="*/ 3370162 w 7467600"/>
              <a:gd name="connsiteY358" fmla="*/ 5785550 h 6858000"/>
              <a:gd name="connsiteX359" fmla="*/ 3746477 w 7467600"/>
              <a:gd name="connsiteY359" fmla="*/ 5377889 h 6858000"/>
              <a:gd name="connsiteX360" fmla="*/ 3863399 w 7467600"/>
              <a:gd name="connsiteY360" fmla="*/ 5087257 h 6858000"/>
              <a:gd name="connsiteX361" fmla="*/ 3968712 w 7467600"/>
              <a:gd name="connsiteY361" fmla="*/ 4913989 h 6858000"/>
              <a:gd name="connsiteX362" fmla="*/ 2792390 w 7467600"/>
              <a:gd name="connsiteY362" fmla="*/ 5382974 h 6858000"/>
              <a:gd name="connsiteX363" fmla="*/ 2714982 w 7467600"/>
              <a:gd name="connsiteY363" fmla="*/ 5427051 h 6858000"/>
              <a:gd name="connsiteX364" fmla="*/ 2813361 w 7467600"/>
              <a:gd name="connsiteY364" fmla="*/ 6023912 h 6858000"/>
              <a:gd name="connsiteX365" fmla="*/ 2688430 w 7467600"/>
              <a:gd name="connsiteY365" fmla="*/ 6801564 h 6858000"/>
              <a:gd name="connsiteX366" fmla="*/ 2629626 w 7467600"/>
              <a:gd name="connsiteY366" fmla="*/ 6763394 h 6858000"/>
              <a:gd name="connsiteX367" fmla="*/ 2565328 w 7467600"/>
              <a:gd name="connsiteY367" fmla="*/ 5516399 h 6858000"/>
              <a:gd name="connsiteX368" fmla="*/ 1922999 w 7467600"/>
              <a:gd name="connsiteY368" fmla="*/ 5980343 h 6858000"/>
              <a:gd name="connsiteX369" fmla="*/ 1950261 w 7467600"/>
              <a:gd name="connsiteY369" fmla="*/ 6405858 h 6858000"/>
              <a:gd name="connsiteX370" fmla="*/ 2365554 w 7467600"/>
              <a:gd name="connsiteY370" fmla="*/ 6759107 h 6858000"/>
              <a:gd name="connsiteX371" fmla="*/ 2424142 w 7467600"/>
              <a:gd name="connsiteY371" fmla="*/ 6858000 h 6858000"/>
              <a:gd name="connsiteX372" fmla="*/ 2395994 w 7467600"/>
              <a:gd name="connsiteY372" fmla="*/ 6858000 h 6858000"/>
              <a:gd name="connsiteX373" fmla="*/ 2392863 w 7467600"/>
              <a:gd name="connsiteY373" fmla="*/ 6852964 h 6858000"/>
              <a:gd name="connsiteX374" fmla="*/ 2017589 w 7467600"/>
              <a:gd name="connsiteY374" fmla="*/ 6493982 h 6858000"/>
              <a:gd name="connsiteX375" fmla="*/ 2147336 w 7467600"/>
              <a:gd name="connsiteY375" fmla="*/ 6594052 h 6858000"/>
              <a:gd name="connsiteX376" fmla="*/ 2207047 w 7467600"/>
              <a:gd name="connsiteY376" fmla="*/ 6654540 h 6858000"/>
              <a:gd name="connsiteX377" fmla="*/ 2299106 w 7467600"/>
              <a:gd name="connsiteY377" fmla="*/ 6778931 h 6858000"/>
              <a:gd name="connsiteX378" fmla="*/ 2314430 w 7467600"/>
              <a:gd name="connsiteY378" fmla="*/ 6801144 h 6858000"/>
              <a:gd name="connsiteX379" fmla="*/ 2352406 w 7467600"/>
              <a:gd name="connsiteY379" fmla="*/ 6858000 h 6858000"/>
              <a:gd name="connsiteX380" fmla="*/ 2314492 w 7467600"/>
              <a:gd name="connsiteY380" fmla="*/ 6858000 h 6858000"/>
              <a:gd name="connsiteX381" fmla="*/ 2288095 w 7467600"/>
              <a:gd name="connsiteY381" fmla="*/ 6818030 h 6858000"/>
              <a:gd name="connsiteX382" fmla="*/ 2272768 w 7467600"/>
              <a:gd name="connsiteY382" fmla="*/ 6795822 h 6858000"/>
              <a:gd name="connsiteX383" fmla="*/ 2182715 w 7467600"/>
              <a:gd name="connsiteY383" fmla="*/ 6675071 h 6858000"/>
              <a:gd name="connsiteX384" fmla="*/ 2032061 w 7467600"/>
              <a:gd name="connsiteY384" fmla="*/ 6541380 h 6858000"/>
              <a:gd name="connsiteX385" fmla="*/ 2257220 w 7467600"/>
              <a:gd name="connsiteY385" fmla="*/ 6826257 h 6858000"/>
              <a:gd name="connsiteX386" fmla="*/ 2281324 w 7467600"/>
              <a:gd name="connsiteY386" fmla="*/ 6858000 h 6858000"/>
              <a:gd name="connsiteX387" fmla="*/ 2242860 w 7467600"/>
              <a:gd name="connsiteY387" fmla="*/ 6858000 h 6858000"/>
              <a:gd name="connsiteX388" fmla="*/ 2232818 w 7467600"/>
              <a:gd name="connsiteY388" fmla="*/ 6844926 h 6858000"/>
              <a:gd name="connsiteX389" fmla="*/ 1990172 w 7467600"/>
              <a:gd name="connsiteY389" fmla="*/ 6542121 h 6858000"/>
              <a:gd name="connsiteX390" fmla="*/ 2124090 w 7467600"/>
              <a:gd name="connsiteY390" fmla="*/ 6761017 h 6858000"/>
              <a:gd name="connsiteX391" fmla="*/ 2200380 w 7467600"/>
              <a:gd name="connsiteY391" fmla="*/ 6858000 h 6858000"/>
              <a:gd name="connsiteX392" fmla="*/ 2147507 w 7467600"/>
              <a:gd name="connsiteY392" fmla="*/ 6858000 h 6858000"/>
              <a:gd name="connsiteX393" fmla="*/ 2070668 w 7467600"/>
              <a:gd name="connsiteY393" fmla="*/ 6761520 h 6858000"/>
              <a:gd name="connsiteX394" fmla="*/ 1975142 w 7467600"/>
              <a:gd name="connsiteY394" fmla="*/ 6585570 h 6858000"/>
              <a:gd name="connsiteX395" fmla="*/ 2050035 w 7467600"/>
              <a:gd name="connsiteY395" fmla="*/ 6813345 h 6858000"/>
              <a:gd name="connsiteX396" fmla="*/ 2063025 w 7467600"/>
              <a:gd name="connsiteY396" fmla="*/ 6858000 h 6858000"/>
              <a:gd name="connsiteX397" fmla="*/ 2021675 w 7467600"/>
              <a:gd name="connsiteY397" fmla="*/ 6858000 h 6858000"/>
              <a:gd name="connsiteX398" fmla="*/ 2019308 w 7467600"/>
              <a:gd name="connsiteY398" fmla="*/ 6847118 h 6858000"/>
              <a:gd name="connsiteX399" fmla="*/ 1938835 w 7467600"/>
              <a:gd name="connsiteY399" fmla="*/ 6551160 h 6858000"/>
              <a:gd name="connsiteX400" fmla="*/ 1953230 w 7467600"/>
              <a:gd name="connsiteY400" fmla="*/ 6759699 h 6858000"/>
              <a:gd name="connsiteX401" fmla="*/ 1956763 w 7467600"/>
              <a:gd name="connsiteY401" fmla="*/ 6778191 h 6858000"/>
              <a:gd name="connsiteX402" fmla="*/ 1967925 w 7467600"/>
              <a:gd name="connsiteY402" fmla="*/ 6858000 h 6858000"/>
              <a:gd name="connsiteX403" fmla="*/ 1936622 w 7467600"/>
              <a:gd name="connsiteY403" fmla="*/ 6858000 h 6858000"/>
              <a:gd name="connsiteX404" fmla="*/ 1926261 w 7467600"/>
              <a:gd name="connsiteY404" fmla="*/ 6784064 h 6858000"/>
              <a:gd name="connsiteX405" fmla="*/ 1922724 w 7467600"/>
              <a:gd name="connsiteY405" fmla="*/ 6765577 h 6858000"/>
              <a:gd name="connsiteX406" fmla="*/ 1904650 w 7467600"/>
              <a:gd name="connsiteY406" fmla="*/ 6639616 h 6858000"/>
              <a:gd name="connsiteX407" fmla="*/ 1885273 w 7467600"/>
              <a:gd name="connsiteY407" fmla="*/ 6858000 h 6858000"/>
              <a:gd name="connsiteX408" fmla="*/ 1854363 w 7467600"/>
              <a:gd name="connsiteY408" fmla="*/ 6858000 h 6858000"/>
              <a:gd name="connsiteX409" fmla="*/ 1880391 w 7467600"/>
              <a:gd name="connsiteY409" fmla="*/ 6603796 h 6858000"/>
              <a:gd name="connsiteX410" fmla="*/ 1818273 w 7467600"/>
              <a:gd name="connsiteY410" fmla="*/ 6715729 h 6858000"/>
              <a:gd name="connsiteX411" fmla="*/ 1794691 w 7467600"/>
              <a:gd name="connsiteY411" fmla="*/ 6843239 h 6858000"/>
              <a:gd name="connsiteX412" fmla="*/ 1794914 w 7467600"/>
              <a:gd name="connsiteY412" fmla="*/ 6858000 h 6858000"/>
              <a:gd name="connsiteX413" fmla="*/ 1746128 w 7467600"/>
              <a:gd name="connsiteY413" fmla="*/ 6858000 h 6858000"/>
              <a:gd name="connsiteX414" fmla="*/ 1753934 w 7467600"/>
              <a:gd name="connsiteY414" fmla="*/ 6724796 h 6858000"/>
              <a:gd name="connsiteX415" fmla="*/ 1792053 w 7467600"/>
              <a:gd name="connsiteY415" fmla="*/ 6572396 h 6858000"/>
              <a:gd name="connsiteX416" fmla="*/ 1862248 w 7467600"/>
              <a:gd name="connsiteY416" fmla="*/ 6266397 h 6858000"/>
              <a:gd name="connsiteX417" fmla="*/ 1862250 w 7467600"/>
              <a:gd name="connsiteY417" fmla="*/ 6033531 h 6858000"/>
              <a:gd name="connsiteX418" fmla="*/ 1211999 w 7467600"/>
              <a:gd name="connsiteY418" fmla="*/ 6683610 h 6858000"/>
              <a:gd name="connsiteX419" fmla="*/ 1213266 w 7467600"/>
              <a:gd name="connsiteY419" fmla="*/ 6691947 h 6858000"/>
              <a:gd name="connsiteX420" fmla="*/ 1203370 w 7467600"/>
              <a:gd name="connsiteY420" fmla="*/ 6850676 h 6858000"/>
              <a:gd name="connsiteX421" fmla="*/ 1203671 w 7467600"/>
              <a:gd name="connsiteY421" fmla="*/ 6858000 h 6858000"/>
              <a:gd name="connsiteX422" fmla="*/ 1143180 w 7467600"/>
              <a:gd name="connsiteY422" fmla="*/ 6858000 h 6858000"/>
              <a:gd name="connsiteX423" fmla="*/ 1142176 w 7467600"/>
              <a:gd name="connsiteY423" fmla="*/ 6766045 h 6858000"/>
              <a:gd name="connsiteX424" fmla="*/ 1067484 w 7467600"/>
              <a:gd name="connsiteY424" fmla="*/ 6858000 h 6858000"/>
              <a:gd name="connsiteX425" fmla="*/ 953928 w 7467600"/>
              <a:gd name="connsiteY425" fmla="*/ 6858000 h 6858000"/>
              <a:gd name="connsiteX426" fmla="*/ 959715 w 7467600"/>
              <a:gd name="connsiteY426" fmla="*/ 6850185 h 6858000"/>
              <a:gd name="connsiteX427" fmla="*/ 1483788 w 7467600"/>
              <a:gd name="connsiteY427" fmla="*/ 6259174 h 6858000"/>
              <a:gd name="connsiteX428" fmla="*/ 1100671 w 7467600"/>
              <a:gd name="connsiteY428" fmla="*/ 6252137 h 6858000"/>
              <a:gd name="connsiteX429" fmla="*/ 1090144 w 7467600"/>
              <a:gd name="connsiteY429" fmla="*/ 6256748 h 6858000"/>
              <a:gd name="connsiteX430" fmla="*/ 1095872 w 7467600"/>
              <a:gd name="connsiteY430" fmla="*/ 6271892 h 6858000"/>
              <a:gd name="connsiteX431" fmla="*/ 262785 w 7467600"/>
              <a:gd name="connsiteY431" fmla="*/ 6845450 h 6858000"/>
              <a:gd name="connsiteX432" fmla="*/ 209968 w 7467600"/>
              <a:gd name="connsiteY432" fmla="*/ 6770713 h 6858000"/>
              <a:gd name="connsiteX433" fmla="*/ 873460 w 7467600"/>
              <a:gd name="connsiteY433" fmla="*/ 6253768 h 6858000"/>
              <a:gd name="connsiteX434" fmla="*/ 192686 w 7467600"/>
              <a:gd name="connsiteY434" fmla="*/ 5849257 h 6858000"/>
              <a:gd name="connsiteX435" fmla="*/ 4696 w 7467600"/>
              <a:gd name="connsiteY435" fmla="*/ 5697668 h 6858000"/>
              <a:gd name="connsiteX436" fmla="*/ 0 w 7467600"/>
              <a:gd name="connsiteY436" fmla="*/ 5689984 h 6858000"/>
              <a:gd name="connsiteX437" fmla="*/ 0 w 7467600"/>
              <a:gd name="connsiteY437" fmla="*/ 5513472 h 6858000"/>
              <a:gd name="connsiteX438" fmla="*/ 174101 w 7467600"/>
              <a:gd name="connsiteY438" fmla="*/ 5620277 h 6858000"/>
              <a:gd name="connsiteX439" fmla="*/ 891800 w 7467600"/>
              <a:gd name="connsiteY439" fmla="*/ 6036935 h 6858000"/>
              <a:gd name="connsiteX440" fmla="*/ 1072219 w 7467600"/>
              <a:gd name="connsiteY440" fmla="*/ 6169443 h 6858000"/>
              <a:gd name="connsiteX441" fmla="*/ 1074117 w 7467600"/>
              <a:gd name="connsiteY441" fmla="*/ 6170301 h 6858000"/>
              <a:gd name="connsiteX442" fmla="*/ 1083114 w 7467600"/>
              <a:gd name="connsiteY442" fmla="*/ 6174131 h 6858000"/>
              <a:gd name="connsiteX443" fmla="*/ 1543010 w 7467600"/>
              <a:gd name="connsiteY443" fmla="*/ 6191140 h 6858000"/>
              <a:gd name="connsiteX444" fmla="*/ 1551080 w 7467600"/>
              <a:gd name="connsiteY444" fmla="*/ 6195006 h 6858000"/>
              <a:gd name="connsiteX445" fmla="*/ 2345443 w 7467600"/>
              <a:gd name="connsiteY445" fmla="*/ 5549882 h 6858000"/>
              <a:gd name="connsiteX446" fmla="*/ 1721499 w 7467600"/>
              <a:gd name="connsiteY446" fmla="*/ 5599969 h 6858000"/>
              <a:gd name="connsiteX447" fmla="*/ 767716 w 7467600"/>
              <a:gd name="connsiteY447" fmla="*/ 5472768 h 6858000"/>
              <a:gd name="connsiteX448" fmla="*/ 722147 w 7467600"/>
              <a:gd name="connsiteY448" fmla="*/ 5393091 h 6858000"/>
              <a:gd name="connsiteX449" fmla="*/ 1485552 w 7467600"/>
              <a:gd name="connsiteY449" fmla="*/ 5313202 h 6858000"/>
              <a:gd name="connsiteX450" fmla="*/ 2143004 w 7467600"/>
              <a:gd name="connsiteY450" fmla="*/ 5402420 h 6858000"/>
              <a:gd name="connsiteX451" fmla="*/ 1933391 w 7467600"/>
              <a:gd name="connsiteY451" fmla="*/ 5156971 h 6858000"/>
              <a:gd name="connsiteX452" fmla="*/ 1827118 w 7467600"/>
              <a:gd name="connsiteY452" fmla="*/ 4968410 h 6858000"/>
              <a:gd name="connsiteX453" fmla="*/ 1837349 w 7467600"/>
              <a:gd name="connsiteY453" fmla="*/ 4956357 h 6858000"/>
              <a:gd name="connsiteX454" fmla="*/ 2162835 w 7467600"/>
              <a:gd name="connsiteY454" fmla="*/ 5187853 h 6858000"/>
              <a:gd name="connsiteX455" fmla="*/ 2257167 w 7467600"/>
              <a:gd name="connsiteY455" fmla="*/ 5462123 h 6858000"/>
              <a:gd name="connsiteX456" fmla="*/ 2261598 w 7467600"/>
              <a:gd name="connsiteY456" fmla="*/ 5467998 h 6858000"/>
              <a:gd name="connsiteX457" fmla="*/ 2437177 w 7467600"/>
              <a:gd name="connsiteY457" fmla="*/ 5479608 h 6858000"/>
              <a:gd name="connsiteX458" fmla="*/ 2445247 w 7467600"/>
              <a:gd name="connsiteY458" fmla="*/ 5483476 h 6858000"/>
              <a:gd name="connsiteX459" fmla="*/ 2743626 w 7467600"/>
              <a:gd name="connsiteY459" fmla="*/ 5304819 h 6858000"/>
              <a:gd name="connsiteX460" fmla="*/ 3048102 w 7467600"/>
              <a:gd name="connsiteY460" fmla="*/ 5150595 h 6858000"/>
              <a:gd name="connsiteX461" fmla="*/ 1799414 w 7467600"/>
              <a:gd name="connsiteY461" fmla="*/ 4694732 h 6858000"/>
              <a:gd name="connsiteX462" fmla="*/ 1771735 w 7467600"/>
              <a:gd name="connsiteY462" fmla="*/ 4619929 h 6858000"/>
              <a:gd name="connsiteX463" fmla="*/ 3104273 w 7467600"/>
              <a:gd name="connsiteY463" fmla="*/ 5076159 h 6858000"/>
              <a:gd name="connsiteX464" fmla="*/ 3113245 w 7467600"/>
              <a:gd name="connsiteY464" fmla="*/ 5090705 h 6858000"/>
              <a:gd name="connsiteX465" fmla="*/ 3126294 w 7467600"/>
              <a:gd name="connsiteY465" fmla="*/ 5114400 h 6858000"/>
              <a:gd name="connsiteX466" fmla="*/ 3937433 w 7467600"/>
              <a:gd name="connsiteY466" fmla="*/ 4830473 h 6858000"/>
              <a:gd name="connsiteX467" fmla="*/ 3590475 w 7467600"/>
              <a:gd name="connsiteY467" fmla="*/ 4597974 h 6858000"/>
              <a:gd name="connsiteX468" fmla="*/ 3100264 w 7467600"/>
              <a:gd name="connsiteY468" fmla="*/ 4579845 h 6858000"/>
              <a:gd name="connsiteX469" fmla="*/ 2183576 w 7467600"/>
              <a:gd name="connsiteY469" fmla="*/ 4227150 h 6858000"/>
              <a:gd name="connsiteX470" fmla="*/ 2151029 w 7467600"/>
              <a:gd name="connsiteY470" fmla="*/ 4146947 h 6858000"/>
              <a:gd name="connsiteX471" fmla="*/ 3563434 w 7467600"/>
              <a:gd name="connsiteY471" fmla="*/ 4469115 h 6858000"/>
              <a:gd name="connsiteX472" fmla="*/ 3177952 w 7467600"/>
              <a:gd name="connsiteY472" fmla="*/ 3657386 h 6858000"/>
              <a:gd name="connsiteX473" fmla="*/ 3189263 w 7467600"/>
              <a:gd name="connsiteY473" fmla="*/ 3625726 h 6858000"/>
              <a:gd name="connsiteX474" fmla="*/ 3560912 w 7467600"/>
              <a:gd name="connsiteY474" fmla="*/ 4079863 h 6858000"/>
              <a:gd name="connsiteX475" fmla="*/ 3626636 w 7467600"/>
              <a:gd name="connsiteY475" fmla="*/ 4512230 h 6858000"/>
              <a:gd name="connsiteX476" fmla="*/ 3653088 w 7467600"/>
              <a:gd name="connsiteY476" fmla="*/ 4521417 h 6858000"/>
              <a:gd name="connsiteX477" fmla="*/ 3988128 w 7467600"/>
              <a:gd name="connsiteY477" fmla="*/ 4817267 h 6858000"/>
              <a:gd name="connsiteX478" fmla="*/ 4830582 w 7467600"/>
              <a:gd name="connsiteY478" fmla="*/ 4676000 h 6858000"/>
              <a:gd name="connsiteX479" fmla="*/ 4830100 w 7467600"/>
              <a:gd name="connsiteY479" fmla="*/ 4675554 h 6858000"/>
              <a:gd name="connsiteX480" fmla="*/ 4036318 w 7467600"/>
              <a:gd name="connsiteY480" fmla="*/ 4147013 h 6858000"/>
              <a:gd name="connsiteX481" fmla="*/ 3432098 w 7467600"/>
              <a:gd name="connsiteY481" fmla="*/ 3537312 h 6858000"/>
              <a:gd name="connsiteX482" fmla="*/ 3446761 w 7467600"/>
              <a:gd name="connsiteY482" fmla="*/ 3461278 h 6858000"/>
              <a:gd name="connsiteX483" fmla="*/ 4419733 w 7467600"/>
              <a:gd name="connsiteY483" fmla="*/ 3963555 h 6858000"/>
              <a:gd name="connsiteX484" fmla="*/ 4781371 w 7467600"/>
              <a:gd name="connsiteY484" fmla="*/ 4458604 h 6858000"/>
              <a:gd name="connsiteX485" fmla="*/ 4780440 w 7467600"/>
              <a:gd name="connsiteY485" fmla="*/ 4470290 h 6858000"/>
              <a:gd name="connsiteX486" fmla="*/ 4898954 w 7467600"/>
              <a:gd name="connsiteY486" fmla="*/ 4662092 h 6858000"/>
              <a:gd name="connsiteX487" fmla="*/ 4900699 w 7467600"/>
              <a:gd name="connsiteY487" fmla="*/ 4670867 h 6858000"/>
              <a:gd name="connsiteX488" fmla="*/ 5714511 w 7467600"/>
              <a:gd name="connsiteY488" fmla="*/ 4663483 h 6858000"/>
              <a:gd name="connsiteX489" fmla="*/ 5464793 w 7467600"/>
              <a:gd name="connsiteY489" fmla="*/ 4393556 h 6858000"/>
              <a:gd name="connsiteX490" fmla="*/ 5461897 w 7467600"/>
              <a:gd name="connsiteY490" fmla="*/ 4390879 h 6858000"/>
              <a:gd name="connsiteX491" fmla="*/ 4294126 w 7467600"/>
              <a:gd name="connsiteY491" fmla="*/ 3303048 h 6858000"/>
              <a:gd name="connsiteX492" fmla="*/ 4305321 w 7467600"/>
              <a:gd name="connsiteY492" fmla="*/ 3256953 h 6858000"/>
              <a:gd name="connsiteX493" fmla="*/ 4949299 w 7467600"/>
              <a:gd name="connsiteY493" fmla="*/ 3766336 h 6858000"/>
              <a:gd name="connsiteX494" fmla="*/ 5291452 w 7467600"/>
              <a:gd name="connsiteY494" fmla="*/ 4076801 h 6858000"/>
              <a:gd name="connsiteX495" fmla="*/ 5434998 w 7467600"/>
              <a:gd name="connsiteY495" fmla="*/ 4254100 h 6858000"/>
              <a:gd name="connsiteX496" fmla="*/ 5351015 w 7467600"/>
              <a:gd name="connsiteY496" fmla="*/ 3760989 h 6858000"/>
              <a:gd name="connsiteX497" fmla="*/ 5413780 w 7467600"/>
              <a:gd name="connsiteY497" fmla="*/ 2966265 h 6858000"/>
              <a:gd name="connsiteX498" fmla="*/ 5425627 w 7467600"/>
              <a:gd name="connsiteY498" fmla="*/ 2954192 h 6858000"/>
              <a:gd name="connsiteX499" fmla="*/ 6604735 w 7467600"/>
              <a:gd name="connsiteY499" fmla="*/ 2041381 h 6858000"/>
              <a:gd name="connsiteX500" fmla="*/ 7204487 w 7467600"/>
              <a:gd name="connsiteY500" fmla="*/ 2742112 h 6858000"/>
              <a:gd name="connsiteX501" fmla="*/ 7131592 w 7467600"/>
              <a:gd name="connsiteY501" fmla="*/ 2672096 h 6858000"/>
              <a:gd name="connsiteX502" fmla="*/ 6996344 w 7467600"/>
              <a:gd name="connsiteY502" fmla="*/ 2518310 h 6858000"/>
              <a:gd name="connsiteX503" fmla="*/ 6735495 w 7467600"/>
              <a:gd name="connsiteY503" fmla="*/ 2196890 h 6858000"/>
              <a:gd name="connsiteX504" fmla="*/ 6721901 w 7467600"/>
              <a:gd name="connsiteY504" fmla="*/ 2179274 h 6858000"/>
              <a:gd name="connsiteX505" fmla="*/ 6604735 w 7467600"/>
              <a:gd name="connsiteY505" fmla="*/ 2041381 h 6858000"/>
              <a:gd name="connsiteX506" fmla="*/ 6591670 w 7467600"/>
              <a:gd name="connsiteY506" fmla="*/ 1988277 h 6858000"/>
              <a:gd name="connsiteX507" fmla="*/ 6747349 w 7467600"/>
              <a:gd name="connsiteY507" fmla="*/ 2160069 h 6858000"/>
              <a:gd name="connsiteX508" fmla="*/ 6760943 w 7467600"/>
              <a:gd name="connsiteY508" fmla="*/ 2177686 h 6858000"/>
              <a:gd name="connsiteX509" fmla="*/ 7021065 w 7467600"/>
              <a:gd name="connsiteY509" fmla="*/ 2498102 h 6858000"/>
              <a:gd name="connsiteX510" fmla="*/ 7155223 w 7467600"/>
              <a:gd name="connsiteY510" fmla="*/ 2650386 h 6858000"/>
              <a:gd name="connsiteX511" fmla="*/ 7203167 w 7467600"/>
              <a:gd name="connsiteY511" fmla="*/ 2697288 h 6858000"/>
              <a:gd name="connsiteX512" fmla="*/ 6937703 w 7467600"/>
              <a:gd name="connsiteY512" fmla="*/ 2321981 h 6858000"/>
              <a:gd name="connsiteX513" fmla="*/ 6591670 w 7467600"/>
              <a:gd name="connsiteY513" fmla="*/ 1988277 h 6858000"/>
              <a:gd name="connsiteX514" fmla="*/ 5798671 w 7467600"/>
              <a:gd name="connsiteY514" fmla="*/ 1981601 h 6858000"/>
              <a:gd name="connsiteX515" fmla="*/ 5754709 w 7467600"/>
              <a:gd name="connsiteY515" fmla="*/ 2071454 h 6858000"/>
              <a:gd name="connsiteX516" fmla="*/ 5763044 w 7467600"/>
              <a:gd name="connsiteY516" fmla="*/ 2842206 h 6858000"/>
              <a:gd name="connsiteX517" fmla="*/ 5764974 w 7467600"/>
              <a:gd name="connsiteY517" fmla="*/ 2799609 h 6858000"/>
              <a:gd name="connsiteX518" fmla="*/ 5767665 w 7467600"/>
              <a:gd name="connsiteY518" fmla="*/ 2666409 h 6858000"/>
              <a:gd name="connsiteX519" fmla="*/ 5763055 w 7467600"/>
              <a:gd name="connsiteY519" fmla="*/ 2579705 h 6858000"/>
              <a:gd name="connsiteX520" fmla="*/ 5758079 w 7467600"/>
              <a:gd name="connsiteY520" fmla="*/ 2492508 h 6858000"/>
              <a:gd name="connsiteX521" fmla="*/ 5779325 w 7467600"/>
              <a:gd name="connsiteY521" fmla="*/ 2197069 h 6858000"/>
              <a:gd name="connsiteX522" fmla="*/ 5798671 w 7467600"/>
              <a:gd name="connsiteY522" fmla="*/ 1981601 h 6858000"/>
              <a:gd name="connsiteX523" fmla="*/ 5829202 w 7467600"/>
              <a:gd name="connsiteY523" fmla="*/ 1971679 h 6858000"/>
              <a:gd name="connsiteX524" fmla="*/ 5809558 w 7467600"/>
              <a:gd name="connsiteY524" fmla="*/ 2198043 h 6858000"/>
              <a:gd name="connsiteX525" fmla="*/ 5788653 w 7467600"/>
              <a:gd name="connsiteY525" fmla="*/ 2489430 h 6858000"/>
              <a:gd name="connsiteX526" fmla="*/ 5793439 w 7467600"/>
              <a:gd name="connsiteY526" fmla="*/ 2575235 h 6858000"/>
              <a:gd name="connsiteX527" fmla="*/ 5796837 w 7467600"/>
              <a:gd name="connsiteY527" fmla="*/ 2637633 h 6858000"/>
              <a:gd name="connsiteX528" fmla="*/ 5818614 w 7467600"/>
              <a:gd name="connsiteY528" fmla="*/ 2473055 h 6858000"/>
              <a:gd name="connsiteX529" fmla="*/ 5829202 w 7467600"/>
              <a:gd name="connsiteY529" fmla="*/ 1971679 h 6858000"/>
              <a:gd name="connsiteX530" fmla="*/ 5911389 w 7467600"/>
              <a:gd name="connsiteY530" fmla="*/ 1898371 h 6858000"/>
              <a:gd name="connsiteX531" fmla="*/ 6237627 w 7467600"/>
              <a:gd name="connsiteY531" fmla="*/ 2231921 h 6858000"/>
              <a:gd name="connsiteX532" fmla="*/ 5911389 w 7467600"/>
              <a:gd name="connsiteY532" fmla="*/ 1898371 h 6858000"/>
              <a:gd name="connsiteX533" fmla="*/ 6944437 w 7467600"/>
              <a:gd name="connsiteY533" fmla="*/ 1575402 h 6858000"/>
              <a:gd name="connsiteX534" fmla="*/ 6304730 w 7467600"/>
              <a:gd name="connsiteY534" fmla="*/ 1766654 h 6858000"/>
              <a:gd name="connsiteX535" fmla="*/ 6944437 w 7467600"/>
              <a:gd name="connsiteY535" fmla="*/ 1575402 h 6858000"/>
              <a:gd name="connsiteX536" fmla="*/ 7019523 w 7467600"/>
              <a:gd name="connsiteY536" fmla="*/ 1519450 h 6858000"/>
              <a:gd name="connsiteX537" fmla="*/ 6298091 w 7467600"/>
              <a:gd name="connsiteY537" fmla="*/ 1737122 h 6858000"/>
              <a:gd name="connsiteX538" fmla="*/ 7019523 w 7467600"/>
              <a:gd name="connsiteY538" fmla="*/ 1519450 h 6858000"/>
              <a:gd name="connsiteX539" fmla="*/ 2399523 w 7467600"/>
              <a:gd name="connsiteY539" fmla="*/ 1428234 h 6858000"/>
              <a:gd name="connsiteX540" fmla="*/ 2224982 w 7467600"/>
              <a:gd name="connsiteY540" fmla="*/ 1826201 h 6858000"/>
              <a:gd name="connsiteX541" fmla="*/ 2096099 w 7467600"/>
              <a:gd name="connsiteY541" fmla="*/ 2345900 h 6858000"/>
              <a:gd name="connsiteX542" fmla="*/ 2283317 w 7467600"/>
              <a:gd name="connsiteY542" fmla="*/ 1796925 h 6858000"/>
              <a:gd name="connsiteX543" fmla="*/ 2399523 w 7467600"/>
              <a:gd name="connsiteY543" fmla="*/ 1428234 h 6858000"/>
              <a:gd name="connsiteX544" fmla="*/ 2448558 w 7467600"/>
              <a:gd name="connsiteY544" fmla="*/ 1373435 h 6858000"/>
              <a:gd name="connsiteX545" fmla="*/ 2312521 w 7467600"/>
              <a:gd name="connsiteY545" fmla="*/ 1806140 h 6858000"/>
              <a:gd name="connsiteX546" fmla="*/ 2127533 w 7467600"/>
              <a:gd name="connsiteY546" fmla="*/ 2348380 h 6858000"/>
              <a:gd name="connsiteX547" fmla="*/ 2358080 w 7467600"/>
              <a:gd name="connsiteY547" fmla="*/ 1866134 h 6858000"/>
              <a:gd name="connsiteX548" fmla="*/ 2407436 w 7467600"/>
              <a:gd name="connsiteY548" fmla="*/ 1651070 h 6858000"/>
              <a:gd name="connsiteX549" fmla="*/ 2448558 w 7467600"/>
              <a:gd name="connsiteY549" fmla="*/ 1373435 h 6858000"/>
              <a:gd name="connsiteX550" fmla="*/ 278707 w 7467600"/>
              <a:gd name="connsiteY550" fmla="*/ 1352270 h 6858000"/>
              <a:gd name="connsiteX551" fmla="*/ 321570 w 7467600"/>
              <a:gd name="connsiteY551" fmla="*/ 1861610 h 6858000"/>
              <a:gd name="connsiteX552" fmla="*/ 294281 w 7467600"/>
              <a:gd name="connsiteY552" fmla="*/ 1440658 h 6858000"/>
              <a:gd name="connsiteX553" fmla="*/ 278707 w 7467600"/>
              <a:gd name="connsiteY553" fmla="*/ 1352270 h 6858000"/>
              <a:gd name="connsiteX554" fmla="*/ 1423821 w 7467600"/>
              <a:gd name="connsiteY554" fmla="*/ 1351958 h 6858000"/>
              <a:gd name="connsiteX555" fmla="*/ 1638521 w 7467600"/>
              <a:gd name="connsiteY555" fmla="*/ 1908470 h 6858000"/>
              <a:gd name="connsiteX556" fmla="*/ 1754199 w 7467600"/>
              <a:gd name="connsiteY556" fmla="*/ 2149284 h 6858000"/>
              <a:gd name="connsiteX557" fmla="*/ 1908359 w 7467600"/>
              <a:gd name="connsiteY557" fmla="*/ 2364988 h 6858000"/>
              <a:gd name="connsiteX558" fmla="*/ 1647661 w 7467600"/>
              <a:gd name="connsiteY558" fmla="*/ 1825945 h 6858000"/>
              <a:gd name="connsiteX559" fmla="*/ 1423821 w 7467600"/>
              <a:gd name="connsiteY559" fmla="*/ 1351958 h 6858000"/>
              <a:gd name="connsiteX560" fmla="*/ 1431890 w 7467600"/>
              <a:gd name="connsiteY560" fmla="*/ 1306475 h 6858000"/>
              <a:gd name="connsiteX561" fmla="*/ 1507597 w 7467600"/>
              <a:gd name="connsiteY561" fmla="*/ 1446132 h 6858000"/>
              <a:gd name="connsiteX562" fmla="*/ 1674586 w 7467600"/>
              <a:gd name="connsiteY562" fmla="*/ 1813832 h 6858000"/>
              <a:gd name="connsiteX563" fmla="*/ 1815950 w 7467600"/>
              <a:gd name="connsiteY563" fmla="*/ 2128564 h 6858000"/>
              <a:gd name="connsiteX564" fmla="*/ 1984242 w 7467600"/>
              <a:gd name="connsiteY564" fmla="*/ 2430829 h 6858000"/>
              <a:gd name="connsiteX565" fmla="*/ 2014023 w 7467600"/>
              <a:gd name="connsiteY565" fmla="*/ 2450995 h 6858000"/>
              <a:gd name="connsiteX566" fmla="*/ 1747337 w 7467600"/>
              <a:gd name="connsiteY566" fmla="*/ 1855264 h 6858000"/>
              <a:gd name="connsiteX567" fmla="*/ 1533749 w 7467600"/>
              <a:gd name="connsiteY567" fmla="*/ 1478656 h 6858000"/>
              <a:gd name="connsiteX568" fmla="*/ 1431890 w 7467600"/>
              <a:gd name="connsiteY568" fmla="*/ 1306475 h 6858000"/>
              <a:gd name="connsiteX569" fmla="*/ 5052692 w 7467600"/>
              <a:gd name="connsiteY569" fmla="*/ 1292994 h 6858000"/>
              <a:gd name="connsiteX570" fmla="*/ 5200661 w 7467600"/>
              <a:gd name="connsiteY570" fmla="*/ 1635186 h 6858000"/>
              <a:gd name="connsiteX571" fmla="*/ 5297138 w 7467600"/>
              <a:gd name="connsiteY571" fmla="*/ 1906351 h 6858000"/>
              <a:gd name="connsiteX572" fmla="*/ 5052692 w 7467600"/>
              <a:gd name="connsiteY572" fmla="*/ 1292994 h 6858000"/>
              <a:gd name="connsiteX573" fmla="*/ 5009948 w 7467600"/>
              <a:gd name="connsiteY573" fmla="*/ 1273619 h 6858000"/>
              <a:gd name="connsiteX574" fmla="*/ 5121777 w 7467600"/>
              <a:gd name="connsiteY574" fmla="*/ 1654213 h 6858000"/>
              <a:gd name="connsiteX575" fmla="*/ 5293545 w 7467600"/>
              <a:gd name="connsiteY575" fmla="*/ 2072247 h 6858000"/>
              <a:gd name="connsiteX576" fmla="*/ 5294042 w 7467600"/>
              <a:gd name="connsiteY576" fmla="*/ 2065019 h 6858000"/>
              <a:gd name="connsiteX577" fmla="*/ 5171936 w 7467600"/>
              <a:gd name="connsiteY577" fmla="*/ 1647613 h 6858000"/>
              <a:gd name="connsiteX578" fmla="*/ 5009948 w 7467600"/>
              <a:gd name="connsiteY578" fmla="*/ 1273619 h 6858000"/>
              <a:gd name="connsiteX579" fmla="*/ 655236 w 7467600"/>
              <a:gd name="connsiteY579" fmla="*/ 1268632 h 6858000"/>
              <a:gd name="connsiteX580" fmla="*/ 839521 w 7467600"/>
              <a:gd name="connsiteY580" fmla="*/ 1685315 h 6858000"/>
              <a:gd name="connsiteX581" fmla="*/ 1109416 w 7467600"/>
              <a:gd name="connsiteY581" fmla="*/ 2061663 h 6858000"/>
              <a:gd name="connsiteX582" fmla="*/ 1298300 w 7467600"/>
              <a:gd name="connsiteY582" fmla="*/ 2247742 h 6858000"/>
              <a:gd name="connsiteX583" fmla="*/ 1125871 w 7467600"/>
              <a:gd name="connsiteY583" fmla="*/ 1989513 h 6858000"/>
              <a:gd name="connsiteX584" fmla="*/ 981574 w 7467600"/>
              <a:gd name="connsiteY584" fmla="*/ 1783157 h 6858000"/>
              <a:gd name="connsiteX585" fmla="*/ 922198 w 7467600"/>
              <a:gd name="connsiteY585" fmla="*/ 1677437 h 6858000"/>
              <a:gd name="connsiteX586" fmla="*/ 869293 w 7467600"/>
              <a:gd name="connsiteY586" fmla="*/ 1583214 h 6858000"/>
              <a:gd name="connsiteX587" fmla="*/ 751431 w 7467600"/>
              <a:gd name="connsiteY587" fmla="*/ 1405731 h 6858000"/>
              <a:gd name="connsiteX588" fmla="*/ 655236 w 7467600"/>
              <a:gd name="connsiteY588" fmla="*/ 1268632 h 6858000"/>
              <a:gd name="connsiteX589" fmla="*/ 6516292 w 7467600"/>
              <a:gd name="connsiteY589" fmla="*/ 1263064 h 6858000"/>
              <a:gd name="connsiteX590" fmla="*/ 5736320 w 7467600"/>
              <a:gd name="connsiteY590" fmla="*/ 1501803 h 6858000"/>
              <a:gd name="connsiteX591" fmla="*/ 6516292 w 7467600"/>
              <a:gd name="connsiteY591" fmla="*/ 1263064 h 6858000"/>
              <a:gd name="connsiteX592" fmla="*/ 291466 w 7467600"/>
              <a:gd name="connsiteY592" fmla="*/ 1250369 h 6858000"/>
              <a:gd name="connsiteX593" fmla="*/ 323180 w 7467600"/>
              <a:gd name="connsiteY593" fmla="*/ 1435283 h 6858000"/>
              <a:gd name="connsiteX594" fmla="*/ 349381 w 7467600"/>
              <a:gd name="connsiteY594" fmla="*/ 1875041 h 6858000"/>
              <a:gd name="connsiteX595" fmla="*/ 374363 w 7467600"/>
              <a:gd name="connsiteY595" fmla="*/ 1506494 h 6858000"/>
              <a:gd name="connsiteX596" fmla="*/ 302168 w 7467600"/>
              <a:gd name="connsiteY596" fmla="*/ 1274495 h 6858000"/>
              <a:gd name="connsiteX597" fmla="*/ 291466 w 7467600"/>
              <a:gd name="connsiteY597" fmla="*/ 1250369 h 6858000"/>
              <a:gd name="connsiteX598" fmla="*/ 678222 w 7467600"/>
              <a:gd name="connsiteY598" fmla="*/ 1248670 h 6858000"/>
              <a:gd name="connsiteX599" fmla="*/ 775536 w 7467600"/>
              <a:gd name="connsiteY599" fmla="*/ 1388015 h 6858000"/>
              <a:gd name="connsiteX600" fmla="*/ 894529 w 7467600"/>
              <a:gd name="connsiteY600" fmla="*/ 1567739 h 6858000"/>
              <a:gd name="connsiteX601" fmla="*/ 948000 w 7467600"/>
              <a:gd name="connsiteY601" fmla="*/ 1663088 h 6858000"/>
              <a:gd name="connsiteX602" fmla="*/ 1006812 w 7467600"/>
              <a:gd name="connsiteY602" fmla="*/ 1767683 h 6858000"/>
              <a:gd name="connsiteX603" fmla="*/ 1149133 w 7467600"/>
              <a:gd name="connsiteY603" fmla="*/ 1971513 h 6858000"/>
              <a:gd name="connsiteX604" fmla="*/ 1333952 w 7467600"/>
              <a:gd name="connsiteY604" fmla="*/ 2251620 h 6858000"/>
              <a:gd name="connsiteX605" fmla="*/ 1337329 w 7467600"/>
              <a:gd name="connsiteY605" fmla="*/ 2258350 h 6858000"/>
              <a:gd name="connsiteX606" fmla="*/ 1014726 w 7467600"/>
              <a:gd name="connsiteY606" fmla="*/ 1615556 h 6858000"/>
              <a:gd name="connsiteX607" fmla="*/ 678222 w 7467600"/>
              <a:gd name="connsiteY607" fmla="*/ 1248670 h 6858000"/>
              <a:gd name="connsiteX608" fmla="*/ 6691602 w 7467600"/>
              <a:gd name="connsiteY608" fmla="*/ 1140573 h 6858000"/>
              <a:gd name="connsiteX609" fmla="*/ 6571100 w 7467600"/>
              <a:gd name="connsiteY609" fmla="*/ 1183662 h 6858000"/>
              <a:gd name="connsiteX610" fmla="*/ 6241687 w 7467600"/>
              <a:gd name="connsiteY610" fmla="*/ 1257600 h 6858000"/>
              <a:gd name="connsiteX611" fmla="*/ 5693009 w 7467600"/>
              <a:gd name="connsiteY611" fmla="*/ 1478256 h 6858000"/>
              <a:gd name="connsiteX612" fmla="*/ 6548420 w 7467600"/>
              <a:gd name="connsiteY612" fmla="*/ 1214599 h 6858000"/>
              <a:gd name="connsiteX613" fmla="*/ 6605473 w 7467600"/>
              <a:gd name="connsiteY613" fmla="*/ 1184686 h 6858000"/>
              <a:gd name="connsiteX614" fmla="*/ 6691602 w 7467600"/>
              <a:gd name="connsiteY614" fmla="*/ 1140573 h 6858000"/>
              <a:gd name="connsiteX615" fmla="*/ 4002475 w 7467600"/>
              <a:gd name="connsiteY615" fmla="*/ 1037802 h 6858000"/>
              <a:gd name="connsiteX616" fmla="*/ 4000324 w 7467600"/>
              <a:gd name="connsiteY616" fmla="*/ 1039362 h 6858000"/>
              <a:gd name="connsiteX617" fmla="*/ 4002862 w 7467600"/>
              <a:gd name="connsiteY617" fmla="*/ 1042866 h 6858000"/>
              <a:gd name="connsiteX618" fmla="*/ 4002475 w 7467600"/>
              <a:gd name="connsiteY618" fmla="*/ 1037802 h 6858000"/>
              <a:gd name="connsiteX619" fmla="*/ 506322 w 7467600"/>
              <a:gd name="connsiteY619" fmla="*/ 1020997 h 6858000"/>
              <a:gd name="connsiteX620" fmla="*/ 533068 w 7467600"/>
              <a:gd name="connsiteY620" fmla="*/ 1029409 h 6858000"/>
              <a:gd name="connsiteX621" fmla="*/ 1232525 w 7467600"/>
              <a:gd name="connsiteY621" fmla="*/ 1804675 h 6858000"/>
              <a:gd name="connsiteX622" fmla="*/ 1388858 w 7467600"/>
              <a:gd name="connsiteY622" fmla="*/ 2368011 h 6858000"/>
              <a:gd name="connsiteX623" fmla="*/ 1384098 w 7467600"/>
              <a:gd name="connsiteY623" fmla="*/ 2378125 h 6858000"/>
              <a:gd name="connsiteX624" fmla="*/ 1425393 w 7467600"/>
              <a:gd name="connsiteY624" fmla="*/ 2589124 h 6858000"/>
              <a:gd name="connsiteX625" fmla="*/ 1424001 w 7467600"/>
              <a:gd name="connsiteY625" fmla="*/ 2597541 h 6858000"/>
              <a:gd name="connsiteX626" fmla="*/ 2152729 w 7467600"/>
              <a:gd name="connsiteY626" fmla="*/ 2864487 h 6858000"/>
              <a:gd name="connsiteX627" fmla="*/ 2020609 w 7467600"/>
              <a:gd name="connsiteY627" fmla="*/ 2539671 h 6858000"/>
              <a:gd name="connsiteX628" fmla="*/ 2018920 w 7467600"/>
              <a:gd name="connsiteY628" fmla="*/ 2536309 h 6858000"/>
              <a:gd name="connsiteX629" fmla="*/ 1342441 w 7467600"/>
              <a:gd name="connsiteY629" fmla="*/ 1173017 h 6858000"/>
              <a:gd name="connsiteX630" fmla="*/ 1367925 w 7467600"/>
              <a:gd name="connsiteY630" fmla="*/ 1135648 h 6858000"/>
              <a:gd name="connsiteX631" fmla="*/ 1771401 w 7467600"/>
              <a:gd name="connsiteY631" fmla="*/ 1806673 h 6858000"/>
              <a:gd name="connsiteX632" fmla="*/ 1972385 w 7467600"/>
              <a:gd name="connsiteY632" fmla="*/ 2198735 h 6858000"/>
              <a:gd name="connsiteX633" fmla="*/ 2040892 w 7467600"/>
              <a:gd name="connsiteY633" fmla="*/ 2405205 h 6858000"/>
              <a:gd name="connsiteX634" fmla="*/ 2131689 w 7467600"/>
              <a:gd name="connsiteY634" fmla="*/ 1936926 h 6858000"/>
              <a:gd name="connsiteX635" fmla="*/ 2454820 w 7467600"/>
              <a:gd name="connsiteY635" fmla="*/ 1248808 h 6858000"/>
              <a:gd name="connsiteX636" fmla="*/ 2492512 w 7467600"/>
              <a:gd name="connsiteY636" fmla="*/ 1302920 h 6858000"/>
              <a:gd name="connsiteX637" fmla="*/ 2081216 w 7467600"/>
              <a:gd name="connsiteY637" fmla="*/ 2527513 h 6858000"/>
              <a:gd name="connsiteX638" fmla="*/ 2081211 w 7467600"/>
              <a:gd name="connsiteY638" fmla="*/ 2528916 h 6858000"/>
              <a:gd name="connsiteX639" fmla="*/ 2199067 w 7467600"/>
              <a:gd name="connsiteY639" fmla="*/ 2884061 h 6858000"/>
              <a:gd name="connsiteX640" fmla="*/ 3192586 w 7467600"/>
              <a:gd name="connsiteY640" fmla="*/ 3411496 h 6858000"/>
              <a:gd name="connsiteX641" fmla="*/ 3182620 w 7467600"/>
              <a:gd name="connsiteY641" fmla="*/ 3483279 h 6858000"/>
              <a:gd name="connsiteX642" fmla="*/ 2435119 w 7467600"/>
              <a:gd name="connsiteY642" fmla="*/ 3080173 h 6858000"/>
              <a:gd name="connsiteX643" fmla="*/ 2410152 w 7467600"/>
              <a:gd name="connsiteY643" fmla="*/ 3063751 h 6858000"/>
              <a:gd name="connsiteX644" fmla="*/ 2408099 w 7467600"/>
              <a:gd name="connsiteY644" fmla="*/ 3064403 h 6858000"/>
              <a:gd name="connsiteX645" fmla="*/ 2407218 w 7467600"/>
              <a:gd name="connsiteY645" fmla="*/ 3070324 h 6858000"/>
              <a:gd name="connsiteX646" fmla="*/ 2380138 w 7467600"/>
              <a:gd name="connsiteY646" fmla="*/ 3099341 h 6858000"/>
              <a:gd name="connsiteX647" fmla="*/ 1765923 w 7467600"/>
              <a:gd name="connsiteY647" fmla="*/ 3581043 h 6858000"/>
              <a:gd name="connsiteX648" fmla="*/ 1702258 w 7467600"/>
              <a:gd name="connsiteY648" fmla="*/ 3612286 h 6858000"/>
              <a:gd name="connsiteX649" fmla="*/ 1538370 w 7467600"/>
              <a:gd name="connsiteY649" fmla="*/ 3811804 h 6858000"/>
              <a:gd name="connsiteX650" fmla="*/ 542867 w 7467600"/>
              <a:gd name="connsiteY650" fmla="*/ 4944092 h 6858000"/>
              <a:gd name="connsiteX651" fmla="*/ 515800 w 7467600"/>
              <a:gd name="connsiteY651" fmla="*/ 4862180 h 6858000"/>
              <a:gd name="connsiteX652" fmla="*/ 909145 w 7467600"/>
              <a:gd name="connsiteY652" fmla="*/ 4199225 h 6858000"/>
              <a:gd name="connsiteX653" fmla="*/ 1214067 w 7467600"/>
              <a:gd name="connsiteY653" fmla="*/ 3908561 h 6858000"/>
              <a:gd name="connsiteX654" fmla="*/ 640967 w 7467600"/>
              <a:gd name="connsiteY654" fmla="*/ 4105601 h 6858000"/>
              <a:gd name="connsiteX655" fmla="*/ 112563 w 7467600"/>
              <a:gd name="connsiteY655" fmla="*/ 4396952 h 6858000"/>
              <a:gd name="connsiteX656" fmla="*/ 0 w 7467600"/>
              <a:gd name="connsiteY656" fmla="*/ 4466006 h 6858000"/>
              <a:gd name="connsiteX657" fmla="*/ 0 w 7467600"/>
              <a:gd name="connsiteY657" fmla="*/ 4233763 h 6858000"/>
              <a:gd name="connsiteX658" fmla="*/ 36881 w 7467600"/>
              <a:gd name="connsiteY658" fmla="*/ 4200118 h 6858000"/>
              <a:gd name="connsiteX659" fmla="*/ 910534 w 7467600"/>
              <a:gd name="connsiteY659" fmla="*/ 3629753 h 6858000"/>
              <a:gd name="connsiteX660" fmla="*/ 1578717 w 7467600"/>
              <a:gd name="connsiteY660" fmla="*/ 3575982 h 6858000"/>
              <a:gd name="connsiteX661" fmla="*/ 2338780 w 7467600"/>
              <a:gd name="connsiteY661" fmla="*/ 3033725 h 6858000"/>
              <a:gd name="connsiteX662" fmla="*/ 1807991 w 7467600"/>
              <a:gd name="connsiteY662" fmla="*/ 2807184 h 6858000"/>
              <a:gd name="connsiteX663" fmla="*/ 1416358 w 7467600"/>
              <a:gd name="connsiteY663" fmla="*/ 3112571 h 6858000"/>
              <a:gd name="connsiteX664" fmla="*/ 939066 w 7467600"/>
              <a:gd name="connsiteY664" fmla="*/ 3378798 h 6858000"/>
              <a:gd name="connsiteX665" fmla="*/ 115099 w 7467600"/>
              <a:gd name="connsiteY665" fmla="*/ 3607650 h 6858000"/>
              <a:gd name="connsiteX666" fmla="*/ 97284 w 7467600"/>
              <a:gd name="connsiteY666" fmla="*/ 3520393 h 6858000"/>
              <a:gd name="connsiteX667" fmla="*/ 922050 w 7467600"/>
              <a:gd name="connsiteY667" fmla="*/ 3074867 h 6858000"/>
              <a:gd name="connsiteX668" fmla="*/ 1405265 w 7467600"/>
              <a:gd name="connsiteY668" fmla="*/ 3016319 h 6858000"/>
              <a:gd name="connsiteX669" fmla="*/ 1407512 w 7467600"/>
              <a:gd name="connsiteY669" fmla="*/ 3018001 h 6858000"/>
              <a:gd name="connsiteX670" fmla="*/ 1726266 w 7467600"/>
              <a:gd name="connsiteY670" fmla="*/ 2777274 h 6858000"/>
              <a:gd name="connsiteX671" fmla="*/ 625390 w 7467600"/>
              <a:gd name="connsiteY671" fmla="*/ 2514541 h 6858000"/>
              <a:gd name="connsiteX672" fmla="*/ 619799 w 7467600"/>
              <a:gd name="connsiteY672" fmla="*/ 2527180 h 6858000"/>
              <a:gd name="connsiteX673" fmla="*/ 310030 w 7467600"/>
              <a:gd name="connsiteY673" fmla="*/ 2771818 h 6858000"/>
              <a:gd name="connsiteX674" fmla="*/ 173877 w 7467600"/>
              <a:gd name="connsiteY674" fmla="*/ 2937056 h 6858000"/>
              <a:gd name="connsiteX675" fmla="*/ 77889 w 7467600"/>
              <a:gd name="connsiteY675" fmla="*/ 3138440 h 6858000"/>
              <a:gd name="connsiteX676" fmla="*/ 0 w 7467600"/>
              <a:gd name="connsiteY676" fmla="*/ 3271395 h 6858000"/>
              <a:gd name="connsiteX677" fmla="*/ 0 w 7467600"/>
              <a:gd name="connsiteY677" fmla="*/ 3153002 h 6858000"/>
              <a:gd name="connsiteX678" fmla="*/ 2386 w 7467600"/>
              <a:gd name="connsiteY678" fmla="*/ 3149203 h 6858000"/>
              <a:gd name="connsiteX679" fmla="*/ 89753 w 7467600"/>
              <a:gd name="connsiteY679" fmla="*/ 2987702 h 6858000"/>
              <a:gd name="connsiteX680" fmla="*/ 76869 w 7467600"/>
              <a:gd name="connsiteY680" fmla="*/ 3005404 h 6858000"/>
              <a:gd name="connsiteX681" fmla="*/ 32049 w 7467600"/>
              <a:gd name="connsiteY681" fmla="*/ 3065814 h 6858000"/>
              <a:gd name="connsiteX682" fmla="*/ 0 w 7467600"/>
              <a:gd name="connsiteY682" fmla="*/ 3108744 h 6858000"/>
              <a:gd name="connsiteX683" fmla="*/ 0 w 7467600"/>
              <a:gd name="connsiteY683" fmla="*/ 3058059 h 6858000"/>
              <a:gd name="connsiteX684" fmla="*/ 7610 w 7467600"/>
              <a:gd name="connsiteY684" fmla="*/ 3047889 h 6858000"/>
              <a:gd name="connsiteX685" fmla="*/ 52419 w 7467600"/>
              <a:gd name="connsiteY685" fmla="*/ 2987479 h 6858000"/>
              <a:gd name="connsiteX686" fmla="*/ 59142 w 7467600"/>
              <a:gd name="connsiteY686" fmla="*/ 2978488 h 6858000"/>
              <a:gd name="connsiteX687" fmla="*/ 0 w 7467600"/>
              <a:gd name="connsiteY687" fmla="*/ 3015334 h 6858000"/>
              <a:gd name="connsiteX688" fmla="*/ 0 w 7467600"/>
              <a:gd name="connsiteY688" fmla="*/ 2914286 h 6858000"/>
              <a:gd name="connsiteX689" fmla="*/ 36383 w 7467600"/>
              <a:gd name="connsiteY689" fmla="*/ 2901128 h 6858000"/>
              <a:gd name="connsiteX690" fmla="*/ 156329 w 7467600"/>
              <a:gd name="connsiteY690" fmla="*/ 2840533 h 6858000"/>
              <a:gd name="connsiteX691" fmla="*/ 358355 w 7467600"/>
              <a:gd name="connsiteY691" fmla="*/ 2620471 h 6858000"/>
              <a:gd name="connsiteX692" fmla="*/ 510577 w 7467600"/>
              <a:gd name="connsiteY692" fmla="*/ 2501244 h 6858000"/>
              <a:gd name="connsiteX693" fmla="*/ 211967 w 7467600"/>
              <a:gd name="connsiteY693" fmla="*/ 2479171 h 6858000"/>
              <a:gd name="connsiteX694" fmla="*/ 0 w 7467600"/>
              <a:gd name="connsiteY694" fmla="*/ 2476398 h 6858000"/>
              <a:gd name="connsiteX695" fmla="*/ 0 w 7467600"/>
              <a:gd name="connsiteY695" fmla="*/ 2389189 h 6858000"/>
              <a:gd name="connsiteX696" fmla="*/ 103062 w 7467600"/>
              <a:gd name="connsiteY696" fmla="*/ 2389518 h 6858000"/>
              <a:gd name="connsiteX697" fmla="*/ 510734 w 7467600"/>
              <a:gd name="connsiteY697" fmla="*/ 2416201 h 6858000"/>
              <a:gd name="connsiteX698" fmla="*/ 279257 w 7467600"/>
              <a:gd name="connsiteY698" fmla="*/ 2092102 h 6858000"/>
              <a:gd name="connsiteX699" fmla="*/ 65265 w 7467600"/>
              <a:gd name="connsiteY699" fmla="*/ 2006049 h 6858000"/>
              <a:gd name="connsiteX700" fmla="*/ 0 w 7467600"/>
              <a:gd name="connsiteY700" fmla="*/ 1982532 h 6858000"/>
              <a:gd name="connsiteX701" fmla="*/ 0 w 7467600"/>
              <a:gd name="connsiteY701" fmla="*/ 1912789 h 6858000"/>
              <a:gd name="connsiteX702" fmla="*/ 97460 w 7467600"/>
              <a:gd name="connsiteY702" fmla="*/ 1953725 h 6858000"/>
              <a:gd name="connsiteX703" fmla="*/ 221272 w 7467600"/>
              <a:gd name="connsiteY703" fmla="*/ 1980766 h 6858000"/>
              <a:gd name="connsiteX704" fmla="*/ 116765 w 7467600"/>
              <a:gd name="connsiteY704" fmla="*/ 1911033 h 6858000"/>
              <a:gd name="connsiteX705" fmla="*/ 16405 w 7467600"/>
              <a:gd name="connsiteY705" fmla="*/ 1803412 h 6858000"/>
              <a:gd name="connsiteX706" fmla="*/ 0 w 7467600"/>
              <a:gd name="connsiteY706" fmla="*/ 1784777 h 6858000"/>
              <a:gd name="connsiteX707" fmla="*/ 0 w 7467600"/>
              <a:gd name="connsiteY707" fmla="*/ 1740082 h 6858000"/>
              <a:gd name="connsiteX708" fmla="*/ 39394 w 7467600"/>
              <a:gd name="connsiteY708" fmla="*/ 1784856 h 6858000"/>
              <a:gd name="connsiteX709" fmla="*/ 135813 w 7467600"/>
              <a:gd name="connsiteY709" fmla="*/ 1888838 h 6858000"/>
              <a:gd name="connsiteX710" fmla="*/ 242575 w 7467600"/>
              <a:gd name="connsiteY710" fmla="*/ 1958841 h 6858000"/>
              <a:gd name="connsiteX711" fmla="*/ 82197 w 7467600"/>
              <a:gd name="connsiteY711" fmla="*/ 1754826 h 6858000"/>
              <a:gd name="connsiteX712" fmla="*/ 0 w 7467600"/>
              <a:gd name="connsiteY712" fmla="*/ 1679650 h 6858000"/>
              <a:gd name="connsiteX713" fmla="*/ 0 w 7467600"/>
              <a:gd name="connsiteY713" fmla="*/ 1602463 h 6858000"/>
              <a:gd name="connsiteX714" fmla="*/ 84689 w 7467600"/>
              <a:gd name="connsiteY714" fmla="*/ 1677442 h 6858000"/>
              <a:gd name="connsiteX715" fmla="*/ 298437 w 7467600"/>
              <a:gd name="connsiteY715" fmla="*/ 1968019 h 6858000"/>
              <a:gd name="connsiteX716" fmla="*/ 227269 w 7467600"/>
              <a:gd name="connsiteY716" fmla="*/ 1114064 h 6858000"/>
              <a:gd name="connsiteX717" fmla="*/ 248003 w 7467600"/>
              <a:gd name="connsiteY717" fmla="*/ 1089613 h 6858000"/>
              <a:gd name="connsiteX718" fmla="*/ 427020 w 7467600"/>
              <a:gd name="connsiteY718" fmla="*/ 1619803 h 6858000"/>
              <a:gd name="connsiteX719" fmla="*/ 340345 w 7467600"/>
              <a:gd name="connsiteY719" fmla="*/ 2027739 h 6858000"/>
              <a:gd name="connsiteX720" fmla="*/ 360865 w 7467600"/>
              <a:gd name="connsiteY720" fmla="*/ 2044827 h 6858000"/>
              <a:gd name="connsiteX721" fmla="*/ 560414 w 7467600"/>
              <a:gd name="connsiteY721" fmla="*/ 2421457 h 6858000"/>
              <a:gd name="connsiteX722" fmla="*/ 1359703 w 7467600"/>
              <a:gd name="connsiteY722" fmla="*/ 2578554 h 6858000"/>
              <a:gd name="connsiteX723" fmla="*/ 1359422 w 7467600"/>
              <a:gd name="connsiteY723" fmla="*/ 2577994 h 6858000"/>
              <a:gd name="connsiteX724" fmla="*/ 828701 w 7467600"/>
              <a:gd name="connsiteY724" fmla="*/ 1839520 h 6858000"/>
              <a:gd name="connsiteX725" fmla="*/ 494427 w 7467600"/>
              <a:gd name="connsiteY725" fmla="*/ 1092333 h 6858000"/>
              <a:gd name="connsiteX726" fmla="*/ 506322 w 7467600"/>
              <a:gd name="connsiteY726" fmla="*/ 1020997 h 6858000"/>
              <a:gd name="connsiteX727" fmla="*/ 4570198 w 7467600"/>
              <a:gd name="connsiteY727" fmla="*/ 978081 h 6858000"/>
              <a:gd name="connsiteX728" fmla="*/ 4523691 w 7467600"/>
              <a:gd name="connsiteY728" fmla="*/ 1127776 h 6858000"/>
              <a:gd name="connsiteX729" fmla="*/ 4509875 w 7467600"/>
              <a:gd name="connsiteY729" fmla="*/ 1167552 h 6858000"/>
              <a:gd name="connsiteX730" fmla="*/ 4478168 w 7467600"/>
              <a:gd name="connsiteY730" fmla="*/ 1260735 h 6858000"/>
              <a:gd name="connsiteX731" fmla="*/ 4409309 w 7467600"/>
              <a:gd name="connsiteY731" fmla="*/ 1666996 h 6858000"/>
              <a:gd name="connsiteX732" fmla="*/ 4370031 w 7467600"/>
              <a:gd name="connsiteY732" fmla="*/ 1955666 h 6858000"/>
              <a:gd name="connsiteX733" fmla="*/ 4570198 w 7467600"/>
              <a:gd name="connsiteY733" fmla="*/ 978081 h 6858000"/>
              <a:gd name="connsiteX734" fmla="*/ 4557898 w 7467600"/>
              <a:gd name="connsiteY734" fmla="*/ 900011 h 6858000"/>
              <a:gd name="connsiteX735" fmla="*/ 4344840 w 7467600"/>
              <a:gd name="connsiteY735" fmla="*/ 1922038 h 6858000"/>
              <a:gd name="connsiteX736" fmla="*/ 4378710 w 7467600"/>
              <a:gd name="connsiteY736" fmla="*/ 1665516 h 6858000"/>
              <a:gd name="connsiteX737" fmla="*/ 4448798 w 7467600"/>
              <a:gd name="connsiteY737" fmla="*/ 1253024 h 6858000"/>
              <a:gd name="connsiteX738" fmla="*/ 4480315 w 7467600"/>
              <a:gd name="connsiteY738" fmla="*/ 1158454 h 6858000"/>
              <a:gd name="connsiteX739" fmla="*/ 4494133 w 7467600"/>
              <a:gd name="connsiteY739" fmla="*/ 1118676 h 6858000"/>
              <a:gd name="connsiteX740" fmla="*/ 4557898 w 7467600"/>
              <a:gd name="connsiteY740" fmla="*/ 900011 h 6858000"/>
              <a:gd name="connsiteX741" fmla="*/ 5870151 w 7467600"/>
              <a:gd name="connsiteY741" fmla="*/ 898890 h 6858000"/>
              <a:gd name="connsiteX742" fmla="*/ 5861335 w 7467600"/>
              <a:gd name="connsiteY742" fmla="*/ 899177 h 6858000"/>
              <a:gd name="connsiteX743" fmla="*/ 5843702 w 7467600"/>
              <a:gd name="connsiteY743" fmla="*/ 899748 h 6858000"/>
              <a:gd name="connsiteX744" fmla="*/ 5651107 w 7467600"/>
              <a:gd name="connsiteY744" fmla="*/ 920306 h 6858000"/>
              <a:gd name="connsiteX745" fmla="*/ 5459407 w 7467600"/>
              <a:gd name="connsiteY745" fmla="*/ 940975 h 6858000"/>
              <a:gd name="connsiteX746" fmla="*/ 5374846 w 7467600"/>
              <a:gd name="connsiteY746" fmla="*/ 941988 h 6858000"/>
              <a:gd name="connsiteX747" fmla="*/ 5256105 w 7467600"/>
              <a:gd name="connsiteY747" fmla="*/ 945632 h 6858000"/>
              <a:gd name="connsiteX748" fmla="*/ 5107071 w 7467600"/>
              <a:gd name="connsiteY748" fmla="*/ 969720 h 6858000"/>
              <a:gd name="connsiteX749" fmla="*/ 4998681 w 7467600"/>
              <a:gd name="connsiteY749" fmla="*/ 988771 h 6858000"/>
              <a:gd name="connsiteX750" fmla="*/ 5870151 w 7467600"/>
              <a:gd name="connsiteY750" fmla="*/ 898890 h 6858000"/>
              <a:gd name="connsiteX751" fmla="*/ 5504425 w 7467600"/>
              <a:gd name="connsiteY751" fmla="*/ 848067 h 6858000"/>
              <a:gd name="connsiteX752" fmla="*/ 4968849 w 7467600"/>
              <a:gd name="connsiteY752" fmla="*/ 962318 h 6858000"/>
              <a:gd name="connsiteX753" fmla="*/ 5104039 w 7467600"/>
              <a:gd name="connsiteY753" fmla="*/ 940634 h 6858000"/>
              <a:gd name="connsiteX754" fmla="*/ 5256311 w 7467600"/>
              <a:gd name="connsiteY754" fmla="*/ 916490 h 6858000"/>
              <a:gd name="connsiteX755" fmla="*/ 5377381 w 7467600"/>
              <a:gd name="connsiteY755" fmla="*/ 912671 h 6858000"/>
              <a:gd name="connsiteX756" fmla="*/ 5460148 w 7467600"/>
              <a:gd name="connsiteY756" fmla="*/ 911442 h 6858000"/>
              <a:gd name="connsiteX757" fmla="*/ 5648971 w 7467600"/>
              <a:gd name="connsiteY757" fmla="*/ 891331 h 6858000"/>
              <a:gd name="connsiteX758" fmla="*/ 5844807 w 7467600"/>
              <a:gd name="connsiteY758" fmla="*/ 870718 h 6858000"/>
              <a:gd name="connsiteX759" fmla="*/ 5862975 w 7467600"/>
              <a:gd name="connsiteY759" fmla="*/ 869756 h 6858000"/>
              <a:gd name="connsiteX760" fmla="*/ 5920887 w 7467600"/>
              <a:gd name="connsiteY760" fmla="*/ 865929 h 6858000"/>
              <a:gd name="connsiteX761" fmla="*/ 5504425 w 7467600"/>
              <a:gd name="connsiteY761" fmla="*/ 848067 h 6858000"/>
              <a:gd name="connsiteX762" fmla="*/ 3607114 w 7467600"/>
              <a:gd name="connsiteY762" fmla="*/ 467441 h 6858000"/>
              <a:gd name="connsiteX763" fmla="*/ 3296242 w 7467600"/>
              <a:gd name="connsiteY763" fmla="*/ 807991 h 6858000"/>
              <a:gd name="connsiteX764" fmla="*/ 3174674 w 7467600"/>
              <a:gd name="connsiteY764" fmla="*/ 919759 h 6858000"/>
              <a:gd name="connsiteX765" fmla="*/ 3042978 w 7467600"/>
              <a:gd name="connsiteY765" fmla="*/ 1054894 h 6858000"/>
              <a:gd name="connsiteX766" fmla="*/ 2968914 w 7467600"/>
              <a:gd name="connsiteY766" fmla="*/ 1133756 h 6858000"/>
              <a:gd name="connsiteX767" fmla="*/ 3103823 w 7467600"/>
              <a:gd name="connsiteY767" fmla="*/ 1026814 h 6858000"/>
              <a:gd name="connsiteX768" fmla="*/ 3607114 w 7467600"/>
              <a:gd name="connsiteY768" fmla="*/ 467441 h 6858000"/>
              <a:gd name="connsiteX769" fmla="*/ 3744487 w 7467600"/>
              <a:gd name="connsiteY769" fmla="*/ 383136 h 6858000"/>
              <a:gd name="connsiteX770" fmla="*/ 3970213 w 7467600"/>
              <a:gd name="connsiteY770" fmla="*/ 995559 h 6858000"/>
              <a:gd name="connsiteX771" fmla="*/ 3744487 w 7467600"/>
              <a:gd name="connsiteY771" fmla="*/ 383136 h 6858000"/>
              <a:gd name="connsiteX772" fmla="*/ 3624562 w 7467600"/>
              <a:gd name="connsiteY772" fmla="*/ 367041 h 6858000"/>
              <a:gd name="connsiteX773" fmla="*/ 3489712 w 7467600"/>
              <a:gd name="connsiteY773" fmla="*/ 485386 h 6858000"/>
              <a:gd name="connsiteX774" fmla="*/ 3182994 w 7467600"/>
              <a:gd name="connsiteY774" fmla="*/ 828265 h 6858000"/>
              <a:gd name="connsiteX775" fmla="*/ 2892114 w 7467600"/>
              <a:gd name="connsiteY775" fmla="*/ 1172635 h 6858000"/>
              <a:gd name="connsiteX776" fmla="*/ 3021459 w 7467600"/>
              <a:gd name="connsiteY776" fmla="*/ 1035385 h 6858000"/>
              <a:gd name="connsiteX777" fmla="*/ 3153873 w 7467600"/>
              <a:gd name="connsiteY777" fmla="*/ 898971 h 6858000"/>
              <a:gd name="connsiteX778" fmla="*/ 3276511 w 7467600"/>
              <a:gd name="connsiteY778" fmla="*/ 786423 h 6858000"/>
              <a:gd name="connsiteX779" fmla="*/ 3584154 w 7467600"/>
              <a:gd name="connsiteY779" fmla="*/ 448218 h 6858000"/>
              <a:gd name="connsiteX780" fmla="*/ 3624562 w 7467600"/>
              <a:gd name="connsiteY780" fmla="*/ 367041 h 6858000"/>
              <a:gd name="connsiteX781" fmla="*/ 3766672 w 7467600"/>
              <a:gd name="connsiteY781" fmla="*/ 359429 h 6858000"/>
              <a:gd name="connsiteX782" fmla="*/ 3996338 w 7467600"/>
              <a:gd name="connsiteY782" fmla="*/ 968237 h 6858000"/>
              <a:gd name="connsiteX783" fmla="*/ 3766672 w 7467600"/>
              <a:gd name="connsiteY783" fmla="*/ 359429 h 6858000"/>
              <a:gd name="connsiteX784" fmla="*/ 5805386 w 7467600"/>
              <a:gd name="connsiteY784" fmla="*/ 239240 h 6858000"/>
              <a:gd name="connsiteX785" fmla="*/ 5736947 w 7467600"/>
              <a:gd name="connsiteY785" fmla="*/ 261367 h 6858000"/>
              <a:gd name="connsiteX786" fmla="*/ 5427012 w 7467600"/>
              <a:gd name="connsiteY786" fmla="*/ 311272 h 6858000"/>
              <a:gd name="connsiteX787" fmla="*/ 5147818 w 7467600"/>
              <a:gd name="connsiteY787" fmla="*/ 322112 h 6858000"/>
              <a:gd name="connsiteX788" fmla="*/ 5060854 w 7467600"/>
              <a:gd name="connsiteY788" fmla="*/ 311882 h 6858000"/>
              <a:gd name="connsiteX789" fmla="*/ 4945989 w 7467600"/>
              <a:gd name="connsiteY789" fmla="*/ 300516 h 6858000"/>
              <a:gd name="connsiteX790" fmla="*/ 5410479 w 7467600"/>
              <a:gd name="connsiteY790" fmla="*/ 348434 h 6858000"/>
              <a:gd name="connsiteX791" fmla="*/ 5805386 w 7467600"/>
              <a:gd name="connsiteY791" fmla="*/ 239240 h 6858000"/>
              <a:gd name="connsiteX792" fmla="*/ 5905192 w 7467600"/>
              <a:gd name="connsiteY792" fmla="*/ 163079 h 6858000"/>
              <a:gd name="connsiteX793" fmla="*/ 5865655 w 7467600"/>
              <a:gd name="connsiteY793" fmla="*/ 171901 h 6858000"/>
              <a:gd name="connsiteX794" fmla="*/ 5259740 w 7467600"/>
              <a:gd name="connsiteY794" fmla="*/ 257013 h 6858000"/>
              <a:gd name="connsiteX795" fmla="*/ 5208466 w 7467600"/>
              <a:gd name="connsiteY795" fmla="*/ 257550 h 6858000"/>
              <a:gd name="connsiteX796" fmla="*/ 4980204 w 7467600"/>
              <a:gd name="connsiteY796" fmla="*/ 271903 h 6858000"/>
              <a:gd name="connsiteX797" fmla="*/ 5068068 w 7467600"/>
              <a:gd name="connsiteY797" fmla="*/ 282244 h 6858000"/>
              <a:gd name="connsiteX798" fmla="*/ 5153231 w 7467600"/>
              <a:gd name="connsiteY798" fmla="*/ 292240 h 6858000"/>
              <a:gd name="connsiteX799" fmla="*/ 5426491 w 7467600"/>
              <a:gd name="connsiteY799" fmla="*/ 281128 h 6858000"/>
              <a:gd name="connsiteX800" fmla="*/ 5731212 w 7467600"/>
              <a:gd name="connsiteY800" fmla="*/ 231951 h 6858000"/>
              <a:gd name="connsiteX801" fmla="*/ 5905192 w 7467600"/>
              <a:gd name="connsiteY801" fmla="*/ 163079 h 6858000"/>
              <a:gd name="connsiteX802" fmla="*/ 5944437 w 7467600"/>
              <a:gd name="connsiteY802" fmla="*/ 113829 h 6858000"/>
              <a:gd name="connsiteX803" fmla="*/ 5825032 w 7467600"/>
              <a:gd name="connsiteY803" fmla="*/ 146405 h 6858000"/>
              <a:gd name="connsiteX804" fmla="*/ 4955599 w 7467600"/>
              <a:gd name="connsiteY804" fmla="*/ 247008 h 6858000"/>
              <a:gd name="connsiteX805" fmla="*/ 5210104 w 7467600"/>
              <a:gd name="connsiteY805" fmla="*/ 228123 h 6858000"/>
              <a:gd name="connsiteX806" fmla="*/ 5261015 w 7467600"/>
              <a:gd name="connsiteY806" fmla="*/ 227087 h 6858000"/>
              <a:gd name="connsiteX807" fmla="*/ 5861181 w 7467600"/>
              <a:gd name="connsiteY807" fmla="*/ 143093 h 6858000"/>
              <a:gd name="connsiteX808" fmla="*/ 5961252 w 7467600"/>
              <a:gd name="connsiteY808" fmla="*/ 114820 h 6858000"/>
              <a:gd name="connsiteX809" fmla="*/ 5944437 w 7467600"/>
              <a:gd name="connsiteY809" fmla="*/ 113829 h 6858000"/>
              <a:gd name="connsiteX810" fmla="*/ 3882765 w 7467600"/>
              <a:gd name="connsiteY810" fmla="*/ 0 h 6858000"/>
              <a:gd name="connsiteX811" fmla="*/ 3995099 w 7467600"/>
              <a:gd name="connsiteY811" fmla="*/ 0 h 6858000"/>
              <a:gd name="connsiteX812" fmla="*/ 4163818 w 7467600"/>
              <a:gd name="connsiteY812" fmla="*/ 234104 h 6858000"/>
              <a:gd name="connsiteX813" fmla="*/ 4172099 w 7467600"/>
              <a:gd name="connsiteY813" fmla="*/ 234207 h 6858000"/>
              <a:gd name="connsiteX814" fmla="*/ 4784282 w 7467600"/>
              <a:gd name="connsiteY814" fmla="*/ 276561 h 6858000"/>
              <a:gd name="connsiteX815" fmla="*/ 4801687 w 7467600"/>
              <a:gd name="connsiteY815" fmla="*/ 267764 h 6858000"/>
              <a:gd name="connsiteX816" fmla="*/ 6082788 w 7467600"/>
              <a:gd name="connsiteY816" fmla="*/ 64119 h 6858000"/>
              <a:gd name="connsiteX817" fmla="*/ 6099442 w 7467600"/>
              <a:gd name="connsiteY817" fmla="*/ 82568 h 6858000"/>
              <a:gd name="connsiteX818" fmla="*/ 4804137 w 7467600"/>
              <a:gd name="connsiteY818" fmla="*/ 320931 h 6858000"/>
              <a:gd name="connsiteX819" fmla="*/ 4227047 w 7467600"/>
              <a:gd name="connsiteY819" fmla="*/ 313415 h 6858000"/>
              <a:gd name="connsiteX820" fmla="*/ 4346041 w 7467600"/>
              <a:gd name="connsiteY820" fmla="*/ 456086 h 6858000"/>
              <a:gd name="connsiteX821" fmla="*/ 4870967 w 7467600"/>
              <a:gd name="connsiteY821" fmla="*/ 963061 h 6858000"/>
              <a:gd name="connsiteX822" fmla="*/ 4889647 w 7467600"/>
              <a:gd name="connsiteY822" fmla="*/ 957147 h 6858000"/>
              <a:gd name="connsiteX823" fmla="*/ 5422504 w 7467600"/>
              <a:gd name="connsiteY823" fmla="*/ 805191 h 6858000"/>
              <a:gd name="connsiteX824" fmla="*/ 6087656 w 7467600"/>
              <a:gd name="connsiteY824" fmla="*/ 826703 h 6858000"/>
              <a:gd name="connsiteX825" fmla="*/ 6058717 w 7467600"/>
              <a:gd name="connsiteY825" fmla="*/ 865992 h 6858000"/>
              <a:gd name="connsiteX826" fmla="*/ 4974153 w 7467600"/>
              <a:gd name="connsiteY826" fmla="*/ 1045456 h 6858000"/>
              <a:gd name="connsiteX827" fmla="*/ 5627835 w 7467600"/>
              <a:gd name="connsiteY827" fmla="*/ 1472077 h 6858000"/>
              <a:gd name="connsiteX828" fmla="*/ 5629817 w 7467600"/>
              <a:gd name="connsiteY828" fmla="*/ 1471412 h 6858000"/>
              <a:gd name="connsiteX829" fmla="*/ 5634124 w 7467600"/>
              <a:gd name="connsiteY829" fmla="*/ 1470572 h 6858000"/>
              <a:gd name="connsiteX830" fmla="*/ 5755832 w 7467600"/>
              <a:gd name="connsiteY830" fmla="*/ 1383886 h 6858000"/>
              <a:gd name="connsiteX831" fmla="*/ 6014186 w 7467600"/>
              <a:gd name="connsiteY831" fmla="*/ 1279799 h 6858000"/>
              <a:gd name="connsiteX832" fmla="*/ 6901619 w 7467600"/>
              <a:gd name="connsiteY832" fmla="*/ 1047874 h 6858000"/>
              <a:gd name="connsiteX833" fmla="*/ 6931566 w 7467600"/>
              <a:gd name="connsiteY833" fmla="*/ 1062034 h 6858000"/>
              <a:gd name="connsiteX834" fmla="*/ 5790982 w 7467600"/>
              <a:gd name="connsiteY834" fmla="*/ 1561380 h 6858000"/>
              <a:gd name="connsiteX835" fmla="*/ 6188971 w 7467600"/>
              <a:gd name="connsiteY835" fmla="*/ 1755168 h 6858000"/>
              <a:gd name="connsiteX836" fmla="*/ 6202446 w 7467600"/>
              <a:gd name="connsiteY836" fmla="*/ 1752268 h 6858000"/>
              <a:gd name="connsiteX837" fmla="*/ 7179560 w 7467600"/>
              <a:gd name="connsiteY837" fmla="*/ 1467551 h 6858000"/>
              <a:gd name="connsiteX838" fmla="*/ 7158730 w 7467600"/>
              <a:gd name="connsiteY838" fmla="*/ 1507835 h 6858000"/>
              <a:gd name="connsiteX839" fmla="*/ 6326959 w 7467600"/>
              <a:gd name="connsiteY839" fmla="*/ 1817686 h 6858000"/>
              <a:gd name="connsiteX840" fmla="*/ 6537433 w 7467600"/>
              <a:gd name="connsiteY840" fmla="*/ 1907790 h 6858000"/>
              <a:gd name="connsiteX841" fmla="*/ 6550221 w 7467600"/>
              <a:gd name="connsiteY841" fmla="*/ 1910729 h 6858000"/>
              <a:gd name="connsiteX842" fmla="*/ 6964438 w 7467600"/>
              <a:gd name="connsiteY842" fmla="*/ 2209505 h 6858000"/>
              <a:gd name="connsiteX843" fmla="*/ 7367862 w 7467600"/>
              <a:gd name="connsiteY843" fmla="*/ 2806833 h 6858000"/>
              <a:gd name="connsiteX844" fmla="*/ 7364329 w 7467600"/>
              <a:gd name="connsiteY844" fmla="*/ 2826907 h 6858000"/>
              <a:gd name="connsiteX845" fmla="*/ 7290545 w 7467600"/>
              <a:gd name="connsiteY845" fmla="*/ 2850663 h 6858000"/>
              <a:gd name="connsiteX846" fmla="*/ 6472036 w 7467600"/>
              <a:gd name="connsiteY846" fmla="*/ 1959003 h 6858000"/>
              <a:gd name="connsiteX847" fmla="*/ 5792897 w 7467600"/>
              <a:gd name="connsiteY847" fmla="*/ 1647747 h 6858000"/>
              <a:gd name="connsiteX848" fmla="*/ 5842751 w 7467600"/>
              <a:gd name="connsiteY848" fmla="*/ 1816112 h 6858000"/>
              <a:gd name="connsiteX849" fmla="*/ 5847424 w 7467600"/>
              <a:gd name="connsiteY849" fmla="*/ 1815776 h 6858000"/>
              <a:gd name="connsiteX850" fmla="*/ 6399821 w 7467600"/>
              <a:gd name="connsiteY850" fmla="*/ 2344799 h 6858000"/>
              <a:gd name="connsiteX851" fmla="*/ 6323232 w 7467600"/>
              <a:gd name="connsiteY851" fmla="*/ 2389634 h 6858000"/>
              <a:gd name="connsiteX852" fmla="*/ 5942958 w 7467600"/>
              <a:gd name="connsiteY852" fmla="*/ 2077708 h 6858000"/>
              <a:gd name="connsiteX853" fmla="*/ 5921559 w 7467600"/>
              <a:gd name="connsiteY853" fmla="*/ 2378596 h 6858000"/>
              <a:gd name="connsiteX854" fmla="*/ 5817651 w 7467600"/>
              <a:gd name="connsiteY854" fmla="*/ 3023919 h 6858000"/>
              <a:gd name="connsiteX855" fmla="*/ 5729634 w 7467600"/>
              <a:gd name="connsiteY855" fmla="*/ 3051849 h 6858000"/>
              <a:gd name="connsiteX856" fmla="*/ 5611018 w 7467600"/>
              <a:gd name="connsiteY856" fmla="*/ 2316769 h 6858000"/>
              <a:gd name="connsiteX857" fmla="*/ 5687608 w 7467600"/>
              <a:gd name="connsiteY857" fmla="*/ 2039972 h 6858000"/>
              <a:gd name="connsiteX858" fmla="*/ 5657554 w 7467600"/>
              <a:gd name="connsiteY858" fmla="*/ 1576445 h 6858000"/>
              <a:gd name="connsiteX859" fmla="*/ 5150475 w 7467600"/>
              <a:gd name="connsiteY859" fmla="*/ 1274012 h 6858000"/>
              <a:gd name="connsiteX860" fmla="*/ 5349142 w 7467600"/>
              <a:gd name="connsiteY860" fmla="*/ 2204405 h 6858000"/>
              <a:gd name="connsiteX861" fmla="*/ 5262214 w 7467600"/>
              <a:gd name="connsiteY861" fmla="*/ 2233836 h 6858000"/>
              <a:gd name="connsiteX862" fmla="*/ 4981539 w 7467600"/>
              <a:gd name="connsiteY862" fmla="*/ 1542201 h 6858000"/>
              <a:gd name="connsiteX863" fmla="*/ 4958461 w 7467600"/>
              <a:gd name="connsiteY863" fmla="*/ 1136957 h 6858000"/>
              <a:gd name="connsiteX864" fmla="*/ 4655015 w 7467600"/>
              <a:gd name="connsiteY864" fmla="*/ 891426 h 6858000"/>
              <a:gd name="connsiteX865" fmla="*/ 4348002 w 7467600"/>
              <a:gd name="connsiteY865" fmla="*/ 2205895 h 6858000"/>
              <a:gd name="connsiteX866" fmla="*/ 4262250 w 7467600"/>
              <a:gd name="connsiteY866" fmla="*/ 2219972 h 6858000"/>
              <a:gd name="connsiteX867" fmla="*/ 4550611 w 7467600"/>
              <a:gd name="connsiteY867" fmla="*/ 817540 h 6858000"/>
              <a:gd name="connsiteX868" fmla="*/ 4564418 w 7467600"/>
              <a:gd name="connsiteY868" fmla="*/ 808293 h 6858000"/>
              <a:gd name="connsiteX869" fmla="*/ 4266388 w 7467600"/>
              <a:gd name="connsiteY869" fmla="*/ 500083 h 6858000"/>
              <a:gd name="connsiteX870" fmla="*/ 4032842 w 7467600"/>
              <a:gd name="connsiteY870" fmla="*/ 211809 h 6858000"/>
              <a:gd name="connsiteX871" fmla="*/ 3882765 w 7467600"/>
              <a:gd name="connsiteY871" fmla="*/ 0 h 6858000"/>
              <a:gd name="connsiteX872" fmla="*/ 3721337 w 7467600"/>
              <a:gd name="connsiteY872" fmla="*/ 0 h 6858000"/>
              <a:gd name="connsiteX873" fmla="*/ 3797544 w 7467600"/>
              <a:gd name="connsiteY873" fmla="*/ 0 h 6858000"/>
              <a:gd name="connsiteX874" fmla="*/ 3775734 w 7467600"/>
              <a:gd name="connsiteY874" fmla="*/ 95131 h 6858000"/>
              <a:gd name="connsiteX875" fmla="*/ 3724807 w 7467600"/>
              <a:gd name="connsiteY875" fmla="*/ 272257 h 6858000"/>
              <a:gd name="connsiteX876" fmla="*/ 3726844 w 7467600"/>
              <a:gd name="connsiteY876" fmla="*/ 282988 h 6858000"/>
              <a:gd name="connsiteX877" fmla="*/ 3742664 w 7467600"/>
              <a:gd name="connsiteY877" fmla="*/ 279918 h 6858000"/>
              <a:gd name="connsiteX878" fmla="*/ 4103910 w 7467600"/>
              <a:gd name="connsiteY878" fmla="*/ 1161917 h 6858000"/>
              <a:gd name="connsiteX879" fmla="*/ 4020269 w 7467600"/>
              <a:gd name="connsiteY879" fmla="*/ 1200406 h 6858000"/>
              <a:gd name="connsiteX880" fmla="*/ 3674882 w 7467600"/>
              <a:gd name="connsiteY880" fmla="*/ 488524 h 6858000"/>
              <a:gd name="connsiteX881" fmla="*/ 3132682 w 7467600"/>
              <a:gd name="connsiteY881" fmla="*/ 1072284 h 6858000"/>
              <a:gd name="connsiteX882" fmla="*/ 2716346 w 7467600"/>
              <a:gd name="connsiteY882" fmla="*/ 1276376 h 6858000"/>
              <a:gd name="connsiteX883" fmla="*/ 2716772 w 7467600"/>
              <a:gd name="connsiteY883" fmla="*/ 1255462 h 6858000"/>
              <a:gd name="connsiteX884" fmla="*/ 3471096 w 7467600"/>
              <a:gd name="connsiteY884" fmla="*/ 437072 h 6858000"/>
              <a:gd name="connsiteX885" fmla="*/ 3639057 w 7467600"/>
              <a:gd name="connsiteY885" fmla="*/ 286334 h 6858000"/>
              <a:gd name="connsiteX886" fmla="*/ 3640309 w 7467600"/>
              <a:gd name="connsiteY886" fmla="*/ 284664 h 6858000"/>
              <a:gd name="connsiteX887" fmla="*/ 3646022 w 7467600"/>
              <a:gd name="connsiteY887" fmla="*/ 276711 h 6858000"/>
              <a:gd name="connsiteX888" fmla="*/ 3707943 w 7467600"/>
              <a:gd name="connsiteY888" fmla="*/ 65958 h 6858000"/>
              <a:gd name="connsiteX889" fmla="*/ 3721337 w 7467600"/>
              <a:gd name="connsiteY889" fmla="*/ 0 h 6858000"/>
              <a:gd name="connsiteX890" fmla="*/ 2867960 w 7467600"/>
              <a:gd name="connsiteY890" fmla="*/ 0 h 6858000"/>
              <a:gd name="connsiteX891" fmla="*/ 2926351 w 7467600"/>
              <a:gd name="connsiteY891" fmla="*/ 0 h 6858000"/>
              <a:gd name="connsiteX892" fmla="*/ 2902823 w 7467600"/>
              <a:gd name="connsiteY892" fmla="*/ 262929 h 6858000"/>
              <a:gd name="connsiteX893" fmla="*/ 2940663 w 7467600"/>
              <a:gd name="connsiteY893" fmla="*/ 140884 h 6858000"/>
              <a:gd name="connsiteX894" fmla="*/ 2947039 w 7467600"/>
              <a:gd name="connsiteY894" fmla="*/ 122524 h 6858000"/>
              <a:gd name="connsiteX895" fmla="*/ 2984316 w 7467600"/>
              <a:gd name="connsiteY895" fmla="*/ 0 h 6858000"/>
              <a:gd name="connsiteX896" fmla="*/ 3016114 w 7467600"/>
              <a:gd name="connsiteY896" fmla="*/ 0 h 6858000"/>
              <a:gd name="connsiteX897" fmla="*/ 2979949 w 7467600"/>
              <a:gd name="connsiteY897" fmla="*/ 119274 h 6858000"/>
              <a:gd name="connsiteX898" fmla="*/ 3023879 w 7467600"/>
              <a:gd name="connsiteY898" fmla="*/ 0 h 6858000"/>
              <a:gd name="connsiteX899" fmla="*/ 3105400 w 7467600"/>
              <a:gd name="connsiteY899" fmla="*/ 0 h 6858000"/>
              <a:gd name="connsiteX900" fmla="*/ 3094669 w 7467600"/>
              <a:gd name="connsiteY900" fmla="*/ 30308 h 6858000"/>
              <a:gd name="connsiteX901" fmla="*/ 2901945 w 7467600"/>
              <a:gd name="connsiteY901" fmla="*/ 466538 h 6858000"/>
              <a:gd name="connsiteX902" fmla="*/ 2815209 w 7467600"/>
              <a:gd name="connsiteY902" fmla="*/ 497361 h 6858000"/>
              <a:gd name="connsiteX903" fmla="*/ 2844845 w 7467600"/>
              <a:gd name="connsiteY903" fmla="*/ 127638 h 6858000"/>
              <a:gd name="connsiteX904" fmla="*/ 2867960 w 7467600"/>
              <a:gd name="connsiteY904" fmla="*/ 0 h 6858000"/>
              <a:gd name="connsiteX905" fmla="*/ 1057230 w 7467600"/>
              <a:gd name="connsiteY905" fmla="*/ 0 h 6858000"/>
              <a:gd name="connsiteX906" fmla="*/ 1111003 w 7467600"/>
              <a:gd name="connsiteY906" fmla="*/ 0 h 6858000"/>
              <a:gd name="connsiteX907" fmla="*/ 1125553 w 7467600"/>
              <a:gd name="connsiteY907" fmla="*/ 52588 h 6858000"/>
              <a:gd name="connsiteX908" fmla="*/ 1304276 w 7467600"/>
              <a:gd name="connsiteY908" fmla="*/ 476275 h 6858000"/>
              <a:gd name="connsiteX909" fmla="*/ 1492066 w 7467600"/>
              <a:gd name="connsiteY909" fmla="*/ 886333 h 6858000"/>
              <a:gd name="connsiteX910" fmla="*/ 1423698 w 7467600"/>
              <a:gd name="connsiteY910" fmla="*/ 710817 h 6858000"/>
              <a:gd name="connsiteX911" fmla="*/ 1357609 w 7467600"/>
              <a:gd name="connsiteY911" fmla="*/ 532892 h 6858000"/>
              <a:gd name="connsiteX912" fmla="*/ 1309550 w 7467600"/>
              <a:gd name="connsiteY912" fmla="*/ 374031 h 6858000"/>
              <a:gd name="connsiteX913" fmla="*/ 1193673 w 7467600"/>
              <a:gd name="connsiteY913" fmla="*/ 49533 h 6858000"/>
              <a:gd name="connsiteX914" fmla="*/ 1164391 w 7467600"/>
              <a:gd name="connsiteY914" fmla="*/ 0 h 6858000"/>
              <a:gd name="connsiteX915" fmla="*/ 1200666 w 7467600"/>
              <a:gd name="connsiteY915" fmla="*/ 0 h 6858000"/>
              <a:gd name="connsiteX916" fmla="*/ 1223408 w 7467600"/>
              <a:gd name="connsiteY916" fmla="*/ 38996 h 6858000"/>
              <a:gd name="connsiteX917" fmla="*/ 1339635 w 7467600"/>
              <a:gd name="connsiteY917" fmla="*/ 365517 h 6858000"/>
              <a:gd name="connsiteX918" fmla="*/ 1387469 w 7467600"/>
              <a:gd name="connsiteY918" fmla="*/ 523079 h 6858000"/>
              <a:gd name="connsiteX919" fmla="*/ 1452685 w 7467600"/>
              <a:gd name="connsiteY919" fmla="*/ 699806 h 6858000"/>
              <a:gd name="connsiteX920" fmla="*/ 1492092 w 7467600"/>
              <a:gd name="connsiteY920" fmla="*/ 800424 h 6858000"/>
              <a:gd name="connsiteX921" fmla="*/ 1455302 w 7467600"/>
              <a:gd name="connsiteY921" fmla="*/ 632913 h 6858000"/>
              <a:gd name="connsiteX922" fmla="*/ 1222336 w 7467600"/>
              <a:gd name="connsiteY922" fmla="*/ 9480 h 6858000"/>
              <a:gd name="connsiteX923" fmla="*/ 1214634 w 7467600"/>
              <a:gd name="connsiteY923" fmla="*/ 0 h 6858000"/>
              <a:gd name="connsiteX924" fmla="*/ 1289827 w 7467600"/>
              <a:gd name="connsiteY924" fmla="*/ 0 h 6858000"/>
              <a:gd name="connsiteX925" fmla="*/ 1321076 w 7467600"/>
              <a:gd name="connsiteY925" fmla="*/ 59722 h 6858000"/>
              <a:gd name="connsiteX926" fmla="*/ 1512579 w 7467600"/>
              <a:gd name="connsiteY926" fmla="*/ 626441 h 6858000"/>
              <a:gd name="connsiteX927" fmla="*/ 1506076 w 7467600"/>
              <a:gd name="connsiteY927" fmla="*/ 1089289 h 6858000"/>
              <a:gd name="connsiteX928" fmla="*/ 1486346 w 7467600"/>
              <a:gd name="connsiteY928" fmla="*/ 1079919 h 6858000"/>
              <a:gd name="connsiteX929" fmla="*/ 1070511 w 7467600"/>
              <a:gd name="connsiteY929" fmla="*/ 48609 h 6858000"/>
              <a:gd name="connsiteX930" fmla="*/ 1057230 w 7467600"/>
              <a:gd name="connsiteY930" fmla="*/ 0 h 6858000"/>
              <a:gd name="connsiteX931" fmla="*/ 43151 w 7467600"/>
              <a:gd name="connsiteY931" fmla="*/ 0 h 6858000"/>
              <a:gd name="connsiteX932" fmla="*/ 95283 w 7467600"/>
              <a:gd name="connsiteY932" fmla="*/ 0 h 6858000"/>
              <a:gd name="connsiteX933" fmla="*/ 300708 w 7467600"/>
              <a:gd name="connsiteY933" fmla="*/ 154571 h 6858000"/>
              <a:gd name="connsiteX934" fmla="*/ 530414 w 7467600"/>
              <a:gd name="connsiteY934" fmla="*/ 354673 h 6858000"/>
              <a:gd name="connsiteX935" fmla="*/ 333785 w 7467600"/>
              <a:gd name="connsiteY935" fmla="*/ 161564 h 6858000"/>
              <a:gd name="connsiteX936" fmla="*/ 147005 w 7467600"/>
              <a:gd name="connsiteY936" fmla="*/ 0 h 6858000"/>
              <a:gd name="connsiteX937" fmla="*/ 272509 w 7467600"/>
              <a:gd name="connsiteY937" fmla="*/ 0 h 6858000"/>
              <a:gd name="connsiteX938" fmla="*/ 326276 w 7467600"/>
              <a:gd name="connsiteY938" fmla="*/ 45847 h 6858000"/>
              <a:gd name="connsiteX939" fmla="*/ 823759 w 7467600"/>
              <a:gd name="connsiteY939" fmla="*/ 574145 h 6858000"/>
              <a:gd name="connsiteX940" fmla="*/ 811254 w 7467600"/>
              <a:gd name="connsiteY940" fmla="*/ 665546 h 6858000"/>
              <a:gd name="connsiteX941" fmla="*/ 154042 w 7467600"/>
              <a:gd name="connsiteY941" fmla="*/ 261522 h 6858000"/>
              <a:gd name="connsiteX942" fmla="*/ 13550 w 7467600"/>
              <a:gd name="connsiteY942" fmla="*/ 158423 h 6858000"/>
              <a:gd name="connsiteX943" fmla="*/ 0 w 7467600"/>
              <a:gd name="connsiteY943" fmla="*/ 146618 h 6858000"/>
              <a:gd name="connsiteX944" fmla="*/ 0 w 7467600"/>
              <a:gd name="connsiteY944" fmla="*/ 59161 h 6858000"/>
              <a:gd name="connsiteX945" fmla="*/ 45427 w 7467600"/>
              <a:gd name="connsiteY945" fmla="*/ 101078 h 6858000"/>
              <a:gd name="connsiteX946" fmla="*/ 630103 w 7467600"/>
              <a:gd name="connsiteY946" fmla="*/ 485885 h 6858000"/>
              <a:gd name="connsiteX947" fmla="*/ 532040 w 7467600"/>
              <a:gd name="connsiteY947" fmla="*/ 399359 h 6858000"/>
              <a:gd name="connsiteX948" fmla="*/ 517618 w 7467600"/>
              <a:gd name="connsiteY948" fmla="*/ 385726 h 6858000"/>
              <a:gd name="connsiteX949" fmla="*/ 285074 w 7467600"/>
              <a:gd name="connsiteY949" fmla="*/ 182755 h 6858000"/>
              <a:gd name="connsiteX950" fmla="*/ 43151 w 7467600"/>
              <a:gd name="connsiteY95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831490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467600 w 7467600"/>
              <a:gd name="connsiteY16" fmla="*/ 6805948 h 6858000"/>
              <a:gd name="connsiteX17" fmla="*/ 7467600 w 7467600"/>
              <a:gd name="connsiteY17" fmla="*/ 6831490 h 6858000"/>
              <a:gd name="connsiteX18" fmla="*/ 1019354 w 7467600"/>
              <a:gd name="connsiteY18" fmla="*/ 6315006 h 6858000"/>
              <a:gd name="connsiteX19" fmla="*/ 441046 w 7467600"/>
              <a:gd name="connsiteY19" fmla="*/ 6691153 h 6858000"/>
              <a:gd name="connsiteX20" fmla="*/ 1019354 w 7467600"/>
              <a:gd name="connsiteY20" fmla="*/ 6315006 h 6858000"/>
              <a:gd name="connsiteX21" fmla="*/ 991680 w 7467600"/>
              <a:gd name="connsiteY21" fmla="*/ 6298413 h 6858000"/>
              <a:gd name="connsiteX22" fmla="*/ 409060 w 7467600"/>
              <a:gd name="connsiteY22" fmla="*/ 6671470 h 6858000"/>
              <a:gd name="connsiteX23" fmla="*/ 991680 w 7467600"/>
              <a:gd name="connsiteY23" fmla="*/ 6298413 h 6858000"/>
              <a:gd name="connsiteX24" fmla="*/ 103333 w 7467600"/>
              <a:gd name="connsiteY24" fmla="*/ 5699602 h 6858000"/>
              <a:gd name="connsiteX25" fmla="*/ 233938 w 7467600"/>
              <a:gd name="connsiteY25" fmla="*/ 5809416 h 6858000"/>
              <a:gd name="connsiteX26" fmla="*/ 883580 w 7467600"/>
              <a:gd name="connsiteY26" fmla="*/ 6180710 h 6858000"/>
              <a:gd name="connsiteX27" fmla="*/ 487337 w 7467600"/>
              <a:gd name="connsiteY27" fmla="*/ 5950182 h 6858000"/>
              <a:gd name="connsiteX28" fmla="*/ 354051 w 7467600"/>
              <a:gd name="connsiteY28" fmla="*/ 5854912 h 6858000"/>
              <a:gd name="connsiteX29" fmla="*/ 195436 w 7467600"/>
              <a:gd name="connsiteY29" fmla="*/ 5755068 h 6858000"/>
              <a:gd name="connsiteX30" fmla="*/ 103333 w 7467600"/>
              <a:gd name="connsiteY30" fmla="*/ 5699602 h 6858000"/>
              <a:gd name="connsiteX31" fmla="*/ 5539432 w 7467600"/>
              <a:gd name="connsiteY31" fmla="*/ 5642928 h 6858000"/>
              <a:gd name="connsiteX32" fmla="*/ 5555462 w 7467600"/>
              <a:gd name="connsiteY32" fmla="*/ 5694454 h 6858000"/>
              <a:gd name="connsiteX33" fmla="*/ 5828270 w 7467600"/>
              <a:gd name="connsiteY33" fmla="*/ 6320663 h 6858000"/>
              <a:gd name="connsiteX34" fmla="*/ 5947416 w 7467600"/>
              <a:gd name="connsiteY34" fmla="*/ 6574846 h 6858000"/>
              <a:gd name="connsiteX35" fmla="*/ 5539432 w 7467600"/>
              <a:gd name="connsiteY35" fmla="*/ 5642928 h 6858000"/>
              <a:gd name="connsiteX36" fmla="*/ 51253 w 7467600"/>
              <a:gd name="connsiteY36" fmla="*/ 5631825 h 6858000"/>
              <a:gd name="connsiteX37" fmla="*/ 211622 w 7467600"/>
              <a:gd name="connsiteY37" fmla="*/ 5728803 h 6858000"/>
              <a:gd name="connsiteX38" fmla="*/ 371652 w 7467600"/>
              <a:gd name="connsiteY38" fmla="*/ 5829062 h 6858000"/>
              <a:gd name="connsiteX39" fmla="*/ 505903 w 7467600"/>
              <a:gd name="connsiteY39" fmla="*/ 5925221 h 6858000"/>
              <a:gd name="connsiteX40" fmla="*/ 899240 w 7467600"/>
              <a:gd name="connsiteY40" fmla="*/ 6153068 h 6858000"/>
              <a:gd name="connsiteX41" fmla="*/ 988114 w 7467600"/>
              <a:gd name="connsiteY41" fmla="*/ 6174204 h 6858000"/>
              <a:gd name="connsiteX42" fmla="*/ 845971 w 7467600"/>
              <a:gd name="connsiteY42" fmla="*/ 6067177 h 6858000"/>
              <a:gd name="connsiteX43" fmla="*/ 448057 w 7467600"/>
              <a:gd name="connsiteY43" fmla="*/ 5841376 h 6858000"/>
              <a:gd name="connsiteX44" fmla="*/ 51253 w 7467600"/>
              <a:gd name="connsiteY44" fmla="*/ 5631825 h 6858000"/>
              <a:gd name="connsiteX45" fmla="*/ 2606687 w 7467600"/>
              <a:gd name="connsiteY45" fmla="*/ 5630718 h 6858000"/>
              <a:gd name="connsiteX46" fmla="*/ 2645658 w 7467600"/>
              <a:gd name="connsiteY46" fmla="*/ 6640259 h 6858000"/>
              <a:gd name="connsiteX47" fmla="*/ 2606687 w 7467600"/>
              <a:gd name="connsiteY47" fmla="*/ 5630718 h 6858000"/>
              <a:gd name="connsiteX48" fmla="*/ 3642057 w 7467600"/>
              <a:gd name="connsiteY48" fmla="*/ 5573487 h 6858000"/>
              <a:gd name="connsiteX49" fmla="*/ 3632981 w 7467600"/>
              <a:gd name="connsiteY49" fmla="*/ 5579437 h 6858000"/>
              <a:gd name="connsiteX50" fmla="*/ 3382436 w 7467600"/>
              <a:gd name="connsiteY50" fmla="*/ 5952726 h 6858000"/>
              <a:gd name="connsiteX51" fmla="*/ 3191929 w 7467600"/>
              <a:gd name="connsiteY51" fmla="*/ 6662669 h 6858000"/>
              <a:gd name="connsiteX52" fmla="*/ 3369898 w 7467600"/>
              <a:gd name="connsiteY52" fmla="*/ 6081771 h 6858000"/>
              <a:gd name="connsiteX53" fmla="*/ 3642057 w 7467600"/>
              <a:gd name="connsiteY53" fmla="*/ 5573487 h 6858000"/>
              <a:gd name="connsiteX54" fmla="*/ 2650666 w 7467600"/>
              <a:gd name="connsiteY54" fmla="*/ 5530686 h 6858000"/>
              <a:gd name="connsiteX55" fmla="*/ 2650249 w 7467600"/>
              <a:gd name="connsiteY55" fmla="*/ 5532101 h 6858000"/>
              <a:gd name="connsiteX56" fmla="*/ 2663808 w 7467600"/>
              <a:gd name="connsiteY56" fmla="*/ 6535215 h 6858000"/>
              <a:gd name="connsiteX57" fmla="*/ 2665418 w 7467600"/>
              <a:gd name="connsiteY57" fmla="*/ 6132756 h 6858000"/>
              <a:gd name="connsiteX58" fmla="*/ 2650666 w 7467600"/>
              <a:gd name="connsiteY58" fmla="*/ 5530686 h 6858000"/>
              <a:gd name="connsiteX59" fmla="*/ 2680277 w 7467600"/>
              <a:gd name="connsiteY59" fmla="*/ 5479204 h 6858000"/>
              <a:gd name="connsiteX60" fmla="*/ 2678972 w 7467600"/>
              <a:gd name="connsiteY60" fmla="*/ 5481582 h 6858000"/>
              <a:gd name="connsiteX61" fmla="*/ 2696666 w 7467600"/>
              <a:gd name="connsiteY61" fmla="*/ 6133836 h 6858000"/>
              <a:gd name="connsiteX62" fmla="*/ 2695769 w 7467600"/>
              <a:gd name="connsiteY62" fmla="*/ 6390955 h 6858000"/>
              <a:gd name="connsiteX63" fmla="*/ 2739893 w 7467600"/>
              <a:gd name="connsiteY63" fmla="*/ 6108357 h 6858000"/>
              <a:gd name="connsiteX64" fmla="*/ 2680277 w 7467600"/>
              <a:gd name="connsiteY64" fmla="*/ 5479204 h 6858000"/>
              <a:gd name="connsiteX65" fmla="*/ 1132195 w 7467600"/>
              <a:gd name="connsiteY65" fmla="*/ 5467980 h 6858000"/>
              <a:gd name="connsiteX66" fmla="*/ 1679056 w 7467600"/>
              <a:gd name="connsiteY66" fmla="*/ 5516907 h 6858000"/>
              <a:gd name="connsiteX67" fmla="*/ 2128648 w 7467600"/>
              <a:gd name="connsiteY67" fmla="*/ 5474249 h 6858000"/>
              <a:gd name="connsiteX68" fmla="*/ 1825619 w 7467600"/>
              <a:gd name="connsiteY68" fmla="*/ 5478447 h 6858000"/>
              <a:gd name="connsiteX69" fmla="*/ 1737798 w 7467600"/>
              <a:gd name="connsiteY69" fmla="*/ 5483353 h 6858000"/>
              <a:gd name="connsiteX70" fmla="*/ 1132195 w 7467600"/>
              <a:gd name="connsiteY70" fmla="*/ 5467980 h 6858000"/>
              <a:gd name="connsiteX71" fmla="*/ 1456157 w 7467600"/>
              <a:gd name="connsiteY71" fmla="*/ 5371404 h 6858000"/>
              <a:gd name="connsiteX72" fmla="*/ 1244432 w 7467600"/>
              <a:gd name="connsiteY72" fmla="*/ 5385601 h 6858000"/>
              <a:gd name="connsiteX73" fmla="*/ 973990 w 7467600"/>
              <a:gd name="connsiteY73" fmla="*/ 5424940 h 6858000"/>
              <a:gd name="connsiteX74" fmla="*/ 1103809 w 7467600"/>
              <a:gd name="connsiteY74" fmla="*/ 5433720 h 6858000"/>
              <a:gd name="connsiteX75" fmla="*/ 1123454 w 7467600"/>
              <a:gd name="connsiteY75" fmla="*/ 5435727 h 6858000"/>
              <a:gd name="connsiteX76" fmla="*/ 1737017 w 7467600"/>
              <a:gd name="connsiteY76" fmla="*/ 5452183 h 6858000"/>
              <a:gd name="connsiteX77" fmla="*/ 1824397 w 7467600"/>
              <a:gd name="connsiteY77" fmla="*/ 5447757 h 6858000"/>
              <a:gd name="connsiteX78" fmla="*/ 2070059 w 7467600"/>
              <a:gd name="connsiteY78" fmla="*/ 5441660 h 6858000"/>
              <a:gd name="connsiteX79" fmla="*/ 1456157 w 7467600"/>
              <a:gd name="connsiteY79" fmla="*/ 5371404 h 6858000"/>
              <a:gd name="connsiteX80" fmla="*/ 4988186 w 7467600"/>
              <a:gd name="connsiteY80" fmla="*/ 5216467 h 6858000"/>
              <a:gd name="connsiteX81" fmla="*/ 4777334 w 7467600"/>
              <a:gd name="connsiteY81" fmla="*/ 5406072 h 6858000"/>
              <a:gd name="connsiteX82" fmla="*/ 4718341 w 7467600"/>
              <a:gd name="connsiteY82" fmla="*/ 5468043 h 6858000"/>
              <a:gd name="connsiteX83" fmla="*/ 4604655 w 7467600"/>
              <a:gd name="connsiteY83" fmla="*/ 5583434 h 6858000"/>
              <a:gd name="connsiteX84" fmla="*/ 4565074 w 7467600"/>
              <a:gd name="connsiteY84" fmla="*/ 5618550 h 6858000"/>
              <a:gd name="connsiteX85" fmla="*/ 4988186 w 7467600"/>
              <a:gd name="connsiteY85" fmla="*/ 5216467 h 6858000"/>
              <a:gd name="connsiteX86" fmla="*/ 4978032 w 7467600"/>
              <a:gd name="connsiteY86" fmla="*/ 5183809 h 6858000"/>
              <a:gd name="connsiteX87" fmla="*/ 4463413 w 7467600"/>
              <a:gd name="connsiteY87" fmla="*/ 5615162 h 6858000"/>
              <a:gd name="connsiteX88" fmla="*/ 4358134 w 7467600"/>
              <a:gd name="connsiteY88" fmla="*/ 5742791 h 6858000"/>
              <a:gd name="connsiteX89" fmla="*/ 4376219 w 7467600"/>
              <a:gd name="connsiteY89" fmla="*/ 5729027 h 6858000"/>
              <a:gd name="connsiteX90" fmla="*/ 4582340 w 7467600"/>
              <a:gd name="connsiteY90" fmla="*/ 5561037 h 6858000"/>
              <a:gd name="connsiteX91" fmla="*/ 4694684 w 7467600"/>
              <a:gd name="connsiteY91" fmla="*/ 5447098 h 6858000"/>
              <a:gd name="connsiteX92" fmla="*/ 4754123 w 7467600"/>
              <a:gd name="connsiteY92" fmla="*/ 5384643 h 6858000"/>
              <a:gd name="connsiteX93" fmla="*/ 4978032 w 7467600"/>
              <a:gd name="connsiteY93" fmla="*/ 5183809 h 6858000"/>
              <a:gd name="connsiteX94" fmla="*/ 1903353 w 7467600"/>
              <a:gd name="connsiteY94" fmla="*/ 5044827 h 6858000"/>
              <a:gd name="connsiteX95" fmla="*/ 1936931 w 7467600"/>
              <a:gd name="connsiteY95" fmla="*/ 5093954 h 6858000"/>
              <a:gd name="connsiteX96" fmla="*/ 2195868 w 7467600"/>
              <a:gd name="connsiteY96" fmla="*/ 5396574 h 6858000"/>
              <a:gd name="connsiteX97" fmla="*/ 2088852 w 7467600"/>
              <a:gd name="connsiteY97" fmla="*/ 5166123 h 6858000"/>
              <a:gd name="connsiteX98" fmla="*/ 1958241 w 7467600"/>
              <a:gd name="connsiteY98" fmla="*/ 5067955 h 6858000"/>
              <a:gd name="connsiteX99" fmla="*/ 1903353 w 7467600"/>
              <a:gd name="connsiteY99" fmla="*/ 5044827 h 6858000"/>
              <a:gd name="connsiteX100" fmla="*/ 1979378 w 7467600"/>
              <a:gd name="connsiteY100" fmla="*/ 4769504 h 6858000"/>
              <a:gd name="connsiteX101" fmla="*/ 2882120 w 7467600"/>
              <a:gd name="connsiteY101" fmla="*/ 5064547 h 6858000"/>
              <a:gd name="connsiteX102" fmla="*/ 2793103 w 7467600"/>
              <a:gd name="connsiteY102" fmla="*/ 5039699 h 6858000"/>
              <a:gd name="connsiteX103" fmla="*/ 2770041 w 7467600"/>
              <a:gd name="connsiteY103" fmla="*/ 5033634 h 6858000"/>
              <a:gd name="connsiteX104" fmla="*/ 1979378 w 7467600"/>
              <a:gd name="connsiteY104" fmla="*/ 4769504 h 6858000"/>
              <a:gd name="connsiteX105" fmla="*/ 1927410 w 7467600"/>
              <a:gd name="connsiteY105" fmla="*/ 4716164 h 6858000"/>
              <a:gd name="connsiteX106" fmla="*/ 1959587 w 7467600"/>
              <a:gd name="connsiteY106" fmla="*/ 4728849 h 6858000"/>
              <a:gd name="connsiteX107" fmla="*/ 2777707 w 7467600"/>
              <a:gd name="connsiteY107" fmla="*/ 5003991 h 6858000"/>
              <a:gd name="connsiteX108" fmla="*/ 2800768 w 7467600"/>
              <a:gd name="connsiteY108" fmla="*/ 5010056 h 6858000"/>
              <a:gd name="connsiteX109" fmla="*/ 2879408 w 7467600"/>
              <a:gd name="connsiteY109" fmla="*/ 5031590 h 6858000"/>
              <a:gd name="connsiteX110" fmla="*/ 2862295 w 7467600"/>
              <a:gd name="connsiteY110" fmla="*/ 5022958 h 6858000"/>
              <a:gd name="connsiteX111" fmla="*/ 2813343 w 7467600"/>
              <a:gd name="connsiteY111" fmla="*/ 4998369 h 6858000"/>
              <a:gd name="connsiteX112" fmla="*/ 2646245 w 7467600"/>
              <a:gd name="connsiteY112" fmla="*/ 4930999 h 6858000"/>
              <a:gd name="connsiteX113" fmla="*/ 1999243 w 7467600"/>
              <a:gd name="connsiteY113" fmla="*/ 4730524 h 6858000"/>
              <a:gd name="connsiteX114" fmla="*/ 1979527 w 7467600"/>
              <a:gd name="connsiteY114" fmla="*/ 4726651 h 6858000"/>
              <a:gd name="connsiteX115" fmla="*/ 1927410 w 7467600"/>
              <a:gd name="connsiteY115" fmla="*/ 4716164 h 6858000"/>
              <a:gd name="connsiteX116" fmla="*/ 1997014 w 7467600"/>
              <a:gd name="connsiteY116" fmla="*/ 4698007 h 6858000"/>
              <a:gd name="connsiteX117" fmla="*/ 2005458 w 7467600"/>
              <a:gd name="connsiteY117" fmla="*/ 4699540 h 6858000"/>
              <a:gd name="connsiteX118" fmla="*/ 2657186 w 7467600"/>
              <a:gd name="connsiteY118" fmla="*/ 4901687 h 6858000"/>
              <a:gd name="connsiteX119" fmla="*/ 2826662 w 7467600"/>
              <a:gd name="connsiteY119" fmla="*/ 4970362 h 6858000"/>
              <a:gd name="connsiteX120" fmla="*/ 2876100 w 7467600"/>
              <a:gd name="connsiteY120" fmla="*/ 4995397 h 6858000"/>
              <a:gd name="connsiteX121" fmla="*/ 3042600 w 7467600"/>
              <a:gd name="connsiteY121" fmla="*/ 5059532 h 6858000"/>
              <a:gd name="connsiteX122" fmla="*/ 1997014 w 7467600"/>
              <a:gd name="connsiteY122" fmla="*/ 4698007 h 6858000"/>
              <a:gd name="connsiteX123" fmla="*/ 2305292 w 7467600"/>
              <a:gd name="connsiteY123" fmla="*/ 4219492 h 6858000"/>
              <a:gd name="connsiteX124" fmla="*/ 3360922 w 7467600"/>
              <a:gd name="connsiteY124" fmla="*/ 4529373 h 6858000"/>
              <a:gd name="connsiteX125" fmla="*/ 3492420 w 7467600"/>
              <a:gd name="connsiteY125" fmla="*/ 4510145 h 6858000"/>
              <a:gd name="connsiteX126" fmla="*/ 3364086 w 7467600"/>
              <a:gd name="connsiteY126" fmla="*/ 4480340 h 6858000"/>
              <a:gd name="connsiteX127" fmla="*/ 3225818 w 7467600"/>
              <a:gd name="connsiteY127" fmla="*/ 4411822 h 6858000"/>
              <a:gd name="connsiteX128" fmla="*/ 3129696 w 7467600"/>
              <a:gd name="connsiteY128" fmla="*/ 4360704 h 6858000"/>
              <a:gd name="connsiteX129" fmla="*/ 2814545 w 7467600"/>
              <a:gd name="connsiteY129" fmla="*/ 4282955 h 6858000"/>
              <a:gd name="connsiteX130" fmla="*/ 2305292 w 7467600"/>
              <a:gd name="connsiteY130" fmla="*/ 4219492 h 6858000"/>
              <a:gd name="connsiteX131" fmla="*/ 2626982 w 7467600"/>
              <a:gd name="connsiteY131" fmla="*/ 4206450 h 6858000"/>
              <a:gd name="connsiteX132" fmla="*/ 2490617 w 7467600"/>
              <a:gd name="connsiteY132" fmla="*/ 4206951 h 6858000"/>
              <a:gd name="connsiteX133" fmla="*/ 2819869 w 7467600"/>
              <a:gd name="connsiteY133" fmla="*/ 4252936 h 6858000"/>
              <a:gd name="connsiteX134" fmla="*/ 3143018 w 7467600"/>
              <a:gd name="connsiteY134" fmla="*/ 4332698 h 6858000"/>
              <a:gd name="connsiteX135" fmla="*/ 3241520 w 7467600"/>
              <a:gd name="connsiteY135" fmla="*/ 4385112 h 6858000"/>
              <a:gd name="connsiteX136" fmla="*/ 3374575 w 7467600"/>
              <a:gd name="connsiteY136" fmla="*/ 4451517 h 6858000"/>
              <a:gd name="connsiteX137" fmla="*/ 3505221 w 7467600"/>
              <a:gd name="connsiteY137" fmla="*/ 4480757 h 6858000"/>
              <a:gd name="connsiteX138" fmla="*/ 2626982 w 7467600"/>
              <a:gd name="connsiteY138" fmla="*/ 4206450 h 6858000"/>
              <a:gd name="connsiteX139" fmla="*/ 1310106 w 7467600"/>
              <a:gd name="connsiteY139" fmla="*/ 3943217 h 6858000"/>
              <a:gd name="connsiteX140" fmla="*/ 854994 w 7467600"/>
              <a:gd name="connsiteY140" fmla="*/ 4399136 h 6858000"/>
              <a:gd name="connsiteX141" fmla="*/ 742462 w 7467600"/>
              <a:gd name="connsiteY141" fmla="*/ 4594648 h 6858000"/>
              <a:gd name="connsiteX142" fmla="*/ 820602 w 7467600"/>
              <a:gd name="connsiteY142" fmla="*/ 4485915 h 6858000"/>
              <a:gd name="connsiteX143" fmla="*/ 878295 w 7467600"/>
              <a:gd name="connsiteY143" fmla="*/ 4403594 h 6858000"/>
              <a:gd name="connsiteX144" fmla="*/ 1240607 w 7467600"/>
              <a:gd name="connsiteY144" fmla="*/ 4010401 h 6858000"/>
              <a:gd name="connsiteX145" fmla="*/ 1310106 w 7467600"/>
              <a:gd name="connsiteY145" fmla="*/ 3943217 h 6858000"/>
              <a:gd name="connsiteX146" fmla="*/ 1423113 w 7467600"/>
              <a:gd name="connsiteY146" fmla="*/ 3874565 h 6858000"/>
              <a:gd name="connsiteX147" fmla="*/ 1260565 w 7467600"/>
              <a:gd name="connsiteY147" fmla="*/ 4031982 h 6858000"/>
              <a:gd name="connsiteX148" fmla="*/ 901900 w 7467600"/>
              <a:gd name="connsiteY148" fmla="*/ 4421236 h 6858000"/>
              <a:gd name="connsiteX149" fmla="*/ 845044 w 7467600"/>
              <a:gd name="connsiteY149" fmla="*/ 4502436 h 6858000"/>
              <a:gd name="connsiteX150" fmla="*/ 685926 w 7467600"/>
              <a:gd name="connsiteY150" fmla="*/ 4703069 h 6858000"/>
              <a:gd name="connsiteX151" fmla="*/ 684248 w 7467600"/>
              <a:gd name="connsiteY151" fmla="*/ 4706721 h 6858000"/>
              <a:gd name="connsiteX152" fmla="*/ 1423113 w 7467600"/>
              <a:gd name="connsiteY152" fmla="*/ 3874565 h 6858000"/>
              <a:gd name="connsiteX153" fmla="*/ 3316479 w 7467600"/>
              <a:gd name="connsiteY153" fmla="*/ 3872136 h 6858000"/>
              <a:gd name="connsiteX154" fmla="*/ 3546806 w 7467600"/>
              <a:gd name="connsiteY154" fmla="*/ 4356139 h 6858000"/>
              <a:gd name="connsiteX155" fmla="*/ 3364433 w 7467600"/>
              <a:gd name="connsiteY155" fmla="*/ 3953121 h 6858000"/>
              <a:gd name="connsiteX156" fmla="*/ 3316479 w 7467600"/>
              <a:gd name="connsiteY156" fmla="*/ 3872136 h 6858000"/>
              <a:gd name="connsiteX157" fmla="*/ 3291335 w 7467600"/>
              <a:gd name="connsiteY157" fmla="*/ 3767420 h 6858000"/>
              <a:gd name="connsiteX158" fmla="*/ 3390805 w 7467600"/>
              <a:gd name="connsiteY158" fmla="*/ 3937163 h 6858000"/>
              <a:gd name="connsiteX159" fmla="*/ 3579062 w 7467600"/>
              <a:gd name="connsiteY159" fmla="*/ 4359040 h 6858000"/>
              <a:gd name="connsiteX160" fmla="*/ 3467355 w 7467600"/>
              <a:gd name="connsiteY160" fmla="*/ 3988130 h 6858000"/>
              <a:gd name="connsiteX161" fmla="*/ 3310753 w 7467600"/>
              <a:gd name="connsiteY161" fmla="*/ 3787140 h 6858000"/>
              <a:gd name="connsiteX162" fmla="*/ 3291335 w 7467600"/>
              <a:gd name="connsiteY162" fmla="*/ 3767420 h 6858000"/>
              <a:gd name="connsiteX163" fmla="*/ 1635889 w 7467600"/>
              <a:gd name="connsiteY163" fmla="*/ 3709494 h 6858000"/>
              <a:gd name="connsiteX164" fmla="*/ 1634800 w 7467600"/>
              <a:gd name="connsiteY164" fmla="*/ 3731111 h 6858000"/>
              <a:gd name="connsiteX165" fmla="*/ 1635889 w 7467600"/>
              <a:gd name="connsiteY165" fmla="*/ 3709494 h 6858000"/>
              <a:gd name="connsiteX166" fmla="*/ 1510397 w 7467600"/>
              <a:gd name="connsiteY166" fmla="*/ 3684705 h 6858000"/>
              <a:gd name="connsiteX167" fmla="*/ 1146550 w 7467600"/>
              <a:gd name="connsiteY167" fmla="*/ 3802012 h 6858000"/>
              <a:gd name="connsiteX168" fmla="*/ 698834 w 7467600"/>
              <a:gd name="connsiteY168" fmla="*/ 3952272 h 6858000"/>
              <a:gd name="connsiteX169" fmla="*/ 34256 w 7467600"/>
              <a:gd name="connsiteY169" fmla="*/ 4347603 h 6858000"/>
              <a:gd name="connsiteX170" fmla="*/ 527241 w 7467600"/>
              <a:gd name="connsiteY170" fmla="*/ 4065078 h 6858000"/>
              <a:gd name="connsiteX171" fmla="*/ 1510397 w 7467600"/>
              <a:gd name="connsiteY171" fmla="*/ 3684705 h 6858000"/>
              <a:gd name="connsiteX172" fmla="*/ 1313114 w 7467600"/>
              <a:gd name="connsiteY172" fmla="*/ 3655216 h 6858000"/>
              <a:gd name="connsiteX173" fmla="*/ 1109304 w 7467600"/>
              <a:gd name="connsiteY173" fmla="*/ 3669030 h 6858000"/>
              <a:gd name="connsiteX174" fmla="*/ 8129 w 7467600"/>
              <a:gd name="connsiteY174" fmla="*/ 4330519 h 6858000"/>
              <a:gd name="connsiteX175" fmla="*/ 687572 w 7467600"/>
              <a:gd name="connsiteY175" fmla="*/ 3925629 h 6858000"/>
              <a:gd name="connsiteX176" fmla="*/ 1138365 w 7467600"/>
              <a:gd name="connsiteY176" fmla="*/ 3774515 h 6858000"/>
              <a:gd name="connsiteX177" fmla="*/ 1505579 w 7467600"/>
              <a:gd name="connsiteY177" fmla="*/ 3655526 h 6858000"/>
              <a:gd name="connsiteX178" fmla="*/ 1313114 w 7467600"/>
              <a:gd name="connsiteY178" fmla="*/ 3655216 h 6858000"/>
              <a:gd name="connsiteX179" fmla="*/ 3655073 w 7467600"/>
              <a:gd name="connsiteY179" fmla="*/ 3650884 h 6858000"/>
              <a:gd name="connsiteX180" fmla="*/ 3989938 w 7467600"/>
              <a:gd name="connsiteY180" fmla="*/ 3991685 h 6858000"/>
              <a:gd name="connsiteX181" fmla="*/ 4393907 w 7467600"/>
              <a:gd name="connsiteY181" fmla="*/ 4261258 h 6858000"/>
              <a:gd name="connsiteX182" fmla="*/ 4648051 w 7467600"/>
              <a:gd name="connsiteY182" fmla="*/ 4374051 h 6858000"/>
              <a:gd name="connsiteX183" fmla="*/ 4383389 w 7467600"/>
              <a:gd name="connsiteY183" fmla="*/ 4184369 h 6858000"/>
              <a:gd name="connsiteX184" fmla="*/ 4165508 w 7467600"/>
              <a:gd name="connsiteY184" fmla="*/ 4035196 h 6858000"/>
              <a:gd name="connsiteX185" fmla="*/ 4068162 w 7467600"/>
              <a:gd name="connsiteY185" fmla="*/ 3953394 h 6858000"/>
              <a:gd name="connsiteX186" fmla="*/ 3981416 w 7467600"/>
              <a:gd name="connsiteY186" fmla="*/ 3880482 h 6858000"/>
              <a:gd name="connsiteX187" fmla="*/ 3800147 w 7467600"/>
              <a:gd name="connsiteY187" fmla="*/ 3749872 h 6858000"/>
              <a:gd name="connsiteX188" fmla="*/ 3655073 w 7467600"/>
              <a:gd name="connsiteY188" fmla="*/ 3650884 h 6858000"/>
              <a:gd name="connsiteX189" fmla="*/ 3670252 w 7467600"/>
              <a:gd name="connsiteY189" fmla="*/ 3622798 h 6858000"/>
              <a:gd name="connsiteX190" fmla="*/ 3817258 w 7467600"/>
              <a:gd name="connsiteY190" fmla="*/ 3723577 h 6858000"/>
              <a:gd name="connsiteX191" fmla="*/ 4000461 w 7467600"/>
              <a:gd name="connsiteY191" fmla="*/ 3855966 h 6858000"/>
              <a:gd name="connsiteX192" fmla="*/ 4088180 w 7467600"/>
              <a:gd name="connsiteY192" fmla="*/ 3929774 h 6858000"/>
              <a:gd name="connsiteX193" fmla="*/ 4184555 w 7467600"/>
              <a:gd name="connsiteY193" fmla="*/ 4010683 h 6858000"/>
              <a:gd name="connsiteX194" fmla="*/ 4399563 w 7467600"/>
              <a:gd name="connsiteY194" fmla="*/ 4158106 h 6858000"/>
              <a:gd name="connsiteX195" fmla="*/ 4684469 w 7467600"/>
              <a:gd name="connsiteY195" fmla="*/ 4364680 h 6858000"/>
              <a:gd name="connsiteX196" fmla="*/ 4690271 w 7467600"/>
              <a:gd name="connsiteY196" fmla="*/ 4370034 h 6858000"/>
              <a:gd name="connsiteX197" fmla="*/ 4136093 w 7467600"/>
              <a:gd name="connsiteY197" fmla="*/ 3858466 h 6858000"/>
              <a:gd name="connsiteX198" fmla="*/ 3670252 w 7467600"/>
              <a:gd name="connsiteY198" fmla="*/ 3622798 h 6858000"/>
              <a:gd name="connsiteX199" fmla="*/ 4440129 w 7467600"/>
              <a:gd name="connsiteY199" fmla="*/ 3448571 h 6858000"/>
              <a:gd name="connsiteX200" fmla="*/ 4856525 w 7467600"/>
              <a:gd name="connsiteY200" fmla="*/ 3915351 h 6858000"/>
              <a:gd name="connsiteX201" fmla="*/ 5059055 w 7467600"/>
              <a:gd name="connsiteY201" fmla="*/ 4108918 h 6858000"/>
              <a:gd name="connsiteX202" fmla="*/ 5290070 w 7467600"/>
              <a:gd name="connsiteY202" fmla="*/ 4263619 h 6858000"/>
              <a:gd name="connsiteX203" fmla="*/ 4834991 w 7467600"/>
              <a:gd name="connsiteY203" fmla="*/ 3830985 h 6858000"/>
              <a:gd name="connsiteX204" fmla="*/ 4440129 w 7467600"/>
              <a:gd name="connsiteY204" fmla="*/ 3448571 h 6858000"/>
              <a:gd name="connsiteX205" fmla="*/ 4441737 w 7467600"/>
              <a:gd name="connsiteY205" fmla="*/ 3399734 h 6858000"/>
              <a:gd name="connsiteX206" fmla="*/ 4431236 w 7467600"/>
              <a:gd name="connsiteY206" fmla="*/ 3400954 h 6858000"/>
              <a:gd name="connsiteX207" fmla="*/ 4557150 w 7467600"/>
              <a:gd name="connsiteY207" fmla="*/ 3510023 h 6858000"/>
              <a:gd name="connsiteX208" fmla="*/ 4856936 w 7467600"/>
              <a:gd name="connsiteY208" fmla="*/ 3809146 h 6858000"/>
              <a:gd name="connsiteX209" fmla="*/ 5111996 w 7467600"/>
              <a:gd name="connsiteY209" fmla="*/ 4065759 h 6858000"/>
              <a:gd name="connsiteX210" fmla="*/ 5388878 w 7467600"/>
              <a:gd name="connsiteY210" fmla="*/ 4300185 h 6858000"/>
              <a:gd name="connsiteX211" fmla="*/ 5425556 w 7467600"/>
              <a:gd name="connsiteY211" fmla="*/ 4308967 h 6858000"/>
              <a:gd name="connsiteX212" fmla="*/ 4943646 w 7467600"/>
              <a:gd name="connsiteY212" fmla="*/ 3822916 h 6858000"/>
              <a:gd name="connsiteX213" fmla="*/ 4594837 w 7467600"/>
              <a:gd name="connsiteY213" fmla="*/ 3532274 h 6858000"/>
              <a:gd name="connsiteX214" fmla="*/ 4441737 w 7467600"/>
              <a:gd name="connsiteY214" fmla="*/ 3399734 h 6858000"/>
              <a:gd name="connsiteX215" fmla="*/ 5425834 w 7467600"/>
              <a:gd name="connsiteY215" fmla="*/ 3162785 h 6858000"/>
              <a:gd name="connsiteX216" fmla="*/ 5401644 w 7467600"/>
              <a:gd name="connsiteY216" fmla="*/ 3617847 h 6858000"/>
              <a:gd name="connsiteX217" fmla="*/ 5467256 w 7467600"/>
              <a:gd name="connsiteY217" fmla="*/ 4175494 h 6858000"/>
              <a:gd name="connsiteX218" fmla="*/ 5448069 w 7467600"/>
              <a:gd name="connsiteY218" fmla="*/ 3567554 h 6858000"/>
              <a:gd name="connsiteX219" fmla="*/ 5425834 w 7467600"/>
              <a:gd name="connsiteY219" fmla="*/ 3162785 h 6858000"/>
              <a:gd name="connsiteX220" fmla="*/ 1318687 w 7467600"/>
              <a:gd name="connsiteY220" fmla="*/ 3113840 h 6858000"/>
              <a:gd name="connsiteX221" fmla="*/ 1066793 w 7467600"/>
              <a:gd name="connsiteY221" fmla="*/ 3212171 h 6858000"/>
              <a:gd name="connsiteX222" fmla="*/ 993319 w 7467600"/>
              <a:gd name="connsiteY222" fmla="*/ 3247648 h 6858000"/>
              <a:gd name="connsiteX223" fmla="*/ 853081 w 7467600"/>
              <a:gd name="connsiteY223" fmla="*/ 3312410 h 6858000"/>
              <a:gd name="connsiteX224" fmla="*/ 805957 w 7467600"/>
              <a:gd name="connsiteY224" fmla="*/ 3330443 h 6858000"/>
              <a:gd name="connsiteX225" fmla="*/ 1318687 w 7467600"/>
              <a:gd name="connsiteY225" fmla="*/ 3113840 h 6858000"/>
              <a:gd name="connsiteX226" fmla="*/ 5453702 w 7467600"/>
              <a:gd name="connsiteY226" fmla="*/ 3090882 h 6858000"/>
              <a:gd name="connsiteX227" fmla="*/ 5480135 w 7467600"/>
              <a:gd name="connsiteY227" fmla="*/ 3565802 h 6858000"/>
              <a:gd name="connsiteX228" fmla="*/ 5499023 w 7467600"/>
              <a:gd name="connsiteY228" fmla="*/ 4166310 h 6858000"/>
              <a:gd name="connsiteX229" fmla="*/ 5547022 w 7467600"/>
              <a:gd name="connsiteY229" fmla="*/ 3607838 h 6858000"/>
              <a:gd name="connsiteX230" fmla="*/ 5515964 w 7467600"/>
              <a:gd name="connsiteY230" fmla="*/ 3378541 h 6858000"/>
              <a:gd name="connsiteX231" fmla="*/ 5453702 w 7467600"/>
              <a:gd name="connsiteY231" fmla="*/ 3090882 h 6858000"/>
              <a:gd name="connsiteX232" fmla="*/ 1238695 w 7467600"/>
              <a:gd name="connsiteY232" fmla="*/ 3076820 h 6858000"/>
              <a:gd name="connsiteX233" fmla="*/ 716371 w 7467600"/>
              <a:gd name="connsiteY233" fmla="*/ 3293249 h 6858000"/>
              <a:gd name="connsiteX234" fmla="*/ 579522 w 7467600"/>
              <a:gd name="connsiteY234" fmla="*/ 3371759 h 6858000"/>
              <a:gd name="connsiteX235" fmla="*/ 600288 w 7467600"/>
              <a:gd name="connsiteY235" fmla="*/ 3365555 h 6858000"/>
              <a:gd name="connsiteX236" fmla="*/ 840692 w 7467600"/>
              <a:gd name="connsiteY236" fmla="*/ 3284921 h 6858000"/>
              <a:gd name="connsiteX237" fmla="*/ 979248 w 7467600"/>
              <a:gd name="connsiteY237" fmla="*/ 3221003 h 6858000"/>
              <a:gd name="connsiteX238" fmla="*/ 1053282 w 7467600"/>
              <a:gd name="connsiteY238" fmla="*/ 3185247 h 6858000"/>
              <a:gd name="connsiteX239" fmla="*/ 1320603 w 7467600"/>
              <a:gd name="connsiteY239" fmla="*/ 3081281 h 6858000"/>
              <a:gd name="connsiteX240" fmla="*/ 1238695 w 7467600"/>
              <a:gd name="connsiteY240" fmla="*/ 3076820 h 6858000"/>
              <a:gd name="connsiteX241" fmla="*/ 5425627 w 7467600"/>
              <a:gd name="connsiteY241" fmla="*/ 2954192 h 6858000"/>
              <a:gd name="connsiteX242" fmla="*/ 5470770 w 7467600"/>
              <a:gd name="connsiteY242" fmla="*/ 3005435 h 6858000"/>
              <a:gd name="connsiteX243" fmla="*/ 5519779 w 7467600"/>
              <a:gd name="connsiteY243" fmla="*/ 4359223 h 6858000"/>
              <a:gd name="connsiteX244" fmla="*/ 5520293 w 7467600"/>
              <a:gd name="connsiteY244" fmla="*/ 4360602 h 6858000"/>
              <a:gd name="connsiteX245" fmla="*/ 5767221 w 7467600"/>
              <a:gd name="connsiteY245" fmla="*/ 4665564 h 6858000"/>
              <a:gd name="connsiteX246" fmla="*/ 6937169 w 7467600"/>
              <a:gd name="connsiteY246" fmla="*/ 4815941 h 6858000"/>
              <a:gd name="connsiteX247" fmla="*/ 6953922 w 7467600"/>
              <a:gd name="connsiteY247" fmla="*/ 4890068 h 6858000"/>
              <a:gd name="connsiteX248" fmla="*/ 6071359 w 7467600"/>
              <a:gd name="connsiteY248" fmla="*/ 4770770 h 6858000"/>
              <a:gd name="connsiteX249" fmla="*/ 6038839 w 7467600"/>
              <a:gd name="connsiteY249" fmla="*/ 4764474 h 6858000"/>
              <a:gd name="connsiteX250" fmla="*/ 6038706 w 7467600"/>
              <a:gd name="connsiteY250" fmla="*/ 4763847 h 6858000"/>
              <a:gd name="connsiteX251" fmla="*/ 6037784 w 7467600"/>
              <a:gd name="connsiteY251" fmla="*/ 4764270 h 6858000"/>
              <a:gd name="connsiteX252" fmla="*/ 6038839 w 7467600"/>
              <a:gd name="connsiteY252" fmla="*/ 4764474 h 6858000"/>
              <a:gd name="connsiteX253" fmla="*/ 6040338 w 7467600"/>
              <a:gd name="connsiteY253" fmla="*/ 4771418 h 6858000"/>
              <a:gd name="connsiteX254" fmla="*/ 6024488 w 7467600"/>
              <a:gd name="connsiteY254" fmla="*/ 4809903 h 6858000"/>
              <a:gd name="connsiteX255" fmla="*/ 5599771 w 7467600"/>
              <a:gd name="connsiteY255" fmla="*/ 5509652 h 6858000"/>
              <a:gd name="connsiteX256" fmla="*/ 5548843 w 7467600"/>
              <a:gd name="connsiteY256" fmla="*/ 5563845 h 6858000"/>
              <a:gd name="connsiteX257" fmla="*/ 5940952 w 7467600"/>
              <a:gd name="connsiteY257" fmla="*/ 6250028 h 6858000"/>
              <a:gd name="connsiteX258" fmla="*/ 6043441 w 7467600"/>
              <a:gd name="connsiteY258" fmla="*/ 6665847 h 6858000"/>
              <a:gd name="connsiteX259" fmla="*/ 6093432 w 7467600"/>
              <a:gd name="connsiteY259" fmla="*/ 6858000 h 6858000"/>
              <a:gd name="connsiteX260" fmla="*/ 6034344 w 7467600"/>
              <a:gd name="connsiteY260" fmla="*/ 6858000 h 6858000"/>
              <a:gd name="connsiteX261" fmla="*/ 6026679 w 7467600"/>
              <a:gd name="connsiteY261" fmla="*/ 6836959 h 6858000"/>
              <a:gd name="connsiteX262" fmla="*/ 5800441 w 7467600"/>
              <a:gd name="connsiteY262" fmla="*/ 6335286 h 6858000"/>
              <a:gd name="connsiteX263" fmla="*/ 5526562 w 7467600"/>
              <a:gd name="connsiteY263" fmla="*/ 5705388 h 6858000"/>
              <a:gd name="connsiteX264" fmla="*/ 5519640 w 7467600"/>
              <a:gd name="connsiteY264" fmla="*/ 5683774 h 6858000"/>
              <a:gd name="connsiteX265" fmla="*/ 5844559 w 7467600"/>
              <a:gd name="connsiteY265" fmla="*/ 6553349 h 6858000"/>
              <a:gd name="connsiteX266" fmla="*/ 5975994 w 7467600"/>
              <a:gd name="connsiteY266" fmla="*/ 6858000 h 6858000"/>
              <a:gd name="connsiteX267" fmla="*/ 5898547 w 7467600"/>
              <a:gd name="connsiteY267" fmla="*/ 6858000 h 6858000"/>
              <a:gd name="connsiteX268" fmla="*/ 5682041 w 7467600"/>
              <a:gd name="connsiteY268" fmla="*/ 6355860 h 6858000"/>
              <a:gd name="connsiteX269" fmla="*/ 5461758 w 7467600"/>
              <a:gd name="connsiteY269" fmla="*/ 5820220 h 6858000"/>
              <a:gd name="connsiteX270" fmla="*/ 5237282 w 7467600"/>
              <a:gd name="connsiteY270" fmla="*/ 6579086 h 6858000"/>
              <a:gd name="connsiteX271" fmla="*/ 5115009 w 7467600"/>
              <a:gd name="connsiteY271" fmla="*/ 6858000 h 6858000"/>
              <a:gd name="connsiteX272" fmla="*/ 5028074 w 7467600"/>
              <a:gd name="connsiteY272" fmla="*/ 6858000 h 6858000"/>
              <a:gd name="connsiteX273" fmla="*/ 5079508 w 7467600"/>
              <a:gd name="connsiteY273" fmla="*/ 6749074 h 6858000"/>
              <a:gd name="connsiteX274" fmla="*/ 5371846 w 7467600"/>
              <a:gd name="connsiteY274" fmla="*/ 5924413 h 6858000"/>
              <a:gd name="connsiteX275" fmla="*/ 5270512 w 7467600"/>
              <a:gd name="connsiteY275" fmla="*/ 6138975 h 6858000"/>
              <a:gd name="connsiteX276" fmla="*/ 5062409 w 7467600"/>
              <a:gd name="connsiteY276" fmla="*/ 6653544 h 6858000"/>
              <a:gd name="connsiteX277" fmla="*/ 5036628 w 7467600"/>
              <a:gd name="connsiteY277" fmla="*/ 6754247 h 6858000"/>
              <a:gd name="connsiteX278" fmla="*/ 5009112 w 7467600"/>
              <a:gd name="connsiteY278" fmla="*/ 6858000 h 6858000"/>
              <a:gd name="connsiteX279" fmla="*/ 4976679 w 7467600"/>
              <a:gd name="connsiteY279" fmla="*/ 6858000 h 6858000"/>
              <a:gd name="connsiteX280" fmla="*/ 5006537 w 7467600"/>
              <a:gd name="connsiteY280" fmla="*/ 6747068 h 6858000"/>
              <a:gd name="connsiteX281" fmla="*/ 5032723 w 7467600"/>
              <a:gd name="connsiteY281" fmla="*/ 6644957 h 6858000"/>
              <a:gd name="connsiteX282" fmla="*/ 5242949 w 7467600"/>
              <a:gd name="connsiteY282" fmla="*/ 6125175 h 6858000"/>
              <a:gd name="connsiteX283" fmla="*/ 5286321 w 7467600"/>
              <a:gd name="connsiteY283" fmla="*/ 6033555 h 6858000"/>
              <a:gd name="connsiteX284" fmla="*/ 5008210 w 7467600"/>
              <a:gd name="connsiteY284" fmla="*/ 6649194 h 6858000"/>
              <a:gd name="connsiteX285" fmla="*/ 4986321 w 7467600"/>
              <a:gd name="connsiteY285" fmla="*/ 6765687 h 6858000"/>
              <a:gd name="connsiteX286" fmla="*/ 4973474 w 7467600"/>
              <a:gd name="connsiteY286" fmla="*/ 6858000 h 6858000"/>
              <a:gd name="connsiteX287" fmla="*/ 4907178 w 7467600"/>
              <a:gd name="connsiteY287" fmla="*/ 6858000 h 6858000"/>
              <a:gd name="connsiteX288" fmla="*/ 4910810 w 7467600"/>
              <a:gd name="connsiteY288" fmla="*/ 6829660 h 6858000"/>
              <a:gd name="connsiteX289" fmla="*/ 4987461 w 7467600"/>
              <a:gd name="connsiteY289" fmla="*/ 6432994 h 6858000"/>
              <a:gd name="connsiteX290" fmla="*/ 5179262 w 7467600"/>
              <a:gd name="connsiteY290" fmla="*/ 6035044 h 6858000"/>
              <a:gd name="connsiteX291" fmla="*/ 4689678 w 7467600"/>
              <a:gd name="connsiteY291" fmla="*/ 6440241 h 6858000"/>
              <a:gd name="connsiteX292" fmla="*/ 4477543 w 7467600"/>
              <a:gd name="connsiteY292" fmla="*/ 6674836 h 6858000"/>
              <a:gd name="connsiteX293" fmla="*/ 4329957 w 7467600"/>
              <a:gd name="connsiteY293" fmla="*/ 6858000 h 6858000"/>
              <a:gd name="connsiteX294" fmla="*/ 4218595 w 7467600"/>
              <a:gd name="connsiteY294" fmla="*/ 6858000 h 6858000"/>
              <a:gd name="connsiteX295" fmla="*/ 4368888 w 7467600"/>
              <a:gd name="connsiteY295" fmla="*/ 6668412 h 6858000"/>
              <a:gd name="connsiteX296" fmla="*/ 4563091 w 7467600"/>
              <a:gd name="connsiteY296" fmla="*/ 6442508 h 6858000"/>
              <a:gd name="connsiteX297" fmla="*/ 5387324 w 7467600"/>
              <a:gd name="connsiteY297" fmla="*/ 5705830 h 6858000"/>
              <a:gd name="connsiteX298" fmla="*/ 5073620 w 7467600"/>
              <a:gd name="connsiteY298" fmla="*/ 5955437 h 6858000"/>
              <a:gd name="connsiteX299" fmla="*/ 4689789 w 7467600"/>
              <a:gd name="connsiteY299" fmla="*/ 6268382 h 6858000"/>
              <a:gd name="connsiteX300" fmla="*/ 4418722 w 7467600"/>
              <a:gd name="connsiteY300" fmla="*/ 6570886 h 6858000"/>
              <a:gd name="connsiteX301" fmla="*/ 4214944 w 7467600"/>
              <a:gd name="connsiteY301" fmla="*/ 6858000 h 6858000"/>
              <a:gd name="connsiteX302" fmla="*/ 4177898 w 7467600"/>
              <a:gd name="connsiteY302" fmla="*/ 6858000 h 6858000"/>
              <a:gd name="connsiteX303" fmla="*/ 4391597 w 7467600"/>
              <a:gd name="connsiteY303" fmla="*/ 6556370 h 6858000"/>
              <a:gd name="connsiteX304" fmla="*/ 4668889 w 7467600"/>
              <a:gd name="connsiteY304" fmla="*/ 6246399 h 6858000"/>
              <a:gd name="connsiteX305" fmla="*/ 5055427 w 7467600"/>
              <a:gd name="connsiteY305" fmla="*/ 5931476 h 6858000"/>
              <a:gd name="connsiteX306" fmla="*/ 5371814 w 7467600"/>
              <a:gd name="connsiteY306" fmla="*/ 5678975 h 6858000"/>
              <a:gd name="connsiteX307" fmla="*/ 4987918 w 7467600"/>
              <a:gd name="connsiteY307" fmla="*/ 5838701 h 6858000"/>
              <a:gd name="connsiteX308" fmla="*/ 4317146 w 7467600"/>
              <a:gd name="connsiteY308" fmla="*/ 6587716 h 6858000"/>
              <a:gd name="connsiteX309" fmla="*/ 4171627 w 7467600"/>
              <a:gd name="connsiteY309" fmla="*/ 6858000 h 6858000"/>
              <a:gd name="connsiteX310" fmla="*/ 4081585 w 7467600"/>
              <a:gd name="connsiteY310" fmla="*/ 6858000 h 6858000"/>
              <a:gd name="connsiteX311" fmla="*/ 4238603 w 7467600"/>
              <a:gd name="connsiteY311" fmla="*/ 6559341 h 6858000"/>
              <a:gd name="connsiteX312" fmla="*/ 4778333 w 7467600"/>
              <a:gd name="connsiteY312" fmla="*/ 5873626 h 6858000"/>
              <a:gd name="connsiteX313" fmla="*/ 5414185 w 7467600"/>
              <a:gd name="connsiteY313" fmla="*/ 5573882 h 6858000"/>
              <a:gd name="connsiteX314" fmla="*/ 5959648 w 7467600"/>
              <a:gd name="connsiteY314" fmla="*/ 4760797 h 6858000"/>
              <a:gd name="connsiteX315" fmla="*/ 5355019 w 7467600"/>
              <a:gd name="connsiteY315" fmla="*/ 4734672 h 6858000"/>
              <a:gd name="connsiteX316" fmla="*/ 5083565 w 7467600"/>
              <a:gd name="connsiteY316" fmla="*/ 5179121 h 6858000"/>
              <a:gd name="connsiteX317" fmla="*/ 4713577 w 7467600"/>
              <a:gd name="connsiteY317" fmla="*/ 5616803 h 6858000"/>
              <a:gd name="connsiteX318" fmla="*/ 3989559 w 7467600"/>
              <a:gd name="connsiteY318" fmla="*/ 6145945 h 6858000"/>
              <a:gd name="connsiteX319" fmla="*/ 3939824 w 7467600"/>
              <a:gd name="connsiteY319" fmla="*/ 6066900 h 6858000"/>
              <a:gd name="connsiteX320" fmla="*/ 4584537 w 7467600"/>
              <a:gd name="connsiteY320" fmla="*/ 5324826 h 6858000"/>
              <a:gd name="connsiteX321" fmla="*/ 5037105 w 7467600"/>
              <a:gd name="connsiteY321" fmla="*/ 5088765 h 6858000"/>
              <a:gd name="connsiteX322" fmla="*/ 5039930 w 7467600"/>
              <a:gd name="connsiteY322" fmla="*/ 5089585 h 6858000"/>
              <a:gd name="connsiteX323" fmla="*/ 5263764 w 7467600"/>
              <a:gd name="connsiteY323" fmla="*/ 4735525 h 6858000"/>
              <a:gd name="connsiteX324" fmla="*/ 4086300 w 7467600"/>
              <a:gd name="connsiteY324" fmla="*/ 4884599 h 6858000"/>
              <a:gd name="connsiteX325" fmla="*/ 4085485 w 7467600"/>
              <a:gd name="connsiteY325" fmla="*/ 4899070 h 6858000"/>
              <a:gd name="connsiteX326" fmla="*/ 3871915 w 7467600"/>
              <a:gd name="connsiteY326" fmla="*/ 5253645 h 6858000"/>
              <a:gd name="connsiteX327" fmla="*/ 3799374 w 7467600"/>
              <a:gd name="connsiteY327" fmla="*/ 5466127 h 6858000"/>
              <a:gd name="connsiteX328" fmla="*/ 3498850 w 7467600"/>
              <a:gd name="connsiteY328" fmla="*/ 6661888 h 6858000"/>
              <a:gd name="connsiteX329" fmla="*/ 3399216 w 7467600"/>
              <a:gd name="connsiteY329" fmla="*/ 6858000 h 6858000"/>
              <a:gd name="connsiteX330" fmla="*/ 3303688 w 7467600"/>
              <a:gd name="connsiteY330" fmla="*/ 6858000 h 6858000"/>
              <a:gd name="connsiteX331" fmla="*/ 3391774 w 7467600"/>
              <a:gd name="connsiteY331" fmla="*/ 6697181 h 6858000"/>
              <a:gd name="connsiteX332" fmla="*/ 3735540 w 7467600"/>
              <a:gd name="connsiteY332" fmla="*/ 5546923 h 6858000"/>
              <a:gd name="connsiteX333" fmla="*/ 3729438 w 7467600"/>
              <a:gd name="connsiteY333" fmla="*/ 5569058 h 6858000"/>
              <a:gd name="connsiteX334" fmla="*/ 3707782 w 7467600"/>
              <a:gd name="connsiteY334" fmla="*/ 5644908 h 6858000"/>
              <a:gd name="connsiteX335" fmla="*/ 3583827 w 7467600"/>
              <a:gd name="connsiteY335" fmla="*/ 6039215 h 6858000"/>
              <a:gd name="connsiteX336" fmla="*/ 3547861 w 7467600"/>
              <a:gd name="connsiteY336" fmla="*/ 6129609 h 6858000"/>
              <a:gd name="connsiteX337" fmla="*/ 3490905 w 7467600"/>
              <a:gd name="connsiteY337" fmla="*/ 6277660 h 6858000"/>
              <a:gd name="connsiteX338" fmla="*/ 3455859 w 7467600"/>
              <a:gd name="connsiteY338" fmla="*/ 6391301 h 6858000"/>
              <a:gd name="connsiteX339" fmla="*/ 3429112 w 7467600"/>
              <a:gd name="connsiteY339" fmla="*/ 6479469 h 6858000"/>
              <a:gd name="connsiteX340" fmla="*/ 3304862 w 7467600"/>
              <a:gd name="connsiteY340" fmla="*/ 6796476 h 6858000"/>
              <a:gd name="connsiteX341" fmla="*/ 3276071 w 7467600"/>
              <a:gd name="connsiteY341" fmla="*/ 6858000 h 6858000"/>
              <a:gd name="connsiteX342" fmla="*/ 3240805 w 7467600"/>
              <a:gd name="connsiteY342" fmla="*/ 6858000 h 6858000"/>
              <a:gd name="connsiteX343" fmla="*/ 3275917 w 7467600"/>
              <a:gd name="connsiteY343" fmla="*/ 6783192 h 6858000"/>
              <a:gd name="connsiteX344" fmla="*/ 3399358 w 7467600"/>
              <a:gd name="connsiteY344" fmla="*/ 6469011 h 6858000"/>
              <a:gd name="connsiteX345" fmla="*/ 3425650 w 7467600"/>
              <a:gd name="connsiteY345" fmla="*/ 6381333 h 6858000"/>
              <a:gd name="connsiteX346" fmla="*/ 3460661 w 7467600"/>
              <a:gd name="connsiteY346" fmla="*/ 6266763 h 6858000"/>
              <a:gd name="connsiteX347" fmla="*/ 3518021 w 7467600"/>
              <a:gd name="connsiteY347" fmla="*/ 6117298 h 6858000"/>
              <a:gd name="connsiteX348" fmla="*/ 3554035 w 7467600"/>
              <a:gd name="connsiteY348" fmla="*/ 6027832 h 6858000"/>
              <a:gd name="connsiteX349" fmla="*/ 3677174 w 7467600"/>
              <a:gd name="connsiteY349" fmla="*/ 5636351 h 6858000"/>
              <a:gd name="connsiteX350" fmla="*/ 3698819 w 7467600"/>
              <a:gd name="connsiteY350" fmla="*/ 5560503 h 6858000"/>
              <a:gd name="connsiteX351" fmla="*/ 3702094 w 7467600"/>
              <a:gd name="connsiteY351" fmla="*/ 5549194 h 6858000"/>
              <a:gd name="connsiteX352" fmla="*/ 3398355 w 7467600"/>
              <a:gd name="connsiteY352" fmla="*/ 6094603 h 6858000"/>
              <a:gd name="connsiteX353" fmla="*/ 3193941 w 7467600"/>
              <a:gd name="connsiteY353" fmla="*/ 6798775 h 6858000"/>
              <a:gd name="connsiteX354" fmla="*/ 3184140 w 7467600"/>
              <a:gd name="connsiteY354" fmla="*/ 6858000 h 6858000"/>
              <a:gd name="connsiteX355" fmla="*/ 3099978 w 7467600"/>
              <a:gd name="connsiteY355" fmla="*/ 6858000 h 6858000"/>
              <a:gd name="connsiteX356" fmla="*/ 3101556 w 7467600"/>
              <a:gd name="connsiteY356" fmla="*/ 6843337 h 6858000"/>
              <a:gd name="connsiteX357" fmla="*/ 3370162 w 7467600"/>
              <a:gd name="connsiteY357" fmla="*/ 5785550 h 6858000"/>
              <a:gd name="connsiteX358" fmla="*/ 3746477 w 7467600"/>
              <a:gd name="connsiteY358" fmla="*/ 5377889 h 6858000"/>
              <a:gd name="connsiteX359" fmla="*/ 3863399 w 7467600"/>
              <a:gd name="connsiteY359" fmla="*/ 5087257 h 6858000"/>
              <a:gd name="connsiteX360" fmla="*/ 3968712 w 7467600"/>
              <a:gd name="connsiteY360" fmla="*/ 4913989 h 6858000"/>
              <a:gd name="connsiteX361" fmla="*/ 2792390 w 7467600"/>
              <a:gd name="connsiteY361" fmla="*/ 5382974 h 6858000"/>
              <a:gd name="connsiteX362" fmla="*/ 2714982 w 7467600"/>
              <a:gd name="connsiteY362" fmla="*/ 5427051 h 6858000"/>
              <a:gd name="connsiteX363" fmla="*/ 2813361 w 7467600"/>
              <a:gd name="connsiteY363" fmla="*/ 6023912 h 6858000"/>
              <a:gd name="connsiteX364" fmla="*/ 2688430 w 7467600"/>
              <a:gd name="connsiteY364" fmla="*/ 6801564 h 6858000"/>
              <a:gd name="connsiteX365" fmla="*/ 2629626 w 7467600"/>
              <a:gd name="connsiteY365" fmla="*/ 6763394 h 6858000"/>
              <a:gd name="connsiteX366" fmla="*/ 2565328 w 7467600"/>
              <a:gd name="connsiteY366" fmla="*/ 5516399 h 6858000"/>
              <a:gd name="connsiteX367" fmla="*/ 1922999 w 7467600"/>
              <a:gd name="connsiteY367" fmla="*/ 5980343 h 6858000"/>
              <a:gd name="connsiteX368" fmla="*/ 1950261 w 7467600"/>
              <a:gd name="connsiteY368" fmla="*/ 6405858 h 6858000"/>
              <a:gd name="connsiteX369" fmla="*/ 2365554 w 7467600"/>
              <a:gd name="connsiteY369" fmla="*/ 6759107 h 6858000"/>
              <a:gd name="connsiteX370" fmla="*/ 2424142 w 7467600"/>
              <a:gd name="connsiteY370" fmla="*/ 6858000 h 6858000"/>
              <a:gd name="connsiteX371" fmla="*/ 2395994 w 7467600"/>
              <a:gd name="connsiteY371" fmla="*/ 6858000 h 6858000"/>
              <a:gd name="connsiteX372" fmla="*/ 2392863 w 7467600"/>
              <a:gd name="connsiteY372" fmla="*/ 6852964 h 6858000"/>
              <a:gd name="connsiteX373" fmla="*/ 2017589 w 7467600"/>
              <a:gd name="connsiteY373" fmla="*/ 6493982 h 6858000"/>
              <a:gd name="connsiteX374" fmla="*/ 2147336 w 7467600"/>
              <a:gd name="connsiteY374" fmla="*/ 6594052 h 6858000"/>
              <a:gd name="connsiteX375" fmla="*/ 2207047 w 7467600"/>
              <a:gd name="connsiteY375" fmla="*/ 6654540 h 6858000"/>
              <a:gd name="connsiteX376" fmla="*/ 2299106 w 7467600"/>
              <a:gd name="connsiteY376" fmla="*/ 6778931 h 6858000"/>
              <a:gd name="connsiteX377" fmla="*/ 2314430 w 7467600"/>
              <a:gd name="connsiteY377" fmla="*/ 6801144 h 6858000"/>
              <a:gd name="connsiteX378" fmla="*/ 2352406 w 7467600"/>
              <a:gd name="connsiteY378" fmla="*/ 6858000 h 6858000"/>
              <a:gd name="connsiteX379" fmla="*/ 2314492 w 7467600"/>
              <a:gd name="connsiteY379" fmla="*/ 6858000 h 6858000"/>
              <a:gd name="connsiteX380" fmla="*/ 2288095 w 7467600"/>
              <a:gd name="connsiteY380" fmla="*/ 6818030 h 6858000"/>
              <a:gd name="connsiteX381" fmla="*/ 2272768 w 7467600"/>
              <a:gd name="connsiteY381" fmla="*/ 6795822 h 6858000"/>
              <a:gd name="connsiteX382" fmla="*/ 2182715 w 7467600"/>
              <a:gd name="connsiteY382" fmla="*/ 6675071 h 6858000"/>
              <a:gd name="connsiteX383" fmla="*/ 2032061 w 7467600"/>
              <a:gd name="connsiteY383" fmla="*/ 6541380 h 6858000"/>
              <a:gd name="connsiteX384" fmla="*/ 2257220 w 7467600"/>
              <a:gd name="connsiteY384" fmla="*/ 6826257 h 6858000"/>
              <a:gd name="connsiteX385" fmla="*/ 2281324 w 7467600"/>
              <a:gd name="connsiteY385" fmla="*/ 6858000 h 6858000"/>
              <a:gd name="connsiteX386" fmla="*/ 2242860 w 7467600"/>
              <a:gd name="connsiteY386" fmla="*/ 6858000 h 6858000"/>
              <a:gd name="connsiteX387" fmla="*/ 2232818 w 7467600"/>
              <a:gd name="connsiteY387" fmla="*/ 6844926 h 6858000"/>
              <a:gd name="connsiteX388" fmla="*/ 1990172 w 7467600"/>
              <a:gd name="connsiteY388" fmla="*/ 6542121 h 6858000"/>
              <a:gd name="connsiteX389" fmla="*/ 2124090 w 7467600"/>
              <a:gd name="connsiteY389" fmla="*/ 6761017 h 6858000"/>
              <a:gd name="connsiteX390" fmla="*/ 2200380 w 7467600"/>
              <a:gd name="connsiteY390" fmla="*/ 6858000 h 6858000"/>
              <a:gd name="connsiteX391" fmla="*/ 2147507 w 7467600"/>
              <a:gd name="connsiteY391" fmla="*/ 6858000 h 6858000"/>
              <a:gd name="connsiteX392" fmla="*/ 2070668 w 7467600"/>
              <a:gd name="connsiteY392" fmla="*/ 6761520 h 6858000"/>
              <a:gd name="connsiteX393" fmla="*/ 1975142 w 7467600"/>
              <a:gd name="connsiteY393" fmla="*/ 6585570 h 6858000"/>
              <a:gd name="connsiteX394" fmla="*/ 2050035 w 7467600"/>
              <a:gd name="connsiteY394" fmla="*/ 6813345 h 6858000"/>
              <a:gd name="connsiteX395" fmla="*/ 2063025 w 7467600"/>
              <a:gd name="connsiteY395" fmla="*/ 6858000 h 6858000"/>
              <a:gd name="connsiteX396" fmla="*/ 2021675 w 7467600"/>
              <a:gd name="connsiteY396" fmla="*/ 6858000 h 6858000"/>
              <a:gd name="connsiteX397" fmla="*/ 2019308 w 7467600"/>
              <a:gd name="connsiteY397" fmla="*/ 6847118 h 6858000"/>
              <a:gd name="connsiteX398" fmla="*/ 1938835 w 7467600"/>
              <a:gd name="connsiteY398" fmla="*/ 6551160 h 6858000"/>
              <a:gd name="connsiteX399" fmla="*/ 1953230 w 7467600"/>
              <a:gd name="connsiteY399" fmla="*/ 6759699 h 6858000"/>
              <a:gd name="connsiteX400" fmla="*/ 1956763 w 7467600"/>
              <a:gd name="connsiteY400" fmla="*/ 6778191 h 6858000"/>
              <a:gd name="connsiteX401" fmla="*/ 1967925 w 7467600"/>
              <a:gd name="connsiteY401" fmla="*/ 6858000 h 6858000"/>
              <a:gd name="connsiteX402" fmla="*/ 1936622 w 7467600"/>
              <a:gd name="connsiteY402" fmla="*/ 6858000 h 6858000"/>
              <a:gd name="connsiteX403" fmla="*/ 1926261 w 7467600"/>
              <a:gd name="connsiteY403" fmla="*/ 6784064 h 6858000"/>
              <a:gd name="connsiteX404" fmla="*/ 1922724 w 7467600"/>
              <a:gd name="connsiteY404" fmla="*/ 6765577 h 6858000"/>
              <a:gd name="connsiteX405" fmla="*/ 1904650 w 7467600"/>
              <a:gd name="connsiteY405" fmla="*/ 6639616 h 6858000"/>
              <a:gd name="connsiteX406" fmla="*/ 1885273 w 7467600"/>
              <a:gd name="connsiteY406" fmla="*/ 6858000 h 6858000"/>
              <a:gd name="connsiteX407" fmla="*/ 1854363 w 7467600"/>
              <a:gd name="connsiteY407" fmla="*/ 6858000 h 6858000"/>
              <a:gd name="connsiteX408" fmla="*/ 1880391 w 7467600"/>
              <a:gd name="connsiteY408" fmla="*/ 6603796 h 6858000"/>
              <a:gd name="connsiteX409" fmla="*/ 1818273 w 7467600"/>
              <a:gd name="connsiteY409" fmla="*/ 6715729 h 6858000"/>
              <a:gd name="connsiteX410" fmla="*/ 1794691 w 7467600"/>
              <a:gd name="connsiteY410" fmla="*/ 6843239 h 6858000"/>
              <a:gd name="connsiteX411" fmla="*/ 1794914 w 7467600"/>
              <a:gd name="connsiteY411" fmla="*/ 6858000 h 6858000"/>
              <a:gd name="connsiteX412" fmla="*/ 1746128 w 7467600"/>
              <a:gd name="connsiteY412" fmla="*/ 6858000 h 6858000"/>
              <a:gd name="connsiteX413" fmla="*/ 1753934 w 7467600"/>
              <a:gd name="connsiteY413" fmla="*/ 6724796 h 6858000"/>
              <a:gd name="connsiteX414" fmla="*/ 1792053 w 7467600"/>
              <a:gd name="connsiteY414" fmla="*/ 6572396 h 6858000"/>
              <a:gd name="connsiteX415" fmla="*/ 1862248 w 7467600"/>
              <a:gd name="connsiteY415" fmla="*/ 6266397 h 6858000"/>
              <a:gd name="connsiteX416" fmla="*/ 1862250 w 7467600"/>
              <a:gd name="connsiteY416" fmla="*/ 6033531 h 6858000"/>
              <a:gd name="connsiteX417" fmla="*/ 1211999 w 7467600"/>
              <a:gd name="connsiteY417" fmla="*/ 6683610 h 6858000"/>
              <a:gd name="connsiteX418" fmla="*/ 1213266 w 7467600"/>
              <a:gd name="connsiteY418" fmla="*/ 6691947 h 6858000"/>
              <a:gd name="connsiteX419" fmla="*/ 1203370 w 7467600"/>
              <a:gd name="connsiteY419" fmla="*/ 6850676 h 6858000"/>
              <a:gd name="connsiteX420" fmla="*/ 1203671 w 7467600"/>
              <a:gd name="connsiteY420" fmla="*/ 6858000 h 6858000"/>
              <a:gd name="connsiteX421" fmla="*/ 1143180 w 7467600"/>
              <a:gd name="connsiteY421" fmla="*/ 6858000 h 6858000"/>
              <a:gd name="connsiteX422" fmla="*/ 1142176 w 7467600"/>
              <a:gd name="connsiteY422" fmla="*/ 6766045 h 6858000"/>
              <a:gd name="connsiteX423" fmla="*/ 1067484 w 7467600"/>
              <a:gd name="connsiteY423" fmla="*/ 6858000 h 6858000"/>
              <a:gd name="connsiteX424" fmla="*/ 953928 w 7467600"/>
              <a:gd name="connsiteY424" fmla="*/ 6858000 h 6858000"/>
              <a:gd name="connsiteX425" fmla="*/ 959715 w 7467600"/>
              <a:gd name="connsiteY425" fmla="*/ 6850185 h 6858000"/>
              <a:gd name="connsiteX426" fmla="*/ 1483788 w 7467600"/>
              <a:gd name="connsiteY426" fmla="*/ 6259174 h 6858000"/>
              <a:gd name="connsiteX427" fmla="*/ 1100671 w 7467600"/>
              <a:gd name="connsiteY427" fmla="*/ 6252137 h 6858000"/>
              <a:gd name="connsiteX428" fmla="*/ 1090144 w 7467600"/>
              <a:gd name="connsiteY428" fmla="*/ 6256748 h 6858000"/>
              <a:gd name="connsiteX429" fmla="*/ 1095872 w 7467600"/>
              <a:gd name="connsiteY429" fmla="*/ 6271892 h 6858000"/>
              <a:gd name="connsiteX430" fmla="*/ 262785 w 7467600"/>
              <a:gd name="connsiteY430" fmla="*/ 6845450 h 6858000"/>
              <a:gd name="connsiteX431" fmla="*/ 209968 w 7467600"/>
              <a:gd name="connsiteY431" fmla="*/ 6770713 h 6858000"/>
              <a:gd name="connsiteX432" fmla="*/ 873460 w 7467600"/>
              <a:gd name="connsiteY432" fmla="*/ 6253768 h 6858000"/>
              <a:gd name="connsiteX433" fmla="*/ 192686 w 7467600"/>
              <a:gd name="connsiteY433" fmla="*/ 5849257 h 6858000"/>
              <a:gd name="connsiteX434" fmla="*/ 4696 w 7467600"/>
              <a:gd name="connsiteY434" fmla="*/ 5697668 h 6858000"/>
              <a:gd name="connsiteX435" fmla="*/ 0 w 7467600"/>
              <a:gd name="connsiteY435" fmla="*/ 5689984 h 6858000"/>
              <a:gd name="connsiteX436" fmla="*/ 0 w 7467600"/>
              <a:gd name="connsiteY436" fmla="*/ 5513472 h 6858000"/>
              <a:gd name="connsiteX437" fmla="*/ 174101 w 7467600"/>
              <a:gd name="connsiteY437" fmla="*/ 5620277 h 6858000"/>
              <a:gd name="connsiteX438" fmla="*/ 891800 w 7467600"/>
              <a:gd name="connsiteY438" fmla="*/ 6036935 h 6858000"/>
              <a:gd name="connsiteX439" fmla="*/ 1072219 w 7467600"/>
              <a:gd name="connsiteY439" fmla="*/ 6169443 h 6858000"/>
              <a:gd name="connsiteX440" fmla="*/ 1074117 w 7467600"/>
              <a:gd name="connsiteY440" fmla="*/ 6170301 h 6858000"/>
              <a:gd name="connsiteX441" fmla="*/ 1083114 w 7467600"/>
              <a:gd name="connsiteY441" fmla="*/ 6174131 h 6858000"/>
              <a:gd name="connsiteX442" fmla="*/ 1543010 w 7467600"/>
              <a:gd name="connsiteY442" fmla="*/ 6191140 h 6858000"/>
              <a:gd name="connsiteX443" fmla="*/ 1551080 w 7467600"/>
              <a:gd name="connsiteY443" fmla="*/ 6195006 h 6858000"/>
              <a:gd name="connsiteX444" fmla="*/ 2345443 w 7467600"/>
              <a:gd name="connsiteY444" fmla="*/ 5549882 h 6858000"/>
              <a:gd name="connsiteX445" fmla="*/ 1721499 w 7467600"/>
              <a:gd name="connsiteY445" fmla="*/ 5599969 h 6858000"/>
              <a:gd name="connsiteX446" fmla="*/ 767716 w 7467600"/>
              <a:gd name="connsiteY446" fmla="*/ 5472768 h 6858000"/>
              <a:gd name="connsiteX447" fmla="*/ 722147 w 7467600"/>
              <a:gd name="connsiteY447" fmla="*/ 5393091 h 6858000"/>
              <a:gd name="connsiteX448" fmla="*/ 1485552 w 7467600"/>
              <a:gd name="connsiteY448" fmla="*/ 5313202 h 6858000"/>
              <a:gd name="connsiteX449" fmla="*/ 2143004 w 7467600"/>
              <a:gd name="connsiteY449" fmla="*/ 5402420 h 6858000"/>
              <a:gd name="connsiteX450" fmla="*/ 1933391 w 7467600"/>
              <a:gd name="connsiteY450" fmla="*/ 5156971 h 6858000"/>
              <a:gd name="connsiteX451" fmla="*/ 1827118 w 7467600"/>
              <a:gd name="connsiteY451" fmla="*/ 4968410 h 6858000"/>
              <a:gd name="connsiteX452" fmla="*/ 1837349 w 7467600"/>
              <a:gd name="connsiteY452" fmla="*/ 4956357 h 6858000"/>
              <a:gd name="connsiteX453" fmla="*/ 2162835 w 7467600"/>
              <a:gd name="connsiteY453" fmla="*/ 5187853 h 6858000"/>
              <a:gd name="connsiteX454" fmla="*/ 2257167 w 7467600"/>
              <a:gd name="connsiteY454" fmla="*/ 5462123 h 6858000"/>
              <a:gd name="connsiteX455" fmla="*/ 2261598 w 7467600"/>
              <a:gd name="connsiteY455" fmla="*/ 5467998 h 6858000"/>
              <a:gd name="connsiteX456" fmla="*/ 2437177 w 7467600"/>
              <a:gd name="connsiteY456" fmla="*/ 5479608 h 6858000"/>
              <a:gd name="connsiteX457" fmla="*/ 2445247 w 7467600"/>
              <a:gd name="connsiteY457" fmla="*/ 5483476 h 6858000"/>
              <a:gd name="connsiteX458" fmla="*/ 2743626 w 7467600"/>
              <a:gd name="connsiteY458" fmla="*/ 5304819 h 6858000"/>
              <a:gd name="connsiteX459" fmla="*/ 3048102 w 7467600"/>
              <a:gd name="connsiteY459" fmla="*/ 5150595 h 6858000"/>
              <a:gd name="connsiteX460" fmla="*/ 1799414 w 7467600"/>
              <a:gd name="connsiteY460" fmla="*/ 4694732 h 6858000"/>
              <a:gd name="connsiteX461" fmla="*/ 1771735 w 7467600"/>
              <a:gd name="connsiteY461" fmla="*/ 4619929 h 6858000"/>
              <a:gd name="connsiteX462" fmla="*/ 3104273 w 7467600"/>
              <a:gd name="connsiteY462" fmla="*/ 5076159 h 6858000"/>
              <a:gd name="connsiteX463" fmla="*/ 3113245 w 7467600"/>
              <a:gd name="connsiteY463" fmla="*/ 5090705 h 6858000"/>
              <a:gd name="connsiteX464" fmla="*/ 3126294 w 7467600"/>
              <a:gd name="connsiteY464" fmla="*/ 5114400 h 6858000"/>
              <a:gd name="connsiteX465" fmla="*/ 3937433 w 7467600"/>
              <a:gd name="connsiteY465" fmla="*/ 4830473 h 6858000"/>
              <a:gd name="connsiteX466" fmla="*/ 3590475 w 7467600"/>
              <a:gd name="connsiteY466" fmla="*/ 4597974 h 6858000"/>
              <a:gd name="connsiteX467" fmla="*/ 3100264 w 7467600"/>
              <a:gd name="connsiteY467" fmla="*/ 4579845 h 6858000"/>
              <a:gd name="connsiteX468" fmla="*/ 2183576 w 7467600"/>
              <a:gd name="connsiteY468" fmla="*/ 4227150 h 6858000"/>
              <a:gd name="connsiteX469" fmla="*/ 2151029 w 7467600"/>
              <a:gd name="connsiteY469" fmla="*/ 4146947 h 6858000"/>
              <a:gd name="connsiteX470" fmla="*/ 3563434 w 7467600"/>
              <a:gd name="connsiteY470" fmla="*/ 4469115 h 6858000"/>
              <a:gd name="connsiteX471" fmla="*/ 3177952 w 7467600"/>
              <a:gd name="connsiteY471" fmla="*/ 3657386 h 6858000"/>
              <a:gd name="connsiteX472" fmla="*/ 3189263 w 7467600"/>
              <a:gd name="connsiteY472" fmla="*/ 3625726 h 6858000"/>
              <a:gd name="connsiteX473" fmla="*/ 3560912 w 7467600"/>
              <a:gd name="connsiteY473" fmla="*/ 4079863 h 6858000"/>
              <a:gd name="connsiteX474" fmla="*/ 3626636 w 7467600"/>
              <a:gd name="connsiteY474" fmla="*/ 4512230 h 6858000"/>
              <a:gd name="connsiteX475" fmla="*/ 3653088 w 7467600"/>
              <a:gd name="connsiteY475" fmla="*/ 4521417 h 6858000"/>
              <a:gd name="connsiteX476" fmla="*/ 3988128 w 7467600"/>
              <a:gd name="connsiteY476" fmla="*/ 4817267 h 6858000"/>
              <a:gd name="connsiteX477" fmla="*/ 4830582 w 7467600"/>
              <a:gd name="connsiteY477" fmla="*/ 4676000 h 6858000"/>
              <a:gd name="connsiteX478" fmla="*/ 4830100 w 7467600"/>
              <a:gd name="connsiteY478" fmla="*/ 4675554 h 6858000"/>
              <a:gd name="connsiteX479" fmla="*/ 4036318 w 7467600"/>
              <a:gd name="connsiteY479" fmla="*/ 4147013 h 6858000"/>
              <a:gd name="connsiteX480" fmla="*/ 3432098 w 7467600"/>
              <a:gd name="connsiteY480" fmla="*/ 3537312 h 6858000"/>
              <a:gd name="connsiteX481" fmla="*/ 3446761 w 7467600"/>
              <a:gd name="connsiteY481" fmla="*/ 3461278 h 6858000"/>
              <a:gd name="connsiteX482" fmla="*/ 4419733 w 7467600"/>
              <a:gd name="connsiteY482" fmla="*/ 3963555 h 6858000"/>
              <a:gd name="connsiteX483" fmla="*/ 4781371 w 7467600"/>
              <a:gd name="connsiteY483" fmla="*/ 4458604 h 6858000"/>
              <a:gd name="connsiteX484" fmla="*/ 4780440 w 7467600"/>
              <a:gd name="connsiteY484" fmla="*/ 4470290 h 6858000"/>
              <a:gd name="connsiteX485" fmla="*/ 4898954 w 7467600"/>
              <a:gd name="connsiteY485" fmla="*/ 4662092 h 6858000"/>
              <a:gd name="connsiteX486" fmla="*/ 4900699 w 7467600"/>
              <a:gd name="connsiteY486" fmla="*/ 4670867 h 6858000"/>
              <a:gd name="connsiteX487" fmla="*/ 5714511 w 7467600"/>
              <a:gd name="connsiteY487" fmla="*/ 4663483 h 6858000"/>
              <a:gd name="connsiteX488" fmla="*/ 5464793 w 7467600"/>
              <a:gd name="connsiteY488" fmla="*/ 4393556 h 6858000"/>
              <a:gd name="connsiteX489" fmla="*/ 5461897 w 7467600"/>
              <a:gd name="connsiteY489" fmla="*/ 4390879 h 6858000"/>
              <a:gd name="connsiteX490" fmla="*/ 4294126 w 7467600"/>
              <a:gd name="connsiteY490" fmla="*/ 3303048 h 6858000"/>
              <a:gd name="connsiteX491" fmla="*/ 4305321 w 7467600"/>
              <a:gd name="connsiteY491" fmla="*/ 3256953 h 6858000"/>
              <a:gd name="connsiteX492" fmla="*/ 4949299 w 7467600"/>
              <a:gd name="connsiteY492" fmla="*/ 3766336 h 6858000"/>
              <a:gd name="connsiteX493" fmla="*/ 5291452 w 7467600"/>
              <a:gd name="connsiteY493" fmla="*/ 4076801 h 6858000"/>
              <a:gd name="connsiteX494" fmla="*/ 5434998 w 7467600"/>
              <a:gd name="connsiteY494" fmla="*/ 4254100 h 6858000"/>
              <a:gd name="connsiteX495" fmla="*/ 5351015 w 7467600"/>
              <a:gd name="connsiteY495" fmla="*/ 3760989 h 6858000"/>
              <a:gd name="connsiteX496" fmla="*/ 5413780 w 7467600"/>
              <a:gd name="connsiteY496" fmla="*/ 2966265 h 6858000"/>
              <a:gd name="connsiteX497" fmla="*/ 5425627 w 7467600"/>
              <a:gd name="connsiteY497" fmla="*/ 2954192 h 6858000"/>
              <a:gd name="connsiteX498" fmla="*/ 6604735 w 7467600"/>
              <a:gd name="connsiteY498" fmla="*/ 2041381 h 6858000"/>
              <a:gd name="connsiteX499" fmla="*/ 7204487 w 7467600"/>
              <a:gd name="connsiteY499" fmla="*/ 2742112 h 6858000"/>
              <a:gd name="connsiteX500" fmla="*/ 7131592 w 7467600"/>
              <a:gd name="connsiteY500" fmla="*/ 2672096 h 6858000"/>
              <a:gd name="connsiteX501" fmla="*/ 6996344 w 7467600"/>
              <a:gd name="connsiteY501" fmla="*/ 2518310 h 6858000"/>
              <a:gd name="connsiteX502" fmla="*/ 6735495 w 7467600"/>
              <a:gd name="connsiteY502" fmla="*/ 2196890 h 6858000"/>
              <a:gd name="connsiteX503" fmla="*/ 6721901 w 7467600"/>
              <a:gd name="connsiteY503" fmla="*/ 2179274 h 6858000"/>
              <a:gd name="connsiteX504" fmla="*/ 6604735 w 7467600"/>
              <a:gd name="connsiteY504" fmla="*/ 2041381 h 6858000"/>
              <a:gd name="connsiteX505" fmla="*/ 6591670 w 7467600"/>
              <a:gd name="connsiteY505" fmla="*/ 1988277 h 6858000"/>
              <a:gd name="connsiteX506" fmla="*/ 6747349 w 7467600"/>
              <a:gd name="connsiteY506" fmla="*/ 2160069 h 6858000"/>
              <a:gd name="connsiteX507" fmla="*/ 6760943 w 7467600"/>
              <a:gd name="connsiteY507" fmla="*/ 2177686 h 6858000"/>
              <a:gd name="connsiteX508" fmla="*/ 7021065 w 7467600"/>
              <a:gd name="connsiteY508" fmla="*/ 2498102 h 6858000"/>
              <a:gd name="connsiteX509" fmla="*/ 7155223 w 7467600"/>
              <a:gd name="connsiteY509" fmla="*/ 2650386 h 6858000"/>
              <a:gd name="connsiteX510" fmla="*/ 7203167 w 7467600"/>
              <a:gd name="connsiteY510" fmla="*/ 2697288 h 6858000"/>
              <a:gd name="connsiteX511" fmla="*/ 6937703 w 7467600"/>
              <a:gd name="connsiteY511" fmla="*/ 2321981 h 6858000"/>
              <a:gd name="connsiteX512" fmla="*/ 6591670 w 7467600"/>
              <a:gd name="connsiteY512" fmla="*/ 1988277 h 6858000"/>
              <a:gd name="connsiteX513" fmla="*/ 5798671 w 7467600"/>
              <a:gd name="connsiteY513" fmla="*/ 1981601 h 6858000"/>
              <a:gd name="connsiteX514" fmla="*/ 5754709 w 7467600"/>
              <a:gd name="connsiteY514" fmla="*/ 2071454 h 6858000"/>
              <a:gd name="connsiteX515" fmla="*/ 5763044 w 7467600"/>
              <a:gd name="connsiteY515" fmla="*/ 2842206 h 6858000"/>
              <a:gd name="connsiteX516" fmla="*/ 5764974 w 7467600"/>
              <a:gd name="connsiteY516" fmla="*/ 2799609 h 6858000"/>
              <a:gd name="connsiteX517" fmla="*/ 5767665 w 7467600"/>
              <a:gd name="connsiteY517" fmla="*/ 2666409 h 6858000"/>
              <a:gd name="connsiteX518" fmla="*/ 5763055 w 7467600"/>
              <a:gd name="connsiteY518" fmla="*/ 2579705 h 6858000"/>
              <a:gd name="connsiteX519" fmla="*/ 5758079 w 7467600"/>
              <a:gd name="connsiteY519" fmla="*/ 2492508 h 6858000"/>
              <a:gd name="connsiteX520" fmla="*/ 5779325 w 7467600"/>
              <a:gd name="connsiteY520" fmla="*/ 2197069 h 6858000"/>
              <a:gd name="connsiteX521" fmla="*/ 5798671 w 7467600"/>
              <a:gd name="connsiteY521" fmla="*/ 1981601 h 6858000"/>
              <a:gd name="connsiteX522" fmla="*/ 5829202 w 7467600"/>
              <a:gd name="connsiteY522" fmla="*/ 1971679 h 6858000"/>
              <a:gd name="connsiteX523" fmla="*/ 5809558 w 7467600"/>
              <a:gd name="connsiteY523" fmla="*/ 2198043 h 6858000"/>
              <a:gd name="connsiteX524" fmla="*/ 5788653 w 7467600"/>
              <a:gd name="connsiteY524" fmla="*/ 2489430 h 6858000"/>
              <a:gd name="connsiteX525" fmla="*/ 5793439 w 7467600"/>
              <a:gd name="connsiteY525" fmla="*/ 2575235 h 6858000"/>
              <a:gd name="connsiteX526" fmla="*/ 5796837 w 7467600"/>
              <a:gd name="connsiteY526" fmla="*/ 2637633 h 6858000"/>
              <a:gd name="connsiteX527" fmla="*/ 5818614 w 7467600"/>
              <a:gd name="connsiteY527" fmla="*/ 2473055 h 6858000"/>
              <a:gd name="connsiteX528" fmla="*/ 5829202 w 7467600"/>
              <a:gd name="connsiteY528" fmla="*/ 1971679 h 6858000"/>
              <a:gd name="connsiteX529" fmla="*/ 5911389 w 7467600"/>
              <a:gd name="connsiteY529" fmla="*/ 1898371 h 6858000"/>
              <a:gd name="connsiteX530" fmla="*/ 6237627 w 7467600"/>
              <a:gd name="connsiteY530" fmla="*/ 2231921 h 6858000"/>
              <a:gd name="connsiteX531" fmla="*/ 5911389 w 7467600"/>
              <a:gd name="connsiteY531" fmla="*/ 1898371 h 6858000"/>
              <a:gd name="connsiteX532" fmla="*/ 6944437 w 7467600"/>
              <a:gd name="connsiteY532" fmla="*/ 1575402 h 6858000"/>
              <a:gd name="connsiteX533" fmla="*/ 6304730 w 7467600"/>
              <a:gd name="connsiteY533" fmla="*/ 1766654 h 6858000"/>
              <a:gd name="connsiteX534" fmla="*/ 6944437 w 7467600"/>
              <a:gd name="connsiteY534" fmla="*/ 1575402 h 6858000"/>
              <a:gd name="connsiteX535" fmla="*/ 7019523 w 7467600"/>
              <a:gd name="connsiteY535" fmla="*/ 1519450 h 6858000"/>
              <a:gd name="connsiteX536" fmla="*/ 6298091 w 7467600"/>
              <a:gd name="connsiteY536" fmla="*/ 1737122 h 6858000"/>
              <a:gd name="connsiteX537" fmla="*/ 7019523 w 7467600"/>
              <a:gd name="connsiteY537" fmla="*/ 1519450 h 6858000"/>
              <a:gd name="connsiteX538" fmla="*/ 2399523 w 7467600"/>
              <a:gd name="connsiteY538" fmla="*/ 1428234 h 6858000"/>
              <a:gd name="connsiteX539" fmla="*/ 2224982 w 7467600"/>
              <a:gd name="connsiteY539" fmla="*/ 1826201 h 6858000"/>
              <a:gd name="connsiteX540" fmla="*/ 2096099 w 7467600"/>
              <a:gd name="connsiteY540" fmla="*/ 2345900 h 6858000"/>
              <a:gd name="connsiteX541" fmla="*/ 2283317 w 7467600"/>
              <a:gd name="connsiteY541" fmla="*/ 1796925 h 6858000"/>
              <a:gd name="connsiteX542" fmla="*/ 2399523 w 7467600"/>
              <a:gd name="connsiteY542" fmla="*/ 1428234 h 6858000"/>
              <a:gd name="connsiteX543" fmla="*/ 2448558 w 7467600"/>
              <a:gd name="connsiteY543" fmla="*/ 1373435 h 6858000"/>
              <a:gd name="connsiteX544" fmla="*/ 2312521 w 7467600"/>
              <a:gd name="connsiteY544" fmla="*/ 1806140 h 6858000"/>
              <a:gd name="connsiteX545" fmla="*/ 2127533 w 7467600"/>
              <a:gd name="connsiteY545" fmla="*/ 2348380 h 6858000"/>
              <a:gd name="connsiteX546" fmla="*/ 2358080 w 7467600"/>
              <a:gd name="connsiteY546" fmla="*/ 1866134 h 6858000"/>
              <a:gd name="connsiteX547" fmla="*/ 2407436 w 7467600"/>
              <a:gd name="connsiteY547" fmla="*/ 1651070 h 6858000"/>
              <a:gd name="connsiteX548" fmla="*/ 2448558 w 7467600"/>
              <a:gd name="connsiteY548" fmla="*/ 1373435 h 6858000"/>
              <a:gd name="connsiteX549" fmla="*/ 278707 w 7467600"/>
              <a:gd name="connsiteY549" fmla="*/ 1352270 h 6858000"/>
              <a:gd name="connsiteX550" fmla="*/ 321570 w 7467600"/>
              <a:gd name="connsiteY550" fmla="*/ 1861610 h 6858000"/>
              <a:gd name="connsiteX551" fmla="*/ 294281 w 7467600"/>
              <a:gd name="connsiteY551" fmla="*/ 1440658 h 6858000"/>
              <a:gd name="connsiteX552" fmla="*/ 278707 w 7467600"/>
              <a:gd name="connsiteY552" fmla="*/ 1352270 h 6858000"/>
              <a:gd name="connsiteX553" fmla="*/ 1423821 w 7467600"/>
              <a:gd name="connsiteY553" fmla="*/ 1351958 h 6858000"/>
              <a:gd name="connsiteX554" fmla="*/ 1638521 w 7467600"/>
              <a:gd name="connsiteY554" fmla="*/ 1908470 h 6858000"/>
              <a:gd name="connsiteX555" fmla="*/ 1754199 w 7467600"/>
              <a:gd name="connsiteY555" fmla="*/ 2149284 h 6858000"/>
              <a:gd name="connsiteX556" fmla="*/ 1908359 w 7467600"/>
              <a:gd name="connsiteY556" fmla="*/ 2364988 h 6858000"/>
              <a:gd name="connsiteX557" fmla="*/ 1647661 w 7467600"/>
              <a:gd name="connsiteY557" fmla="*/ 1825945 h 6858000"/>
              <a:gd name="connsiteX558" fmla="*/ 1423821 w 7467600"/>
              <a:gd name="connsiteY558" fmla="*/ 1351958 h 6858000"/>
              <a:gd name="connsiteX559" fmla="*/ 1431890 w 7467600"/>
              <a:gd name="connsiteY559" fmla="*/ 1306475 h 6858000"/>
              <a:gd name="connsiteX560" fmla="*/ 1507597 w 7467600"/>
              <a:gd name="connsiteY560" fmla="*/ 1446132 h 6858000"/>
              <a:gd name="connsiteX561" fmla="*/ 1674586 w 7467600"/>
              <a:gd name="connsiteY561" fmla="*/ 1813832 h 6858000"/>
              <a:gd name="connsiteX562" fmla="*/ 1815950 w 7467600"/>
              <a:gd name="connsiteY562" fmla="*/ 2128564 h 6858000"/>
              <a:gd name="connsiteX563" fmla="*/ 1984242 w 7467600"/>
              <a:gd name="connsiteY563" fmla="*/ 2430829 h 6858000"/>
              <a:gd name="connsiteX564" fmla="*/ 2014023 w 7467600"/>
              <a:gd name="connsiteY564" fmla="*/ 2450995 h 6858000"/>
              <a:gd name="connsiteX565" fmla="*/ 1747337 w 7467600"/>
              <a:gd name="connsiteY565" fmla="*/ 1855264 h 6858000"/>
              <a:gd name="connsiteX566" fmla="*/ 1533749 w 7467600"/>
              <a:gd name="connsiteY566" fmla="*/ 1478656 h 6858000"/>
              <a:gd name="connsiteX567" fmla="*/ 1431890 w 7467600"/>
              <a:gd name="connsiteY567" fmla="*/ 1306475 h 6858000"/>
              <a:gd name="connsiteX568" fmla="*/ 5052692 w 7467600"/>
              <a:gd name="connsiteY568" fmla="*/ 1292994 h 6858000"/>
              <a:gd name="connsiteX569" fmla="*/ 5200661 w 7467600"/>
              <a:gd name="connsiteY569" fmla="*/ 1635186 h 6858000"/>
              <a:gd name="connsiteX570" fmla="*/ 5297138 w 7467600"/>
              <a:gd name="connsiteY570" fmla="*/ 1906351 h 6858000"/>
              <a:gd name="connsiteX571" fmla="*/ 5052692 w 7467600"/>
              <a:gd name="connsiteY571" fmla="*/ 1292994 h 6858000"/>
              <a:gd name="connsiteX572" fmla="*/ 5009948 w 7467600"/>
              <a:gd name="connsiteY572" fmla="*/ 1273619 h 6858000"/>
              <a:gd name="connsiteX573" fmla="*/ 5121777 w 7467600"/>
              <a:gd name="connsiteY573" fmla="*/ 1654213 h 6858000"/>
              <a:gd name="connsiteX574" fmla="*/ 5293545 w 7467600"/>
              <a:gd name="connsiteY574" fmla="*/ 2072247 h 6858000"/>
              <a:gd name="connsiteX575" fmla="*/ 5294042 w 7467600"/>
              <a:gd name="connsiteY575" fmla="*/ 2065019 h 6858000"/>
              <a:gd name="connsiteX576" fmla="*/ 5171936 w 7467600"/>
              <a:gd name="connsiteY576" fmla="*/ 1647613 h 6858000"/>
              <a:gd name="connsiteX577" fmla="*/ 5009948 w 7467600"/>
              <a:gd name="connsiteY577" fmla="*/ 1273619 h 6858000"/>
              <a:gd name="connsiteX578" fmla="*/ 655236 w 7467600"/>
              <a:gd name="connsiteY578" fmla="*/ 1268632 h 6858000"/>
              <a:gd name="connsiteX579" fmla="*/ 839521 w 7467600"/>
              <a:gd name="connsiteY579" fmla="*/ 1685315 h 6858000"/>
              <a:gd name="connsiteX580" fmla="*/ 1109416 w 7467600"/>
              <a:gd name="connsiteY580" fmla="*/ 2061663 h 6858000"/>
              <a:gd name="connsiteX581" fmla="*/ 1298300 w 7467600"/>
              <a:gd name="connsiteY581" fmla="*/ 2247742 h 6858000"/>
              <a:gd name="connsiteX582" fmla="*/ 1125871 w 7467600"/>
              <a:gd name="connsiteY582" fmla="*/ 1989513 h 6858000"/>
              <a:gd name="connsiteX583" fmla="*/ 981574 w 7467600"/>
              <a:gd name="connsiteY583" fmla="*/ 1783157 h 6858000"/>
              <a:gd name="connsiteX584" fmla="*/ 922198 w 7467600"/>
              <a:gd name="connsiteY584" fmla="*/ 1677437 h 6858000"/>
              <a:gd name="connsiteX585" fmla="*/ 869293 w 7467600"/>
              <a:gd name="connsiteY585" fmla="*/ 1583214 h 6858000"/>
              <a:gd name="connsiteX586" fmla="*/ 751431 w 7467600"/>
              <a:gd name="connsiteY586" fmla="*/ 1405731 h 6858000"/>
              <a:gd name="connsiteX587" fmla="*/ 655236 w 7467600"/>
              <a:gd name="connsiteY587" fmla="*/ 1268632 h 6858000"/>
              <a:gd name="connsiteX588" fmla="*/ 6516292 w 7467600"/>
              <a:gd name="connsiteY588" fmla="*/ 1263064 h 6858000"/>
              <a:gd name="connsiteX589" fmla="*/ 5736320 w 7467600"/>
              <a:gd name="connsiteY589" fmla="*/ 1501803 h 6858000"/>
              <a:gd name="connsiteX590" fmla="*/ 6516292 w 7467600"/>
              <a:gd name="connsiteY590" fmla="*/ 1263064 h 6858000"/>
              <a:gd name="connsiteX591" fmla="*/ 291466 w 7467600"/>
              <a:gd name="connsiteY591" fmla="*/ 1250369 h 6858000"/>
              <a:gd name="connsiteX592" fmla="*/ 323180 w 7467600"/>
              <a:gd name="connsiteY592" fmla="*/ 1435283 h 6858000"/>
              <a:gd name="connsiteX593" fmla="*/ 349381 w 7467600"/>
              <a:gd name="connsiteY593" fmla="*/ 1875041 h 6858000"/>
              <a:gd name="connsiteX594" fmla="*/ 374363 w 7467600"/>
              <a:gd name="connsiteY594" fmla="*/ 1506494 h 6858000"/>
              <a:gd name="connsiteX595" fmla="*/ 302168 w 7467600"/>
              <a:gd name="connsiteY595" fmla="*/ 1274495 h 6858000"/>
              <a:gd name="connsiteX596" fmla="*/ 291466 w 7467600"/>
              <a:gd name="connsiteY596" fmla="*/ 1250369 h 6858000"/>
              <a:gd name="connsiteX597" fmla="*/ 678222 w 7467600"/>
              <a:gd name="connsiteY597" fmla="*/ 1248670 h 6858000"/>
              <a:gd name="connsiteX598" fmla="*/ 775536 w 7467600"/>
              <a:gd name="connsiteY598" fmla="*/ 1388015 h 6858000"/>
              <a:gd name="connsiteX599" fmla="*/ 894529 w 7467600"/>
              <a:gd name="connsiteY599" fmla="*/ 1567739 h 6858000"/>
              <a:gd name="connsiteX600" fmla="*/ 948000 w 7467600"/>
              <a:gd name="connsiteY600" fmla="*/ 1663088 h 6858000"/>
              <a:gd name="connsiteX601" fmla="*/ 1006812 w 7467600"/>
              <a:gd name="connsiteY601" fmla="*/ 1767683 h 6858000"/>
              <a:gd name="connsiteX602" fmla="*/ 1149133 w 7467600"/>
              <a:gd name="connsiteY602" fmla="*/ 1971513 h 6858000"/>
              <a:gd name="connsiteX603" fmla="*/ 1333952 w 7467600"/>
              <a:gd name="connsiteY603" fmla="*/ 2251620 h 6858000"/>
              <a:gd name="connsiteX604" fmla="*/ 1337329 w 7467600"/>
              <a:gd name="connsiteY604" fmla="*/ 2258350 h 6858000"/>
              <a:gd name="connsiteX605" fmla="*/ 1014726 w 7467600"/>
              <a:gd name="connsiteY605" fmla="*/ 1615556 h 6858000"/>
              <a:gd name="connsiteX606" fmla="*/ 678222 w 7467600"/>
              <a:gd name="connsiteY606" fmla="*/ 1248670 h 6858000"/>
              <a:gd name="connsiteX607" fmla="*/ 6691602 w 7467600"/>
              <a:gd name="connsiteY607" fmla="*/ 1140573 h 6858000"/>
              <a:gd name="connsiteX608" fmla="*/ 6571100 w 7467600"/>
              <a:gd name="connsiteY608" fmla="*/ 1183662 h 6858000"/>
              <a:gd name="connsiteX609" fmla="*/ 6241687 w 7467600"/>
              <a:gd name="connsiteY609" fmla="*/ 1257600 h 6858000"/>
              <a:gd name="connsiteX610" fmla="*/ 5693009 w 7467600"/>
              <a:gd name="connsiteY610" fmla="*/ 1478256 h 6858000"/>
              <a:gd name="connsiteX611" fmla="*/ 6548420 w 7467600"/>
              <a:gd name="connsiteY611" fmla="*/ 1214599 h 6858000"/>
              <a:gd name="connsiteX612" fmla="*/ 6605473 w 7467600"/>
              <a:gd name="connsiteY612" fmla="*/ 1184686 h 6858000"/>
              <a:gd name="connsiteX613" fmla="*/ 6691602 w 7467600"/>
              <a:gd name="connsiteY613" fmla="*/ 1140573 h 6858000"/>
              <a:gd name="connsiteX614" fmla="*/ 4002475 w 7467600"/>
              <a:gd name="connsiteY614" fmla="*/ 1037802 h 6858000"/>
              <a:gd name="connsiteX615" fmla="*/ 4000324 w 7467600"/>
              <a:gd name="connsiteY615" fmla="*/ 1039362 h 6858000"/>
              <a:gd name="connsiteX616" fmla="*/ 4002862 w 7467600"/>
              <a:gd name="connsiteY616" fmla="*/ 1042866 h 6858000"/>
              <a:gd name="connsiteX617" fmla="*/ 4002475 w 7467600"/>
              <a:gd name="connsiteY617" fmla="*/ 1037802 h 6858000"/>
              <a:gd name="connsiteX618" fmla="*/ 506322 w 7467600"/>
              <a:gd name="connsiteY618" fmla="*/ 1020997 h 6858000"/>
              <a:gd name="connsiteX619" fmla="*/ 533068 w 7467600"/>
              <a:gd name="connsiteY619" fmla="*/ 1029409 h 6858000"/>
              <a:gd name="connsiteX620" fmla="*/ 1232525 w 7467600"/>
              <a:gd name="connsiteY620" fmla="*/ 1804675 h 6858000"/>
              <a:gd name="connsiteX621" fmla="*/ 1388858 w 7467600"/>
              <a:gd name="connsiteY621" fmla="*/ 2368011 h 6858000"/>
              <a:gd name="connsiteX622" fmla="*/ 1384098 w 7467600"/>
              <a:gd name="connsiteY622" fmla="*/ 2378125 h 6858000"/>
              <a:gd name="connsiteX623" fmla="*/ 1425393 w 7467600"/>
              <a:gd name="connsiteY623" fmla="*/ 2589124 h 6858000"/>
              <a:gd name="connsiteX624" fmla="*/ 1424001 w 7467600"/>
              <a:gd name="connsiteY624" fmla="*/ 2597541 h 6858000"/>
              <a:gd name="connsiteX625" fmla="*/ 2152729 w 7467600"/>
              <a:gd name="connsiteY625" fmla="*/ 2864487 h 6858000"/>
              <a:gd name="connsiteX626" fmla="*/ 2020609 w 7467600"/>
              <a:gd name="connsiteY626" fmla="*/ 2539671 h 6858000"/>
              <a:gd name="connsiteX627" fmla="*/ 2018920 w 7467600"/>
              <a:gd name="connsiteY627" fmla="*/ 2536309 h 6858000"/>
              <a:gd name="connsiteX628" fmla="*/ 1342441 w 7467600"/>
              <a:gd name="connsiteY628" fmla="*/ 1173017 h 6858000"/>
              <a:gd name="connsiteX629" fmla="*/ 1367925 w 7467600"/>
              <a:gd name="connsiteY629" fmla="*/ 1135648 h 6858000"/>
              <a:gd name="connsiteX630" fmla="*/ 1771401 w 7467600"/>
              <a:gd name="connsiteY630" fmla="*/ 1806673 h 6858000"/>
              <a:gd name="connsiteX631" fmla="*/ 1972385 w 7467600"/>
              <a:gd name="connsiteY631" fmla="*/ 2198735 h 6858000"/>
              <a:gd name="connsiteX632" fmla="*/ 2040892 w 7467600"/>
              <a:gd name="connsiteY632" fmla="*/ 2405205 h 6858000"/>
              <a:gd name="connsiteX633" fmla="*/ 2131689 w 7467600"/>
              <a:gd name="connsiteY633" fmla="*/ 1936926 h 6858000"/>
              <a:gd name="connsiteX634" fmla="*/ 2454820 w 7467600"/>
              <a:gd name="connsiteY634" fmla="*/ 1248808 h 6858000"/>
              <a:gd name="connsiteX635" fmla="*/ 2492512 w 7467600"/>
              <a:gd name="connsiteY635" fmla="*/ 1302920 h 6858000"/>
              <a:gd name="connsiteX636" fmla="*/ 2081216 w 7467600"/>
              <a:gd name="connsiteY636" fmla="*/ 2527513 h 6858000"/>
              <a:gd name="connsiteX637" fmla="*/ 2081211 w 7467600"/>
              <a:gd name="connsiteY637" fmla="*/ 2528916 h 6858000"/>
              <a:gd name="connsiteX638" fmla="*/ 2199067 w 7467600"/>
              <a:gd name="connsiteY638" fmla="*/ 2884061 h 6858000"/>
              <a:gd name="connsiteX639" fmla="*/ 3192586 w 7467600"/>
              <a:gd name="connsiteY639" fmla="*/ 3411496 h 6858000"/>
              <a:gd name="connsiteX640" fmla="*/ 3182620 w 7467600"/>
              <a:gd name="connsiteY640" fmla="*/ 3483279 h 6858000"/>
              <a:gd name="connsiteX641" fmla="*/ 2435119 w 7467600"/>
              <a:gd name="connsiteY641" fmla="*/ 3080173 h 6858000"/>
              <a:gd name="connsiteX642" fmla="*/ 2410152 w 7467600"/>
              <a:gd name="connsiteY642" fmla="*/ 3063751 h 6858000"/>
              <a:gd name="connsiteX643" fmla="*/ 2408099 w 7467600"/>
              <a:gd name="connsiteY643" fmla="*/ 3064403 h 6858000"/>
              <a:gd name="connsiteX644" fmla="*/ 2407218 w 7467600"/>
              <a:gd name="connsiteY644" fmla="*/ 3070324 h 6858000"/>
              <a:gd name="connsiteX645" fmla="*/ 2380138 w 7467600"/>
              <a:gd name="connsiteY645" fmla="*/ 3099341 h 6858000"/>
              <a:gd name="connsiteX646" fmla="*/ 1765923 w 7467600"/>
              <a:gd name="connsiteY646" fmla="*/ 3581043 h 6858000"/>
              <a:gd name="connsiteX647" fmla="*/ 1702258 w 7467600"/>
              <a:gd name="connsiteY647" fmla="*/ 3612286 h 6858000"/>
              <a:gd name="connsiteX648" fmla="*/ 1538370 w 7467600"/>
              <a:gd name="connsiteY648" fmla="*/ 3811804 h 6858000"/>
              <a:gd name="connsiteX649" fmla="*/ 542867 w 7467600"/>
              <a:gd name="connsiteY649" fmla="*/ 4944092 h 6858000"/>
              <a:gd name="connsiteX650" fmla="*/ 515800 w 7467600"/>
              <a:gd name="connsiteY650" fmla="*/ 4862180 h 6858000"/>
              <a:gd name="connsiteX651" fmla="*/ 909145 w 7467600"/>
              <a:gd name="connsiteY651" fmla="*/ 4199225 h 6858000"/>
              <a:gd name="connsiteX652" fmla="*/ 1214067 w 7467600"/>
              <a:gd name="connsiteY652" fmla="*/ 3908561 h 6858000"/>
              <a:gd name="connsiteX653" fmla="*/ 640967 w 7467600"/>
              <a:gd name="connsiteY653" fmla="*/ 4105601 h 6858000"/>
              <a:gd name="connsiteX654" fmla="*/ 112563 w 7467600"/>
              <a:gd name="connsiteY654" fmla="*/ 4396952 h 6858000"/>
              <a:gd name="connsiteX655" fmla="*/ 0 w 7467600"/>
              <a:gd name="connsiteY655" fmla="*/ 4466006 h 6858000"/>
              <a:gd name="connsiteX656" fmla="*/ 0 w 7467600"/>
              <a:gd name="connsiteY656" fmla="*/ 4233763 h 6858000"/>
              <a:gd name="connsiteX657" fmla="*/ 36881 w 7467600"/>
              <a:gd name="connsiteY657" fmla="*/ 4200118 h 6858000"/>
              <a:gd name="connsiteX658" fmla="*/ 910534 w 7467600"/>
              <a:gd name="connsiteY658" fmla="*/ 3629753 h 6858000"/>
              <a:gd name="connsiteX659" fmla="*/ 1578717 w 7467600"/>
              <a:gd name="connsiteY659" fmla="*/ 3575982 h 6858000"/>
              <a:gd name="connsiteX660" fmla="*/ 2338780 w 7467600"/>
              <a:gd name="connsiteY660" fmla="*/ 3033725 h 6858000"/>
              <a:gd name="connsiteX661" fmla="*/ 1807991 w 7467600"/>
              <a:gd name="connsiteY661" fmla="*/ 2807184 h 6858000"/>
              <a:gd name="connsiteX662" fmla="*/ 1416358 w 7467600"/>
              <a:gd name="connsiteY662" fmla="*/ 3112571 h 6858000"/>
              <a:gd name="connsiteX663" fmla="*/ 939066 w 7467600"/>
              <a:gd name="connsiteY663" fmla="*/ 3378798 h 6858000"/>
              <a:gd name="connsiteX664" fmla="*/ 115099 w 7467600"/>
              <a:gd name="connsiteY664" fmla="*/ 3607650 h 6858000"/>
              <a:gd name="connsiteX665" fmla="*/ 97284 w 7467600"/>
              <a:gd name="connsiteY665" fmla="*/ 3520393 h 6858000"/>
              <a:gd name="connsiteX666" fmla="*/ 922050 w 7467600"/>
              <a:gd name="connsiteY666" fmla="*/ 3074867 h 6858000"/>
              <a:gd name="connsiteX667" fmla="*/ 1405265 w 7467600"/>
              <a:gd name="connsiteY667" fmla="*/ 3016319 h 6858000"/>
              <a:gd name="connsiteX668" fmla="*/ 1407512 w 7467600"/>
              <a:gd name="connsiteY668" fmla="*/ 3018001 h 6858000"/>
              <a:gd name="connsiteX669" fmla="*/ 1726266 w 7467600"/>
              <a:gd name="connsiteY669" fmla="*/ 2777274 h 6858000"/>
              <a:gd name="connsiteX670" fmla="*/ 625390 w 7467600"/>
              <a:gd name="connsiteY670" fmla="*/ 2514541 h 6858000"/>
              <a:gd name="connsiteX671" fmla="*/ 619799 w 7467600"/>
              <a:gd name="connsiteY671" fmla="*/ 2527180 h 6858000"/>
              <a:gd name="connsiteX672" fmla="*/ 310030 w 7467600"/>
              <a:gd name="connsiteY672" fmla="*/ 2771818 h 6858000"/>
              <a:gd name="connsiteX673" fmla="*/ 173877 w 7467600"/>
              <a:gd name="connsiteY673" fmla="*/ 2937056 h 6858000"/>
              <a:gd name="connsiteX674" fmla="*/ 77889 w 7467600"/>
              <a:gd name="connsiteY674" fmla="*/ 3138440 h 6858000"/>
              <a:gd name="connsiteX675" fmla="*/ 0 w 7467600"/>
              <a:gd name="connsiteY675" fmla="*/ 3271395 h 6858000"/>
              <a:gd name="connsiteX676" fmla="*/ 0 w 7467600"/>
              <a:gd name="connsiteY676" fmla="*/ 3153002 h 6858000"/>
              <a:gd name="connsiteX677" fmla="*/ 2386 w 7467600"/>
              <a:gd name="connsiteY677" fmla="*/ 3149203 h 6858000"/>
              <a:gd name="connsiteX678" fmla="*/ 89753 w 7467600"/>
              <a:gd name="connsiteY678" fmla="*/ 2987702 h 6858000"/>
              <a:gd name="connsiteX679" fmla="*/ 76869 w 7467600"/>
              <a:gd name="connsiteY679" fmla="*/ 3005404 h 6858000"/>
              <a:gd name="connsiteX680" fmla="*/ 32049 w 7467600"/>
              <a:gd name="connsiteY680" fmla="*/ 3065814 h 6858000"/>
              <a:gd name="connsiteX681" fmla="*/ 0 w 7467600"/>
              <a:gd name="connsiteY681" fmla="*/ 3108744 h 6858000"/>
              <a:gd name="connsiteX682" fmla="*/ 0 w 7467600"/>
              <a:gd name="connsiteY682" fmla="*/ 3058059 h 6858000"/>
              <a:gd name="connsiteX683" fmla="*/ 7610 w 7467600"/>
              <a:gd name="connsiteY683" fmla="*/ 3047889 h 6858000"/>
              <a:gd name="connsiteX684" fmla="*/ 52419 w 7467600"/>
              <a:gd name="connsiteY684" fmla="*/ 2987479 h 6858000"/>
              <a:gd name="connsiteX685" fmla="*/ 59142 w 7467600"/>
              <a:gd name="connsiteY685" fmla="*/ 2978488 h 6858000"/>
              <a:gd name="connsiteX686" fmla="*/ 0 w 7467600"/>
              <a:gd name="connsiteY686" fmla="*/ 3015334 h 6858000"/>
              <a:gd name="connsiteX687" fmla="*/ 0 w 7467600"/>
              <a:gd name="connsiteY687" fmla="*/ 2914286 h 6858000"/>
              <a:gd name="connsiteX688" fmla="*/ 36383 w 7467600"/>
              <a:gd name="connsiteY688" fmla="*/ 2901128 h 6858000"/>
              <a:gd name="connsiteX689" fmla="*/ 156329 w 7467600"/>
              <a:gd name="connsiteY689" fmla="*/ 2840533 h 6858000"/>
              <a:gd name="connsiteX690" fmla="*/ 358355 w 7467600"/>
              <a:gd name="connsiteY690" fmla="*/ 2620471 h 6858000"/>
              <a:gd name="connsiteX691" fmla="*/ 510577 w 7467600"/>
              <a:gd name="connsiteY691" fmla="*/ 2501244 h 6858000"/>
              <a:gd name="connsiteX692" fmla="*/ 211967 w 7467600"/>
              <a:gd name="connsiteY692" fmla="*/ 2479171 h 6858000"/>
              <a:gd name="connsiteX693" fmla="*/ 0 w 7467600"/>
              <a:gd name="connsiteY693" fmla="*/ 2476398 h 6858000"/>
              <a:gd name="connsiteX694" fmla="*/ 0 w 7467600"/>
              <a:gd name="connsiteY694" fmla="*/ 2389189 h 6858000"/>
              <a:gd name="connsiteX695" fmla="*/ 103062 w 7467600"/>
              <a:gd name="connsiteY695" fmla="*/ 2389518 h 6858000"/>
              <a:gd name="connsiteX696" fmla="*/ 510734 w 7467600"/>
              <a:gd name="connsiteY696" fmla="*/ 2416201 h 6858000"/>
              <a:gd name="connsiteX697" fmla="*/ 279257 w 7467600"/>
              <a:gd name="connsiteY697" fmla="*/ 2092102 h 6858000"/>
              <a:gd name="connsiteX698" fmla="*/ 65265 w 7467600"/>
              <a:gd name="connsiteY698" fmla="*/ 2006049 h 6858000"/>
              <a:gd name="connsiteX699" fmla="*/ 0 w 7467600"/>
              <a:gd name="connsiteY699" fmla="*/ 1982532 h 6858000"/>
              <a:gd name="connsiteX700" fmla="*/ 0 w 7467600"/>
              <a:gd name="connsiteY700" fmla="*/ 1912789 h 6858000"/>
              <a:gd name="connsiteX701" fmla="*/ 97460 w 7467600"/>
              <a:gd name="connsiteY701" fmla="*/ 1953725 h 6858000"/>
              <a:gd name="connsiteX702" fmla="*/ 221272 w 7467600"/>
              <a:gd name="connsiteY702" fmla="*/ 1980766 h 6858000"/>
              <a:gd name="connsiteX703" fmla="*/ 116765 w 7467600"/>
              <a:gd name="connsiteY703" fmla="*/ 1911033 h 6858000"/>
              <a:gd name="connsiteX704" fmla="*/ 16405 w 7467600"/>
              <a:gd name="connsiteY704" fmla="*/ 1803412 h 6858000"/>
              <a:gd name="connsiteX705" fmla="*/ 0 w 7467600"/>
              <a:gd name="connsiteY705" fmla="*/ 1784777 h 6858000"/>
              <a:gd name="connsiteX706" fmla="*/ 0 w 7467600"/>
              <a:gd name="connsiteY706" fmla="*/ 1740082 h 6858000"/>
              <a:gd name="connsiteX707" fmla="*/ 39394 w 7467600"/>
              <a:gd name="connsiteY707" fmla="*/ 1784856 h 6858000"/>
              <a:gd name="connsiteX708" fmla="*/ 135813 w 7467600"/>
              <a:gd name="connsiteY708" fmla="*/ 1888838 h 6858000"/>
              <a:gd name="connsiteX709" fmla="*/ 242575 w 7467600"/>
              <a:gd name="connsiteY709" fmla="*/ 1958841 h 6858000"/>
              <a:gd name="connsiteX710" fmla="*/ 82197 w 7467600"/>
              <a:gd name="connsiteY710" fmla="*/ 1754826 h 6858000"/>
              <a:gd name="connsiteX711" fmla="*/ 0 w 7467600"/>
              <a:gd name="connsiteY711" fmla="*/ 1679650 h 6858000"/>
              <a:gd name="connsiteX712" fmla="*/ 0 w 7467600"/>
              <a:gd name="connsiteY712" fmla="*/ 1602463 h 6858000"/>
              <a:gd name="connsiteX713" fmla="*/ 84689 w 7467600"/>
              <a:gd name="connsiteY713" fmla="*/ 1677442 h 6858000"/>
              <a:gd name="connsiteX714" fmla="*/ 298437 w 7467600"/>
              <a:gd name="connsiteY714" fmla="*/ 1968019 h 6858000"/>
              <a:gd name="connsiteX715" fmla="*/ 227269 w 7467600"/>
              <a:gd name="connsiteY715" fmla="*/ 1114064 h 6858000"/>
              <a:gd name="connsiteX716" fmla="*/ 248003 w 7467600"/>
              <a:gd name="connsiteY716" fmla="*/ 1089613 h 6858000"/>
              <a:gd name="connsiteX717" fmla="*/ 427020 w 7467600"/>
              <a:gd name="connsiteY717" fmla="*/ 1619803 h 6858000"/>
              <a:gd name="connsiteX718" fmla="*/ 340345 w 7467600"/>
              <a:gd name="connsiteY718" fmla="*/ 2027739 h 6858000"/>
              <a:gd name="connsiteX719" fmla="*/ 360865 w 7467600"/>
              <a:gd name="connsiteY719" fmla="*/ 2044827 h 6858000"/>
              <a:gd name="connsiteX720" fmla="*/ 560414 w 7467600"/>
              <a:gd name="connsiteY720" fmla="*/ 2421457 h 6858000"/>
              <a:gd name="connsiteX721" fmla="*/ 1359703 w 7467600"/>
              <a:gd name="connsiteY721" fmla="*/ 2578554 h 6858000"/>
              <a:gd name="connsiteX722" fmla="*/ 1359422 w 7467600"/>
              <a:gd name="connsiteY722" fmla="*/ 2577994 h 6858000"/>
              <a:gd name="connsiteX723" fmla="*/ 828701 w 7467600"/>
              <a:gd name="connsiteY723" fmla="*/ 1839520 h 6858000"/>
              <a:gd name="connsiteX724" fmla="*/ 494427 w 7467600"/>
              <a:gd name="connsiteY724" fmla="*/ 1092333 h 6858000"/>
              <a:gd name="connsiteX725" fmla="*/ 506322 w 7467600"/>
              <a:gd name="connsiteY725" fmla="*/ 1020997 h 6858000"/>
              <a:gd name="connsiteX726" fmla="*/ 4570198 w 7467600"/>
              <a:gd name="connsiteY726" fmla="*/ 978081 h 6858000"/>
              <a:gd name="connsiteX727" fmla="*/ 4523691 w 7467600"/>
              <a:gd name="connsiteY727" fmla="*/ 1127776 h 6858000"/>
              <a:gd name="connsiteX728" fmla="*/ 4509875 w 7467600"/>
              <a:gd name="connsiteY728" fmla="*/ 1167552 h 6858000"/>
              <a:gd name="connsiteX729" fmla="*/ 4478168 w 7467600"/>
              <a:gd name="connsiteY729" fmla="*/ 1260735 h 6858000"/>
              <a:gd name="connsiteX730" fmla="*/ 4409309 w 7467600"/>
              <a:gd name="connsiteY730" fmla="*/ 1666996 h 6858000"/>
              <a:gd name="connsiteX731" fmla="*/ 4370031 w 7467600"/>
              <a:gd name="connsiteY731" fmla="*/ 1955666 h 6858000"/>
              <a:gd name="connsiteX732" fmla="*/ 4570198 w 7467600"/>
              <a:gd name="connsiteY732" fmla="*/ 978081 h 6858000"/>
              <a:gd name="connsiteX733" fmla="*/ 4557898 w 7467600"/>
              <a:gd name="connsiteY733" fmla="*/ 900011 h 6858000"/>
              <a:gd name="connsiteX734" fmla="*/ 4344840 w 7467600"/>
              <a:gd name="connsiteY734" fmla="*/ 1922038 h 6858000"/>
              <a:gd name="connsiteX735" fmla="*/ 4378710 w 7467600"/>
              <a:gd name="connsiteY735" fmla="*/ 1665516 h 6858000"/>
              <a:gd name="connsiteX736" fmla="*/ 4448798 w 7467600"/>
              <a:gd name="connsiteY736" fmla="*/ 1253024 h 6858000"/>
              <a:gd name="connsiteX737" fmla="*/ 4480315 w 7467600"/>
              <a:gd name="connsiteY737" fmla="*/ 1158454 h 6858000"/>
              <a:gd name="connsiteX738" fmla="*/ 4494133 w 7467600"/>
              <a:gd name="connsiteY738" fmla="*/ 1118676 h 6858000"/>
              <a:gd name="connsiteX739" fmla="*/ 4557898 w 7467600"/>
              <a:gd name="connsiteY739" fmla="*/ 900011 h 6858000"/>
              <a:gd name="connsiteX740" fmla="*/ 5870151 w 7467600"/>
              <a:gd name="connsiteY740" fmla="*/ 898890 h 6858000"/>
              <a:gd name="connsiteX741" fmla="*/ 5861335 w 7467600"/>
              <a:gd name="connsiteY741" fmla="*/ 899177 h 6858000"/>
              <a:gd name="connsiteX742" fmla="*/ 5843702 w 7467600"/>
              <a:gd name="connsiteY742" fmla="*/ 899748 h 6858000"/>
              <a:gd name="connsiteX743" fmla="*/ 5651107 w 7467600"/>
              <a:gd name="connsiteY743" fmla="*/ 920306 h 6858000"/>
              <a:gd name="connsiteX744" fmla="*/ 5459407 w 7467600"/>
              <a:gd name="connsiteY744" fmla="*/ 940975 h 6858000"/>
              <a:gd name="connsiteX745" fmla="*/ 5374846 w 7467600"/>
              <a:gd name="connsiteY745" fmla="*/ 941988 h 6858000"/>
              <a:gd name="connsiteX746" fmla="*/ 5256105 w 7467600"/>
              <a:gd name="connsiteY746" fmla="*/ 945632 h 6858000"/>
              <a:gd name="connsiteX747" fmla="*/ 5107071 w 7467600"/>
              <a:gd name="connsiteY747" fmla="*/ 969720 h 6858000"/>
              <a:gd name="connsiteX748" fmla="*/ 4998681 w 7467600"/>
              <a:gd name="connsiteY748" fmla="*/ 988771 h 6858000"/>
              <a:gd name="connsiteX749" fmla="*/ 5870151 w 7467600"/>
              <a:gd name="connsiteY749" fmla="*/ 898890 h 6858000"/>
              <a:gd name="connsiteX750" fmla="*/ 5504425 w 7467600"/>
              <a:gd name="connsiteY750" fmla="*/ 848067 h 6858000"/>
              <a:gd name="connsiteX751" fmla="*/ 4968849 w 7467600"/>
              <a:gd name="connsiteY751" fmla="*/ 962318 h 6858000"/>
              <a:gd name="connsiteX752" fmla="*/ 5104039 w 7467600"/>
              <a:gd name="connsiteY752" fmla="*/ 940634 h 6858000"/>
              <a:gd name="connsiteX753" fmla="*/ 5256311 w 7467600"/>
              <a:gd name="connsiteY753" fmla="*/ 916490 h 6858000"/>
              <a:gd name="connsiteX754" fmla="*/ 5377381 w 7467600"/>
              <a:gd name="connsiteY754" fmla="*/ 912671 h 6858000"/>
              <a:gd name="connsiteX755" fmla="*/ 5460148 w 7467600"/>
              <a:gd name="connsiteY755" fmla="*/ 911442 h 6858000"/>
              <a:gd name="connsiteX756" fmla="*/ 5648971 w 7467600"/>
              <a:gd name="connsiteY756" fmla="*/ 891331 h 6858000"/>
              <a:gd name="connsiteX757" fmla="*/ 5844807 w 7467600"/>
              <a:gd name="connsiteY757" fmla="*/ 870718 h 6858000"/>
              <a:gd name="connsiteX758" fmla="*/ 5862975 w 7467600"/>
              <a:gd name="connsiteY758" fmla="*/ 869756 h 6858000"/>
              <a:gd name="connsiteX759" fmla="*/ 5920887 w 7467600"/>
              <a:gd name="connsiteY759" fmla="*/ 865929 h 6858000"/>
              <a:gd name="connsiteX760" fmla="*/ 5504425 w 7467600"/>
              <a:gd name="connsiteY760" fmla="*/ 848067 h 6858000"/>
              <a:gd name="connsiteX761" fmla="*/ 3607114 w 7467600"/>
              <a:gd name="connsiteY761" fmla="*/ 467441 h 6858000"/>
              <a:gd name="connsiteX762" fmla="*/ 3296242 w 7467600"/>
              <a:gd name="connsiteY762" fmla="*/ 807991 h 6858000"/>
              <a:gd name="connsiteX763" fmla="*/ 3174674 w 7467600"/>
              <a:gd name="connsiteY763" fmla="*/ 919759 h 6858000"/>
              <a:gd name="connsiteX764" fmla="*/ 3042978 w 7467600"/>
              <a:gd name="connsiteY764" fmla="*/ 1054894 h 6858000"/>
              <a:gd name="connsiteX765" fmla="*/ 2968914 w 7467600"/>
              <a:gd name="connsiteY765" fmla="*/ 1133756 h 6858000"/>
              <a:gd name="connsiteX766" fmla="*/ 3103823 w 7467600"/>
              <a:gd name="connsiteY766" fmla="*/ 1026814 h 6858000"/>
              <a:gd name="connsiteX767" fmla="*/ 3607114 w 7467600"/>
              <a:gd name="connsiteY767" fmla="*/ 467441 h 6858000"/>
              <a:gd name="connsiteX768" fmla="*/ 3744487 w 7467600"/>
              <a:gd name="connsiteY768" fmla="*/ 383136 h 6858000"/>
              <a:gd name="connsiteX769" fmla="*/ 3970213 w 7467600"/>
              <a:gd name="connsiteY769" fmla="*/ 995559 h 6858000"/>
              <a:gd name="connsiteX770" fmla="*/ 3744487 w 7467600"/>
              <a:gd name="connsiteY770" fmla="*/ 383136 h 6858000"/>
              <a:gd name="connsiteX771" fmla="*/ 3624562 w 7467600"/>
              <a:gd name="connsiteY771" fmla="*/ 367041 h 6858000"/>
              <a:gd name="connsiteX772" fmla="*/ 3489712 w 7467600"/>
              <a:gd name="connsiteY772" fmla="*/ 485386 h 6858000"/>
              <a:gd name="connsiteX773" fmla="*/ 3182994 w 7467600"/>
              <a:gd name="connsiteY773" fmla="*/ 828265 h 6858000"/>
              <a:gd name="connsiteX774" fmla="*/ 2892114 w 7467600"/>
              <a:gd name="connsiteY774" fmla="*/ 1172635 h 6858000"/>
              <a:gd name="connsiteX775" fmla="*/ 3021459 w 7467600"/>
              <a:gd name="connsiteY775" fmla="*/ 1035385 h 6858000"/>
              <a:gd name="connsiteX776" fmla="*/ 3153873 w 7467600"/>
              <a:gd name="connsiteY776" fmla="*/ 898971 h 6858000"/>
              <a:gd name="connsiteX777" fmla="*/ 3276511 w 7467600"/>
              <a:gd name="connsiteY777" fmla="*/ 786423 h 6858000"/>
              <a:gd name="connsiteX778" fmla="*/ 3584154 w 7467600"/>
              <a:gd name="connsiteY778" fmla="*/ 448218 h 6858000"/>
              <a:gd name="connsiteX779" fmla="*/ 3624562 w 7467600"/>
              <a:gd name="connsiteY779" fmla="*/ 367041 h 6858000"/>
              <a:gd name="connsiteX780" fmla="*/ 3766672 w 7467600"/>
              <a:gd name="connsiteY780" fmla="*/ 359429 h 6858000"/>
              <a:gd name="connsiteX781" fmla="*/ 3996338 w 7467600"/>
              <a:gd name="connsiteY781" fmla="*/ 968237 h 6858000"/>
              <a:gd name="connsiteX782" fmla="*/ 3766672 w 7467600"/>
              <a:gd name="connsiteY782" fmla="*/ 359429 h 6858000"/>
              <a:gd name="connsiteX783" fmla="*/ 5805386 w 7467600"/>
              <a:gd name="connsiteY783" fmla="*/ 239240 h 6858000"/>
              <a:gd name="connsiteX784" fmla="*/ 5736947 w 7467600"/>
              <a:gd name="connsiteY784" fmla="*/ 261367 h 6858000"/>
              <a:gd name="connsiteX785" fmla="*/ 5427012 w 7467600"/>
              <a:gd name="connsiteY785" fmla="*/ 311272 h 6858000"/>
              <a:gd name="connsiteX786" fmla="*/ 5147818 w 7467600"/>
              <a:gd name="connsiteY786" fmla="*/ 322112 h 6858000"/>
              <a:gd name="connsiteX787" fmla="*/ 5060854 w 7467600"/>
              <a:gd name="connsiteY787" fmla="*/ 311882 h 6858000"/>
              <a:gd name="connsiteX788" fmla="*/ 4945989 w 7467600"/>
              <a:gd name="connsiteY788" fmla="*/ 300516 h 6858000"/>
              <a:gd name="connsiteX789" fmla="*/ 5410479 w 7467600"/>
              <a:gd name="connsiteY789" fmla="*/ 348434 h 6858000"/>
              <a:gd name="connsiteX790" fmla="*/ 5805386 w 7467600"/>
              <a:gd name="connsiteY790" fmla="*/ 239240 h 6858000"/>
              <a:gd name="connsiteX791" fmla="*/ 5905192 w 7467600"/>
              <a:gd name="connsiteY791" fmla="*/ 163079 h 6858000"/>
              <a:gd name="connsiteX792" fmla="*/ 5865655 w 7467600"/>
              <a:gd name="connsiteY792" fmla="*/ 171901 h 6858000"/>
              <a:gd name="connsiteX793" fmla="*/ 5259740 w 7467600"/>
              <a:gd name="connsiteY793" fmla="*/ 257013 h 6858000"/>
              <a:gd name="connsiteX794" fmla="*/ 5208466 w 7467600"/>
              <a:gd name="connsiteY794" fmla="*/ 257550 h 6858000"/>
              <a:gd name="connsiteX795" fmla="*/ 4980204 w 7467600"/>
              <a:gd name="connsiteY795" fmla="*/ 271903 h 6858000"/>
              <a:gd name="connsiteX796" fmla="*/ 5068068 w 7467600"/>
              <a:gd name="connsiteY796" fmla="*/ 282244 h 6858000"/>
              <a:gd name="connsiteX797" fmla="*/ 5153231 w 7467600"/>
              <a:gd name="connsiteY797" fmla="*/ 292240 h 6858000"/>
              <a:gd name="connsiteX798" fmla="*/ 5426491 w 7467600"/>
              <a:gd name="connsiteY798" fmla="*/ 281128 h 6858000"/>
              <a:gd name="connsiteX799" fmla="*/ 5731212 w 7467600"/>
              <a:gd name="connsiteY799" fmla="*/ 231951 h 6858000"/>
              <a:gd name="connsiteX800" fmla="*/ 5905192 w 7467600"/>
              <a:gd name="connsiteY800" fmla="*/ 163079 h 6858000"/>
              <a:gd name="connsiteX801" fmla="*/ 5944437 w 7467600"/>
              <a:gd name="connsiteY801" fmla="*/ 113829 h 6858000"/>
              <a:gd name="connsiteX802" fmla="*/ 5825032 w 7467600"/>
              <a:gd name="connsiteY802" fmla="*/ 146405 h 6858000"/>
              <a:gd name="connsiteX803" fmla="*/ 4955599 w 7467600"/>
              <a:gd name="connsiteY803" fmla="*/ 247008 h 6858000"/>
              <a:gd name="connsiteX804" fmla="*/ 5210104 w 7467600"/>
              <a:gd name="connsiteY804" fmla="*/ 228123 h 6858000"/>
              <a:gd name="connsiteX805" fmla="*/ 5261015 w 7467600"/>
              <a:gd name="connsiteY805" fmla="*/ 227087 h 6858000"/>
              <a:gd name="connsiteX806" fmla="*/ 5861181 w 7467600"/>
              <a:gd name="connsiteY806" fmla="*/ 143093 h 6858000"/>
              <a:gd name="connsiteX807" fmla="*/ 5961252 w 7467600"/>
              <a:gd name="connsiteY807" fmla="*/ 114820 h 6858000"/>
              <a:gd name="connsiteX808" fmla="*/ 5944437 w 7467600"/>
              <a:gd name="connsiteY808" fmla="*/ 113829 h 6858000"/>
              <a:gd name="connsiteX809" fmla="*/ 3882765 w 7467600"/>
              <a:gd name="connsiteY809" fmla="*/ 0 h 6858000"/>
              <a:gd name="connsiteX810" fmla="*/ 3995099 w 7467600"/>
              <a:gd name="connsiteY810" fmla="*/ 0 h 6858000"/>
              <a:gd name="connsiteX811" fmla="*/ 4163818 w 7467600"/>
              <a:gd name="connsiteY811" fmla="*/ 234104 h 6858000"/>
              <a:gd name="connsiteX812" fmla="*/ 4172099 w 7467600"/>
              <a:gd name="connsiteY812" fmla="*/ 234207 h 6858000"/>
              <a:gd name="connsiteX813" fmla="*/ 4784282 w 7467600"/>
              <a:gd name="connsiteY813" fmla="*/ 276561 h 6858000"/>
              <a:gd name="connsiteX814" fmla="*/ 4801687 w 7467600"/>
              <a:gd name="connsiteY814" fmla="*/ 267764 h 6858000"/>
              <a:gd name="connsiteX815" fmla="*/ 6082788 w 7467600"/>
              <a:gd name="connsiteY815" fmla="*/ 64119 h 6858000"/>
              <a:gd name="connsiteX816" fmla="*/ 6099442 w 7467600"/>
              <a:gd name="connsiteY816" fmla="*/ 82568 h 6858000"/>
              <a:gd name="connsiteX817" fmla="*/ 4804137 w 7467600"/>
              <a:gd name="connsiteY817" fmla="*/ 320931 h 6858000"/>
              <a:gd name="connsiteX818" fmla="*/ 4227047 w 7467600"/>
              <a:gd name="connsiteY818" fmla="*/ 313415 h 6858000"/>
              <a:gd name="connsiteX819" fmla="*/ 4346041 w 7467600"/>
              <a:gd name="connsiteY819" fmla="*/ 456086 h 6858000"/>
              <a:gd name="connsiteX820" fmla="*/ 4870967 w 7467600"/>
              <a:gd name="connsiteY820" fmla="*/ 963061 h 6858000"/>
              <a:gd name="connsiteX821" fmla="*/ 4889647 w 7467600"/>
              <a:gd name="connsiteY821" fmla="*/ 957147 h 6858000"/>
              <a:gd name="connsiteX822" fmla="*/ 5422504 w 7467600"/>
              <a:gd name="connsiteY822" fmla="*/ 805191 h 6858000"/>
              <a:gd name="connsiteX823" fmla="*/ 6087656 w 7467600"/>
              <a:gd name="connsiteY823" fmla="*/ 826703 h 6858000"/>
              <a:gd name="connsiteX824" fmla="*/ 6058717 w 7467600"/>
              <a:gd name="connsiteY824" fmla="*/ 865992 h 6858000"/>
              <a:gd name="connsiteX825" fmla="*/ 4974153 w 7467600"/>
              <a:gd name="connsiteY825" fmla="*/ 1045456 h 6858000"/>
              <a:gd name="connsiteX826" fmla="*/ 5627835 w 7467600"/>
              <a:gd name="connsiteY826" fmla="*/ 1472077 h 6858000"/>
              <a:gd name="connsiteX827" fmla="*/ 5629817 w 7467600"/>
              <a:gd name="connsiteY827" fmla="*/ 1471412 h 6858000"/>
              <a:gd name="connsiteX828" fmla="*/ 5634124 w 7467600"/>
              <a:gd name="connsiteY828" fmla="*/ 1470572 h 6858000"/>
              <a:gd name="connsiteX829" fmla="*/ 5755832 w 7467600"/>
              <a:gd name="connsiteY829" fmla="*/ 1383886 h 6858000"/>
              <a:gd name="connsiteX830" fmla="*/ 6014186 w 7467600"/>
              <a:gd name="connsiteY830" fmla="*/ 1279799 h 6858000"/>
              <a:gd name="connsiteX831" fmla="*/ 6901619 w 7467600"/>
              <a:gd name="connsiteY831" fmla="*/ 1047874 h 6858000"/>
              <a:gd name="connsiteX832" fmla="*/ 6931566 w 7467600"/>
              <a:gd name="connsiteY832" fmla="*/ 1062034 h 6858000"/>
              <a:gd name="connsiteX833" fmla="*/ 5790982 w 7467600"/>
              <a:gd name="connsiteY833" fmla="*/ 1561380 h 6858000"/>
              <a:gd name="connsiteX834" fmla="*/ 6188971 w 7467600"/>
              <a:gd name="connsiteY834" fmla="*/ 1755168 h 6858000"/>
              <a:gd name="connsiteX835" fmla="*/ 6202446 w 7467600"/>
              <a:gd name="connsiteY835" fmla="*/ 1752268 h 6858000"/>
              <a:gd name="connsiteX836" fmla="*/ 7179560 w 7467600"/>
              <a:gd name="connsiteY836" fmla="*/ 1467551 h 6858000"/>
              <a:gd name="connsiteX837" fmla="*/ 7158730 w 7467600"/>
              <a:gd name="connsiteY837" fmla="*/ 1507835 h 6858000"/>
              <a:gd name="connsiteX838" fmla="*/ 6326959 w 7467600"/>
              <a:gd name="connsiteY838" fmla="*/ 1817686 h 6858000"/>
              <a:gd name="connsiteX839" fmla="*/ 6537433 w 7467600"/>
              <a:gd name="connsiteY839" fmla="*/ 1907790 h 6858000"/>
              <a:gd name="connsiteX840" fmla="*/ 6550221 w 7467600"/>
              <a:gd name="connsiteY840" fmla="*/ 1910729 h 6858000"/>
              <a:gd name="connsiteX841" fmla="*/ 6964438 w 7467600"/>
              <a:gd name="connsiteY841" fmla="*/ 2209505 h 6858000"/>
              <a:gd name="connsiteX842" fmla="*/ 7367862 w 7467600"/>
              <a:gd name="connsiteY842" fmla="*/ 2806833 h 6858000"/>
              <a:gd name="connsiteX843" fmla="*/ 7364329 w 7467600"/>
              <a:gd name="connsiteY843" fmla="*/ 2826907 h 6858000"/>
              <a:gd name="connsiteX844" fmla="*/ 7290545 w 7467600"/>
              <a:gd name="connsiteY844" fmla="*/ 2850663 h 6858000"/>
              <a:gd name="connsiteX845" fmla="*/ 6472036 w 7467600"/>
              <a:gd name="connsiteY845" fmla="*/ 1959003 h 6858000"/>
              <a:gd name="connsiteX846" fmla="*/ 5792897 w 7467600"/>
              <a:gd name="connsiteY846" fmla="*/ 1647747 h 6858000"/>
              <a:gd name="connsiteX847" fmla="*/ 5842751 w 7467600"/>
              <a:gd name="connsiteY847" fmla="*/ 1816112 h 6858000"/>
              <a:gd name="connsiteX848" fmla="*/ 5847424 w 7467600"/>
              <a:gd name="connsiteY848" fmla="*/ 1815776 h 6858000"/>
              <a:gd name="connsiteX849" fmla="*/ 6399821 w 7467600"/>
              <a:gd name="connsiteY849" fmla="*/ 2344799 h 6858000"/>
              <a:gd name="connsiteX850" fmla="*/ 6323232 w 7467600"/>
              <a:gd name="connsiteY850" fmla="*/ 2389634 h 6858000"/>
              <a:gd name="connsiteX851" fmla="*/ 5942958 w 7467600"/>
              <a:gd name="connsiteY851" fmla="*/ 2077708 h 6858000"/>
              <a:gd name="connsiteX852" fmla="*/ 5921559 w 7467600"/>
              <a:gd name="connsiteY852" fmla="*/ 2378596 h 6858000"/>
              <a:gd name="connsiteX853" fmla="*/ 5817651 w 7467600"/>
              <a:gd name="connsiteY853" fmla="*/ 3023919 h 6858000"/>
              <a:gd name="connsiteX854" fmla="*/ 5729634 w 7467600"/>
              <a:gd name="connsiteY854" fmla="*/ 3051849 h 6858000"/>
              <a:gd name="connsiteX855" fmla="*/ 5611018 w 7467600"/>
              <a:gd name="connsiteY855" fmla="*/ 2316769 h 6858000"/>
              <a:gd name="connsiteX856" fmla="*/ 5687608 w 7467600"/>
              <a:gd name="connsiteY856" fmla="*/ 2039972 h 6858000"/>
              <a:gd name="connsiteX857" fmla="*/ 5657554 w 7467600"/>
              <a:gd name="connsiteY857" fmla="*/ 1576445 h 6858000"/>
              <a:gd name="connsiteX858" fmla="*/ 5150475 w 7467600"/>
              <a:gd name="connsiteY858" fmla="*/ 1274012 h 6858000"/>
              <a:gd name="connsiteX859" fmla="*/ 5349142 w 7467600"/>
              <a:gd name="connsiteY859" fmla="*/ 2204405 h 6858000"/>
              <a:gd name="connsiteX860" fmla="*/ 5262214 w 7467600"/>
              <a:gd name="connsiteY860" fmla="*/ 2233836 h 6858000"/>
              <a:gd name="connsiteX861" fmla="*/ 4981539 w 7467600"/>
              <a:gd name="connsiteY861" fmla="*/ 1542201 h 6858000"/>
              <a:gd name="connsiteX862" fmla="*/ 4958461 w 7467600"/>
              <a:gd name="connsiteY862" fmla="*/ 1136957 h 6858000"/>
              <a:gd name="connsiteX863" fmla="*/ 4655015 w 7467600"/>
              <a:gd name="connsiteY863" fmla="*/ 891426 h 6858000"/>
              <a:gd name="connsiteX864" fmla="*/ 4348002 w 7467600"/>
              <a:gd name="connsiteY864" fmla="*/ 2205895 h 6858000"/>
              <a:gd name="connsiteX865" fmla="*/ 4262250 w 7467600"/>
              <a:gd name="connsiteY865" fmla="*/ 2219972 h 6858000"/>
              <a:gd name="connsiteX866" fmla="*/ 4550611 w 7467600"/>
              <a:gd name="connsiteY866" fmla="*/ 817540 h 6858000"/>
              <a:gd name="connsiteX867" fmla="*/ 4564418 w 7467600"/>
              <a:gd name="connsiteY867" fmla="*/ 808293 h 6858000"/>
              <a:gd name="connsiteX868" fmla="*/ 4266388 w 7467600"/>
              <a:gd name="connsiteY868" fmla="*/ 500083 h 6858000"/>
              <a:gd name="connsiteX869" fmla="*/ 4032842 w 7467600"/>
              <a:gd name="connsiteY869" fmla="*/ 211809 h 6858000"/>
              <a:gd name="connsiteX870" fmla="*/ 3882765 w 7467600"/>
              <a:gd name="connsiteY870" fmla="*/ 0 h 6858000"/>
              <a:gd name="connsiteX871" fmla="*/ 3721337 w 7467600"/>
              <a:gd name="connsiteY871" fmla="*/ 0 h 6858000"/>
              <a:gd name="connsiteX872" fmla="*/ 3797544 w 7467600"/>
              <a:gd name="connsiteY872" fmla="*/ 0 h 6858000"/>
              <a:gd name="connsiteX873" fmla="*/ 3775734 w 7467600"/>
              <a:gd name="connsiteY873" fmla="*/ 95131 h 6858000"/>
              <a:gd name="connsiteX874" fmla="*/ 3724807 w 7467600"/>
              <a:gd name="connsiteY874" fmla="*/ 272257 h 6858000"/>
              <a:gd name="connsiteX875" fmla="*/ 3726844 w 7467600"/>
              <a:gd name="connsiteY875" fmla="*/ 282988 h 6858000"/>
              <a:gd name="connsiteX876" fmla="*/ 3742664 w 7467600"/>
              <a:gd name="connsiteY876" fmla="*/ 279918 h 6858000"/>
              <a:gd name="connsiteX877" fmla="*/ 4103910 w 7467600"/>
              <a:gd name="connsiteY877" fmla="*/ 1161917 h 6858000"/>
              <a:gd name="connsiteX878" fmla="*/ 4020269 w 7467600"/>
              <a:gd name="connsiteY878" fmla="*/ 1200406 h 6858000"/>
              <a:gd name="connsiteX879" fmla="*/ 3674882 w 7467600"/>
              <a:gd name="connsiteY879" fmla="*/ 488524 h 6858000"/>
              <a:gd name="connsiteX880" fmla="*/ 3132682 w 7467600"/>
              <a:gd name="connsiteY880" fmla="*/ 1072284 h 6858000"/>
              <a:gd name="connsiteX881" fmla="*/ 2716346 w 7467600"/>
              <a:gd name="connsiteY881" fmla="*/ 1276376 h 6858000"/>
              <a:gd name="connsiteX882" fmla="*/ 2716772 w 7467600"/>
              <a:gd name="connsiteY882" fmla="*/ 1255462 h 6858000"/>
              <a:gd name="connsiteX883" fmla="*/ 3471096 w 7467600"/>
              <a:gd name="connsiteY883" fmla="*/ 437072 h 6858000"/>
              <a:gd name="connsiteX884" fmla="*/ 3639057 w 7467600"/>
              <a:gd name="connsiteY884" fmla="*/ 286334 h 6858000"/>
              <a:gd name="connsiteX885" fmla="*/ 3640309 w 7467600"/>
              <a:gd name="connsiteY885" fmla="*/ 284664 h 6858000"/>
              <a:gd name="connsiteX886" fmla="*/ 3646022 w 7467600"/>
              <a:gd name="connsiteY886" fmla="*/ 276711 h 6858000"/>
              <a:gd name="connsiteX887" fmla="*/ 3707943 w 7467600"/>
              <a:gd name="connsiteY887" fmla="*/ 65958 h 6858000"/>
              <a:gd name="connsiteX888" fmla="*/ 3721337 w 7467600"/>
              <a:gd name="connsiteY888" fmla="*/ 0 h 6858000"/>
              <a:gd name="connsiteX889" fmla="*/ 2867960 w 7467600"/>
              <a:gd name="connsiteY889" fmla="*/ 0 h 6858000"/>
              <a:gd name="connsiteX890" fmla="*/ 2926351 w 7467600"/>
              <a:gd name="connsiteY890" fmla="*/ 0 h 6858000"/>
              <a:gd name="connsiteX891" fmla="*/ 2902823 w 7467600"/>
              <a:gd name="connsiteY891" fmla="*/ 262929 h 6858000"/>
              <a:gd name="connsiteX892" fmla="*/ 2940663 w 7467600"/>
              <a:gd name="connsiteY892" fmla="*/ 140884 h 6858000"/>
              <a:gd name="connsiteX893" fmla="*/ 2947039 w 7467600"/>
              <a:gd name="connsiteY893" fmla="*/ 122524 h 6858000"/>
              <a:gd name="connsiteX894" fmla="*/ 2984316 w 7467600"/>
              <a:gd name="connsiteY894" fmla="*/ 0 h 6858000"/>
              <a:gd name="connsiteX895" fmla="*/ 3016114 w 7467600"/>
              <a:gd name="connsiteY895" fmla="*/ 0 h 6858000"/>
              <a:gd name="connsiteX896" fmla="*/ 2979949 w 7467600"/>
              <a:gd name="connsiteY896" fmla="*/ 119274 h 6858000"/>
              <a:gd name="connsiteX897" fmla="*/ 3023879 w 7467600"/>
              <a:gd name="connsiteY897" fmla="*/ 0 h 6858000"/>
              <a:gd name="connsiteX898" fmla="*/ 3105400 w 7467600"/>
              <a:gd name="connsiteY898" fmla="*/ 0 h 6858000"/>
              <a:gd name="connsiteX899" fmla="*/ 3094669 w 7467600"/>
              <a:gd name="connsiteY899" fmla="*/ 30308 h 6858000"/>
              <a:gd name="connsiteX900" fmla="*/ 2901945 w 7467600"/>
              <a:gd name="connsiteY900" fmla="*/ 466538 h 6858000"/>
              <a:gd name="connsiteX901" fmla="*/ 2815209 w 7467600"/>
              <a:gd name="connsiteY901" fmla="*/ 497361 h 6858000"/>
              <a:gd name="connsiteX902" fmla="*/ 2844845 w 7467600"/>
              <a:gd name="connsiteY902" fmla="*/ 127638 h 6858000"/>
              <a:gd name="connsiteX903" fmla="*/ 2867960 w 7467600"/>
              <a:gd name="connsiteY903" fmla="*/ 0 h 6858000"/>
              <a:gd name="connsiteX904" fmla="*/ 1057230 w 7467600"/>
              <a:gd name="connsiteY904" fmla="*/ 0 h 6858000"/>
              <a:gd name="connsiteX905" fmla="*/ 1111003 w 7467600"/>
              <a:gd name="connsiteY905" fmla="*/ 0 h 6858000"/>
              <a:gd name="connsiteX906" fmla="*/ 1125553 w 7467600"/>
              <a:gd name="connsiteY906" fmla="*/ 52588 h 6858000"/>
              <a:gd name="connsiteX907" fmla="*/ 1304276 w 7467600"/>
              <a:gd name="connsiteY907" fmla="*/ 476275 h 6858000"/>
              <a:gd name="connsiteX908" fmla="*/ 1492066 w 7467600"/>
              <a:gd name="connsiteY908" fmla="*/ 886333 h 6858000"/>
              <a:gd name="connsiteX909" fmla="*/ 1423698 w 7467600"/>
              <a:gd name="connsiteY909" fmla="*/ 710817 h 6858000"/>
              <a:gd name="connsiteX910" fmla="*/ 1357609 w 7467600"/>
              <a:gd name="connsiteY910" fmla="*/ 532892 h 6858000"/>
              <a:gd name="connsiteX911" fmla="*/ 1309550 w 7467600"/>
              <a:gd name="connsiteY911" fmla="*/ 374031 h 6858000"/>
              <a:gd name="connsiteX912" fmla="*/ 1193673 w 7467600"/>
              <a:gd name="connsiteY912" fmla="*/ 49533 h 6858000"/>
              <a:gd name="connsiteX913" fmla="*/ 1164391 w 7467600"/>
              <a:gd name="connsiteY913" fmla="*/ 0 h 6858000"/>
              <a:gd name="connsiteX914" fmla="*/ 1200666 w 7467600"/>
              <a:gd name="connsiteY914" fmla="*/ 0 h 6858000"/>
              <a:gd name="connsiteX915" fmla="*/ 1223408 w 7467600"/>
              <a:gd name="connsiteY915" fmla="*/ 38996 h 6858000"/>
              <a:gd name="connsiteX916" fmla="*/ 1339635 w 7467600"/>
              <a:gd name="connsiteY916" fmla="*/ 365517 h 6858000"/>
              <a:gd name="connsiteX917" fmla="*/ 1387469 w 7467600"/>
              <a:gd name="connsiteY917" fmla="*/ 523079 h 6858000"/>
              <a:gd name="connsiteX918" fmla="*/ 1452685 w 7467600"/>
              <a:gd name="connsiteY918" fmla="*/ 699806 h 6858000"/>
              <a:gd name="connsiteX919" fmla="*/ 1492092 w 7467600"/>
              <a:gd name="connsiteY919" fmla="*/ 800424 h 6858000"/>
              <a:gd name="connsiteX920" fmla="*/ 1455302 w 7467600"/>
              <a:gd name="connsiteY920" fmla="*/ 632913 h 6858000"/>
              <a:gd name="connsiteX921" fmla="*/ 1222336 w 7467600"/>
              <a:gd name="connsiteY921" fmla="*/ 9480 h 6858000"/>
              <a:gd name="connsiteX922" fmla="*/ 1214634 w 7467600"/>
              <a:gd name="connsiteY922" fmla="*/ 0 h 6858000"/>
              <a:gd name="connsiteX923" fmla="*/ 1289827 w 7467600"/>
              <a:gd name="connsiteY923" fmla="*/ 0 h 6858000"/>
              <a:gd name="connsiteX924" fmla="*/ 1321076 w 7467600"/>
              <a:gd name="connsiteY924" fmla="*/ 59722 h 6858000"/>
              <a:gd name="connsiteX925" fmla="*/ 1512579 w 7467600"/>
              <a:gd name="connsiteY925" fmla="*/ 626441 h 6858000"/>
              <a:gd name="connsiteX926" fmla="*/ 1506076 w 7467600"/>
              <a:gd name="connsiteY926" fmla="*/ 1089289 h 6858000"/>
              <a:gd name="connsiteX927" fmla="*/ 1486346 w 7467600"/>
              <a:gd name="connsiteY927" fmla="*/ 1079919 h 6858000"/>
              <a:gd name="connsiteX928" fmla="*/ 1070511 w 7467600"/>
              <a:gd name="connsiteY928" fmla="*/ 48609 h 6858000"/>
              <a:gd name="connsiteX929" fmla="*/ 1057230 w 7467600"/>
              <a:gd name="connsiteY929" fmla="*/ 0 h 6858000"/>
              <a:gd name="connsiteX930" fmla="*/ 43151 w 7467600"/>
              <a:gd name="connsiteY930" fmla="*/ 0 h 6858000"/>
              <a:gd name="connsiteX931" fmla="*/ 95283 w 7467600"/>
              <a:gd name="connsiteY931" fmla="*/ 0 h 6858000"/>
              <a:gd name="connsiteX932" fmla="*/ 300708 w 7467600"/>
              <a:gd name="connsiteY932" fmla="*/ 154571 h 6858000"/>
              <a:gd name="connsiteX933" fmla="*/ 530414 w 7467600"/>
              <a:gd name="connsiteY933" fmla="*/ 354673 h 6858000"/>
              <a:gd name="connsiteX934" fmla="*/ 333785 w 7467600"/>
              <a:gd name="connsiteY934" fmla="*/ 161564 h 6858000"/>
              <a:gd name="connsiteX935" fmla="*/ 147005 w 7467600"/>
              <a:gd name="connsiteY935" fmla="*/ 0 h 6858000"/>
              <a:gd name="connsiteX936" fmla="*/ 272509 w 7467600"/>
              <a:gd name="connsiteY936" fmla="*/ 0 h 6858000"/>
              <a:gd name="connsiteX937" fmla="*/ 326276 w 7467600"/>
              <a:gd name="connsiteY937" fmla="*/ 45847 h 6858000"/>
              <a:gd name="connsiteX938" fmla="*/ 823759 w 7467600"/>
              <a:gd name="connsiteY938" fmla="*/ 574145 h 6858000"/>
              <a:gd name="connsiteX939" fmla="*/ 811254 w 7467600"/>
              <a:gd name="connsiteY939" fmla="*/ 665546 h 6858000"/>
              <a:gd name="connsiteX940" fmla="*/ 154042 w 7467600"/>
              <a:gd name="connsiteY940" fmla="*/ 261522 h 6858000"/>
              <a:gd name="connsiteX941" fmla="*/ 13550 w 7467600"/>
              <a:gd name="connsiteY941" fmla="*/ 158423 h 6858000"/>
              <a:gd name="connsiteX942" fmla="*/ 0 w 7467600"/>
              <a:gd name="connsiteY942" fmla="*/ 146618 h 6858000"/>
              <a:gd name="connsiteX943" fmla="*/ 0 w 7467600"/>
              <a:gd name="connsiteY943" fmla="*/ 59161 h 6858000"/>
              <a:gd name="connsiteX944" fmla="*/ 45427 w 7467600"/>
              <a:gd name="connsiteY944" fmla="*/ 101078 h 6858000"/>
              <a:gd name="connsiteX945" fmla="*/ 630103 w 7467600"/>
              <a:gd name="connsiteY945" fmla="*/ 485885 h 6858000"/>
              <a:gd name="connsiteX946" fmla="*/ 532040 w 7467600"/>
              <a:gd name="connsiteY946" fmla="*/ 399359 h 6858000"/>
              <a:gd name="connsiteX947" fmla="*/ 517618 w 7467600"/>
              <a:gd name="connsiteY947" fmla="*/ 385726 h 6858000"/>
              <a:gd name="connsiteX948" fmla="*/ 285074 w 7467600"/>
              <a:gd name="connsiteY948" fmla="*/ 182755 h 6858000"/>
              <a:gd name="connsiteX949" fmla="*/ 43151 w 7467600"/>
              <a:gd name="connsiteY94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805948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467600 w 7467600"/>
              <a:gd name="connsiteY16" fmla="*/ 6805948 h 6858000"/>
              <a:gd name="connsiteX17" fmla="*/ 1019354 w 7467600"/>
              <a:gd name="connsiteY17" fmla="*/ 6315006 h 6858000"/>
              <a:gd name="connsiteX18" fmla="*/ 441046 w 7467600"/>
              <a:gd name="connsiteY18" fmla="*/ 6691153 h 6858000"/>
              <a:gd name="connsiteX19" fmla="*/ 1019354 w 7467600"/>
              <a:gd name="connsiteY19" fmla="*/ 6315006 h 6858000"/>
              <a:gd name="connsiteX20" fmla="*/ 991680 w 7467600"/>
              <a:gd name="connsiteY20" fmla="*/ 6298413 h 6858000"/>
              <a:gd name="connsiteX21" fmla="*/ 409060 w 7467600"/>
              <a:gd name="connsiteY21" fmla="*/ 6671470 h 6858000"/>
              <a:gd name="connsiteX22" fmla="*/ 991680 w 7467600"/>
              <a:gd name="connsiteY22" fmla="*/ 6298413 h 6858000"/>
              <a:gd name="connsiteX23" fmla="*/ 103333 w 7467600"/>
              <a:gd name="connsiteY23" fmla="*/ 5699602 h 6858000"/>
              <a:gd name="connsiteX24" fmla="*/ 233938 w 7467600"/>
              <a:gd name="connsiteY24" fmla="*/ 5809416 h 6858000"/>
              <a:gd name="connsiteX25" fmla="*/ 883580 w 7467600"/>
              <a:gd name="connsiteY25" fmla="*/ 6180710 h 6858000"/>
              <a:gd name="connsiteX26" fmla="*/ 487337 w 7467600"/>
              <a:gd name="connsiteY26" fmla="*/ 5950182 h 6858000"/>
              <a:gd name="connsiteX27" fmla="*/ 354051 w 7467600"/>
              <a:gd name="connsiteY27" fmla="*/ 5854912 h 6858000"/>
              <a:gd name="connsiteX28" fmla="*/ 195436 w 7467600"/>
              <a:gd name="connsiteY28" fmla="*/ 5755068 h 6858000"/>
              <a:gd name="connsiteX29" fmla="*/ 103333 w 7467600"/>
              <a:gd name="connsiteY29" fmla="*/ 5699602 h 6858000"/>
              <a:gd name="connsiteX30" fmla="*/ 5539432 w 7467600"/>
              <a:gd name="connsiteY30" fmla="*/ 5642928 h 6858000"/>
              <a:gd name="connsiteX31" fmla="*/ 5555462 w 7467600"/>
              <a:gd name="connsiteY31" fmla="*/ 5694454 h 6858000"/>
              <a:gd name="connsiteX32" fmla="*/ 5828270 w 7467600"/>
              <a:gd name="connsiteY32" fmla="*/ 6320663 h 6858000"/>
              <a:gd name="connsiteX33" fmla="*/ 5947416 w 7467600"/>
              <a:gd name="connsiteY33" fmla="*/ 6574846 h 6858000"/>
              <a:gd name="connsiteX34" fmla="*/ 5539432 w 7467600"/>
              <a:gd name="connsiteY34" fmla="*/ 5642928 h 6858000"/>
              <a:gd name="connsiteX35" fmla="*/ 51253 w 7467600"/>
              <a:gd name="connsiteY35" fmla="*/ 5631825 h 6858000"/>
              <a:gd name="connsiteX36" fmla="*/ 211622 w 7467600"/>
              <a:gd name="connsiteY36" fmla="*/ 5728803 h 6858000"/>
              <a:gd name="connsiteX37" fmla="*/ 371652 w 7467600"/>
              <a:gd name="connsiteY37" fmla="*/ 5829062 h 6858000"/>
              <a:gd name="connsiteX38" fmla="*/ 505903 w 7467600"/>
              <a:gd name="connsiteY38" fmla="*/ 5925221 h 6858000"/>
              <a:gd name="connsiteX39" fmla="*/ 899240 w 7467600"/>
              <a:gd name="connsiteY39" fmla="*/ 6153068 h 6858000"/>
              <a:gd name="connsiteX40" fmla="*/ 988114 w 7467600"/>
              <a:gd name="connsiteY40" fmla="*/ 6174204 h 6858000"/>
              <a:gd name="connsiteX41" fmla="*/ 845971 w 7467600"/>
              <a:gd name="connsiteY41" fmla="*/ 6067177 h 6858000"/>
              <a:gd name="connsiteX42" fmla="*/ 448057 w 7467600"/>
              <a:gd name="connsiteY42" fmla="*/ 5841376 h 6858000"/>
              <a:gd name="connsiteX43" fmla="*/ 51253 w 7467600"/>
              <a:gd name="connsiteY43" fmla="*/ 5631825 h 6858000"/>
              <a:gd name="connsiteX44" fmla="*/ 2606687 w 7467600"/>
              <a:gd name="connsiteY44" fmla="*/ 5630718 h 6858000"/>
              <a:gd name="connsiteX45" fmla="*/ 2645658 w 7467600"/>
              <a:gd name="connsiteY45" fmla="*/ 6640259 h 6858000"/>
              <a:gd name="connsiteX46" fmla="*/ 2606687 w 7467600"/>
              <a:gd name="connsiteY46" fmla="*/ 5630718 h 6858000"/>
              <a:gd name="connsiteX47" fmla="*/ 3642057 w 7467600"/>
              <a:gd name="connsiteY47" fmla="*/ 5573487 h 6858000"/>
              <a:gd name="connsiteX48" fmla="*/ 3632981 w 7467600"/>
              <a:gd name="connsiteY48" fmla="*/ 5579437 h 6858000"/>
              <a:gd name="connsiteX49" fmla="*/ 3382436 w 7467600"/>
              <a:gd name="connsiteY49" fmla="*/ 5952726 h 6858000"/>
              <a:gd name="connsiteX50" fmla="*/ 3191929 w 7467600"/>
              <a:gd name="connsiteY50" fmla="*/ 6662669 h 6858000"/>
              <a:gd name="connsiteX51" fmla="*/ 3369898 w 7467600"/>
              <a:gd name="connsiteY51" fmla="*/ 6081771 h 6858000"/>
              <a:gd name="connsiteX52" fmla="*/ 3642057 w 7467600"/>
              <a:gd name="connsiteY52" fmla="*/ 5573487 h 6858000"/>
              <a:gd name="connsiteX53" fmla="*/ 2650666 w 7467600"/>
              <a:gd name="connsiteY53" fmla="*/ 5530686 h 6858000"/>
              <a:gd name="connsiteX54" fmla="*/ 2650249 w 7467600"/>
              <a:gd name="connsiteY54" fmla="*/ 5532101 h 6858000"/>
              <a:gd name="connsiteX55" fmla="*/ 2663808 w 7467600"/>
              <a:gd name="connsiteY55" fmla="*/ 6535215 h 6858000"/>
              <a:gd name="connsiteX56" fmla="*/ 2665418 w 7467600"/>
              <a:gd name="connsiteY56" fmla="*/ 6132756 h 6858000"/>
              <a:gd name="connsiteX57" fmla="*/ 2650666 w 7467600"/>
              <a:gd name="connsiteY57" fmla="*/ 5530686 h 6858000"/>
              <a:gd name="connsiteX58" fmla="*/ 2680277 w 7467600"/>
              <a:gd name="connsiteY58" fmla="*/ 5479204 h 6858000"/>
              <a:gd name="connsiteX59" fmla="*/ 2678972 w 7467600"/>
              <a:gd name="connsiteY59" fmla="*/ 5481582 h 6858000"/>
              <a:gd name="connsiteX60" fmla="*/ 2696666 w 7467600"/>
              <a:gd name="connsiteY60" fmla="*/ 6133836 h 6858000"/>
              <a:gd name="connsiteX61" fmla="*/ 2695769 w 7467600"/>
              <a:gd name="connsiteY61" fmla="*/ 6390955 h 6858000"/>
              <a:gd name="connsiteX62" fmla="*/ 2739893 w 7467600"/>
              <a:gd name="connsiteY62" fmla="*/ 6108357 h 6858000"/>
              <a:gd name="connsiteX63" fmla="*/ 2680277 w 7467600"/>
              <a:gd name="connsiteY63" fmla="*/ 5479204 h 6858000"/>
              <a:gd name="connsiteX64" fmla="*/ 1132195 w 7467600"/>
              <a:gd name="connsiteY64" fmla="*/ 5467980 h 6858000"/>
              <a:gd name="connsiteX65" fmla="*/ 1679056 w 7467600"/>
              <a:gd name="connsiteY65" fmla="*/ 5516907 h 6858000"/>
              <a:gd name="connsiteX66" fmla="*/ 2128648 w 7467600"/>
              <a:gd name="connsiteY66" fmla="*/ 5474249 h 6858000"/>
              <a:gd name="connsiteX67" fmla="*/ 1825619 w 7467600"/>
              <a:gd name="connsiteY67" fmla="*/ 5478447 h 6858000"/>
              <a:gd name="connsiteX68" fmla="*/ 1737798 w 7467600"/>
              <a:gd name="connsiteY68" fmla="*/ 5483353 h 6858000"/>
              <a:gd name="connsiteX69" fmla="*/ 1132195 w 7467600"/>
              <a:gd name="connsiteY69" fmla="*/ 5467980 h 6858000"/>
              <a:gd name="connsiteX70" fmla="*/ 1456157 w 7467600"/>
              <a:gd name="connsiteY70" fmla="*/ 5371404 h 6858000"/>
              <a:gd name="connsiteX71" fmla="*/ 1244432 w 7467600"/>
              <a:gd name="connsiteY71" fmla="*/ 5385601 h 6858000"/>
              <a:gd name="connsiteX72" fmla="*/ 973990 w 7467600"/>
              <a:gd name="connsiteY72" fmla="*/ 5424940 h 6858000"/>
              <a:gd name="connsiteX73" fmla="*/ 1103809 w 7467600"/>
              <a:gd name="connsiteY73" fmla="*/ 5433720 h 6858000"/>
              <a:gd name="connsiteX74" fmla="*/ 1123454 w 7467600"/>
              <a:gd name="connsiteY74" fmla="*/ 5435727 h 6858000"/>
              <a:gd name="connsiteX75" fmla="*/ 1737017 w 7467600"/>
              <a:gd name="connsiteY75" fmla="*/ 5452183 h 6858000"/>
              <a:gd name="connsiteX76" fmla="*/ 1824397 w 7467600"/>
              <a:gd name="connsiteY76" fmla="*/ 5447757 h 6858000"/>
              <a:gd name="connsiteX77" fmla="*/ 2070059 w 7467600"/>
              <a:gd name="connsiteY77" fmla="*/ 5441660 h 6858000"/>
              <a:gd name="connsiteX78" fmla="*/ 1456157 w 7467600"/>
              <a:gd name="connsiteY78" fmla="*/ 5371404 h 6858000"/>
              <a:gd name="connsiteX79" fmla="*/ 4988186 w 7467600"/>
              <a:gd name="connsiteY79" fmla="*/ 5216467 h 6858000"/>
              <a:gd name="connsiteX80" fmla="*/ 4777334 w 7467600"/>
              <a:gd name="connsiteY80" fmla="*/ 5406072 h 6858000"/>
              <a:gd name="connsiteX81" fmla="*/ 4718341 w 7467600"/>
              <a:gd name="connsiteY81" fmla="*/ 5468043 h 6858000"/>
              <a:gd name="connsiteX82" fmla="*/ 4604655 w 7467600"/>
              <a:gd name="connsiteY82" fmla="*/ 5583434 h 6858000"/>
              <a:gd name="connsiteX83" fmla="*/ 4565074 w 7467600"/>
              <a:gd name="connsiteY83" fmla="*/ 5618550 h 6858000"/>
              <a:gd name="connsiteX84" fmla="*/ 4988186 w 7467600"/>
              <a:gd name="connsiteY84" fmla="*/ 5216467 h 6858000"/>
              <a:gd name="connsiteX85" fmla="*/ 4978032 w 7467600"/>
              <a:gd name="connsiteY85" fmla="*/ 5183809 h 6858000"/>
              <a:gd name="connsiteX86" fmla="*/ 4463413 w 7467600"/>
              <a:gd name="connsiteY86" fmla="*/ 5615162 h 6858000"/>
              <a:gd name="connsiteX87" fmla="*/ 4358134 w 7467600"/>
              <a:gd name="connsiteY87" fmla="*/ 5742791 h 6858000"/>
              <a:gd name="connsiteX88" fmla="*/ 4376219 w 7467600"/>
              <a:gd name="connsiteY88" fmla="*/ 5729027 h 6858000"/>
              <a:gd name="connsiteX89" fmla="*/ 4582340 w 7467600"/>
              <a:gd name="connsiteY89" fmla="*/ 5561037 h 6858000"/>
              <a:gd name="connsiteX90" fmla="*/ 4694684 w 7467600"/>
              <a:gd name="connsiteY90" fmla="*/ 5447098 h 6858000"/>
              <a:gd name="connsiteX91" fmla="*/ 4754123 w 7467600"/>
              <a:gd name="connsiteY91" fmla="*/ 5384643 h 6858000"/>
              <a:gd name="connsiteX92" fmla="*/ 4978032 w 7467600"/>
              <a:gd name="connsiteY92" fmla="*/ 5183809 h 6858000"/>
              <a:gd name="connsiteX93" fmla="*/ 1903353 w 7467600"/>
              <a:gd name="connsiteY93" fmla="*/ 5044827 h 6858000"/>
              <a:gd name="connsiteX94" fmla="*/ 1936931 w 7467600"/>
              <a:gd name="connsiteY94" fmla="*/ 5093954 h 6858000"/>
              <a:gd name="connsiteX95" fmla="*/ 2195868 w 7467600"/>
              <a:gd name="connsiteY95" fmla="*/ 5396574 h 6858000"/>
              <a:gd name="connsiteX96" fmla="*/ 2088852 w 7467600"/>
              <a:gd name="connsiteY96" fmla="*/ 5166123 h 6858000"/>
              <a:gd name="connsiteX97" fmla="*/ 1958241 w 7467600"/>
              <a:gd name="connsiteY97" fmla="*/ 5067955 h 6858000"/>
              <a:gd name="connsiteX98" fmla="*/ 1903353 w 7467600"/>
              <a:gd name="connsiteY98" fmla="*/ 5044827 h 6858000"/>
              <a:gd name="connsiteX99" fmla="*/ 1979378 w 7467600"/>
              <a:gd name="connsiteY99" fmla="*/ 4769504 h 6858000"/>
              <a:gd name="connsiteX100" fmla="*/ 2882120 w 7467600"/>
              <a:gd name="connsiteY100" fmla="*/ 5064547 h 6858000"/>
              <a:gd name="connsiteX101" fmla="*/ 2793103 w 7467600"/>
              <a:gd name="connsiteY101" fmla="*/ 5039699 h 6858000"/>
              <a:gd name="connsiteX102" fmla="*/ 2770041 w 7467600"/>
              <a:gd name="connsiteY102" fmla="*/ 5033634 h 6858000"/>
              <a:gd name="connsiteX103" fmla="*/ 1979378 w 7467600"/>
              <a:gd name="connsiteY103" fmla="*/ 4769504 h 6858000"/>
              <a:gd name="connsiteX104" fmla="*/ 1927410 w 7467600"/>
              <a:gd name="connsiteY104" fmla="*/ 4716164 h 6858000"/>
              <a:gd name="connsiteX105" fmla="*/ 1959587 w 7467600"/>
              <a:gd name="connsiteY105" fmla="*/ 4728849 h 6858000"/>
              <a:gd name="connsiteX106" fmla="*/ 2777707 w 7467600"/>
              <a:gd name="connsiteY106" fmla="*/ 5003991 h 6858000"/>
              <a:gd name="connsiteX107" fmla="*/ 2800768 w 7467600"/>
              <a:gd name="connsiteY107" fmla="*/ 5010056 h 6858000"/>
              <a:gd name="connsiteX108" fmla="*/ 2879408 w 7467600"/>
              <a:gd name="connsiteY108" fmla="*/ 5031590 h 6858000"/>
              <a:gd name="connsiteX109" fmla="*/ 2862295 w 7467600"/>
              <a:gd name="connsiteY109" fmla="*/ 5022958 h 6858000"/>
              <a:gd name="connsiteX110" fmla="*/ 2813343 w 7467600"/>
              <a:gd name="connsiteY110" fmla="*/ 4998369 h 6858000"/>
              <a:gd name="connsiteX111" fmla="*/ 2646245 w 7467600"/>
              <a:gd name="connsiteY111" fmla="*/ 4930999 h 6858000"/>
              <a:gd name="connsiteX112" fmla="*/ 1999243 w 7467600"/>
              <a:gd name="connsiteY112" fmla="*/ 4730524 h 6858000"/>
              <a:gd name="connsiteX113" fmla="*/ 1979527 w 7467600"/>
              <a:gd name="connsiteY113" fmla="*/ 4726651 h 6858000"/>
              <a:gd name="connsiteX114" fmla="*/ 1927410 w 7467600"/>
              <a:gd name="connsiteY114" fmla="*/ 4716164 h 6858000"/>
              <a:gd name="connsiteX115" fmla="*/ 1997014 w 7467600"/>
              <a:gd name="connsiteY115" fmla="*/ 4698007 h 6858000"/>
              <a:gd name="connsiteX116" fmla="*/ 2005458 w 7467600"/>
              <a:gd name="connsiteY116" fmla="*/ 4699540 h 6858000"/>
              <a:gd name="connsiteX117" fmla="*/ 2657186 w 7467600"/>
              <a:gd name="connsiteY117" fmla="*/ 4901687 h 6858000"/>
              <a:gd name="connsiteX118" fmla="*/ 2826662 w 7467600"/>
              <a:gd name="connsiteY118" fmla="*/ 4970362 h 6858000"/>
              <a:gd name="connsiteX119" fmla="*/ 2876100 w 7467600"/>
              <a:gd name="connsiteY119" fmla="*/ 4995397 h 6858000"/>
              <a:gd name="connsiteX120" fmla="*/ 3042600 w 7467600"/>
              <a:gd name="connsiteY120" fmla="*/ 5059532 h 6858000"/>
              <a:gd name="connsiteX121" fmla="*/ 1997014 w 7467600"/>
              <a:gd name="connsiteY121" fmla="*/ 4698007 h 6858000"/>
              <a:gd name="connsiteX122" fmla="*/ 2305292 w 7467600"/>
              <a:gd name="connsiteY122" fmla="*/ 4219492 h 6858000"/>
              <a:gd name="connsiteX123" fmla="*/ 3360922 w 7467600"/>
              <a:gd name="connsiteY123" fmla="*/ 4529373 h 6858000"/>
              <a:gd name="connsiteX124" fmla="*/ 3492420 w 7467600"/>
              <a:gd name="connsiteY124" fmla="*/ 4510145 h 6858000"/>
              <a:gd name="connsiteX125" fmla="*/ 3364086 w 7467600"/>
              <a:gd name="connsiteY125" fmla="*/ 4480340 h 6858000"/>
              <a:gd name="connsiteX126" fmla="*/ 3225818 w 7467600"/>
              <a:gd name="connsiteY126" fmla="*/ 4411822 h 6858000"/>
              <a:gd name="connsiteX127" fmla="*/ 3129696 w 7467600"/>
              <a:gd name="connsiteY127" fmla="*/ 4360704 h 6858000"/>
              <a:gd name="connsiteX128" fmla="*/ 2814545 w 7467600"/>
              <a:gd name="connsiteY128" fmla="*/ 4282955 h 6858000"/>
              <a:gd name="connsiteX129" fmla="*/ 2305292 w 7467600"/>
              <a:gd name="connsiteY129" fmla="*/ 4219492 h 6858000"/>
              <a:gd name="connsiteX130" fmla="*/ 2626982 w 7467600"/>
              <a:gd name="connsiteY130" fmla="*/ 4206450 h 6858000"/>
              <a:gd name="connsiteX131" fmla="*/ 2490617 w 7467600"/>
              <a:gd name="connsiteY131" fmla="*/ 4206951 h 6858000"/>
              <a:gd name="connsiteX132" fmla="*/ 2819869 w 7467600"/>
              <a:gd name="connsiteY132" fmla="*/ 4252936 h 6858000"/>
              <a:gd name="connsiteX133" fmla="*/ 3143018 w 7467600"/>
              <a:gd name="connsiteY133" fmla="*/ 4332698 h 6858000"/>
              <a:gd name="connsiteX134" fmla="*/ 3241520 w 7467600"/>
              <a:gd name="connsiteY134" fmla="*/ 4385112 h 6858000"/>
              <a:gd name="connsiteX135" fmla="*/ 3374575 w 7467600"/>
              <a:gd name="connsiteY135" fmla="*/ 4451517 h 6858000"/>
              <a:gd name="connsiteX136" fmla="*/ 3505221 w 7467600"/>
              <a:gd name="connsiteY136" fmla="*/ 4480757 h 6858000"/>
              <a:gd name="connsiteX137" fmla="*/ 2626982 w 7467600"/>
              <a:gd name="connsiteY137" fmla="*/ 4206450 h 6858000"/>
              <a:gd name="connsiteX138" fmla="*/ 1310106 w 7467600"/>
              <a:gd name="connsiteY138" fmla="*/ 3943217 h 6858000"/>
              <a:gd name="connsiteX139" fmla="*/ 854994 w 7467600"/>
              <a:gd name="connsiteY139" fmla="*/ 4399136 h 6858000"/>
              <a:gd name="connsiteX140" fmla="*/ 742462 w 7467600"/>
              <a:gd name="connsiteY140" fmla="*/ 4594648 h 6858000"/>
              <a:gd name="connsiteX141" fmla="*/ 820602 w 7467600"/>
              <a:gd name="connsiteY141" fmla="*/ 4485915 h 6858000"/>
              <a:gd name="connsiteX142" fmla="*/ 878295 w 7467600"/>
              <a:gd name="connsiteY142" fmla="*/ 4403594 h 6858000"/>
              <a:gd name="connsiteX143" fmla="*/ 1240607 w 7467600"/>
              <a:gd name="connsiteY143" fmla="*/ 4010401 h 6858000"/>
              <a:gd name="connsiteX144" fmla="*/ 1310106 w 7467600"/>
              <a:gd name="connsiteY144" fmla="*/ 3943217 h 6858000"/>
              <a:gd name="connsiteX145" fmla="*/ 1423113 w 7467600"/>
              <a:gd name="connsiteY145" fmla="*/ 3874565 h 6858000"/>
              <a:gd name="connsiteX146" fmla="*/ 1260565 w 7467600"/>
              <a:gd name="connsiteY146" fmla="*/ 4031982 h 6858000"/>
              <a:gd name="connsiteX147" fmla="*/ 901900 w 7467600"/>
              <a:gd name="connsiteY147" fmla="*/ 4421236 h 6858000"/>
              <a:gd name="connsiteX148" fmla="*/ 845044 w 7467600"/>
              <a:gd name="connsiteY148" fmla="*/ 4502436 h 6858000"/>
              <a:gd name="connsiteX149" fmla="*/ 685926 w 7467600"/>
              <a:gd name="connsiteY149" fmla="*/ 4703069 h 6858000"/>
              <a:gd name="connsiteX150" fmla="*/ 684248 w 7467600"/>
              <a:gd name="connsiteY150" fmla="*/ 4706721 h 6858000"/>
              <a:gd name="connsiteX151" fmla="*/ 1423113 w 7467600"/>
              <a:gd name="connsiteY151" fmla="*/ 3874565 h 6858000"/>
              <a:gd name="connsiteX152" fmla="*/ 3316479 w 7467600"/>
              <a:gd name="connsiteY152" fmla="*/ 3872136 h 6858000"/>
              <a:gd name="connsiteX153" fmla="*/ 3546806 w 7467600"/>
              <a:gd name="connsiteY153" fmla="*/ 4356139 h 6858000"/>
              <a:gd name="connsiteX154" fmla="*/ 3364433 w 7467600"/>
              <a:gd name="connsiteY154" fmla="*/ 3953121 h 6858000"/>
              <a:gd name="connsiteX155" fmla="*/ 3316479 w 7467600"/>
              <a:gd name="connsiteY155" fmla="*/ 3872136 h 6858000"/>
              <a:gd name="connsiteX156" fmla="*/ 3291335 w 7467600"/>
              <a:gd name="connsiteY156" fmla="*/ 3767420 h 6858000"/>
              <a:gd name="connsiteX157" fmla="*/ 3390805 w 7467600"/>
              <a:gd name="connsiteY157" fmla="*/ 3937163 h 6858000"/>
              <a:gd name="connsiteX158" fmla="*/ 3579062 w 7467600"/>
              <a:gd name="connsiteY158" fmla="*/ 4359040 h 6858000"/>
              <a:gd name="connsiteX159" fmla="*/ 3467355 w 7467600"/>
              <a:gd name="connsiteY159" fmla="*/ 3988130 h 6858000"/>
              <a:gd name="connsiteX160" fmla="*/ 3310753 w 7467600"/>
              <a:gd name="connsiteY160" fmla="*/ 3787140 h 6858000"/>
              <a:gd name="connsiteX161" fmla="*/ 3291335 w 7467600"/>
              <a:gd name="connsiteY161" fmla="*/ 3767420 h 6858000"/>
              <a:gd name="connsiteX162" fmla="*/ 1635889 w 7467600"/>
              <a:gd name="connsiteY162" fmla="*/ 3709494 h 6858000"/>
              <a:gd name="connsiteX163" fmla="*/ 1634800 w 7467600"/>
              <a:gd name="connsiteY163" fmla="*/ 3731111 h 6858000"/>
              <a:gd name="connsiteX164" fmla="*/ 1635889 w 7467600"/>
              <a:gd name="connsiteY164" fmla="*/ 3709494 h 6858000"/>
              <a:gd name="connsiteX165" fmla="*/ 1510397 w 7467600"/>
              <a:gd name="connsiteY165" fmla="*/ 3684705 h 6858000"/>
              <a:gd name="connsiteX166" fmla="*/ 1146550 w 7467600"/>
              <a:gd name="connsiteY166" fmla="*/ 3802012 h 6858000"/>
              <a:gd name="connsiteX167" fmla="*/ 698834 w 7467600"/>
              <a:gd name="connsiteY167" fmla="*/ 3952272 h 6858000"/>
              <a:gd name="connsiteX168" fmla="*/ 34256 w 7467600"/>
              <a:gd name="connsiteY168" fmla="*/ 4347603 h 6858000"/>
              <a:gd name="connsiteX169" fmla="*/ 527241 w 7467600"/>
              <a:gd name="connsiteY169" fmla="*/ 4065078 h 6858000"/>
              <a:gd name="connsiteX170" fmla="*/ 1510397 w 7467600"/>
              <a:gd name="connsiteY170" fmla="*/ 3684705 h 6858000"/>
              <a:gd name="connsiteX171" fmla="*/ 1313114 w 7467600"/>
              <a:gd name="connsiteY171" fmla="*/ 3655216 h 6858000"/>
              <a:gd name="connsiteX172" fmla="*/ 1109304 w 7467600"/>
              <a:gd name="connsiteY172" fmla="*/ 3669030 h 6858000"/>
              <a:gd name="connsiteX173" fmla="*/ 8129 w 7467600"/>
              <a:gd name="connsiteY173" fmla="*/ 4330519 h 6858000"/>
              <a:gd name="connsiteX174" fmla="*/ 687572 w 7467600"/>
              <a:gd name="connsiteY174" fmla="*/ 3925629 h 6858000"/>
              <a:gd name="connsiteX175" fmla="*/ 1138365 w 7467600"/>
              <a:gd name="connsiteY175" fmla="*/ 3774515 h 6858000"/>
              <a:gd name="connsiteX176" fmla="*/ 1505579 w 7467600"/>
              <a:gd name="connsiteY176" fmla="*/ 3655526 h 6858000"/>
              <a:gd name="connsiteX177" fmla="*/ 1313114 w 7467600"/>
              <a:gd name="connsiteY177" fmla="*/ 3655216 h 6858000"/>
              <a:gd name="connsiteX178" fmla="*/ 3655073 w 7467600"/>
              <a:gd name="connsiteY178" fmla="*/ 3650884 h 6858000"/>
              <a:gd name="connsiteX179" fmla="*/ 3989938 w 7467600"/>
              <a:gd name="connsiteY179" fmla="*/ 3991685 h 6858000"/>
              <a:gd name="connsiteX180" fmla="*/ 4393907 w 7467600"/>
              <a:gd name="connsiteY180" fmla="*/ 4261258 h 6858000"/>
              <a:gd name="connsiteX181" fmla="*/ 4648051 w 7467600"/>
              <a:gd name="connsiteY181" fmla="*/ 4374051 h 6858000"/>
              <a:gd name="connsiteX182" fmla="*/ 4383389 w 7467600"/>
              <a:gd name="connsiteY182" fmla="*/ 4184369 h 6858000"/>
              <a:gd name="connsiteX183" fmla="*/ 4165508 w 7467600"/>
              <a:gd name="connsiteY183" fmla="*/ 4035196 h 6858000"/>
              <a:gd name="connsiteX184" fmla="*/ 4068162 w 7467600"/>
              <a:gd name="connsiteY184" fmla="*/ 3953394 h 6858000"/>
              <a:gd name="connsiteX185" fmla="*/ 3981416 w 7467600"/>
              <a:gd name="connsiteY185" fmla="*/ 3880482 h 6858000"/>
              <a:gd name="connsiteX186" fmla="*/ 3800147 w 7467600"/>
              <a:gd name="connsiteY186" fmla="*/ 3749872 h 6858000"/>
              <a:gd name="connsiteX187" fmla="*/ 3655073 w 7467600"/>
              <a:gd name="connsiteY187" fmla="*/ 3650884 h 6858000"/>
              <a:gd name="connsiteX188" fmla="*/ 3670252 w 7467600"/>
              <a:gd name="connsiteY188" fmla="*/ 3622798 h 6858000"/>
              <a:gd name="connsiteX189" fmla="*/ 3817258 w 7467600"/>
              <a:gd name="connsiteY189" fmla="*/ 3723577 h 6858000"/>
              <a:gd name="connsiteX190" fmla="*/ 4000461 w 7467600"/>
              <a:gd name="connsiteY190" fmla="*/ 3855966 h 6858000"/>
              <a:gd name="connsiteX191" fmla="*/ 4088180 w 7467600"/>
              <a:gd name="connsiteY191" fmla="*/ 3929774 h 6858000"/>
              <a:gd name="connsiteX192" fmla="*/ 4184555 w 7467600"/>
              <a:gd name="connsiteY192" fmla="*/ 4010683 h 6858000"/>
              <a:gd name="connsiteX193" fmla="*/ 4399563 w 7467600"/>
              <a:gd name="connsiteY193" fmla="*/ 4158106 h 6858000"/>
              <a:gd name="connsiteX194" fmla="*/ 4684469 w 7467600"/>
              <a:gd name="connsiteY194" fmla="*/ 4364680 h 6858000"/>
              <a:gd name="connsiteX195" fmla="*/ 4690271 w 7467600"/>
              <a:gd name="connsiteY195" fmla="*/ 4370034 h 6858000"/>
              <a:gd name="connsiteX196" fmla="*/ 4136093 w 7467600"/>
              <a:gd name="connsiteY196" fmla="*/ 3858466 h 6858000"/>
              <a:gd name="connsiteX197" fmla="*/ 3670252 w 7467600"/>
              <a:gd name="connsiteY197" fmla="*/ 3622798 h 6858000"/>
              <a:gd name="connsiteX198" fmla="*/ 4440129 w 7467600"/>
              <a:gd name="connsiteY198" fmla="*/ 3448571 h 6858000"/>
              <a:gd name="connsiteX199" fmla="*/ 4856525 w 7467600"/>
              <a:gd name="connsiteY199" fmla="*/ 3915351 h 6858000"/>
              <a:gd name="connsiteX200" fmla="*/ 5059055 w 7467600"/>
              <a:gd name="connsiteY200" fmla="*/ 4108918 h 6858000"/>
              <a:gd name="connsiteX201" fmla="*/ 5290070 w 7467600"/>
              <a:gd name="connsiteY201" fmla="*/ 4263619 h 6858000"/>
              <a:gd name="connsiteX202" fmla="*/ 4834991 w 7467600"/>
              <a:gd name="connsiteY202" fmla="*/ 3830985 h 6858000"/>
              <a:gd name="connsiteX203" fmla="*/ 4440129 w 7467600"/>
              <a:gd name="connsiteY203" fmla="*/ 3448571 h 6858000"/>
              <a:gd name="connsiteX204" fmla="*/ 4441737 w 7467600"/>
              <a:gd name="connsiteY204" fmla="*/ 3399734 h 6858000"/>
              <a:gd name="connsiteX205" fmla="*/ 4431236 w 7467600"/>
              <a:gd name="connsiteY205" fmla="*/ 3400954 h 6858000"/>
              <a:gd name="connsiteX206" fmla="*/ 4557150 w 7467600"/>
              <a:gd name="connsiteY206" fmla="*/ 3510023 h 6858000"/>
              <a:gd name="connsiteX207" fmla="*/ 4856936 w 7467600"/>
              <a:gd name="connsiteY207" fmla="*/ 3809146 h 6858000"/>
              <a:gd name="connsiteX208" fmla="*/ 5111996 w 7467600"/>
              <a:gd name="connsiteY208" fmla="*/ 4065759 h 6858000"/>
              <a:gd name="connsiteX209" fmla="*/ 5388878 w 7467600"/>
              <a:gd name="connsiteY209" fmla="*/ 4300185 h 6858000"/>
              <a:gd name="connsiteX210" fmla="*/ 5425556 w 7467600"/>
              <a:gd name="connsiteY210" fmla="*/ 4308967 h 6858000"/>
              <a:gd name="connsiteX211" fmla="*/ 4943646 w 7467600"/>
              <a:gd name="connsiteY211" fmla="*/ 3822916 h 6858000"/>
              <a:gd name="connsiteX212" fmla="*/ 4594837 w 7467600"/>
              <a:gd name="connsiteY212" fmla="*/ 3532274 h 6858000"/>
              <a:gd name="connsiteX213" fmla="*/ 4441737 w 7467600"/>
              <a:gd name="connsiteY213" fmla="*/ 3399734 h 6858000"/>
              <a:gd name="connsiteX214" fmla="*/ 5425834 w 7467600"/>
              <a:gd name="connsiteY214" fmla="*/ 3162785 h 6858000"/>
              <a:gd name="connsiteX215" fmla="*/ 5401644 w 7467600"/>
              <a:gd name="connsiteY215" fmla="*/ 3617847 h 6858000"/>
              <a:gd name="connsiteX216" fmla="*/ 5467256 w 7467600"/>
              <a:gd name="connsiteY216" fmla="*/ 4175494 h 6858000"/>
              <a:gd name="connsiteX217" fmla="*/ 5448069 w 7467600"/>
              <a:gd name="connsiteY217" fmla="*/ 3567554 h 6858000"/>
              <a:gd name="connsiteX218" fmla="*/ 5425834 w 7467600"/>
              <a:gd name="connsiteY218" fmla="*/ 3162785 h 6858000"/>
              <a:gd name="connsiteX219" fmla="*/ 1318687 w 7467600"/>
              <a:gd name="connsiteY219" fmla="*/ 3113840 h 6858000"/>
              <a:gd name="connsiteX220" fmla="*/ 1066793 w 7467600"/>
              <a:gd name="connsiteY220" fmla="*/ 3212171 h 6858000"/>
              <a:gd name="connsiteX221" fmla="*/ 993319 w 7467600"/>
              <a:gd name="connsiteY221" fmla="*/ 3247648 h 6858000"/>
              <a:gd name="connsiteX222" fmla="*/ 853081 w 7467600"/>
              <a:gd name="connsiteY222" fmla="*/ 3312410 h 6858000"/>
              <a:gd name="connsiteX223" fmla="*/ 805957 w 7467600"/>
              <a:gd name="connsiteY223" fmla="*/ 3330443 h 6858000"/>
              <a:gd name="connsiteX224" fmla="*/ 1318687 w 7467600"/>
              <a:gd name="connsiteY224" fmla="*/ 3113840 h 6858000"/>
              <a:gd name="connsiteX225" fmla="*/ 5453702 w 7467600"/>
              <a:gd name="connsiteY225" fmla="*/ 3090882 h 6858000"/>
              <a:gd name="connsiteX226" fmla="*/ 5480135 w 7467600"/>
              <a:gd name="connsiteY226" fmla="*/ 3565802 h 6858000"/>
              <a:gd name="connsiteX227" fmla="*/ 5499023 w 7467600"/>
              <a:gd name="connsiteY227" fmla="*/ 4166310 h 6858000"/>
              <a:gd name="connsiteX228" fmla="*/ 5547022 w 7467600"/>
              <a:gd name="connsiteY228" fmla="*/ 3607838 h 6858000"/>
              <a:gd name="connsiteX229" fmla="*/ 5515964 w 7467600"/>
              <a:gd name="connsiteY229" fmla="*/ 3378541 h 6858000"/>
              <a:gd name="connsiteX230" fmla="*/ 5453702 w 7467600"/>
              <a:gd name="connsiteY230" fmla="*/ 3090882 h 6858000"/>
              <a:gd name="connsiteX231" fmla="*/ 1238695 w 7467600"/>
              <a:gd name="connsiteY231" fmla="*/ 3076820 h 6858000"/>
              <a:gd name="connsiteX232" fmla="*/ 716371 w 7467600"/>
              <a:gd name="connsiteY232" fmla="*/ 3293249 h 6858000"/>
              <a:gd name="connsiteX233" fmla="*/ 579522 w 7467600"/>
              <a:gd name="connsiteY233" fmla="*/ 3371759 h 6858000"/>
              <a:gd name="connsiteX234" fmla="*/ 600288 w 7467600"/>
              <a:gd name="connsiteY234" fmla="*/ 3365555 h 6858000"/>
              <a:gd name="connsiteX235" fmla="*/ 840692 w 7467600"/>
              <a:gd name="connsiteY235" fmla="*/ 3284921 h 6858000"/>
              <a:gd name="connsiteX236" fmla="*/ 979248 w 7467600"/>
              <a:gd name="connsiteY236" fmla="*/ 3221003 h 6858000"/>
              <a:gd name="connsiteX237" fmla="*/ 1053282 w 7467600"/>
              <a:gd name="connsiteY237" fmla="*/ 3185247 h 6858000"/>
              <a:gd name="connsiteX238" fmla="*/ 1320603 w 7467600"/>
              <a:gd name="connsiteY238" fmla="*/ 3081281 h 6858000"/>
              <a:gd name="connsiteX239" fmla="*/ 1238695 w 7467600"/>
              <a:gd name="connsiteY239" fmla="*/ 3076820 h 6858000"/>
              <a:gd name="connsiteX240" fmla="*/ 5425627 w 7467600"/>
              <a:gd name="connsiteY240" fmla="*/ 2954192 h 6858000"/>
              <a:gd name="connsiteX241" fmla="*/ 5470770 w 7467600"/>
              <a:gd name="connsiteY241" fmla="*/ 3005435 h 6858000"/>
              <a:gd name="connsiteX242" fmla="*/ 5519779 w 7467600"/>
              <a:gd name="connsiteY242" fmla="*/ 4359223 h 6858000"/>
              <a:gd name="connsiteX243" fmla="*/ 5520293 w 7467600"/>
              <a:gd name="connsiteY243" fmla="*/ 4360602 h 6858000"/>
              <a:gd name="connsiteX244" fmla="*/ 5767221 w 7467600"/>
              <a:gd name="connsiteY244" fmla="*/ 4665564 h 6858000"/>
              <a:gd name="connsiteX245" fmla="*/ 6937169 w 7467600"/>
              <a:gd name="connsiteY245" fmla="*/ 4815941 h 6858000"/>
              <a:gd name="connsiteX246" fmla="*/ 6953922 w 7467600"/>
              <a:gd name="connsiteY246" fmla="*/ 4890068 h 6858000"/>
              <a:gd name="connsiteX247" fmla="*/ 6071359 w 7467600"/>
              <a:gd name="connsiteY247" fmla="*/ 4770770 h 6858000"/>
              <a:gd name="connsiteX248" fmla="*/ 6038839 w 7467600"/>
              <a:gd name="connsiteY248" fmla="*/ 4764474 h 6858000"/>
              <a:gd name="connsiteX249" fmla="*/ 6038706 w 7467600"/>
              <a:gd name="connsiteY249" fmla="*/ 4763847 h 6858000"/>
              <a:gd name="connsiteX250" fmla="*/ 6037784 w 7467600"/>
              <a:gd name="connsiteY250" fmla="*/ 4764270 h 6858000"/>
              <a:gd name="connsiteX251" fmla="*/ 6038839 w 7467600"/>
              <a:gd name="connsiteY251" fmla="*/ 4764474 h 6858000"/>
              <a:gd name="connsiteX252" fmla="*/ 6040338 w 7467600"/>
              <a:gd name="connsiteY252" fmla="*/ 4771418 h 6858000"/>
              <a:gd name="connsiteX253" fmla="*/ 6024488 w 7467600"/>
              <a:gd name="connsiteY253" fmla="*/ 4809903 h 6858000"/>
              <a:gd name="connsiteX254" fmla="*/ 5599771 w 7467600"/>
              <a:gd name="connsiteY254" fmla="*/ 5509652 h 6858000"/>
              <a:gd name="connsiteX255" fmla="*/ 5548843 w 7467600"/>
              <a:gd name="connsiteY255" fmla="*/ 5563845 h 6858000"/>
              <a:gd name="connsiteX256" fmla="*/ 5940952 w 7467600"/>
              <a:gd name="connsiteY256" fmla="*/ 6250028 h 6858000"/>
              <a:gd name="connsiteX257" fmla="*/ 6043441 w 7467600"/>
              <a:gd name="connsiteY257" fmla="*/ 6665847 h 6858000"/>
              <a:gd name="connsiteX258" fmla="*/ 6093432 w 7467600"/>
              <a:gd name="connsiteY258" fmla="*/ 6858000 h 6858000"/>
              <a:gd name="connsiteX259" fmla="*/ 6034344 w 7467600"/>
              <a:gd name="connsiteY259" fmla="*/ 6858000 h 6858000"/>
              <a:gd name="connsiteX260" fmla="*/ 6026679 w 7467600"/>
              <a:gd name="connsiteY260" fmla="*/ 6836959 h 6858000"/>
              <a:gd name="connsiteX261" fmla="*/ 5800441 w 7467600"/>
              <a:gd name="connsiteY261" fmla="*/ 6335286 h 6858000"/>
              <a:gd name="connsiteX262" fmla="*/ 5526562 w 7467600"/>
              <a:gd name="connsiteY262" fmla="*/ 5705388 h 6858000"/>
              <a:gd name="connsiteX263" fmla="*/ 5519640 w 7467600"/>
              <a:gd name="connsiteY263" fmla="*/ 5683774 h 6858000"/>
              <a:gd name="connsiteX264" fmla="*/ 5844559 w 7467600"/>
              <a:gd name="connsiteY264" fmla="*/ 6553349 h 6858000"/>
              <a:gd name="connsiteX265" fmla="*/ 5975994 w 7467600"/>
              <a:gd name="connsiteY265" fmla="*/ 6858000 h 6858000"/>
              <a:gd name="connsiteX266" fmla="*/ 5898547 w 7467600"/>
              <a:gd name="connsiteY266" fmla="*/ 6858000 h 6858000"/>
              <a:gd name="connsiteX267" fmla="*/ 5682041 w 7467600"/>
              <a:gd name="connsiteY267" fmla="*/ 6355860 h 6858000"/>
              <a:gd name="connsiteX268" fmla="*/ 5461758 w 7467600"/>
              <a:gd name="connsiteY268" fmla="*/ 5820220 h 6858000"/>
              <a:gd name="connsiteX269" fmla="*/ 5237282 w 7467600"/>
              <a:gd name="connsiteY269" fmla="*/ 6579086 h 6858000"/>
              <a:gd name="connsiteX270" fmla="*/ 5115009 w 7467600"/>
              <a:gd name="connsiteY270" fmla="*/ 6858000 h 6858000"/>
              <a:gd name="connsiteX271" fmla="*/ 5028074 w 7467600"/>
              <a:gd name="connsiteY271" fmla="*/ 6858000 h 6858000"/>
              <a:gd name="connsiteX272" fmla="*/ 5079508 w 7467600"/>
              <a:gd name="connsiteY272" fmla="*/ 6749074 h 6858000"/>
              <a:gd name="connsiteX273" fmla="*/ 5371846 w 7467600"/>
              <a:gd name="connsiteY273" fmla="*/ 5924413 h 6858000"/>
              <a:gd name="connsiteX274" fmla="*/ 5270512 w 7467600"/>
              <a:gd name="connsiteY274" fmla="*/ 6138975 h 6858000"/>
              <a:gd name="connsiteX275" fmla="*/ 5062409 w 7467600"/>
              <a:gd name="connsiteY275" fmla="*/ 6653544 h 6858000"/>
              <a:gd name="connsiteX276" fmla="*/ 5036628 w 7467600"/>
              <a:gd name="connsiteY276" fmla="*/ 6754247 h 6858000"/>
              <a:gd name="connsiteX277" fmla="*/ 5009112 w 7467600"/>
              <a:gd name="connsiteY277" fmla="*/ 6858000 h 6858000"/>
              <a:gd name="connsiteX278" fmla="*/ 4976679 w 7467600"/>
              <a:gd name="connsiteY278" fmla="*/ 6858000 h 6858000"/>
              <a:gd name="connsiteX279" fmla="*/ 5006537 w 7467600"/>
              <a:gd name="connsiteY279" fmla="*/ 6747068 h 6858000"/>
              <a:gd name="connsiteX280" fmla="*/ 5032723 w 7467600"/>
              <a:gd name="connsiteY280" fmla="*/ 6644957 h 6858000"/>
              <a:gd name="connsiteX281" fmla="*/ 5242949 w 7467600"/>
              <a:gd name="connsiteY281" fmla="*/ 6125175 h 6858000"/>
              <a:gd name="connsiteX282" fmla="*/ 5286321 w 7467600"/>
              <a:gd name="connsiteY282" fmla="*/ 6033555 h 6858000"/>
              <a:gd name="connsiteX283" fmla="*/ 5008210 w 7467600"/>
              <a:gd name="connsiteY283" fmla="*/ 6649194 h 6858000"/>
              <a:gd name="connsiteX284" fmla="*/ 4986321 w 7467600"/>
              <a:gd name="connsiteY284" fmla="*/ 6765687 h 6858000"/>
              <a:gd name="connsiteX285" fmla="*/ 4973474 w 7467600"/>
              <a:gd name="connsiteY285" fmla="*/ 6858000 h 6858000"/>
              <a:gd name="connsiteX286" fmla="*/ 4907178 w 7467600"/>
              <a:gd name="connsiteY286" fmla="*/ 6858000 h 6858000"/>
              <a:gd name="connsiteX287" fmla="*/ 4910810 w 7467600"/>
              <a:gd name="connsiteY287" fmla="*/ 6829660 h 6858000"/>
              <a:gd name="connsiteX288" fmla="*/ 4987461 w 7467600"/>
              <a:gd name="connsiteY288" fmla="*/ 6432994 h 6858000"/>
              <a:gd name="connsiteX289" fmla="*/ 5179262 w 7467600"/>
              <a:gd name="connsiteY289" fmla="*/ 6035044 h 6858000"/>
              <a:gd name="connsiteX290" fmla="*/ 4689678 w 7467600"/>
              <a:gd name="connsiteY290" fmla="*/ 6440241 h 6858000"/>
              <a:gd name="connsiteX291" fmla="*/ 4477543 w 7467600"/>
              <a:gd name="connsiteY291" fmla="*/ 6674836 h 6858000"/>
              <a:gd name="connsiteX292" fmla="*/ 4329957 w 7467600"/>
              <a:gd name="connsiteY292" fmla="*/ 6858000 h 6858000"/>
              <a:gd name="connsiteX293" fmla="*/ 4218595 w 7467600"/>
              <a:gd name="connsiteY293" fmla="*/ 6858000 h 6858000"/>
              <a:gd name="connsiteX294" fmla="*/ 4368888 w 7467600"/>
              <a:gd name="connsiteY294" fmla="*/ 6668412 h 6858000"/>
              <a:gd name="connsiteX295" fmla="*/ 4563091 w 7467600"/>
              <a:gd name="connsiteY295" fmla="*/ 6442508 h 6858000"/>
              <a:gd name="connsiteX296" fmla="*/ 5387324 w 7467600"/>
              <a:gd name="connsiteY296" fmla="*/ 5705830 h 6858000"/>
              <a:gd name="connsiteX297" fmla="*/ 5073620 w 7467600"/>
              <a:gd name="connsiteY297" fmla="*/ 5955437 h 6858000"/>
              <a:gd name="connsiteX298" fmla="*/ 4689789 w 7467600"/>
              <a:gd name="connsiteY298" fmla="*/ 6268382 h 6858000"/>
              <a:gd name="connsiteX299" fmla="*/ 4418722 w 7467600"/>
              <a:gd name="connsiteY299" fmla="*/ 6570886 h 6858000"/>
              <a:gd name="connsiteX300" fmla="*/ 4214944 w 7467600"/>
              <a:gd name="connsiteY300" fmla="*/ 6858000 h 6858000"/>
              <a:gd name="connsiteX301" fmla="*/ 4177898 w 7467600"/>
              <a:gd name="connsiteY301" fmla="*/ 6858000 h 6858000"/>
              <a:gd name="connsiteX302" fmla="*/ 4391597 w 7467600"/>
              <a:gd name="connsiteY302" fmla="*/ 6556370 h 6858000"/>
              <a:gd name="connsiteX303" fmla="*/ 4668889 w 7467600"/>
              <a:gd name="connsiteY303" fmla="*/ 6246399 h 6858000"/>
              <a:gd name="connsiteX304" fmla="*/ 5055427 w 7467600"/>
              <a:gd name="connsiteY304" fmla="*/ 5931476 h 6858000"/>
              <a:gd name="connsiteX305" fmla="*/ 5371814 w 7467600"/>
              <a:gd name="connsiteY305" fmla="*/ 5678975 h 6858000"/>
              <a:gd name="connsiteX306" fmla="*/ 4987918 w 7467600"/>
              <a:gd name="connsiteY306" fmla="*/ 5838701 h 6858000"/>
              <a:gd name="connsiteX307" fmla="*/ 4317146 w 7467600"/>
              <a:gd name="connsiteY307" fmla="*/ 6587716 h 6858000"/>
              <a:gd name="connsiteX308" fmla="*/ 4171627 w 7467600"/>
              <a:gd name="connsiteY308" fmla="*/ 6858000 h 6858000"/>
              <a:gd name="connsiteX309" fmla="*/ 4081585 w 7467600"/>
              <a:gd name="connsiteY309" fmla="*/ 6858000 h 6858000"/>
              <a:gd name="connsiteX310" fmla="*/ 4238603 w 7467600"/>
              <a:gd name="connsiteY310" fmla="*/ 6559341 h 6858000"/>
              <a:gd name="connsiteX311" fmla="*/ 4778333 w 7467600"/>
              <a:gd name="connsiteY311" fmla="*/ 5873626 h 6858000"/>
              <a:gd name="connsiteX312" fmla="*/ 5414185 w 7467600"/>
              <a:gd name="connsiteY312" fmla="*/ 5573882 h 6858000"/>
              <a:gd name="connsiteX313" fmla="*/ 5959648 w 7467600"/>
              <a:gd name="connsiteY313" fmla="*/ 4760797 h 6858000"/>
              <a:gd name="connsiteX314" fmla="*/ 5355019 w 7467600"/>
              <a:gd name="connsiteY314" fmla="*/ 4734672 h 6858000"/>
              <a:gd name="connsiteX315" fmla="*/ 5083565 w 7467600"/>
              <a:gd name="connsiteY315" fmla="*/ 5179121 h 6858000"/>
              <a:gd name="connsiteX316" fmla="*/ 4713577 w 7467600"/>
              <a:gd name="connsiteY316" fmla="*/ 5616803 h 6858000"/>
              <a:gd name="connsiteX317" fmla="*/ 3989559 w 7467600"/>
              <a:gd name="connsiteY317" fmla="*/ 6145945 h 6858000"/>
              <a:gd name="connsiteX318" fmla="*/ 3939824 w 7467600"/>
              <a:gd name="connsiteY318" fmla="*/ 6066900 h 6858000"/>
              <a:gd name="connsiteX319" fmla="*/ 4584537 w 7467600"/>
              <a:gd name="connsiteY319" fmla="*/ 5324826 h 6858000"/>
              <a:gd name="connsiteX320" fmla="*/ 5037105 w 7467600"/>
              <a:gd name="connsiteY320" fmla="*/ 5088765 h 6858000"/>
              <a:gd name="connsiteX321" fmla="*/ 5039930 w 7467600"/>
              <a:gd name="connsiteY321" fmla="*/ 5089585 h 6858000"/>
              <a:gd name="connsiteX322" fmla="*/ 5263764 w 7467600"/>
              <a:gd name="connsiteY322" fmla="*/ 4735525 h 6858000"/>
              <a:gd name="connsiteX323" fmla="*/ 4086300 w 7467600"/>
              <a:gd name="connsiteY323" fmla="*/ 4884599 h 6858000"/>
              <a:gd name="connsiteX324" fmla="*/ 4085485 w 7467600"/>
              <a:gd name="connsiteY324" fmla="*/ 4899070 h 6858000"/>
              <a:gd name="connsiteX325" fmla="*/ 3871915 w 7467600"/>
              <a:gd name="connsiteY325" fmla="*/ 5253645 h 6858000"/>
              <a:gd name="connsiteX326" fmla="*/ 3799374 w 7467600"/>
              <a:gd name="connsiteY326" fmla="*/ 5466127 h 6858000"/>
              <a:gd name="connsiteX327" fmla="*/ 3498850 w 7467600"/>
              <a:gd name="connsiteY327" fmla="*/ 6661888 h 6858000"/>
              <a:gd name="connsiteX328" fmla="*/ 3399216 w 7467600"/>
              <a:gd name="connsiteY328" fmla="*/ 6858000 h 6858000"/>
              <a:gd name="connsiteX329" fmla="*/ 3303688 w 7467600"/>
              <a:gd name="connsiteY329" fmla="*/ 6858000 h 6858000"/>
              <a:gd name="connsiteX330" fmla="*/ 3391774 w 7467600"/>
              <a:gd name="connsiteY330" fmla="*/ 6697181 h 6858000"/>
              <a:gd name="connsiteX331" fmla="*/ 3735540 w 7467600"/>
              <a:gd name="connsiteY331" fmla="*/ 5546923 h 6858000"/>
              <a:gd name="connsiteX332" fmla="*/ 3729438 w 7467600"/>
              <a:gd name="connsiteY332" fmla="*/ 5569058 h 6858000"/>
              <a:gd name="connsiteX333" fmla="*/ 3707782 w 7467600"/>
              <a:gd name="connsiteY333" fmla="*/ 5644908 h 6858000"/>
              <a:gd name="connsiteX334" fmla="*/ 3583827 w 7467600"/>
              <a:gd name="connsiteY334" fmla="*/ 6039215 h 6858000"/>
              <a:gd name="connsiteX335" fmla="*/ 3547861 w 7467600"/>
              <a:gd name="connsiteY335" fmla="*/ 6129609 h 6858000"/>
              <a:gd name="connsiteX336" fmla="*/ 3490905 w 7467600"/>
              <a:gd name="connsiteY336" fmla="*/ 6277660 h 6858000"/>
              <a:gd name="connsiteX337" fmla="*/ 3455859 w 7467600"/>
              <a:gd name="connsiteY337" fmla="*/ 6391301 h 6858000"/>
              <a:gd name="connsiteX338" fmla="*/ 3429112 w 7467600"/>
              <a:gd name="connsiteY338" fmla="*/ 6479469 h 6858000"/>
              <a:gd name="connsiteX339" fmla="*/ 3304862 w 7467600"/>
              <a:gd name="connsiteY339" fmla="*/ 6796476 h 6858000"/>
              <a:gd name="connsiteX340" fmla="*/ 3276071 w 7467600"/>
              <a:gd name="connsiteY340" fmla="*/ 6858000 h 6858000"/>
              <a:gd name="connsiteX341" fmla="*/ 3240805 w 7467600"/>
              <a:gd name="connsiteY341" fmla="*/ 6858000 h 6858000"/>
              <a:gd name="connsiteX342" fmla="*/ 3275917 w 7467600"/>
              <a:gd name="connsiteY342" fmla="*/ 6783192 h 6858000"/>
              <a:gd name="connsiteX343" fmla="*/ 3399358 w 7467600"/>
              <a:gd name="connsiteY343" fmla="*/ 6469011 h 6858000"/>
              <a:gd name="connsiteX344" fmla="*/ 3425650 w 7467600"/>
              <a:gd name="connsiteY344" fmla="*/ 6381333 h 6858000"/>
              <a:gd name="connsiteX345" fmla="*/ 3460661 w 7467600"/>
              <a:gd name="connsiteY345" fmla="*/ 6266763 h 6858000"/>
              <a:gd name="connsiteX346" fmla="*/ 3518021 w 7467600"/>
              <a:gd name="connsiteY346" fmla="*/ 6117298 h 6858000"/>
              <a:gd name="connsiteX347" fmla="*/ 3554035 w 7467600"/>
              <a:gd name="connsiteY347" fmla="*/ 6027832 h 6858000"/>
              <a:gd name="connsiteX348" fmla="*/ 3677174 w 7467600"/>
              <a:gd name="connsiteY348" fmla="*/ 5636351 h 6858000"/>
              <a:gd name="connsiteX349" fmla="*/ 3698819 w 7467600"/>
              <a:gd name="connsiteY349" fmla="*/ 5560503 h 6858000"/>
              <a:gd name="connsiteX350" fmla="*/ 3702094 w 7467600"/>
              <a:gd name="connsiteY350" fmla="*/ 5549194 h 6858000"/>
              <a:gd name="connsiteX351" fmla="*/ 3398355 w 7467600"/>
              <a:gd name="connsiteY351" fmla="*/ 6094603 h 6858000"/>
              <a:gd name="connsiteX352" fmla="*/ 3193941 w 7467600"/>
              <a:gd name="connsiteY352" fmla="*/ 6798775 h 6858000"/>
              <a:gd name="connsiteX353" fmla="*/ 3184140 w 7467600"/>
              <a:gd name="connsiteY353" fmla="*/ 6858000 h 6858000"/>
              <a:gd name="connsiteX354" fmla="*/ 3099978 w 7467600"/>
              <a:gd name="connsiteY354" fmla="*/ 6858000 h 6858000"/>
              <a:gd name="connsiteX355" fmla="*/ 3101556 w 7467600"/>
              <a:gd name="connsiteY355" fmla="*/ 6843337 h 6858000"/>
              <a:gd name="connsiteX356" fmla="*/ 3370162 w 7467600"/>
              <a:gd name="connsiteY356" fmla="*/ 5785550 h 6858000"/>
              <a:gd name="connsiteX357" fmla="*/ 3746477 w 7467600"/>
              <a:gd name="connsiteY357" fmla="*/ 5377889 h 6858000"/>
              <a:gd name="connsiteX358" fmla="*/ 3863399 w 7467600"/>
              <a:gd name="connsiteY358" fmla="*/ 5087257 h 6858000"/>
              <a:gd name="connsiteX359" fmla="*/ 3968712 w 7467600"/>
              <a:gd name="connsiteY359" fmla="*/ 4913989 h 6858000"/>
              <a:gd name="connsiteX360" fmla="*/ 2792390 w 7467600"/>
              <a:gd name="connsiteY360" fmla="*/ 5382974 h 6858000"/>
              <a:gd name="connsiteX361" fmla="*/ 2714982 w 7467600"/>
              <a:gd name="connsiteY361" fmla="*/ 5427051 h 6858000"/>
              <a:gd name="connsiteX362" fmla="*/ 2813361 w 7467600"/>
              <a:gd name="connsiteY362" fmla="*/ 6023912 h 6858000"/>
              <a:gd name="connsiteX363" fmla="*/ 2688430 w 7467600"/>
              <a:gd name="connsiteY363" fmla="*/ 6801564 h 6858000"/>
              <a:gd name="connsiteX364" fmla="*/ 2629626 w 7467600"/>
              <a:gd name="connsiteY364" fmla="*/ 6763394 h 6858000"/>
              <a:gd name="connsiteX365" fmla="*/ 2565328 w 7467600"/>
              <a:gd name="connsiteY365" fmla="*/ 5516399 h 6858000"/>
              <a:gd name="connsiteX366" fmla="*/ 1922999 w 7467600"/>
              <a:gd name="connsiteY366" fmla="*/ 5980343 h 6858000"/>
              <a:gd name="connsiteX367" fmla="*/ 1950261 w 7467600"/>
              <a:gd name="connsiteY367" fmla="*/ 6405858 h 6858000"/>
              <a:gd name="connsiteX368" fmla="*/ 2365554 w 7467600"/>
              <a:gd name="connsiteY368" fmla="*/ 6759107 h 6858000"/>
              <a:gd name="connsiteX369" fmla="*/ 2424142 w 7467600"/>
              <a:gd name="connsiteY369" fmla="*/ 6858000 h 6858000"/>
              <a:gd name="connsiteX370" fmla="*/ 2395994 w 7467600"/>
              <a:gd name="connsiteY370" fmla="*/ 6858000 h 6858000"/>
              <a:gd name="connsiteX371" fmla="*/ 2392863 w 7467600"/>
              <a:gd name="connsiteY371" fmla="*/ 6852964 h 6858000"/>
              <a:gd name="connsiteX372" fmla="*/ 2017589 w 7467600"/>
              <a:gd name="connsiteY372" fmla="*/ 6493982 h 6858000"/>
              <a:gd name="connsiteX373" fmla="*/ 2147336 w 7467600"/>
              <a:gd name="connsiteY373" fmla="*/ 6594052 h 6858000"/>
              <a:gd name="connsiteX374" fmla="*/ 2207047 w 7467600"/>
              <a:gd name="connsiteY374" fmla="*/ 6654540 h 6858000"/>
              <a:gd name="connsiteX375" fmla="*/ 2299106 w 7467600"/>
              <a:gd name="connsiteY375" fmla="*/ 6778931 h 6858000"/>
              <a:gd name="connsiteX376" fmla="*/ 2314430 w 7467600"/>
              <a:gd name="connsiteY376" fmla="*/ 6801144 h 6858000"/>
              <a:gd name="connsiteX377" fmla="*/ 2352406 w 7467600"/>
              <a:gd name="connsiteY377" fmla="*/ 6858000 h 6858000"/>
              <a:gd name="connsiteX378" fmla="*/ 2314492 w 7467600"/>
              <a:gd name="connsiteY378" fmla="*/ 6858000 h 6858000"/>
              <a:gd name="connsiteX379" fmla="*/ 2288095 w 7467600"/>
              <a:gd name="connsiteY379" fmla="*/ 6818030 h 6858000"/>
              <a:gd name="connsiteX380" fmla="*/ 2272768 w 7467600"/>
              <a:gd name="connsiteY380" fmla="*/ 6795822 h 6858000"/>
              <a:gd name="connsiteX381" fmla="*/ 2182715 w 7467600"/>
              <a:gd name="connsiteY381" fmla="*/ 6675071 h 6858000"/>
              <a:gd name="connsiteX382" fmla="*/ 2032061 w 7467600"/>
              <a:gd name="connsiteY382" fmla="*/ 6541380 h 6858000"/>
              <a:gd name="connsiteX383" fmla="*/ 2257220 w 7467600"/>
              <a:gd name="connsiteY383" fmla="*/ 6826257 h 6858000"/>
              <a:gd name="connsiteX384" fmla="*/ 2281324 w 7467600"/>
              <a:gd name="connsiteY384" fmla="*/ 6858000 h 6858000"/>
              <a:gd name="connsiteX385" fmla="*/ 2242860 w 7467600"/>
              <a:gd name="connsiteY385" fmla="*/ 6858000 h 6858000"/>
              <a:gd name="connsiteX386" fmla="*/ 2232818 w 7467600"/>
              <a:gd name="connsiteY386" fmla="*/ 6844926 h 6858000"/>
              <a:gd name="connsiteX387" fmla="*/ 1990172 w 7467600"/>
              <a:gd name="connsiteY387" fmla="*/ 6542121 h 6858000"/>
              <a:gd name="connsiteX388" fmla="*/ 2124090 w 7467600"/>
              <a:gd name="connsiteY388" fmla="*/ 6761017 h 6858000"/>
              <a:gd name="connsiteX389" fmla="*/ 2200380 w 7467600"/>
              <a:gd name="connsiteY389" fmla="*/ 6858000 h 6858000"/>
              <a:gd name="connsiteX390" fmla="*/ 2147507 w 7467600"/>
              <a:gd name="connsiteY390" fmla="*/ 6858000 h 6858000"/>
              <a:gd name="connsiteX391" fmla="*/ 2070668 w 7467600"/>
              <a:gd name="connsiteY391" fmla="*/ 6761520 h 6858000"/>
              <a:gd name="connsiteX392" fmla="*/ 1975142 w 7467600"/>
              <a:gd name="connsiteY392" fmla="*/ 6585570 h 6858000"/>
              <a:gd name="connsiteX393" fmla="*/ 2050035 w 7467600"/>
              <a:gd name="connsiteY393" fmla="*/ 6813345 h 6858000"/>
              <a:gd name="connsiteX394" fmla="*/ 2063025 w 7467600"/>
              <a:gd name="connsiteY394" fmla="*/ 6858000 h 6858000"/>
              <a:gd name="connsiteX395" fmla="*/ 2021675 w 7467600"/>
              <a:gd name="connsiteY395" fmla="*/ 6858000 h 6858000"/>
              <a:gd name="connsiteX396" fmla="*/ 2019308 w 7467600"/>
              <a:gd name="connsiteY396" fmla="*/ 6847118 h 6858000"/>
              <a:gd name="connsiteX397" fmla="*/ 1938835 w 7467600"/>
              <a:gd name="connsiteY397" fmla="*/ 6551160 h 6858000"/>
              <a:gd name="connsiteX398" fmla="*/ 1953230 w 7467600"/>
              <a:gd name="connsiteY398" fmla="*/ 6759699 h 6858000"/>
              <a:gd name="connsiteX399" fmla="*/ 1956763 w 7467600"/>
              <a:gd name="connsiteY399" fmla="*/ 6778191 h 6858000"/>
              <a:gd name="connsiteX400" fmla="*/ 1967925 w 7467600"/>
              <a:gd name="connsiteY400" fmla="*/ 6858000 h 6858000"/>
              <a:gd name="connsiteX401" fmla="*/ 1936622 w 7467600"/>
              <a:gd name="connsiteY401" fmla="*/ 6858000 h 6858000"/>
              <a:gd name="connsiteX402" fmla="*/ 1926261 w 7467600"/>
              <a:gd name="connsiteY402" fmla="*/ 6784064 h 6858000"/>
              <a:gd name="connsiteX403" fmla="*/ 1922724 w 7467600"/>
              <a:gd name="connsiteY403" fmla="*/ 6765577 h 6858000"/>
              <a:gd name="connsiteX404" fmla="*/ 1904650 w 7467600"/>
              <a:gd name="connsiteY404" fmla="*/ 6639616 h 6858000"/>
              <a:gd name="connsiteX405" fmla="*/ 1885273 w 7467600"/>
              <a:gd name="connsiteY405" fmla="*/ 6858000 h 6858000"/>
              <a:gd name="connsiteX406" fmla="*/ 1854363 w 7467600"/>
              <a:gd name="connsiteY406" fmla="*/ 6858000 h 6858000"/>
              <a:gd name="connsiteX407" fmla="*/ 1880391 w 7467600"/>
              <a:gd name="connsiteY407" fmla="*/ 6603796 h 6858000"/>
              <a:gd name="connsiteX408" fmla="*/ 1818273 w 7467600"/>
              <a:gd name="connsiteY408" fmla="*/ 6715729 h 6858000"/>
              <a:gd name="connsiteX409" fmla="*/ 1794691 w 7467600"/>
              <a:gd name="connsiteY409" fmla="*/ 6843239 h 6858000"/>
              <a:gd name="connsiteX410" fmla="*/ 1794914 w 7467600"/>
              <a:gd name="connsiteY410" fmla="*/ 6858000 h 6858000"/>
              <a:gd name="connsiteX411" fmla="*/ 1746128 w 7467600"/>
              <a:gd name="connsiteY411" fmla="*/ 6858000 h 6858000"/>
              <a:gd name="connsiteX412" fmla="*/ 1753934 w 7467600"/>
              <a:gd name="connsiteY412" fmla="*/ 6724796 h 6858000"/>
              <a:gd name="connsiteX413" fmla="*/ 1792053 w 7467600"/>
              <a:gd name="connsiteY413" fmla="*/ 6572396 h 6858000"/>
              <a:gd name="connsiteX414" fmla="*/ 1862248 w 7467600"/>
              <a:gd name="connsiteY414" fmla="*/ 6266397 h 6858000"/>
              <a:gd name="connsiteX415" fmla="*/ 1862250 w 7467600"/>
              <a:gd name="connsiteY415" fmla="*/ 6033531 h 6858000"/>
              <a:gd name="connsiteX416" fmla="*/ 1211999 w 7467600"/>
              <a:gd name="connsiteY416" fmla="*/ 6683610 h 6858000"/>
              <a:gd name="connsiteX417" fmla="*/ 1213266 w 7467600"/>
              <a:gd name="connsiteY417" fmla="*/ 6691947 h 6858000"/>
              <a:gd name="connsiteX418" fmla="*/ 1203370 w 7467600"/>
              <a:gd name="connsiteY418" fmla="*/ 6850676 h 6858000"/>
              <a:gd name="connsiteX419" fmla="*/ 1203671 w 7467600"/>
              <a:gd name="connsiteY419" fmla="*/ 6858000 h 6858000"/>
              <a:gd name="connsiteX420" fmla="*/ 1143180 w 7467600"/>
              <a:gd name="connsiteY420" fmla="*/ 6858000 h 6858000"/>
              <a:gd name="connsiteX421" fmla="*/ 1142176 w 7467600"/>
              <a:gd name="connsiteY421" fmla="*/ 6766045 h 6858000"/>
              <a:gd name="connsiteX422" fmla="*/ 1067484 w 7467600"/>
              <a:gd name="connsiteY422" fmla="*/ 6858000 h 6858000"/>
              <a:gd name="connsiteX423" fmla="*/ 953928 w 7467600"/>
              <a:gd name="connsiteY423" fmla="*/ 6858000 h 6858000"/>
              <a:gd name="connsiteX424" fmla="*/ 959715 w 7467600"/>
              <a:gd name="connsiteY424" fmla="*/ 6850185 h 6858000"/>
              <a:gd name="connsiteX425" fmla="*/ 1483788 w 7467600"/>
              <a:gd name="connsiteY425" fmla="*/ 6259174 h 6858000"/>
              <a:gd name="connsiteX426" fmla="*/ 1100671 w 7467600"/>
              <a:gd name="connsiteY426" fmla="*/ 6252137 h 6858000"/>
              <a:gd name="connsiteX427" fmla="*/ 1090144 w 7467600"/>
              <a:gd name="connsiteY427" fmla="*/ 6256748 h 6858000"/>
              <a:gd name="connsiteX428" fmla="*/ 1095872 w 7467600"/>
              <a:gd name="connsiteY428" fmla="*/ 6271892 h 6858000"/>
              <a:gd name="connsiteX429" fmla="*/ 262785 w 7467600"/>
              <a:gd name="connsiteY429" fmla="*/ 6845450 h 6858000"/>
              <a:gd name="connsiteX430" fmla="*/ 209968 w 7467600"/>
              <a:gd name="connsiteY430" fmla="*/ 6770713 h 6858000"/>
              <a:gd name="connsiteX431" fmla="*/ 873460 w 7467600"/>
              <a:gd name="connsiteY431" fmla="*/ 6253768 h 6858000"/>
              <a:gd name="connsiteX432" fmla="*/ 192686 w 7467600"/>
              <a:gd name="connsiteY432" fmla="*/ 5849257 h 6858000"/>
              <a:gd name="connsiteX433" fmla="*/ 4696 w 7467600"/>
              <a:gd name="connsiteY433" fmla="*/ 5697668 h 6858000"/>
              <a:gd name="connsiteX434" fmla="*/ 0 w 7467600"/>
              <a:gd name="connsiteY434" fmla="*/ 5689984 h 6858000"/>
              <a:gd name="connsiteX435" fmla="*/ 0 w 7467600"/>
              <a:gd name="connsiteY435" fmla="*/ 5513472 h 6858000"/>
              <a:gd name="connsiteX436" fmla="*/ 174101 w 7467600"/>
              <a:gd name="connsiteY436" fmla="*/ 5620277 h 6858000"/>
              <a:gd name="connsiteX437" fmla="*/ 891800 w 7467600"/>
              <a:gd name="connsiteY437" fmla="*/ 6036935 h 6858000"/>
              <a:gd name="connsiteX438" fmla="*/ 1072219 w 7467600"/>
              <a:gd name="connsiteY438" fmla="*/ 6169443 h 6858000"/>
              <a:gd name="connsiteX439" fmla="*/ 1074117 w 7467600"/>
              <a:gd name="connsiteY439" fmla="*/ 6170301 h 6858000"/>
              <a:gd name="connsiteX440" fmla="*/ 1083114 w 7467600"/>
              <a:gd name="connsiteY440" fmla="*/ 6174131 h 6858000"/>
              <a:gd name="connsiteX441" fmla="*/ 1543010 w 7467600"/>
              <a:gd name="connsiteY441" fmla="*/ 6191140 h 6858000"/>
              <a:gd name="connsiteX442" fmla="*/ 1551080 w 7467600"/>
              <a:gd name="connsiteY442" fmla="*/ 6195006 h 6858000"/>
              <a:gd name="connsiteX443" fmla="*/ 2345443 w 7467600"/>
              <a:gd name="connsiteY443" fmla="*/ 5549882 h 6858000"/>
              <a:gd name="connsiteX444" fmla="*/ 1721499 w 7467600"/>
              <a:gd name="connsiteY444" fmla="*/ 5599969 h 6858000"/>
              <a:gd name="connsiteX445" fmla="*/ 767716 w 7467600"/>
              <a:gd name="connsiteY445" fmla="*/ 5472768 h 6858000"/>
              <a:gd name="connsiteX446" fmla="*/ 722147 w 7467600"/>
              <a:gd name="connsiteY446" fmla="*/ 5393091 h 6858000"/>
              <a:gd name="connsiteX447" fmla="*/ 1485552 w 7467600"/>
              <a:gd name="connsiteY447" fmla="*/ 5313202 h 6858000"/>
              <a:gd name="connsiteX448" fmla="*/ 2143004 w 7467600"/>
              <a:gd name="connsiteY448" fmla="*/ 5402420 h 6858000"/>
              <a:gd name="connsiteX449" fmla="*/ 1933391 w 7467600"/>
              <a:gd name="connsiteY449" fmla="*/ 5156971 h 6858000"/>
              <a:gd name="connsiteX450" fmla="*/ 1827118 w 7467600"/>
              <a:gd name="connsiteY450" fmla="*/ 4968410 h 6858000"/>
              <a:gd name="connsiteX451" fmla="*/ 1837349 w 7467600"/>
              <a:gd name="connsiteY451" fmla="*/ 4956357 h 6858000"/>
              <a:gd name="connsiteX452" fmla="*/ 2162835 w 7467600"/>
              <a:gd name="connsiteY452" fmla="*/ 5187853 h 6858000"/>
              <a:gd name="connsiteX453" fmla="*/ 2257167 w 7467600"/>
              <a:gd name="connsiteY453" fmla="*/ 5462123 h 6858000"/>
              <a:gd name="connsiteX454" fmla="*/ 2261598 w 7467600"/>
              <a:gd name="connsiteY454" fmla="*/ 5467998 h 6858000"/>
              <a:gd name="connsiteX455" fmla="*/ 2437177 w 7467600"/>
              <a:gd name="connsiteY455" fmla="*/ 5479608 h 6858000"/>
              <a:gd name="connsiteX456" fmla="*/ 2445247 w 7467600"/>
              <a:gd name="connsiteY456" fmla="*/ 5483476 h 6858000"/>
              <a:gd name="connsiteX457" fmla="*/ 2743626 w 7467600"/>
              <a:gd name="connsiteY457" fmla="*/ 5304819 h 6858000"/>
              <a:gd name="connsiteX458" fmla="*/ 3048102 w 7467600"/>
              <a:gd name="connsiteY458" fmla="*/ 5150595 h 6858000"/>
              <a:gd name="connsiteX459" fmla="*/ 1799414 w 7467600"/>
              <a:gd name="connsiteY459" fmla="*/ 4694732 h 6858000"/>
              <a:gd name="connsiteX460" fmla="*/ 1771735 w 7467600"/>
              <a:gd name="connsiteY460" fmla="*/ 4619929 h 6858000"/>
              <a:gd name="connsiteX461" fmla="*/ 3104273 w 7467600"/>
              <a:gd name="connsiteY461" fmla="*/ 5076159 h 6858000"/>
              <a:gd name="connsiteX462" fmla="*/ 3113245 w 7467600"/>
              <a:gd name="connsiteY462" fmla="*/ 5090705 h 6858000"/>
              <a:gd name="connsiteX463" fmla="*/ 3126294 w 7467600"/>
              <a:gd name="connsiteY463" fmla="*/ 5114400 h 6858000"/>
              <a:gd name="connsiteX464" fmla="*/ 3937433 w 7467600"/>
              <a:gd name="connsiteY464" fmla="*/ 4830473 h 6858000"/>
              <a:gd name="connsiteX465" fmla="*/ 3590475 w 7467600"/>
              <a:gd name="connsiteY465" fmla="*/ 4597974 h 6858000"/>
              <a:gd name="connsiteX466" fmla="*/ 3100264 w 7467600"/>
              <a:gd name="connsiteY466" fmla="*/ 4579845 h 6858000"/>
              <a:gd name="connsiteX467" fmla="*/ 2183576 w 7467600"/>
              <a:gd name="connsiteY467" fmla="*/ 4227150 h 6858000"/>
              <a:gd name="connsiteX468" fmla="*/ 2151029 w 7467600"/>
              <a:gd name="connsiteY468" fmla="*/ 4146947 h 6858000"/>
              <a:gd name="connsiteX469" fmla="*/ 3563434 w 7467600"/>
              <a:gd name="connsiteY469" fmla="*/ 4469115 h 6858000"/>
              <a:gd name="connsiteX470" fmla="*/ 3177952 w 7467600"/>
              <a:gd name="connsiteY470" fmla="*/ 3657386 h 6858000"/>
              <a:gd name="connsiteX471" fmla="*/ 3189263 w 7467600"/>
              <a:gd name="connsiteY471" fmla="*/ 3625726 h 6858000"/>
              <a:gd name="connsiteX472" fmla="*/ 3560912 w 7467600"/>
              <a:gd name="connsiteY472" fmla="*/ 4079863 h 6858000"/>
              <a:gd name="connsiteX473" fmla="*/ 3626636 w 7467600"/>
              <a:gd name="connsiteY473" fmla="*/ 4512230 h 6858000"/>
              <a:gd name="connsiteX474" fmla="*/ 3653088 w 7467600"/>
              <a:gd name="connsiteY474" fmla="*/ 4521417 h 6858000"/>
              <a:gd name="connsiteX475" fmla="*/ 3988128 w 7467600"/>
              <a:gd name="connsiteY475" fmla="*/ 4817267 h 6858000"/>
              <a:gd name="connsiteX476" fmla="*/ 4830582 w 7467600"/>
              <a:gd name="connsiteY476" fmla="*/ 4676000 h 6858000"/>
              <a:gd name="connsiteX477" fmla="*/ 4830100 w 7467600"/>
              <a:gd name="connsiteY477" fmla="*/ 4675554 h 6858000"/>
              <a:gd name="connsiteX478" fmla="*/ 4036318 w 7467600"/>
              <a:gd name="connsiteY478" fmla="*/ 4147013 h 6858000"/>
              <a:gd name="connsiteX479" fmla="*/ 3432098 w 7467600"/>
              <a:gd name="connsiteY479" fmla="*/ 3537312 h 6858000"/>
              <a:gd name="connsiteX480" fmla="*/ 3446761 w 7467600"/>
              <a:gd name="connsiteY480" fmla="*/ 3461278 h 6858000"/>
              <a:gd name="connsiteX481" fmla="*/ 4419733 w 7467600"/>
              <a:gd name="connsiteY481" fmla="*/ 3963555 h 6858000"/>
              <a:gd name="connsiteX482" fmla="*/ 4781371 w 7467600"/>
              <a:gd name="connsiteY482" fmla="*/ 4458604 h 6858000"/>
              <a:gd name="connsiteX483" fmla="*/ 4780440 w 7467600"/>
              <a:gd name="connsiteY483" fmla="*/ 4470290 h 6858000"/>
              <a:gd name="connsiteX484" fmla="*/ 4898954 w 7467600"/>
              <a:gd name="connsiteY484" fmla="*/ 4662092 h 6858000"/>
              <a:gd name="connsiteX485" fmla="*/ 4900699 w 7467600"/>
              <a:gd name="connsiteY485" fmla="*/ 4670867 h 6858000"/>
              <a:gd name="connsiteX486" fmla="*/ 5714511 w 7467600"/>
              <a:gd name="connsiteY486" fmla="*/ 4663483 h 6858000"/>
              <a:gd name="connsiteX487" fmla="*/ 5464793 w 7467600"/>
              <a:gd name="connsiteY487" fmla="*/ 4393556 h 6858000"/>
              <a:gd name="connsiteX488" fmla="*/ 5461897 w 7467600"/>
              <a:gd name="connsiteY488" fmla="*/ 4390879 h 6858000"/>
              <a:gd name="connsiteX489" fmla="*/ 4294126 w 7467600"/>
              <a:gd name="connsiteY489" fmla="*/ 3303048 h 6858000"/>
              <a:gd name="connsiteX490" fmla="*/ 4305321 w 7467600"/>
              <a:gd name="connsiteY490" fmla="*/ 3256953 h 6858000"/>
              <a:gd name="connsiteX491" fmla="*/ 4949299 w 7467600"/>
              <a:gd name="connsiteY491" fmla="*/ 3766336 h 6858000"/>
              <a:gd name="connsiteX492" fmla="*/ 5291452 w 7467600"/>
              <a:gd name="connsiteY492" fmla="*/ 4076801 h 6858000"/>
              <a:gd name="connsiteX493" fmla="*/ 5434998 w 7467600"/>
              <a:gd name="connsiteY493" fmla="*/ 4254100 h 6858000"/>
              <a:gd name="connsiteX494" fmla="*/ 5351015 w 7467600"/>
              <a:gd name="connsiteY494" fmla="*/ 3760989 h 6858000"/>
              <a:gd name="connsiteX495" fmla="*/ 5413780 w 7467600"/>
              <a:gd name="connsiteY495" fmla="*/ 2966265 h 6858000"/>
              <a:gd name="connsiteX496" fmla="*/ 5425627 w 7467600"/>
              <a:gd name="connsiteY496" fmla="*/ 2954192 h 6858000"/>
              <a:gd name="connsiteX497" fmla="*/ 6604735 w 7467600"/>
              <a:gd name="connsiteY497" fmla="*/ 2041381 h 6858000"/>
              <a:gd name="connsiteX498" fmla="*/ 7204487 w 7467600"/>
              <a:gd name="connsiteY498" fmla="*/ 2742112 h 6858000"/>
              <a:gd name="connsiteX499" fmla="*/ 7131592 w 7467600"/>
              <a:gd name="connsiteY499" fmla="*/ 2672096 h 6858000"/>
              <a:gd name="connsiteX500" fmla="*/ 6996344 w 7467600"/>
              <a:gd name="connsiteY500" fmla="*/ 2518310 h 6858000"/>
              <a:gd name="connsiteX501" fmla="*/ 6735495 w 7467600"/>
              <a:gd name="connsiteY501" fmla="*/ 2196890 h 6858000"/>
              <a:gd name="connsiteX502" fmla="*/ 6721901 w 7467600"/>
              <a:gd name="connsiteY502" fmla="*/ 2179274 h 6858000"/>
              <a:gd name="connsiteX503" fmla="*/ 6604735 w 7467600"/>
              <a:gd name="connsiteY503" fmla="*/ 2041381 h 6858000"/>
              <a:gd name="connsiteX504" fmla="*/ 6591670 w 7467600"/>
              <a:gd name="connsiteY504" fmla="*/ 1988277 h 6858000"/>
              <a:gd name="connsiteX505" fmla="*/ 6747349 w 7467600"/>
              <a:gd name="connsiteY505" fmla="*/ 2160069 h 6858000"/>
              <a:gd name="connsiteX506" fmla="*/ 6760943 w 7467600"/>
              <a:gd name="connsiteY506" fmla="*/ 2177686 h 6858000"/>
              <a:gd name="connsiteX507" fmla="*/ 7021065 w 7467600"/>
              <a:gd name="connsiteY507" fmla="*/ 2498102 h 6858000"/>
              <a:gd name="connsiteX508" fmla="*/ 7155223 w 7467600"/>
              <a:gd name="connsiteY508" fmla="*/ 2650386 h 6858000"/>
              <a:gd name="connsiteX509" fmla="*/ 7203167 w 7467600"/>
              <a:gd name="connsiteY509" fmla="*/ 2697288 h 6858000"/>
              <a:gd name="connsiteX510" fmla="*/ 6937703 w 7467600"/>
              <a:gd name="connsiteY510" fmla="*/ 2321981 h 6858000"/>
              <a:gd name="connsiteX511" fmla="*/ 6591670 w 7467600"/>
              <a:gd name="connsiteY511" fmla="*/ 1988277 h 6858000"/>
              <a:gd name="connsiteX512" fmla="*/ 5798671 w 7467600"/>
              <a:gd name="connsiteY512" fmla="*/ 1981601 h 6858000"/>
              <a:gd name="connsiteX513" fmla="*/ 5754709 w 7467600"/>
              <a:gd name="connsiteY513" fmla="*/ 2071454 h 6858000"/>
              <a:gd name="connsiteX514" fmla="*/ 5763044 w 7467600"/>
              <a:gd name="connsiteY514" fmla="*/ 2842206 h 6858000"/>
              <a:gd name="connsiteX515" fmla="*/ 5764974 w 7467600"/>
              <a:gd name="connsiteY515" fmla="*/ 2799609 h 6858000"/>
              <a:gd name="connsiteX516" fmla="*/ 5767665 w 7467600"/>
              <a:gd name="connsiteY516" fmla="*/ 2666409 h 6858000"/>
              <a:gd name="connsiteX517" fmla="*/ 5763055 w 7467600"/>
              <a:gd name="connsiteY517" fmla="*/ 2579705 h 6858000"/>
              <a:gd name="connsiteX518" fmla="*/ 5758079 w 7467600"/>
              <a:gd name="connsiteY518" fmla="*/ 2492508 h 6858000"/>
              <a:gd name="connsiteX519" fmla="*/ 5779325 w 7467600"/>
              <a:gd name="connsiteY519" fmla="*/ 2197069 h 6858000"/>
              <a:gd name="connsiteX520" fmla="*/ 5798671 w 7467600"/>
              <a:gd name="connsiteY520" fmla="*/ 1981601 h 6858000"/>
              <a:gd name="connsiteX521" fmla="*/ 5829202 w 7467600"/>
              <a:gd name="connsiteY521" fmla="*/ 1971679 h 6858000"/>
              <a:gd name="connsiteX522" fmla="*/ 5809558 w 7467600"/>
              <a:gd name="connsiteY522" fmla="*/ 2198043 h 6858000"/>
              <a:gd name="connsiteX523" fmla="*/ 5788653 w 7467600"/>
              <a:gd name="connsiteY523" fmla="*/ 2489430 h 6858000"/>
              <a:gd name="connsiteX524" fmla="*/ 5793439 w 7467600"/>
              <a:gd name="connsiteY524" fmla="*/ 2575235 h 6858000"/>
              <a:gd name="connsiteX525" fmla="*/ 5796837 w 7467600"/>
              <a:gd name="connsiteY525" fmla="*/ 2637633 h 6858000"/>
              <a:gd name="connsiteX526" fmla="*/ 5818614 w 7467600"/>
              <a:gd name="connsiteY526" fmla="*/ 2473055 h 6858000"/>
              <a:gd name="connsiteX527" fmla="*/ 5829202 w 7467600"/>
              <a:gd name="connsiteY527" fmla="*/ 1971679 h 6858000"/>
              <a:gd name="connsiteX528" fmla="*/ 5911389 w 7467600"/>
              <a:gd name="connsiteY528" fmla="*/ 1898371 h 6858000"/>
              <a:gd name="connsiteX529" fmla="*/ 6237627 w 7467600"/>
              <a:gd name="connsiteY529" fmla="*/ 2231921 h 6858000"/>
              <a:gd name="connsiteX530" fmla="*/ 5911389 w 7467600"/>
              <a:gd name="connsiteY530" fmla="*/ 1898371 h 6858000"/>
              <a:gd name="connsiteX531" fmla="*/ 6944437 w 7467600"/>
              <a:gd name="connsiteY531" fmla="*/ 1575402 h 6858000"/>
              <a:gd name="connsiteX532" fmla="*/ 6304730 w 7467600"/>
              <a:gd name="connsiteY532" fmla="*/ 1766654 h 6858000"/>
              <a:gd name="connsiteX533" fmla="*/ 6944437 w 7467600"/>
              <a:gd name="connsiteY533" fmla="*/ 1575402 h 6858000"/>
              <a:gd name="connsiteX534" fmla="*/ 7019523 w 7467600"/>
              <a:gd name="connsiteY534" fmla="*/ 1519450 h 6858000"/>
              <a:gd name="connsiteX535" fmla="*/ 6298091 w 7467600"/>
              <a:gd name="connsiteY535" fmla="*/ 1737122 h 6858000"/>
              <a:gd name="connsiteX536" fmla="*/ 7019523 w 7467600"/>
              <a:gd name="connsiteY536" fmla="*/ 1519450 h 6858000"/>
              <a:gd name="connsiteX537" fmla="*/ 2399523 w 7467600"/>
              <a:gd name="connsiteY537" fmla="*/ 1428234 h 6858000"/>
              <a:gd name="connsiteX538" fmla="*/ 2224982 w 7467600"/>
              <a:gd name="connsiteY538" fmla="*/ 1826201 h 6858000"/>
              <a:gd name="connsiteX539" fmla="*/ 2096099 w 7467600"/>
              <a:gd name="connsiteY539" fmla="*/ 2345900 h 6858000"/>
              <a:gd name="connsiteX540" fmla="*/ 2283317 w 7467600"/>
              <a:gd name="connsiteY540" fmla="*/ 1796925 h 6858000"/>
              <a:gd name="connsiteX541" fmla="*/ 2399523 w 7467600"/>
              <a:gd name="connsiteY541" fmla="*/ 1428234 h 6858000"/>
              <a:gd name="connsiteX542" fmla="*/ 2448558 w 7467600"/>
              <a:gd name="connsiteY542" fmla="*/ 1373435 h 6858000"/>
              <a:gd name="connsiteX543" fmla="*/ 2312521 w 7467600"/>
              <a:gd name="connsiteY543" fmla="*/ 1806140 h 6858000"/>
              <a:gd name="connsiteX544" fmla="*/ 2127533 w 7467600"/>
              <a:gd name="connsiteY544" fmla="*/ 2348380 h 6858000"/>
              <a:gd name="connsiteX545" fmla="*/ 2358080 w 7467600"/>
              <a:gd name="connsiteY545" fmla="*/ 1866134 h 6858000"/>
              <a:gd name="connsiteX546" fmla="*/ 2407436 w 7467600"/>
              <a:gd name="connsiteY546" fmla="*/ 1651070 h 6858000"/>
              <a:gd name="connsiteX547" fmla="*/ 2448558 w 7467600"/>
              <a:gd name="connsiteY547" fmla="*/ 1373435 h 6858000"/>
              <a:gd name="connsiteX548" fmla="*/ 278707 w 7467600"/>
              <a:gd name="connsiteY548" fmla="*/ 1352270 h 6858000"/>
              <a:gd name="connsiteX549" fmla="*/ 321570 w 7467600"/>
              <a:gd name="connsiteY549" fmla="*/ 1861610 h 6858000"/>
              <a:gd name="connsiteX550" fmla="*/ 294281 w 7467600"/>
              <a:gd name="connsiteY550" fmla="*/ 1440658 h 6858000"/>
              <a:gd name="connsiteX551" fmla="*/ 278707 w 7467600"/>
              <a:gd name="connsiteY551" fmla="*/ 1352270 h 6858000"/>
              <a:gd name="connsiteX552" fmla="*/ 1423821 w 7467600"/>
              <a:gd name="connsiteY552" fmla="*/ 1351958 h 6858000"/>
              <a:gd name="connsiteX553" fmla="*/ 1638521 w 7467600"/>
              <a:gd name="connsiteY553" fmla="*/ 1908470 h 6858000"/>
              <a:gd name="connsiteX554" fmla="*/ 1754199 w 7467600"/>
              <a:gd name="connsiteY554" fmla="*/ 2149284 h 6858000"/>
              <a:gd name="connsiteX555" fmla="*/ 1908359 w 7467600"/>
              <a:gd name="connsiteY555" fmla="*/ 2364988 h 6858000"/>
              <a:gd name="connsiteX556" fmla="*/ 1647661 w 7467600"/>
              <a:gd name="connsiteY556" fmla="*/ 1825945 h 6858000"/>
              <a:gd name="connsiteX557" fmla="*/ 1423821 w 7467600"/>
              <a:gd name="connsiteY557" fmla="*/ 1351958 h 6858000"/>
              <a:gd name="connsiteX558" fmla="*/ 1431890 w 7467600"/>
              <a:gd name="connsiteY558" fmla="*/ 1306475 h 6858000"/>
              <a:gd name="connsiteX559" fmla="*/ 1507597 w 7467600"/>
              <a:gd name="connsiteY559" fmla="*/ 1446132 h 6858000"/>
              <a:gd name="connsiteX560" fmla="*/ 1674586 w 7467600"/>
              <a:gd name="connsiteY560" fmla="*/ 1813832 h 6858000"/>
              <a:gd name="connsiteX561" fmla="*/ 1815950 w 7467600"/>
              <a:gd name="connsiteY561" fmla="*/ 2128564 h 6858000"/>
              <a:gd name="connsiteX562" fmla="*/ 1984242 w 7467600"/>
              <a:gd name="connsiteY562" fmla="*/ 2430829 h 6858000"/>
              <a:gd name="connsiteX563" fmla="*/ 2014023 w 7467600"/>
              <a:gd name="connsiteY563" fmla="*/ 2450995 h 6858000"/>
              <a:gd name="connsiteX564" fmla="*/ 1747337 w 7467600"/>
              <a:gd name="connsiteY564" fmla="*/ 1855264 h 6858000"/>
              <a:gd name="connsiteX565" fmla="*/ 1533749 w 7467600"/>
              <a:gd name="connsiteY565" fmla="*/ 1478656 h 6858000"/>
              <a:gd name="connsiteX566" fmla="*/ 1431890 w 7467600"/>
              <a:gd name="connsiteY566" fmla="*/ 1306475 h 6858000"/>
              <a:gd name="connsiteX567" fmla="*/ 5052692 w 7467600"/>
              <a:gd name="connsiteY567" fmla="*/ 1292994 h 6858000"/>
              <a:gd name="connsiteX568" fmla="*/ 5200661 w 7467600"/>
              <a:gd name="connsiteY568" fmla="*/ 1635186 h 6858000"/>
              <a:gd name="connsiteX569" fmla="*/ 5297138 w 7467600"/>
              <a:gd name="connsiteY569" fmla="*/ 1906351 h 6858000"/>
              <a:gd name="connsiteX570" fmla="*/ 5052692 w 7467600"/>
              <a:gd name="connsiteY570" fmla="*/ 1292994 h 6858000"/>
              <a:gd name="connsiteX571" fmla="*/ 5009948 w 7467600"/>
              <a:gd name="connsiteY571" fmla="*/ 1273619 h 6858000"/>
              <a:gd name="connsiteX572" fmla="*/ 5121777 w 7467600"/>
              <a:gd name="connsiteY572" fmla="*/ 1654213 h 6858000"/>
              <a:gd name="connsiteX573" fmla="*/ 5293545 w 7467600"/>
              <a:gd name="connsiteY573" fmla="*/ 2072247 h 6858000"/>
              <a:gd name="connsiteX574" fmla="*/ 5294042 w 7467600"/>
              <a:gd name="connsiteY574" fmla="*/ 2065019 h 6858000"/>
              <a:gd name="connsiteX575" fmla="*/ 5171936 w 7467600"/>
              <a:gd name="connsiteY575" fmla="*/ 1647613 h 6858000"/>
              <a:gd name="connsiteX576" fmla="*/ 5009948 w 7467600"/>
              <a:gd name="connsiteY576" fmla="*/ 1273619 h 6858000"/>
              <a:gd name="connsiteX577" fmla="*/ 655236 w 7467600"/>
              <a:gd name="connsiteY577" fmla="*/ 1268632 h 6858000"/>
              <a:gd name="connsiteX578" fmla="*/ 839521 w 7467600"/>
              <a:gd name="connsiteY578" fmla="*/ 1685315 h 6858000"/>
              <a:gd name="connsiteX579" fmla="*/ 1109416 w 7467600"/>
              <a:gd name="connsiteY579" fmla="*/ 2061663 h 6858000"/>
              <a:gd name="connsiteX580" fmla="*/ 1298300 w 7467600"/>
              <a:gd name="connsiteY580" fmla="*/ 2247742 h 6858000"/>
              <a:gd name="connsiteX581" fmla="*/ 1125871 w 7467600"/>
              <a:gd name="connsiteY581" fmla="*/ 1989513 h 6858000"/>
              <a:gd name="connsiteX582" fmla="*/ 981574 w 7467600"/>
              <a:gd name="connsiteY582" fmla="*/ 1783157 h 6858000"/>
              <a:gd name="connsiteX583" fmla="*/ 922198 w 7467600"/>
              <a:gd name="connsiteY583" fmla="*/ 1677437 h 6858000"/>
              <a:gd name="connsiteX584" fmla="*/ 869293 w 7467600"/>
              <a:gd name="connsiteY584" fmla="*/ 1583214 h 6858000"/>
              <a:gd name="connsiteX585" fmla="*/ 751431 w 7467600"/>
              <a:gd name="connsiteY585" fmla="*/ 1405731 h 6858000"/>
              <a:gd name="connsiteX586" fmla="*/ 655236 w 7467600"/>
              <a:gd name="connsiteY586" fmla="*/ 1268632 h 6858000"/>
              <a:gd name="connsiteX587" fmla="*/ 6516292 w 7467600"/>
              <a:gd name="connsiteY587" fmla="*/ 1263064 h 6858000"/>
              <a:gd name="connsiteX588" fmla="*/ 5736320 w 7467600"/>
              <a:gd name="connsiteY588" fmla="*/ 1501803 h 6858000"/>
              <a:gd name="connsiteX589" fmla="*/ 6516292 w 7467600"/>
              <a:gd name="connsiteY589" fmla="*/ 1263064 h 6858000"/>
              <a:gd name="connsiteX590" fmla="*/ 291466 w 7467600"/>
              <a:gd name="connsiteY590" fmla="*/ 1250369 h 6858000"/>
              <a:gd name="connsiteX591" fmla="*/ 323180 w 7467600"/>
              <a:gd name="connsiteY591" fmla="*/ 1435283 h 6858000"/>
              <a:gd name="connsiteX592" fmla="*/ 349381 w 7467600"/>
              <a:gd name="connsiteY592" fmla="*/ 1875041 h 6858000"/>
              <a:gd name="connsiteX593" fmla="*/ 374363 w 7467600"/>
              <a:gd name="connsiteY593" fmla="*/ 1506494 h 6858000"/>
              <a:gd name="connsiteX594" fmla="*/ 302168 w 7467600"/>
              <a:gd name="connsiteY594" fmla="*/ 1274495 h 6858000"/>
              <a:gd name="connsiteX595" fmla="*/ 291466 w 7467600"/>
              <a:gd name="connsiteY595" fmla="*/ 1250369 h 6858000"/>
              <a:gd name="connsiteX596" fmla="*/ 678222 w 7467600"/>
              <a:gd name="connsiteY596" fmla="*/ 1248670 h 6858000"/>
              <a:gd name="connsiteX597" fmla="*/ 775536 w 7467600"/>
              <a:gd name="connsiteY597" fmla="*/ 1388015 h 6858000"/>
              <a:gd name="connsiteX598" fmla="*/ 894529 w 7467600"/>
              <a:gd name="connsiteY598" fmla="*/ 1567739 h 6858000"/>
              <a:gd name="connsiteX599" fmla="*/ 948000 w 7467600"/>
              <a:gd name="connsiteY599" fmla="*/ 1663088 h 6858000"/>
              <a:gd name="connsiteX600" fmla="*/ 1006812 w 7467600"/>
              <a:gd name="connsiteY600" fmla="*/ 1767683 h 6858000"/>
              <a:gd name="connsiteX601" fmla="*/ 1149133 w 7467600"/>
              <a:gd name="connsiteY601" fmla="*/ 1971513 h 6858000"/>
              <a:gd name="connsiteX602" fmla="*/ 1333952 w 7467600"/>
              <a:gd name="connsiteY602" fmla="*/ 2251620 h 6858000"/>
              <a:gd name="connsiteX603" fmla="*/ 1337329 w 7467600"/>
              <a:gd name="connsiteY603" fmla="*/ 2258350 h 6858000"/>
              <a:gd name="connsiteX604" fmla="*/ 1014726 w 7467600"/>
              <a:gd name="connsiteY604" fmla="*/ 1615556 h 6858000"/>
              <a:gd name="connsiteX605" fmla="*/ 678222 w 7467600"/>
              <a:gd name="connsiteY605" fmla="*/ 1248670 h 6858000"/>
              <a:gd name="connsiteX606" fmla="*/ 6691602 w 7467600"/>
              <a:gd name="connsiteY606" fmla="*/ 1140573 h 6858000"/>
              <a:gd name="connsiteX607" fmla="*/ 6571100 w 7467600"/>
              <a:gd name="connsiteY607" fmla="*/ 1183662 h 6858000"/>
              <a:gd name="connsiteX608" fmla="*/ 6241687 w 7467600"/>
              <a:gd name="connsiteY608" fmla="*/ 1257600 h 6858000"/>
              <a:gd name="connsiteX609" fmla="*/ 5693009 w 7467600"/>
              <a:gd name="connsiteY609" fmla="*/ 1478256 h 6858000"/>
              <a:gd name="connsiteX610" fmla="*/ 6548420 w 7467600"/>
              <a:gd name="connsiteY610" fmla="*/ 1214599 h 6858000"/>
              <a:gd name="connsiteX611" fmla="*/ 6605473 w 7467600"/>
              <a:gd name="connsiteY611" fmla="*/ 1184686 h 6858000"/>
              <a:gd name="connsiteX612" fmla="*/ 6691602 w 7467600"/>
              <a:gd name="connsiteY612" fmla="*/ 1140573 h 6858000"/>
              <a:gd name="connsiteX613" fmla="*/ 4002475 w 7467600"/>
              <a:gd name="connsiteY613" fmla="*/ 1037802 h 6858000"/>
              <a:gd name="connsiteX614" fmla="*/ 4000324 w 7467600"/>
              <a:gd name="connsiteY614" fmla="*/ 1039362 h 6858000"/>
              <a:gd name="connsiteX615" fmla="*/ 4002862 w 7467600"/>
              <a:gd name="connsiteY615" fmla="*/ 1042866 h 6858000"/>
              <a:gd name="connsiteX616" fmla="*/ 4002475 w 7467600"/>
              <a:gd name="connsiteY616" fmla="*/ 1037802 h 6858000"/>
              <a:gd name="connsiteX617" fmla="*/ 506322 w 7467600"/>
              <a:gd name="connsiteY617" fmla="*/ 1020997 h 6858000"/>
              <a:gd name="connsiteX618" fmla="*/ 533068 w 7467600"/>
              <a:gd name="connsiteY618" fmla="*/ 1029409 h 6858000"/>
              <a:gd name="connsiteX619" fmla="*/ 1232525 w 7467600"/>
              <a:gd name="connsiteY619" fmla="*/ 1804675 h 6858000"/>
              <a:gd name="connsiteX620" fmla="*/ 1388858 w 7467600"/>
              <a:gd name="connsiteY620" fmla="*/ 2368011 h 6858000"/>
              <a:gd name="connsiteX621" fmla="*/ 1384098 w 7467600"/>
              <a:gd name="connsiteY621" fmla="*/ 2378125 h 6858000"/>
              <a:gd name="connsiteX622" fmla="*/ 1425393 w 7467600"/>
              <a:gd name="connsiteY622" fmla="*/ 2589124 h 6858000"/>
              <a:gd name="connsiteX623" fmla="*/ 1424001 w 7467600"/>
              <a:gd name="connsiteY623" fmla="*/ 2597541 h 6858000"/>
              <a:gd name="connsiteX624" fmla="*/ 2152729 w 7467600"/>
              <a:gd name="connsiteY624" fmla="*/ 2864487 h 6858000"/>
              <a:gd name="connsiteX625" fmla="*/ 2020609 w 7467600"/>
              <a:gd name="connsiteY625" fmla="*/ 2539671 h 6858000"/>
              <a:gd name="connsiteX626" fmla="*/ 2018920 w 7467600"/>
              <a:gd name="connsiteY626" fmla="*/ 2536309 h 6858000"/>
              <a:gd name="connsiteX627" fmla="*/ 1342441 w 7467600"/>
              <a:gd name="connsiteY627" fmla="*/ 1173017 h 6858000"/>
              <a:gd name="connsiteX628" fmla="*/ 1367925 w 7467600"/>
              <a:gd name="connsiteY628" fmla="*/ 1135648 h 6858000"/>
              <a:gd name="connsiteX629" fmla="*/ 1771401 w 7467600"/>
              <a:gd name="connsiteY629" fmla="*/ 1806673 h 6858000"/>
              <a:gd name="connsiteX630" fmla="*/ 1972385 w 7467600"/>
              <a:gd name="connsiteY630" fmla="*/ 2198735 h 6858000"/>
              <a:gd name="connsiteX631" fmla="*/ 2040892 w 7467600"/>
              <a:gd name="connsiteY631" fmla="*/ 2405205 h 6858000"/>
              <a:gd name="connsiteX632" fmla="*/ 2131689 w 7467600"/>
              <a:gd name="connsiteY632" fmla="*/ 1936926 h 6858000"/>
              <a:gd name="connsiteX633" fmla="*/ 2454820 w 7467600"/>
              <a:gd name="connsiteY633" fmla="*/ 1248808 h 6858000"/>
              <a:gd name="connsiteX634" fmla="*/ 2492512 w 7467600"/>
              <a:gd name="connsiteY634" fmla="*/ 1302920 h 6858000"/>
              <a:gd name="connsiteX635" fmla="*/ 2081216 w 7467600"/>
              <a:gd name="connsiteY635" fmla="*/ 2527513 h 6858000"/>
              <a:gd name="connsiteX636" fmla="*/ 2081211 w 7467600"/>
              <a:gd name="connsiteY636" fmla="*/ 2528916 h 6858000"/>
              <a:gd name="connsiteX637" fmla="*/ 2199067 w 7467600"/>
              <a:gd name="connsiteY637" fmla="*/ 2884061 h 6858000"/>
              <a:gd name="connsiteX638" fmla="*/ 3192586 w 7467600"/>
              <a:gd name="connsiteY638" fmla="*/ 3411496 h 6858000"/>
              <a:gd name="connsiteX639" fmla="*/ 3182620 w 7467600"/>
              <a:gd name="connsiteY639" fmla="*/ 3483279 h 6858000"/>
              <a:gd name="connsiteX640" fmla="*/ 2435119 w 7467600"/>
              <a:gd name="connsiteY640" fmla="*/ 3080173 h 6858000"/>
              <a:gd name="connsiteX641" fmla="*/ 2410152 w 7467600"/>
              <a:gd name="connsiteY641" fmla="*/ 3063751 h 6858000"/>
              <a:gd name="connsiteX642" fmla="*/ 2408099 w 7467600"/>
              <a:gd name="connsiteY642" fmla="*/ 3064403 h 6858000"/>
              <a:gd name="connsiteX643" fmla="*/ 2407218 w 7467600"/>
              <a:gd name="connsiteY643" fmla="*/ 3070324 h 6858000"/>
              <a:gd name="connsiteX644" fmla="*/ 2380138 w 7467600"/>
              <a:gd name="connsiteY644" fmla="*/ 3099341 h 6858000"/>
              <a:gd name="connsiteX645" fmla="*/ 1765923 w 7467600"/>
              <a:gd name="connsiteY645" fmla="*/ 3581043 h 6858000"/>
              <a:gd name="connsiteX646" fmla="*/ 1702258 w 7467600"/>
              <a:gd name="connsiteY646" fmla="*/ 3612286 h 6858000"/>
              <a:gd name="connsiteX647" fmla="*/ 1538370 w 7467600"/>
              <a:gd name="connsiteY647" fmla="*/ 3811804 h 6858000"/>
              <a:gd name="connsiteX648" fmla="*/ 542867 w 7467600"/>
              <a:gd name="connsiteY648" fmla="*/ 4944092 h 6858000"/>
              <a:gd name="connsiteX649" fmla="*/ 515800 w 7467600"/>
              <a:gd name="connsiteY649" fmla="*/ 4862180 h 6858000"/>
              <a:gd name="connsiteX650" fmla="*/ 909145 w 7467600"/>
              <a:gd name="connsiteY650" fmla="*/ 4199225 h 6858000"/>
              <a:gd name="connsiteX651" fmla="*/ 1214067 w 7467600"/>
              <a:gd name="connsiteY651" fmla="*/ 3908561 h 6858000"/>
              <a:gd name="connsiteX652" fmla="*/ 640967 w 7467600"/>
              <a:gd name="connsiteY652" fmla="*/ 4105601 h 6858000"/>
              <a:gd name="connsiteX653" fmla="*/ 112563 w 7467600"/>
              <a:gd name="connsiteY653" fmla="*/ 4396952 h 6858000"/>
              <a:gd name="connsiteX654" fmla="*/ 0 w 7467600"/>
              <a:gd name="connsiteY654" fmla="*/ 4466006 h 6858000"/>
              <a:gd name="connsiteX655" fmla="*/ 0 w 7467600"/>
              <a:gd name="connsiteY655" fmla="*/ 4233763 h 6858000"/>
              <a:gd name="connsiteX656" fmla="*/ 36881 w 7467600"/>
              <a:gd name="connsiteY656" fmla="*/ 4200118 h 6858000"/>
              <a:gd name="connsiteX657" fmla="*/ 910534 w 7467600"/>
              <a:gd name="connsiteY657" fmla="*/ 3629753 h 6858000"/>
              <a:gd name="connsiteX658" fmla="*/ 1578717 w 7467600"/>
              <a:gd name="connsiteY658" fmla="*/ 3575982 h 6858000"/>
              <a:gd name="connsiteX659" fmla="*/ 2338780 w 7467600"/>
              <a:gd name="connsiteY659" fmla="*/ 3033725 h 6858000"/>
              <a:gd name="connsiteX660" fmla="*/ 1807991 w 7467600"/>
              <a:gd name="connsiteY660" fmla="*/ 2807184 h 6858000"/>
              <a:gd name="connsiteX661" fmla="*/ 1416358 w 7467600"/>
              <a:gd name="connsiteY661" fmla="*/ 3112571 h 6858000"/>
              <a:gd name="connsiteX662" fmla="*/ 939066 w 7467600"/>
              <a:gd name="connsiteY662" fmla="*/ 3378798 h 6858000"/>
              <a:gd name="connsiteX663" fmla="*/ 115099 w 7467600"/>
              <a:gd name="connsiteY663" fmla="*/ 3607650 h 6858000"/>
              <a:gd name="connsiteX664" fmla="*/ 97284 w 7467600"/>
              <a:gd name="connsiteY664" fmla="*/ 3520393 h 6858000"/>
              <a:gd name="connsiteX665" fmla="*/ 922050 w 7467600"/>
              <a:gd name="connsiteY665" fmla="*/ 3074867 h 6858000"/>
              <a:gd name="connsiteX666" fmla="*/ 1405265 w 7467600"/>
              <a:gd name="connsiteY666" fmla="*/ 3016319 h 6858000"/>
              <a:gd name="connsiteX667" fmla="*/ 1407512 w 7467600"/>
              <a:gd name="connsiteY667" fmla="*/ 3018001 h 6858000"/>
              <a:gd name="connsiteX668" fmla="*/ 1726266 w 7467600"/>
              <a:gd name="connsiteY668" fmla="*/ 2777274 h 6858000"/>
              <a:gd name="connsiteX669" fmla="*/ 625390 w 7467600"/>
              <a:gd name="connsiteY669" fmla="*/ 2514541 h 6858000"/>
              <a:gd name="connsiteX670" fmla="*/ 619799 w 7467600"/>
              <a:gd name="connsiteY670" fmla="*/ 2527180 h 6858000"/>
              <a:gd name="connsiteX671" fmla="*/ 310030 w 7467600"/>
              <a:gd name="connsiteY671" fmla="*/ 2771818 h 6858000"/>
              <a:gd name="connsiteX672" fmla="*/ 173877 w 7467600"/>
              <a:gd name="connsiteY672" fmla="*/ 2937056 h 6858000"/>
              <a:gd name="connsiteX673" fmla="*/ 77889 w 7467600"/>
              <a:gd name="connsiteY673" fmla="*/ 3138440 h 6858000"/>
              <a:gd name="connsiteX674" fmla="*/ 0 w 7467600"/>
              <a:gd name="connsiteY674" fmla="*/ 3271395 h 6858000"/>
              <a:gd name="connsiteX675" fmla="*/ 0 w 7467600"/>
              <a:gd name="connsiteY675" fmla="*/ 3153002 h 6858000"/>
              <a:gd name="connsiteX676" fmla="*/ 2386 w 7467600"/>
              <a:gd name="connsiteY676" fmla="*/ 3149203 h 6858000"/>
              <a:gd name="connsiteX677" fmla="*/ 89753 w 7467600"/>
              <a:gd name="connsiteY677" fmla="*/ 2987702 h 6858000"/>
              <a:gd name="connsiteX678" fmla="*/ 76869 w 7467600"/>
              <a:gd name="connsiteY678" fmla="*/ 3005404 h 6858000"/>
              <a:gd name="connsiteX679" fmla="*/ 32049 w 7467600"/>
              <a:gd name="connsiteY679" fmla="*/ 3065814 h 6858000"/>
              <a:gd name="connsiteX680" fmla="*/ 0 w 7467600"/>
              <a:gd name="connsiteY680" fmla="*/ 3108744 h 6858000"/>
              <a:gd name="connsiteX681" fmla="*/ 0 w 7467600"/>
              <a:gd name="connsiteY681" fmla="*/ 3058059 h 6858000"/>
              <a:gd name="connsiteX682" fmla="*/ 7610 w 7467600"/>
              <a:gd name="connsiteY682" fmla="*/ 3047889 h 6858000"/>
              <a:gd name="connsiteX683" fmla="*/ 52419 w 7467600"/>
              <a:gd name="connsiteY683" fmla="*/ 2987479 h 6858000"/>
              <a:gd name="connsiteX684" fmla="*/ 59142 w 7467600"/>
              <a:gd name="connsiteY684" fmla="*/ 2978488 h 6858000"/>
              <a:gd name="connsiteX685" fmla="*/ 0 w 7467600"/>
              <a:gd name="connsiteY685" fmla="*/ 3015334 h 6858000"/>
              <a:gd name="connsiteX686" fmla="*/ 0 w 7467600"/>
              <a:gd name="connsiteY686" fmla="*/ 2914286 h 6858000"/>
              <a:gd name="connsiteX687" fmla="*/ 36383 w 7467600"/>
              <a:gd name="connsiteY687" fmla="*/ 2901128 h 6858000"/>
              <a:gd name="connsiteX688" fmla="*/ 156329 w 7467600"/>
              <a:gd name="connsiteY688" fmla="*/ 2840533 h 6858000"/>
              <a:gd name="connsiteX689" fmla="*/ 358355 w 7467600"/>
              <a:gd name="connsiteY689" fmla="*/ 2620471 h 6858000"/>
              <a:gd name="connsiteX690" fmla="*/ 510577 w 7467600"/>
              <a:gd name="connsiteY690" fmla="*/ 2501244 h 6858000"/>
              <a:gd name="connsiteX691" fmla="*/ 211967 w 7467600"/>
              <a:gd name="connsiteY691" fmla="*/ 2479171 h 6858000"/>
              <a:gd name="connsiteX692" fmla="*/ 0 w 7467600"/>
              <a:gd name="connsiteY692" fmla="*/ 2476398 h 6858000"/>
              <a:gd name="connsiteX693" fmla="*/ 0 w 7467600"/>
              <a:gd name="connsiteY693" fmla="*/ 2389189 h 6858000"/>
              <a:gd name="connsiteX694" fmla="*/ 103062 w 7467600"/>
              <a:gd name="connsiteY694" fmla="*/ 2389518 h 6858000"/>
              <a:gd name="connsiteX695" fmla="*/ 510734 w 7467600"/>
              <a:gd name="connsiteY695" fmla="*/ 2416201 h 6858000"/>
              <a:gd name="connsiteX696" fmla="*/ 279257 w 7467600"/>
              <a:gd name="connsiteY696" fmla="*/ 2092102 h 6858000"/>
              <a:gd name="connsiteX697" fmla="*/ 65265 w 7467600"/>
              <a:gd name="connsiteY697" fmla="*/ 2006049 h 6858000"/>
              <a:gd name="connsiteX698" fmla="*/ 0 w 7467600"/>
              <a:gd name="connsiteY698" fmla="*/ 1982532 h 6858000"/>
              <a:gd name="connsiteX699" fmla="*/ 0 w 7467600"/>
              <a:gd name="connsiteY699" fmla="*/ 1912789 h 6858000"/>
              <a:gd name="connsiteX700" fmla="*/ 97460 w 7467600"/>
              <a:gd name="connsiteY700" fmla="*/ 1953725 h 6858000"/>
              <a:gd name="connsiteX701" fmla="*/ 221272 w 7467600"/>
              <a:gd name="connsiteY701" fmla="*/ 1980766 h 6858000"/>
              <a:gd name="connsiteX702" fmla="*/ 116765 w 7467600"/>
              <a:gd name="connsiteY702" fmla="*/ 1911033 h 6858000"/>
              <a:gd name="connsiteX703" fmla="*/ 16405 w 7467600"/>
              <a:gd name="connsiteY703" fmla="*/ 1803412 h 6858000"/>
              <a:gd name="connsiteX704" fmla="*/ 0 w 7467600"/>
              <a:gd name="connsiteY704" fmla="*/ 1784777 h 6858000"/>
              <a:gd name="connsiteX705" fmla="*/ 0 w 7467600"/>
              <a:gd name="connsiteY705" fmla="*/ 1740082 h 6858000"/>
              <a:gd name="connsiteX706" fmla="*/ 39394 w 7467600"/>
              <a:gd name="connsiteY706" fmla="*/ 1784856 h 6858000"/>
              <a:gd name="connsiteX707" fmla="*/ 135813 w 7467600"/>
              <a:gd name="connsiteY707" fmla="*/ 1888838 h 6858000"/>
              <a:gd name="connsiteX708" fmla="*/ 242575 w 7467600"/>
              <a:gd name="connsiteY708" fmla="*/ 1958841 h 6858000"/>
              <a:gd name="connsiteX709" fmla="*/ 82197 w 7467600"/>
              <a:gd name="connsiteY709" fmla="*/ 1754826 h 6858000"/>
              <a:gd name="connsiteX710" fmla="*/ 0 w 7467600"/>
              <a:gd name="connsiteY710" fmla="*/ 1679650 h 6858000"/>
              <a:gd name="connsiteX711" fmla="*/ 0 w 7467600"/>
              <a:gd name="connsiteY711" fmla="*/ 1602463 h 6858000"/>
              <a:gd name="connsiteX712" fmla="*/ 84689 w 7467600"/>
              <a:gd name="connsiteY712" fmla="*/ 1677442 h 6858000"/>
              <a:gd name="connsiteX713" fmla="*/ 298437 w 7467600"/>
              <a:gd name="connsiteY713" fmla="*/ 1968019 h 6858000"/>
              <a:gd name="connsiteX714" fmla="*/ 227269 w 7467600"/>
              <a:gd name="connsiteY714" fmla="*/ 1114064 h 6858000"/>
              <a:gd name="connsiteX715" fmla="*/ 248003 w 7467600"/>
              <a:gd name="connsiteY715" fmla="*/ 1089613 h 6858000"/>
              <a:gd name="connsiteX716" fmla="*/ 427020 w 7467600"/>
              <a:gd name="connsiteY716" fmla="*/ 1619803 h 6858000"/>
              <a:gd name="connsiteX717" fmla="*/ 340345 w 7467600"/>
              <a:gd name="connsiteY717" fmla="*/ 2027739 h 6858000"/>
              <a:gd name="connsiteX718" fmla="*/ 360865 w 7467600"/>
              <a:gd name="connsiteY718" fmla="*/ 2044827 h 6858000"/>
              <a:gd name="connsiteX719" fmla="*/ 560414 w 7467600"/>
              <a:gd name="connsiteY719" fmla="*/ 2421457 h 6858000"/>
              <a:gd name="connsiteX720" fmla="*/ 1359703 w 7467600"/>
              <a:gd name="connsiteY720" fmla="*/ 2578554 h 6858000"/>
              <a:gd name="connsiteX721" fmla="*/ 1359422 w 7467600"/>
              <a:gd name="connsiteY721" fmla="*/ 2577994 h 6858000"/>
              <a:gd name="connsiteX722" fmla="*/ 828701 w 7467600"/>
              <a:gd name="connsiteY722" fmla="*/ 1839520 h 6858000"/>
              <a:gd name="connsiteX723" fmla="*/ 494427 w 7467600"/>
              <a:gd name="connsiteY723" fmla="*/ 1092333 h 6858000"/>
              <a:gd name="connsiteX724" fmla="*/ 506322 w 7467600"/>
              <a:gd name="connsiteY724" fmla="*/ 1020997 h 6858000"/>
              <a:gd name="connsiteX725" fmla="*/ 4570198 w 7467600"/>
              <a:gd name="connsiteY725" fmla="*/ 978081 h 6858000"/>
              <a:gd name="connsiteX726" fmla="*/ 4523691 w 7467600"/>
              <a:gd name="connsiteY726" fmla="*/ 1127776 h 6858000"/>
              <a:gd name="connsiteX727" fmla="*/ 4509875 w 7467600"/>
              <a:gd name="connsiteY727" fmla="*/ 1167552 h 6858000"/>
              <a:gd name="connsiteX728" fmla="*/ 4478168 w 7467600"/>
              <a:gd name="connsiteY728" fmla="*/ 1260735 h 6858000"/>
              <a:gd name="connsiteX729" fmla="*/ 4409309 w 7467600"/>
              <a:gd name="connsiteY729" fmla="*/ 1666996 h 6858000"/>
              <a:gd name="connsiteX730" fmla="*/ 4370031 w 7467600"/>
              <a:gd name="connsiteY730" fmla="*/ 1955666 h 6858000"/>
              <a:gd name="connsiteX731" fmla="*/ 4570198 w 7467600"/>
              <a:gd name="connsiteY731" fmla="*/ 978081 h 6858000"/>
              <a:gd name="connsiteX732" fmla="*/ 4557898 w 7467600"/>
              <a:gd name="connsiteY732" fmla="*/ 900011 h 6858000"/>
              <a:gd name="connsiteX733" fmla="*/ 4344840 w 7467600"/>
              <a:gd name="connsiteY733" fmla="*/ 1922038 h 6858000"/>
              <a:gd name="connsiteX734" fmla="*/ 4378710 w 7467600"/>
              <a:gd name="connsiteY734" fmla="*/ 1665516 h 6858000"/>
              <a:gd name="connsiteX735" fmla="*/ 4448798 w 7467600"/>
              <a:gd name="connsiteY735" fmla="*/ 1253024 h 6858000"/>
              <a:gd name="connsiteX736" fmla="*/ 4480315 w 7467600"/>
              <a:gd name="connsiteY736" fmla="*/ 1158454 h 6858000"/>
              <a:gd name="connsiteX737" fmla="*/ 4494133 w 7467600"/>
              <a:gd name="connsiteY737" fmla="*/ 1118676 h 6858000"/>
              <a:gd name="connsiteX738" fmla="*/ 4557898 w 7467600"/>
              <a:gd name="connsiteY738" fmla="*/ 900011 h 6858000"/>
              <a:gd name="connsiteX739" fmla="*/ 5870151 w 7467600"/>
              <a:gd name="connsiteY739" fmla="*/ 898890 h 6858000"/>
              <a:gd name="connsiteX740" fmla="*/ 5861335 w 7467600"/>
              <a:gd name="connsiteY740" fmla="*/ 899177 h 6858000"/>
              <a:gd name="connsiteX741" fmla="*/ 5843702 w 7467600"/>
              <a:gd name="connsiteY741" fmla="*/ 899748 h 6858000"/>
              <a:gd name="connsiteX742" fmla="*/ 5651107 w 7467600"/>
              <a:gd name="connsiteY742" fmla="*/ 920306 h 6858000"/>
              <a:gd name="connsiteX743" fmla="*/ 5459407 w 7467600"/>
              <a:gd name="connsiteY743" fmla="*/ 940975 h 6858000"/>
              <a:gd name="connsiteX744" fmla="*/ 5374846 w 7467600"/>
              <a:gd name="connsiteY744" fmla="*/ 941988 h 6858000"/>
              <a:gd name="connsiteX745" fmla="*/ 5256105 w 7467600"/>
              <a:gd name="connsiteY745" fmla="*/ 945632 h 6858000"/>
              <a:gd name="connsiteX746" fmla="*/ 5107071 w 7467600"/>
              <a:gd name="connsiteY746" fmla="*/ 969720 h 6858000"/>
              <a:gd name="connsiteX747" fmla="*/ 4998681 w 7467600"/>
              <a:gd name="connsiteY747" fmla="*/ 988771 h 6858000"/>
              <a:gd name="connsiteX748" fmla="*/ 5870151 w 7467600"/>
              <a:gd name="connsiteY748" fmla="*/ 898890 h 6858000"/>
              <a:gd name="connsiteX749" fmla="*/ 5504425 w 7467600"/>
              <a:gd name="connsiteY749" fmla="*/ 848067 h 6858000"/>
              <a:gd name="connsiteX750" fmla="*/ 4968849 w 7467600"/>
              <a:gd name="connsiteY750" fmla="*/ 962318 h 6858000"/>
              <a:gd name="connsiteX751" fmla="*/ 5104039 w 7467600"/>
              <a:gd name="connsiteY751" fmla="*/ 940634 h 6858000"/>
              <a:gd name="connsiteX752" fmla="*/ 5256311 w 7467600"/>
              <a:gd name="connsiteY752" fmla="*/ 916490 h 6858000"/>
              <a:gd name="connsiteX753" fmla="*/ 5377381 w 7467600"/>
              <a:gd name="connsiteY753" fmla="*/ 912671 h 6858000"/>
              <a:gd name="connsiteX754" fmla="*/ 5460148 w 7467600"/>
              <a:gd name="connsiteY754" fmla="*/ 911442 h 6858000"/>
              <a:gd name="connsiteX755" fmla="*/ 5648971 w 7467600"/>
              <a:gd name="connsiteY755" fmla="*/ 891331 h 6858000"/>
              <a:gd name="connsiteX756" fmla="*/ 5844807 w 7467600"/>
              <a:gd name="connsiteY756" fmla="*/ 870718 h 6858000"/>
              <a:gd name="connsiteX757" fmla="*/ 5862975 w 7467600"/>
              <a:gd name="connsiteY757" fmla="*/ 869756 h 6858000"/>
              <a:gd name="connsiteX758" fmla="*/ 5920887 w 7467600"/>
              <a:gd name="connsiteY758" fmla="*/ 865929 h 6858000"/>
              <a:gd name="connsiteX759" fmla="*/ 5504425 w 7467600"/>
              <a:gd name="connsiteY759" fmla="*/ 848067 h 6858000"/>
              <a:gd name="connsiteX760" fmla="*/ 3607114 w 7467600"/>
              <a:gd name="connsiteY760" fmla="*/ 467441 h 6858000"/>
              <a:gd name="connsiteX761" fmla="*/ 3296242 w 7467600"/>
              <a:gd name="connsiteY761" fmla="*/ 807991 h 6858000"/>
              <a:gd name="connsiteX762" fmla="*/ 3174674 w 7467600"/>
              <a:gd name="connsiteY762" fmla="*/ 919759 h 6858000"/>
              <a:gd name="connsiteX763" fmla="*/ 3042978 w 7467600"/>
              <a:gd name="connsiteY763" fmla="*/ 1054894 h 6858000"/>
              <a:gd name="connsiteX764" fmla="*/ 2968914 w 7467600"/>
              <a:gd name="connsiteY764" fmla="*/ 1133756 h 6858000"/>
              <a:gd name="connsiteX765" fmla="*/ 3103823 w 7467600"/>
              <a:gd name="connsiteY765" fmla="*/ 1026814 h 6858000"/>
              <a:gd name="connsiteX766" fmla="*/ 3607114 w 7467600"/>
              <a:gd name="connsiteY766" fmla="*/ 467441 h 6858000"/>
              <a:gd name="connsiteX767" fmla="*/ 3744487 w 7467600"/>
              <a:gd name="connsiteY767" fmla="*/ 383136 h 6858000"/>
              <a:gd name="connsiteX768" fmla="*/ 3970213 w 7467600"/>
              <a:gd name="connsiteY768" fmla="*/ 995559 h 6858000"/>
              <a:gd name="connsiteX769" fmla="*/ 3744487 w 7467600"/>
              <a:gd name="connsiteY769" fmla="*/ 383136 h 6858000"/>
              <a:gd name="connsiteX770" fmla="*/ 3624562 w 7467600"/>
              <a:gd name="connsiteY770" fmla="*/ 367041 h 6858000"/>
              <a:gd name="connsiteX771" fmla="*/ 3489712 w 7467600"/>
              <a:gd name="connsiteY771" fmla="*/ 485386 h 6858000"/>
              <a:gd name="connsiteX772" fmla="*/ 3182994 w 7467600"/>
              <a:gd name="connsiteY772" fmla="*/ 828265 h 6858000"/>
              <a:gd name="connsiteX773" fmla="*/ 2892114 w 7467600"/>
              <a:gd name="connsiteY773" fmla="*/ 1172635 h 6858000"/>
              <a:gd name="connsiteX774" fmla="*/ 3021459 w 7467600"/>
              <a:gd name="connsiteY774" fmla="*/ 1035385 h 6858000"/>
              <a:gd name="connsiteX775" fmla="*/ 3153873 w 7467600"/>
              <a:gd name="connsiteY775" fmla="*/ 898971 h 6858000"/>
              <a:gd name="connsiteX776" fmla="*/ 3276511 w 7467600"/>
              <a:gd name="connsiteY776" fmla="*/ 786423 h 6858000"/>
              <a:gd name="connsiteX777" fmla="*/ 3584154 w 7467600"/>
              <a:gd name="connsiteY777" fmla="*/ 448218 h 6858000"/>
              <a:gd name="connsiteX778" fmla="*/ 3624562 w 7467600"/>
              <a:gd name="connsiteY778" fmla="*/ 367041 h 6858000"/>
              <a:gd name="connsiteX779" fmla="*/ 3766672 w 7467600"/>
              <a:gd name="connsiteY779" fmla="*/ 359429 h 6858000"/>
              <a:gd name="connsiteX780" fmla="*/ 3996338 w 7467600"/>
              <a:gd name="connsiteY780" fmla="*/ 968237 h 6858000"/>
              <a:gd name="connsiteX781" fmla="*/ 3766672 w 7467600"/>
              <a:gd name="connsiteY781" fmla="*/ 359429 h 6858000"/>
              <a:gd name="connsiteX782" fmla="*/ 5805386 w 7467600"/>
              <a:gd name="connsiteY782" fmla="*/ 239240 h 6858000"/>
              <a:gd name="connsiteX783" fmla="*/ 5736947 w 7467600"/>
              <a:gd name="connsiteY783" fmla="*/ 261367 h 6858000"/>
              <a:gd name="connsiteX784" fmla="*/ 5427012 w 7467600"/>
              <a:gd name="connsiteY784" fmla="*/ 311272 h 6858000"/>
              <a:gd name="connsiteX785" fmla="*/ 5147818 w 7467600"/>
              <a:gd name="connsiteY785" fmla="*/ 322112 h 6858000"/>
              <a:gd name="connsiteX786" fmla="*/ 5060854 w 7467600"/>
              <a:gd name="connsiteY786" fmla="*/ 311882 h 6858000"/>
              <a:gd name="connsiteX787" fmla="*/ 4945989 w 7467600"/>
              <a:gd name="connsiteY787" fmla="*/ 300516 h 6858000"/>
              <a:gd name="connsiteX788" fmla="*/ 5410479 w 7467600"/>
              <a:gd name="connsiteY788" fmla="*/ 348434 h 6858000"/>
              <a:gd name="connsiteX789" fmla="*/ 5805386 w 7467600"/>
              <a:gd name="connsiteY789" fmla="*/ 239240 h 6858000"/>
              <a:gd name="connsiteX790" fmla="*/ 5905192 w 7467600"/>
              <a:gd name="connsiteY790" fmla="*/ 163079 h 6858000"/>
              <a:gd name="connsiteX791" fmla="*/ 5865655 w 7467600"/>
              <a:gd name="connsiteY791" fmla="*/ 171901 h 6858000"/>
              <a:gd name="connsiteX792" fmla="*/ 5259740 w 7467600"/>
              <a:gd name="connsiteY792" fmla="*/ 257013 h 6858000"/>
              <a:gd name="connsiteX793" fmla="*/ 5208466 w 7467600"/>
              <a:gd name="connsiteY793" fmla="*/ 257550 h 6858000"/>
              <a:gd name="connsiteX794" fmla="*/ 4980204 w 7467600"/>
              <a:gd name="connsiteY794" fmla="*/ 271903 h 6858000"/>
              <a:gd name="connsiteX795" fmla="*/ 5068068 w 7467600"/>
              <a:gd name="connsiteY795" fmla="*/ 282244 h 6858000"/>
              <a:gd name="connsiteX796" fmla="*/ 5153231 w 7467600"/>
              <a:gd name="connsiteY796" fmla="*/ 292240 h 6858000"/>
              <a:gd name="connsiteX797" fmla="*/ 5426491 w 7467600"/>
              <a:gd name="connsiteY797" fmla="*/ 281128 h 6858000"/>
              <a:gd name="connsiteX798" fmla="*/ 5731212 w 7467600"/>
              <a:gd name="connsiteY798" fmla="*/ 231951 h 6858000"/>
              <a:gd name="connsiteX799" fmla="*/ 5905192 w 7467600"/>
              <a:gd name="connsiteY799" fmla="*/ 163079 h 6858000"/>
              <a:gd name="connsiteX800" fmla="*/ 5944437 w 7467600"/>
              <a:gd name="connsiteY800" fmla="*/ 113829 h 6858000"/>
              <a:gd name="connsiteX801" fmla="*/ 5825032 w 7467600"/>
              <a:gd name="connsiteY801" fmla="*/ 146405 h 6858000"/>
              <a:gd name="connsiteX802" fmla="*/ 4955599 w 7467600"/>
              <a:gd name="connsiteY802" fmla="*/ 247008 h 6858000"/>
              <a:gd name="connsiteX803" fmla="*/ 5210104 w 7467600"/>
              <a:gd name="connsiteY803" fmla="*/ 228123 h 6858000"/>
              <a:gd name="connsiteX804" fmla="*/ 5261015 w 7467600"/>
              <a:gd name="connsiteY804" fmla="*/ 227087 h 6858000"/>
              <a:gd name="connsiteX805" fmla="*/ 5861181 w 7467600"/>
              <a:gd name="connsiteY805" fmla="*/ 143093 h 6858000"/>
              <a:gd name="connsiteX806" fmla="*/ 5961252 w 7467600"/>
              <a:gd name="connsiteY806" fmla="*/ 114820 h 6858000"/>
              <a:gd name="connsiteX807" fmla="*/ 5944437 w 7467600"/>
              <a:gd name="connsiteY807" fmla="*/ 113829 h 6858000"/>
              <a:gd name="connsiteX808" fmla="*/ 3882765 w 7467600"/>
              <a:gd name="connsiteY808" fmla="*/ 0 h 6858000"/>
              <a:gd name="connsiteX809" fmla="*/ 3995099 w 7467600"/>
              <a:gd name="connsiteY809" fmla="*/ 0 h 6858000"/>
              <a:gd name="connsiteX810" fmla="*/ 4163818 w 7467600"/>
              <a:gd name="connsiteY810" fmla="*/ 234104 h 6858000"/>
              <a:gd name="connsiteX811" fmla="*/ 4172099 w 7467600"/>
              <a:gd name="connsiteY811" fmla="*/ 234207 h 6858000"/>
              <a:gd name="connsiteX812" fmla="*/ 4784282 w 7467600"/>
              <a:gd name="connsiteY812" fmla="*/ 276561 h 6858000"/>
              <a:gd name="connsiteX813" fmla="*/ 4801687 w 7467600"/>
              <a:gd name="connsiteY813" fmla="*/ 267764 h 6858000"/>
              <a:gd name="connsiteX814" fmla="*/ 6082788 w 7467600"/>
              <a:gd name="connsiteY814" fmla="*/ 64119 h 6858000"/>
              <a:gd name="connsiteX815" fmla="*/ 6099442 w 7467600"/>
              <a:gd name="connsiteY815" fmla="*/ 82568 h 6858000"/>
              <a:gd name="connsiteX816" fmla="*/ 4804137 w 7467600"/>
              <a:gd name="connsiteY816" fmla="*/ 320931 h 6858000"/>
              <a:gd name="connsiteX817" fmla="*/ 4227047 w 7467600"/>
              <a:gd name="connsiteY817" fmla="*/ 313415 h 6858000"/>
              <a:gd name="connsiteX818" fmla="*/ 4346041 w 7467600"/>
              <a:gd name="connsiteY818" fmla="*/ 456086 h 6858000"/>
              <a:gd name="connsiteX819" fmla="*/ 4870967 w 7467600"/>
              <a:gd name="connsiteY819" fmla="*/ 963061 h 6858000"/>
              <a:gd name="connsiteX820" fmla="*/ 4889647 w 7467600"/>
              <a:gd name="connsiteY820" fmla="*/ 957147 h 6858000"/>
              <a:gd name="connsiteX821" fmla="*/ 5422504 w 7467600"/>
              <a:gd name="connsiteY821" fmla="*/ 805191 h 6858000"/>
              <a:gd name="connsiteX822" fmla="*/ 6087656 w 7467600"/>
              <a:gd name="connsiteY822" fmla="*/ 826703 h 6858000"/>
              <a:gd name="connsiteX823" fmla="*/ 6058717 w 7467600"/>
              <a:gd name="connsiteY823" fmla="*/ 865992 h 6858000"/>
              <a:gd name="connsiteX824" fmla="*/ 4974153 w 7467600"/>
              <a:gd name="connsiteY824" fmla="*/ 1045456 h 6858000"/>
              <a:gd name="connsiteX825" fmla="*/ 5627835 w 7467600"/>
              <a:gd name="connsiteY825" fmla="*/ 1472077 h 6858000"/>
              <a:gd name="connsiteX826" fmla="*/ 5629817 w 7467600"/>
              <a:gd name="connsiteY826" fmla="*/ 1471412 h 6858000"/>
              <a:gd name="connsiteX827" fmla="*/ 5634124 w 7467600"/>
              <a:gd name="connsiteY827" fmla="*/ 1470572 h 6858000"/>
              <a:gd name="connsiteX828" fmla="*/ 5755832 w 7467600"/>
              <a:gd name="connsiteY828" fmla="*/ 1383886 h 6858000"/>
              <a:gd name="connsiteX829" fmla="*/ 6014186 w 7467600"/>
              <a:gd name="connsiteY829" fmla="*/ 1279799 h 6858000"/>
              <a:gd name="connsiteX830" fmla="*/ 6901619 w 7467600"/>
              <a:gd name="connsiteY830" fmla="*/ 1047874 h 6858000"/>
              <a:gd name="connsiteX831" fmla="*/ 6931566 w 7467600"/>
              <a:gd name="connsiteY831" fmla="*/ 1062034 h 6858000"/>
              <a:gd name="connsiteX832" fmla="*/ 5790982 w 7467600"/>
              <a:gd name="connsiteY832" fmla="*/ 1561380 h 6858000"/>
              <a:gd name="connsiteX833" fmla="*/ 6188971 w 7467600"/>
              <a:gd name="connsiteY833" fmla="*/ 1755168 h 6858000"/>
              <a:gd name="connsiteX834" fmla="*/ 6202446 w 7467600"/>
              <a:gd name="connsiteY834" fmla="*/ 1752268 h 6858000"/>
              <a:gd name="connsiteX835" fmla="*/ 7179560 w 7467600"/>
              <a:gd name="connsiteY835" fmla="*/ 1467551 h 6858000"/>
              <a:gd name="connsiteX836" fmla="*/ 7158730 w 7467600"/>
              <a:gd name="connsiteY836" fmla="*/ 1507835 h 6858000"/>
              <a:gd name="connsiteX837" fmla="*/ 6326959 w 7467600"/>
              <a:gd name="connsiteY837" fmla="*/ 1817686 h 6858000"/>
              <a:gd name="connsiteX838" fmla="*/ 6537433 w 7467600"/>
              <a:gd name="connsiteY838" fmla="*/ 1907790 h 6858000"/>
              <a:gd name="connsiteX839" fmla="*/ 6550221 w 7467600"/>
              <a:gd name="connsiteY839" fmla="*/ 1910729 h 6858000"/>
              <a:gd name="connsiteX840" fmla="*/ 6964438 w 7467600"/>
              <a:gd name="connsiteY840" fmla="*/ 2209505 h 6858000"/>
              <a:gd name="connsiteX841" fmla="*/ 7367862 w 7467600"/>
              <a:gd name="connsiteY841" fmla="*/ 2806833 h 6858000"/>
              <a:gd name="connsiteX842" fmla="*/ 7364329 w 7467600"/>
              <a:gd name="connsiteY842" fmla="*/ 2826907 h 6858000"/>
              <a:gd name="connsiteX843" fmla="*/ 7290545 w 7467600"/>
              <a:gd name="connsiteY843" fmla="*/ 2850663 h 6858000"/>
              <a:gd name="connsiteX844" fmla="*/ 6472036 w 7467600"/>
              <a:gd name="connsiteY844" fmla="*/ 1959003 h 6858000"/>
              <a:gd name="connsiteX845" fmla="*/ 5792897 w 7467600"/>
              <a:gd name="connsiteY845" fmla="*/ 1647747 h 6858000"/>
              <a:gd name="connsiteX846" fmla="*/ 5842751 w 7467600"/>
              <a:gd name="connsiteY846" fmla="*/ 1816112 h 6858000"/>
              <a:gd name="connsiteX847" fmla="*/ 5847424 w 7467600"/>
              <a:gd name="connsiteY847" fmla="*/ 1815776 h 6858000"/>
              <a:gd name="connsiteX848" fmla="*/ 6399821 w 7467600"/>
              <a:gd name="connsiteY848" fmla="*/ 2344799 h 6858000"/>
              <a:gd name="connsiteX849" fmla="*/ 6323232 w 7467600"/>
              <a:gd name="connsiteY849" fmla="*/ 2389634 h 6858000"/>
              <a:gd name="connsiteX850" fmla="*/ 5942958 w 7467600"/>
              <a:gd name="connsiteY850" fmla="*/ 2077708 h 6858000"/>
              <a:gd name="connsiteX851" fmla="*/ 5921559 w 7467600"/>
              <a:gd name="connsiteY851" fmla="*/ 2378596 h 6858000"/>
              <a:gd name="connsiteX852" fmla="*/ 5817651 w 7467600"/>
              <a:gd name="connsiteY852" fmla="*/ 3023919 h 6858000"/>
              <a:gd name="connsiteX853" fmla="*/ 5729634 w 7467600"/>
              <a:gd name="connsiteY853" fmla="*/ 3051849 h 6858000"/>
              <a:gd name="connsiteX854" fmla="*/ 5611018 w 7467600"/>
              <a:gd name="connsiteY854" fmla="*/ 2316769 h 6858000"/>
              <a:gd name="connsiteX855" fmla="*/ 5687608 w 7467600"/>
              <a:gd name="connsiteY855" fmla="*/ 2039972 h 6858000"/>
              <a:gd name="connsiteX856" fmla="*/ 5657554 w 7467600"/>
              <a:gd name="connsiteY856" fmla="*/ 1576445 h 6858000"/>
              <a:gd name="connsiteX857" fmla="*/ 5150475 w 7467600"/>
              <a:gd name="connsiteY857" fmla="*/ 1274012 h 6858000"/>
              <a:gd name="connsiteX858" fmla="*/ 5349142 w 7467600"/>
              <a:gd name="connsiteY858" fmla="*/ 2204405 h 6858000"/>
              <a:gd name="connsiteX859" fmla="*/ 5262214 w 7467600"/>
              <a:gd name="connsiteY859" fmla="*/ 2233836 h 6858000"/>
              <a:gd name="connsiteX860" fmla="*/ 4981539 w 7467600"/>
              <a:gd name="connsiteY860" fmla="*/ 1542201 h 6858000"/>
              <a:gd name="connsiteX861" fmla="*/ 4958461 w 7467600"/>
              <a:gd name="connsiteY861" fmla="*/ 1136957 h 6858000"/>
              <a:gd name="connsiteX862" fmla="*/ 4655015 w 7467600"/>
              <a:gd name="connsiteY862" fmla="*/ 891426 h 6858000"/>
              <a:gd name="connsiteX863" fmla="*/ 4348002 w 7467600"/>
              <a:gd name="connsiteY863" fmla="*/ 2205895 h 6858000"/>
              <a:gd name="connsiteX864" fmla="*/ 4262250 w 7467600"/>
              <a:gd name="connsiteY864" fmla="*/ 2219972 h 6858000"/>
              <a:gd name="connsiteX865" fmla="*/ 4550611 w 7467600"/>
              <a:gd name="connsiteY865" fmla="*/ 817540 h 6858000"/>
              <a:gd name="connsiteX866" fmla="*/ 4564418 w 7467600"/>
              <a:gd name="connsiteY866" fmla="*/ 808293 h 6858000"/>
              <a:gd name="connsiteX867" fmla="*/ 4266388 w 7467600"/>
              <a:gd name="connsiteY867" fmla="*/ 500083 h 6858000"/>
              <a:gd name="connsiteX868" fmla="*/ 4032842 w 7467600"/>
              <a:gd name="connsiteY868" fmla="*/ 211809 h 6858000"/>
              <a:gd name="connsiteX869" fmla="*/ 3882765 w 7467600"/>
              <a:gd name="connsiteY869" fmla="*/ 0 h 6858000"/>
              <a:gd name="connsiteX870" fmla="*/ 3721337 w 7467600"/>
              <a:gd name="connsiteY870" fmla="*/ 0 h 6858000"/>
              <a:gd name="connsiteX871" fmla="*/ 3797544 w 7467600"/>
              <a:gd name="connsiteY871" fmla="*/ 0 h 6858000"/>
              <a:gd name="connsiteX872" fmla="*/ 3775734 w 7467600"/>
              <a:gd name="connsiteY872" fmla="*/ 95131 h 6858000"/>
              <a:gd name="connsiteX873" fmla="*/ 3724807 w 7467600"/>
              <a:gd name="connsiteY873" fmla="*/ 272257 h 6858000"/>
              <a:gd name="connsiteX874" fmla="*/ 3726844 w 7467600"/>
              <a:gd name="connsiteY874" fmla="*/ 282988 h 6858000"/>
              <a:gd name="connsiteX875" fmla="*/ 3742664 w 7467600"/>
              <a:gd name="connsiteY875" fmla="*/ 279918 h 6858000"/>
              <a:gd name="connsiteX876" fmla="*/ 4103910 w 7467600"/>
              <a:gd name="connsiteY876" fmla="*/ 1161917 h 6858000"/>
              <a:gd name="connsiteX877" fmla="*/ 4020269 w 7467600"/>
              <a:gd name="connsiteY877" fmla="*/ 1200406 h 6858000"/>
              <a:gd name="connsiteX878" fmla="*/ 3674882 w 7467600"/>
              <a:gd name="connsiteY878" fmla="*/ 488524 h 6858000"/>
              <a:gd name="connsiteX879" fmla="*/ 3132682 w 7467600"/>
              <a:gd name="connsiteY879" fmla="*/ 1072284 h 6858000"/>
              <a:gd name="connsiteX880" fmla="*/ 2716346 w 7467600"/>
              <a:gd name="connsiteY880" fmla="*/ 1276376 h 6858000"/>
              <a:gd name="connsiteX881" fmla="*/ 2716772 w 7467600"/>
              <a:gd name="connsiteY881" fmla="*/ 1255462 h 6858000"/>
              <a:gd name="connsiteX882" fmla="*/ 3471096 w 7467600"/>
              <a:gd name="connsiteY882" fmla="*/ 437072 h 6858000"/>
              <a:gd name="connsiteX883" fmla="*/ 3639057 w 7467600"/>
              <a:gd name="connsiteY883" fmla="*/ 286334 h 6858000"/>
              <a:gd name="connsiteX884" fmla="*/ 3640309 w 7467600"/>
              <a:gd name="connsiteY884" fmla="*/ 284664 h 6858000"/>
              <a:gd name="connsiteX885" fmla="*/ 3646022 w 7467600"/>
              <a:gd name="connsiteY885" fmla="*/ 276711 h 6858000"/>
              <a:gd name="connsiteX886" fmla="*/ 3707943 w 7467600"/>
              <a:gd name="connsiteY886" fmla="*/ 65958 h 6858000"/>
              <a:gd name="connsiteX887" fmla="*/ 3721337 w 7467600"/>
              <a:gd name="connsiteY887" fmla="*/ 0 h 6858000"/>
              <a:gd name="connsiteX888" fmla="*/ 2867960 w 7467600"/>
              <a:gd name="connsiteY888" fmla="*/ 0 h 6858000"/>
              <a:gd name="connsiteX889" fmla="*/ 2926351 w 7467600"/>
              <a:gd name="connsiteY889" fmla="*/ 0 h 6858000"/>
              <a:gd name="connsiteX890" fmla="*/ 2902823 w 7467600"/>
              <a:gd name="connsiteY890" fmla="*/ 262929 h 6858000"/>
              <a:gd name="connsiteX891" fmla="*/ 2940663 w 7467600"/>
              <a:gd name="connsiteY891" fmla="*/ 140884 h 6858000"/>
              <a:gd name="connsiteX892" fmla="*/ 2947039 w 7467600"/>
              <a:gd name="connsiteY892" fmla="*/ 122524 h 6858000"/>
              <a:gd name="connsiteX893" fmla="*/ 2984316 w 7467600"/>
              <a:gd name="connsiteY893" fmla="*/ 0 h 6858000"/>
              <a:gd name="connsiteX894" fmla="*/ 3016114 w 7467600"/>
              <a:gd name="connsiteY894" fmla="*/ 0 h 6858000"/>
              <a:gd name="connsiteX895" fmla="*/ 2979949 w 7467600"/>
              <a:gd name="connsiteY895" fmla="*/ 119274 h 6858000"/>
              <a:gd name="connsiteX896" fmla="*/ 3023879 w 7467600"/>
              <a:gd name="connsiteY896" fmla="*/ 0 h 6858000"/>
              <a:gd name="connsiteX897" fmla="*/ 3105400 w 7467600"/>
              <a:gd name="connsiteY897" fmla="*/ 0 h 6858000"/>
              <a:gd name="connsiteX898" fmla="*/ 3094669 w 7467600"/>
              <a:gd name="connsiteY898" fmla="*/ 30308 h 6858000"/>
              <a:gd name="connsiteX899" fmla="*/ 2901945 w 7467600"/>
              <a:gd name="connsiteY899" fmla="*/ 466538 h 6858000"/>
              <a:gd name="connsiteX900" fmla="*/ 2815209 w 7467600"/>
              <a:gd name="connsiteY900" fmla="*/ 497361 h 6858000"/>
              <a:gd name="connsiteX901" fmla="*/ 2844845 w 7467600"/>
              <a:gd name="connsiteY901" fmla="*/ 127638 h 6858000"/>
              <a:gd name="connsiteX902" fmla="*/ 2867960 w 7467600"/>
              <a:gd name="connsiteY902" fmla="*/ 0 h 6858000"/>
              <a:gd name="connsiteX903" fmla="*/ 1057230 w 7467600"/>
              <a:gd name="connsiteY903" fmla="*/ 0 h 6858000"/>
              <a:gd name="connsiteX904" fmla="*/ 1111003 w 7467600"/>
              <a:gd name="connsiteY904" fmla="*/ 0 h 6858000"/>
              <a:gd name="connsiteX905" fmla="*/ 1125553 w 7467600"/>
              <a:gd name="connsiteY905" fmla="*/ 52588 h 6858000"/>
              <a:gd name="connsiteX906" fmla="*/ 1304276 w 7467600"/>
              <a:gd name="connsiteY906" fmla="*/ 476275 h 6858000"/>
              <a:gd name="connsiteX907" fmla="*/ 1492066 w 7467600"/>
              <a:gd name="connsiteY907" fmla="*/ 886333 h 6858000"/>
              <a:gd name="connsiteX908" fmla="*/ 1423698 w 7467600"/>
              <a:gd name="connsiteY908" fmla="*/ 710817 h 6858000"/>
              <a:gd name="connsiteX909" fmla="*/ 1357609 w 7467600"/>
              <a:gd name="connsiteY909" fmla="*/ 532892 h 6858000"/>
              <a:gd name="connsiteX910" fmla="*/ 1309550 w 7467600"/>
              <a:gd name="connsiteY910" fmla="*/ 374031 h 6858000"/>
              <a:gd name="connsiteX911" fmla="*/ 1193673 w 7467600"/>
              <a:gd name="connsiteY911" fmla="*/ 49533 h 6858000"/>
              <a:gd name="connsiteX912" fmla="*/ 1164391 w 7467600"/>
              <a:gd name="connsiteY912" fmla="*/ 0 h 6858000"/>
              <a:gd name="connsiteX913" fmla="*/ 1200666 w 7467600"/>
              <a:gd name="connsiteY913" fmla="*/ 0 h 6858000"/>
              <a:gd name="connsiteX914" fmla="*/ 1223408 w 7467600"/>
              <a:gd name="connsiteY914" fmla="*/ 38996 h 6858000"/>
              <a:gd name="connsiteX915" fmla="*/ 1339635 w 7467600"/>
              <a:gd name="connsiteY915" fmla="*/ 365517 h 6858000"/>
              <a:gd name="connsiteX916" fmla="*/ 1387469 w 7467600"/>
              <a:gd name="connsiteY916" fmla="*/ 523079 h 6858000"/>
              <a:gd name="connsiteX917" fmla="*/ 1452685 w 7467600"/>
              <a:gd name="connsiteY917" fmla="*/ 699806 h 6858000"/>
              <a:gd name="connsiteX918" fmla="*/ 1492092 w 7467600"/>
              <a:gd name="connsiteY918" fmla="*/ 800424 h 6858000"/>
              <a:gd name="connsiteX919" fmla="*/ 1455302 w 7467600"/>
              <a:gd name="connsiteY919" fmla="*/ 632913 h 6858000"/>
              <a:gd name="connsiteX920" fmla="*/ 1222336 w 7467600"/>
              <a:gd name="connsiteY920" fmla="*/ 9480 h 6858000"/>
              <a:gd name="connsiteX921" fmla="*/ 1214634 w 7467600"/>
              <a:gd name="connsiteY921" fmla="*/ 0 h 6858000"/>
              <a:gd name="connsiteX922" fmla="*/ 1289827 w 7467600"/>
              <a:gd name="connsiteY922" fmla="*/ 0 h 6858000"/>
              <a:gd name="connsiteX923" fmla="*/ 1321076 w 7467600"/>
              <a:gd name="connsiteY923" fmla="*/ 59722 h 6858000"/>
              <a:gd name="connsiteX924" fmla="*/ 1512579 w 7467600"/>
              <a:gd name="connsiteY924" fmla="*/ 626441 h 6858000"/>
              <a:gd name="connsiteX925" fmla="*/ 1506076 w 7467600"/>
              <a:gd name="connsiteY925" fmla="*/ 1089289 h 6858000"/>
              <a:gd name="connsiteX926" fmla="*/ 1486346 w 7467600"/>
              <a:gd name="connsiteY926" fmla="*/ 1079919 h 6858000"/>
              <a:gd name="connsiteX927" fmla="*/ 1070511 w 7467600"/>
              <a:gd name="connsiteY927" fmla="*/ 48609 h 6858000"/>
              <a:gd name="connsiteX928" fmla="*/ 1057230 w 7467600"/>
              <a:gd name="connsiteY928" fmla="*/ 0 h 6858000"/>
              <a:gd name="connsiteX929" fmla="*/ 43151 w 7467600"/>
              <a:gd name="connsiteY929" fmla="*/ 0 h 6858000"/>
              <a:gd name="connsiteX930" fmla="*/ 95283 w 7467600"/>
              <a:gd name="connsiteY930" fmla="*/ 0 h 6858000"/>
              <a:gd name="connsiteX931" fmla="*/ 300708 w 7467600"/>
              <a:gd name="connsiteY931" fmla="*/ 154571 h 6858000"/>
              <a:gd name="connsiteX932" fmla="*/ 530414 w 7467600"/>
              <a:gd name="connsiteY932" fmla="*/ 354673 h 6858000"/>
              <a:gd name="connsiteX933" fmla="*/ 333785 w 7467600"/>
              <a:gd name="connsiteY933" fmla="*/ 161564 h 6858000"/>
              <a:gd name="connsiteX934" fmla="*/ 147005 w 7467600"/>
              <a:gd name="connsiteY934" fmla="*/ 0 h 6858000"/>
              <a:gd name="connsiteX935" fmla="*/ 272509 w 7467600"/>
              <a:gd name="connsiteY935" fmla="*/ 0 h 6858000"/>
              <a:gd name="connsiteX936" fmla="*/ 326276 w 7467600"/>
              <a:gd name="connsiteY936" fmla="*/ 45847 h 6858000"/>
              <a:gd name="connsiteX937" fmla="*/ 823759 w 7467600"/>
              <a:gd name="connsiteY937" fmla="*/ 574145 h 6858000"/>
              <a:gd name="connsiteX938" fmla="*/ 811254 w 7467600"/>
              <a:gd name="connsiteY938" fmla="*/ 665546 h 6858000"/>
              <a:gd name="connsiteX939" fmla="*/ 154042 w 7467600"/>
              <a:gd name="connsiteY939" fmla="*/ 261522 h 6858000"/>
              <a:gd name="connsiteX940" fmla="*/ 13550 w 7467600"/>
              <a:gd name="connsiteY940" fmla="*/ 158423 h 6858000"/>
              <a:gd name="connsiteX941" fmla="*/ 0 w 7467600"/>
              <a:gd name="connsiteY941" fmla="*/ 146618 h 6858000"/>
              <a:gd name="connsiteX942" fmla="*/ 0 w 7467600"/>
              <a:gd name="connsiteY942" fmla="*/ 59161 h 6858000"/>
              <a:gd name="connsiteX943" fmla="*/ 45427 w 7467600"/>
              <a:gd name="connsiteY943" fmla="*/ 101078 h 6858000"/>
              <a:gd name="connsiteX944" fmla="*/ 630103 w 7467600"/>
              <a:gd name="connsiteY944" fmla="*/ 485885 h 6858000"/>
              <a:gd name="connsiteX945" fmla="*/ 532040 w 7467600"/>
              <a:gd name="connsiteY945" fmla="*/ 399359 h 6858000"/>
              <a:gd name="connsiteX946" fmla="*/ 517618 w 7467600"/>
              <a:gd name="connsiteY946" fmla="*/ 385726 h 6858000"/>
              <a:gd name="connsiteX947" fmla="*/ 285074 w 7467600"/>
              <a:gd name="connsiteY947" fmla="*/ 182755 h 6858000"/>
              <a:gd name="connsiteX948" fmla="*/ 43151 w 7467600"/>
              <a:gd name="connsiteY94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767913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1019354 w 7467600"/>
              <a:gd name="connsiteY16" fmla="*/ 6315006 h 6858000"/>
              <a:gd name="connsiteX17" fmla="*/ 441046 w 7467600"/>
              <a:gd name="connsiteY17" fmla="*/ 6691153 h 6858000"/>
              <a:gd name="connsiteX18" fmla="*/ 1019354 w 7467600"/>
              <a:gd name="connsiteY18" fmla="*/ 6315006 h 6858000"/>
              <a:gd name="connsiteX19" fmla="*/ 991680 w 7467600"/>
              <a:gd name="connsiteY19" fmla="*/ 6298413 h 6858000"/>
              <a:gd name="connsiteX20" fmla="*/ 409060 w 7467600"/>
              <a:gd name="connsiteY20" fmla="*/ 6671470 h 6858000"/>
              <a:gd name="connsiteX21" fmla="*/ 991680 w 7467600"/>
              <a:gd name="connsiteY21" fmla="*/ 6298413 h 6858000"/>
              <a:gd name="connsiteX22" fmla="*/ 103333 w 7467600"/>
              <a:gd name="connsiteY22" fmla="*/ 5699602 h 6858000"/>
              <a:gd name="connsiteX23" fmla="*/ 233938 w 7467600"/>
              <a:gd name="connsiteY23" fmla="*/ 5809416 h 6858000"/>
              <a:gd name="connsiteX24" fmla="*/ 883580 w 7467600"/>
              <a:gd name="connsiteY24" fmla="*/ 6180710 h 6858000"/>
              <a:gd name="connsiteX25" fmla="*/ 487337 w 7467600"/>
              <a:gd name="connsiteY25" fmla="*/ 5950182 h 6858000"/>
              <a:gd name="connsiteX26" fmla="*/ 354051 w 7467600"/>
              <a:gd name="connsiteY26" fmla="*/ 5854912 h 6858000"/>
              <a:gd name="connsiteX27" fmla="*/ 195436 w 7467600"/>
              <a:gd name="connsiteY27" fmla="*/ 5755068 h 6858000"/>
              <a:gd name="connsiteX28" fmla="*/ 103333 w 7467600"/>
              <a:gd name="connsiteY28" fmla="*/ 5699602 h 6858000"/>
              <a:gd name="connsiteX29" fmla="*/ 5539432 w 7467600"/>
              <a:gd name="connsiteY29" fmla="*/ 5642928 h 6858000"/>
              <a:gd name="connsiteX30" fmla="*/ 5555462 w 7467600"/>
              <a:gd name="connsiteY30" fmla="*/ 5694454 h 6858000"/>
              <a:gd name="connsiteX31" fmla="*/ 5828270 w 7467600"/>
              <a:gd name="connsiteY31" fmla="*/ 6320663 h 6858000"/>
              <a:gd name="connsiteX32" fmla="*/ 5947416 w 7467600"/>
              <a:gd name="connsiteY32" fmla="*/ 6574846 h 6858000"/>
              <a:gd name="connsiteX33" fmla="*/ 5539432 w 7467600"/>
              <a:gd name="connsiteY33" fmla="*/ 5642928 h 6858000"/>
              <a:gd name="connsiteX34" fmla="*/ 51253 w 7467600"/>
              <a:gd name="connsiteY34" fmla="*/ 5631825 h 6858000"/>
              <a:gd name="connsiteX35" fmla="*/ 211622 w 7467600"/>
              <a:gd name="connsiteY35" fmla="*/ 5728803 h 6858000"/>
              <a:gd name="connsiteX36" fmla="*/ 371652 w 7467600"/>
              <a:gd name="connsiteY36" fmla="*/ 5829062 h 6858000"/>
              <a:gd name="connsiteX37" fmla="*/ 505903 w 7467600"/>
              <a:gd name="connsiteY37" fmla="*/ 5925221 h 6858000"/>
              <a:gd name="connsiteX38" fmla="*/ 899240 w 7467600"/>
              <a:gd name="connsiteY38" fmla="*/ 6153068 h 6858000"/>
              <a:gd name="connsiteX39" fmla="*/ 988114 w 7467600"/>
              <a:gd name="connsiteY39" fmla="*/ 6174204 h 6858000"/>
              <a:gd name="connsiteX40" fmla="*/ 845971 w 7467600"/>
              <a:gd name="connsiteY40" fmla="*/ 6067177 h 6858000"/>
              <a:gd name="connsiteX41" fmla="*/ 448057 w 7467600"/>
              <a:gd name="connsiteY41" fmla="*/ 5841376 h 6858000"/>
              <a:gd name="connsiteX42" fmla="*/ 51253 w 7467600"/>
              <a:gd name="connsiteY42" fmla="*/ 5631825 h 6858000"/>
              <a:gd name="connsiteX43" fmla="*/ 2606687 w 7467600"/>
              <a:gd name="connsiteY43" fmla="*/ 5630718 h 6858000"/>
              <a:gd name="connsiteX44" fmla="*/ 2645658 w 7467600"/>
              <a:gd name="connsiteY44" fmla="*/ 6640259 h 6858000"/>
              <a:gd name="connsiteX45" fmla="*/ 2606687 w 7467600"/>
              <a:gd name="connsiteY45" fmla="*/ 5630718 h 6858000"/>
              <a:gd name="connsiteX46" fmla="*/ 3642057 w 7467600"/>
              <a:gd name="connsiteY46" fmla="*/ 5573487 h 6858000"/>
              <a:gd name="connsiteX47" fmla="*/ 3632981 w 7467600"/>
              <a:gd name="connsiteY47" fmla="*/ 5579437 h 6858000"/>
              <a:gd name="connsiteX48" fmla="*/ 3382436 w 7467600"/>
              <a:gd name="connsiteY48" fmla="*/ 5952726 h 6858000"/>
              <a:gd name="connsiteX49" fmla="*/ 3191929 w 7467600"/>
              <a:gd name="connsiteY49" fmla="*/ 6662669 h 6858000"/>
              <a:gd name="connsiteX50" fmla="*/ 3369898 w 7467600"/>
              <a:gd name="connsiteY50" fmla="*/ 6081771 h 6858000"/>
              <a:gd name="connsiteX51" fmla="*/ 3642057 w 7467600"/>
              <a:gd name="connsiteY51" fmla="*/ 5573487 h 6858000"/>
              <a:gd name="connsiteX52" fmla="*/ 2650666 w 7467600"/>
              <a:gd name="connsiteY52" fmla="*/ 5530686 h 6858000"/>
              <a:gd name="connsiteX53" fmla="*/ 2650249 w 7467600"/>
              <a:gd name="connsiteY53" fmla="*/ 5532101 h 6858000"/>
              <a:gd name="connsiteX54" fmla="*/ 2663808 w 7467600"/>
              <a:gd name="connsiteY54" fmla="*/ 6535215 h 6858000"/>
              <a:gd name="connsiteX55" fmla="*/ 2665418 w 7467600"/>
              <a:gd name="connsiteY55" fmla="*/ 6132756 h 6858000"/>
              <a:gd name="connsiteX56" fmla="*/ 2650666 w 7467600"/>
              <a:gd name="connsiteY56" fmla="*/ 5530686 h 6858000"/>
              <a:gd name="connsiteX57" fmla="*/ 2680277 w 7467600"/>
              <a:gd name="connsiteY57" fmla="*/ 5479204 h 6858000"/>
              <a:gd name="connsiteX58" fmla="*/ 2678972 w 7467600"/>
              <a:gd name="connsiteY58" fmla="*/ 5481582 h 6858000"/>
              <a:gd name="connsiteX59" fmla="*/ 2696666 w 7467600"/>
              <a:gd name="connsiteY59" fmla="*/ 6133836 h 6858000"/>
              <a:gd name="connsiteX60" fmla="*/ 2695769 w 7467600"/>
              <a:gd name="connsiteY60" fmla="*/ 6390955 h 6858000"/>
              <a:gd name="connsiteX61" fmla="*/ 2739893 w 7467600"/>
              <a:gd name="connsiteY61" fmla="*/ 6108357 h 6858000"/>
              <a:gd name="connsiteX62" fmla="*/ 2680277 w 7467600"/>
              <a:gd name="connsiteY62" fmla="*/ 5479204 h 6858000"/>
              <a:gd name="connsiteX63" fmla="*/ 1132195 w 7467600"/>
              <a:gd name="connsiteY63" fmla="*/ 5467980 h 6858000"/>
              <a:gd name="connsiteX64" fmla="*/ 1679056 w 7467600"/>
              <a:gd name="connsiteY64" fmla="*/ 5516907 h 6858000"/>
              <a:gd name="connsiteX65" fmla="*/ 2128648 w 7467600"/>
              <a:gd name="connsiteY65" fmla="*/ 5474249 h 6858000"/>
              <a:gd name="connsiteX66" fmla="*/ 1825619 w 7467600"/>
              <a:gd name="connsiteY66" fmla="*/ 5478447 h 6858000"/>
              <a:gd name="connsiteX67" fmla="*/ 1737798 w 7467600"/>
              <a:gd name="connsiteY67" fmla="*/ 5483353 h 6858000"/>
              <a:gd name="connsiteX68" fmla="*/ 1132195 w 7467600"/>
              <a:gd name="connsiteY68" fmla="*/ 5467980 h 6858000"/>
              <a:gd name="connsiteX69" fmla="*/ 1456157 w 7467600"/>
              <a:gd name="connsiteY69" fmla="*/ 5371404 h 6858000"/>
              <a:gd name="connsiteX70" fmla="*/ 1244432 w 7467600"/>
              <a:gd name="connsiteY70" fmla="*/ 5385601 h 6858000"/>
              <a:gd name="connsiteX71" fmla="*/ 973990 w 7467600"/>
              <a:gd name="connsiteY71" fmla="*/ 5424940 h 6858000"/>
              <a:gd name="connsiteX72" fmla="*/ 1103809 w 7467600"/>
              <a:gd name="connsiteY72" fmla="*/ 5433720 h 6858000"/>
              <a:gd name="connsiteX73" fmla="*/ 1123454 w 7467600"/>
              <a:gd name="connsiteY73" fmla="*/ 5435727 h 6858000"/>
              <a:gd name="connsiteX74" fmla="*/ 1737017 w 7467600"/>
              <a:gd name="connsiteY74" fmla="*/ 5452183 h 6858000"/>
              <a:gd name="connsiteX75" fmla="*/ 1824397 w 7467600"/>
              <a:gd name="connsiteY75" fmla="*/ 5447757 h 6858000"/>
              <a:gd name="connsiteX76" fmla="*/ 2070059 w 7467600"/>
              <a:gd name="connsiteY76" fmla="*/ 5441660 h 6858000"/>
              <a:gd name="connsiteX77" fmla="*/ 1456157 w 7467600"/>
              <a:gd name="connsiteY77" fmla="*/ 5371404 h 6858000"/>
              <a:gd name="connsiteX78" fmla="*/ 4988186 w 7467600"/>
              <a:gd name="connsiteY78" fmla="*/ 5216467 h 6858000"/>
              <a:gd name="connsiteX79" fmla="*/ 4777334 w 7467600"/>
              <a:gd name="connsiteY79" fmla="*/ 5406072 h 6858000"/>
              <a:gd name="connsiteX80" fmla="*/ 4718341 w 7467600"/>
              <a:gd name="connsiteY80" fmla="*/ 5468043 h 6858000"/>
              <a:gd name="connsiteX81" fmla="*/ 4604655 w 7467600"/>
              <a:gd name="connsiteY81" fmla="*/ 5583434 h 6858000"/>
              <a:gd name="connsiteX82" fmla="*/ 4565074 w 7467600"/>
              <a:gd name="connsiteY82" fmla="*/ 5618550 h 6858000"/>
              <a:gd name="connsiteX83" fmla="*/ 4988186 w 7467600"/>
              <a:gd name="connsiteY83" fmla="*/ 5216467 h 6858000"/>
              <a:gd name="connsiteX84" fmla="*/ 4978032 w 7467600"/>
              <a:gd name="connsiteY84" fmla="*/ 5183809 h 6858000"/>
              <a:gd name="connsiteX85" fmla="*/ 4463413 w 7467600"/>
              <a:gd name="connsiteY85" fmla="*/ 5615162 h 6858000"/>
              <a:gd name="connsiteX86" fmla="*/ 4358134 w 7467600"/>
              <a:gd name="connsiteY86" fmla="*/ 5742791 h 6858000"/>
              <a:gd name="connsiteX87" fmla="*/ 4376219 w 7467600"/>
              <a:gd name="connsiteY87" fmla="*/ 5729027 h 6858000"/>
              <a:gd name="connsiteX88" fmla="*/ 4582340 w 7467600"/>
              <a:gd name="connsiteY88" fmla="*/ 5561037 h 6858000"/>
              <a:gd name="connsiteX89" fmla="*/ 4694684 w 7467600"/>
              <a:gd name="connsiteY89" fmla="*/ 5447098 h 6858000"/>
              <a:gd name="connsiteX90" fmla="*/ 4754123 w 7467600"/>
              <a:gd name="connsiteY90" fmla="*/ 5384643 h 6858000"/>
              <a:gd name="connsiteX91" fmla="*/ 4978032 w 7467600"/>
              <a:gd name="connsiteY91" fmla="*/ 5183809 h 6858000"/>
              <a:gd name="connsiteX92" fmla="*/ 1903353 w 7467600"/>
              <a:gd name="connsiteY92" fmla="*/ 5044827 h 6858000"/>
              <a:gd name="connsiteX93" fmla="*/ 1936931 w 7467600"/>
              <a:gd name="connsiteY93" fmla="*/ 5093954 h 6858000"/>
              <a:gd name="connsiteX94" fmla="*/ 2195868 w 7467600"/>
              <a:gd name="connsiteY94" fmla="*/ 5396574 h 6858000"/>
              <a:gd name="connsiteX95" fmla="*/ 2088852 w 7467600"/>
              <a:gd name="connsiteY95" fmla="*/ 5166123 h 6858000"/>
              <a:gd name="connsiteX96" fmla="*/ 1958241 w 7467600"/>
              <a:gd name="connsiteY96" fmla="*/ 5067955 h 6858000"/>
              <a:gd name="connsiteX97" fmla="*/ 1903353 w 7467600"/>
              <a:gd name="connsiteY97" fmla="*/ 5044827 h 6858000"/>
              <a:gd name="connsiteX98" fmla="*/ 1979378 w 7467600"/>
              <a:gd name="connsiteY98" fmla="*/ 4769504 h 6858000"/>
              <a:gd name="connsiteX99" fmla="*/ 2882120 w 7467600"/>
              <a:gd name="connsiteY99" fmla="*/ 5064547 h 6858000"/>
              <a:gd name="connsiteX100" fmla="*/ 2793103 w 7467600"/>
              <a:gd name="connsiteY100" fmla="*/ 5039699 h 6858000"/>
              <a:gd name="connsiteX101" fmla="*/ 2770041 w 7467600"/>
              <a:gd name="connsiteY101" fmla="*/ 5033634 h 6858000"/>
              <a:gd name="connsiteX102" fmla="*/ 1979378 w 7467600"/>
              <a:gd name="connsiteY102" fmla="*/ 4769504 h 6858000"/>
              <a:gd name="connsiteX103" fmla="*/ 1927410 w 7467600"/>
              <a:gd name="connsiteY103" fmla="*/ 4716164 h 6858000"/>
              <a:gd name="connsiteX104" fmla="*/ 1959587 w 7467600"/>
              <a:gd name="connsiteY104" fmla="*/ 4728849 h 6858000"/>
              <a:gd name="connsiteX105" fmla="*/ 2777707 w 7467600"/>
              <a:gd name="connsiteY105" fmla="*/ 5003991 h 6858000"/>
              <a:gd name="connsiteX106" fmla="*/ 2800768 w 7467600"/>
              <a:gd name="connsiteY106" fmla="*/ 5010056 h 6858000"/>
              <a:gd name="connsiteX107" fmla="*/ 2879408 w 7467600"/>
              <a:gd name="connsiteY107" fmla="*/ 5031590 h 6858000"/>
              <a:gd name="connsiteX108" fmla="*/ 2862295 w 7467600"/>
              <a:gd name="connsiteY108" fmla="*/ 5022958 h 6858000"/>
              <a:gd name="connsiteX109" fmla="*/ 2813343 w 7467600"/>
              <a:gd name="connsiteY109" fmla="*/ 4998369 h 6858000"/>
              <a:gd name="connsiteX110" fmla="*/ 2646245 w 7467600"/>
              <a:gd name="connsiteY110" fmla="*/ 4930999 h 6858000"/>
              <a:gd name="connsiteX111" fmla="*/ 1999243 w 7467600"/>
              <a:gd name="connsiteY111" fmla="*/ 4730524 h 6858000"/>
              <a:gd name="connsiteX112" fmla="*/ 1979527 w 7467600"/>
              <a:gd name="connsiteY112" fmla="*/ 4726651 h 6858000"/>
              <a:gd name="connsiteX113" fmla="*/ 1927410 w 7467600"/>
              <a:gd name="connsiteY113" fmla="*/ 4716164 h 6858000"/>
              <a:gd name="connsiteX114" fmla="*/ 1997014 w 7467600"/>
              <a:gd name="connsiteY114" fmla="*/ 4698007 h 6858000"/>
              <a:gd name="connsiteX115" fmla="*/ 2005458 w 7467600"/>
              <a:gd name="connsiteY115" fmla="*/ 4699540 h 6858000"/>
              <a:gd name="connsiteX116" fmla="*/ 2657186 w 7467600"/>
              <a:gd name="connsiteY116" fmla="*/ 4901687 h 6858000"/>
              <a:gd name="connsiteX117" fmla="*/ 2826662 w 7467600"/>
              <a:gd name="connsiteY117" fmla="*/ 4970362 h 6858000"/>
              <a:gd name="connsiteX118" fmla="*/ 2876100 w 7467600"/>
              <a:gd name="connsiteY118" fmla="*/ 4995397 h 6858000"/>
              <a:gd name="connsiteX119" fmla="*/ 3042600 w 7467600"/>
              <a:gd name="connsiteY119" fmla="*/ 5059532 h 6858000"/>
              <a:gd name="connsiteX120" fmla="*/ 1997014 w 7467600"/>
              <a:gd name="connsiteY120" fmla="*/ 4698007 h 6858000"/>
              <a:gd name="connsiteX121" fmla="*/ 2305292 w 7467600"/>
              <a:gd name="connsiteY121" fmla="*/ 4219492 h 6858000"/>
              <a:gd name="connsiteX122" fmla="*/ 3360922 w 7467600"/>
              <a:gd name="connsiteY122" fmla="*/ 4529373 h 6858000"/>
              <a:gd name="connsiteX123" fmla="*/ 3492420 w 7467600"/>
              <a:gd name="connsiteY123" fmla="*/ 4510145 h 6858000"/>
              <a:gd name="connsiteX124" fmla="*/ 3364086 w 7467600"/>
              <a:gd name="connsiteY124" fmla="*/ 4480340 h 6858000"/>
              <a:gd name="connsiteX125" fmla="*/ 3225818 w 7467600"/>
              <a:gd name="connsiteY125" fmla="*/ 4411822 h 6858000"/>
              <a:gd name="connsiteX126" fmla="*/ 3129696 w 7467600"/>
              <a:gd name="connsiteY126" fmla="*/ 4360704 h 6858000"/>
              <a:gd name="connsiteX127" fmla="*/ 2814545 w 7467600"/>
              <a:gd name="connsiteY127" fmla="*/ 4282955 h 6858000"/>
              <a:gd name="connsiteX128" fmla="*/ 2305292 w 7467600"/>
              <a:gd name="connsiteY128" fmla="*/ 4219492 h 6858000"/>
              <a:gd name="connsiteX129" fmla="*/ 2626982 w 7467600"/>
              <a:gd name="connsiteY129" fmla="*/ 4206450 h 6858000"/>
              <a:gd name="connsiteX130" fmla="*/ 2490617 w 7467600"/>
              <a:gd name="connsiteY130" fmla="*/ 4206951 h 6858000"/>
              <a:gd name="connsiteX131" fmla="*/ 2819869 w 7467600"/>
              <a:gd name="connsiteY131" fmla="*/ 4252936 h 6858000"/>
              <a:gd name="connsiteX132" fmla="*/ 3143018 w 7467600"/>
              <a:gd name="connsiteY132" fmla="*/ 4332698 h 6858000"/>
              <a:gd name="connsiteX133" fmla="*/ 3241520 w 7467600"/>
              <a:gd name="connsiteY133" fmla="*/ 4385112 h 6858000"/>
              <a:gd name="connsiteX134" fmla="*/ 3374575 w 7467600"/>
              <a:gd name="connsiteY134" fmla="*/ 4451517 h 6858000"/>
              <a:gd name="connsiteX135" fmla="*/ 3505221 w 7467600"/>
              <a:gd name="connsiteY135" fmla="*/ 4480757 h 6858000"/>
              <a:gd name="connsiteX136" fmla="*/ 2626982 w 7467600"/>
              <a:gd name="connsiteY136" fmla="*/ 4206450 h 6858000"/>
              <a:gd name="connsiteX137" fmla="*/ 1310106 w 7467600"/>
              <a:gd name="connsiteY137" fmla="*/ 3943217 h 6858000"/>
              <a:gd name="connsiteX138" fmla="*/ 854994 w 7467600"/>
              <a:gd name="connsiteY138" fmla="*/ 4399136 h 6858000"/>
              <a:gd name="connsiteX139" fmla="*/ 742462 w 7467600"/>
              <a:gd name="connsiteY139" fmla="*/ 4594648 h 6858000"/>
              <a:gd name="connsiteX140" fmla="*/ 820602 w 7467600"/>
              <a:gd name="connsiteY140" fmla="*/ 4485915 h 6858000"/>
              <a:gd name="connsiteX141" fmla="*/ 878295 w 7467600"/>
              <a:gd name="connsiteY141" fmla="*/ 4403594 h 6858000"/>
              <a:gd name="connsiteX142" fmla="*/ 1240607 w 7467600"/>
              <a:gd name="connsiteY142" fmla="*/ 4010401 h 6858000"/>
              <a:gd name="connsiteX143" fmla="*/ 1310106 w 7467600"/>
              <a:gd name="connsiteY143" fmla="*/ 3943217 h 6858000"/>
              <a:gd name="connsiteX144" fmla="*/ 1423113 w 7467600"/>
              <a:gd name="connsiteY144" fmla="*/ 3874565 h 6858000"/>
              <a:gd name="connsiteX145" fmla="*/ 1260565 w 7467600"/>
              <a:gd name="connsiteY145" fmla="*/ 4031982 h 6858000"/>
              <a:gd name="connsiteX146" fmla="*/ 901900 w 7467600"/>
              <a:gd name="connsiteY146" fmla="*/ 4421236 h 6858000"/>
              <a:gd name="connsiteX147" fmla="*/ 845044 w 7467600"/>
              <a:gd name="connsiteY147" fmla="*/ 4502436 h 6858000"/>
              <a:gd name="connsiteX148" fmla="*/ 685926 w 7467600"/>
              <a:gd name="connsiteY148" fmla="*/ 4703069 h 6858000"/>
              <a:gd name="connsiteX149" fmla="*/ 684248 w 7467600"/>
              <a:gd name="connsiteY149" fmla="*/ 4706721 h 6858000"/>
              <a:gd name="connsiteX150" fmla="*/ 1423113 w 7467600"/>
              <a:gd name="connsiteY150" fmla="*/ 3874565 h 6858000"/>
              <a:gd name="connsiteX151" fmla="*/ 3316479 w 7467600"/>
              <a:gd name="connsiteY151" fmla="*/ 3872136 h 6858000"/>
              <a:gd name="connsiteX152" fmla="*/ 3546806 w 7467600"/>
              <a:gd name="connsiteY152" fmla="*/ 4356139 h 6858000"/>
              <a:gd name="connsiteX153" fmla="*/ 3364433 w 7467600"/>
              <a:gd name="connsiteY153" fmla="*/ 3953121 h 6858000"/>
              <a:gd name="connsiteX154" fmla="*/ 3316479 w 7467600"/>
              <a:gd name="connsiteY154" fmla="*/ 3872136 h 6858000"/>
              <a:gd name="connsiteX155" fmla="*/ 3291335 w 7467600"/>
              <a:gd name="connsiteY155" fmla="*/ 3767420 h 6858000"/>
              <a:gd name="connsiteX156" fmla="*/ 3390805 w 7467600"/>
              <a:gd name="connsiteY156" fmla="*/ 3937163 h 6858000"/>
              <a:gd name="connsiteX157" fmla="*/ 3579062 w 7467600"/>
              <a:gd name="connsiteY157" fmla="*/ 4359040 h 6858000"/>
              <a:gd name="connsiteX158" fmla="*/ 3467355 w 7467600"/>
              <a:gd name="connsiteY158" fmla="*/ 3988130 h 6858000"/>
              <a:gd name="connsiteX159" fmla="*/ 3310753 w 7467600"/>
              <a:gd name="connsiteY159" fmla="*/ 3787140 h 6858000"/>
              <a:gd name="connsiteX160" fmla="*/ 3291335 w 7467600"/>
              <a:gd name="connsiteY160" fmla="*/ 3767420 h 6858000"/>
              <a:gd name="connsiteX161" fmla="*/ 1635889 w 7467600"/>
              <a:gd name="connsiteY161" fmla="*/ 3709494 h 6858000"/>
              <a:gd name="connsiteX162" fmla="*/ 1634800 w 7467600"/>
              <a:gd name="connsiteY162" fmla="*/ 3731111 h 6858000"/>
              <a:gd name="connsiteX163" fmla="*/ 1635889 w 7467600"/>
              <a:gd name="connsiteY163" fmla="*/ 3709494 h 6858000"/>
              <a:gd name="connsiteX164" fmla="*/ 1510397 w 7467600"/>
              <a:gd name="connsiteY164" fmla="*/ 3684705 h 6858000"/>
              <a:gd name="connsiteX165" fmla="*/ 1146550 w 7467600"/>
              <a:gd name="connsiteY165" fmla="*/ 3802012 h 6858000"/>
              <a:gd name="connsiteX166" fmla="*/ 698834 w 7467600"/>
              <a:gd name="connsiteY166" fmla="*/ 3952272 h 6858000"/>
              <a:gd name="connsiteX167" fmla="*/ 34256 w 7467600"/>
              <a:gd name="connsiteY167" fmla="*/ 4347603 h 6858000"/>
              <a:gd name="connsiteX168" fmla="*/ 527241 w 7467600"/>
              <a:gd name="connsiteY168" fmla="*/ 4065078 h 6858000"/>
              <a:gd name="connsiteX169" fmla="*/ 1510397 w 7467600"/>
              <a:gd name="connsiteY169" fmla="*/ 3684705 h 6858000"/>
              <a:gd name="connsiteX170" fmla="*/ 1313114 w 7467600"/>
              <a:gd name="connsiteY170" fmla="*/ 3655216 h 6858000"/>
              <a:gd name="connsiteX171" fmla="*/ 1109304 w 7467600"/>
              <a:gd name="connsiteY171" fmla="*/ 3669030 h 6858000"/>
              <a:gd name="connsiteX172" fmla="*/ 8129 w 7467600"/>
              <a:gd name="connsiteY172" fmla="*/ 4330519 h 6858000"/>
              <a:gd name="connsiteX173" fmla="*/ 687572 w 7467600"/>
              <a:gd name="connsiteY173" fmla="*/ 3925629 h 6858000"/>
              <a:gd name="connsiteX174" fmla="*/ 1138365 w 7467600"/>
              <a:gd name="connsiteY174" fmla="*/ 3774515 h 6858000"/>
              <a:gd name="connsiteX175" fmla="*/ 1505579 w 7467600"/>
              <a:gd name="connsiteY175" fmla="*/ 3655526 h 6858000"/>
              <a:gd name="connsiteX176" fmla="*/ 1313114 w 7467600"/>
              <a:gd name="connsiteY176" fmla="*/ 3655216 h 6858000"/>
              <a:gd name="connsiteX177" fmla="*/ 3655073 w 7467600"/>
              <a:gd name="connsiteY177" fmla="*/ 3650884 h 6858000"/>
              <a:gd name="connsiteX178" fmla="*/ 3989938 w 7467600"/>
              <a:gd name="connsiteY178" fmla="*/ 3991685 h 6858000"/>
              <a:gd name="connsiteX179" fmla="*/ 4393907 w 7467600"/>
              <a:gd name="connsiteY179" fmla="*/ 4261258 h 6858000"/>
              <a:gd name="connsiteX180" fmla="*/ 4648051 w 7467600"/>
              <a:gd name="connsiteY180" fmla="*/ 4374051 h 6858000"/>
              <a:gd name="connsiteX181" fmla="*/ 4383389 w 7467600"/>
              <a:gd name="connsiteY181" fmla="*/ 4184369 h 6858000"/>
              <a:gd name="connsiteX182" fmla="*/ 4165508 w 7467600"/>
              <a:gd name="connsiteY182" fmla="*/ 4035196 h 6858000"/>
              <a:gd name="connsiteX183" fmla="*/ 4068162 w 7467600"/>
              <a:gd name="connsiteY183" fmla="*/ 3953394 h 6858000"/>
              <a:gd name="connsiteX184" fmla="*/ 3981416 w 7467600"/>
              <a:gd name="connsiteY184" fmla="*/ 3880482 h 6858000"/>
              <a:gd name="connsiteX185" fmla="*/ 3800147 w 7467600"/>
              <a:gd name="connsiteY185" fmla="*/ 3749872 h 6858000"/>
              <a:gd name="connsiteX186" fmla="*/ 3655073 w 7467600"/>
              <a:gd name="connsiteY186" fmla="*/ 3650884 h 6858000"/>
              <a:gd name="connsiteX187" fmla="*/ 3670252 w 7467600"/>
              <a:gd name="connsiteY187" fmla="*/ 3622798 h 6858000"/>
              <a:gd name="connsiteX188" fmla="*/ 3817258 w 7467600"/>
              <a:gd name="connsiteY188" fmla="*/ 3723577 h 6858000"/>
              <a:gd name="connsiteX189" fmla="*/ 4000461 w 7467600"/>
              <a:gd name="connsiteY189" fmla="*/ 3855966 h 6858000"/>
              <a:gd name="connsiteX190" fmla="*/ 4088180 w 7467600"/>
              <a:gd name="connsiteY190" fmla="*/ 3929774 h 6858000"/>
              <a:gd name="connsiteX191" fmla="*/ 4184555 w 7467600"/>
              <a:gd name="connsiteY191" fmla="*/ 4010683 h 6858000"/>
              <a:gd name="connsiteX192" fmla="*/ 4399563 w 7467600"/>
              <a:gd name="connsiteY192" fmla="*/ 4158106 h 6858000"/>
              <a:gd name="connsiteX193" fmla="*/ 4684469 w 7467600"/>
              <a:gd name="connsiteY193" fmla="*/ 4364680 h 6858000"/>
              <a:gd name="connsiteX194" fmla="*/ 4690271 w 7467600"/>
              <a:gd name="connsiteY194" fmla="*/ 4370034 h 6858000"/>
              <a:gd name="connsiteX195" fmla="*/ 4136093 w 7467600"/>
              <a:gd name="connsiteY195" fmla="*/ 3858466 h 6858000"/>
              <a:gd name="connsiteX196" fmla="*/ 3670252 w 7467600"/>
              <a:gd name="connsiteY196" fmla="*/ 3622798 h 6858000"/>
              <a:gd name="connsiteX197" fmla="*/ 4440129 w 7467600"/>
              <a:gd name="connsiteY197" fmla="*/ 3448571 h 6858000"/>
              <a:gd name="connsiteX198" fmla="*/ 4856525 w 7467600"/>
              <a:gd name="connsiteY198" fmla="*/ 3915351 h 6858000"/>
              <a:gd name="connsiteX199" fmla="*/ 5059055 w 7467600"/>
              <a:gd name="connsiteY199" fmla="*/ 4108918 h 6858000"/>
              <a:gd name="connsiteX200" fmla="*/ 5290070 w 7467600"/>
              <a:gd name="connsiteY200" fmla="*/ 4263619 h 6858000"/>
              <a:gd name="connsiteX201" fmla="*/ 4834991 w 7467600"/>
              <a:gd name="connsiteY201" fmla="*/ 3830985 h 6858000"/>
              <a:gd name="connsiteX202" fmla="*/ 4440129 w 7467600"/>
              <a:gd name="connsiteY202" fmla="*/ 3448571 h 6858000"/>
              <a:gd name="connsiteX203" fmla="*/ 4441737 w 7467600"/>
              <a:gd name="connsiteY203" fmla="*/ 3399734 h 6858000"/>
              <a:gd name="connsiteX204" fmla="*/ 4431236 w 7467600"/>
              <a:gd name="connsiteY204" fmla="*/ 3400954 h 6858000"/>
              <a:gd name="connsiteX205" fmla="*/ 4557150 w 7467600"/>
              <a:gd name="connsiteY205" fmla="*/ 3510023 h 6858000"/>
              <a:gd name="connsiteX206" fmla="*/ 4856936 w 7467600"/>
              <a:gd name="connsiteY206" fmla="*/ 3809146 h 6858000"/>
              <a:gd name="connsiteX207" fmla="*/ 5111996 w 7467600"/>
              <a:gd name="connsiteY207" fmla="*/ 4065759 h 6858000"/>
              <a:gd name="connsiteX208" fmla="*/ 5388878 w 7467600"/>
              <a:gd name="connsiteY208" fmla="*/ 4300185 h 6858000"/>
              <a:gd name="connsiteX209" fmla="*/ 5425556 w 7467600"/>
              <a:gd name="connsiteY209" fmla="*/ 4308967 h 6858000"/>
              <a:gd name="connsiteX210" fmla="*/ 4943646 w 7467600"/>
              <a:gd name="connsiteY210" fmla="*/ 3822916 h 6858000"/>
              <a:gd name="connsiteX211" fmla="*/ 4594837 w 7467600"/>
              <a:gd name="connsiteY211" fmla="*/ 3532274 h 6858000"/>
              <a:gd name="connsiteX212" fmla="*/ 4441737 w 7467600"/>
              <a:gd name="connsiteY212" fmla="*/ 3399734 h 6858000"/>
              <a:gd name="connsiteX213" fmla="*/ 5425834 w 7467600"/>
              <a:gd name="connsiteY213" fmla="*/ 3162785 h 6858000"/>
              <a:gd name="connsiteX214" fmla="*/ 5401644 w 7467600"/>
              <a:gd name="connsiteY214" fmla="*/ 3617847 h 6858000"/>
              <a:gd name="connsiteX215" fmla="*/ 5467256 w 7467600"/>
              <a:gd name="connsiteY215" fmla="*/ 4175494 h 6858000"/>
              <a:gd name="connsiteX216" fmla="*/ 5448069 w 7467600"/>
              <a:gd name="connsiteY216" fmla="*/ 3567554 h 6858000"/>
              <a:gd name="connsiteX217" fmla="*/ 5425834 w 7467600"/>
              <a:gd name="connsiteY217" fmla="*/ 3162785 h 6858000"/>
              <a:gd name="connsiteX218" fmla="*/ 1318687 w 7467600"/>
              <a:gd name="connsiteY218" fmla="*/ 3113840 h 6858000"/>
              <a:gd name="connsiteX219" fmla="*/ 1066793 w 7467600"/>
              <a:gd name="connsiteY219" fmla="*/ 3212171 h 6858000"/>
              <a:gd name="connsiteX220" fmla="*/ 993319 w 7467600"/>
              <a:gd name="connsiteY220" fmla="*/ 3247648 h 6858000"/>
              <a:gd name="connsiteX221" fmla="*/ 853081 w 7467600"/>
              <a:gd name="connsiteY221" fmla="*/ 3312410 h 6858000"/>
              <a:gd name="connsiteX222" fmla="*/ 805957 w 7467600"/>
              <a:gd name="connsiteY222" fmla="*/ 3330443 h 6858000"/>
              <a:gd name="connsiteX223" fmla="*/ 1318687 w 7467600"/>
              <a:gd name="connsiteY223" fmla="*/ 3113840 h 6858000"/>
              <a:gd name="connsiteX224" fmla="*/ 5453702 w 7467600"/>
              <a:gd name="connsiteY224" fmla="*/ 3090882 h 6858000"/>
              <a:gd name="connsiteX225" fmla="*/ 5480135 w 7467600"/>
              <a:gd name="connsiteY225" fmla="*/ 3565802 h 6858000"/>
              <a:gd name="connsiteX226" fmla="*/ 5499023 w 7467600"/>
              <a:gd name="connsiteY226" fmla="*/ 4166310 h 6858000"/>
              <a:gd name="connsiteX227" fmla="*/ 5547022 w 7467600"/>
              <a:gd name="connsiteY227" fmla="*/ 3607838 h 6858000"/>
              <a:gd name="connsiteX228" fmla="*/ 5515964 w 7467600"/>
              <a:gd name="connsiteY228" fmla="*/ 3378541 h 6858000"/>
              <a:gd name="connsiteX229" fmla="*/ 5453702 w 7467600"/>
              <a:gd name="connsiteY229" fmla="*/ 3090882 h 6858000"/>
              <a:gd name="connsiteX230" fmla="*/ 1238695 w 7467600"/>
              <a:gd name="connsiteY230" fmla="*/ 3076820 h 6858000"/>
              <a:gd name="connsiteX231" fmla="*/ 716371 w 7467600"/>
              <a:gd name="connsiteY231" fmla="*/ 3293249 h 6858000"/>
              <a:gd name="connsiteX232" fmla="*/ 579522 w 7467600"/>
              <a:gd name="connsiteY232" fmla="*/ 3371759 h 6858000"/>
              <a:gd name="connsiteX233" fmla="*/ 600288 w 7467600"/>
              <a:gd name="connsiteY233" fmla="*/ 3365555 h 6858000"/>
              <a:gd name="connsiteX234" fmla="*/ 840692 w 7467600"/>
              <a:gd name="connsiteY234" fmla="*/ 3284921 h 6858000"/>
              <a:gd name="connsiteX235" fmla="*/ 979248 w 7467600"/>
              <a:gd name="connsiteY235" fmla="*/ 3221003 h 6858000"/>
              <a:gd name="connsiteX236" fmla="*/ 1053282 w 7467600"/>
              <a:gd name="connsiteY236" fmla="*/ 3185247 h 6858000"/>
              <a:gd name="connsiteX237" fmla="*/ 1320603 w 7467600"/>
              <a:gd name="connsiteY237" fmla="*/ 3081281 h 6858000"/>
              <a:gd name="connsiteX238" fmla="*/ 1238695 w 7467600"/>
              <a:gd name="connsiteY238" fmla="*/ 3076820 h 6858000"/>
              <a:gd name="connsiteX239" fmla="*/ 5425627 w 7467600"/>
              <a:gd name="connsiteY239" fmla="*/ 2954192 h 6858000"/>
              <a:gd name="connsiteX240" fmla="*/ 5470770 w 7467600"/>
              <a:gd name="connsiteY240" fmla="*/ 3005435 h 6858000"/>
              <a:gd name="connsiteX241" fmla="*/ 5519779 w 7467600"/>
              <a:gd name="connsiteY241" fmla="*/ 4359223 h 6858000"/>
              <a:gd name="connsiteX242" fmla="*/ 5520293 w 7467600"/>
              <a:gd name="connsiteY242" fmla="*/ 4360602 h 6858000"/>
              <a:gd name="connsiteX243" fmla="*/ 5767221 w 7467600"/>
              <a:gd name="connsiteY243" fmla="*/ 4665564 h 6858000"/>
              <a:gd name="connsiteX244" fmla="*/ 6937169 w 7467600"/>
              <a:gd name="connsiteY244" fmla="*/ 4815941 h 6858000"/>
              <a:gd name="connsiteX245" fmla="*/ 6953922 w 7467600"/>
              <a:gd name="connsiteY245" fmla="*/ 4890068 h 6858000"/>
              <a:gd name="connsiteX246" fmla="*/ 6071359 w 7467600"/>
              <a:gd name="connsiteY246" fmla="*/ 4770770 h 6858000"/>
              <a:gd name="connsiteX247" fmla="*/ 6038839 w 7467600"/>
              <a:gd name="connsiteY247" fmla="*/ 4764474 h 6858000"/>
              <a:gd name="connsiteX248" fmla="*/ 6038706 w 7467600"/>
              <a:gd name="connsiteY248" fmla="*/ 4763847 h 6858000"/>
              <a:gd name="connsiteX249" fmla="*/ 6037784 w 7467600"/>
              <a:gd name="connsiteY249" fmla="*/ 4764270 h 6858000"/>
              <a:gd name="connsiteX250" fmla="*/ 6038839 w 7467600"/>
              <a:gd name="connsiteY250" fmla="*/ 4764474 h 6858000"/>
              <a:gd name="connsiteX251" fmla="*/ 6040338 w 7467600"/>
              <a:gd name="connsiteY251" fmla="*/ 4771418 h 6858000"/>
              <a:gd name="connsiteX252" fmla="*/ 6024488 w 7467600"/>
              <a:gd name="connsiteY252" fmla="*/ 4809903 h 6858000"/>
              <a:gd name="connsiteX253" fmla="*/ 5599771 w 7467600"/>
              <a:gd name="connsiteY253" fmla="*/ 5509652 h 6858000"/>
              <a:gd name="connsiteX254" fmla="*/ 5548843 w 7467600"/>
              <a:gd name="connsiteY254" fmla="*/ 5563845 h 6858000"/>
              <a:gd name="connsiteX255" fmla="*/ 5940952 w 7467600"/>
              <a:gd name="connsiteY255" fmla="*/ 6250028 h 6858000"/>
              <a:gd name="connsiteX256" fmla="*/ 6043441 w 7467600"/>
              <a:gd name="connsiteY256" fmla="*/ 6665847 h 6858000"/>
              <a:gd name="connsiteX257" fmla="*/ 6093432 w 7467600"/>
              <a:gd name="connsiteY257" fmla="*/ 6858000 h 6858000"/>
              <a:gd name="connsiteX258" fmla="*/ 6034344 w 7467600"/>
              <a:gd name="connsiteY258" fmla="*/ 6858000 h 6858000"/>
              <a:gd name="connsiteX259" fmla="*/ 6026679 w 7467600"/>
              <a:gd name="connsiteY259" fmla="*/ 6836959 h 6858000"/>
              <a:gd name="connsiteX260" fmla="*/ 5800441 w 7467600"/>
              <a:gd name="connsiteY260" fmla="*/ 6335286 h 6858000"/>
              <a:gd name="connsiteX261" fmla="*/ 5526562 w 7467600"/>
              <a:gd name="connsiteY261" fmla="*/ 5705388 h 6858000"/>
              <a:gd name="connsiteX262" fmla="*/ 5519640 w 7467600"/>
              <a:gd name="connsiteY262" fmla="*/ 5683774 h 6858000"/>
              <a:gd name="connsiteX263" fmla="*/ 5844559 w 7467600"/>
              <a:gd name="connsiteY263" fmla="*/ 6553349 h 6858000"/>
              <a:gd name="connsiteX264" fmla="*/ 5975994 w 7467600"/>
              <a:gd name="connsiteY264" fmla="*/ 6858000 h 6858000"/>
              <a:gd name="connsiteX265" fmla="*/ 5898547 w 7467600"/>
              <a:gd name="connsiteY265" fmla="*/ 6858000 h 6858000"/>
              <a:gd name="connsiteX266" fmla="*/ 5682041 w 7467600"/>
              <a:gd name="connsiteY266" fmla="*/ 6355860 h 6858000"/>
              <a:gd name="connsiteX267" fmla="*/ 5461758 w 7467600"/>
              <a:gd name="connsiteY267" fmla="*/ 5820220 h 6858000"/>
              <a:gd name="connsiteX268" fmla="*/ 5237282 w 7467600"/>
              <a:gd name="connsiteY268" fmla="*/ 6579086 h 6858000"/>
              <a:gd name="connsiteX269" fmla="*/ 5115009 w 7467600"/>
              <a:gd name="connsiteY269" fmla="*/ 6858000 h 6858000"/>
              <a:gd name="connsiteX270" fmla="*/ 5028074 w 7467600"/>
              <a:gd name="connsiteY270" fmla="*/ 6858000 h 6858000"/>
              <a:gd name="connsiteX271" fmla="*/ 5079508 w 7467600"/>
              <a:gd name="connsiteY271" fmla="*/ 6749074 h 6858000"/>
              <a:gd name="connsiteX272" fmla="*/ 5371846 w 7467600"/>
              <a:gd name="connsiteY272" fmla="*/ 5924413 h 6858000"/>
              <a:gd name="connsiteX273" fmla="*/ 5270512 w 7467600"/>
              <a:gd name="connsiteY273" fmla="*/ 6138975 h 6858000"/>
              <a:gd name="connsiteX274" fmla="*/ 5062409 w 7467600"/>
              <a:gd name="connsiteY274" fmla="*/ 6653544 h 6858000"/>
              <a:gd name="connsiteX275" fmla="*/ 5036628 w 7467600"/>
              <a:gd name="connsiteY275" fmla="*/ 6754247 h 6858000"/>
              <a:gd name="connsiteX276" fmla="*/ 5009112 w 7467600"/>
              <a:gd name="connsiteY276" fmla="*/ 6858000 h 6858000"/>
              <a:gd name="connsiteX277" fmla="*/ 4976679 w 7467600"/>
              <a:gd name="connsiteY277" fmla="*/ 6858000 h 6858000"/>
              <a:gd name="connsiteX278" fmla="*/ 5006537 w 7467600"/>
              <a:gd name="connsiteY278" fmla="*/ 6747068 h 6858000"/>
              <a:gd name="connsiteX279" fmla="*/ 5032723 w 7467600"/>
              <a:gd name="connsiteY279" fmla="*/ 6644957 h 6858000"/>
              <a:gd name="connsiteX280" fmla="*/ 5242949 w 7467600"/>
              <a:gd name="connsiteY280" fmla="*/ 6125175 h 6858000"/>
              <a:gd name="connsiteX281" fmla="*/ 5286321 w 7467600"/>
              <a:gd name="connsiteY281" fmla="*/ 6033555 h 6858000"/>
              <a:gd name="connsiteX282" fmla="*/ 5008210 w 7467600"/>
              <a:gd name="connsiteY282" fmla="*/ 6649194 h 6858000"/>
              <a:gd name="connsiteX283" fmla="*/ 4986321 w 7467600"/>
              <a:gd name="connsiteY283" fmla="*/ 6765687 h 6858000"/>
              <a:gd name="connsiteX284" fmla="*/ 4973474 w 7467600"/>
              <a:gd name="connsiteY284" fmla="*/ 6858000 h 6858000"/>
              <a:gd name="connsiteX285" fmla="*/ 4907178 w 7467600"/>
              <a:gd name="connsiteY285" fmla="*/ 6858000 h 6858000"/>
              <a:gd name="connsiteX286" fmla="*/ 4910810 w 7467600"/>
              <a:gd name="connsiteY286" fmla="*/ 6829660 h 6858000"/>
              <a:gd name="connsiteX287" fmla="*/ 4987461 w 7467600"/>
              <a:gd name="connsiteY287" fmla="*/ 6432994 h 6858000"/>
              <a:gd name="connsiteX288" fmla="*/ 5179262 w 7467600"/>
              <a:gd name="connsiteY288" fmla="*/ 6035044 h 6858000"/>
              <a:gd name="connsiteX289" fmla="*/ 4689678 w 7467600"/>
              <a:gd name="connsiteY289" fmla="*/ 6440241 h 6858000"/>
              <a:gd name="connsiteX290" fmla="*/ 4477543 w 7467600"/>
              <a:gd name="connsiteY290" fmla="*/ 6674836 h 6858000"/>
              <a:gd name="connsiteX291" fmla="*/ 4329957 w 7467600"/>
              <a:gd name="connsiteY291" fmla="*/ 6858000 h 6858000"/>
              <a:gd name="connsiteX292" fmla="*/ 4218595 w 7467600"/>
              <a:gd name="connsiteY292" fmla="*/ 6858000 h 6858000"/>
              <a:gd name="connsiteX293" fmla="*/ 4368888 w 7467600"/>
              <a:gd name="connsiteY293" fmla="*/ 6668412 h 6858000"/>
              <a:gd name="connsiteX294" fmla="*/ 4563091 w 7467600"/>
              <a:gd name="connsiteY294" fmla="*/ 6442508 h 6858000"/>
              <a:gd name="connsiteX295" fmla="*/ 5387324 w 7467600"/>
              <a:gd name="connsiteY295" fmla="*/ 5705830 h 6858000"/>
              <a:gd name="connsiteX296" fmla="*/ 5073620 w 7467600"/>
              <a:gd name="connsiteY296" fmla="*/ 5955437 h 6858000"/>
              <a:gd name="connsiteX297" fmla="*/ 4689789 w 7467600"/>
              <a:gd name="connsiteY297" fmla="*/ 6268382 h 6858000"/>
              <a:gd name="connsiteX298" fmla="*/ 4418722 w 7467600"/>
              <a:gd name="connsiteY298" fmla="*/ 6570886 h 6858000"/>
              <a:gd name="connsiteX299" fmla="*/ 4214944 w 7467600"/>
              <a:gd name="connsiteY299" fmla="*/ 6858000 h 6858000"/>
              <a:gd name="connsiteX300" fmla="*/ 4177898 w 7467600"/>
              <a:gd name="connsiteY300" fmla="*/ 6858000 h 6858000"/>
              <a:gd name="connsiteX301" fmla="*/ 4391597 w 7467600"/>
              <a:gd name="connsiteY301" fmla="*/ 6556370 h 6858000"/>
              <a:gd name="connsiteX302" fmla="*/ 4668889 w 7467600"/>
              <a:gd name="connsiteY302" fmla="*/ 6246399 h 6858000"/>
              <a:gd name="connsiteX303" fmla="*/ 5055427 w 7467600"/>
              <a:gd name="connsiteY303" fmla="*/ 5931476 h 6858000"/>
              <a:gd name="connsiteX304" fmla="*/ 5371814 w 7467600"/>
              <a:gd name="connsiteY304" fmla="*/ 5678975 h 6858000"/>
              <a:gd name="connsiteX305" fmla="*/ 4987918 w 7467600"/>
              <a:gd name="connsiteY305" fmla="*/ 5838701 h 6858000"/>
              <a:gd name="connsiteX306" fmla="*/ 4317146 w 7467600"/>
              <a:gd name="connsiteY306" fmla="*/ 6587716 h 6858000"/>
              <a:gd name="connsiteX307" fmla="*/ 4171627 w 7467600"/>
              <a:gd name="connsiteY307" fmla="*/ 6858000 h 6858000"/>
              <a:gd name="connsiteX308" fmla="*/ 4081585 w 7467600"/>
              <a:gd name="connsiteY308" fmla="*/ 6858000 h 6858000"/>
              <a:gd name="connsiteX309" fmla="*/ 4238603 w 7467600"/>
              <a:gd name="connsiteY309" fmla="*/ 6559341 h 6858000"/>
              <a:gd name="connsiteX310" fmla="*/ 4778333 w 7467600"/>
              <a:gd name="connsiteY310" fmla="*/ 5873626 h 6858000"/>
              <a:gd name="connsiteX311" fmla="*/ 5414185 w 7467600"/>
              <a:gd name="connsiteY311" fmla="*/ 5573882 h 6858000"/>
              <a:gd name="connsiteX312" fmla="*/ 5959648 w 7467600"/>
              <a:gd name="connsiteY312" fmla="*/ 4760797 h 6858000"/>
              <a:gd name="connsiteX313" fmla="*/ 5355019 w 7467600"/>
              <a:gd name="connsiteY313" fmla="*/ 4734672 h 6858000"/>
              <a:gd name="connsiteX314" fmla="*/ 5083565 w 7467600"/>
              <a:gd name="connsiteY314" fmla="*/ 5179121 h 6858000"/>
              <a:gd name="connsiteX315" fmla="*/ 4713577 w 7467600"/>
              <a:gd name="connsiteY315" fmla="*/ 5616803 h 6858000"/>
              <a:gd name="connsiteX316" fmla="*/ 3989559 w 7467600"/>
              <a:gd name="connsiteY316" fmla="*/ 6145945 h 6858000"/>
              <a:gd name="connsiteX317" fmla="*/ 3939824 w 7467600"/>
              <a:gd name="connsiteY317" fmla="*/ 6066900 h 6858000"/>
              <a:gd name="connsiteX318" fmla="*/ 4584537 w 7467600"/>
              <a:gd name="connsiteY318" fmla="*/ 5324826 h 6858000"/>
              <a:gd name="connsiteX319" fmla="*/ 5037105 w 7467600"/>
              <a:gd name="connsiteY319" fmla="*/ 5088765 h 6858000"/>
              <a:gd name="connsiteX320" fmla="*/ 5039930 w 7467600"/>
              <a:gd name="connsiteY320" fmla="*/ 5089585 h 6858000"/>
              <a:gd name="connsiteX321" fmla="*/ 5263764 w 7467600"/>
              <a:gd name="connsiteY321" fmla="*/ 4735525 h 6858000"/>
              <a:gd name="connsiteX322" fmla="*/ 4086300 w 7467600"/>
              <a:gd name="connsiteY322" fmla="*/ 4884599 h 6858000"/>
              <a:gd name="connsiteX323" fmla="*/ 4085485 w 7467600"/>
              <a:gd name="connsiteY323" fmla="*/ 4899070 h 6858000"/>
              <a:gd name="connsiteX324" fmla="*/ 3871915 w 7467600"/>
              <a:gd name="connsiteY324" fmla="*/ 5253645 h 6858000"/>
              <a:gd name="connsiteX325" fmla="*/ 3799374 w 7467600"/>
              <a:gd name="connsiteY325" fmla="*/ 5466127 h 6858000"/>
              <a:gd name="connsiteX326" fmla="*/ 3498850 w 7467600"/>
              <a:gd name="connsiteY326" fmla="*/ 6661888 h 6858000"/>
              <a:gd name="connsiteX327" fmla="*/ 3399216 w 7467600"/>
              <a:gd name="connsiteY327" fmla="*/ 6858000 h 6858000"/>
              <a:gd name="connsiteX328" fmla="*/ 3303688 w 7467600"/>
              <a:gd name="connsiteY328" fmla="*/ 6858000 h 6858000"/>
              <a:gd name="connsiteX329" fmla="*/ 3391774 w 7467600"/>
              <a:gd name="connsiteY329" fmla="*/ 6697181 h 6858000"/>
              <a:gd name="connsiteX330" fmla="*/ 3735540 w 7467600"/>
              <a:gd name="connsiteY330" fmla="*/ 5546923 h 6858000"/>
              <a:gd name="connsiteX331" fmla="*/ 3729438 w 7467600"/>
              <a:gd name="connsiteY331" fmla="*/ 5569058 h 6858000"/>
              <a:gd name="connsiteX332" fmla="*/ 3707782 w 7467600"/>
              <a:gd name="connsiteY332" fmla="*/ 5644908 h 6858000"/>
              <a:gd name="connsiteX333" fmla="*/ 3583827 w 7467600"/>
              <a:gd name="connsiteY333" fmla="*/ 6039215 h 6858000"/>
              <a:gd name="connsiteX334" fmla="*/ 3547861 w 7467600"/>
              <a:gd name="connsiteY334" fmla="*/ 6129609 h 6858000"/>
              <a:gd name="connsiteX335" fmla="*/ 3490905 w 7467600"/>
              <a:gd name="connsiteY335" fmla="*/ 6277660 h 6858000"/>
              <a:gd name="connsiteX336" fmla="*/ 3455859 w 7467600"/>
              <a:gd name="connsiteY336" fmla="*/ 6391301 h 6858000"/>
              <a:gd name="connsiteX337" fmla="*/ 3429112 w 7467600"/>
              <a:gd name="connsiteY337" fmla="*/ 6479469 h 6858000"/>
              <a:gd name="connsiteX338" fmla="*/ 3304862 w 7467600"/>
              <a:gd name="connsiteY338" fmla="*/ 6796476 h 6858000"/>
              <a:gd name="connsiteX339" fmla="*/ 3276071 w 7467600"/>
              <a:gd name="connsiteY339" fmla="*/ 6858000 h 6858000"/>
              <a:gd name="connsiteX340" fmla="*/ 3240805 w 7467600"/>
              <a:gd name="connsiteY340" fmla="*/ 6858000 h 6858000"/>
              <a:gd name="connsiteX341" fmla="*/ 3275917 w 7467600"/>
              <a:gd name="connsiteY341" fmla="*/ 6783192 h 6858000"/>
              <a:gd name="connsiteX342" fmla="*/ 3399358 w 7467600"/>
              <a:gd name="connsiteY342" fmla="*/ 6469011 h 6858000"/>
              <a:gd name="connsiteX343" fmla="*/ 3425650 w 7467600"/>
              <a:gd name="connsiteY343" fmla="*/ 6381333 h 6858000"/>
              <a:gd name="connsiteX344" fmla="*/ 3460661 w 7467600"/>
              <a:gd name="connsiteY344" fmla="*/ 6266763 h 6858000"/>
              <a:gd name="connsiteX345" fmla="*/ 3518021 w 7467600"/>
              <a:gd name="connsiteY345" fmla="*/ 6117298 h 6858000"/>
              <a:gd name="connsiteX346" fmla="*/ 3554035 w 7467600"/>
              <a:gd name="connsiteY346" fmla="*/ 6027832 h 6858000"/>
              <a:gd name="connsiteX347" fmla="*/ 3677174 w 7467600"/>
              <a:gd name="connsiteY347" fmla="*/ 5636351 h 6858000"/>
              <a:gd name="connsiteX348" fmla="*/ 3698819 w 7467600"/>
              <a:gd name="connsiteY348" fmla="*/ 5560503 h 6858000"/>
              <a:gd name="connsiteX349" fmla="*/ 3702094 w 7467600"/>
              <a:gd name="connsiteY349" fmla="*/ 5549194 h 6858000"/>
              <a:gd name="connsiteX350" fmla="*/ 3398355 w 7467600"/>
              <a:gd name="connsiteY350" fmla="*/ 6094603 h 6858000"/>
              <a:gd name="connsiteX351" fmla="*/ 3193941 w 7467600"/>
              <a:gd name="connsiteY351" fmla="*/ 6798775 h 6858000"/>
              <a:gd name="connsiteX352" fmla="*/ 3184140 w 7467600"/>
              <a:gd name="connsiteY352" fmla="*/ 6858000 h 6858000"/>
              <a:gd name="connsiteX353" fmla="*/ 3099978 w 7467600"/>
              <a:gd name="connsiteY353" fmla="*/ 6858000 h 6858000"/>
              <a:gd name="connsiteX354" fmla="*/ 3101556 w 7467600"/>
              <a:gd name="connsiteY354" fmla="*/ 6843337 h 6858000"/>
              <a:gd name="connsiteX355" fmla="*/ 3370162 w 7467600"/>
              <a:gd name="connsiteY355" fmla="*/ 5785550 h 6858000"/>
              <a:gd name="connsiteX356" fmla="*/ 3746477 w 7467600"/>
              <a:gd name="connsiteY356" fmla="*/ 5377889 h 6858000"/>
              <a:gd name="connsiteX357" fmla="*/ 3863399 w 7467600"/>
              <a:gd name="connsiteY357" fmla="*/ 5087257 h 6858000"/>
              <a:gd name="connsiteX358" fmla="*/ 3968712 w 7467600"/>
              <a:gd name="connsiteY358" fmla="*/ 4913989 h 6858000"/>
              <a:gd name="connsiteX359" fmla="*/ 2792390 w 7467600"/>
              <a:gd name="connsiteY359" fmla="*/ 5382974 h 6858000"/>
              <a:gd name="connsiteX360" fmla="*/ 2714982 w 7467600"/>
              <a:gd name="connsiteY360" fmla="*/ 5427051 h 6858000"/>
              <a:gd name="connsiteX361" fmla="*/ 2813361 w 7467600"/>
              <a:gd name="connsiteY361" fmla="*/ 6023912 h 6858000"/>
              <a:gd name="connsiteX362" fmla="*/ 2688430 w 7467600"/>
              <a:gd name="connsiteY362" fmla="*/ 6801564 h 6858000"/>
              <a:gd name="connsiteX363" fmla="*/ 2629626 w 7467600"/>
              <a:gd name="connsiteY363" fmla="*/ 6763394 h 6858000"/>
              <a:gd name="connsiteX364" fmla="*/ 2565328 w 7467600"/>
              <a:gd name="connsiteY364" fmla="*/ 5516399 h 6858000"/>
              <a:gd name="connsiteX365" fmla="*/ 1922999 w 7467600"/>
              <a:gd name="connsiteY365" fmla="*/ 5980343 h 6858000"/>
              <a:gd name="connsiteX366" fmla="*/ 1950261 w 7467600"/>
              <a:gd name="connsiteY366" fmla="*/ 6405858 h 6858000"/>
              <a:gd name="connsiteX367" fmla="*/ 2365554 w 7467600"/>
              <a:gd name="connsiteY367" fmla="*/ 6759107 h 6858000"/>
              <a:gd name="connsiteX368" fmla="*/ 2424142 w 7467600"/>
              <a:gd name="connsiteY368" fmla="*/ 6858000 h 6858000"/>
              <a:gd name="connsiteX369" fmla="*/ 2395994 w 7467600"/>
              <a:gd name="connsiteY369" fmla="*/ 6858000 h 6858000"/>
              <a:gd name="connsiteX370" fmla="*/ 2392863 w 7467600"/>
              <a:gd name="connsiteY370" fmla="*/ 6852964 h 6858000"/>
              <a:gd name="connsiteX371" fmla="*/ 2017589 w 7467600"/>
              <a:gd name="connsiteY371" fmla="*/ 6493982 h 6858000"/>
              <a:gd name="connsiteX372" fmla="*/ 2147336 w 7467600"/>
              <a:gd name="connsiteY372" fmla="*/ 6594052 h 6858000"/>
              <a:gd name="connsiteX373" fmla="*/ 2207047 w 7467600"/>
              <a:gd name="connsiteY373" fmla="*/ 6654540 h 6858000"/>
              <a:gd name="connsiteX374" fmla="*/ 2299106 w 7467600"/>
              <a:gd name="connsiteY374" fmla="*/ 6778931 h 6858000"/>
              <a:gd name="connsiteX375" fmla="*/ 2314430 w 7467600"/>
              <a:gd name="connsiteY375" fmla="*/ 6801144 h 6858000"/>
              <a:gd name="connsiteX376" fmla="*/ 2352406 w 7467600"/>
              <a:gd name="connsiteY376" fmla="*/ 6858000 h 6858000"/>
              <a:gd name="connsiteX377" fmla="*/ 2314492 w 7467600"/>
              <a:gd name="connsiteY377" fmla="*/ 6858000 h 6858000"/>
              <a:gd name="connsiteX378" fmla="*/ 2288095 w 7467600"/>
              <a:gd name="connsiteY378" fmla="*/ 6818030 h 6858000"/>
              <a:gd name="connsiteX379" fmla="*/ 2272768 w 7467600"/>
              <a:gd name="connsiteY379" fmla="*/ 6795822 h 6858000"/>
              <a:gd name="connsiteX380" fmla="*/ 2182715 w 7467600"/>
              <a:gd name="connsiteY380" fmla="*/ 6675071 h 6858000"/>
              <a:gd name="connsiteX381" fmla="*/ 2032061 w 7467600"/>
              <a:gd name="connsiteY381" fmla="*/ 6541380 h 6858000"/>
              <a:gd name="connsiteX382" fmla="*/ 2257220 w 7467600"/>
              <a:gd name="connsiteY382" fmla="*/ 6826257 h 6858000"/>
              <a:gd name="connsiteX383" fmla="*/ 2281324 w 7467600"/>
              <a:gd name="connsiteY383" fmla="*/ 6858000 h 6858000"/>
              <a:gd name="connsiteX384" fmla="*/ 2242860 w 7467600"/>
              <a:gd name="connsiteY384" fmla="*/ 6858000 h 6858000"/>
              <a:gd name="connsiteX385" fmla="*/ 2232818 w 7467600"/>
              <a:gd name="connsiteY385" fmla="*/ 6844926 h 6858000"/>
              <a:gd name="connsiteX386" fmla="*/ 1990172 w 7467600"/>
              <a:gd name="connsiteY386" fmla="*/ 6542121 h 6858000"/>
              <a:gd name="connsiteX387" fmla="*/ 2124090 w 7467600"/>
              <a:gd name="connsiteY387" fmla="*/ 6761017 h 6858000"/>
              <a:gd name="connsiteX388" fmla="*/ 2200380 w 7467600"/>
              <a:gd name="connsiteY388" fmla="*/ 6858000 h 6858000"/>
              <a:gd name="connsiteX389" fmla="*/ 2147507 w 7467600"/>
              <a:gd name="connsiteY389" fmla="*/ 6858000 h 6858000"/>
              <a:gd name="connsiteX390" fmla="*/ 2070668 w 7467600"/>
              <a:gd name="connsiteY390" fmla="*/ 6761520 h 6858000"/>
              <a:gd name="connsiteX391" fmla="*/ 1975142 w 7467600"/>
              <a:gd name="connsiteY391" fmla="*/ 6585570 h 6858000"/>
              <a:gd name="connsiteX392" fmla="*/ 2050035 w 7467600"/>
              <a:gd name="connsiteY392" fmla="*/ 6813345 h 6858000"/>
              <a:gd name="connsiteX393" fmla="*/ 2063025 w 7467600"/>
              <a:gd name="connsiteY393" fmla="*/ 6858000 h 6858000"/>
              <a:gd name="connsiteX394" fmla="*/ 2021675 w 7467600"/>
              <a:gd name="connsiteY394" fmla="*/ 6858000 h 6858000"/>
              <a:gd name="connsiteX395" fmla="*/ 2019308 w 7467600"/>
              <a:gd name="connsiteY395" fmla="*/ 6847118 h 6858000"/>
              <a:gd name="connsiteX396" fmla="*/ 1938835 w 7467600"/>
              <a:gd name="connsiteY396" fmla="*/ 6551160 h 6858000"/>
              <a:gd name="connsiteX397" fmla="*/ 1953230 w 7467600"/>
              <a:gd name="connsiteY397" fmla="*/ 6759699 h 6858000"/>
              <a:gd name="connsiteX398" fmla="*/ 1956763 w 7467600"/>
              <a:gd name="connsiteY398" fmla="*/ 6778191 h 6858000"/>
              <a:gd name="connsiteX399" fmla="*/ 1967925 w 7467600"/>
              <a:gd name="connsiteY399" fmla="*/ 6858000 h 6858000"/>
              <a:gd name="connsiteX400" fmla="*/ 1936622 w 7467600"/>
              <a:gd name="connsiteY400" fmla="*/ 6858000 h 6858000"/>
              <a:gd name="connsiteX401" fmla="*/ 1926261 w 7467600"/>
              <a:gd name="connsiteY401" fmla="*/ 6784064 h 6858000"/>
              <a:gd name="connsiteX402" fmla="*/ 1922724 w 7467600"/>
              <a:gd name="connsiteY402" fmla="*/ 6765577 h 6858000"/>
              <a:gd name="connsiteX403" fmla="*/ 1904650 w 7467600"/>
              <a:gd name="connsiteY403" fmla="*/ 6639616 h 6858000"/>
              <a:gd name="connsiteX404" fmla="*/ 1885273 w 7467600"/>
              <a:gd name="connsiteY404" fmla="*/ 6858000 h 6858000"/>
              <a:gd name="connsiteX405" fmla="*/ 1854363 w 7467600"/>
              <a:gd name="connsiteY405" fmla="*/ 6858000 h 6858000"/>
              <a:gd name="connsiteX406" fmla="*/ 1880391 w 7467600"/>
              <a:gd name="connsiteY406" fmla="*/ 6603796 h 6858000"/>
              <a:gd name="connsiteX407" fmla="*/ 1818273 w 7467600"/>
              <a:gd name="connsiteY407" fmla="*/ 6715729 h 6858000"/>
              <a:gd name="connsiteX408" fmla="*/ 1794691 w 7467600"/>
              <a:gd name="connsiteY408" fmla="*/ 6843239 h 6858000"/>
              <a:gd name="connsiteX409" fmla="*/ 1794914 w 7467600"/>
              <a:gd name="connsiteY409" fmla="*/ 6858000 h 6858000"/>
              <a:gd name="connsiteX410" fmla="*/ 1746128 w 7467600"/>
              <a:gd name="connsiteY410" fmla="*/ 6858000 h 6858000"/>
              <a:gd name="connsiteX411" fmla="*/ 1753934 w 7467600"/>
              <a:gd name="connsiteY411" fmla="*/ 6724796 h 6858000"/>
              <a:gd name="connsiteX412" fmla="*/ 1792053 w 7467600"/>
              <a:gd name="connsiteY412" fmla="*/ 6572396 h 6858000"/>
              <a:gd name="connsiteX413" fmla="*/ 1862248 w 7467600"/>
              <a:gd name="connsiteY413" fmla="*/ 6266397 h 6858000"/>
              <a:gd name="connsiteX414" fmla="*/ 1862250 w 7467600"/>
              <a:gd name="connsiteY414" fmla="*/ 6033531 h 6858000"/>
              <a:gd name="connsiteX415" fmla="*/ 1211999 w 7467600"/>
              <a:gd name="connsiteY415" fmla="*/ 6683610 h 6858000"/>
              <a:gd name="connsiteX416" fmla="*/ 1213266 w 7467600"/>
              <a:gd name="connsiteY416" fmla="*/ 6691947 h 6858000"/>
              <a:gd name="connsiteX417" fmla="*/ 1203370 w 7467600"/>
              <a:gd name="connsiteY417" fmla="*/ 6850676 h 6858000"/>
              <a:gd name="connsiteX418" fmla="*/ 1203671 w 7467600"/>
              <a:gd name="connsiteY418" fmla="*/ 6858000 h 6858000"/>
              <a:gd name="connsiteX419" fmla="*/ 1143180 w 7467600"/>
              <a:gd name="connsiteY419" fmla="*/ 6858000 h 6858000"/>
              <a:gd name="connsiteX420" fmla="*/ 1142176 w 7467600"/>
              <a:gd name="connsiteY420" fmla="*/ 6766045 h 6858000"/>
              <a:gd name="connsiteX421" fmla="*/ 1067484 w 7467600"/>
              <a:gd name="connsiteY421" fmla="*/ 6858000 h 6858000"/>
              <a:gd name="connsiteX422" fmla="*/ 953928 w 7467600"/>
              <a:gd name="connsiteY422" fmla="*/ 6858000 h 6858000"/>
              <a:gd name="connsiteX423" fmla="*/ 959715 w 7467600"/>
              <a:gd name="connsiteY423" fmla="*/ 6850185 h 6858000"/>
              <a:gd name="connsiteX424" fmla="*/ 1483788 w 7467600"/>
              <a:gd name="connsiteY424" fmla="*/ 6259174 h 6858000"/>
              <a:gd name="connsiteX425" fmla="*/ 1100671 w 7467600"/>
              <a:gd name="connsiteY425" fmla="*/ 6252137 h 6858000"/>
              <a:gd name="connsiteX426" fmla="*/ 1090144 w 7467600"/>
              <a:gd name="connsiteY426" fmla="*/ 6256748 h 6858000"/>
              <a:gd name="connsiteX427" fmla="*/ 1095872 w 7467600"/>
              <a:gd name="connsiteY427" fmla="*/ 6271892 h 6858000"/>
              <a:gd name="connsiteX428" fmla="*/ 262785 w 7467600"/>
              <a:gd name="connsiteY428" fmla="*/ 6845450 h 6858000"/>
              <a:gd name="connsiteX429" fmla="*/ 209968 w 7467600"/>
              <a:gd name="connsiteY429" fmla="*/ 6770713 h 6858000"/>
              <a:gd name="connsiteX430" fmla="*/ 873460 w 7467600"/>
              <a:gd name="connsiteY430" fmla="*/ 6253768 h 6858000"/>
              <a:gd name="connsiteX431" fmla="*/ 192686 w 7467600"/>
              <a:gd name="connsiteY431" fmla="*/ 5849257 h 6858000"/>
              <a:gd name="connsiteX432" fmla="*/ 4696 w 7467600"/>
              <a:gd name="connsiteY432" fmla="*/ 5697668 h 6858000"/>
              <a:gd name="connsiteX433" fmla="*/ 0 w 7467600"/>
              <a:gd name="connsiteY433" fmla="*/ 5689984 h 6858000"/>
              <a:gd name="connsiteX434" fmla="*/ 0 w 7467600"/>
              <a:gd name="connsiteY434" fmla="*/ 5513472 h 6858000"/>
              <a:gd name="connsiteX435" fmla="*/ 174101 w 7467600"/>
              <a:gd name="connsiteY435" fmla="*/ 5620277 h 6858000"/>
              <a:gd name="connsiteX436" fmla="*/ 891800 w 7467600"/>
              <a:gd name="connsiteY436" fmla="*/ 6036935 h 6858000"/>
              <a:gd name="connsiteX437" fmla="*/ 1072219 w 7467600"/>
              <a:gd name="connsiteY437" fmla="*/ 6169443 h 6858000"/>
              <a:gd name="connsiteX438" fmla="*/ 1074117 w 7467600"/>
              <a:gd name="connsiteY438" fmla="*/ 6170301 h 6858000"/>
              <a:gd name="connsiteX439" fmla="*/ 1083114 w 7467600"/>
              <a:gd name="connsiteY439" fmla="*/ 6174131 h 6858000"/>
              <a:gd name="connsiteX440" fmla="*/ 1543010 w 7467600"/>
              <a:gd name="connsiteY440" fmla="*/ 6191140 h 6858000"/>
              <a:gd name="connsiteX441" fmla="*/ 1551080 w 7467600"/>
              <a:gd name="connsiteY441" fmla="*/ 6195006 h 6858000"/>
              <a:gd name="connsiteX442" fmla="*/ 2345443 w 7467600"/>
              <a:gd name="connsiteY442" fmla="*/ 5549882 h 6858000"/>
              <a:gd name="connsiteX443" fmla="*/ 1721499 w 7467600"/>
              <a:gd name="connsiteY443" fmla="*/ 5599969 h 6858000"/>
              <a:gd name="connsiteX444" fmla="*/ 767716 w 7467600"/>
              <a:gd name="connsiteY444" fmla="*/ 5472768 h 6858000"/>
              <a:gd name="connsiteX445" fmla="*/ 722147 w 7467600"/>
              <a:gd name="connsiteY445" fmla="*/ 5393091 h 6858000"/>
              <a:gd name="connsiteX446" fmla="*/ 1485552 w 7467600"/>
              <a:gd name="connsiteY446" fmla="*/ 5313202 h 6858000"/>
              <a:gd name="connsiteX447" fmla="*/ 2143004 w 7467600"/>
              <a:gd name="connsiteY447" fmla="*/ 5402420 h 6858000"/>
              <a:gd name="connsiteX448" fmla="*/ 1933391 w 7467600"/>
              <a:gd name="connsiteY448" fmla="*/ 5156971 h 6858000"/>
              <a:gd name="connsiteX449" fmla="*/ 1827118 w 7467600"/>
              <a:gd name="connsiteY449" fmla="*/ 4968410 h 6858000"/>
              <a:gd name="connsiteX450" fmla="*/ 1837349 w 7467600"/>
              <a:gd name="connsiteY450" fmla="*/ 4956357 h 6858000"/>
              <a:gd name="connsiteX451" fmla="*/ 2162835 w 7467600"/>
              <a:gd name="connsiteY451" fmla="*/ 5187853 h 6858000"/>
              <a:gd name="connsiteX452" fmla="*/ 2257167 w 7467600"/>
              <a:gd name="connsiteY452" fmla="*/ 5462123 h 6858000"/>
              <a:gd name="connsiteX453" fmla="*/ 2261598 w 7467600"/>
              <a:gd name="connsiteY453" fmla="*/ 5467998 h 6858000"/>
              <a:gd name="connsiteX454" fmla="*/ 2437177 w 7467600"/>
              <a:gd name="connsiteY454" fmla="*/ 5479608 h 6858000"/>
              <a:gd name="connsiteX455" fmla="*/ 2445247 w 7467600"/>
              <a:gd name="connsiteY455" fmla="*/ 5483476 h 6858000"/>
              <a:gd name="connsiteX456" fmla="*/ 2743626 w 7467600"/>
              <a:gd name="connsiteY456" fmla="*/ 5304819 h 6858000"/>
              <a:gd name="connsiteX457" fmla="*/ 3048102 w 7467600"/>
              <a:gd name="connsiteY457" fmla="*/ 5150595 h 6858000"/>
              <a:gd name="connsiteX458" fmla="*/ 1799414 w 7467600"/>
              <a:gd name="connsiteY458" fmla="*/ 4694732 h 6858000"/>
              <a:gd name="connsiteX459" fmla="*/ 1771735 w 7467600"/>
              <a:gd name="connsiteY459" fmla="*/ 4619929 h 6858000"/>
              <a:gd name="connsiteX460" fmla="*/ 3104273 w 7467600"/>
              <a:gd name="connsiteY460" fmla="*/ 5076159 h 6858000"/>
              <a:gd name="connsiteX461" fmla="*/ 3113245 w 7467600"/>
              <a:gd name="connsiteY461" fmla="*/ 5090705 h 6858000"/>
              <a:gd name="connsiteX462" fmla="*/ 3126294 w 7467600"/>
              <a:gd name="connsiteY462" fmla="*/ 5114400 h 6858000"/>
              <a:gd name="connsiteX463" fmla="*/ 3937433 w 7467600"/>
              <a:gd name="connsiteY463" fmla="*/ 4830473 h 6858000"/>
              <a:gd name="connsiteX464" fmla="*/ 3590475 w 7467600"/>
              <a:gd name="connsiteY464" fmla="*/ 4597974 h 6858000"/>
              <a:gd name="connsiteX465" fmla="*/ 3100264 w 7467600"/>
              <a:gd name="connsiteY465" fmla="*/ 4579845 h 6858000"/>
              <a:gd name="connsiteX466" fmla="*/ 2183576 w 7467600"/>
              <a:gd name="connsiteY466" fmla="*/ 4227150 h 6858000"/>
              <a:gd name="connsiteX467" fmla="*/ 2151029 w 7467600"/>
              <a:gd name="connsiteY467" fmla="*/ 4146947 h 6858000"/>
              <a:gd name="connsiteX468" fmla="*/ 3563434 w 7467600"/>
              <a:gd name="connsiteY468" fmla="*/ 4469115 h 6858000"/>
              <a:gd name="connsiteX469" fmla="*/ 3177952 w 7467600"/>
              <a:gd name="connsiteY469" fmla="*/ 3657386 h 6858000"/>
              <a:gd name="connsiteX470" fmla="*/ 3189263 w 7467600"/>
              <a:gd name="connsiteY470" fmla="*/ 3625726 h 6858000"/>
              <a:gd name="connsiteX471" fmla="*/ 3560912 w 7467600"/>
              <a:gd name="connsiteY471" fmla="*/ 4079863 h 6858000"/>
              <a:gd name="connsiteX472" fmla="*/ 3626636 w 7467600"/>
              <a:gd name="connsiteY472" fmla="*/ 4512230 h 6858000"/>
              <a:gd name="connsiteX473" fmla="*/ 3653088 w 7467600"/>
              <a:gd name="connsiteY473" fmla="*/ 4521417 h 6858000"/>
              <a:gd name="connsiteX474" fmla="*/ 3988128 w 7467600"/>
              <a:gd name="connsiteY474" fmla="*/ 4817267 h 6858000"/>
              <a:gd name="connsiteX475" fmla="*/ 4830582 w 7467600"/>
              <a:gd name="connsiteY475" fmla="*/ 4676000 h 6858000"/>
              <a:gd name="connsiteX476" fmla="*/ 4830100 w 7467600"/>
              <a:gd name="connsiteY476" fmla="*/ 4675554 h 6858000"/>
              <a:gd name="connsiteX477" fmla="*/ 4036318 w 7467600"/>
              <a:gd name="connsiteY477" fmla="*/ 4147013 h 6858000"/>
              <a:gd name="connsiteX478" fmla="*/ 3432098 w 7467600"/>
              <a:gd name="connsiteY478" fmla="*/ 3537312 h 6858000"/>
              <a:gd name="connsiteX479" fmla="*/ 3446761 w 7467600"/>
              <a:gd name="connsiteY479" fmla="*/ 3461278 h 6858000"/>
              <a:gd name="connsiteX480" fmla="*/ 4419733 w 7467600"/>
              <a:gd name="connsiteY480" fmla="*/ 3963555 h 6858000"/>
              <a:gd name="connsiteX481" fmla="*/ 4781371 w 7467600"/>
              <a:gd name="connsiteY481" fmla="*/ 4458604 h 6858000"/>
              <a:gd name="connsiteX482" fmla="*/ 4780440 w 7467600"/>
              <a:gd name="connsiteY482" fmla="*/ 4470290 h 6858000"/>
              <a:gd name="connsiteX483" fmla="*/ 4898954 w 7467600"/>
              <a:gd name="connsiteY483" fmla="*/ 4662092 h 6858000"/>
              <a:gd name="connsiteX484" fmla="*/ 4900699 w 7467600"/>
              <a:gd name="connsiteY484" fmla="*/ 4670867 h 6858000"/>
              <a:gd name="connsiteX485" fmla="*/ 5714511 w 7467600"/>
              <a:gd name="connsiteY485" fmla="*/ 4663483 h 6858000"/>
              <a:gd name="connsiteX486" fmla="*/ 5464793 w 7467600"/>
              <a:gd name="connsiteY486" fmla="*/ 4393556 h 6858000"/>
              <a:gd name="connsiteX487" fmla="*/ 5461897 w 7467600"/>
              <a:gd name="connsiteY487" fmla="*/ 4390879 h 6858000"/>
              <a:gd name="connsiteX488" fmla="*/ 4294126 w 7467600"/>
              <a:gd name="connsiteY488" fmla="*/ 3303048 h 6858000"/>
              <a:gd name="connsiteX489" fmla="*/ 4305321 w 7467600"/>
              <a:gd name="connsiteY489" fmla="*/ 3256953 h 6858000"/>
              <a:gd name="connsiteX490" fmla="*/ 4949299 w 7467600"/>
              <a:gd name="connsiteY490" fmla="*/ 3766336 h 6858000"/>
              <a:gd name="connsiteX491" fmla="*/ 5291452 w 7467600"/>
              <a:gd name="connsiteY491" fmla="*/ 4076801 h 6858000"/>
              <a:gd name="connsiteX492" fmla="*/ 5434998 w 7467600"/>
              <a:gd name="connsiteY492" fmla="*/ 4254100 h 6858000"/>
              <a:gd name="connsiteX493" fmla="*/ 5351015 w 7467600"/>
              <a:gd name="connsiteY493" fmla="*/ 3760989 h 6858000"/>
              <a:gd name="connsiteX494" fmla="*/ 5413780 w 7467600"/>
              <a:gd name="connsiteY494" fmla="*/ 2966265 h 6858000"/>
              <a:gd name="connsiteX495" fmla="*/ 5425627 w 7467600"/>
              <a:gd name="connsiteY495" fmla="*/ 2954192 h 6858000"/>
              <a:gd name="connsiteX496" fmla="*/ 6604735 w 7467600"/>
              <a:gd name="connsiteY496" fmla="*/ 2041381 h 6858000"/>
              <a:gd name="connsiteX497" fmla="*/ 7204487 w 7467600"/>
              <a:gd name="connsiteY497" fmla="*/ 2742112 h 6858000"/>
              <a:gd name="connsiteX498" fmla="*/ 7131592 w 7467600"/>
              <a:gd name="connsiteY498" fmla="*/ 2672096 h 6858000"/>
              <a:gd name="connsiteX499" fmla="*/ 6996344 w 7467600"/>
              <a:gd name="connsiteY499" fmla="*/ 2518310 h 6858000"/>
              <a:gd name="connsiteX500" fmla="*/ 6735495 w 7467600"/>
              <a:gd name="connsiteY500" fmla="*/ 2196890 h 6858000"/>
              <a:gd name="connsiteX501" fmla="*/ 6721901 w 7467600"/>
              <a:gd name="connsiteY501" fmla="*/ 2179274 h 6858000"/>
              <a:gd name="connsiteX502" fmla="*/ 6604735 w 7467600"/>
              <a:gd name="connsiteY502" fmla="*/ 2041381 h 6858000"/>
              <a:gd name="connsiteX503" fmla="*/ 6591670 w 7467600"/>
              <a:gd name="connsiteY503" fmla="*/ 1988277 h 6858000"/>
              <a:gd name="connsiteX504" fmla="*/ 6747349 w 7467600"/>
              <a:gd name="connsiteY504" fmla="*/ 2160069 h 6858000"/>
              <a:gd name="connsiteX505" fmla="*/ 6760943 w 7467600"/>
              <a:gd name="connsiteY505" fmla="*/ 2177686 h 6858000"/>
              <a:gd name="connsiteX506" fmla="*/ 7021065 w 7467600"/>
              <a:gd name="connsiteY506" fmla="*/ 2498102 h 6858000"/>
              <a:gd name="connsiteX507" fmla="*/ 7155223 w 7467600"/>
              <a:gd name="connsiteY507" fmla="*/ 2650386 h 6858000"/>
              <a:gd name="connsiteX508" fmla="*/ 7203167 w 7467600"/>
              <a:gd name="connsiteY508" fmla="*/ 2697288 h 6858000"/>
              <a:gd name="connsiteX509" fmla="*/ 6937703 w 7467600"/>
              <a:gd name="connsiteY509" fmla="*/ 2321981 h 6858000"/>
              <a:gd name="connsiteX510" fmla="*/ 6591670 w 7467600"/>
              <a:gd name="connsiteY510" fmla="*/ 1988277 h 6858000"/>
              <a:gd name="connsiteX511" fmla="*/ 5798671 w 7467600"/>
              <a:gd name="connsiteY511" fmla="*/ 1981601 h 6858000"/>
              <a:gd name="connsiteX512" fmla="*/ 5754709 w 7467600"/>
              <a:gd name="connsiteY512" fmla="*/ 2071454 h 6858000"/>
              <a:gd name="connsiteX513" fmla="*/ 5763044 w 7467600"/>
              <a:gd name="connsiteY513" fmla="*/ 2842206 h 6858000"/>
              <a:gd name="connsiteX514" fmla="*/ 5764974 w 7467600"/>
              <a:gd name="connsiteY514" fmla="*/ 2799609 h 6858000"/>
              <a:gd name="connsiteX515" fmla="*/ 5767665 w 7467600"/>
              <a:gd name="connsiteY515" fmla="*/ 2666409 h 6858000"/>
              <a:gd name="connsiteX516" fmla="*/ 5763055 w 7467600"/>
              <a:gd name="connsiteY516" fmla="*/ 2579705 h 6858000"/>
              <a:gd name="connsiteX517" fmla="*/ 5758079 w 7467600"/>
              <a:gd name="connsiteY517" fmla="*/ 2492508 h 6858000"/>
              <a:gd name="connsiteX518" fmla="*/ 5779325 w 7467600"/>
              <a:gd name="connsiteY518" fmla="*/ 2197069 h 6858000"/>
              <a:gd name="connsiteX519" fmla="*/ 5798671 w 7467600"/>
              <a:gd name="connsiteY519" fmla="*/ 1981601 h 6858000"/>
              <a:gd name="connsiteX520" fmla="*/ 5829202 w 7467600"/>
              <a:gd name="connsiteY520" fmla="*/ 1971679 h 6858000"/>
              <a:gd name="connsiteX521" fmla="*/ 5809558 w 7467600"/>
              <a:gd name="connsiteY521" fmla="*/ 2198043 h 6858000"/>
              <a:gd name="connsiteX522" fmla="*/ 5788653 w 7467600"/>
              <a:gd name="connsiteY522" fmla="*/ 2489430 h 6858000"/>
              <a:gd name="connsiteX523" fmla="*/ 5793439 w 7467600"/>
              <a:gd name="connsiteY523" fmla="*/ 2575235 h 6858000"/>
              <a:gd name="connsiteX524" fmla="*/ 5796837 w 7467600"/>
              <a:gd name="connsiteY524" fmla="*/ 2637633 h 6858000"/>
              <a:gd name="connsiteX525" fmla="*/ 5818614 w 7467600"/>
              <a:gd name="connsiteY525" fmla="*/ 2473055 h 6858000"/>
              <a:gd name="connsiteX526" fmla="*/ 5829202 w 7467600"/>
              <a:gd name="connsiteY526" fmla="*/ 1971679 h 6858000"/>
              <a:gd name="connsiteX527" fmla="*/ 5911389 w 7467600"/>
              <a:gd name="connsiteY527" fmla="*/ 1898371 h 6858000"/>
              <a:gd name="connsiteX528" fmla="*/ 6237627 w 7467600"/>
              <a:gd name="connsiteY528" fmla="*/ 2231921 h 6858000"/>
              <a:gd name="connsiteX529" fmla="*/ 5911389 w 7467600"/>
              <a:gd name="connsiteY529" fmla="*/ 1898371 h 6858000"/>
              <a:gd name="connsiteX530" fmla="*/ 6944437 w 7467600"/>
              <a:gd name="connsiteY530" fmla="*/ 1575402 h 6858000"/>
              <a:gd name="connsiteX531" fmla="*/ 6304730 w 7467600"/>
              <a:gd name="connsiteY531" fmla="*/ 1766654 h 6858000"/>
              <a:gd name="connsiteX532" fmla="*/ 6944437 w 7467600"/>
              <a:gd name="connsiteY532" fmla="*/ 1575402 h 6858000"/>
              <a:gd name="connsiteX533" fmla="*/ 7019523 w 7467600"/>
              <a:gd name="connsiteY533" fmla="*/ 1519450 h 6858000"/>
              <a:gd name="connsiteX534" fmla="*/ 6298091 w 7467600"/>
              <a:gd name="connsiteY534" fmla="*/ 1737122 h 6858000"/>
              <a:gd name="connsiteX535" fmla="*/ 7019523 w 7467600"/>
              <a:gd name="connsiteY535" fmla="*/ 1519450 h 6858000"/>
              <a:gd name="connsiteX536" fmla="*/ 2399523 w 7467600"/>
              <a:gd name="connsiteY536" fmla="*/ 1428234 h 6858000"/>
              <a:gd name="connsiteX537" fmla="*/ 2224982 w 7467600"/>
              <a:gd name="connsiteY537" fmla="*/ 1826201 h 6858000"/>
              <a:gd name="connsiteX538" fmla="*/ 2096099 w 7467600"/>
              <a:gd name="connsiteY538" fmla="*/ 2345900 h 6858000"/>
              <a:gd name="connsiteX539" fmla="*/ 2283317 w 7467600"/>
              <a:gd name="connsiteY539" fmla="*/ 1796925 h 6858000"/>
              <a:gd name="connsiteX540" fmla="*/ 2399523 w 7467600"/>
              <a:gd name="connsiteY540" fmla="*/ 1428234 h 6858000"/>
              <a:gd name="connsiteX541" fmla="*/ 2448558 w 7467600"/>
              <a:gd name="connsiteY541" fmla="*/ 1373435 h 6858000"/>
              <a:gd name="connsiteX542" fmla="*/ 2312521 w 7467600"/>
              <a:gd name="connsiteY542" fmla="*/ 1806140 h 6858000"/>
              <a:gd name="connsiteX543" fmla="*/ 2127533 w 7467600"/>
              <a:gd name="connsiteY543" fmla="*/ 2348380 h 6858000"/>
              <a:gd name="connsiteX544" fmla="*/ 2358080 w 7467600"/>
              <a:gd name="connsiteY544" fmla="*/ 1866134 h 6858000"/>
              <a:gd name="connsiteX545" fmla="*/ 2407436 w 7467600"/>
              <a:gd name="connsiteY545" fmla="*/ 1651070 h 6858000"/>
              <a:gd name="connsiteX546" fmla="*/ 2448558 w 7467600"/>
              <a:gd name="connsiteY546" fmla="*/ 1373435 h 6858000"/>
              <a:gd name="connsiteX547" fmla="*/ 278707 w 7467600"/>
              <a:gd name="connsiteY547" fmla="*/ 1352270 h 6858000"/>
              <a:gd name="connsiteX548" fmla="*/ 321570 w 7467600"/>
              <a:gd name="connsiteY548" fmla="*/ 1861610 h 6858000"/>
              <a:gd name="connsiteX549" fmla="*/ 294281 w 7467600"/>
              <a:gd name="connsiteY549" fmla="*/ 1440658 h 6858000"/>
              <a:gd name="connsiteX550" fmla="*/ 278707 w 7467600"/>
              <a:gd name="connsiteY550" fmla="*/ 1352270 h 6858000"/>
              <a:gd name="connsiteX551" fmla="*/ 1423821 w 7467600"/>
              <a:gd name="connsiteY551" fmla="*/ 1351958 h 6858000"/>
              <a:gd name="connsiteX552" fmla="*/ 1638521 w 7467600"/>
              <a:gd name="connsiteY552" fmla="*/ 1908470 h 6858000"/>
              <a:gd name="connsiteX553" fmla="*/ 1754199 w 7467600"/>
              <a:gd name="connsiteY553" fmla="*/ 2149284 h 6858000"/>
              <a:gd name="connsiteX554" fmla="*/ 1908359 w 7467600"/>
              <a:gd name="connsiteY554" fmla="*/ 2364988 h 6858000"/>
              <a:gd name="connsiteX555" fmla="*/ 1647661 w 7467600"/>
              <a:gd name="connsiteY555" fmla="*/ 1825945 h 6858000"/>
              <a:gd name="connsiteX556" fmla="*/ 1423821 w 7467600"/>
              <a:gd name="connsiteY556" fmla="*/ 1351958 h 6858000"/>
              <a:gd name="connsiteX557" fmla="*/ 1431890 w 7467600"/>
              <a:gd name="connsiteY557" fmla="*/ 1306475 h 6858000"/>
              <a:gd name="connsiteX558" fmla="*/ 1507597 w 7467600"/>
              <a:gd name="connsiteY558" fmla="*/ 1446132 h 6858000"/>
              <a:gd name="connsiteX559" fmla="*/ 1674586 w 7467600"/>
              <a:gd name="connsiteY559" fmla="*/ 1813832 h 6858000"/>
              <a:gd name="connsiteX560" fmla="*/ 1815950 w 7467600"/>
              <a:gd name="connsiteY560" fmla="*/ 2128564 h 6858000"/>
              <a:gd name="connsiteX561" fmla="*/ 1984242 w 7467600"/>
              <a:gd name="connsiteY561" fmla="*/ 2430829 h 6858000"/>
              <a:gd name="connsiteX562" fmla="*/ 2014023 w 7467600"/>
              <a:gd name="connsiteY562" fmla="*/ 2450995 h 6858000"/>
              <a:gd name="connsiteX563" fmla="*/ 1747337 w 7467600"/>
              <a:gd name="connsiteY563" fmla="*/ 1855264 h 6858000"/>
              <a:gd name="connsiteX564" fmla="*/ 1533749 w 7467600"/>
              <a:gd name="connsiteY564" fmla="*/ 1478656 h 6858000"/>
              <a:gd name="connsiteX565" fmla="*/ 1431890 w 7467600"/>
              <a:gd name="connsiteY565" fmla="*/ 1306475 h 6858000"/>
              <a:gd name="connsiteX566" fmla="*/ 5052692 w 7467600"/>
              <a:gd name="connsiteY566" fmla="*/ 1292994 h 6858000"/>
              <a:gd name="connsiteX567" fmla="*/ 5200661 w 7467600"/>
              <a:gd name="connsiteY567" fmla="*/ 1635186 h 6858000"/>
              <a:gd name="connsiteX568" fmla="*/ 5297138 w 7467600"/>
              <a:gd name="connsiteY568" fmla="*/ 1906351 h 6858000"/>
              <a:gd name="connsiteX569" fmla="*/ 5052692 w 7467600"/>
              <a:gd name="connsiteY569" fmla="*/ 1292994 h 6858000"/>
              <a:gd name="connsiteX570" fmla="*/ 5009948 w 7467600"/>
              <a:gd name="connsiteY570" fmla="*/ 1273619 h 6858000"/>
              <a:gd name="connsiteX571" fmla="*/ 5121777 w 7467600"/>
              <a:gd name="connsiteY571" fmla="*/ 1654213 h 6858000"/>
              <a:gd name="connsiteX572" fmla="*/ 5293545 w 7467600"/>
              <a:gd name="connsiteY572" fmla="*/ 2072247 h 6858000"/>
              <a:gd name="connsiteX573" fmla="*/ 5294042 w 7467600"/>
              <a:gd name="connsiteY573" fmla="*/ 2065019 h 6858000"/>
              <a:gd name="connsiteX574" fmla="*/ 5171936 w 7467600"/>
              <a:gd name="connsiteY574" fmla="*/ 1647613 h 6858000"/>
              <a:gd name="connsiteX575" fmla="*/ 5009948 w 7467600"/>
              <a:gd name="connsiteY575" fmla="*/ 1273619 h 6858000"/>
              <a:gd name="connsiteX576" fmla="*/ 655236 w 7467600"/>
              <a:gd name="connsiteY576" fmla="*/ 1268632 h 6858000"/>
              <a:gd name="connsiteX577" fmla="*/ 839521 w 7467600"/>
              <a:gd name="connsiteY577" fmla="*/ 1685315 h 6858000"/>
              <a:gd name="connsiteX578" fmla="*/ 1109416 w 7467600"/>
              <a:gd name="connsiteY578" fmla="*/ 2061663 h 6858000"/>
              <a:gd name="connsiteX579" fmla="*/ 1298300 w 7467600"/>
              <a:gd name="connsiteY579" fmla="*/ 2247742 h 6858000"/>
              <a:gd name="connsiteX580" fmla="*/ 1125871 w 7467600"/>
              <a:gd name="connsiteY580" fmla="*/ 1989513 h 6858000"/>
              <a:gd name="connsiteX581" fmla="*/ 981574 w 7467600"/>
              <a:gd name="connsiteY581" fmla="*/ 1783157 h 6858000"/>
              <a:gd name="connsiteX582" fmla="*/ 922198 w 7467600"/>
              <a:gd name="connsiteY582" fmla="*/ 1677437 h 6858000"/>
              <a:gd name="connsiteX583" fmla="*/ 869293 w 7467600"/>
              <a:gd name="connsiteY583" fmla="*/ 1583214 h 6858000"/>
              <a:gd name="connsiteX584" fmla="*/ 751431 w 7467600"/>
              <a:gd name="connsiteY584" fmla="*/ 1405731 h 6858000"/>
              <a:gd name="connsiteX585" fmla="*/ 655236 w 7467600"/>
              <a:gd name="connsiteY585" fmla="*/ 1268632 h 6858000"/>
              <a:gd name="connsiteX586" fmla="*/ 6516292 w 7467600"/>
              <a:gd name="connsiteY586" fmla="*/ 1263064 h 6858000"/>
              <a:gd name="connsiteX587" fmla="*/ 5736320 w 7467600"/>
              <a:gd name="connsiteY587" fmla="*/ 1501803 h 6858000"/>
              <a:gd name="connsiteX588" fmla="*/ 6516292 w 7467600"/>
              <a:gd name="connsiteY588" fmla="*/ 1263064 h 6858000"/>
              <a:gd name="connsiteX589" fmla="*/ 291466 w 7467600"/>
              <a:gd name="connsiteY589" fmla="*/ 1250369 h 6858000"/>
              <a:gd name="connsiteX590" fmla="*/ 323180 w 7467600"/>
              <a:gd name="connsiteY590" fmla="*/ 1435283 h 6858000"/>
              <a:gd name="connsiteX591" fmla="*/ 349381 w 7467600"/>
              <a:gd name="connsiteY591" fmla="*/ 1875041 h 6858000"/>
              <a:gd name="connsiteX592" fmla="*/ 374363 w 7467600"/>
              <a:gd name="connsiteY592" fmla="*/ 1506494 h 6858000"/>
              <a:gd name="connsiteX593" fmla="*/ 302168 w 7467600"/>
              <a:gd name="connsiteY593" fmla="*/ 1274495 h 6858000"/>
              <a:gd name="connsiteX594" fmla="*/ 291466 w 7467600"/>
              <a:gd name="connsiteY594" fmla="*/ 1250369 h 6858000"/>
              <a:gd name="connsiteX595" fmla="*/ 678222 w 7467600"/>
              <a:gd name="connsiteY595" fmla="*/ 1248670 h 6858000"/>
              <a:gd name="connsiteX596" fmla="*/ 775536 w 7467600"/>
              <a:gd name="connsiteY596" fmla="*/ 1388015 h 6858000"/>
              <a:gd name="connsiteX597" fmla="*/ 894529 w 7467600"/>
              <a:gd name="connsiteY597" fmla="*/ 1567739 h 6858000"/>
              <a:gd name="connsiteX598" fmla="*/ 948000 w 7467600"/>
              <a:gd name="connsiteY598" fmla="*/ 1663088 h 6858000"/>
              <a:gd name="connsiteX599" fmla="*/ 1006812 w 7467600"/>
              <a:gd name="connsiteY599" fmla="*/ 1767683 h 6858000"/>
              <a:gd name="connsiteX600" fmla="*/ 1149133 w 7467600"/>
              <a:gd name="connsiteY600" fmla="*/ 1971513 h 6858000"/>
              <a:gd name="connsiteX601" fmla="*/ 1333952 w 7467600"/>
              <a:gd name="connsiteY601" fmla="*/ 2251620 h 6858000"/>
              <a:gd name="connsiteX602" fmla="*/ 1337329 w 7467600"/>
              <a:gd name="connsiteY602" fmla="*/ 2258350 h 6858000"/>
              <a:gd name="connsiteX603" fmla="*/ 1014726 w 7467600"/>
              <a:gd name="connsiteY603" fmla="*/ 1615556 h 6858000"/>
              <a:gd name="connsiteX604" fmla="*/ 678222 w 7467600"/>
              <a:gd name="connsiteY604" fmla="*/ 1248670 h 6858000"/>
              <a:gd name="connsiteX605" fmla="*/ 6691602 w 7467600"/>
              <a:gd name="connsiteY605" fmla="*/ 1140573 h 6858000"/>
              <a:gd name="connsiteX606" fmla="*/ 6571100 w 7467600"/>
              <a:gd name="connsiteY606" fmla="*/ 1183662 h 6858000"/>
              <a:gd name="connsiteX607" fmla="*/ 6241687 w 7467600"/>
              <a:gd name="connsiteY607" fmla="*/ 1257600 h 6858000"/>
              <a:gd name="connsiteX608" fmla="*/ 5693009 w 7467600"/>
              <a:gd name="connsiteY608" fmla="*/ 1478256 h 6858000"/>
              <a:gd name="connsiteX609" fmla="*/ 6548420 w 7467600"/>
              <a:gd name="connsiteY609" fmla="*/ 1214599 h 6858000"/>
              <a:gd name="connsiteX610" fmla="*/ 6605473 w 7467600"/>
              <a:gd name="connsiteY610" fmla="*/ 1184686 h 6858000"/>
              <a:gd name="connsiteX611" fmla="*/ 6691602 w 7467600"/>
              <a:gd name="connsiteY611" fmla="*/ 1140573 h 6858000"/>
              <a:gd name="connsiteX612" fmla="*/ 4002475 w 7467600"/>
              <a:gd name="connsiteY612" fmla="*/ 1037802 h 6858000"/>
              <a:gd name="connsiteX613" fmla="*/ 4000324 w 7467600"/>
              <a:gd name="connsiteY613" fmla="*/ 1039362 h 6858000"/>
              <a:gd name="connsiteX614" fmla="*/ 4002862 w 7467600"/>
              <a:gd name="connsiteY614" fmla="*/ 1042866 h 6858000"/>
              <a:gd name="connsiteX615" fmla="*/ 4002475 w 7467600"/>
              <a:gd name="connsiteY615" fmla="*/ 1037802 h 6858000"/>
              <a:gd name="connsiteX616" fmla="*/ 506322 w 7467600"/>
              <a:gd name="connsiteY616" fmla="*/ 1020997 h 6858000"/>
              <a:gd name="connsiteX617" fmla="*/ 533068 w 7467600"/>
              <a:gd name="connsiteY617" fmla="*/ 1029409 h 6858000"/>
              <a:gd name="connsiteX618" fmla="*/ 1232525 w 7467600"/>
              <a:gd name="connsiteY618" fmla="*/ 1804675 h 6858000"/>
              <a:gd name="connsiteX619" fmla="*/ 1388858 w 7467600"/>
              <a:gd name="connsiteY619" fmla="*/ 2368011 h 6858000"/>
              <a:gd name="connsiteX620" fmla="*/ 1384098 w 7467600"/>
              <a:gd name="connsiteY620" fmla="*/ 2378125 h 6858000"/>
              <a:gd name="connsiteX621" fmla="*/ 1425393 w 7467600"/>
              <a:gd name="connsiteY621" fmla="*/ 2589124 h 6858000"/>
              <a:gd name="connsiteX622" fmla="*/ 1424001 w 7467600"/>
              <a:gd name="connsiteY622" fmla="*/ 2597541 h 6858000"/>
              <a:gd name="connsiteX623" fmla="*/ 2152729 w 7467600"/>
              <a:gd name="connsiteY623" fmla="*/ 2864487 h 6858000"/>
              <a:gd name="connsiteX624" fmla="*/ 2020609 w 7467600"/>
              <a:gd name="connsiteY624" fmla="*/ 2539671 h 6858000"/>
              <a:gd name="connsiteX625" fmla="*/ 2018920 w 7467600"/>
              <a:gd name="connsiteY625" fmla="*/ 2536309 h 6858000"/>
              <a:gd name="connsiteX626" fmla="*/ 1342441 w 7467600"/>
              <a:gd name="connsiteY626" fmla="*/ 1173017 h 6858000"/>
              <a:gd name="connsiteX627" fmla="*/ 1367925 w 7467600"/>
              <a:gd name="connsiteY627" fmla="*/ 1135648 h 6858000"/>
              <a:gd name="connsiteX628" fmla="*/ 1771401 w 7467600"/>
              <a:gd name="connsiteY628" fmla="*/ 1806673 h 6858000"/>
              <a:gd name="connsiteX629" fmla="*/ 1972385 w 7467600"/>
              <a:gd name="connsiteY629" fmla="*/ 2198735 h 6858000"/>
              <a:gd name="connsiteX630" fmla="*/ 2040892 w 7467600"/>
              <a:gd name="connsiteY630" fmla="*/ 2405205 h 6858000"/>
              <a:gd name="connsiteX631" fmla="*/ 2131689 w 7467600"/>
              <a:gd name="connsiteY631" fmla="*/ 1936926 h 6858000"/>
              <a:gd name="connsiteX632" fmla="*/ 2454820 w 7467600"/>
              <a:gd name="connsiteY632" fmla="*/ 1248808 h 6858000"/>
              <a:gd name="connsiteX633" fmla="*/ 2492512 w 7467600"/>
              <a:gd name="connsiteY633" fmla="*/ 1302920 h 6858000"/>
              <a:gd name="connsiteX634" fmla="*/ 2081216 w 7467600"/>
              <a:gd name="connsiteY634" fmla="*/ 2527513 h 6858000"/>
              <a:gd name="connsiteX635" fmla="*/ 2081211 w 7467600"/>
              <a:gd name="connsiteY635" fmla="*/ 2528916 h 6858000"/>
              <a:gd name="connsiteX636" fmla="*/ 2199067 w 7467600"/>
              <a:gd name="connsiteY636" fmla="*/ 2884061 h 6858000"/>
              <a:gd name="connsiteX637" fmla="*/ 3192586 w 7467600"/>
              <a:gd name="connsiteY637" fmla="*/ 3411496 h 6858000"/>
              <a:gd name="connsiteX638" fmla="*/ 3182620 w 7467600"/>
              <a:gd name="connsiteY638" fmla="*/ 3483279 h 6858000"/>
              <a:gd name="connsiteX639" fmla="*/ 2435119 w 7467600"/>
              <a:gd name="connsiteY639" fmla="*/ 3080173 h 6858000"/>
              <a:gd name="connsiteX640" fmla="*/ 2410152 w 7467600"/>
              <a:gd name="connsiteY640" fmla="*/ 3063751 h 6858000"/>
              <a:gd name="connsiteX641" fmla="*/ 2408099 w 7467600"/>
              <a:gd name="connsiteY641" fmla="*/ 3064403 h 6858000"/>
              <a:gd name="connsiteX642" fmla="*/ 2407218 w 7467600"/>
              <a:gd name="connsiteY642" fmla="*/ 3070324 h 6858000"/>
              <a:gd name="connsiteX643" fmla="*/ 2380138 w 7467600"/>
              <a:gd name="connsiteY643" fmla="*/ 3099341 h 6858000"/>
              <a:gd name="connsiteX644" fmla="*/ 1765923 w 7467600"/>
              <a:gd name="connsiteY644" fmla="*/ 3581043 h 6858000"/>
              <a:gd name="connsiteX645" fmla="*/ 1702258 w 7467600"/>
              <a:gd name="connsiteY645" fmla="*/ 3612286 h 6858000"/>
              <a:gd name="connsiteX646" fmla="*/ 1538370 w 7467600"/>
              <a:gd name="connsiteY646" fmla="*/ 3811804 h 6858000"/>
              <a:gd name="connsiteX647" fmla="*/ 542867 w 7467600"/>
              <a:gd name="connsiteY647" fmla="*/ 4944092 h 6858000"/>
              <a:gd name="connsiteX648" fmla="*/ 515800 w 7467600"/>
              <a:gd name="connsiteY648" fmla="*/ 4862180 h 6858000"/>
              <a:gd name="connsiteX649" fmla="*/ 909145 w 7467600"/>
              <a:gd name="connsiteY649" fmla="*/ 4199225 h 6858000"/>
              <a:gd name="connsiteX650" fmla="*/ 1214067 w 7467600"/>
              <a:gd name="connsiteY650" fmla="*/ 3908561 h 6858000"/>
              <a:gd name="connsiteX651" fmla="*/ 640967 w 7467600"/>
              <a:gd name="connsiteY651" fmla="*/ 4105601 h 6858000"/>
              <a:gd name="connsiteX652" fmla="*/ 112563 w 7467600"/>
              <a:gd name="connsiteY652" fmla="*/ 4396952 h 6858000"/>
              <a:gd name="connsiteX653" fmla="*/ 0 w 7467600"/>
              <a:gd name="connsiteY653" fmla="*/ 4466006 h 6858000"/>
              <a:gd name="connsiteX654" fmla="*/ 0 w 7467600"/>
              <a:gd name="connsiteY654" fmla="*/ 4233763 h 6858000"/>
              <a:gd name="connsiteX655" fmla="*/ 36881 w 7467600"/>
              <a:gd name="connsiteY655" fmla="*/ 4200118 h 6858000"/>
              <a:gd name="connsiteX656" fmla="*/ 910534 w 7467600"/>
              <a:gd name="connsiteY656" fmla="*/ 3629753 h 6858000"/>
              <a:gd name="connsiteX657" fmla="*/ 1578717 w 7467600"/>
              <a:gd name="connsiteY657" fmla="*/ 3575982 h 6858000"/>
              <a:gd name="connsiteX658" fmla="*/ 2338780 w 7467600"/>
              <a:gd name="connsiteY658" fmla="*/ 3033725 h 6858000"/>
              <a:gd name="connsiteX659" fmla="*/ 1807991 w 7467600"/>
              <a:gd name="connsiteY659" fmla="*/ 2807184 h 6858000"/>
              <a:gd name="connsiteX660" fmla="*/ 1416358 w 7467600"/>
              <a:gd name="connsiteY660" fmla="*/ 3112571 h 6858000"/>
              <a:gd name="connsiteX661" fmla="*/ 939066 w 7467600"/>
              <a:gd name="connsiteY661" fmla="*/ 3378798 h 6858000"/>
              <a:gd name="connsiteX662" fmla="*/ 115099 w 7467600"/>
              <a:gd name="connsiteY662" fmla="*/ 3607650 h 6858000"/>
              <a:gd name="connsiteX663" fmla="*/ 97284 w 7467600"/>
              <a:gd name="connsiteY663" fmla="*/ 3520393 h 6858000"/>
              <a:gd name="connsiteX664" fmla="*/ 922050 w 7467600"/>
              <a:gd name="connsiteY664" fmla="*/ 3074867 h 6858000"/>
              <a:gd name="connsiteX665" fmla="*/ 1405265 w 7467600"/>
              <a:gd name="connsiteY665" fmla="*/ 3016319 h 6858000"/>
              <a:gd name="connsiteX666" fmla="*/ 1407512 w 7467600"/>
              <a:gd name="connsiteY666" fmla="*/ 3018001 h 6858000"/>
              <a:gd name="connsiteX667" fmla="*/ 1726266 w 7467600"/>
              <a:gd name="connsiteY667" fmla="*/ 2777274 h 6858000"/>
              <a:gd name="connsiteX668" fmla="*/ 625390 w 7467600"/>
              <a:gd name="connsiteY668" fmla="*/ 2514541 h 6858000"/>
              <a:gd name="connsiteX669" fmla="*/ 619799 w 7467600"/>
              <a:gd name="connsiteY669" fmla="*/ 2527180 h 6858000"/>
              <a:gd name="connsiteX670" fmla="*/ 310030 w 7467600"/>
              <a:gd name="connsiteY670" fmla="*/ 2771818 h 6858000"/>
              <a:gd name="connsiteX671" fmla="*/ 173877 w 7467600"/>
              <a:gd name="connsiteY671" fmla="*/ 2937056 h 6858000"/>
              <a:gd name="connsiteX672" fmla="*/ 77889 w 7467600"/>
              <a:gd name="connsiteY672" fmla="*/ 3138440 h 6858000"/>
              <a:gd name="connsiteX673" fmla="*/ 0 w 7467600"/>
              <a:gd name="connsiteY673" fmla="*/ 3271395 h 6858000"/>
              <a:gd name="connsiteX674" fmla="*/ 0 w 7467600"/>
              <a:gd name="connsiteY674" fmla="*/ 3153002 h 6858000"/>
              <a:gd name="connsiteX675" fmla="*/ 2386 w 7467600"/>
              <a:gd name="connsiteY675" fmla="*/ 3149203 h 6858000"/>
              <a:gd name="connsiteX676" fmla="*/ 89753 w 7467600"/>
              <a:gd name="connsiteY676" fmla="*/ 2987702 h 6858000"/>
              <a:gd name="connsiteX677" fmla="*/ 76869 w 7467600"/>
              <a:gd name="connsiteY677" fmla="*/ 3005404 h 6858000"/>
              <a:gd name="connsiteX678" fmla="*/ 32049 w 7467600"/>
              <a:gd name="connsiteY678" fmla="*/ 3065814 h 6858000"/>
              <a:gd name="connsiteX679" fmla="*/ 0 w 7467600"/>
              <a:gd name="connsiteY679" fmla="*/ 3108744 h 6858000"/>
              <a:gd name="connsiteX680" fmla="*/ 0 w 7467600"/>
              <a:gd name="connsiteY680" fmla="*/ 3058059 h 6858000"/>
              <a:gd name="connsiteX681" fmla="*/ 7610 w 7467600"/>
              <a:gd name="connsiteY681" fmla="*/ 3047889 h 6858000"/>
              <a:gd name="connsiteX682" fmla="*/ 52419 w 7467600"/>
              <a:gd name="connsiteY682" fmla="*/ 2987479 h 6858000"/>
              <a:gd name="connsiteX683" fmla="*/ 59142 w 7467600"/>
              <a:gd name="connsiteY683" fmla="*/ 2978488 h 6858000"/>
              <a:gd name="connsiteX684" fmla="*/ 0 w 7467600"/>
              <a:gd name="connsiteY684" fmla="*/ 3015334 h 6858000"/>
              <a:gd name="connsiteX685" fmla="*/ 0 w 7467600"/>
              <a:gd name="connsiteY685" fmla="*/ 2914286 h 6858000"/>
              <a:gd name="connsiteX686" fmla="*/ 36383 w 7467600"/>
              <a:gd name="connsiteY686" fmla="*/ 2901128 h 6858000"/>
              <a:gd name="connsiteX687" fmla="*/ 156329 w 7467600"/>
              <a:gd name="connsiteY687" fmla="*/ 2840533 h 6858000"/>
              <a:gd name="connsiteX688" fmla="*/ 358355 w 7467600"/>
              <a:gd name="connsiteY688" fmla="*/ 2620471 h 6858000"/>
              <a:gd name="connsiteX689" fmla="*/ 510577 w 7467600"/>
              <a:gd name="connsiteY689" fmla="*/ 2501244 h 6858000"/>
              <a:gd name="connsiteX690" fmla="*/ 211967 w 7467600"/>
              <a:gd name="connsiteY690" fmla="*/ 2479171 h 6858000"/>
              <a:gd name="connsiteX691" fmla="*/ 0 w 7467600"/>
              <a:gd name="connsiteY691" fmla="*/ 2476398 h 6858000"/>
              <a:gd name="connsiteX692" fmla="*/ 0 w 7467600"/>
              <a:gd name="connsiteY692" fmla="*/ 2389189 h 6858000"/>
              <a:gd name="connsiteX693" fmla="*/ 103062 w 7467600"/>
              <a:gd name="connsiteY693" fmla="*/ 2389518 h 6858000"/>
              <a:gd name="connsiteX694" fmla="*/ 510734 w 7467600"/>
              <a:gd name="connsiteY694" fmla="*/ 2416201 h 6858000"/>
              <a:gd name="connsiteX695" fmla="*/ 279257 w 7467600"/>
              <a:gd name="connsiteY695" fmla="*/ 2092102 h 6858000"/>
              <a:gd name="connsiteX696" fmla="*/ 65265 w 7467600"/>
              <a:gd name="connsiteY696" fmla="*/ 2006049 h 6858000"/>
              <a:gd name="connsiteX697" fmla="*/ 0 w 7467600"/>
              <a:gd name="connsiteY697" fmla="*/ 1982532 h 6858000"/>
              <a:gd name="connsiteX698" fmla="*/ 0 w 7467600"/>
              <a:gd name="connsiteY698" fmla="*/ 1912789 h 6858000"/>
              <a:gd name="connsiteX699" fmla="*/ 97460 w 7467600"/>
              <a:gd name="connsiteY699" fmla="*/ 1953725 h 6858000"/>
              <a:gd name="connsiteX700" fmla="*/ 221272 w 7467600"/>
              <a:gd name="connsiteY700" fmla="*/ 1980766 h 6858000"/>
              <a:gd name="connsiteX701" fmla="*/ 116765 w 7467600"/>
              <a:gd name="connsiteY701" fmla="*/ 1911033 h 6858000"/>
              <a:gd name="connsiteX702" fmla="*/ 16405 w 7467600"/>
              <a:gd name="connsiteY702" fmla="*/ 1803412 h 6858000"/>
              <a:gd name="connsiteX703" fmla="*/ 0 w 7467600"/>
              <a:gd name="connsiteY703" fmla="*/ 1784777 h 6858000"/>
              <a:gd name="connsiteX704" fmla="*/ 0 w 7467600"/>
              <a:gd name="connsiteY704" fmla="*/ 1740082 h 6858000"/>
              <a:gd name="connsiteX705" fmla="*/ 39394 w 7467600"/>
              <a:gd name="connsiteY705" fmla="*/ 1784856 h 6858000"/>
              <a:gd name="connsiteX706" fmla="*/ 135813 w 7467600"/>
              <a:gd name="connsiteY706" fmla="*/ 1888838 h 6858000"/>
              <a:gd name="connsiteX707" fmla="*/ 242575 w 7467600"/>
              <a:gd name="connsiteY707" fmla="*/ 1958841 h 6858000"/>
              <a:gd name="connsiteX708" fmla="*/ 82197 w 7467600"/>
              <a:gd name="connsiteY708" fmla="*/ 1754826 h 6858000"/>
              <a:gd name="connsiteX709" fmla="*/ 0 w 7467600"/>
              <a:gd name="connsiteY709" fmla="*/ 1679650 h 6858000"/>
              <a:gd name="connsiteX710" fmla="*/ 0 w 7467600"/>
              <a:gd name="connsiteY710" fmla="*/ 1602463 h 6858000"/>
              <a:gd name="connsiteX711" fmla="*/ 84689 w 7467600"/>
              <a:gd name="connsiteY711" fmla="*/ 1677442 h 6858000"/>
              <a:gd name="connsiteX712" fmla="*/ 298437 w 7467600"/>
              <a:gd name="connsiteY712" fmla="*/ 1968019 h 6858000"/>
              <a:gd name="connsiteX713" fmla="*/ 227269 w 7467600"/>
              <a:gd name="connsiteY713" fmla="*/ 1114064 h 6858000"/>
              <a:gd name="connsiteX714" fmla="*/ 248003 w 7467600"/>
              <a:gd name="connsiteY714" fmla="*/ 1089613 h 6858000"/>
              <a:gd name="connsiteX715" fmla="*/ 427020 w 7467600"/>
              <a:gd name="connsiteY715" fmla="*/ 1619803 h 6858000"/>
              <a:gd name="connsiteX716" fmla="*/ 340345 w 7467600"/>
              <a:gd name="connsiteY716" fmla="*/ 2027739 h 6858000"/>
              <a:gd name="connsiteX717" fmla="*/ 360865 w 7467600"/>
              <a:gd name="connsiteY717" fmla="*/ 2044827 h 6858000"/>
              <a:gd name="connsiteX718" fmla="*/ 560414 w 7467600"/>
              <a:gd name="connsiteY718" fmla="*/ 2421457 h 6858000"/>
              <a:gd name="connsiteX719" fmla="*/ 1359703 w 7467600"/>
              <a:gd name="connsiteY719" fmla="*/ 2578554 h 6858000"/>
              <a:gd name="connsiteX720" fmla="*/ 1359422 w 7467600"/>
              <a:gd name="connsiteY720" fmla="*/ 2577994 h 6858000"/>
              <a:gd name="connsiteX721" fmla="*/ 828701 w 7467600"/>
              <a:gd name="connsiteY721" fmla="*/ 1839520 h 6858000"/>
              <a:gd name="connsiteX722" fmla="*/ 494427 w 7467600"/>
              <a:gd name="connsiteY722" fmla="*/ 1092333 h 6858000"/>
              <a:gd name="connsiteX723" fmla="*/ 506322 w 7467600"/>
              <a:gd name="connsiteY723" fmla="*/ 1020997 h 6858000"/>
              <a:gd name="connsiteX724" fmla="*/ 4570198 w 7467600"/>
              <a:gd name="connsiteY724" fmla="*/ 978081 h 6858000"/>
              <a:gd name="connsiteX725" fmla="*/ 4523691 w 7467600"/>
              <a:gd name="connsiteY725" fmla="*/ 1127776 h 6858000"/>
              <a:gd name="connsiteX726" fmla="*/ 4509875 w 7467600"/>
              <a:gd name="connsiteY726" fmla="*/ 1167552 h 6858000"/>
              <a:gd name="connsiteX727" fmla="*/ 4478168 w 7467600"/>
              <a:gd name="connsiteY727" fmla="*/ 1260735 h 6858000"/>
              <a:gd name="connsiteX728" fmla="*/ 4409309 w 7467600"/>
              <a:gd name="connsiteY728" fmla="*/ 1666996 h 6858000"/>
              <a:gd name="connsiteX729" fmla="*/ 4370031 w 7467600"/>
              <a:gd name="connsiteY729" fmla="*/ 1955666 h 6858000"/>
              <a:gd name="connsiteX730" fmla="*/ 4570198 w 7467600"/>
              <a:gd name="connsiteY730" fmla="*/ 978081 h 6858000"/>
              <a:gd name="connsiteX731" fmla="*/ 4557898 w 7467600"/>
              <a:gd name="connsiteY731" fmla="*/ 900011 h 6858000"/>
              <a:gd name="connsiteX732" fmla="*/ 4344840 w 7467600"/>
              <a:gd name="connsiteY732" fmla="*/ 1922038 h 6858000"/>
              <a:gd name="connsiteX733" fmla="*/ 4378710 w 7467600"/>
              <a:gd name="connsiteY733" fmla="*/ 1665516 h 6858000"/>
              <a:gd name="connsiteX734" fmla="*/ 4448798 w 7467600"/>
              <a:gd name="connsiteY734" fmla="*/ 1253024 h 6858000"/>
              <a:gd name="connsiteX735" fmla="*/ 4480315 w 7467600"/>
              <a:gd name="connsiteY735" fmla="*/ 1158454 h 6858000"/>
              <a:gd name="connsiteX736" fmla="*/ 4494133 w 7467600"/>
              <a:gd name="connsiteY736" fmla="*/ 1118676 h 6858000"/>
              <a:gd name="connsiteX737" fmla="*/ 4557898 w 7467600"/>
              <a:gd name="connsiteY737" fmla="*/ 900011 h 6858000"/>
              <a:gd name="connsiteX738" fmla="*/ 5870151 w 7467600"/>
              <a:gd name="connsiteY738" fmla="*/ 898890 h 6858000"/>
              <a:gd name="connsiteX739" fmla="*/ 5861335 w 7467600"/>
              <a:gd name="connsiteY739" fmla="*/ 899177 h 6858000"/>
              <a:gd name="connsiteX740" fmla="*/ 5843702 w 7467600"/>
              <a:gd name="connsiteY740" fmla="*/ 899748 h 6858000"/>
              <a:gd name="connsiteX741" fmla="*/ 5651107 w 7467600"/>
              <a:gd name="connsiteY741" fmla="*/ 920306 h 6858000"/>
              <a:gd name="connsiteX742" fmla="*/ 5459407 w 7467600"/>
              <a:gd name="connsiteY742" fmla="*/ 940975 h 6858000"/>
              <a:gd name="connsiteX743" fmla="*/ 5374846 w 7467600"/>
              <a:gd name="connsiteY743" fmla="*/ 941988 h 6858000"/>
              <a:gd name="connsiteX744" fmla="*/ 5256105 w 7467600"/>
              <a:gd name="connsiteY744" fmla="*/ 945632 h 6858000"/>
              <a:gd name="connsiteX745" fmla="*/ 5107071 w 7467600"/>
              <a:gd name="connsiteY745" fmla="*/ 969720 h 6858000"/>
              <a:gd name="connsiteX746" fmla="*/ 4998681 w 7467600"/>
              <a:gd name="connsiteY746" fmla="*/ 988771 h 6858000"/>
              <a:gd name="connsiteX747" fmla="*/ 5870151 w 7467600"/>
              <a:gd name="connsiteY747" fmla="*/ 898890 h 6858000"/>
              <a:gd name="connsiteX748" fmla="*/ 5504425 w 7467600"/>
              <a:gd name="connsiteY748" fmla="*/ 848067 h 6858000"/>
              <a:gd name="connsiteX749" fmla="*/ 4968849 w 7467600"/>
              <a:gd name="connsiteY749" fmla="*/ 962318 h 6858000"/>
              <a:gd name="connsiteX750" fmla="*/ 5104039 w 7467600"/>
              <a:gd name="connsiteY750" fmla="*/ 940634 h 6858000"/>
              <a:gd name="connsiteX751" fmla="*/ 5256311 w 7467600"/>
              <a:gd name="connsiteY751" fmla="*/ 916490 h 6858000"/>
              <a:gd name="connsiteX752" fmla="*/ 5377381 w 7467600"/>
              <a:gd name="connsiteY752" fmla="*/ 912671 h 6858000"/>
              <a:gd name="connsiteX753" fmla="*/ 5460148 w 7467600"/>
              <a:gd name="connsiteY753" fmla="*/ 911442 h 6858000"/>
              <a:gd name="connsiteX754" fmla="*/ 5648971 w 7467600"/>
              <a:gd name="connsiteY754" fmla="*/ 891331 h 6858000"/>
              <a:gd name="connsiteX755" fmla="*/ 5844807 w 7467600"/>
              <a:gd name="connsiteY755" fmla="*/ 870718 h 6858000"/>
              <a:gd name="connsiteX756" fmla="*/ 5862975 w 7467600"/>
              <a:gd name="connsiteY756" fmla="*/ 869756 h 6858000"/>
              <a:gd name="connsiteX757" fmla="*/ 5920887 w 7467600"/>
              <a:gd name="connsiteY757" fmla="*/ 865929 h 6858000"/>
              <a:gd name="connsiteX758" fmla="*/ 5504425 w 7467600"/>
              <a:gd name="connsiteY758" fmla="*/ 848067 h 6858000"/>
              <a:gd name="connsiteX759" fmla="*/ 3607114 w 7467600"/>
              <a:gd name="connsiteY759" fmla="*/ 467441 h 6858000"/>
              <a:gd name="connsiteX760" fmla="*/ 3296242 w 7467600"/>
              <a:gd name="connsiteY760" fmla="*/ 807991 h 6858000"/>
              <a:gd name="connsiteX761" fmla="*/ 3174674 w 7467600"/>
              <a:gd name="connsiteY761" fmla="*/ 919759 h 6858000"/>
              <a:gd name="connsiteX762" fmla="*/ 3042978 w 7467600"/>
              <a:gd name="connsiteY762" fmla="*/ 1054894 h 6858000"/>
              <a:gd name="connsiteX763" fmla="*/ 2968914 w 7467600"/>
              <a:gd name="connsiteY763" fmla="*/ 1133756 h 6858000"/>
              <a:gd name="connsiteX764" fmla="*/ 3103823 w 7467600"/>
              <a:gd name="connsiteY764" fmla="*/ 1026814 h 6858000"/>
              <a:gd name="connsiteX765" fmla="*/ 3607114 w 7467600"/>
              <a:gd name="connsiteY765" fmla="*/ 467441 h 6858000"/>
              <a:gd name="connsiteX766" fmla="*/ 3744487 w 7467600"/>
              <a:gd name="connsiteY766" fmla="*/ 383136 h 6858000"/>
              <a:gd name="connsiteX767" fmla="*/ 3970213 w 7467600"/>
              <a:gd name="connsiteY767" fmla="*/ 995559 h 6858000"/>
              <a:gd name="connsiteX768" fmla="*/ 3744487 w 7467600"/>
              <a:gd name="connsiteY768" fmla="*/ 383136 h 6858000"/>
              <a:gd name="connsiteX769" fmla="*/ 3624562 w 7467600"/>
              <a:gd name="connsiteY769" fmla="*/ 367041 h 6858000"/>
              <a:gd name="connsiteX770" fmla="*/ 3489712 w 7467600"/>
              <a:gd name="connsiteY770" fmla="*/ 485386 h 6858000"/>
              <a:gd name="connsiteX771" fmla="*/ 3182994 w 7467600"/>
              <a:gd name="connsiteY771" fmla="*/ 828265 h 6858000"/>
              <a:gd name="connsiteX772" fmla="*/ 2892114 w 7467600"/>
              <a:gd name="connsiteY772" fmla="*/ 1172635 h 6858000"/>
              <a:gd name="connsiteX773" fmla="*/ 3021459 w 7467600"/>
              <a:gd name="connsiteY773" fmla="*/ 1035385 h 6858000"/>
              <a:gd name="connsiteX774" fmla="*/ 3153873 w 7467600"/>
              <a:gd name="connsiteY774" fmla="*/ 898971 h 6858000"/>
              <a:gd name="connsiteX775" fmla="*/ 3276511 w 7467600"/>
              <a:gd name="connsiteY775" fmla="*/ 786423 h 6858000"/>
              <a:gd name="connsiteX776" fmla="*/ 3584154 w 7467600"/>
              <a:gd name="connsiteY776" fmla="*/ 448218 h 6858000"/>
              <a:gd name="connsiteX777" fmla="*/ 3624562 w 7467600"/>
              <a:gd name="connsiteY777" fmla="*/ 367041 h 6858000"/>
              <a:gd name="connsiteX778" fmla="*/ 3766672 w 7467600"/>
              <a:gd name="connsiteY778" fmla="*/ 359429 h 6858000"/>
              <a:gd name="connsiteX779" fmla="*/ 3996338 w 7467600"/>
              <a:gd name="connsiteY779" fmla="*/ 968237 h 6858000"/>
              <a:gd name="connsiteX780" fmla="*/ 3766672 w 7467600"/>
              <a:gd name="connsiteY780" fmla="*/ 359429 h 6858000"/>
              <a:gd name="connsiteX781" fmla="*/ 5805386 w 7467600"/>
              <a:gd name="connsiteY781" fmla="*/ 239240 h 6858000"/>
              <a:gd name="connsiteX782" fmla="*/ 5736947 w 7467600"/>
              <a:gd name="connsiteY782" fmla="*/ 261367 h 6858000"/>
              <a:gd name="connsiteX783" fmla="*/ 5427012 w 7467600"/>
              <a:gd name="connsiteY783" fmla="*/ 311272 h 6858000"/>
              <a:gd name="connsiteX784" fmla="*/ 5147818 w 7467600"/>
              <a:gd name="connsiteY784" fmla="*/ 322112 h 6858000"/>
              <a:gd name="connsiteX785" fmla="*/ 5060854 w 7467600"/>
              <a:gd name="connsiteY785" fmla="*/ 311882 h 6858000"/>
              <a:gd name="connsiteX786" fmla="*/ 4945989 w 7467600"/>
              <a:gd name="connsiteY786" fmla="*/ 300516 h 6858000"/>
              <a:gd name="connsiteX787" fmla="*/ 5410479 w 7467600"/>
              <a:gd name="connsiteY787" fmla="*/ 348434 h 6858000"/>
              <a:gd name="connsiteX788" fmla="*/ 5805386 w 7467600"/>
              <a:gd name="connsiteY788" fmla="*/ 239240 h 6858000"/>
              <a:gd name="connsiteX789" fmla="*/ 5905192 w 7467600"/>
              <a:gd name="connsiteY789" fmla="*/ 163079 h 6858000"/>
              <a:gd name="connsiteX790" fmla="*/ 5865655 w 7467600"/>
              <a:gd name="connsiteY790" fmla="*/ 171901 h 6858000"/>
              <a:gd name="connsiteX791" fmla="*/ 5259740 w 7467600"/>
              <a:gd name="connsiteY791" fmla="*/ 257013 h 6858000"/>
              <a:gd name="connsiteX792" fmla="*/ 5208466 w 7467600"/>
              <a:gd name="connsiteY792" fmla="*/ 257550 h 6858000"/>
              <a:gd name="connsiteX793" fmla="*/ 4980204 w 7467600"/>
              <a:gd name="connsiteY793" fmla="*/ 271903 h 6858000"/>
              <a:gd name="connsiteX794" fmla="*/ 5068068 w 7467600"/>
              <a:gd name="connsiteY794" fmla="*/ 282244 h 6858000"/>
              <a:gd name="connsiteX795" fmla="*/ 5153231 w 7467600"/>
              <a:gd name="connsiteY795" fmla="*/ 292240 h 6858000"/>
              <a:gd name="connsiteX796" fmla="*/ 5426491 w 7467600"/>
              <a:gd name="connsiteY796" fmla="*/ 281128 h 6858000"/>
              <a:gd name="connsiteX797" fmla="*/ 5731212 w 7467600"/>
              <a:gd name="connsiteY797" fmla="*/ 231951 h 6858000"/>
              <a:gd name="connsiteX798" fmla="*/ 5905192 w 7467600"/>
              <a:gd name="connsiteY798" fmla="*/ 163079 h 6858000"/>
              <a:gd name="connsiteX799" fmla="*/ 5944437 w 7467600"/>
              <a:gd name="connsiteY799" fmla="*/ 113829 h 6858000"/>
              <a:gd name="connsiteX800" fmla="*/ 5825032 w 7467600"/>
              <a:gd name="connsiteY800" fmla="*/ 146405 h 6858000"/>
              <a:gd name="connsiteX801" fmla="*/ 4955599 w 7467600"/>
              <a:gd name="connsiteY801" fmla="*/ 247008 h 6858000"/>
              <a:gd name="connsiteX802" fmla="*/ 5210104 w 7467600"/>
              <a:gd name="connsiteY802" fmla="*/ 228123 h 6858000"/>
              <a:gd name="connsiteX803" fmla="*/ 5261015 w 7467600"/>
              <a:gd name="connsiteY803" fmla="*/ 227087 h 6858000"/>
              <a:gd name="connsiteX804" fmla="*/ 5861181 w 7467600"/>
              <a:gd name="connsiteY804" fmla="*/ 143093 h 6858000"/>
              <a:gd name="connsiteX805" fmla="*/ 5961252 w 7467600"/>
              <a:gd name="connsiteY805" fmla="*/ 114820 h 6858000"/>
              <a:gd name="connsiteX806" fmla="*/ 5944437 w 7467600"/>
              <a:gd name="connsiteY806" fmla="*/ 113829 h 6858000"/>
              <a:gd name="connsiteX807" fmla="*/ 3882765 w 7467600"/>
              <a:gd name="connsiteY807" fmla="*/ 0 h 6858000"/>
              <a:gd name="connsiteX808" fmla="*/ 3995099 w 7467600"/>
              <a:gd name="connsiteY808" fmla="*/ 0 h 6858000"/>
              <a:gd name="connsiteX809" fmla="*/ 4163818 w 7467600"/>
              <a:gd name="connsiteY809" fmla="*/ 234104 h 6858000"/>
              <a:gd name="connsiteX810" fmla="*/ 4172099 w 7467600"/>
              <a:gd name="connsiteY810" fmla="*/ 234207 h 6858000"/>
              <a:gd name="connsiteX811" fmla="*/ 4784282 w 7467600"/>
              <a:gd name="connsiteY811" fmla="*/ 276561 h 6858000"/>
              <a:gd name="connsiteX812" fmla="*/ 4801687 w 7467600"/>
              <a:gd name="connsiteY812" fmla="*/ 267764 h 6858000"/>
              <a:gd name="connsiteX813" fmla="*/ 6082788 w 7467600"/>
              <a:gd name="connsiteY813" fmla="*/ 64119 h 6858000"/>
              <a:gd name="connsiteX814" fmla="*/ 6099442 w 7467600"/>
              <a:gd name="connsiteY814" fmla="*/ 82568 h 6858000"/>
              <a:gd name="connsiteX815" fmla="*/ 4804137 w 7467600"/>
              <a:gd name="connsiteY815" fmla="*/ 320931 h 6858000"/>
              <a:gd name="connsiteX816" fmla="*/ 4227047 w 7467600"/>
              <a:gd name="connsiteY816" fmla="*/ 313415 h 6858000"/>
              <a:gd name="connsiteX817" fmla="*/ 4346041 w 7467600"/>
              <a:gd name="connsiteY817" fmla="*/ 456086 h 6858000"/>
              <a:gd name="connsiteX818" fmla="*/ 4870967 w 7467600"/>
              <a:gd name="connsiteY818" fmla="*/ 963061 h 6858000"/>
              <a:gd name="connsiteX819" fmla="*/ 4889647 w 7467600"/>
              <a:gd name="connsiteY819" fmla="*/ 957147 h 6858000"/>
              <a:gd name="connsiteX820" fmla="*/ 5422504 w 7467600"/>
              <a:gd name="connsiteY820" fmla="*/ 805191 h 6858000"/>
              <a:gd name="connsiteX821" fmla="*/ 6087656 w 7467600"/>
              <a:gd name="connsiteY821" fmla="*/ 826703 h 6858000"/>
              <a:gd name="connsiteX822" fmla="*/ 6058717 w 7467600"/>
              <a:gd name="connsiteY822" fmla="*/ 865992 h 6858000"/>
              <a:gd name="connsiteX823" fmla="*/ 4974153 w 7467600"/>
              <a:gd name="connsiteY823" fmla="*/ 1045456 h 6858000"/>
              <a:gd name="connsiteX824" fmla="*/ 5627835 w 7467600"/>
              <a:gd name="connsiteY824" fmla="*/ 1472077 h 6858000"/>
              <a:gd name="connsiteX825" fmla="*/ 5629817 w 7467600"/>
              <a:gd name="connsiteY825" fmla="*/ 1471412 h 6858000"/>
              <a:gd name="connsiteX826" fmla="*/ 5634124 w 7467600"/>
              <a:gd name="connsiteY826" fmla="*/ 1470572 h 6858000"/>
              <a:gd name="connsiteX827" fmla="*/ 5755832 w 7467600"/>
              <a:gd name="connsiteY827" fmla="*/ 1383886 h 6858000"/>
              <a:gd name="connsiteX828" fmla="*/ 6014186 w 7467600"/>
              <a:gd name="connsiteY828" fmla="*/ 1279799 h 6858000"/>
              <a:gd name="connsiteX829" fmla="*/ 6901619 w 7467600"/>
              <a:gd name="connsiteY829" fmla="*/ 1047874 h 6858000"/>
              <a:gd name="connsiteX830" fmla="*/ 6931566 w 7467600"/>
              <a:gd name="connsiteY830" fmla="*/ 1062034 h 6858000"/>
              <a:gd name="connsiteX831" fmla="*/ 5790982 w 7467600"/>
              <a:gd name="connsiteY831" fmla="*/ 1561380 h 6858000"/>
              <a:gd name="connsiteX832" fmla="*/ 6188971 w 7467600"/>
              <a:gd name="connsiteY832" fmla="*/ 1755168 h 6858000"/>
              <a:gd name="connsiteX833" fmla="*/ 6202446 w 7467600"/>
              <a:gd name="connsiteY833" fmla="*/ 1752268 h 6858000"/>
              <a:gd name="connsiteX834" fmla="*/ 7179560 w 7467600"/>
              <a:gd name="connsiteY834" fmla="*/ 1467551 h 6858000"/>
              <a:gd name="connsiteX835" fmla="*/ 7158730 w 7467600"/>
              <a:gd name="connsiteY835" fmla="*/ 1507835 h 6858000"/>
              <a:gd name="connsiteX836" fmla="*/ 6326959 w 7467600"/>
              <a:gd name="connsiteY836" fmla="*/ 1817686 h 6858000"/>
              <a:gd name="connsiteX837" fmla="*/ 6537433 w 7467600"/>
              <a:gd name="connsiteY837" fmla="*/ 1907790 h 6858000"/>
              <a:gd name="connsiteX838" fmla="*/ 6550221 w 7467600"/>
              <a:gd name="connsiteY838" fmla="*/ 1910729 h 6858000"/>
              <a:gd name="connsiteX839" fmla="*/ 6964438 w 7467600"/>
              <a:gd name="connsiteY839" fmla="*/ 2209505 h 6858000"/>
              <a:gd name="connsiteX840" fmla="*/ 7367862 w 7467600"/>
              <a:gd name="connsiteY840" fmla="*/ 2806833 h 6858000"/>
              <a:gd name="connsiteX841" fmla="*/ 7364329 w 7467600"/>
              <a:gd name="connsiteY841" fmla="*/ 2826907 h 6858000"/>
              <a:gd name="connsiteX842" fmla="*/ 7290545 w 7467600"/>
              <a:gd name="connsiteY842" fmla="*/ 2850663 h 6858000"/>
              <a:gd name="connsiteX843" fmla="*/ 6472036 w 7467600"/>
              <a:gd name="connsiteY843" fmla="*/ 1959003 h 6858000"/>
              <a:gd name="connsiteX844" fmla="*/ 5792897 w 7467600"/>
              <a:gd name="connsiteY844" fmla="*/ 1647747 h 6858000"/>
              <a:gd name="connsiteX845" fmla="*/ 5842751 w 7467600"/>
              <a:gd name="connsiteY845" fmla="*/ 1816112 h 6858000"/>
              <a:gd name="connsiteX846" fmla="*/ 5847424 w 7467600"/>
              <a:gd name="connsiteY846" fmla="*/ 1815776 h 6858000"/>
              <a:gd name="connsiteX847" fmla="*/ 6399821 w 7467600"/>
              <a:gd name="connsiteY847" fmla="*/ 2344799 h 6858000"/>
              <a:gd name="connsiteX848" fmla="*/ 6323232 w 7467600"/>
              <a:gd name="connsiteY848" fmla="*/ 2389634 h 6858000"/>
              <a:gd name="connsiteX849" fmla="*/ 5942958 w 7467600"/>
              <a:gd name="connsiteY849" fmla="*/ 2077708 h 6858000"/>
              <a:gd name="connsiteX850" fmla="*/ 5921559 w 7467600"/>
              <a:gd name="connsiteY850" fmla="*/ 2378596 h 6858000"/>
              <a:gd name="connsiteX851" fmla="*/ 5817651 w 7467600"/>
              <a:gd name="connsiteY851" fmla="*/ 3023919 h 6858000"/>
              <a:gd name="connsiteX852" fmla="*/ 5729634 w 7467600"/>
              <a:gd name="connsiteY852" fmla="*/ 3051849 h 6858000"/>
              <a:gd name="connsiteX853" fmla="*/ 5611018 w 7467600"/>
              <a:gd name="connsiteY853" fmla="*/ 2316769 h 6858000"/>
              <a:gd name="connsiteX854" fmla="*/ 5687608 w 7467600"/>
              <a:gd name="connsiteY854" fmla="*/ 2039972 h 6858000"/>
              <a:gd name="connsiteX855" fmla="*/ 5657554 w 7467600"/>
              <a:gd name="connsiteY855" fmla="*/ 1576445 h 6858000"/>
              <a:gd name="connsiteX856" fmla="*/ 5150475 w 7467600"/>
              <a:gd name="connsiteY856" fmla="*/ 1274012 h 6858000"/>
              <a:gd name="connsiteX857" fmla="*/ 5349142 w 7467600"/>
              <a:gd name="connsiteY857" fmla="*/ 2204405 h 6858000"/>
              <a:gd name="connsiteX858" fmla="*/ 5262214 w 7467600"/>
              <a:gd name="connsiteY858" fmla="*/ 2233836 h 6858000"/>
              <a:gd name="connsiteX859" fmla="*/ 4981539 w 7467600"/>
              <a:gd name="connsiteY859" fmla="*/ 1542201 h 6858000"/>
              <a:gd name="connsiteX860" fmla="*/ 4958461 w 7467600"/>
              <a:gd name="connsiteY860" fmla="*/ 1136957 h 6858000"/>
              <a:gd name="connsiteX861" fmla="*/ 4655015 w 7467600"/>
              <a:gd name="connsiteY861" fmla="*/ 891426 h 6858000"/>
              <a:gd name="connsiteX862" fmla="*/ 4348002 w 7467600"/>
              <a:gd name="connsiteY862" fmla="*/ 2205895 h 6858000"/>
              <a:gd name="connsiteX863" fmla="*/ 4262250 w 7467600"/>
              <a:gd name="connsiteY863" fmla="*/ 2219972 h 6858000"/>
              <a:gd name="connsiteX864" fmla="*/ 4550611 w 7467600"/>
              <a:gd name="connsiteY864" fmla="*/ 817540 h 6858000"/>
              <a:gd name="connsiteX865" fmla="*/ 4564418 w 7467600"/>
              <a:gd name="connsiteY865" fmla="*/ 808293 h 6858000"/>
              <a:gd name="connsiteX866" fmla="*/ 4266388 w 7467600"/>
              <a:gd name="connsiteY866" fmla="*/ 500083 h 6858000"/>
              <a:gd name="connsiteX867" fmla="*/ 4032842 w 7467600"/>
              <a:gd name="connsiteY867" fmla="*/ 211809 h 6858000"/>
              <a:gd name="connsiteX868" fmla="*/ 3882765 w 7467600"/>
              <a:gd name="connsiteY868" fmla="*/ 0 h 6858000"/>
              <a:gd name="connsiteX869" fmla="*/ 3721337 w 7467600"/>
              <a:gd name="connsiteY869" fmla="*/ 0 h 6858000"/>
              <a:gd name="connsiteX870" fmla="*/ 3797544 w 7467600"/>
              <a:gd name="connsiteY870" fmla="*/ 0 h 6858000"/>
              <a:gd name="connsiteX871" fmla="*/ 3775734 w 7467600"/>
              <a:gd name="connsiteY871" fmla="*/ 95131 h 6858000"/>
              <a:gd name="connsiteX872" fmla="*/ 3724807 w 7467600"/>
              <a:gd name="connsiteY872" fmla="*/ 272257 h 6858000"/>
              <a:gd name="connsiteX873" fmla="*/ 3726844 w 7467600"/>
              <a:gd name="connsiteY873" fmla="*/ 282988 h 6858000"/>
              <a:gd name="connsiteX874" fmla="*/ 3742664 w 7467600"/>
              <a:gd name="connsiteY874" fmla="*/ 279918 h 6858000"/>
              <a:gd name="connsiteX875" fmla="*/ 4103910 w 7467600"/>
              <a:gd name="connsiteY875" fmla="*/ 1161917 h 6858000"/>
              <a:gd name="connsiteX876" fmla="*/ 4020269 w 7467600"/>
              <a:gd name="connsiteY876" fmla="*/ 1200406 h 6858000"/>
              <a:gd name="connsiteX877" fmla="*/ 3674882 w 7467600"/>
              <a:gd name="connsiteY877" fmla="*/ 488524 h 6858000"/>
              <a:gd name="connsiteX878" fmla="*/ 3132682 w 7467600"/>
              <a:gd name="connsiteY878" fmla="*/ 1072284 h 6858000"/>
              <a:gd name="connsiteX879" fmla="*/ 2716346 w 7467600"/>
              <a:gd name="connsiteY879" fmla="*/ 1276376 h 6858000"/>
              <a:gd name="connsiteX880" fmla="*/ 2716772 w 7467600"/>
              <a:gd name="connsiteY880" fmla="*/ 1255462 h 6858000"/>
              <a:gd name="connsiteX881" fmla="*/ 3471096 w 7467600"/>
              <a:gd name="connsiteY881" fmla="*/ 437072 h 6858000"/>
              <a:gd name="connsiteX882" fmla="*/ 3639057 w 7467600"/>
              <a:gd name="connsiteY882" fmla="*/ 286334 h 6858000"/>
              <a:gd name="connsiteX883" fmla="*/ 3640309 w 7467600"/>
              <a:gd name="connsiteY883" fmla="*/ 284664 h 6858000"/>
              <a:gd name="connsiteX884" fmla="*/ 3646022 w 7467600"/>
              <a:gd name="connsiteY884" fmla="*/ 276711 h 6858000"/>
              <a:gd name="connsiteX885" fmla="*/ 3707943 w 7467600"/>
              <a:gd name="connsiteY885" fmla="*/ 65958 h 6858000"/>
              <a:gd name="connsiteX886" fmla="*/ 3721337 w 7467600"/>
              <a:gd name="connsiteY886" fmla="*/ 0 h 6858000"/>
              <a:gd name="connsiteX887" fmla="*/ 2867960 w 7467600"/>
              <a:gd name="connsiteY887" fmla="*/ 0 h 6858000"/>
              <a:gd name="connsiteX888" fmla="*/ 2926351 w 7467600"/>
              <a:gd name="connsiteY888" fmla="*/ 0 h 6858000"/>
              <a:gd name="connsiteX889" fmla="*/ 2902823 w 7467600"/>
              <a:gd name="connsiteY889" fmla="*/ 262929 h 6858000"/>
              <a:gd name="connsiteX890" fmla="*/ 2940663 w 7467600"/>
              <a:gd name="connsiteY890" fmla="*/ 140884 h 6858000"/>
              <a:gd name="connsiteX891" fmla="*/ 2947039 w 7467600"/>
              <a:gd name="connsiteY891" fmla="*/ 122524 h 6858000"/>
              <a:gd name="connsiteX892" fmla="*/ 2984316 w 7467600"/>
              <a:gd name="connsiteY892" fmla="*/ 0 h 6858000"/>
              <a:gd name="connsiteX893" fmla="*/ 3016114 w 7467600"/>
              <a:gd name="connsiteY893" fmla="*/ 0 h 6858000"/>
              <a:gd name="connsiteX894" fmla="*/ 2979949 w 7467600"/>
              <a:gd name="connsiteY894" fmla="*/ 119274 h 6858000"/>
              <a:gd name="connsiteX895" fmla="*/ 3023879 w 7467600"/>
              <a:gd name="connsiteY895" fmla="*/ 0 h 6858000"/>
              <a:gd name="connsiteX896" fmla="*/ 3105400 w 7467600"/>
              <a:gd name="connsiteY896" fmla="*/ 0 h 6858000"/>
              <a:gd name="connsiteX897" fmla="*/ 3094669 w 7467600"/>
              <a:gd name="connsiteY897" fmla="*/ 30308 h 6858000"/>
              <a:gd name="connsiteX898" fmla="*/ 2901945 w 7467600"/>
              <a:gd name="connsiteY898" fmla="*/ 466538 h 6858000"/>
              <a:gd name="connsiteX899" fmla="*/ 2815209 w 7467600"/>
              <a:gd name="connsiteY899" fmla="*/ 497361 h 6858000"/>
              <a:gd name="connsiteX900" fmla="*/ 2844845 w 7467600"/>
              <a:gd name="connsiteY900" fmla="*/ 127638 h 6858000"/>
              <a:gd name="connsiteX901" fmla="*/ 2867960 w 7467600"/>
              <a:gd name="connsiteY901" fmla="*/ 0 h 6858000"/>
              <a:gd name="connsiteX902" fmla="*/ 1057230 w 7467600"/>
              <a:gd name="connsiteY902" fmla="*/ 0 h 6858000"/>
              <a:gd name="connsiteX903" fmla="*/ 1111003 w 7467600"/>
              <a:gd name="connsiteY903" fmla="*/ 0 h 6858000"/>
              <a:gd name="connsiteX904" fmla="*/ 1125553 w 7467600"/>
              <a:gd name="connsiteY904" fmla="*/ 52588 h 6858000"/>
              <a:gd name="connsiteX905" fmla="*/ 1304276 w 7467600"/>
              <a:gd name="connsiteY905" fmla="*/ 476275 h 6858000"/>
              <a:gd name="connsiteX906" fmla="*/ 1492066 w 7467600"/>
              <a:gd name="connsiteY906" fmla="*/ 886333 h 6858000"/>
              <a:gd name="connsiteX907" fmla="*/ 1423698 w 7467600"/>
              <a:gd name="connsiteY907" fmla="*/ 710817 h 6858000"/>
              <a:gd name="connsiteX908" fmla="*/ 1357609 w 7467600"/>
              <a:gd name="connsiteY908" fmla="*/ 532892 h 6858000"/>
              <a:gd name="connsiteX909" fmla="*/ 1309550 w 7467600"/>
              <a:gd name="connsiteY909" fmla="*/ 374031 h 6858000"/>
              <a:gd name="connsiteX910" fmla="*/ 1193673 w 7467600"/>
              <a:gd name="connsiteY910" fmla="*/ 49533 h 6858000"/>
              <a:gd name="connsiteX911" fmla="*/ 1164391 w 7467600"/>
              <a:gd name="connsiteY911" fmla="*/ 0 h 6858000"/>
              <a:gd name="connsiteX912" fmla="*/ 1200666 w 7467600"/>
              <a:gd name="connsiteY912" fmla="*/ 0 h 6858000"/>
              <a:gd name="connsiteX913" fmla="*/ 1223408 w 7467600"/>
              <a:gd name="connsiteY913" fmla="*/ 38996 h 6858000"/>
              <a:gd name="connsiteX914" fmla="*/ 1339635 w 7467600"/>
              <a:gd name="connsiteY914" fmla="*/ 365517 h 6858000"/>
              <a:gd name="connsiteX915" fmla="*/ 1387469 w 7467600"/>
              <a:gd name="connsiteY915" fmla="*/ 523079 h 6858000"/>
              <a:gd name="connsiteX916" fmla="*/ 1452685 w 7467600"/>
              <a:gd name="connsiteY916" fmla="*/ 699806 h 6858000"/>
              <a:gd name="connsiteX917" fmla="*/ 1492092 w 7467600"/>
              <a:gd name="connsiteY917" fmla="*/ 800424 h 6858000"/>
              <a:gd name="connsiteX918" fmla="*/ 1455302 w 7467600"/>
              <a:gd name="connsiteY918" fmla="*/ 632913 h 6858000"/>
              <a:gd name="connsiteX919" fmla="*/ 1222336 w 7467600"/>
              <a:gd name="connsiteY919" fmla="*/ 9480 h 6858000"/>
              <a:gd name="connsiteX920" fmla="*/ 1214634 w 7467600"/>
              <a:gd name="connsiteY920" fmla="*/ 0 h 6858000"/>
              <a:gd name="connsiteX921" fmla="*/ 1289827 w 7467600"/>
              <a:gd name="connsiteY921" fmla="*/ 0 h 6858000"/>
              <a:gd name="connsiteX922" fmla="*/ 1321076 w 7467600"/>
              <a:gd name="connsiteY922" fmla="*/ 59722 h 6858000"/>
              <a:gd name="connsiteX923" fmla="*/ 1512579 w 7467600"/>
              <a:gd name="connsiteY923" fmla="*/ 626441 h 6858000"/>
              <a:gd name="connsiteX924" fmla="*/ 1506076 w 7467600"/>
              <a:gd name="connsiteY924" fmla="*/ 1089289 h 6858000"/>
              <a:gd name="connsiteX925" fmla="*/ 1486346 w 7467600"/>
              <a:gd name="connsiteY925" fmla="*/ 1079919 h 6858000"/>
              <a:gd name="connsiteX926" fmla="*/ 1070511 w 7467600"/>
              <a:gd name="connsiteY926" fmla="*/ 48609 h 6858000"/>
              <a:gd name="connsiteX927" fmla="*/ 1057230 w 7467600"/>
              <a:gd name="connsiteY927" fmla="*/ 0 h 6858000"/>
              <a:gd name="connsiteX928" fmla="*/ 43151 w 7467600"/>
              <a:gd name="connsiteY928" fmla="*/ 0 h 6858000"/>
              <a:gd name="connsiteX929" fmla="*/ 95283 w 7467600"/>
              <a:gd name="connsiteY929" fmla="*/ 0 h 6858000"/>
              <a:gd name="connsiteX930" fmla="*/ 300708 w 7467600"/>
              <a:gd name="connsiteY930" fmla="*/ 154571 h 6858000"/>
              <a:gd name="connsiteX931" fmla="*/ 530414 w 7467600"/>
              <a:gd name="connsiteY931" fmla="*/ 354673 h 6858000"/>
              <a:gd name="connsiteX932" fmla="*/ 333785 w 7467600"/>
              <a:gd name="connsiteY932" fmla="*/ 161564 h 6858000"/>
              <a:gd name="connsiteX933" fmla="*/ 147005 w 7467600"/>
              <a:gd name="connsiteY933" fmla="*/ 0 h 6858000"/>
              <a:gd name="connsiteX934" fmla="*/ 272509 w 7467600"/>
              <a:gd name="connsiteY934" fmla="*/ 0 h 6858000"/>
              <a:gd name="connsiteX935" fmla="*/ 326276 w 7467600"/>
              <a:gd name="connsiteY935" fmla="*/ 45847 h 6858000"/>
              <a:gd name="connsiteX936" fmla="*/ 823759 w 7467600"/>
              <a:gd name="connsiteY936" fmla="*/ 574145 h 6858000"/>
              <a:gd name="connsiteX937" fmla="*/ 811254 w 7467600"/>
              <a:gd name="connsiteY937" fmla="*/ 665546 h 6858000"/>
              <a:gd name="connsiteX938" fmla="*/ 154042 w 7467600"/>
              <a:gd name="connsiteY938" fmla="*/ 261522 h 6858000"/>
              <a:gd name="connsiteX939" fmla="*/ 13550 w 7467600"/>
              <a:gd name="connsiteY939" fmla="*/ 158423 h 6858000"/>
              <a:gd name="connsiteX940" fmla="*/ 0 w 7467600"/>
              <a:gd name="connsiteY940" fmla="*/ 146618 h 6858000"/>
              <a:gd name="connsiteX941" fmla="*/ 0 w 7467600"/>
              <a:gd name="connsiteY941" fmla="*/ 59161 h 6858000"/>
              <a:gd name="connsiteX942" fmla="*/ 45427 w 7467600"/>
              <a:gd name="connsiteY942" fmla="*/ 101078 h 6858000"/>
              <a:gd name="connsiteX943" fmla="*/ 630103 w 7467600"/>
              <a:gd name="connsiteY943" fmla="*/ 485885 h 6858000"/>
              <a:gd name="connsiteX944" fmla="*/ 532040 w 7467600"/>
              <a:gd name="connsiteY944" fmla="*/ 399359 h 6858000"/>
              <a:gd name="connsiteX945" fmla="*/ 517618 w 7467600"/>
              <a:gd name="connsiteY945" fmla="*/ 385726 h 6858000"/>
              <a:gd name="connsiteX946" fmla="*/ 285074 w 7467600"/>
              <a:gd name="connsiteY946" fmla="*/ 182755 h 6858000"/>
              <a:gd name="connsiteX947" fmla="*/ 43151 w 7467600"/>
              <a:gd name="connsiteY94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73615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1019354 w 7467600"/>
              <a:gd name="connsiteY15" fmla="*/ 6315006 h 6858000"/>
              <a:gd name="connsiteX16" fmla="*/ 441046 w 7467600"/>
              <a:gd name="connsiteY16" fmla="*/ 6691153 h 6858000"/>
              <a:gd name="connsiteX17" fmla="*/ 1019354 w 7467600"/>
              <a:gd name="connsiteY17" fmla="*/ 6315006 h 6858000"/>
              <a:gd name="connsiteX18" fmla="*/ 991680 w 7467600"/>
              <a:gd name="connsiteY18" fmla="*/ 6298413 h 6858000"/>
              <a:gd name="connsiteX19" fmla="*/ 409060 w 7467600"/>
              <a:gd name="connsiteY19" fmla="*/ 6671470 h 6858000"/>
              <a:gd name="connsiteX20" fmla="*/ 991680 w 7467600"/>
              <a:gd name="connsiteY20" fmla="*/ 6298413 h 6858000"/>
              <a:gd name="connsiteX21" fmla="*/ 103333 w 7467600"/>
              <a:gd name="connsiteY21" fmla="*/ 5699602 h 6858000"/>
              <a:gd name="connsiteX22" fmla="*/ 233938 w 7467600"/>
              <a:gd name="connsiteY22" fmla="*/ 5809416 h 6858000"/>
              <a:gd name="connsiteX23" fmla="*/ 883580 w 7467600"/>
              <a:gd name="connsiteY23" fmla="*/ 6180710 h 6858000"/>
              <a:gd name="connsiteX24" fmla="*/ 487337 w 7467600"/>
              <a:gd name="connsiteY24" fmla="*/ 5950182 h 6858000"/>
              <a:gd name="connsiteX25" fmla="*/ 354051 w 7467600"/>
              <a:gd name="connsiteY25" fmla="*/ 5854912 h 6858000"/>
              <a:gd name="connsiteX26" fmla="*/ 195436 w 7467600"/>
              <a:gd name="connsiteY26" fmla="*/ 5755068 h 6858000"/>
              <a:gd name="connsiteX27" fmla="*/ 103333 w 7467600"/>
              <a:gd name="connsiteY27" fmla="*/ 5699602 h 6858000"/>
              <a:gd name="connsiteX28" fmla="*/ 5539432 w 7467600"/>
              <a:gd name="connsiteY28" fmla="*/ 5642928 h 6858000"/>
              <a:gd name="connsiteX29" fmla="*/ 5555462 w 7467600"/>
              <a:gd name="connsiteY29" fmla="*/ 5694454 h 6858000"/>
              <a:gd name="connsiteX30" fmla="*/ 5828270 w 7467600"/>
              <a:gd name="connsiteY30" fmla="*/ 6320663 h 6858000"/>
              <a:gd name="connsiteX31" fmla="*/ 5947416 w 7467600"/>
              <a:gd name="connsiteY31" fmla="*/ 6574846 h 6858000"/>
              <a:gd name="connsiteX32" fmla="*/ 5539432 w 7467600"/>
              <a:gd name="connsiteY32" fmla="*/ 5642928 h 6858000"/>
              <a:gd name="connsiteX33" fmla="*/ 51253 w 7467600"/>
              <a:gd name="connsiteY33" fmla="*/ 5631825 h 6858000"/>
              <a:gd name="connsiteX34" fmla="*/ 211622 w 7467600"/>
              <a:gd name="connsiteY34" fmla="*/ 5728803 h 6858000"/>
              <a:gd name="connsiteX35" fmla="*/ 371652 w 7467600"/>
              <a:gd name="connsiteY35" fmla="*/ 5829062 h 6858000"/>
              <a:gd name="connsiteX36" fmla="*/ 505903 w 7467600"/>
              <a:gd name="connsiteY36" fmla="*/ 5925221 h 6858000"/>
              <a:gd name="connsiteX37" fmla="*/ 899240 w 7467600"/>
              <a:gd name="connsiteY37" fmla="*/ 6153068 h 6858000"/>
              <a:gd name="connsiteX38" fmla="*/ 988114 w 7467600"/>
              <a:gd name="connsiteY38" fmla="*/ 6174204 h 6858000"/>
              <a:gd name="connsiteX39" fmla="*/ 845971 w 7467600"/>
              <a:gd name="connsiteY39" fmla="*/ 6067177 h 6858000"/>
              <a:gd name="connsiteX40" fmla="*/ 448057 w 7467600"/>
              <a:gd name="connsiteY40" fmla="*/ 5841376 h 6858000"/>
              <a:gd name="connsiteX41" fmla="*/ 51253 w 7467600"/>
              <a:gd name="connsiteY41" fmla="*/ 5631825 h 6858000"/>
              <a:gd name="connsiteX42" fmla="*/ 2606687 w 7467600"/>
              <a:gd name="connsiteY42" fmla="*/ 5630718 h 6858000"/>
              <a:gd name="connsiteX43" fmla="*/ 2645658 w 7467600"/>
              <a:gd name="connsiteY43" fmla="*/ 6640259 h 6858000"/>
              <a:gd name="connsiteX44" fmla="*/ 2606687 w 7467600"/>
              <a:gd name="connsiteY44" fmla="*/ 5630718 h 6858000"/>
              <a:gd name="connsiteX45" fmla="*/ 3642057 w 7467600"/>
              <a:gd name="connsiteY45" fmla="*/ 5573487 h 6858000"/>
              <a:gd name="connsiteX46" fmla="*/ 3632981 w 7467600"/>
              <a:gd name="connsiteY46" fmla="*/ 5579437 h 6858000"/>
              <a:gd name="connsiteX47" fmla="*/ 3382436 w 7467600"/>
              <a:gd name="connsiteY47" fmla="*/ 5952726 h 6858000"/>
              <a:gd name="connsiteX48" fmla="*/ 3191929 w 7467600"/>
              <a:gd name="connsiteY48" fmla="*/ 6662669 h 6858000"/>
              <a:gd name="connsiteX49" fmla="*/ 3369898 w 7467600"/>
              <a:gd name="connsiteY49" fmla="*/ 6081771 h 6858000"/>
              <a:gd name="connsiteX50" fmla="*/ 3642057 w 7467600"/>
              <a:gd name="connsiteY50" fmla="*/ 5573487 h 6858000"/>
              <a:gd name="connsiteX51" fmla="*/ 2650666 w 7467600"/>
              <a:gd name="connsiteY51" fmla="*/ 5530686 h 6858000"/>
              <a:gd name="connsiteX52" fmla="*/ 2650249 w 7467600"/>
              <a:gd name="connsiteY52" fmla="*/ 5532101 h 6858000"/>
              <a:gd name="connsiteX53" fmla="*/ 2663808 w 7467600"/>
              <a:gd name="connsiteY53" fmla="*/ 6535215 h 6858000"/>
              <a:gd name="connsiteX54" fmla="*/ 2665418 w 7467600"/>
              <a:gd name="connsiteY54" fmla="*/ 6132756 h 6858000"/>
              <a:gd name="connsiteX55" fmla="*/ 2650666 w 7467600"/>
              <a:gd name="connsiteY55" fmla="*/ 5530686 h 6858000"/>
              <a:gd name="connsiteX56" fmla="*/ 2680277 w 7467600"/>
              <a:gd name="connsiteY56" fmla="*/ 5479204 h 6858000"/>
              <a:gd name="connsiteX57" fmla="*/ 2678972 w 7467600"/>
              <a:gd name="connsiteY57" fmla="*/ 5481582 h 6858000"/>
              <a:gd name="connsiteX58" fmla="*/ 2696666 w 7467600"/>
              <a:gd name="connsiteY58" fmla="*/ 6133836 h 6858000"/>
              <a:gd name="connsiteX59" fmla="*/ 2695769 w 7467600"/>
              <a:gd name="connsiteY59" fmla="*/ 6390955 h 6858000"/>
              <a:gd name="connsiteX60" fmla="*/ 2739893 w 7467600"/>
              <a:gd name="connsiteY60" fmla="*/ 6108357 h 6858000"/>
              <a:gd name="connsiteX61" fmla="*/ 2680277 w 7467600"/>
              <a:gd name="connsiteY61" fmla="*/ 5479204 h 6858000"/>
              <a:gd name="connsiteX62" fmla="*/ 1132195 w 7467600"/>
              <a:gd name="connsiteY62" fmla="*/ 5467980 h 6858000"/>
              <a:gd name="connsiteX63" fmla="*/ 1679056 w 7467600"/>
              <a:gd name="connsiteY63" fmla="*/ 5516907 h 6858000"/>
              <a:gd name="connsiteX64" fmla="*/ 2128648 w 7467600"/>
              <a:gd name="connsiteY64" fmla="*/ 5474249 h 6858000"/>
              <a:gd name="connsiteX65" fmla="*/ 1825619 w 7467600"/>
              <a:gd name="connsiteY65" fmla="*/ 5478447 h 6858000"/>
              <a:gd name="connsiteX66" fmla="*/ 1737798 w 7467600"/>
              <a:gd name="connsiteY66" fmla="*/ 5483353 h 6858000"/>
              <a:gd name="connsiteX67" fmla="*/ 1132195 w 7467600"/>
              <a:gd name="connsiteY67" fmla="*/ 5467980 h 6858000"/>
              <a:gd name="connsiteX68" fmla="*/ 1456157 w 7467600"/>
              <a:gd name="connsiteY68" fmla="*/ 5371404 h 6858000"/>
              <a:gd name="connsiteX69" fmla="*/ 1244432 w 7467600"/>
              <a:gd name="connsiteY69" fmla="*/ 5385601 h 6858000"/>
              <a:gd name="connsiteX70" fmla="*/ 973990 w 7467600"/>
              <a:gd name="connsiteY70" fmla="*/ 5424940 h 6858000"/>
              <a:gd name="connsiteX71" fmla="*/ 1103809 w 7467600"/>
              <a:gd name="connsiteY71" fmla="*/ 5433720 h 6858000"/>
              <a:gd name="connsiteX72" fmla="*/ 1123454 w 7467600"/>
              <a:gd name="connsiteY72" fmla="*/ 5435727 h 6858000"/>
              <a:gd name="connsiteX73" fmla="*/ 1737017 w 7467600"/>
              <a:gd name="connsiteY73" fmla="*/ 5452183 h 6858000"/>
              <a:gd name="connsiteX74" fmla="*/ 1824397 w 7467600"/>
              <a:gd name="connsiteY74" fmla="*/ 5447757 h 6858000"/>
              <a:gd name="connsiteX75" fmla="*/ 2070059 w 7467600"/>
              <a:gd name="connsiteY75" fmla="*/ 5441660 h 6858000"/>
              <a:gd name="connsiteX76" fmla="*/ 1456157 w 7467600"/>
              <a:gd name="connsiteY76" fmla="*/ 5371404 h 6858000"/>
              <a:gd name="connsiteX77" fmla="*/ 4988186 w 7467600"/>
              <a:gd name="connsiteY77" fmla="*/ 5216467 h 6858000"/>
              <a:gd name="connsiteX78" fmla="*/ 4777334 w 7467600"/>
              <a:gd name="connsiteY78" fmla="*/ 5406072 h 6858000"/>
              <a:gd name="connsiteX79" fmla="*/ 4718341 w 7467600"/>
              <a:gd name="connsiteY79" fmla="*/ 5468043 h 6858000"/>
              <a:gd name="connsiteX80" fmla="*/ 4604655 w 7467600"/>
              <a:gd name="connsiteY80" fmla="*/ 5583434 h 6858000"/>
              <a:gd name="connsiteX81" fmla="*/ 4565074 w 7467600"/>
              <a:gd name="connsiteY81" fmla="*/ 5618550 h 6858000"/>
              <a:gd name="connsiteX82" fmla="*/ 4988186 w 7467600"/>
              <a:gd name="connsiteY82" fmla="*/ 5216467 h 6858000"/>
              <a:gd name="connsiteX83" fmla="*/ 4978032 w 7467600"/>
              <a:gd name="connsiteY83" fmla="*/ 5183809 h 6858000"/>
              <a:gd name="connsiteX84" fmla="*/ 4463413 w 7467600"/>
              <a:gd name="connsiteY84" fmla="*/ 5615162 h 6858000"/>
              <a:gd name="connsiteX85" fmla="*/ 4358134 w 7467600"/>
              <a:gd name="connsiteY85" fmla="*/ 5742791 h 6858000"/>
              <a:gd name="connsiteX86" fmla="*/ 4376219 w 7467600"/>
              <a:gd name="connsiteY86" fmla="*/ 5729027 h 6858000"/>
              <a:gd name="connsiteX87" fmla="*/ 4582340 w 7467600"/>
              <a:gd name="connsiteY87" fmla="*/ 5561037 h 6858000"/>
              <a:gd name="connsiteX88" fmla="*/ 4694684 w 7467600"/>
              <a:gd name="connsiteY88" fmla="*/ 5447098 h 6858000"/>
              <a:gd name="connsiteX89" fmla="*/ 4754123 w 7467600"/>
              <a:gd name="connsiteY89" fmla="*/ 5384643 h 6858000"/>
              <a:gd name="connsiteX90" fmla="*/ 4978032 w 7467600"/>
              <a:gd name="connsiteY90" fmla="*/ 5183809 h 6858000"/>
              <a:gd name="connsiteX91" fmla="*/ 1903353 w 7467600"/>
              <a:gd name="connsiteY91" fmla="*/ 5044827 h 6858000"/>
              <a:gd name="connsiteX92" fmla="*/ 1936931 w 7467600"/>
              <a:gd name="connsiteY92" fmla="*/ 5093954 h 6858000"/>
              <a:gd name="connsiteX93" fmla="*/ 2195868 w 7467600"/>
              <a:gd name="connsiteY93" fmla="*/ 5396574 h 6858000"/>
              <a:gd name="connsiteX94" fmla="*/ 2088852 w 7467600"/>
              <a:gd name="connsiteY94" fmla="*/ 5166123 h 6858000"/>
              <a:gd name="connsiteX95" fmla="*/ 1958241 w 7467600"/>
              <a:gd name="connsiteY95" fmla="*/ 5067955 h 6858000"/>
              <a:gd name="connsiteX96" fmla="*/ 1903353 w 7467600"/>
              <a:gd name="connsiteY96" fmla="*/ 5044827 h 6858000"/>
              <a:gd name="connsiteX97" fmla="*/ 1979378 w 7467600"/>
              <a:gd name="connsiteY97" fmla="*/ 4769504 h 6858000"/>
              <a:gd name="connsiteX98" fmla="*/ 2882120 w 7467600"/>
              <a:gd name="connsiteY98" fmla="*/ 5064547 h 6858000"/>
              <a:gd name="connsiteX99" fmla="*/ 2793103 w 7467600"/>
              <a:gd name="connsiteY99" fmla="*/ 5039699 h 6858000"/>
              <a:gd name="connsiteX100" fmla="*/ 2770041 w 7467600"/>
              <a:gd name="connsiteY100" fmla="*/ 5033634 h 6858000"/>
              <a:gd name="connsiteX101" fmla="*/ 1979378 w 7467600"/>
              <a:gd name="connsiteY101" fmla="*/ 4769504 h 6858000"/>
              <a:gd name="connsiteX102" fmla="*/ 1927410 w 7467600"/>
              <a:gd name="connsiteY102" fmla="*/ 4716164 h 6858000"/>
              <a:gd name="connsiteX103" fmla="*/ 1959587 w 7467600"/>
              <a:gd name="connsiteY103" fmla="*/ 4728849 h 6858000"/>
              <a:gd name="connsiteX104" fmla="*/ 2777707 w 7467600"/>
              <a:gd name="connsiteY104" fmla="*/ 5003991 h 6858000"/>
              <a:gd name="connsiteX105" fmla="*/ 2800768 w 7467600"/>
              <a:gd name="connsiteY105" fmla="*/ 5010056 h 6858000"/>
              <a:gd name="connsiteX106" fmla="*/ 2879408 w 7467600"/>
              <a:gd name="connsiteY106" fmla="*/ 5031590 h 6858000"/>
              <a:gd name="connsiteX107" fmla="*/ 2862295 w 7467600"/>
              <a:gd name="connsiteY107" fmla="*/ 5022958 h 6858000"/>
              <a:gd name="connsiteX108" fmla="*/ 2813343 w 7467600"/>
              <a:gd name="connsiteY108" fmla="*/ 4998369 h 6858000"/>
              <a:gd name="connsiteX109" fmla="*/ 2646245 w 7467600"/>
              <a:gd name="connsiteY109" fmla="*/ 4930999 h 6858000"/>
              <a:gd name="connsiteX110" fmla="*/ 1999243 w 7467600"/>
              <a:gd name="connsiteY110" fmla="*/ 4730524 h 6858000"/>
              <a:gd name="connsiteX111" fmla="*/ 1979527 w 7467600"/>
              <a:gd name="connsiteY111" fmla="*/ 4726651 h 6858000"/>
              <a:gd name="connsiteX112" fmla="*/ 1927410 w 7467600"/>
              <a:gd name="connsiteY112" fmla="*/ 4716164 h 6858000"/>
              <a:gd name="connsiteX113" fmla="*/ 1997014 w 7467600"/>
              <a:gd name="connsiteY113" fmla="*/ 4698007 h 6858000"/>
              <a:gd name="connsiteX114" fmla="*/ 2005458 w 7467600"/>
              <a:gd name="connsiteY114" fmla="*/ 4699540 h 6858000"/>
              <a:gd name="connsiteX115" fmla="*/ 2657186 w 7467600"/>
              <a:gd name="connsiteY115" fmla="*/ 4901687 h 6858000"/>
              <a:gd name="connsiteX116" fmla="*/ 2826662 w 7467600"/>
              <a:gd name="connsiteY116" fmla="*/ 4970362 h 6858000"/>
              <a:gd name="connsiteX117" fmla="*/ 2876100 w 7467600"/>
              <a:gd name="connsiteY117" fmla="*/ 4995397 h 6858000"/>
              <a:gd name="connsiteX118" fmla="*/ 3042600 w 7467600"/>
              <a:gd name="connsiteY118" fmla="*/ 5059532 h 6858000"/>
              <a:gd name="connsiteX119" fmla="*/ 1997014 w 7467600"/>
              <a:gd name="connsiteY119" fmla="*/ 4698007 h 6858000"/>
              <a:gd name="connsiteX120" fmla="*/ 2305292 w 7467600"/>
              <a:gd name="connsiteY120" fmla="*/ 4219492 h 6858000"/>
              <a:gd name="connsiteX121" fmla="*/ 3360922 w 7467600"/>
              <a:gd name="connsiteY121" fmla="*/ 4529373 h 6858000"/>
              <a:gd name="connsiteX122" fmla="*/ 3492420 w 7467600"/>
              <a:gd name="connsiteY122" fmla="*/ 4510145 h 6858000"/>
              <a:gd name="connsiteX123" fmla="*/ 3364086 w 7467600"/>
              <a:gd name="connsiteY123" fmla="*/ 4480340 h 6858000"/>
              <a:gd name="connsiteX124" fmla="*/ 3225818 w 7467600"/>
              <a:gd name="connsiteY124" fmla="*/ 4411822 h 6858000"/>
              <a:gd name="connsiteX125" fmla="*/ 3129696 w 7467600"/>
              <a:gd name="connsiteY125" fmla="*/ 4360704 h 6858000"/>
              <a:gd name="connsiteX126" fmla="*/ 2814545 w 7467600"/>
              <a:gd name="connsiteY126" fmla="*/ 4282955 h 6858000"/>
              <a:gd name="connsiteX127" fmla="*/ 2305292 w 7467600"/>
              <a:gd name="connsiteY127" fmla="*/ 4219492 h 6858000"/>
              <a:gd name="connsiteX128" fmla="*/ 2626982 w 7467600"/>
              <a:gd name="connsiteY128" fmla="*/ 4206450 h 6858000"/>
              <a:gd name="connsiteX129" fmla="*/ 2490617 w 7467600"/>
              <a:gd name="connsiteY129" fmla="*/ 4206951 h 6858000"/>
              <a:gd name="connsiteX130" fmla="*/ 2819869 w 7467600"/>
              <a:gd name="connsiteY130" fmla="*/ 4252936 h 6858000"/>
              <a:gd name="connsiteX131" fmla="*/ 3143018 w 7467600"/>
              <a:gd name="connsiteY131" fmla="*/ 4332698 h 6858000"/>
              <a:gd name="connsiteX132" fmla="*/ 3241520 w 7467600"/>
              <a:gd name="connsiteY132" fmla="*/ 4385112 h 6858000"/>
              <a:gd name="connsiteX133" fmla="*/ 3374575 w 7467600"/>
              <a:gd name="connsiteY133" fmla="*/ 4451517 h 6858000"/>
              <a:gd name="connsiteX134" fmla="*/ 3505221 w 7467600"/>
              <a:gd name="connsiteY134" fmla="*/ 4480757 h 6858000"/>
              <a:gd name="connsiteX135" fmla="*/ 2626982 w 7467600"/>
              <a:gd name="connsiteY135" fmla="*/ 4206450 h 6858000"/>
              <a:gd name="connsiteX136" fmla="*/ 1310106 w 7467600"/>
              <a:gd name="connsiteY136" fmla="*/ 3943217 h 6858000"/>
              <a:gd name="connsiteX137" fmla="*/ 854994 w 7467600"/>
              <a:gd name="connsiteY137" fmla="*/ 4399136 h 6858000"/>
              <a:gd name="connsiteX138" fmla="*/ 742462 w 7467600"/>
              <a:gd name="connsiteY138" fmla="*/ 4594648 h 6858000"/>
              <a:gd name="connsiteX139" fmla="*/ 820602 w 7467600"/>
              <a:gd name="connsiteY139" fmla="*/ 4485915 h 6858000"/>
              <a:gd name="connsiteX140" fmla="*/ 878295 w 7467600"/>
              <a:gd name="connsiteY140" fmla="*/ 4403594 h 6858000"/>
              <a:gd name="connsiteX141" fmla="*/ 1240607 w 7467600"/>
              <a:gd name="connsiteY141" fmla="*/ 4010401 h 6858000"/>
              <a:gd name="connsiteX142" fmla="*/ 1310106 w 7467600"/>
              <a:gd name="connsiteY142" fmla="*/ 3943217 h 6858000"/>
              <a:gd name="connsiteX143" fmla="*/ 1423113 w 7467600"/>
              <a:gd name="connsiteY143" fmla="*/ 3874565 h 6858000"/>
              <a:gd name="connsiteX144" fmla="*/ 1260565 w 7467600"/>
              <a:gd name="connsiteY144" fmla="*/ 4031982 h 6858000"/>
              <a:gd name="connsiteX145" fmla="*/ 901900 w 7467600"/>
              <a:gd name="connsiteY145" fmla="*/ 4421236 h 6858000"/>
              <a:gd name="connsiteX146" fmla="*/ 845044 w 7467600"/>
              <a:gd name="connsiteY146" fmla="*/ 4502436 h 6858000"/>
              <a:gd name="connsiteX147" fmla="*/ 685926 w 7467600"/>
              <a:gd name="connsiteY147" fmla="*/ 4703069 h 6858000"/>
              <a:gd name="connsiteX148" fmla="*/ 684248 w 7467600"/>
              <a:gd name="connsiteY148" fmla="*/ 4706721 h 6858000"/>
              <a:gd name="connsiteX149" fmla="*/ 1423113 w 7467600"/>
              <a:gd name="connsiteY149" fmla="*/ 3874565 h 6858000"/>
              <a:gd name="connsiteX150" fmla="*/ 3316479 w 7467600"/>
              <a:gd name="connsiteY150" fmla="*/ 3872136 h 6858000"/>
              <a:gd name="connsiteX151" fmla="*/ 3546806 w 7467600"/>
              <a:gd name="connsiteY151" fmla="*/ 4356139 h 6858000"/>
              <a:gd name="connsiteX152" fmla="*/ 3364433 w 7467600"/>
              <a:gd name="connsiteY152" fmla="*/ 3953121 h 6858000"/>
              <a:gd name="connsiteX153" fmla="*/ 3316479 w 7467600"/>
              <a:gd name="connsiteY153" fmla="*/ 3872136 h 6858000"/>
              <a:gd name="connsiteX154" fmla="*/ 3291335 w 7467600"/>
              <a:gd name="connsiteY154" fmla="*/ 3767420 h 6858000"/>
              <a:gd name="connsiteX155" fmla="*/ 3390805 w 7467600"/>
              <a:gd name="connsiteY155" fmla="*/ 3937163 h 6858000"/>
              <a:gd name="connsiteX156" fmla="*/ 3579062 w 7467600"/>
              <a:gd name="connsiteY156" fmla="*/ 4359040 h 6858000"/>
              <a:gd name="connsiteX157" fmla="*/ 3467355 w 7467600"/>
              <a:gd name="connsiteY157" fmla="*/ 3988130 h 6858000"/>
              <a:gd name="connsiteX158" fmla="*/ 3310753 w 7467600"/>
              <a:gd name="connsiteY158" fmla="*/ 3787140 h 6858000"/>
              <a:gd name="connsiteX159" fmla="*/ 3291335 w 7467600"/>
              <a:gd name="connsiteY159" fmla="*/ 3767420 h 6858000"/>
              <a:gd name="connsiteX160" fmla="*/ 1635889 w 7467600"/>
              <a:gd name="connsiteY160" fmla="*/ 3709494 h 6858000"/>
              <a:gd name="connsiteX161" fmla="*/ 1634800 w 7467600"/>
              <a:gd name="connsiteY161" fmla="*/ 3731111 h 6858000"/>
              <a:gd name="connsiteX162" fmla="*/ 1635889 w 7467600"/>
              <a:gd name="connsiteY162" fmla="*/ 3709494 h 6858000"/>
              <a:gd name="connsiteX163" fmla="*/ 1510397 w 7467600"/>
              <a:gd name="connsiteY163" fmla="*/ 3684705 h 6858000"/>
              <a:gd name="connsiteX164" fmla="*/ 1146550 w 7467600"/>
              <a:gd name="connsiteY164" fmla="*/ 3802012 h 6858000"/>
              <a:gd name="connsiteX165" fmla="*/ 698834 w 7467600"/>
              <a:gd name="connsiteY165" fmla="*/ 3952272 h 6858000"/>
              <a:gd name="connsiteX166" fmla="*/ 34256 w 7467600"/>
              <a:gd name="connsiteY166" fmla="*/ 4347603 h 6858000"/>
              <a:gd name="connsiteX167" fmla="*/ 527241 w 7467600"/>
              <a:gd name="connsiteY167" fmla="*/ 4065078 h 6858000"/>
              <a:gd name="connsiteX168" fmla="*/ 1510397 w 7467600"/>
              <a:gd name="connsiteY168" fmla="*/ 3684705 h 6858000"/>
              <a:gd name="connsiteX169" fmla="*/ 1313114 w 7467600"/>
              <a:gd name="connsiteY169" fmla="*/ 3655216 h 6858000"/>
              <a:gd name="connsiteX170" fmla="*/ 1109304 w 7467600"/>
              <a:gd name="connsiteY170" fmla="*/ 3669030 h 6858000"/>
              <a:gd name="connsiteX171" fmla="*/ 8129 w 7467600"/>
              <a:gd name="connsiteY171" fmla="*/ 4330519 h 6858000"/>
              <a:gd name="connsiteX172" fmla="*/ 687572 w 7467600"/>
              <a:gd name="connsiteY172" fmla="*/ 3925629 h 6858000"/>
              <a:gd name="connsiteX173" fmla="*/ 1138365 w 7467600"/>
              <a:gd name="connsiteY173" fmla="*/ 3774515 h 6858000"/>
              <a:gd name="connsiteX174" fmla="*/ 1505579 w 7467600"/>
              <a:gd name="connsiteY174" fmla="*/ 3655526 h 6858000"/>
              <a:gd name="connsiteX175" fmla="*/ 1313114 w 7467600"/>
              <a:gd name="connsiteY175" fmla="*/ 3655216 h 6858000"/>
              <a:gd name="connsiteX176" fmla="*/ 3655073 w 7467600"/>
              <a:gd name="connsiteY176" fmla="*/ 3650884 h 6858000"/>
              <a:gd name="connsiteX177" fmla="*/ 3989938 w 7467600"/>
              <a:gd name="connsiteY177" fmla="*/ 3991685 h 6858000"/>
              <a:gd name="connsiteX178" fmla="*/ 4393907 w 7467600"/>
              <a:gd name="connsiteY178" fmla="*/ 4261258 h 6858000"/>
              <a:gd name="connsiteX179" fmla="*/ 4648051 w 7467600"/>
              <a:gd name="connsiteY179" fmla="*/ 4374051 h 6858000"/>
              <a:gd name="connsiteX180" fmla="*/ 4383389 w 7467600"/>
              <a:gd name="connsiteY180" fmla="*/ 4184369 h 6858000"/>
              <a:gd name="connsiteX181" fmla="*/ 4165508 w 7467600"/>
              <a:gd name="connsiteY181" fmla="*/ 4035196 h 6858000"/>
              <a:gd name="connsiteX182" fmla="*/ 4068162 w 7467600"/>
              <a:gd name="connsiteY182" fmla="*/ 3953394 h 6858000"/>
              <a:gd name="connsiteX183" fmla="*/ 3981416 w 7467600"/>
              <a:gd name="connsiteY183" fmla="*/ 3880482 h 6858000"/>
              <a:gd name="connsiteX184" fmla="*/ 3800147 w 7467600"/>
              <a:gd name="connsiteY184" fmla="*/ 3749872 h 6858000"/>
              <a:gd name="connsiteX185" fmla="*/ 3655073 w 7467600"/>
              <a:gd name="connsiteY185" fmla="*/ 3650884 h 6858000"/>
              <a:gd name="connsiteX186" fmla="*/ 3670252 w 7467600"/>
              <a:gd name="connsiteY186" fmla="*/ 3622798 h 6858000"/>
              <a:gd name="connsiteX187" fmla="*/ 3817258 w 7467600"/>
              <a:gd name="connsiteY187" fmla="*/ 3723577 h 6858000"/>
              <a:gd name="connsiteX188" fmla="*/ 4000461 w 7467600"/>
              <a:gd name="connsiteY188" fmla="*/ 3855966 h 6858000"/>
              <a:gd name="connsiteX189" fmla="*/ 4088180 w 7467600"/>
              <a:gd name="connsiteY189" fmla="*/ 3929774 h 6858000"/>
              <a:gd name="connsiteX190" fmla="*/ 4184555 w 7467600"/>
              <a:gd name="connsiteY190" fmla="*/ 4010683 h 6858000"/>
              <a:gd name="connsiteX191" fmla="*/ 4399563 w 7467600"/>
              <a:gd name="connsiteY191" fmla="*/ 4158106 h 6858000"/>
              <a:gd name="connsiteX192" fmla="*/ 4684469 w 7467600"/>
              <a:gd name="connsiteY192" fmla="*/ 4364680 h 6858000"/>
              <a:gd name="connsiteX193" fmla="*/ 4690271 w 7467600"/>
              <a:gd name="connsiteY193" fmla="*/ 4370034 h 6858000"/>
              <a:gd name="connsiteX194" fmla="*/ 4136093 w 7467600"/>
              <a:gd name="connsiteY194" fmla="*/ 3858466 h 6858000"/>
              <a:gd name="connsiteX195" fmla="*/ 3670252 w 7467600"/>
              <a:gd name="connsiteY195" fmla="*/ 3622798 h 6858000"/>
              <a:gd name="connsiteX196" fmla="*/ 4440129 w 7467600"/>
              <a:gd name="connsiteY196" fmla="*/ 3448571 h 6858000"/>
              <a:gd name="connsiteX197" fmla="*/ 4856525 w 7467600"/>
              <a:gd name="connsiteY197" fmla="*/ 3915351 h 6858000"/>
              <a:gd name="connsiteX198" fmla="*/ 5059055 w 7467600"/>
              <a:gd name="connsiteY198" fmla="*/ 4108918 h 6858000"/>
              <a:gd name="connsiteX199" fmla="*/ 5290070 w 7467600"/>
              <a:gd name="connsiteY199" fmla="*/ 4263619 h 6858000"/>
              <a:gd name="connsiteX200" fmla="*/ 4834991 w 7467600"/>
              <a:gd name="connsiteY200" fmla="*/ 3830985 h 6858000"/>
              <a:gd name="connsiteX201" fmla="*/ 4440129 w 7467600"/>
              <a:gd name="connsiteY201" fmla="*/ 3448571 h 6858000"/>
              <a:gd name="connsiteX202" fmla="*/ 4441737 w 7467600"/>
              <a:gd name="connsiteY202" fmla="*/ 3399734 h 6858000"/>
              <a:gd name="connsiteX203" fmla="*/ 4431236 w 7467600"/>
              <a:gd name="connsiteY203" fmla="*/ 3400954 h 6858000"/>
              <a:gd name="connsiteX204" fmla="*/ 4557150 w 7467600"/>
              <a:gd name="connsiteY204" fmla="*/ 3510023 h 6858000"/>
              <a:gd name="connsiteX205" fmla="*/ 4856936 w 7467600"/>
              <a:gd name="connsiteY205" fmla="*/ 3809146 h 6858000"/>
              <a:gd name="connsiteX206" fmla="*/ 5111996 w 7467600"/>
              <a:gd name="connsiteY206" fmla="*/ 4065759 h 6858000"/>
              <a:gd name="connsiteX207" fmla="*/ 5388878 w 7467600"/>
              <a:gd name="connsiteY207" fmla="*/ 4300185 h 6858000"/>
              <a:gd name="connsiteX208" fmla="*/ 5425556 w 7467600"/>
              <a:gd name="connsiteY208" fmla="*/ 4308967 h 6858000"/>
              <a:gd name="connsiteX209" fmla="*/ 4943646 w 7467600"/>
              <a:gd name="connsiteY209" fmla="*/ 3822916 h 6858000"/>
              <a:gd name="connsiteX210" fmla="*/ 4594837 w 7467600"/>
              <a:gd name="connsiteY210" fmla="*/ 3532274 h 6858000"/>
              <a:gd name="connsiteX211" fmla="*/ 4441737 w 7467600"/>
              <a:gd name="connsiteY211" fmla="*/ 3399734 h 6858000"/>
              <a:gd name="connsiteX212" fmla="*/ 5425834 w 7467600"/>
              <a:gd name="connsiteY212" fmla="*/ 3162785 h 6858000"/>
              <a:gd name="connsiteX213" fmla="*/ 5401644 w 7467600"/>
              <a:gd name="connsiteY213" fmla="*/ 3617847 h 6858000"/>
              <a:gd name="connsiteX214" fmla="*/ 5467256 w 7467600"/>
              <a:gd name="connsiteY214" fmla="*/ 4175494 h 6858000"/>
              <a:gd name="connsiteX215" fmla="*/ 5448069 w 7467600"/>
              <a:gd name="connsiteY215" fmla="*/ 3567554 h 6858000"/>
              <a:gd name="connsiteX216" fmla="*/ 5425834 w 7467600"/>
              <a:gd name="connsiteY216" fmla="*/ 3162785 h 6858000"/>
              <a:gd name="connsiteX217" fmla="*/ 1318687 w 7467600"/>
              <a:gd name="connsiteY217" fmla="*/ 3113840 h 6858000"/>
              <a:gd name="connsiteX218" fmla="*/ 1066793 w 7467600"/>
              <a:gd name="connsiteY218" fmla="*/ 3212171 h 6858000"/>
              <a:gd name="connsiteX219" fmla="*/ 993319 w 7467600"/>
              <a:gd name="connsiteY219" fmla="*/ 3247648 h 6858000"/>
              <a:gd name="connsiteX220" fmla="*/ 853081 w 7467600"/>
              <a:gd name="connsiteY220" fmla="*/ 3312410 h 6858000"/>
              <a:gd name="connsiteX221" fmla="*/ 805957 w 7467600"/>
              <a:gd name="connsiteY221" fmla="*/ 3330443 h 6858000"/>
              <a:gd name="connsiteX222" fmla="*/ 1318687 w 7467600"/>
              <a:gd name="connsiteY222" fmla="*/ 3113840 h 6858000"/>
              <a:gd name="connsiteX223" fmla="*/ 5453702 w 7467600"/>
              <a:gd name="connsiteY223" fmla="*/ 3090882 h 6858000"/>
              <a:gd name="connsiteX224" fmla="*/ 5480135 w 7467600"/>
              <a:gd name="connsiteY224" fmla="*/ 3565802 h 6858000"/>
              <a:gd name="connsiteX225" fmla="*/ 5499023 w 7467600"/>
              <a:gd name="connsiteY225" fmla="*/ 4166310 h 6858000"/>
              <a:gd name="connsiteX226" fmla="*/ 5547022 w 7467600"/>
              <a:gd name="connsiteY226" fmla="*/ 3607838 h 6858000"/>
              <a:gd name="connsiteX227" fmla="*/ 5515964 w 7467600"/>
              <a:gd name="connsiteY227" fmla="*/ 3378541 h 6858000"/>
              <a:gd name="connsiteX228" fmla="*/ 5453702 w 7467600"/>
              <a:gd name="connsiteY228" fmla="*/ 3090882 h 6858000"/>
              <a:gd name="connsiteX229" fmla="*/ 1238695 w 7467600"/>
              <a:gd name="connsiteY229" fmla="*/ 3076820 h 6858000"/>
              <a:gd name="connsiteX230" fmla="*/ 716371 w 7467600"/>
              <a:gd name="connsiteY230" fmla="*/ 3293249 h 6858000"/>
              <a:gd name="connsiteX231" fmla="*/ 579522 w 7467600"/>
              <a:gd name="connsiteY231" fmla="*/ 3371759 h 6858000"/>
              <a:gd name="connsiteX232" fmla="*/ 600288 w 7467600"/>
              <a:gd name="connsiteY232" fmla="*/ 3365555 h 6858000"/>
              <a:gd name="connsiteX233" fmla="*/ 840692 w 7467600"/>
              <a:gd name="connsiteY233" fmla="*/ 3284921 h 6858000"/>
              <a:gd name="connsiteX234" fmla="*/ 979248 w 7467600"/>
              <a:gd name="connsiteY234" fmla="*/ 3221003 h 6858000"/>
              <a:gd name="connsiteX235" fmla="*/ 1053282 w 7467600"/>
              <a:gd name="connsiteY235" fmla="*/ 3185247 h 6858000"/>
              <a:gd name="connsiteX236" fmla="*/ 1320603 w 7467600"/>
              <a:gd name="connsiteY236" fmla="*/ 3081281 h 6858000"/>
              <a:gd name="connsiteX237" fmla="*/ 1238695 w 7467600"/>
              <a:gd name="connsiteY237" fmla="*/ 3076820 h 6858000"/>
              <a:gd name="connsiteX238" fmla="*/ 5425627 w 7467600"/>
              <a:gd name="connsiteY238" fmla="*/ 2954192 h 6858000"/>
              <a:gd name="connsiteX239" fmla="*/ 5470770 w 7467600"/>
              <a:gd name="connsiteY239" fmla="*/ 3005435 h 6858000"/>
              <a:gd name="connsiteX240" fmla="*/ 5519779 w 7467600"/>
              <a:gd name="connsiteY240" fmla="*/ 4359223 h 6858000"/>
              <a:gd name="connsiteX241" fmla="*/ 5520293 w 7467600"/>
              <a:gd name="connsiteY241" fmla="*/ 4360602 h 6858000"/>
              <a:gd name="connsiteX242" fmla="*/ 5767221 w 7467600"/>
              <a:gd name="connsiteY242" fmla="*/ 4665564 h 6858000"/>
              <a:gd name="connsiteX243" fmla="*/ 6937169 w 7467600"/>
              <a:gd name="connsiteY243" fmla="*/ 4815941 h 6858000"/>
              <a:gd name="connsiteX244" fmla="*/ 6953922 w 7467600"/>
              <a:gd name="connsiteY244" fmla="*/ 4890068 h 6858000"/>
              <a:gd name="connsiteX245" fmla="*/ 6071359 w 7467600"/>
              <a:gd name="connsiteY245" fmla="*/ 4770770 h 6858000"/>
              <a:gd name="connsiteX246" fmla="*/ 6038839 w 7467600"/>
              <a:gd name="connsiteY246" fmla="*/ 4764474 h 6858000"/>
              <a:gd name="connsiteX247" fmla="*/ 6038706 w 7467600"/>
              <a:gd name="connsiteY247" fmla="*/ 4763847 h 6858000"/>
              <a:gd name="connsiteX248" fmla="*/ 6037784 w 7467600"/>
              <a:gd name="connsiteY248" fmla="*/ 4764270 h 6858000"/>
              <a:gd name="connsiteX249" fmla="*/ 6038839 w 7467600"/>
              <a:gd name="connsiteY249" fmla="*/ 4764474 h 6858000"/>
              <a:gd name="connsiteX250" fmla="*/ 6040338 w 7467600"/>
              <a:gd name="connsiteY250" fmla="*/ 4771418 h 6858000"/>
              <a:gd name="connsiteX251" fmla="*/ 6024488 w 7467600"/>
              <a:gd name="connsiteY251" fmla="*/ 4809903 h 6858000"/>
              <a:gd name="connsiteX252" fmla="*/ 5599771 w 7467600"/>
              <a:gd name="connsiteY252" fmla="*/ 5509652 h 6858000"/>
              <a:gd name="connsiteX253" fmla="*/ 5548843 w 7467600"/>
              <a:gd name="connsiteY253" fmla="*/ 5563845 h 6858000"/>
              <a:gd name="connsiteX254" fmla="*/ 5940952 w 7467600"/>
              <a:gd name="connsiteY254" fmla="*/ 6250028 h 6858000"/>
              <a:gd name="connsiteX255" fmla="*/ 6043441 w 7467600"/>
              <a:gd name="connsiteY255" fmla="*/ 6665847 h 6858000"/>
              <a:gd name="connsiteX256" fmla="*/ 6093432 w 7467600"/>
              <a:gd name="connsiteY256" fmla="*/ 6858000 h 6858000"/>
              <a:gd name="connsiteX257" fmla="*/ 6034344 w 7467600"/>
              <a:gd name="connsiteY257" fmla="*/ 6858000 h 6858000"/>
              <a:gd name="connsiteX258" fmla="*/ 6026679 w 7467600"/>
              <a:gd name="connsiteY258" fmla="*/ 6836959 h 6858000"/>
              <a:gd name="connsiteX259" fmla="*/ 5800441 w 7467600"/>
              <a:gd name="connsiteY259" fmla="*/ 6335286 h 6858000"/>
              <a:gd name="connsiteX260" fmla="*/ 5526562 w 7467600"/>
              <a:gd name="connsiteY260" fmla="*/ 5705388 h 6858000"/>
              <a:gd name="connsiteX261" fmla="*/ 5519640 w 7467600"/>
              <a:gd name="connsiteY261" fmla="*/ 5683774 h 6858000"/>
              <a:gd name="connsiteX262" fmla="*/ 5844559 w 7467600"/>
              <a:gd name="connsiteY262" fmla="*/ 6553349 h 6858000"/>
              <a:gd name="connsiteX263" fmla="*/ 5975994 w 7467600"/>
              <a:gd name="connsiteY263" fmla="*/ 6858000 h 6858000"/>
              <a:gd name="connsiteX264" fmla="*/ 5898547 w 7467600"/>
              <a:gd name="connsiteY264" fmla="*/ 6858000 h 6858000"/>
              <a:gd name="connsiteX265" fmla="*/ 5682041 w 7467600"/>
              <a:gd name="connsiteY265" fmla="*/ 6355860 h 6858000"/>
              <a:gd name="connsiteX266" fmla="*/ 5461758 w 7467600"/>
              <a:gd name="connsiteY266" fmla="*/ 5820220 h 6858000"/>
              <a:gd name="connsiteX267" fmla="*/ 5237282 w 7467600"/>
              <a:gd name="connsiteY267" fmla="*/ 6579086 h 6858000"/>
              <a:gd name="connsiteX268" fmla="*/ 5115009 w 7467600"/>
              <a:gd name="connsiteY268" fmla="*/ 6858000 h 6858000"/>
              <a:gd name="connsiteX269" fmla="*/ 5028074 w 7467600"/>
              <a:gd name="connsiteY269" fmla="*/ 6858000 h 6858000"/>
              <a:gd name="connsiteX270" fmla="*/ 5079508 w 7467600"/>
              <a:gd name="connsiteY270" fmla="*/ 6749074 h 6858000"/>
              <a:gd name="connsiteX271" fmla="*/ 5371846 w 7467600"/>
              <a:gd name="connsiteY271" fmla="*/ 5924413 h 6858000"/>
              <a:gd name="connsiteX272" fmla="*/ 5270512 w 7467600"/>
              <a:gd name="connsiteY272" fmla="*/ 6138975 h 6858000"/>
              <a:gd name="connsiteX273" fmla="*/ 5062409 w 7467600"/>
              <a:gd name="connsiteY273" fmla="*/ 6653544 h 6858000"/>
              <a:gd name="connsiteX274" fmla="*/ 5036628 w 7467600"/>
              <a:gd name="connsiteY274" fmla="*/ 6754247 h 6858000"/>
              <a:gd name="connsiteX275" fmla="*/ 5009112 w 7467600"/>
              <a:gd name="connsiteY275" fmla="*/ 6858000 h 6858000"/>
              <a:gd name="connsiteX276" fmla="*/ 4976679 w 7467600"/>
              <a:gd name="connsiteY276" fmla="*/ 6858000 h 6858000"/>
              <a:gd name="connsiteX277" fmla="*/ 5006537 w 7467600"/>
              <a:gd name="connsiteY277" fmla="*/ 6747068 h 6858000"/>
              <a:gd name="connsiteX278" fmla="*/ 5032723 w 7467600"/>
              <a:gd name="connsiteY278" fmla="*/ 6644957 h 6858000"/>
              <a:gd name="connsiteX279" fmla="*/ 5242949 w 7467600"/>
              <a:gd name="connsiteY279" fmla="*/ 6125175 h 6858000"/>
              <a:gd name="connsiteX280" fmla="*/ 5286321 w 7467600"/>
              <a:gd name="connsiteY280" fmla="*/ 6033555 h 6858000"/>
              <a:gd name="connsiteX281" fmla="*/ 5008210 w 7467600"/>
              <a:gd name="connsiteY281" fmla="*/ 6649194 h 6858000"/>
              <a:gd name="connsiteX282" fmla="*/ 4986321 w 7467600"/>
              <a:gd name="connsiteY282" fmla="*/ 6765687 h 6858000"/>
              <a:gd name="connsiteX283" fmla="*/ 4973474 w 7467600"/>
              <a:gd name="connsiteY283" fmla="*/ 6858000 h 6858000"/>
              <a:gd name="connsiteX284" fmla="*/ 4907178 w 7467600"/>
              <a:gd name="connsiteY284" fmla="*/ 6858000 h 6858000"/>
              <a:gd name="connsiteX285" fmla="*/ 4910810 w 7467600"/>
              <a:gd name="connsiteY285" fmla="*/ 6829660 h 6858000"/>
              <a:gd name="connsiteX286" fmla="*/ 4987461 w 7467600"/>
              <a:gd name="connsiteY286" fmla="*/ 6432994 h 6858000"/>
              <a:gd name="connsiteX287" fmla="*/ 5179262 w 7467600"/>
              <a:gd name="connsiteY287" fmla="*/ 6035044 h 6858000"/>
              <a:gd name="connsiteX288" fmla="*/ 4689678 w 7467600"/>
              <a:gd name="connsiteY288" fmla="*/ 6440241 h 6858000"/>
              <a:gd name="connsiteX289" fmla="*/ 4477543 w 7467600"/>
              <a:gd name="connsiteY289" fmla="*/ 6674836 h 6858000"/>
              <a:gd name="connsiteX290" fmla="*/ 4329957 w 7467600"/>
              <a:gd name="connsiteY290" fmla="*/ 6858000 h 6858000"/>
              <a:gd name="connsiteX291" fmla="*/ 4218595 w 7467600"/>
              <a:gd name="connsiteY291" fmla="*/ 6858000 h 6858000"/>
              <a:gd name="connsiteX292" fmla="*/ 4368888 w 7467600"/>
              <a:gd name="connsiteY292" fmla="*/ 6668412 h 6858000"/>
              <a:gd name="connsiteX293" fmla="*/ 4563091 w 7467600"/>
              <a:gd name="connsiteY293" fmla="*/ 6442508 h 6858000"/>
              <a:gd name="connsiteX294" fmla="*/ 5387324 w 7467600"/>
              <a:gd name="connsiteY294" fmla="*/ 5705830 h 6858000"/>
              <a:gd name="connsiteX295" fmla="*/ 5073620 w 7467600"/>
              <a:gd name="connsiteY295" fmla="*/ 5955437 h 6858000"/>
              <a:gd name="connsiteX296" fmla="*/ 4689789 w 7467600"/>
              <a:gd name="connsiteY296" fmla="*/ 6268382 h 6858000"/>
              <a:gd name="connsiteX297" fmla="*/ 4418722 w 7467600"/>
              <a:gd name="connsiteY297" fmla="*/ 6570886 h 6858000"/>
              <a:gd name="connsiteX298" fmla="*/ 4214944 w 7467600"/>
              <a:gd name="connsiteY298" fmla="*/ 6858000 h 6858000"/>
              <a:gd name="connsiteX299" fmla="*/ 4177898 w 7467600"/>
              <a:gd name="connsiteY299" fmla="*/ 6858000 h 6858000"/>
              <a:gd name="connsiteX300" fmla="*/ 4391597 w 7467600"/>
              <a:gd name="connsiteY300" fmla="*/ 6556370 h 6858000"/>
              <a:gd name="connsiteX301" fmla="*/ 4668889 w 7467600"/>
              <a:gd name="connsiteY301" fmla="*/ 6246399 h 6858000"/>
              <a:gd name="connsiteX302" fmla="*/ 5055427 w 7467600"/>
              <a:gd name="connsiteY302" fmla="*/ 5931476 h 6858000"/>
              <a:gd name="connsiteX303" fmla="*/ 5371814 w 7467600"/>
              <a:gd name="connsiteY303" fmla="*/ 5678975 h 6858000"/>
              <a:gd name="connsiteX304" fmla="*/ 4987918 w 7467600"/>
              <a:gd name="connsiteY304" fmla="*/ 5838701 h 6858000"/>
              <a:gd name="connsiteX305" fmla="*/ 4317146 w 7467600"/>
              <a:gd name="connsiteY305" fmla="*/ 6587716 h 6858000"/>
              <a:gd name="connsiteX306" fmla="*/ 4171627 w 7467600"/>
              <a:gd name="connsiteY306" fmla="*/ 6858000 h 6858000"/>
              <a:gd name="connsiteX307" fmla="*/ 4081585 w 7467600"/>
              <a:gd name="connsiteY307" fmla="*/ 6858000 h 6858000"/>
              <a:gd name="connsiteX308" fmla="*/ 4238603 w 7467600"/>
              <a:gd name="connsiteY308" fmla="*/ 6559341 h 6858000"/>
              <a:gd name="connsiteX309" fmla="*/ 4778333 w 7467600"/>
              <a:gd name="connsiteY309" fmla="*/ 5873626 h 6858000"/>
              <a:gd name="connsiteX310" fmla="*/ 5414185 w 7467600"/>
              <a:gd name="connsiteY310" fmla="*/ 5573882 h 6858000"/>
              <a:gd name="connsiteX311" fmla="*/ 5959648 w 7467600"/>
              <a:gd name="connsiteY311" fmla="*/ 4760797 h 6858000"/>
              <a:gd name="connsiteX312" fmla="*/ 5355019 w 7467600"/>
              <a:gd name="connsiteY312" fmla="*/ 4734672 h 6858000"/>
              <a:gd name="connsiteX313" fmla="*/ 5083565 w 7467600"/>
              <a:gd name="connsiteY313" fmla="*/ 5179121 h 6858000"/>
              <a:gd name="connsiteX314" fmla="*/ 4713577 w 7467600"/>
              <a:gd name="connsiteY314" fmla="*/ 5616803 h 6858000"/>
              <a:gd name="connsiteX315" fmla="*/ 3989559 w 7467600"/>
              <a:gd name="connsiteY315" fmla="*/ 6145945 h 6858000"/>
              <a:gd name="connsiteX316" fmla="*/ 3939824 w 7467600"/>
              <a:gd name="connsiteY316" fmla="*/ 6066900 h 6858000"/>
              <a:gd name="connsiteX317" fmla="*/ 4584537 w 7467600"/>
              <a:gd name="connsiteY317" fmla="*/ 5324826 h 6858000"/>
              <a:gd name="connsiteX318" fmla="*/ 5037105 w 7467600"/>
              <a:gd name="connsiteY318" fmla="*/ 5088765 h 6858000"/>
              <a:gd name="connsiteX319" fmla="*/ 5039930 w 7467600"/>
              <a:gd name="connsiteY319" fmla="*/ 5089585 h 6858000"/>
              <a:gd name="connsiteX320" fmla="*/ 5263764 w 7467600"/>
              <a:gd name="connsiteY320" fmla="*/ 4735525 h 6858000"/>
              <a:gd name="connsiteX321" fmla="*/ 4086300 w 7467600"/>
              <a:gd name="connsiteY321" fmla="*/ 4884599 h 6858000"/>
              <a:gd name="connsiteX322" fmla="*/ 4085485 w 7467600"/>
              <a:gd name="connsiteY322" fmla="*/ 4899070 h 6858000"/>
              <a:gd name="connsiteX323" fmla="*/ 3871915 w 7467600"/>
              <a:gd name="connsiteY323" fmla="*/ 5253645 h 6858000"/>
              <a:gd name="connsiteX324" fmla="*/ 3799374 w 7467600"/>
              <a:gd name="connsiteY324" fmla="*/ 5466127 h 6858000"/>
              <a:gd name="connsiteX325" fmla="*/ 3498850 w 7467600"/>
              <a:gd name="connsiteY325" fmla="*/ 6661888 h 6858000"/>
              <a:gd name="connsiteX326" fmla="*/ 3399216 w 7467600"/>
              <a:gd name="connsiteY326" fmla="*/ 6858000 h 6858000"/>
              <a:gd name="connsiteX327" fmla="*/ 3303688 w 7467600"/>
              <a:gd name="connsiteY327" fmla="*/ 6858000 h 6858000"/>
              <a:gd name="connsiteX328" fmla="*/ 3391774 w 7467600"/>
              <a:gd name="connsiteY328" fmla="*/ 6697181 h 6858000"/>
              <a:gd name="connsiteX329" fmla="*/ 3735540 w 7467600"/>
              <a:gd name="connsiteY329" fmla="*/ 5546923 h 6858000"/>
              <a:gd name="connsiteX330" fmla="*/ 3729438 w 7467600"/>
              <a:gd name="connsiteY330" fmla="*/ 5569058 h 6858000"/>
              <a:gd name="connsiteX331" fmla="*/ 3707782 w 7467600"/>
              <a:gd name="connsiteY331" fmla="*/ 5644908 h 6858000"/>
              <a:gd name="connsiteX332" fmla="*/ 3583827 w 7467600"/>
              <a:gd name="connsiteY332" fmla="*/ 6039215 h 6858000"/>
              <a:gd name="connsiteX333" fmla="*/ 3547861 w 7467600"/>
              <a:gd name="connsiteY333" fmla="*/ 6129609 h 6858000"/>
              <a:gd name="connsiteX334" fmla="*/ 3490905 w 7467600"/>
              <a:gd name="connsiteY334" fmla="*/ 6277660 h 6858000"/>
              <a:gd name="connsiteX335" fmla="*/ 3455859 w 7467600"/>
              <a:gd name="connsiteY335" fmla="*/ 6391301 h 6858000"/>
              <a:gd name="connsiteX336" fmla="*/ 3429112 w 7467600"/>
              <a:gd name="connsiteY336" fmla="*/ 6479469 h 6858000"/>
              <a:gd name="connsiteX337" fmla="*/ 3304862 w 7467600"/>
              <a:gd name="connsiteY337" fmla="*/ 6796476 h 6858000"/>
              <a:gd name="connsiteX338" fmla="*/ 3276071 w 7467600"/>
              <a:gd name="connsiteY338" fmla="*/ 6858000 h 6858000"/>
              <a:gd name="connsiteX339" fmla="*/ 3240805 w 7467600"/>
              <a:gd name="connsiteY339" fmla="*/ 6858000 h 6858000"/>
              <a:gd name="connsiteX340" fmla="*/ 3275917 w 7467600"/>
              <a:gd name="connsiteY340" fmla="*/ 6783192 h 6858000"/>
              <a:gd name="connsiteX341" fmla="*/ 3399358 w 7467600"/>
              <a:gd name="connsiteY341" fmla="*/ 6469011 h 6858000"/>
              <a:gd name="connsiteX342" fmla="*/ 3425650 w 7467600"/>
              <a:gd name="connsiteY342" fmla="*/ 6381333 h 6858000"/>
              <a:gd name="connsiteX343" fmla="*/ 3460661 w 7467600"/>
              <a:gd name="connsiteY343" fmla="*/ 6266763 h 6858000"/>
              <a:gd name="connsiteX344" fmla="*/ 3518021 w 7467600"/>
              <a:gd name="connsiteY344" fmla="*/ 6117298 h 6858000"/>
              <a:gd name="connsiteX345" fmla="*/ 3554035 w 7467600"/>
              <a:gd name="connsiteY345" fmla="*/ 6027832 h 6858000"/>
              <a:gd name="connsiteX346" fmla="*/ 3677174 w 7467600"/>
              <a:gd name="connsiteY346" fmla="*/ 5636351 h 6858000"/>
              <a:gd name="connsiteX347" fmla="*/ 3698819 w 7467600"/>
              <a:gd name="connsiteY347" fmla="*/ 5560503 h 6858000"/>
              <a:gd name="connsiteX348" fmla="*/ 3702094 w 7467600"/>
              <a:gd name="connsiteY348" fmla="*/ 5549194 h 6858000"/>
              <a:gd name="connsiteX349" fmla="*/ 3398355 w 7467600"/>
              <a:gd name="connsiteY349" fmla="*/ 6094603 h 6858000"/>
              <a:gd name="connsiteX350" fmla="*/ 3193941 w 7467600"/>
              <a:gd name="connsiteY350" fmla="*/ 6798775 h 6858000"/>
              <a:gd name="connsiteX351" fmla="*/ 3184140 w 7467600"/>
              <a:gd name="connsiteY351" fmla="*/ 6858000 h 6858000"/>
              <a:gd name="connsiteX352" fmla="*/ 3099978 w 7467600"/>
              <a:gd name="connsiteY352" fmla="*/ 6858000 h 6858000"/>
              <a:gd name="connsiteX353" fmla="*/ 3101556 w 7467600"/>
              <a:gd name="connsiteY353" fmla="*/ 6843337 h 6858000"/>
              <a:gd name="connsiteX354" fmla="*/ 3370162 w 7467600"/>
              <a:gd name="connsiteY354" fmla="*/ 5785550 h 6858000"/>
              <a:gd name="connsiteX355" fmla="*/ 3746477 w 7467600"/>
              <a:gd name="connsiteY355" fmla="*/ 5377889 h 6858000"/>
              <a:gd name="connsiteX356" fmla="*/ 3863399 w 7467600"/>
              <a:gd name="connsiteY356" fmla="*/ 5087257 h 6858000"/>
              <a:gd name="connsiteX357" fmla="*/ 3968712 w 7467600"/>
              <a:gd name="connsiteY357" fmla="*/ 4913989 h 6858000"/>
              <a:gd name="connsiteX358" fmla="*/ 2792390 w 7467600"/>
              <a:gd name="connsiteY358" fmla="*/ 5382974 h 6858000"/>
              <a:gd name="connsiteX359" fmla="*/ 2714982 w 7467600"/>
              <a:gd name="connsiteY359" fmla="*/ 5427051 h 6858000"/>
              <a:gd name="connsiteX360" fmla="*/ 2813361 w 7467600"/>
              <a:gd name="connsiteY360" fmla="*/ 6023912 h 6858000"/>
              <a:gd name="connsiteX361" fmla="*/ 2688430 w 7467600"/>
              <a:gd name="connsiteY361" fmla="*/ 6801564 h 6858000"/>
              <a:gd name="connsiteX362" fmla="*/ 2629626 w 7467600"/>
              <a:gd name="connsiteY362" fmla="*/ 6763394 h 6858000"/>
              <a:gd name="connsiteX363" fmla="*/ 2565328 w 7467600"/>
              <a:gd name="connsiteY363" fmla="*/ 5516399 h 6858000"/>
              <a:gd name="connsiteX364" fmla="*/ 1922999 w 7467600"/>
              <a:gd name="connsiteY364" fmla="*/ 5980343 h 6858000"/>
              <a:gd name="connsiteX365" fmla="*/ 1950261 w 7467600"/>
              <a:gd name="connsiteY365" fmla="*/ 6405858 h 6858000"/>
              <a:gd name="connsiteX366" fmla="*/ 2365554 w 7467600"/>
              <a:gd name="connsiteY366" fmla="*/ 6759107 h 6858000"/>
              <a:gd name="connsiteX367" fmla="*/ 2424142 w 7467600"/>
              <a:gd name="connsiteY367" fmla="*/ 6858000 h 6858000"/>
              <a:gd name="connsiteX368" fmla="*/ 2395994 w 7467600"/>
              <a:gd name="connsiteY368" fmla="*/ 6858000 h 6858000"/>
              <a:gd name="connsiteX369" fmla="*/ 2392863 w 7467600"/>
              <a:gd name="connsiteY369" fmla="*/ 6852964 h 6858000"/>
              <a:gd name="connsiteX370" fmla="*/ 2017589 w 7467600"/>
              <a:gd name="connsiteY370" fmla="*/ 6493982 h 6858000"/>
              <a:gd name="connsiteX371" fmla="*/ 2147336 w 7467600"/>
              <a:gd name="connsiteY371" fmla="*/ 6594052 h 6858000"/>
              <a:gd name="connsiteX372" fmla="*/ 2207047 w 7467600"/>
              <a:gd name="connsiteY372" fmla="*/ 6654540 h 6858000"/>
              <a:gd name="connsiteX373" fmla="*/ 2299106 w 7467600"/>
              <a:gd name="connsiteY373" fmla="*/ 6778931 h 6858000"/>
              <a:gd name="connsiteX374" fmla="*/ 2314430 w 7467600"/>
              <a:gd name="connsiteY374" fmla="*/ 6801144 h 6858000"/>
              <a:gd name="connsiteX375" fmla="*/ 2352406 w 7467600"/>
              <a:gd name="connsiteY375" fmla="*/ 6858000 h 6858000"/>
              <a:gd name="connsiteX376" fmla="*/ 2314492 w 7467600"/>
              <a:gd name="connsiteY376" fmla="*/ 6858000 h 6858000"/>
              <a:gd name="connsiteX377" fmla="*/ 2288095 w 7467600"/>
              <a:gd name="connsiteY377" fmla="*/ 6818030 h 6858000"/>
              <a:gd name="connsiteX378" fmla="*/ 2272768 w 7467600"/>
              <a:gd name="connsiteY378" fmla="*/ 6795822 h 6858000"/>
              <a:gd name="connsiteX379" fmla="*/ 2182715 w 7467600"/>
              <a:gd name="connsiteY379" fmla="*/ 6675071 h 6858000"/>
              <a:gd name="connsiteX380" fmla="*/ 2032061 w 7467600"/>
              <a:gd name="connsiteY380" fmla="*/ 6541380 h 6858000"/>
              <a:gd name="connsiteX381" fmla="*/ 2257220 w 7467600"/>
              <a:gd name="connsiteY381" fmla="*/ 6826257 h 6858000"/>
              <a:gd name="connsiteX382" fmla="*/ 2281324 w 7467600"/>
              <a:gd name="connsiteY382" fmla="*/ 6858000 h 6858000"/>
              <a:gd name="connsiteX383" fmla="*/ 2242860 w 7467600"/>
              <a:gd name="connsiteY383" fmla="*/ 6858000 h 6858000"/>
              <a:gd name="connsiteX384" fmla="*/ 2232818 w 7467600"/>
              <a:gd name="connsiteY384" fmla="*/ 6844926 h 6858000"/>
              <a:gd name="connsiteX385" fmla="*/ 1990172 w 7467600"/>
              <a:gd name="connsiteY385" fmla="*/ 6542121 h 6858000"/>
              <a:gd name="connsiteX386" fmla="*/ 2124090 w 7467600"/>
              <a:gd name="connsiteY386" fmla="*/ 6761017 h 6858000"/>
              <a:gd name="connsiteX387" fmla="*/ 2200380 w 7467600"/>
              <a:gd name="connsiteY387" fmla="*/ 6858000 h 6858000"/>
              <a:gd name="connsiteX388" fmla="*/ 2147507 w 7467600"/>
              <a:gd name="connsiteY388" fmla="*/ 6858000 h 6858000"/>
              <a:gd name="connsiteX389" fmla="*/ 2070668 w 7467600"/>
              <a:gd name="connsiteY389" fmla="*/ 6761520 h 6858000"/>
              <a:gd name="connsiteX390" fmla="*/ 1975142 w 7467600"/>
              <a:gd name="connsiteY390" fmla="*/ 6585570 h 6858000"/>
              <a:gd name="connsiteX391" fmla="*/ 2050035 w 7467600"/>
              <a:gd name="connsiteY391" fmla="*/ 6813345 h 6858000"/>
              <a:gd name="connsiteX392" fmla="*/ 2063025 w 7467600"/>
              <a:gd name="connsiteY392" fmla="*/ 6858000 h 6858000"/>
              <a:gd name="connsiteX393" fmla="*/ 2021675 w 7467600"/>
              <a:gd name="connsiteY393" fmla="*/ 6858000 h 6858000"/>
              <a:gd name="connsiteX394" fmla="*/ 2019308 w 7467600"/>
              <a:gd name="connsiteY394" fmla="*/ 6847118 h 6858000"/>
              <a:gd name="connsiteX395" fmla="*/ 1938835 w 7467600"/>
              <a:gd name="connsiteY395" fmla="*/ 6551160 h 6858000"/>
              <a:gd name="connsiteX396" fmla="*/ 1953230 w 7467600"/>
              <a:gd name="connsiteY396" fmla="*/ 6759699 h 6858000"/>
              <a:gd name="connsiteX397" fmla="*/ 1956763 w 7467600"/>
              <a:gd name="connsiteY397" fmla="*/ 6778191 h 6858000"/>
              <a:gd name="connsiteX398" fmla="*/ 1967925 w 7467600"/>
              <a:gd name="connsiteY398" fmla="*/ 6858000 h 6858000"/>
              <a:gd name="connsiteX399" fmla="*/ 1936622 w 7467600"/>
              <a:gd name="connsiteY399" fmla="*/ 6858000 h 6858000"/>
              <a:gd name="connsiteX400" fmla="*/ 1926261 w 7467600"/>
              <a:gd name="connsiteY400" fmla="*/ 6784064 h 6858000"/>
              <a:gd name="connsiteX401" fmla="*/ 1922724 w 7467600"/>
              <a:gd name="connsiteY401" fmla="*/ 6765577 h 6858000"/>
              <a:gd name="connsiteX402" fmla="*/ 1904650 w 7467600"/>
              <a:gd name="connsiteY402" fmla="*/ 6639616 h 6858000"/>
              <a:gd name="connsiteX403" fmla="*/ 1885273 w 7467600"/>
              <a:gd name="connsiteY403" fmla="*/ 6858000 h 6858000"/>
              <a:gd name="connsiteX404" fmla="*/ 1854363 w 7467600"/>
              <a:gd name="connsiteY404" fmla="*/ 6858000 h 6858000"/>
              <a:gd name="connsiteX405" fmla="*/ 1880391 w 7467600"/>
              <a:gd name="connsiteY405" fmla="*/ 6603796 h 6858000"/>
              <a:gd name="connsiteX406" fmla="*/ 1818273 w 7467600"/>
              <a:gd name="connsiteY406" fmla="*/ 6715729 h 6858000"/>
              <a:gd name="connsiteX407" fmla="*/ 1794691 w 7467600"/>
              <a:gd name="connsiteY407" fmla="*/ 6843239 h 6858000"/>
              <a:gd name="connsiteX408" fmla="*/ 1794914 w 7467600"/>
              <a:gd name="connsiteY408" fmla="*/ 6858000 h 6858000"/>
              <a:gd name="connsiteX409" fmla="*/ 1746128 w 7467600"/>
              <a:gd name="connsiteY409" fmla="*/ 6858000 h 6858000"/>
              <a:gd name="connsiteX410" fmla="*/ 1753934 w 7467600"/>
              <a:gd name="connsiteY410" fmla="*/ 6724796 h 6858000"/>
              <a:gd name="connsiteX411" fmla="*/ 1792053 w 7467600"/>
              <a:gd name="connsiteY411" fmla="*/ 6572396 h 6858000"/>
              <a:gd name="connsiteX412" fmla="*/ 1862248 w 7467600"/>
              <a:gd name="connsiteY412" fmla="*/ 6266397 h 6858000"/>
              <a:gd name="connsiteX413" fmla="*/ 1862250 w 7467600"/>
              <a:gd name="connsiteY413" fmla="*/ 6033531 h 6858000"/>
              <a:gd name="connsiteX414" fmla="*/ 1211999 w 7467600"/>
              <a:gd name="connsiteY414" fmla="*/ 6683610 h 6858000"/>
              <a:gd name="connsiteX415" fmla="*/ 1213266 w 7467600"/>
              <a:gd name="connsiteY415" fmla="*/ 6691947 h 6858000"/>
              <a:gd name="connsiteX416" fmla="*/ 1203370 w 7467600"/>
              <a:gd name="connsiteY416" fmla="*/ 6850676 h 6858000"/>
              <a:gd name="connsiteX417" fmla="*/ 1203671 w 7467600"/>
              <a:gd name="connsiteY417" fmla="*/ 6858000 h 6858000"/>
              <a:gd name="connsiteX418" fmla="*/ 1143180 w 7467600"/>
              <a:gd name="connsiteY418" fmla="*/ 6858000 h 6858000"/>
              <a:gd name="connsiteX419" fmla="*/ 1142176 w 7467600"/>
              <a:gd name="connsiteY419" fmla="*/ 6766045 h 6858000"/>
              <a:gd name="connsiteX420" fmla="*/ 1067484 w 7467600"/>
              <a:gd name="connsiteY420" fmla="*/ 6858000 h 6858000"/>
              <a:gd name="connsiteX421" fmla="*/ 953928 w 7467600"/>
              <a:gd name="connsiteY421" fmla="*/ 6858000 h 6858000"/>
              <a:gd name="connsiteX422" fmla="*/ 959715 w 7467600"/>
              <a:gd name="connsiteY422" fmla="*/ 6850185 h 6858000"/>
              <a:gd name="connsiteX423" fmla="*/ 1483788 w 7467600"/>
              <a:gd name="connsiteY423" fmla="*/ 6259174 h 6858000"/>
              <a:gd name="connsiteX424" fmla="*/ 1100671 w 7467600"/>
              <a:gd name="connsiteY424" fmla="*/ 6252137 h 6858000"/>
              <a:gd name="connsiteX425" fmla="*/ 1090144 w 7467600"/>
              <a:gd name="connsiteY425" fmla="*/ 6256748 h 6858000"/>
              <a:gd name="connsiteX426" fmla="*/ 1095872 w 7467600"/>
              <a:gd name="connsiteY426" fmla="*/ 6271892 h 6858000"/>
              <a:gd name="connsiteX427" fmla="*/ 262785 w 7467600"/>
              <a:gd name="connsiteY427" fmla="*/ 6845450 h 6858000"/>
              <a:gd name="connsiteX428" fmla="*/ 209968 w 7467600"/>
              <a:gd name="connsiteY428" fmla="*/ 6770713 h 6858000"/>
              <a:gd name="connsiteX429" fmla="*/ 873460 w 7467600"/>
              <a:gd name="connsiteY429" fmla="*/ 6253768 h 6858000"/>
              <a:gd name="connsiteX430" fmla="*/ 192686 w 7467600"/>
              <a:gd name="connsiteY430" fmla="*/ 5849257 h 6858000"/>
              <a:gd name="connsiteX431" fmla="*/ 4696 w 7467600"/>
              <a:gd name="connsiteY431" fmla="*/ 5697668 h 6858000"/>
              <a:gd name="connsiteX432" fmla="*/ 0 w 7467600"/>
              <a:gd name="connsiteY432" fmla="*/ 5689984 h 6858000"/>
              <a:gd name="connsiteX433" fmla="*/ 0 w 7467600"/>
              <a:gd name="connsiteY433" fmla="*/ 5513472 h 6858000"/>
              <a:gd name="connsiteX434" fmla="*/ 174101 w 7467600"/>
              <a:gd name="connsiteY434" fmla="*/ 5620277 h 6858000"/>
              <a:gd name="connsiteX435" fmla="*/ 891800 w 7467600"/>
              <a:gd name="connsiteY435" fmla="*/ 6036935 h 6858000"/>
              <a:gd name="connsiteX436" fmla="*/ 1072219 w 7467600"/>
              <a:gd name="connsiteY436" fmla="*/ 6169443 h 6858000"/>
              <a:gd name="connsiteX437" fmla="*/ 1074117 w 7467600"/>
              <a:gd name="connsiteY437" fmla="*/ 6170301 h 6858000"/>
              <a:gd name="connsiteX438" fmla="*/ 1083114 w 7467600"/>
              <a:gd name="connsiteY438" fmla="*/ 6174131 h 6858000"/>
              <a:gd name="connsiteX439" fmla="*/ 1543010 w 7467600"/>
              <a:gd name="connsiteY439" fmla="*/ 6191140 h 6858000"/>
              <a:gd name="connsiteX440" fmla="*/ 1551080 w 7467600"/>
              <a:gd name="connsiteY440" fmla="*/ 6195006 h 6858000"/>
              <a:gd name="connsiteX441" fmla="*/ 2345443 w 7467600"/>
              <a:gd name="connsiteY441" fmla="*/ 5549882 h 6858000"/>
              <a:gd name="connsiteX442" fmla="*/ 1721499 w 7467600"/>
              <a:gd name="connsiteY442" fmla="*/ 5599969 h 6858000"/>
              <a:gd name="connsiteX443" fmla="*/ 767716 w 7467600"/>
              <a:gd name="connsiteY443" fmla="*/ 5472768 h 6858000"/>
              <a:gd name="connsiteX444" fmla="*/ 722147 w 7467600"/>
              <a:gd name="connsiteY444" fmla="*/ 5393091 h 6858000"/>
              <a:gd name="connsiteX445" fmla="*/ 1485552 w 7467600"/>
              <a:gd name="connsiteY445" fmla="*/ 5313202 h 6858000"/>
              <a:gd name="connsiteX446" fmla="*/ 2143004 w 7467600"/>
              <a:gd name="connsiteY446" fmla="*/ 5402420 h 6858000"/>
              <a:gd name="connsiteX447" fmla="*/ 1933391 w 7467600"/>
              <a:gd name="connsiteY447" fmla="*/ 5156971 h 6858000"/>
              <a:gd name="connsiteX448" fmla="*/ 1827118 w 7467600"/>
              <a:gd name="connsiteY448" fmla="*/ 4968410 h 6858000"/>
              <a:gd name="connsiteX449" fmla="*/ 1837349 w 7467600"/>
              <a:gd name="connsiteY449" fmla="*/ 4956357 h 6858000"/>
              <a:gd name="connsiteX450" fmla="*/ 2162835 w 7467600"/>
              <a:gd name="connsiteY450" fmla="*/ 5187853 h 6858000"/>
              <a:gd name="connsiteX451" fmla="*/ 2257167 w 7467600"/>
              <a:gd name="connsiteY451" fmla="*/ 5462123 h 6858000"/>
              <a:gd name="connsiteX452" fmla="*/ 2261598 w 7467600"/>
              <a:gd name="connsiteY452" fmla="*/ 5467998 h 6858000"/>
              <a:gd name="connsiteX453" fmla="*/ 2437177 w 7467600"/>
              <a:gd name="connsiteY453" fmla="*/ 5479608 h 6858000"/>
              <a:gd name="connsiteX454" fmla="*/ 2445247 w 7467600"/>
              <a:gd name="connsiteY454" fmla="*/ 5483476 h 6858000"/>
              <a:gd name="connsiteX455" fmla="*/ 2743626 w 7467600"/>
              <a:gd name="connsiteY455" fmla="*/ 5304819 h 6858000"/>
              <a:gd name="connsiteX456" fmla="*/ 3048102 w 7467600"/>
              <a:gd name="connsiteY456" fmla="*/ 5150595 h 6858000"/>
              <a:gd name="connsiteX457" fmla="*/ 1799414 w 7467600"/>
              <a:gd name="connsiteY457" fmla="*/ 4694732 h 6858000"/>
              <a:gd name="connsiteX458" fmla="*/ 1771735 w 7467600"/>
              <a:gd name="connsiteY458" fmla="*/ 4619929 h 6858000"/>
              <a:gd name="connsiteX459" fmla="*/ 3104273 w 7467600"/>
              <a:gd name="connsiteY459" fmla="*/ 5076159 h 6858000"/>
              <a:gd name="connsiteX460" fmla="*/ 3113245 w 7467600"/>
              <a:gd name="connsiteY460" fmla="*/ 5090705 h 6858000"/>
              <a:gd name="connsiteX461" fmla="*/ 3126294 w 7467600"/>
              <a:gd name="connsiteY461" fmla="*/ 5114400 h 6858000"/>
              <a:gd name="connsiteX462" fmla="*/ 3937433 w 7467600"/>
              <a:gd name="connsiteY462" fmla="*/ 4830473 h 6858000"/>
              <a:gd name="connsiteX463" fmla="*/ 3590475 w 7467600"/>
              <a:gd name="connsiteY463" fmla="*/ 4597974 h 6858000"/>
              <a:gd name="connsiteX464" fmla="*/ 3100264 w 7467600"/>
              <a:gd name="connsiteY464" fmla="*/ 4579845 h 6858000"/>
              <a:gd name="connsiteX465" fmla="*/ 2183576 w 7467600"/>
              <a:gd name="connsiteY465" fmla="*/ 4227150 h 6858000"/>
              <a:gd name="connsiteX466" fmla="*/ 2151029 w 7467600"/>
              <a:gd name="connsiteY466" fmla="*/ 4146947 h 6858000"/>
              <a:gd name="connsiteX467" fmla="*/ 3563434 w 7467600"/>
              <a:gd name="connsiteY467" fmla="*/ 4469115 h 6858000"/>
              <a:gd name="connsiteX468" fmla="*/ 3177952 w 7467600"/>
              <a:gd name="connsiteY468" fmla="*/ 3657386 h 6858000"/>
              <a:gd name="connsiteX469" fmla="*/ 3189263 w 7467600"/>
              <a:gd name="connsiteY469" fmla="*/ 3625726 h 6858000"/>
              <a:gd name="connsiteX470" fmla="*/ 3560912 w 7467600"/>
              <a:gd name="connsiteY470" fmla="*/ 4079863 h 6858000"/>
              <a:gd name="connsiteX471" fmla="*/ 3626636 w 7467600"/>
              <a:gd name="connsiteY471" fmla="*/ 4512230 h 6858000"/>
              <a:gd name="connsiteX472" fmla="*/ 3653088 w 7467600"/>
              <a:gd name="connsiteY472" fmla="*/ 4521417 h 6858000"/>
              <a:gd name="connsiteX473" fmla="*/ 3988128 w 7467600"/>
              <a:gd name="connsiteY473" fmla="*/ 4817267 h 6858000"/>
              <a:gd name="connsiteX474" fmla="*/ 4830582 w 7467600"/>
              <a:gd name="connsiteY474" fmla="*/ 4676000 h 6858000"/>
              <a:gd name="connsiteX475" fmla="*/ 4830100 w 7467600"/>
              <a:gd name="connsiteY475" fmla="*/ 4675554 h 6858000"/>
              <a:gd name="connsiteX476" fmla="*/ 4036318 w 7467600"/>
              <a:gd name="connsiteY476" fmla="*/ 4147013 h 6858000"/>
              <a:gd name="connsiteX477" fmla="*/ 3432098 w 7467600"/>
              <a:gd name="connsiteY477" fmla="*/ 3537312 h 6858000"/>
              <a:gd name="connsiteX478" fmla="*/ 3446761 w 7467600"/>
              <a:gd name="connsiteY478" fmla="*/ 3461278 h 6858000"/>
              <a:gd name="connsiteX479" fmla="*/ 4419733 w 7467600"/>
              <a:gd name="connsiteY479" fmla="*/ 3963555 h 6858000"/>
              <a:gd name="connsiteX480" fmla="*/ 4781371 w 7467600"/>
              <a:gd name="connsiteY480" fmla="*/ 4458604 h 6858000"/>
              <a:gd name="connsiteX481" fmla="*/ 4780440 w 7467600"/>
              <a:gd name="connsiteY481" fmla="*/ 4470290 h 6858000"/>
              <a:gd name="connsiteX482" fmla="*/ 4898954 w 7467600"/>
              <a:gd name="connsiteY482" fmla="*/ 4662092 h 6858000"/>
              <a:gd name="connsiteX483" fmla="*/ 4900699 w 7467600"/>
              <a:gd name="connsiteY483" fmla="*/ 4670867 h 6858000"/>
              <a:gd name="connsiteX484" fmla="*/ 5714511 w 7467600"/>
              <a:gd name="connsiteY484" fmla="*/ 4663483 h 6858000"/>
              <a:gd name="connsiteX485" fmla="*/ 5464793 w 7467600"/>
              <a:gd name="connsiteY485" fmla="*/ 4393556 h 6858000"/>
              <a:gd name="connsiteX486" fmla="*/ 5461897 w 7467600"/>
              <a:gd name="connsiteY486" fmla="*/ 4390879 h 6858000"/>
              <a:gd name="connsiteX487" fmla="*/ 4294126 w 7467600"/>
              <a:gd name="connsiteY487" fmla="*/ 3303048 h 6858000"/>
              <a:gd name="connsiteX488" fmla="*/ 4305321 w 7467600"/>
              <a:gd name="connsiteY488" fmla="*/ 3256953 h 6858000"/>
              <a:gd name="connsiteX489" fmla="*/ 4949299 w 7467600"/>
              <a:gd name="connsiteY489" fmla="*/ 3766336 h 6858000"/>
              <a:gd name="connsiteX490" fmla="*/ 5291452 w 7467600"/>
              <a:gd name="connsiteY490" fmla="*/ 4076801 h 6858000"/>
              <a:gd name="connsiteX491" fmla="*/ 5434998 w 7467600"/>
              <a:gd name="connsiteY491" fmla="*/ 4254100 h 6858000"/>
              <a:gd name="connsiteX492" fmla="*/ 5351015 w 7467600"/>
              <a:gd name="connsiteY492" fmla="*/ 3760989 h 6858000"/>
              <a:gd name="connsiteX493" fmla="*/ 5413780 w 7467600"/>
              <a:gd name="connsiteY493" fmla="*/ 2966265 h 6858000"/>
              <a:gd name="connsiteX494" fmla="*/ 5425627 w 7467600"/>
              <a:gd name="connsiteY494" fmla="*/ 2954192 h 6858000"/>
              <a:gd name="connsiteX495" fmla="*/ 6604735 w 7467600"/>
              <a:gd name="connsiteY495" fmla="*/ 2041381 h 6858000"/>
              <a:gd name="connsiteX496" fmla="*/ 7204487 w 7467600"/>
              <a:gd name="connsiteY496" fmla="*/ 2742112 h 6858000"/>
              <a:gd name="connsiteX497" fmla="*/ 7131592 w 7467600"/>
              <a:gd name="connsiteY497" fmla="*/ 2672096 h 6858000"/>
              <a:gd name="connsiteX498" fmla="*/ 6996344 w 7467600"/>
              <a:gd name="connsiteY498" fmla="*/ 2518310 h 6858000"/>
              <a:gd name="connsiteX499" fmla="*/ 6735495 w 7467600"/>
              <a:gd name="connsiteY499" fmla="*/ 2196890 h 6858000"/>
              <a:gd name="connsiteX500" fmla="*/ 6721901 w 7467600"/>
              <a:gd name="connsiteY500" fmla="*/ 2179274 h 6858000"/>
              <a:gd name="connsiteX501" fmla="*/ 6604735 w 7467600"/>
              <a:gd name="connsiteY501" fmla="*/ 2041381 h 6858000"/>
              <a:gd name="connsiteX502" fmla="*/ 6591670 w 7467600"/>
              <a:gd name="connsiteY502" fmla="*/ 1988277 h 6858000"/>
              <a:gd name="connsiteX503" fmla="*/ 6747349 w 7467600"/>
              <a:gd name="connsiteY503" fmla="*/ 2160069 h 6858000"/>
              <a:gd name="connsiteX504" fmla="*/ 6760943 w 7467600"/>
              <a:gd name="connsiteY504" fmla="*/ 2177686 h 6858000"/>
              <a:gd name="connsiteX505" fmla="*/ 7021065 w 7467600"/>
              <a:gd name="connsiteY505" fmla="*/ 2498102 h 6858000"/>
              <a:gd name="connsiteX506" fmla="*/ 7155223 w 7467600"/>
              <a:gd name="connsiteY506" fmla="*/ 2650386 h 6858000"/>
              <a:gd name="connsiteX507" fmla="*/ 7203167 w 7467600"/>
              <a:gd name="connsiteY507" fmla="*/ 2697288 h 6858000"/>
              <a:gd name="connsiteX508" fmla="*/ 6937703 w 7467600"/>
              <a:gd name="connsiteY508" fmla="*/ 2321981 h 6858000"/>
              <a:gd name="connsiteX509" fmla="*/ 6591670 w 7467600"/>
              <a:gd name="connsiteY509" fmla="*/ 1988277 h 6858000"/>
              <a:gd name="connsiteX510" fmla="*/ 5798671 w 7467600"/>
              <a:gd name="connsiteY510" fmla="*/ 1981601 h 6858000"/>
              <a:gd name="connsiteX511" fmla="*/ 5754709 w 7467600"/>
              <a:gd name="connsiteY511" fmla="*/ 2071454 h 6858000"/>
              <a:gd name="connsiteX512" fmla="*/ 5763044 w 7467600"/>
              <a:gd name="connsiteY512" fmla="*/ 2842206 h 6858000"/>
              <a:gd name="connsiteX513" fmla="*/ 5764974 w 7467600"/>
              <a:gd name="connsiteY513" fmla="*/ 2799609 h 6858000"/>
              <a:gd name="connsiteX514" fmla="*/ 5767665 w 7467600"/>
              <a:gd name="connsiteY514" fmla="*/ 2666409 h 6858000"/>
              <a:gd name="connsiteX515" fmla="*/ 5763055 w 7467600"/>
              <a:gd name="connsiteY515" fmla="*/ 2579705 h 6858000"/>
              <a:gd name="connsiteX516" fmla="*/ 5758079 w 7467600"/>
              <a:gd name="connsiteY516" fmla="*/ 2492508 h 6858000"/>
              <a:gd name="connsiteX517" fmla="*/ 5779325 w 7467600"/>
              <a:gd name="connsiteY517" fmla="*/ 2197069 h 6858000"/>
              <a:gd name="connsiteX518" fmla="*/ 5798671 w 7467600"/>
              <a:gd name="connsiteY518" fmla="*/ 1981601 h 6858000"/>
              <a:gd name="connsiteX519" fmla="*/ 5829202 w 7467600"/>
              <a:gd name="connsiteY519" fmla="*/ 1971679 h 6858000"/>
              <a:gd name="connsiteX520" fmla="*/ 5809558 w 7467600"/>
              <a:gd name="connsiteY520" fmla="*/ 2198043 h 6858000"/>
              <a:gd name="connsiteX521" fmla="*/ 5788653 w 7467600"/>
              <a:gd name="connsiteY521" fmla="*/ 2489430 h 6858000"/>
              <a:gd name="connsiteX522" fmla="*/ 5793439 w 7467600"/>
              <a:gd name="connsiteY522" fmla="*/ 2575235 h 6858000"/>
              <a:gd name="connsiteX523" fmla="*/ 5796837 w 7467600"/>
              <a:gd name="connsiteY523" fmla="*/ 2637633 h 6858000"/>
              <a:gd name="connsiteX524" fmla="*/ 5818614 w 7467600"/>
              <a:gd name="connsiteY524" fmla="*/ 2473055 h 6858000"/>
              <a:gd name="connsiteX525" fmla="*/ 5829202 w 7467600"/>
              <a:gd name="connsiteY525" fmla="*/ 1971679 h 6858000"/>
              <a:gd name="connsiteX526" fmla="*/ 5911389 w 7467600"/>
              <a:gd name="connsiteY526" fmla="*/ 1898371 h 6858000"/>
              <a:gd name="connsiteX527" fmla="*/ 6237627 w 7467600"/>
              <a:gd name="connsiteY527" fmla="*/ 2231921 h 6858000"/>
              <a:gd name="connsiteX528" fmla="*/ 5911389 w 7467600"/>
              <a:gd name="connsiteY528" fmla="*/ 1898371 h 6858000"/>
              <a:gd name="connsiteX529" fmla="*/ 6944437 w 7467600"/>
              <a:gd name="connsiteY529" fmla="*/ 1575402 h 6858000"/>
              <a:gd name="connsiteX530" fmla="*/ 6304730 w 7467600"/>
              <a:gd name="connsiteY530" fmla="*/ 1766654 h 6858000"/>
              <a:gd name="connsiteX531" fmla="*/ 6944437 w 7467600"/>
              <a:gd name="connsiteY531" fmla="*/ 1575402 h 6858000"/>
              <a:gd name="connsiteX532" fmla="*/ 7019523 w 7467600"/>
              <a:gd name="connsiteY532" fmla="*/ 1519450 h 6858000"/>
              <a:gd name="connsiteX533" fmla="*/ 6298091 w 7467600"/>
              <a:gd name="connsiteY533" fmla="*/ 1737122 h 6858000"/>
              <a:gd name="connsiteX534" fmla="*/ 7019523 w 7467600"/>
              <a:gd name="connsiteY534" fmla="*/ 1519450 h 6858000"/>
              <a:gd name="connsiteX535" fmla="*/ 2399523 w 7467600"/>
              <a:gd name="connsiteY535" fmla="*/ 1428234 h 6858000"/>
              <a:gd name="connsiteX536" fmla="*/ 2224982 w 7467600"/>
              <a:gd name="connsiteY536" fmla="*/ 1826201 h 6858000"/>
              <a:gd name="connsiteX537" fmla="*/ 2096099 w 7467600"/>
              <a:gd name="connsiteY537" fmla="*/ 2345900 h 6858000"/>
              <a:gd name="connsiteX538" fmla="*/ 2283317 w 7467600"/>
              <a:gd name="connsiteY538" fmla="*/ 1796925 h 6858000"/>
              <a:gd name="connsiteX539" fmla="*/ 2399523 w 7467600"/>
              <a:gd name="connsiteY539" fmla="*/ 1428234 h 6858000"/>
              <a:gd name="connsiteX540" fmla="*/ 2448558 w 7467600"/>
              <a:gd name="connsiteY540" fmla="*/ 1373435 h 6858000"/>
              <a:gd name="connsiteX541" fmla="*/ 2312521 w 7467600"/>
              <a:gd name="connsiteY541" fmla="*/ 1806140 h 6858000"/>
              <a:gd name="connsiteX542" fmla="*/ 2127533 w 7467600"/>
              <a:gd name="connsiteY542" fmla="*/ 2348380 h 6858000"/>
              <a:gd name="connsiteX543" fmla="*/ 2358080 w 7467600"/>
              <a:gd name="connsiteY543" fmla="*/ 1866134 h 6858000"/>
              <a:gd name="connsiteX544" fmla="*/ 2407436 w 7467600"/>
              <a:gd name="connsiteY544" fmla="*/ 1651070 h 6858000"/>
              <a:gd name="connsiteX545" fmla="*/ 2448558 w 7467600"/>
              <a:gd name="connsiteY545" fmla="*/ 1373435 h 6858000"/>
              <a:gd name="connsiteX546" fmla="*/ 278707 w 7467600"/>
              <a:gd name="connsiteY546" fmla="*/ 1352270 h 6858000"/>
              <a:gd name="connsiteX547" fmla="*/ 321570 w 7467600"/>
              <a:gd name="connsiteY547" fmla="*/ 1861610 h 6858000"/>
              <a:gd name="connsiteX548" fmla="*/ 294281 w 7467600"/>
              <a:gd name="connsiteY548" fmla="*/ 1440658 h 6858000"/>
              <a:gd name="connsiteX549" fmla="*/ 278707 w 7467600"/>
              <a:gd name="connsiteY549" fmla="*/ 1352270 h 6858000"/>
              <a:gd name="connsiteX550" fmla="*/ 1423821 w 7467600"/>
              <a:gd name="connsiteY550" fmla="*/ 1351958 h 6858000"/>
              <a:gd name="connsiteX551" fmla="*/ 1638521 w 7467600"/>
              <a:gd name="connsiteY551" fmla="*/ 1908470 h 6858000"/>
              <a:gd name="connsiteX552" fmla="*/ 1754199 w 7467600"/>
              <a:gd name="connsiteY552" fmla="*/ 2149284 h 6858000"/>
              <a:gd name="connsiteX553" fmla="*/ 1908359 w 7467600"/>
              <a:gd name="connsiteY553" fmla="*/ 2364988 h 6858000"/>
              <a:gd name="connsiteX554" fmla="*/ 1647661 w 7467600"/>
              <a:gd name="connsiteY554" fmla="*/ 1825945 h 6858000"/>
              <a:gd name="connsiteX555" fmla="*/ 1423821 w 7467600"/>
              <a:gd name="connsiteY555" fmla="*/ 1351958 h 6858000"/>
              <a:gd name="connsiteX556" fmla="*/ 1431890 w 7467600"/>
              <a:gd name="connsiteY556" fmla="*/ 1306475 h 6858000"/>
              <a:gd name="connsiteX557" fmla="*/ 1507597 w 7467600"/>
              <a:gd name="connsiteY557" fmla="*/ 1446132 h 6858000"/>
              <a:gd name="connsiteX558" fmla="*/ 1674586 w 7467600"/>
              <a:gd name="connsiteY558" fmla="*/ 1813832 h 6858000"/>
              <a:gd name="connsiteX559" fmla="*/ 1815950 w 7467600"/>
              <a:gd name="connsiteY559" fmla="*/ 2128564 h 6858000"/>
              <a:gd name="connsiteX560" fmla="*/ 1984242 w 7467600"/>
              <a:gd name="connsiteY560" fmla="*/ 2430829 h 6858000"/>
              <a:gd name="connsiteX561" fmla="*/ 2014023 w 7467600"/>
              <a:gd name="connsiteY561" fmla="*/ 2450995 h 6858000"/>
              <a:gd name="connsiteX562" fmla="*/ 1747337 w 7467600"/>
              <a:gd name="connsiteY562" fmla="*/ 1855264 h 6858000"/>
              <a:gd name="connsiteX563" fmla="*/ 1533749 w 7467600"/>
              <a:gd name="connsiteY563" fmla="*/ 1478656 h 6858000"/>
              <a:gd name="connsiteX564" fmla="*/ 1431890 w 7467600"/>
              <a:gd name="connsiteY564" fmla="*/ 1306475 h 6858000"/>
              <a:gd name="connsiteX565" fmla="*/ 5052692 w 7467600"/>
              <a:gd name="connsiteY565" fmla="*/ 1292994 h 6858000"/>
              <a:gd name="connsiteX566" fmla="*/ 5200661 w 7467600"/>
              <a:gd name="connsiteY566" fmla="*/ 1635186 h 6858000"/>
              <a:gd name="connsiteX567" fmla="*/ 5297138 w 7467600"/>
              <a:gd name="connsiteY567" fmla="*/ 1906351 h 6858000"/>
              <a:gd name="connsiteX568" fmla="*/ 5052692 w 7467600"/>
              <a:gd name="connsiteY568" fmla="*/ 1292994 h 6858000"/>
              <a:gd name="connsiteX569" fmla="*/ 5009948 w 7467600"/>
              <a:gd name="connsiteY569" fmla="*/ 1273619 h 6858000"/>
              <a:gd name="connsiteX570" fmla="*/ 5121777 w 7467600"/>
              <a:gd name="connsiteY570" fmla="*/ 1654213 h 6858000"/>
              <a:gd name="connsiteX571" fmla="*/ 5293545 w 7467600"/>
              <a:gd name="connsiteY571" fmla="*/ 2072247 h 6858000"/>
              <a:gd name="connsiteX572" fmla="*/ 5294042 w 7467600"/>
              <a:gd name="connsiteY572" fmla="*/ 2065019 h 6858000"/>
              <a:gd name="connsiteX573" fmla="*/ 5171936 w 7467600"/>
              <a:gd name="connsiteY573" fmla="*/ 1647613 h 6858000"/>
              <a:gd name="connsiteX574" fmla="*/ 5009948 w 7467600"/>
              <a:gd name="connsiteY574" fmla="*/ 1273619 h 6858000"/>
              <a:gd name="connsiteX575" fmla="*/ 655236 w 7467600"/>
              <a:gd name="connsiteY575" fmla="*/ 1268632 h 6858000"/>
              <a:gd name="connsiteX576" fmla="*/ 839521 w 7467600"/>
              <a:gd name="connsiteY576" fmla="*/ 1685315 h 6858000"/>
              <a:gd name="connsiteX577" fmla="*/ 1109416 w 7467600"/>
              <a:gd name="connsiteY577" fmla="*/ 2061663 h 6858000"/>
              <a:gd name="connsiteX578" fmla="*/ 1298300 w 7467600"/>
              <a:gd name="connsiteY578" fmla="*/ 2247742 h 6858000"/>
              <a:gd name="connsiteX579" fmla="*/ 1125871 w 7467600"/>
              <a:gd name="connsiteY579" fmla="*/ 1989513 h 6858000"/>
              <a:gd name="connsiteX580" fmla="*/ 981574 w 7467600"/>
              <a:gd name="connsiteY580" fmla="*/ 1783157 h 6858000"/>
              <a:gd name="connsiteX581" fmla="*/ 922198 w 7467600"/>
              <a:gd name="connsiteY581" fmla="*/ 1677437 h 6858000"/>
              <a:gd name="connsiteX582" fmla="*/ 869293 w 7467600"/>
              <a:gd name="connsiteY582" fmla="*/ 1583214 h 6858000"/>
              <a:gd name="connsiteX583" fmla="*/ 751431 w 7467600"/>
              <a:gd name="connsiteY583" fmla="*/ 1405731 h 6858000"/>
              <a:gd name="connsiteX584" fmla="*/ 655236 w 7467600"/>
              <a:gd name="connsiteY584" fmla="*/ 1268632 h 6858000"/>
              <a:gd name="connsiteX585" fmla="*/ 6516292 w 7467600"/>
              <a:gd name="connsiteY585" fmla="*/ 1263064 h 6858000"/>
              <a:gd name="connsiteX586" fmla="*/ 5736320 w 7467600"/>
              <a:gd name="connsiteY586" fmla="*/ 1501803 h 6858000"/>
              <a:gd name="connsiteX587" fmla="*/ 6516292 w 7467600"/>
              <a:gd name="connsiteY587" fmla="*/ 1263064 h 6858000"/>
              <a:gd name="connsiteX588" fmla="*/ 291466 w 7467600"/>
              <a:gd name="connsiteY588" fmla="*/ 1250369 h 6858000"/>
              <a:gd name="connsiteX589" fmla="*/ 323180 w 7467600"/>
              <a:gd name="connsiteY589" fmla="*/ 1435283 h 6858000"/>
              <a:gd name="connsiteX590" fmla="*/ 349381 w 7467600"/>
              <a:gd name="connsiteY590" fmla="*/ 1875041 h 6858000"/>
              <a:gd name="connsiteX591" fmla="*/ 374363 w 7467600"/>
              <a:gd name="connsiteY591" fmla="*/ 1506494 h 6858000"/>
              <a:gd name="connsiteX592" fmla="*/ 302168 w 7467600"/>
              <a:gd name="connsiteY592" fmla="*/ 1274495 h 6858000"/>
              <a:gd name="connsiteX593" fmla="*/ 291466 w 7467600"/>
              <a:gd name="connsiteY593" fmla="*/ 1250369 h 6858000"/>
              <a:gd name="connsiteX594" fmla="*/ 678222 w 7467600"/>
              <a:gd name="connsiteY594" fmla="*/ 1248670 h 6858000"/>
              <a:gd name="connsiteX595" fmla="*/ 775536 w 7467600"/>
              <a:gd name="connsiteY595" fmla="*/ 1388015 h 6858000"/>
              <a:gd name="connsiteX596" fmla="*/ 894529 w 7467600"/>
              <a:gd name="connsiteY596" fmla="*/ 1567739 h 6858000"/>
              <a:gd name="connsiteX597" fmla="*/ 948000 w 7467600"/>
              <a:gd name="connsiteY597" fmla="*/ 1663088 h 6858000"/>
              <a:gd name="connsiteX598" fmla="*/ 1006812 w 7467600"/>
              <a:gd name="connsiteY598" fmla="*/ 1767683 h 6858000"/>
              <a:gd name="connsiteX599" fmla="*/ 1149133 w 7467600"/>
              <a:gd name="connsiteY599" fmla="*/ 1971513 h 6858000"/>
              <a:gd name="connsiteX600" fmla="*/ 1333952 w 7467600"/>
              <a:gd name="connsiteY600" fmla="*/ 2251620 h 6858000"/>
              <a:gd name="connsiteX601" fmla="*/ 1337329 w 7467600"/>
              <a:gd name="connsiteY601" fmla="*/ 2258350 h 6858000"/>
              <a:gd name="connsiteX602" fmla="*/ 1014726 w 7467600"/>
              <a:gd name="connsiteY602" fmla="*/ 1615556 h 6858000"/>
              <a:gd name="connsiteX603" fmla="*/ 678222 w 7467600"/>
              <a:gd name="connsiteY603" fmla="*/ 1248670 h 6858000"/>
              <a:gd name="connsiteX604" fmla="*/ 6691602 w 7467600"/>
              <a:gd name="connsiteY604" fmla="*/ 1140573 h 6858000"/>
              <a:gd name="connsiteX605" fmla="*/ 6571100 w 7467600"/>
              <a:gd name="connsiteY605" fmla="*/ 1183662 h 6858000"/>
              <a:gd name="connsiteX606" fmla="*/ 6241687 w 7467600"/>
              <a:gd name="connsiteY606" fmla="*/ 1257600 h 6858000"/>
              <a:gd name="connsiteX607" fmla="*/ 5693009 w 7467600"/>
              <a:gd name="connsiteY607" fmla="*/ 1478256 h 6858000"/>
              <a:gd name="connsiteX608" fmla="*/ 6548420 w 7467600"/>
              <a:gd name="connsiteY608" fmla="*/ 1214599 h 6858000"/>
              <a:gd name="connsiteX609" fmla="*/ 6605473 w 7467600"/>
              <a:gd name="connsiteY609" fmla="*/ 1184686 h 6858000"/>
              <a:gd name="connsiteX610" fmla="*/ 6691602 w 7467600"/>
              <a:gd name="connsiteY610" fmla="*/ 1140573 h 6858000"/>
              <a:gd name="connsiteX611" fmla="*/ 4002475 w 7467600"/>
              <a:gd name="connsiteY611" fmla="*/ 1037802 h 6858000"/>
              <a:gd name="connsiteX612" fmla="*/ 4000324 w 7467600"/>
              <a:gd name="connsiteY612" fmla="*/ 1039362 h 6858000"/>
              <a:gd name="connsiteX613" fmla="*/ 4002862 w 7467600"/>
              <a:gd name="connsiteY613" fmla="*/ 1042866 h 6858000"/>
              <a:gd name="connsiteX614" fmla="*/ 4002475 w 7467600"/>
              <a:gd name="connsiteY614" fmla="*/ 1037802 h 6858000"/>
              <a:gd name="connsiteX615" fmla="*/ 506322 w 7467600"/>
              <a:gd name="connsiteY615" fmla="*/ 1020997 h 6858000"/>
              <a:gd name="connsiteX616" fmla="*/ 533068 w 7467600"/>
              <a:gd name="connsiteY616" fmla="*/ 1029409 h 6858000"/>
              <a:gd name="connsiteX617" fmla="*/ 1232525 w 7467600"/>
              <a:gd name="connsiteY617" fmla="*/ 1804675 h 6858000"/>
              <a:gd name="connsiteX618" fmla="*/ 1388858 w 7467600"/>
              <a:gd name="connsiteY618" fmla="*/ 2368011 h 6858000"/>
              <a:gd name="connsiteX619" fmla="*/ 1384098 w 7467600"/>
              <a:gd name="connsiteY619" fmla="*/ 2378125 h 6858000"/>
              <a:gd name="connsiteX620" fmla="*/ 1425393 w 7467600"/>
              <a:gd name="connsiteY620" fmla="*/ 2589124 h 6858000"/>
              <a:gd name="connsiteX621" fmla="*/ 1424001 w 7467600"/>
              <a:gd name="connsiteY621" fmla="*/ 2597541 h 6858000"/>
              <a:gd name="connsiteX622" fmla="*/ 2152729 w 7467600"/>
              <a:gd name="connsiteY622" fmla="*/ 2864487 h 6858000"/>
              <a:gd name="connsiteX623" fmla="*/ 2020609 w 7467600"/>
              <a:gd name="connsiteY623" fmla="*/ 2539671 h 6858000"/>
              <a:gd name="connsiteX624" fmla="*/ 2018920 w 7467600"/>
              <a:gd name="connsiteY624" fmla="*/ 2536309 h 6858000"/>
              <a:gd name="connsiteX625" fmla="*/ 1342441 w 7467600"/>
              <a:gd name="connsiteY625" fmla="*/ 1173017 h 6858000"/>
              <a:gd name="connsiteX626" fmla="*/ 1367925 w 7467600"/>
              <a:gd name="connsiteY626" fmla="*/ 1135648 h 6858000"/>
              <a:gd name="connsiteX627" fmla="*/ 1771401 w 7467600"/>
              <a:gd name="connsiteY627" fmla="*/ 1806673 h 6858000"/>
              <a:gd name="connsiteX628" fmla="*/ 1972385 w 7467600"/>
              <a:gd name="connsiteY628" fmla="*/ 2198735 h 6858000"/>
              <a:gd name="connsiteX629" fmla="*/ 2040892 w 7467600"/>
              <a:gd name="connsiteY629" fmla="*/ 2405205 h 6858000"/>
              <a:gd name="connsiteX630" fmla="*/ 2131689 w 7467600"/>
              <a:gd name="connsiteY630" fmla="*/ 1936926 h 6858000"/>
              <a:gd name="connsiteX631" fmla="*/ 2454820 w 7467600"/>
              <a:gd name="connsiteY631" fmla="*/ 1248808 h 6858000"/>
              <a:gd name="connsiteX632" fmla="*/ 2492512 w 7467600"/>
              <a:gd name="connsiteY632" fmla="*/ 1302920 h 6858000"/>
              <a:gd name="connsiteX633" fmla="*/ 2081216 w 7467600"/>
              <a:gd name="connsiteY633" fmla="*/ 2527513 h 6858000"/>
              <a:gd name="connsiteX634" fmla="*/ 2081211 w 7467600"/>
              <a:gd name="connsiteY634" fmla="*/ 2528916 h 6858000"/>
              <a:gd name="connsiteX635" fmla="*/ 2199067 w 7467600"/>
              <a:gd name="connsiteY635" fmla="*/ 2884061 h 6858000"/>
              <a:gd name="connsiteX636" fmla="*/ 3192586 w 7467600"/>
              <a:gd name="connsiteY636" fmla="*/ 3411496 h 6858000"/>
              <a:gd name="connsiteX637" fmla="*/ 3182620 w 7467600"/>
              <a:gd name="connsiteY637" fmla="*/ 3483279 h 6858000"/>
              <a:gd name="connsiteX638" fmla="*/ 2435119 w 7467600"/>
              <a:gd name="connsiteY638" fmla="*/ 3080173 h 6858000"/>
              <a:gd name="connsiteX639" fmla="*/ 2410152 w 7467600"/>
              <a:gd name="connsiteY639" fmla="*/ 3063751 h 6858000"/>
              <a:gd name="connsiteX640" fmla="*/ 2408099 w 7467600"/>
              <a:gd name="connsiteY640" fmla="*/ 3064403 h 6858000"/>
              <a:gd name="connsiteX641" fmla="*/ 2407218 w 7467600"/>
              <a:gd name="connsiteY641" fmla="*/ 3070324 h 6858000"/>
              <a:gd name="connsiteX642" fmla="*/ 2380138 w 7467600"/>
              <a:gd name="connsiteY642" fmla="*/ 3099341 h 6858000"/>
              <a:gd name="connsiteX643" fmla="*/ 1765923 w 7467600"/>
              <a:gd name="connsiteY643" fmla="*/ 3581043 h 6858000"/>
              <a:gd name="connsiteX644" fmla="*/ 1702258 w 7467600"/>
              <a:gd name="connsiteY644" fmla="*/ 3612286 h 6858000"/>
              <a:gd name="connsiteX645" fmla="*/ 1538370 w 7467600"/>
              <a:gd name="connsiteY645" fmla="*/ 3811804 h 6858000"/>
              <a:gd name="connsiteX646" fmla="*/ 542867 w 7467600"/>
              <a:gd name="connsiteY646" fmla="*/ 4944092 h 6858000"/>
              <a:gd name="connsiteX647" fmla="*/ 515800 w 7467600"/>
              <a:gd name="connsiteY647" fmla="*/ 4862180 h 6858000"/>
              <a:gd name="connsiteX648" fmla="*/ 909145 w 7467600"/>
              <a:gd name="connsiteY648" fmla="*/ 4199225 h 6858000"/>
              <a:gd name="connsiteX649" fmla="*/ 1214067 w 7467600"/>
              <a:gd name="connsiteY649" fmla="*/ 3908561 h 6858000"/>
              <a:gd name="connsiteX650" fmla="*/ 640967 w 7467600"/>
              <a:gd name="connsiteY650" fmla="*/ 4105601 h 6858000"/>
              <a:gd name="connsiteX651" fmla="*/ 112563 w 7467600"/>
              <a:gd name="connsiteY651" fmla="*/ 4396952 h 6858000"/>
              <a:gd name="connsiteX652" fmla="*/ 0 w 7467600"/>
              <a:gd name="connsiteY652" fmla="*/ 4466006 h 6858000"/>
              <a:gd name="connsiteX653" fmla="*/ 0 w 7467600"/>
              <a:gd name="connsiteY653" fmla="*/ 4233763 h 6858000"/>
              <a:gd name="connsiteX654" fmla="*/ 36881 w 7467600"/>
              <a:gd name="connsiteY654" fmla="*/ 4200118 h 6858000"/>
              <a:gd name="connsiteX655" fmla="*/ 910534 w 7467600"/>
              <a:gd name="connsiteY655" fmla="*/ 3629753 h 6858000"/>
              <a:gd name="connsiteX656" fmla="*/ 1578717 w 7467600"/>
              <a:gd name="connsiteY656" fmla="*/ 3575982 h 6858000"/>
              <a:gd name="connsiteX657" fmla="*/ 2338780 w 7467600"/>
              <a:gd name="connsiteY657" fmla="*/ 3033725 h 6858000"/>
              <a:gd name="connsiteX658" fmla="*/ 1807991 w 7467600"/>
              <a:gd name="connsiteY658" fmla="*/ 2807184 h 6858000"/>
              <a:gd name="connsiteX659" fmla="*/ 1416358 w 7467600"/>
              <a:gd name="connsiteY659" fmla="*/ 3112571 h 6858000"/>
              <a:gd name="connsiteX660" fmla="*/ 939066 w 7467600"/>
              <a:gd name="connsiteY660" fmla="*/ 3378798 h 6858000"/>
              <a:gd name="connsiteX661" fmla="*/ 115099 w 7467600"/>
              <a:gd name="connsiteY661" fmla="*/ 3607650 h 6858000"/>
              <a:gd name="connsiteX662" fmla="*/ 97284 w 7467600"/>
              <a:gd name="connsiteY662" fmla="*/ 3520393 h 6858000"/>
              <a:gd name="connsiteX663" fmla="*/ 922050 w 7467600"/>
              <a:gd name="connsiteY663" fmla="*/ 3074867 h 6858000"/>
              <a:gd name="connsiteX664" fmla="*/ 1405265 w 7467600"/>
              <a:gd name="connsiteY664" fmla="*/ 3016319 h 6858000"/>
              <a:gd name="connsiteX665" fmla="*/ 1407512 w 7467600"/>
              <a:gd name="connsiteY665" fmla="*/ 3018001 h 6858000"/>
              <a:gd name="connsiteX666" fmla="*/ 1726266 w 7467600"/>
              <a:gd name="connsiteY666" fmla="*/ 2777274 h 6858000"/>
              <a:gd name="connsiteX667" fmla="*/ 625390 w 7467600"/>
              <a:gd name="connsiteY667" fmla="*/ 2514541 h 6858000"/>
              <a:gd name="connsiteX668" fmla="*/ 619799 w 7467600"/>
              <a:gd name="connsiteY668" fmla="*/ 2527180 h 6858000"/>
              <a:gd name="connsiteX669" fmla="*/ 310030 w 7467600"/>
              <a:gd name="connsiteY669" fmla="*/ 2771818 h 6858000"/>
              <a:gd name="connsiteX670" fmla="*/ 173877 w 7467600"/>
              <a:gd name="connsiteY670" fmla="*/ 2937056 h 6858000"/>
              <a:gd name="connsiteX671" fmla="*/ 77889 w 7467600"/>
              <a:gd name="connsiteY671" fmla="*/ 3138440 h 6858000"/>
              <a:gd name="connsiteX672" fmla="*/ 0 w 7467600"/>
              <a:gd name="connsiteY672" fmla="*/ 3271395 h 6858000"/>
              <a:gd name="connsiteX673" fmla="*/ 0 w 7467600"/>
              <a:gd name="connsiteY673" fmla="*/ 3153002 h 6858000"/>
              <a:gd name="connsiteX674" fmla="*/ 2386 w 7467600"/>
              <a:gd name="connsiteY674" fmla="*/ 3149203 h 6858000"/>
              <a:gd name="connsiteX675" fmla="*/ 89753 w 7467600"/>
              <a:gd name="connsiteY675" fmla="*/ 2987702 h 6858000"/>
              <a:gd name="connsiteX676" fmla="*/ 76869 w 7467600"/>
              <a:gd name="connsiteY676" fmla="*/ 3005404 h 6858000"/>
              <a:gd name="connsiteX677" fmla="*/ 32049 w 7467600"/>
              <a:gd name="connsiteY677" fmla="*/ 3065814 h 6858000"/>
              <a:gd name="connsiteX678" fmla="*/ 0 w 7467600"/>
              <a:gd name="connsiteY678" fmla="*/ 3108744 h 6858000"/>
              <a:gd name="connsiteX679" fmla="*/ 0 w 7467600"/>
              <a:gd name="connsiteY679" fmla="*/ 3058059 h 6858000"/>
              <a:gd name="connsiteX680" fmla="*/ 7610 w 7467600"/>
              <a:gd name="connsiteY680" fmla="*/ 3047889 h 6858000"/>
              <a:gd name="connsiteX681" fmla="*/ 52419 w 7467600"/>
              <a:gd name="connsiteY681" fmla="*/ 2987479 h 6858000"/>
              <a:gd name="connsiteX682" fmla="*/ 59142 w 7467600"/>
              <a:gd name="connsiteY682" fmla="*/ 2978488 h 6858000"/>
              <a:gd name="connsiteX683" fmla="*/ 0 w 7467600"/>
              <a:gd name="connsiteY683" fmla="*/ 3015334 h 6858000"/>
              <a:gd name="connsiteX684" fmla="*/ 0 w 7467600"/>
              <a:gd name="connsiteY684" fmla="*/ 2914286 h 6858000"/>
              <a:gd name="connsiteX685" fmla="*/ 36383 w 7467600"/>
              <a:gd name="connsiteY685" fmla="*/ 2901128 h 6858000"/>
              <a:gd name="connsiteX686" fmla="*/ 156329 w 7467600"/>
              <a:gd name="connsiteY686" fmla="*/ 2840533 h 6858000"/>
              <a:gd name="connsiteX687" fmla="*/ 358355 w 7467600"/>
              <a:gd name="connsiteY687" fmla="*/ 2620471 h 6858000"/>
              <a:gd name="connsiteX688" fmla="*/ 510577 w 7467600"/>
              <a:gd name="connsiteY688" fmla="*/ 2501244 h 6858000"/>
              <a:gd name="connsiteX689" fmla="*/ 211967 w 7467600"/>
              <a:gd name="connsiteY689" fmla="*/ 2479171 h 6858000"/>
              <a:gd name="connsiteX690" fmla="*/ 0 w 7467600"/>
              <a:gd name="connsiteY690" fmla="*/ 2476398 h 6858000"/>
              <a:gd name="connsiteX691" fmla="*/ 0 w 7467600"/>
              <a:gd name="connsiteY691" fmla="*/ 2389189 h 6858000"/>
              <a:gd name="connsiteX692" fmla="*/ 103062 w 7467600"/>
              <a:gd name="connsiteY692" fmla="*/ 2389518 h 6858000"/>
              <a:gd name="connsiteX693" fmla="*/ 510734 w 7467600"/>
              <a:gd name="connsiteY693" fmla="*/ 2416201 h 6858000"/>
              <a:gd name="connsiteX694" fmla="*/ 279257 w 7467600"/>
              <a:gd name="connsiteY694" fmla="*/ 2092102 h 6858000"/>
              <a:gd name="connsiteX695" fmla="*/ 65265 w 7467600"/>
              <a:gd name="connsiteY695" fmla="*/ 2006049 h 6858000"/>
              <a:gd name="connsiteX696" fmla="*/ 0 w 7467600"/>
              <a:gd name="connsiteY696" fmla="*/ 1982532 h 6858000"/>
              <a:gd name="connsiteX697" fmla="*/ 0 w 7467600"/>
              <a:gd name="connsiteY697" fmla="*/ 1912789 h 6858000"/>
              <a:gd name="connsiteX698" fmla="*/ 97460 w 7467600"/>
              <a:gd name="connsiteY698" fmla="*/ 1953725 h 6858000"/>
              <a:gd name="connsiteX699" fmla="*/ 221272 w 7467600"/>
              <a:gd name="connsiteY699" fmla="*/ 1980766 h 6858000"/>
              <a:gd name="connsiteX700" fmla="*/ 116765 w 7467600"/>
              <a:gd name="connsiteY700" fmla="*/ 1911033 h 6858000"/>
              <a:gd name="connsiteX701" fmla="*/ 16405 w 7467600"/>
              <a:gd name="connsiteY701" fmla="*/ 1803412 h 6858000"/>
              <a:gd name="connsiteX702" fmla="*/ 0 w 7467600"/>
              <a:gd name="connsiteY702" fmla="*/ 1784777 h 6858000"/>
              <a:gd name="connsiteX703" fmla="*/ 0 w 7467600"/>
              <a:gd name="connsiteY703" fmla="*/ 1740082 h 6858000"/>
              <a:gd name="connsiteX704" fmla="*/ 39394 w 7467600"/>
              <a:gd name="connsiteY704" fmla="*/ 1784856 h 6858000"/>
              <a:gd name="connsiteX705" fmla="*/ 135813 w 7467600"/>
              <a:gd name="connsiteY705" fmla="*/ 1888838 h 6858000"/>
              <a:gd name="connsiteX706" fmla="*/ 242575 w 7467600"/>
              <a:gd name="connsiteY706" fmla="*/ 1958841 h 6858000"/>
              <a:gd name="connsiteX707" fmla="*/ 82197 w 7467600"/>
              <a:gd name="connsiteY707" fmla="*/ 1754826 h 6858000"/>
              <a:gd name="connsiteX708" fmla="*/ 0 w 7467600"/>
              <a:gd name="connsiteY708" fmla="*/ 1679650 h 6858000"/>
              <a:gd name="connsiteX709" fmla="*/ 0 w 7467600"/>
              <a:gd name="connsiteY709" fmla="*/ 1602463 h 6858000"/>
              <a:gd name="connsiteX710" fmla="*/ 84689 w 7467600"/>
              <a:gd name="connsiteY710" fmla="*/ 1677442 h 6858000"/>
              <a:gd name="connsiteX711" fmla="*/ 298437 w 7467600"/>
              <a:gd name="connsiteY711" fmla="*/ 1968019 h 6858000"/>
              <a:gd name="connsiteX712" fmla="*/ 227269 w 7467600"/>
              <a:gd name="connsiteY712" fmla="*/ 1114064 h 6858000"/>
              <a:gd name="connsiteX713" fmla="*/ 248003 w 7467600"/>
              <a:gd name="connsiteY713" fmla="*/ 1089613 h 6858000"/>
              <a:gd name="connsiteX714" fmla="*/ 427020 w 7467600"/>
              <a:gd name="connsiteY714" fmla="*/ 1619803 h 6858000"/>
              <a:gd name="connsiteX715" fmla="*/ 340345 w 7467600"/>
              <a:gd name="connsiteY715" fmla="*/ 2027739 h 6858000"/>
              <a:gd name="connsiteX716" fmla="*/ 360865 w 7467600"/>
              <a:gd name="connsiteY716" fmla="*/ 2044827 h 6858000"/>
              <a:gd name="connsiteX717" fmla="*/ 560414 w 7467600"/>
              <a:gd name="connsiteY717" fmla="*/ 2421457 h 6858000"/>
              <a:gd name="connsiteX718" fmla="*/ 1359703 w 7467600"/>
              <a:gd name="connsiteY718" fmla="*/ 2578554 h 6858000"/>
              <a:gd name="connsiteX719" fmla="*/ 1359422 w 7467600"/>
              <a:gd name="connsiteY719" fmla="*/ 2577994 h 6858000"/>
              <a:gd name="connsiteX720" fmla="*/ 828701 w 7467600"/>
              <a:gd name="connsiteY720" fmla="*/ 1839520 h 6858000"/>
              <a:gd name="connsiteX721" fmla="*/ 494427 w 7467600"/>
              <a:gd name="connsiteY721" fmla="*/ 1092333 h 6858000"/>
              <a:gd name="connsiteX722" fmla="*/ 506322 w 7467600"/>
              <a:gd name="connsiteY722" fmla="*/ 1020997 h 6858000"/>
              <a:gd name="connsiteX723" fmla="*/ 4570198 w 7467600"/>
              <a:gd name="connsiteY723" fmla="*/ 978081 h 6858000"/>
              <a:gd name="connsiteX724" fmla="*/ 4523691 w 7467600"/>
              <a:gd name="connsiteY724" fmla="*/ 1127776 h 6858000"/>
              <a:gd name="connsiteX725" fmla="*/ 4509875 w 7467600"/>
              <a:gd name="connsiteY725" fmla="*/ 1167552 h 6858000"/>
              <a:gd name="connsiteX726" fmla="*/ 4478168 w 7467600"/>
              <a:gd name="connsiteY726" fmla="*/ 1260735 h 6858000"/>
              <a:gd name="connsiteX727" fmla="*/ 4409309 w 7467600"/>
              <a:gd name="connsiteY727" fmla="*/ 1666996 h 6858000"/>
              <a:gd name="connsiteX728" fmla="*/ 4370031 w 7467600"/>
              <a:gd name="connsiteY728" fmla="*/ 1955666 h 6858000"/>
              <a:gd name="connsiteX729" fmla="*/ 4570198 w 7467600"/>
              <a:gd name="connsiteY729" fmla="*/ 978081 h 6858000"/>
              <a:gd name="connsiteX730" fmla="*/ 4557898 w 7467600"/>
              <a:gd name="connsiteY730" fmla="*/ 900011 h 6858000"/>
              <a:gd name="connsiteX731" fmla="*/ 4344840 w 7467600"/>
              <a:gd name="connsiteY731" fmla="*/ 1922038 h 6858000"/>
              <a:gd name="connsiteX732" fmla="*/ 4378710 w 7467600"/>
              <a:gd name="connsiteY732" fmla="*/ 1665516 h 6858000"/>
              <a:gd name="connsiteX733" fmla="*/ 4448798 w 7467600"/>
              <a:gd name="connsiteY733" fmla="*/ 1253024 h 6858000"/>
              <a:gd name="connsiteX734" fmla="*/ 4480315 w 7467600"/>
              <a:gd name="connsiteY734" fmla="*/ 1158454 h 6858000"/>
              <a:gd name="connsiteX735" fmla="*/ 4494133 w 7467600"/>
              <a:gd name="connsiteY735" fmla="*/ 1118676 h 6858000"/>
              <a:gd name="connsiteX736" fmla="*/ 4557898 w 7467600"/>
              <a:gd name="connsiteY736" fmla="*/ 900011 h 6858000"/>
              <a:gd name="connsiteX737" fmla="*/ 5870151 w 7467600"/>
              <a:gd name="connsiteY737" fmla="*/ 898890 h 6858000"/>
              <a:gd name="connsiteX738" fmla="*/ 5861335 w 7467600"/>
              <a:gd name="connsiteY738" fmla="*/ 899177 h 6858000"/>
              <a:gd name="connsiteX739" fmla="*/ 5843702 w 7467600"/>
              <a:gd name="connsiteY739" fmla="*/ 899748 h 6858000"/>
              <a:gd name="connsiteX740" fmla="*/ 5651107 w 7467600"/>
              <a:gd name="connsiteY740" fmla="*/ 920306 h 6858000"/>
              <a:gd name="connsiteX741" fmla="*/ 5459407 w 7467600"/>
              <a:gd name="connsiteY741" fmla="*/ 940975 h 6858000"/>
              <a:gd name="connsiteX742" fmla="*/ 5374846 w 7467600"/>
              <a:gd name="connsiteY742" fmla="*/ 941988 h 6858000"/>
              <a:gd name="connsiteX743" fmla="*/ 5256105 w 7467600"/>
              <a:gd name="connsiteY743" fmla="*/ 945632 h 6858000"/>
              <a:gd name="connsiteX744" fmla="*/ 5107071 w 7467600"/>
              <a:gd name="connsiteY744" fmla="*/ 969720 h 6858000"/>
              <a:gd name="connsiteX745" fmla="*/ 4998681 w 7467600"/>
              <a:gd name="connsiteY745" fmla="*/ 988771 h 6858000"/>
              <a:gd name="connsiteX746" fmla="*/ 5870151 w 7467600"/>
              <a:gd name="connsiteY746" fmla="*/ 898890 h 6858000"/>
              <a:gd name="connsiteX747" fmla="*/ 5504425 w 7467600"/>
              <a:gd name="connsiteY747" fmla="*/ 848067 h 6858000"/>
              <a:gd name="connsiteX748" fmla="*/ 4968849 w 7467600"/>
              <a:gd name="connsiteY748" fmla="*/ 962318 h 6858000"/>
              <a:gd name="connsiteX749" fmla="*/ 5104039 w 7467600"/>
              <a:gd name="connsiteY749" fmla="*/ 940634 h 6858000"/>
              <a:gd name="connsiteX750" fmla="*/ 5256311 w 7467600"/>
              <a:gd name="connsiteY750" fmla="*/ 916490 h 6858000"/>
              <a:gd name="connsiteX751" fmla="*/ 5377381 w 7467600"/>
              <a:gd name="connsiteY751" fmla="*/ 912671 h 6858000"/>
              <a:gd name="connsiteX752" fmla="*/ 5460148 w 7467600"/>
              <a:gd name="connsiteY752" fmla="*/ 911442 h 6858000"/>
              <a:gd name="connsiteX753" fmla="*/ 5648971 w 7467600"/>
              <a:gd name="connsiteY753" fmla="*/ 891331 h 6858000"/>
              <a:gd name="connsiteX754" fmla="*/ 5844807 w 7467600"/>
              <a:gd name="connsiteY754" fmla="*/ 870718 h 6858000"/>
              <a:gd name="connsiteX755" fmla="*/ 5862975 w 7467600"/>
              <a:gd name="connsiteY755" fmla="*/ 869756 h 6858000"/>
              <a:gd name="connsiteX756" fmla="*/ 5920887 w 7467600"/>
              <a:gd name="connsiteY756" fmla="*/ 865929 h 6858000"/>
              <a:gd name="connsiteX757" fmla="*/ 5504425 w 7467600"/>
              <a:gd name="connsiteY757" fmla="*/ 848067 h 6858000"/>
              <a:gd name="connsiteX758" fmla="*/ 3607114 w 7467600"/>
              <a:gd name="connsiteY758" fmla="*/ 467441 h 6858000"/>
              <a:gd name="connsiteX759" fmla="*/ 3296242 w 7467600"/>
              <a:gd name="connsiteY759" fmla="*/ 807991 h 6858000"/>
              <a:gd name="connsiteX760" fmla="*/ 3174674 w 7467600"/>
              <a:gd name="connsiteY760" fmla="*/ 919759 h 6858000"/>
              <a:gd name="connsiteX761" fmla="*/ 3042978 w 7467600"/>
              <a:gd name="connsiteY761" fmla="*/ 1054894 h 6858000"/>
              <a:gd name="connsiteX762" fmla="*/ 2968914 w 7467600"/>
              <a:gd name="connsiteY762" fmla="*/ 1133756 h 6858000"/>
              <a:gd name="connsiteX763" fmla="*/ 3103823 w 7467600"/>
              <a:gd name="connsiteY763" fmla="*/ 1026814 h 6858000"/>
              <a:gd name="connsiteX764" fmla="*/ 3607114 w 7467600"/>
              <a:gd name="connsiteY764" fmla="*/ 467441 h 6858000"/>
              <a:gd name="connsiteX765" fmla="*/ 3744487 w 7467600"/>
              <a:gd name="connsiteY765" fmla="*/ 383136 h 6858000"/>
              <a:gd name="connsiteX766" fmla="*/ 3970213 w 7467600"/>
              <a:gd name="connsiteY766" fmla="*/ 995559 h 6858000"/>
              <a:gd name="connsiteX767" fmla="*/ 3744487 w 7467600"/>
              <a:gd name="connsiteY767" fmla="*/ 383136 h 6858000"/>
              <a:gd name="connsiteX768" fmla="*/ 3624562 w 7467600"/>
              <a:gd name="connsiteY768" fmla="*/ 367041 h 6858000"/>
              <a:gd name="connsiteX769" fmla="*/ 3489712 w 7467600"/>
              <a:gd name="connsiteY769" fmla="*/ 485386 h 6858000"/>
              <a:gd name="connsiteX770" fmla="*/ 3182994 w 7467600"/>
              <a:gd name="connsiteY770" fmla="*/ 828265 h 6858000"/>
              <a:gd name="connsiteX771" fmla="*/ 2892114 w 7467600"/>
              <a:gd name="connsiteY771" fmla="*/ 1172635 h 6858000"/>
              <a:gd name="connsiteX772" fmla="*/ 3021459 w 7467600"/>
              <a:gd name="connsiteY772" fmla="*/ 1035385 h 6858000"/>
              <a:gd name="connsiteX773" fmla="*/ 3153873 w 7467600"/>
              <a:gd name="connsiteY773" fmla="*/ 898971 h 6858000"/>
              <a:gd name="connsiteX774" fmla="*/ 3276511 w 7467600"/>
              <a:gd name="connsiteY774" fmla="*/ 786423 h 6858000"/>
              <a:gd name="connsiteX775" fmla="*/ 3584154 w 7467600"/>
              <a:gd name="connsiteY775" fmla="*/ 448218 h 6858000"/>
              <a:gd name="connsiteX776" fmla="*/ 3624562 w 7467600"/>
              <a:gd name="connsiteY776" fmla="*/ 367041 h 6858000"/>
              <a:gd name="connsiteX777" fmla="*/ 3766672 w 7467600"/>
              <a:gd name="connsiteY777" fmla="*/ 359429 h 6858000"/>
              <a:gd name="connsiteX778" fmla="*/ 3996338 w 7467600"/>
              <a:gd name="connsiteY778" fmla="*/ 968237 h 6858000"/>
              <a:gd name="connsiteX779" fmla="*/ 3766672 w 7467600"/>
              <a:gd name="connsiteY779" fmla="*/ 359429 h 6858000"/>
              <a:gd name="connsiteX780" fmla="*/ 5805386 w 7467600"/>
              <a:gd name="connsiteY780" fmla="*/ 239240 h 6858000"/>
              <a:gd name="connsiteX781" fmla="*/ 5736947 w 7467600"/>
              <a:gd name="connsiteY781" fmla="*/ 261367 h 6858000"/>
              <a:gd name="connsiteX782" fmla="*/ 5427012 w 7467600"/>
              <a:gd name="connsiteY782" fmla="*/ 311272 h 6858000"/>
              <a:gd name="connsiteX783" fmla="*/ 5147818 w 7467600"/>
              <a:gd name="connsiteY783" fmla="*/ 322112 h 6858000"/>
              <a:gd name="connsiteX784" fmla="*/ 5060854 w 7467600"/>
              <a:gd name="connsiteY784" fmla="*/ 311882 h 6858000"/>
              <a:gd name="connsiteX785" fmla="*/ 4945989 w 7467600"/>
              <a:gd name="connsiteY785" fmla="*/ 300516 h 6858000"/>
              <a:gd name="connsiteX786" fmla="*/ 5410479 w 7467600"/>
              <a:gd name="connsiteY786" fmla="*/ 348434 h 6858000"/>
              <a:gd name="connsiteX787" fmla="*/ 5805386 w 7467600"/>
              <a:gd name="connsiteY787" fmla="*/ 239240 h 6858000"/>
              <a:gd name="connsiteX788" fmla="*/ 5905192 w 7467600"/>
              <a:gd name="connsiteY788" fmla="*/ 163079 h 6858000"/>
              <a:gd name="connsiteX789" fmla="*/ 5865655 w 7467600"/>
              <a:gd name="connsiteY789" fmla="*/ 171901 h 6858000"/>
              <a:gd name="connsiteX790" fmla="*/ 5259740 w 7467600"/>
              <a:gd name="connsiteY790" fmla="*/ 257013 h 6858000"/>
              <a:gd name="connsiteX791" fmla="*/ 5208466 w 7467600"/>
              <a:gd name="connsiteY791" fmla="*/ 257550 h 6858000"/>
              <a:gd name="connsiteX792" fmla="*/ 4980204 w 7467600"/>
              <a:gd name="connsiteY792" fmla="*/ 271903 h 6858000"/>
              <a:gd name="connsiteX793" fmla="*/ 5068068 w 7467600"/>
              <a:gd name="connsiteY793" fmla="*/ 282244 h 6858000"/>
              <a:gd name="connsiteX794" fmla="*/ 5153231 w 7467600"/>
              <a:gd name="connsiteY794" fmla="*/ 292240 h 6858000"/>
              <a:gd name="connsiteX795" fmla="*/ 5426491 w 7467600"/>
              <a:gd name="connsiteY795" fmla="*/ 281128 h 6858000"/>
              <a:gd name="connsiteX796" fmla="*/ 5731212 w 7467600"/>
              <a:gd name="connsiteY796" fmla="*/ 231951 h 6858000"/>
              <a:gd name="connsiteX797" fmla="*/ 5905192 w 7467600"/>
              <a:gd name="connsiteY797" fmla="*/ 163079 h 6858000"/>
              <a:gd name="connsiteX798" fmla="*/ 5944437 w 7467600"/>
              <a:gd name="connsiteY798" fmla="*/ 113829 h 6858000"/>
              <a:gd name="connsiteX799" fmla="*/ 5825032 w 7467600"/>
              <a:gd name="connsiteY799" fmla="*/ 146405 h 6858000"/>
              <a:gd name="connsiteX800" fmla="*/ 4955599 w 7467600"/>
              <a:gd name="connsiteY800" fmla="*/ 247008 h 6858000"/>
              <a:gd name="connsiteX801" fmla="*/ 5210104 w 7467600"/>
              <a:gd name="connsiteY801" fmla="*/ 228123 h 6858000"/>
              <a:gd name="connsiteX802" fmla="*/ 5261015 w 7467600"/>
              <a:gd name="connsiteY802" fmla="*/ 227087 h 6858000"/>
              <a:gd name="connsiteX803" fmla="*/ 5861181 w 7467600"/>
              <a:gd name="connsiteY803" fmla="*/ 143093 h 6858000"/>
              <a:gd name="connsiteX804" fmla="*/ 5961252 w 7467600"/>
              <a:gd name="connsiteY804" fmla="*/ 114820 h 6858000"/>
              <a:gd name="connsiteX805" fmla="*/ 5944437 w 7467600"/>
              <a:gd name="connsiteY805" fmla="*/ 113829 h 6858000"/>
              <a:gd name="connsiteX806" fmla="*/ 3882765 w 7467600"/>
              <a:gd name="connsiteY806" fmla="*/ 0 h 6858000"/>
              <a:gd name="connsiteX807" fmla="*/ 3995099 w 7467600"/>
              <a:gd name="connsiteY807" fmla="*/ 0 h 6858000"/>
              <a:gd name="connsiteX808" fmla="*/ 4163818 w 7467600"/>
              <a:gd name="connsiteY808" fmla="*/ 234104 h 6858000"/>
              <a:gd name="connsiteX809" fmla="*/ 4172099 w 7467600"/>
              <a:gd name="connsiteY809" fmla="*/ 234207 h 6858000"/>
              <a:gd name="connsiteX810" fmla="*/ 4784282 w 7467600"/>
              <a:gd name="connsiteY810" fmla="*/ 276561 h 6858000"/>
              <a:gd name="connsiteX811" fmla="*/ 4801687 w 7467600"/>
              <a:gd name="connsiteY811" fmla="*/ 267764 h 6858000"/>
              <a:gd name="connsiteX812" fmla="*/ 6082788 w 7467600"/>
              <a:gd name="connsiteY812" fmla="*/ 64119 h 6858000"/>
              <a:gd name="connsiteX813" fmla="*/ 6099442 w 7467600"/>
              <a:gd name="connsiteY813" fmla="*/ 82568 h 6858000"/>
              <a:gd name="connsiteX814" fmla="*/ 4804137 w 7467600"/>
              <a:gd name="connsiteY814" fmla="*/ 320931 h 6858000"/>
              <a:gd name="connsiteX815" fmla="*/ 4227047 w 7467600"/>
              <a:gd name="connsiteY815" fmla="*/ 313415 h 6858000"/>
              <a:gd name="connsiteX816" fmla="*/ 4346041 w 7467600"/>
              <a:gd name="connsiteY816" fmla="*/ 456086 h 6858000"/>
              <a:gd name="connsiteX817" fmla="*/ 4870967 w 7467600"/>
              <a:gd name="connsiteY817" fmla="*/ 963061 h 6858000"/>
              <a:gd name="connsiteX818" fmla="*/ 4889647 w 7467600"/>
              <a:gd name="connsiteY818" fmla="*/ 957147 h 6858000"/>
              <a:gd name="connsiteX819" fmla="*/ 5422504 w 7467600"/>
              <a:gd name="connsiteY819" fmla="*/ 805191 h 6858000"/>
              <a:gd name="connsiteX820" fmla="*/ 6087656 w 7467600"/>
              <a:gd name="connsiteY820" fmla="*/ 826703 h 6858000"/>
              <a:gd name="connsiteX821" fmla="*/ 6058717 w 7467600"/>
              <a:gd name="connsiteY821" fmla="*/ 865992 h 6858000"/>
              <a:gd name="connsiteX822" fmla="*/ 4974153 w 7467600"/>
              <a:gd name="connsiteY822" fmla="*/ 1045456 h 6858000"/>
              <a:gd name="connsiteX823" fmla="*/ 5627835 w 7467600"/>
              <a:gd name="connsiteY823" fmla="*/ 1472077 h 6858000"/>
              <a:gd name="connsiteX824" fmla="*/ 5629817 w 7467600"/>
              <a:gd name="connsiteY824" fmla="*/ 1471412 h 6858000"/>
              <a:gd name="connsiteX825" fmla="*/ 5634124 w 7467600"/>
              <a:gd name="connsiteY825" fmla="*/ 1470572 h 6858000"/>
              <a:gd name="connsiteX826" fmla="*/ 5755832 w 7467600"/>
              <a:gd name="connsiteY826" fmla="*/ 1383886 h 6858000"/>
              <a:gd name="connsiteX827" fmla="*/ 6014186 w 7467600"/>
              <a:gd name="connsiteY827" fmla="*/ 1279799 h 6858000"/>
              <a:gd name="connsiteX828" fmla="*/ 6901619 w 7467600"/>
              <a:gd name="connsiteY828" fmla="*/ 1047874 h 6858000"/>
              <a:gd name="connsiteX829" fmla="*/ 6931566 w 7467600"/>
              <a:gd name="connsiteY829" fmla="*/ 1062034 h 6858000"/>
              <a:gd name="connsiteX830" fmla="*/ 5790982 w 7467600"/>
              <a:gd name="connsiteY830" fmla="*/ 1561380 h 6858000"/>
              <a:gd name="connsiteX831" fmla="*/ 6188971 w 7467600"/>
              <a:gd name="connsiteY831" fmla="*/ 1755168 h 6858000"/>
              <a:gd name="connsiteX832" fmla="*/ 6202446 w 7467600"/>
              <a:gd name="connsiteY832" fmla="*/ 1752268 h 6858000"/>
              <a:gd name="connsiteX833" fmla="*/ 7179560 w 7467600"/>
              <a:gd name="connsiteY833" fmla="*/ 1467551 h 6858000"/>
              <a:gd name="connsiteX834" fmla="*/ 7158730 w 7467600"/>
              <a:gd name="connsiteY834" fmla="*/ 1507835 h 6858000"/>
              <a:gd name="connsiteX835" fmla="*/ 6326959 w 7467600"/>
              <a:gd name="connsiteY835" fmla="*/ 1817686 h 6858000"/>
              <a:gd name="connsiteX836" fmla="*/ 6537433 w 7467600"/>
              <a:gd name="connsiteY836" fmla="*/ 1907790 h 6858000"/>
              <a:gd name="connsiteX837" fmla="*/ 6550221 w 7467600"/>
              <a:gd name="connsiteY837" fmla="*/ 1910729 h 6858000"/>
              <a:gd name="connsiteX838" fmla="*/ 6964438 w 7467600"/>
              <a:gd name="connsiteY838" fmla="*/ 2209505 h 6858000"/>
              <a:gd name="connsiteX839" fmla="*/ 7367862 w 7467600"/>
              <a:gd name="connsiteY839" fmla="*/ 2806833 h 6858000"/>
              <a:gd name="connsiteX840" fmla="*/ 7364329 w 7467600"/>
              <a:gd name="connsiteY840" fmla="*/ 2826907 h 6858000"/>
              <a:gd name="connsiteX841" fmla="*/ 7290545 w 7467600"/>
              <a:gd name="connsiteY841" fmla="*/ 2850663 h 6858000"/>
              <a:gd name="connsiteX842" fmla="*/ 6472036 w 7467600"/>
              <a:gd name="connsiteY842" fmla="*/ 1959003 h 6858000"/>
              <a:gd name="connsiteX843" fmla="*/ 5792897 w 7467600"/>
              <a:gd name="connsiteY843" fmla="*/ 1647747 h 6858000"/>
              <a:gd name="connsiteX844" fmla="*/ 5842751 w 7467600"/>
              <a:gd name="connsiteY844" fmla="*/ 1816112 h 6858000"/>
              <a:gd name="connsiteX845" fmla="*/ 5847424 w 7467600"/>
              <a:gd name="connsiteY845" fmla="*/ 1815776 h 6858000"/>
              <a:gd name="connsiteX846" fmla="*/ 6399821 w 7467600"/>
              <a:gd name="connsiteY846" fmla="*/ 2344799 h 6858000"/>
              <a:gd name="connsiteX847" fmla="*/ 6323232 w 7467600"/>
              <a:gd name="connsiteY847" fmla="*/ 2389634 h 6858000"/>
              <a:gd name="connsiteX848" fmla="*/ 5942958 w 7467600"/>
              <a:gd name="connsiteY848" fmla="*/ 2077708 h 6858000"/>
              <a:gd name="connsiteX849" fmla="*/ 5921559 w 7467600"/>
              <a:gd name="connsiteY849" fmla="*/ 2378596 h 6858000"/>
              <a:gd name="connsiteX850" fmla="*/ 5817651 w 7467600"/>
              <a:gd name="connsiteY850" fmla="*/ 3023919 h 6858000"/>
              <a:gd name="connsiteX851" fmla="*/ 5729634 w 7467600"/>
              <a:gd name="connsiteY851" fmla="*/ 3051849 h 6858000"/>
              <a:gd name="connsiteX852" fmla="*/ 5611018 w 7467600"/>
              <a:gd name="connsiteY852" fmla="*/ 2316769 h 6858000"/>
              <a:gd name="connsiteX853" fmla="*/ 5687608 w 7467600"/>
              <a:gd name="connsiteY853" fmla="*/ 2039972 h 6858000"/>
              <a:gd name="connsiteX854" fmla="*/ 5657554 w 7467600"/>
              <a:gd name="connsiteY854" fmla="*/ 1576445 h 6858000"/>
              <a:gd name="connsiteX855" fmla="*/ 5150475 w 7467600"/>
              <a:gd name="connsiteY855" fmla="*/ 1274012 h 6858000"/>
              <a:gd name="connsiteX856" fmla="*/ 5349142 w 7467600"/>
              <a:gd name="connsiteY856" fmla="*/ 2204405 h 6858000"/>
              <a:gd name="connsiteX857" fmla="*/ 5262214 w 7467600"/>
              <a:gd name="connsiteY857" fmla="*/ 2233836 h 6858000"/>
              <a:gd name="connsiteX858" fmla="*/ 4981539 w 7467600"/>
              <a:gd name="connsiteY858" fmla="*/ 1542201 h 6858000"/>
              <a:gd name="connsiteX859" fmla="*/ 4958461 w 7467600"/>
              <a:gd name="connsiteY859" fmla="*/ 1136957 h 6858000"/>
              <a:gd name="connsiteX860" fmla="*/ 4655015 w 7467600"/>
              <a:gd name="connsiteY860" fmla="*/ 891426 h 6858000"/>
              <a:gd name="connsiteX861" fmla="*/ 4348002 w 7467600"/>
              <a:gd name="connsiteY861" fmla="*/ 2205895 h 6858000"/>
              <a:gd name="connsiteX862" fmla="*/ 4262250 w 7467600"/>
              <a:gd name="connsiteY862" fmla="*/ 2219972 h 6858000"/>
              <a:gd name="connsiteX863" fmla="*/ 4550611 w 7467600"/>
              <a:gd name="connsiteY863" fmla="*/ 817540 h 6858000"/>
              <a:gd name="connsiteX864" fmla="*/ 4564418 w 7467600"/>
              <a:gd name="connsiteY864" fmla="*/ 808293 h 6858000"/>
              <a:gd name="connsiteX865" fmla="*/ 4266388 w 7467600"/>
              <a:gd name="connsiteY865" fmla="*/ 500083 h 6858000"/>
              <a:gd name="connsiteX866" fmla="*/ 4032842 w 7467600"/>
              <a:gd name="connsiteY866" fmla="*/ 211809 h 6858000"/>
              <a:gd name="connsiteX867" fmla="*/ 3882765 w 7467600"/>
              <a:gd name="connsiteY867" fmla="*/ 0 h 6858000"/>
              <a:gd name="connsiteX868" fmla="*/ 3721337 w 7467600"/>
              <a:gd name="connsiteY868" fmla="*/ 0 h 6858000"/>
              <a:gd name="connsiteX869" fmla="*/ 3797544 w 7467600"/>
              <a:gd name="connsiteY869" fmla="*/ 0 h 6858000"/>
              <a:gd name="connsiteX870" fmla="*/ 3775734 w 7467600"/>
              <a:gd name="connsiteY870" fmla="*/ 95131 h 6858000"/>
              <a:gd name="connsiteX871" fmla="*/ 3724807 w 7467600"/>
              <a:gd name="connsiteY871" fmla="*/ 272257 h 6858000"/>
              <a:gd name="connsiteX872" fmla="*/ 3726844 w 7467600"/>
              <a:gd name="connsiteY872" fmla="*/ 282988 h 6858000"/>
              <a:gd name="connsiteX873" fmla="*/ 3742664 w 7467600"/>
              <a:gd name="connsiteY873" fmla="*/ 279918 h 6858000"/>
              <a:gd name="connsiteX874" fmla="*/ 4103910 w 7467600"/>
              <a:gd name="connsiteY874" fmla="*/ 1161917 h 6858000"/>
              <a:gd name="connsiteX875" fmla="*/ 4020269 w 7467600"/>
              <a:gd name="connsiteY875" fmla="*/ 1200406 h 6858000"/>
              <a:gd name="connsiteX876" fmla="*/ 3674882 w 7467600"/>
              <a:gd name="connsiteY876" fmla="*/ 488524 h 6858000"/>
              <a:gd name="connsiteX877" fmla="*/ 3132682 w 7467600"/>
              <a:gd name="connsiteY877" fmla="*/ 1072284 h 6858000"/>
              <a:gd name="connsiteX878" fmla="*/ 2716346 w 7467600"/>
              <a:gd name="connsiteY878" fmla="*/ 1276376 h 6858000"/>
              <a:gd name="connsiteX879" fmla="*/ 2716772 w 7467600"/>
              <a:gd name="connsiteY879" fmla="*/ 1255462 h 6858000"/>
              <a:gd name="connsiteX880" fmla="*/ 3471096 w 7467600"/>
              <a:gd name="connsiteY880" fmla="*/ 437072 h 6858000"/>
              <a:gd name="connsiteX881" fmla="*/ 3639057 w 7467600"/>
              <a:gd name="connsiteY881" fmla="*/ 286334 h 6858000"/>
              <a:gd name="connsiteX882" fmla="*/ 3640309 w 7467600"/>
              <a:gd name="connsiteY882" fmla="*/ 284664 h 6858000"/>
              <a:gd name="connsiteX883" fmla="*/ 3646022 w 7467600"/>
              <a:gd name="connsiteY883" fmla="*/ 276711 h 6858000"/>
              <a:gd name="connsiteX884" fmla="*/ 3707943 w 7467600"/>
              <a:gd name="connsiteY884" fmla="*/ 65958 h 6858000"/>
              <a:gd name="connsiteX885" fmla="*/ 3721337 w 7467600"/>
              <a:gd name="connsiteY885" fmla="*/ 0 h 6858000"/>
              <a:gd name="connsiteX886" fmla="*/ 2867960 w 7467600"/>
              <a:gd name="connsiteY886" fmla="*/ 0 h 6858000"/>
              <a:gd name="connsiteX887" fmla="*/ 2926351 w 7467600"/>
              <a:gd name="connsiteY887" fmla="*/ 0 h 6858000"/>
              <a:gd name="connsiteX888" fmla="*/ 2902823 w 7467600"/>
              <a:gd name="connsiteY888" fmla="*/ 262929 h 6858000"/>
              <a:gd name="connsiteX889" fmla="*/ 2940663 w 7467600"/>
              <a:gd name="connsiteY889" fmla="*/ 140884 h 6858000"/>
              <a:gd name="connsiteX890" fmla="*/ 2947039 w 7467600"/>
              <a:gd name="connsiteY890" fmla="*/ 122524 h 6858000"/>
              <a:gd name="connsiteX891" fmla="*/ 2984316 w 7467600"/>
              <a:gd name="connsiteY891" fmla="*/ 0 h 6858000"/>
              <a:gd name="connsiteX892" fmla="*/ 3016114 w 7467600"/>
              <a:gd name="connsiteY892" fmla="*/ 0 h 6858000"/>
              <a:gd name="connsiteX893" fmla="*/ 2979949 w 7467600"/>
              <a:gd name="connsiteY893" fmla="*/ 119274 h 6858000"/>
              <a:gd name="connsiteX894" fmla="*/ 3023879 w 7467600"/>
              <a:gd name="connsiteY894" fmla="*/ 0 h 6858000"/>
              <a:gd name="connsiteX895" fmla="*/ 3105400 w 7467600"/>
              <a:gd name="connsiteY895" fmla="*/ 0 h 6858000"/>
              <a:gd name="connsiteX896" fmla="*/ 3094669 w 7467600"/>
              <a:gd name="connsiteY896" fmla="*/ 30308 h 6858000"/>
              <a:gd name="connsiteX897" fmla="*/ 2901945 w 7467600"/>
              <a:gd name="connsiteY897" fmla="*/ 466538 h 6858000"/>
              <a:gd name="connsiteX898" fmla="*/ 2815209 w 7467600"/>
              <a:gd name="connsiteY898" fmla="*/ 497361 h 6858000"/>
              <a:gd name="connsiteX899" fmla="*/ 2844845 w 7467600"/>
              <a:gd name="connsiteY899" fmla="*/ 127638 h 6858000"/>
              <a:gd name="connsiteX900" fmla="*/ 2867960 w 7467600"/>
              <a:gd name="connsiteY900" fmla="*/ 0 h 6858000"/>
              <a:gd name="connsiteX901" fmla="*/ 1057230 w 7467600"/>
              <a:gd name="connsiteY901" fmla="*/ 0 h 6858000"/>
              <a:gd name="connsiteX902" fmla="*/ 1111003 w 7467600"/>
              <a:gd name="connsiteY902" fmla="*/ 0 h 6858000"/>
              <a:gd name="connsiteX903" fmla="*/ 1125553 w 7467600"/>
              <a:gd name="connsiteY903" fmla="*/ 52588 h 6858000"/>
              <a:gd name="connsiteX904" fmla="*/ 1304276 w 7467600"/>
              <a:gd name="connsiteY904" fmla="*/ 476275 h 6858000"/>
              <a:gd name="connsiteX905" fmla="*/ 1492066 w 7467600"/>
              <a:gd name="connsiteY905" fmla="*/ 886333 h 6858000"/>
              <a:gd name="connsiteX906" fmla="*/ 1423698 w 7467600"/>
              <a:gd name="connsiteY906" fmla="*/ 710817 h 6858000"/>
              <a:gd name="connsiteX907" fmla="*/ 1357609 w 7467600"/>
              <a:gd name="connsiteY907" fmla="*/ 532892 h 6858000"/>
              <a:gd name="connsiteX908" fmla="*/ 1309550 w 7467600"/>
              <a:gd name="connsiteY908" fmla="*/ 374031 h 6858000"/>
              <a:gd name="connsiteX909" fmla="*/ 1193673 w 7467600"/>
              <a:gd name="connsiteY909" fmla="*/ 49533 h 6858000"/>
              <a:gd name="connsiteX910" fmla="*/ 1164391 w 7467600"/>
              <a:gd name="connsiteY910" fmla="*/ 0 h 6858000"/>
              <a:gd name="connsiteX911" fmla="*/ 1200666 w 7467600"/>
              <a:gd name="connsiteY911" fmla="*/ 0 h 6858000"/>
              <a:gd name="connsiteX912" fmla="*/ 1223408 w 7467600"/>
              <a:gd name="connsiteY912" fmla="*/ 38996 h 6858000"/>
              <a:gd name="connsiteX913" fmla="*/ 1339635 w 7467600"/>
              <a:gd name="connsiteY913" fmla="*/ 365517 h 6858000"/>
              <a:gd name="connsiteX914" fmla="*/ 1387469 w 7467600"/>
              <a:gd name="connsiteY914" fmla="*/ 523079 h 6858000"/>
              <a:gd name="connsiteX915" fmla="*/ 1452685 w 7467600"/>
              <a:gd name="connsiteY915" fmla="*/ 699806 h 6858000"/>
              <a:gd name="connsiteX916" fmla="*/ 1492092 w 7467600"/>
              <a:gd name="connsiteY916" fmla="*/ 800424 h 6858000"/>
              <a:gd name="connsiteX917" fmla="*/ 1455302 w 7467600"/>
              <a:gd name="connsiteY917" fmla="*/ 632913 h 6858000"/>
              <a:gd name="connsiteX918" fmla="*/ 1222336 w 7467600"/>
              <a:gd name="connsiteY918" fmla="*/ 9480 h 6858000"/>
              <a:gd name="connsiteX919" fmla="*/ 1214634 w 7467600"/>
              <a:gd name="connsiteY919" fmla="*/ 0 h 6858000"/>
              <a:gd name="connsiteX920" fmla="*/ 1289827 w 7467600"/>
              <a:gd name="connsiteY920" fmla="*/ 0 h 6858000"/>
              <a:gd name="connsiteX921" fmla="*/ 1321076 w 7467600"/>
              <a:gd name="connsiteY921" fmla="*/ 59722 h 6858000"/>
              <a:gd name="connsiteX922" fmla="*/ 1512579 w 7467600"/>
              <a:gd name="connsiteY922" fmla="*/ 626441 h 6858000"/>
              <a:gd name="connsiteX923" fmla="*/ 1506076 w 7467600"/>
              <a:gd name="connsiteY923" fmla="*/ 1089289 h 6858000"/>
              <a:gd name="connsiteX924" fmla="*/ 1486346 w 7467600"/>
              <a:gd name="connsiteY924" fmla="*/ 1079919 h 6858000"/>
              <a:gd name="connsiteX925" fmla="*/ 1070511 w 7467600"/>
              <a:gd name="connsiteY925" fmla="*/ 48609 h 6858000"/>
              <a:gd name="connsiteX926" fmla="*/ 1057230 w 7467600"/>
              <a:gd name="connsiteY926" fmla="*/ 0 h 6858000"/>
              <a:gd name="connsiteX927" fmla="*/ 43151 w 7467600"/>
              <a:gd name="connsiteY927" fmla="*/ 0 h 6858000"/>
              <a:gd name="connsiteX928" fmla="*/ 95283 w 7467600"/>
              <a:gd name="connsiteY928" fmla="*/ 0 h 6858000"/>
              <a:gd name="connsiteX929" fmla="*/ 300708 w 7467600"/>
              <a:gd name="connsiteY929" fmla="*/ 154571 h 6858000"/>
              <a:gd name="connsiteX930" fmla="*/ 530414 w 7467600"/>
              <a:gd name="connsiteY930" fmla="*/ 354673 h 6858000"/>
              <a:gd name="connsiteX931" fmla="*/ 333785 w 7467600"/>
              <a:gd name="connsiteY931" fmla="*/ 161564 h 6858000"/>
              <a:gd name="connsiteX932" fmla="*/ 147005 w 7467600"/>
              <a:gd name="connsiteY932" fmla="*/ 0 h 6858000"/>
              <a:gd name="connsiteX933" fmla="*/ 272509 w 7467600"/>
              <a:gd name="connsiteY933" fmla="*/ 0 h 6858000"/>
              <a:gd name="connsiteX934" fmla="*/ 326276 w 7467600"/>
              <a:gd name="connsiteY934" fmla="*/ 45847 h 6858000"/>
              <a:gd name="connsiteX935" fmla="*/ 823759 w 7467600"/>
              <a:gd name="connsiteY935" fmla="*/ 574145 h 6858000"/>
              <a:gd name="connsiteX936" fmla="*/ 811254 w 7467600"/>
              <a:gd name="connsiteY936" fmla="*/ 665546 h 6858000"/>
              <a:gd name="connsiteX937" fmla="*/ 154042 w 7467600"/>
              <a:gd name="connsiteY937" fmla="*/ 261522 h 6858000"/>
              <a:gd name="connsiteX938" fmla="*/ 13550 w 7467600"/>
              <a:gd name="connsiteY938" fmla="*/ 158423 h 6858000"/>
              <a:gd name="connsiteX939" fmla="*/ 0 w 7467600"/>
              <a:gd name="connsiteY939" fmla="*/ 146618 h 6858000"/>
              <a:gd name="connsiteX940" fmla="*/ 0 w 7467600"/>
              <a:gd name="connsiteY940" fmla="*/ 59161 h 6858000"/>
              <a:gd name="connsiteX941" fmla="*/ 45427 w 7467600"/>
              <a:gd name="connsiteY941" fmla="*/ 101078 h 6858000"/>
              <a:gd name="connsiteX942" fmla="*/ 630103 w 7467600"/>
              <a:gd name="connsiteY942" fmla="*/ 485885 h 6858000"/>
              <a:gd name="connsiteX943" fmla="*/ 532040 w 7467600"/>
              <a:gd name="connsiteY943" fmla="*/ 399359 h 6858000"/>
              <a:gd name="connsiteX944" fmla="*/ 517618 w 7467600"/>
              <a:gd name="connsiteY944" fmla="*/ 385726 h 6858000"/>
              <a:gd name="connsiteX945" fmla="*/ 285074 w 7467600"/>
              <a:gd name="connsiteY945" fmla="*/ 182755 h 6858000"/>
              <a:gd name="connsiteX946" fmla="*/ 43151 w 7467600"/>
              <a:gd name="connsiteY94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34024 w 7467600"/>
              <a:gd name="connsiteY4" fmla="*/ 6722130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1019354 w 7467600"/>
              <a:gd name="connsiteY14" fmla="*/ 6315006 h 6858000"/>
              <a:gd name="connsiteX15" fmla="*/ 441046 w 7467600"/>
              <a:gd name="connsiteY15" fmla="*/ 6691153 h 6858000"/>
              <a:gd name="connsiteX16" fmla="*/ 1019354 w 7467600"/>
              <a:gd name="connsiteY16" fmla="*/ 6315006 h 6858000"/>
              <a:gd name="connsiteX17" fmla="*/ 991680 w 7467600"/>
              <a:gd name="connsiteY17" fmla="*/ 6298413 h 6858000"/>
              <a:gd name="connsiteX18" fmla="*/ 409060 w 7467600"/>
              <a:gd name="connsiteY18" fmla="*/ 6671470 h 6858000"/>
              <a:gd name="connsiteX19" fmla="*/ 991680 w 7467600"/>
              <a:gd name="connsiteY19" fmla="*/ 6298413 h 6858000"/>
              <a:gd name="connsiteX20" fmla="*/ 103333 w 7467600"/>
              <a:gd name="connsiteY20" fmla="*/ 5699602 h 6858000"/>
              <a:gd name="connsiteX21" fmla="*/ 233938 w 7467600"/>
              <a:gd name="connsiteY21" fmla="*/ 5809416 h 6858000"/>
              <a:gd name="connsiteX22" fmla="*/ 883580 w 7467600"/>
              <a:gd name="connsiteY22" fmla="*/ 6180710 h 6858000"/>
              <a:gd name="connsiteX23" fmla="*/ 487337 w 7467600"/>
              <a:gd name="connsiteY23" fmla="*/ 5950182 h 6858000"/>
              <a:gd name="connsiteX24" fmla="*/ 354051 w 7467600"/>
              <a:gd name="connsiteY24" fmla="*/ 5854912 h 6858000"/>
              <a:gd name="connsiteX25" fmla="*/ 195436 w 7467600"/>
              <a:gd name="connsiteY25" fmla="*/ 5755068 h 6858000"/>
              <a:gd name="connsiteX26" fmla="*/ 103333 w 7467600"/>
              <a:gd name="connsiteY26" fmla="*/ 5699602 h 6858000"/>
              <a:gd name="connsiteX27" fmla="*/ 5539432 w 7467600"/>
              <a:gd name="connsiteY27" fmla="*/ 5642928 h 6858000"/>
              <a:gd name="connsiteX28" fmla="*/ 5555462 w 7467600"/>
              <a:gd name="connsiteY28" fmla="*/ 5694454 h 6858000"/>
              <a:gd name="connsiteX29" fmla="*/ 5828270 w 7467600"/>
              <a:gd name="connsiteY29" fmla="*/ 6320663 h 6858000"/>
              <a:gd name="connsiteX30" fmla="*/ 5947416 w 7467600"/>
              <a:gd name="connsiteY30" fmla="*/ 6574846 h 6858000"/>
              <a:gd name="connsiteX31" fmla="*/ 5539432 w 7467600"/>
              <a:gd name="connsiteY31" fmla="*/ 5642928 h 6858000"/>
              <a:gd name="connsiteX32" fmla="*/ 51253 w 7467600"/>
              <a:gd name="connsiteY32" fmla="*/ 5631825 h 6858000"/>
              <a:gd name="connsiteX33" fmla="*/ 211622 w 7467600"/>
              <a:gd name="connsiteY33" fmla="*/ 5728803 h 6858000"/>
              <a:gd name="connsiteX34" fmla="*/ 371652 w 7467600"/>
              <a:gd name="connsiteY34" fmla="*/ 5829062 h 6858000"/>
              <a:gd name="connsiteX35" fmla="*/ 505903 w 7467600"/>
              <a:gd name="connsiteY35" fmla="*/ 5925221 h 6858000"/>
              <a:gd name="connsiteX36" fmla="*/ 899240 w 7467600"/>
              <a:gd name="connsiteY36" fmla="*/ 6153068 h 6858000"/>
              <a:gd name="connsiteX37" fmla="*/ 988114 w 7467600"/>
              <a:gd name="connsiteY37" fmla="*/ 6174204 h 6858000"/>
              <a:gd name="connsiteX38" fmla="*/ 845971 w 7467600"/>
              <a:gd name="connsiteY38" fmla="*/ 6067177 h 6858000"/>
              <a:gd name="connsiteX39" fmla="*/ 448057 w 7467600"/>
              <a:gd name="connsiteY39" fmla="*/ 5841376 h 6858000"/>
              <a:gd name="connsiteX40" fmla="*/ 51253 w 7467600"/>
              <a:gd name="connsiteY40" fmla="*/ 5631825 h 6858000"/>
              <a:gd name="connsiteX41" fmla="*/ 2606687 w 7467600"/>
              <a:gd name="connsiteY41" fmla="*/ 5630718 h 6858000"/>
              <a:gd name="connsiteX42" fmla="*/ 2645658 w 7467600"/>
              <a:gd name="connsiteY42" fmla="*/ 6640259 h 6858000"/>
              <a:gd name="connsiteX43" fmla="*/ 2606687 w 7467600"/>
              <a:gd name="connsiteY43" fmla="*/ 5630718 h 6858000"/>
              <a:gd name="connsiteX44" fmla="*/ 3642057 w 7467600"/>
              <a:gd name="connsiteY44" fmla="*/ 5573487 h 6858000"/>
              <a:gd name="connsiteX45" fmla="*/ 3632981 w 7467600"/>
              <a:gd name="connsiteY45" fmla="*/ 5579437 h 6858000"/>
              <a:gd name="connsiteX46" fmla="*/ 3382436 w 7467600"/>
              <a:gd name="connsiteY46" fmla="*/ 5952726 h 6858000"/>
              <a:gd name="connsiteX47" fmla="*/ 3191929 w 7467600"/>
              <a:gd name="connsiteY47" fmla="*/ 6662669 h 6858000"/>
              <a:gd name="connsiteX48" fmla="*/ 3369898 w 7467600"/>
              <a:gd name="connsiteY48" fmla="*/ 6081771 h 6858000"/>
              <a:gd name="connsiteX49" fmla="*/ 3642057 w 7467600"/>
              <a:gd name="connsiteY49" fmla="*/ 5573487 h 6858000"/>
              <a:gd name="connsiteX50" fmla="*/ 2650666 w 7467600"/>
              <a:gd name="connsiteY50" fmla="*/ 5530686 h 6858000"/>
              <a:gd name="connsiteX51" fmla="*/ 2650249 w 7467600"/>
              <a:gd name="connsiteY51" fmla="*/ 5532101 h 6858000"/>
              <a:gd name="connsiteX52" fmla="*/ 2663808 w 7467600"/>
              <a:gd name="connsiteY52" fmla="*/ 6535215 h 6858000"/>
              <a:gd name="connsiteX53" fmla="*/ 2665418 w 7467600"/>
              <a:gd name="connsiteY53" fmla="*/ 6132756 h 6858000"/>
              <a:gd name="connsiteX54" fmla="*/ 2650666 w 7467600"/>
              <a:gd name="connsiteY54" fmla="*/ 5530686 h 6858000"/>
              <a:gd name="connsiteX55" fmla="*/ 2680277 w 7467600"/>
              <a:gd name="connsiteY55" fmla="*/ 5479204 h 6858000"/>
              <a:gd name="connsiteX56" fmla="*/ 2678972 w 7467600"/>
              <a:gd name="connsiteY56" fmla="*/ 5481582 h 6858000"/>
              <a:gd name="connsiteX57" fmla="*/ 2696666 w 7467600"/>
              <a:gd name="connsiteY57" fmla="*/ 6133836 h 6858000"/>
              <a:gd name="connsiteX58" fmla="*/ 2695769 w 7467600"/>
              <a:gd name="connsiteY58" fmla="*/ 6390955 h 6858000"/>
              <a:gd name="connsiteX59" fmla="*/ 2739893 w 7467600"/>
              <a:gd name="connsiteY59" fmla="*/ 6108357 h 6858000"/>
              <a:gd name="connsiteX60" fmla="*/ 2680277 w 7467600"/>
              <a:gd name="connsiteY60" fmla="*/ 5479204 h 6858000"/>
              <a:gd name="connsiteX61" fmla="*/ 1132195 w 7467600"/>
              <a:gd name="connsiteY61" fmla="*/ 5467980 h 6858000"/>
              <a:gd name="connsiteX62" fmla="*/ 1679056 w 7467600"/>
              <a:gd name="connsiteY62" fmla="*/ 5516907 h 6858000"/>
              <a:gd name="connsiteX63" fmla="*/ 2128648 w 7467600"/>
              <a:gd name="connsiteY63" fmla="*/ 5474249 h 6858000"/>
              <a:gd name="connsiteX64" fmla="*/ 1825619 w 7467600"/>
              <a:gd name="connsiteY64" fmla="*/ 5478447 h 6858000"/>
              <a:gd name="connsiteX65" fmla="*/ 1737798 w 7467600"/>
              <a:gd name="connsiteY65" fmla="*/ 5483353 h 6858000"/>
              <a:gd name="connsiteX66" fmla="*/ 1132195 w 7467600"/>
              <a:gd name="connsiteY66" fmla="*/ 5467980 h 6858000"/>
              <a:gd name="connsiteX67" fmla="*/ 1456157 w 7467600"/>
              <a:gd name="connsiteY67" fmla="*/ 5371404 h 6858000"/>
              <a:gd name="connsiteX68" fmla="*/ 1244432 w 7467600"/>
              <a:gd name="connsiteY68" fmla="*/ 5385601 h 6858000"/>
              <a:gd name="connsiteX69" fmla="*/ 973990 w 7467600"/>
              <a:gd name="connsiteY69" fmla="*/ 5424940 h 6858000"/>
              <a:gd name="connsiteX70" fmla="*/ 1103809 w 7467600"/>
              <a:gd name="connsiteY70" fmla="*/ 5433720 h 6858000"/>
              <a:gd name="connsiteX71" fmla="*/ 1123454 w 7467600"/>
              <a:gd name="connsiteY71" fmla="*/ 5435727 h 6858000"/>
              <a:gd name="connsiteX72" fmla="*/ 1737017 w 7467600"/>
              <a:gd name="connsiteY72" fmla="*/ 5452183 h 6858000"/>
              <a:gd name="connsiteX73" fmla="*/ 1824397 w 7467600"/>
              <a:gd name="connsiteY73" fmla="*/ 5447757 h 6858000"/>
              <a:gd name="connsiteX74" fmla="*/ 2070059 w 7467600"/>
              <a:gd name="connsiteY74" fmla="*/ 5441660 h 6858000"/>
              <a:gd name="connsiteX75" fmla="*/ 1456157 w 7467600"/>
              <a:gd name="connsiteY75" fmla="*/ 5371404 h 6858000"/>
              <a:gd name="connsiteX76" fmla="*/ 4988186 w 7467600"/>
              <a:gd name="connsiteY76" fmla="*/ 5216467 h 6858000"/>
              <a:gd name="connsiteX77" fmla="*/ 4777334 w 7467600"/>
              <a:gd name="connsiteY77" fmla="*/ 5406072 h 6858000"/>
              <a:gd name="connsiteX78" fmla="*/ 4718341 w 7467600"/>
              <a:gd name="connsiteY78" fmla="*/ 5468043 h 6858000"/>
              <a:gd name="connsiteX79" fmla="*/ 4604655 w 7467600"/>
              <a:gd name="connsiteY79" fmla="*/ 5583434 h 6858000"/>
              <a:gd name="connsiteX80" fmla="*/ 4565074 w 7467600"/>
              <a:gd name="connsiteY80" fmla="*/ 5618550 h 6858000"/>
              <a:gd name="connsiteX81" fmla="*/ 4988186 w 7467600"/>
              <a:gd name="connsiteY81" fmla="*/ 5216467 h 6858000"/>
              <a:gd name="connsiteX82" fmla="*/ 4978032 w 7467600"/>
              <a:gd name="connsiteY82" fmla="*/ 5183809 h 6858000"/>
              <a:gd name="connsiteX83" fmla="*/ 4463413 w 7467600"/>
              <a:gd name="connsiteY83" fmla="*/ 5615162 h 6858000"/>
              <a:gd name="connsiteX84" fmla="*/ 4358134 w 7467600"/>
              <a:gd name="connsiteY84" fmla="*/ 5742791 h 6858000"/>
              <a:gd name="connsiteX85" fmla="*/ 4376219 w 7467600"/>
              <a:gd name="connsiteY85" fmla="*/ 5729027 h 6858000"/>
              <a:gd name="connsiteX86" fmla="*/ 4582340 w 7467600"/>
              <a:gd name="connsiteY86" fmla="*/ 5561037 h 6858000"/>
              <a:gd name="connsiteX87" fmla="*/ 4694684 w 7467600"/>
              <a:gd name="connsiteY87" fmla="*/ 5447098 h 6858000"/>
              <a:gd name="connsiteX88" fmla="*/ 4754123 w 7467600"/>
              <a:gd name="connsiteY88" fmla="*/ 5384643 h 6858000"/>
              <a:gd name="connsiteX89" fmla="*/ 4978032 w 7467600"/>
              <a:gd name="connsiteY89" fmla="*/ 5183809 h 6858000"/>
              <a:gd name="connsiteX90" fmla="*/ 1903353 w 7467600"/>
              <a:gd name="connsiteY90" fmla="*/ 5044827 h 6858000"/>
              <a:gd name="connsiteX91" fmla="*/ 1936931 w 7467600"/>
              <a:gd name="connsiteY91" fmla="*/ 5093954 h 6858000"/>
              <a:gd name="connsiteX92" fmla="*/ 2195868 w 7467600"/>
              <a:gd name="connsiteY92" fmla="*/ 5396574 h 6858000"/>
              <a:gd name="connsiteX93" fmla="*/ 2088852 w 7467600"/>
              <a:gd name="connsiteY93" fmla="*/ 5166123 h 6858000"/>
              <a:gd name="connsiteX94" fmla="*/ 1958241 w 7467600"/>
              <a:gd name="connsiteY94" fmla="*/ 5067955 h 6858000"/>
              <a:gd name="connsiteX95" fmla="*/ 1903353 w 7467600"/>
              <a:gd name="connsiteY95" fmla="*/ 5044827 h 6858000"/>
              <a:gd name="connsiteX96" fmla="*/ 1979378 w 7467600"/>
              <a:gd name="connsiteY96" fmla="*/ 4769504 h 6858000"/>
              <a:gd name="connsiteX97" fmla="*/ 2882120 w 7467600"/>
              <a:gd name="connsiteY97" fmla="*/ 5064547 h 6858000"/>
              <a:gd name="connsiteX98" fmla="*/ 2793103 w 7467600"/>
              <a:gd name="connsiteY98" fmla="*/ 5039699 h 6858000"/>
              <a:gd name="connsiteX99" fmla="*/ 2770041 w 7467600"/>
              <a:gd name="connsiteY99" fmla="*/ 5033634 h 6858000"/>
              <a:gd name="connsiteX100" fmla="*/ 1979378 w 7467600"/>
              <a:gd name="connsiteY100" fmla="*/ 4769504 h 6858000"/>
              <a:gd name="connsiteX101" fmla="*/ 1927410 w 7467600"/>
              <a:gd name="connsiteY101" fmla="*/ 4716164 h 6858000"/>
              <a:gd name="connsiteX102" fmla="*/ 1959587 w 7467600"/>
              <a:gd name="connsiteY102" fmla="*/ 4728849 h 6858000"/>
              <a:gd name="connsiteX103" fmla="*/ 2777707 w 7467600"/>
              <a:gd name="connsiteY103" fmla="*/ 5003991 h 6858000"/>
              <a:gd name="connsiteX104" fmla="*/ 2800768 w 7467600"/>
              <a:gd name="connsiteY104" fmla="*/ 5010056 h 6858000"/>
              <a:gd name="connsiteX105" fmla="*/ 2879408 w 7467600"/>
              <a:gd name="connsiteY105" fmla="*/ 5031590 h 6858000"/>
              <a:gd name="connsiteX106" fmla="*/ 2862295 w 7467600"/>
              <a:gd name="connsiteY106" fmla="*/ 5022958 h 6858000"/>
              <a:gd name="connsiteX107" fmla="*/ 2813343 w 7467600"/>
              <a:gd name="connsiteY107" fmla="*/ 4998369 h 6858000"/>
              <a:gd name="connsiteX108" fmla="*/ 2646245 w 7467600"/>
              <a:gd name="connsiteY108" fmla="*/ 4930999 h 6858000"/>
              <a:gd name="connsiteX109" fmla="*/ 1999243 w 7467600"/>
              <a:gd name="connsiteY109" fmla="*/ 4730524 h 6858000"/>
              <a:gd name="connsiteX110" fmla="*/ 1979527 w 7467600"/>
              <a:gd name="connsiteY110" fmla="*/ 4726651 h 6858000"/>
              <a:gd name="connsiteX111" fmla="*/ 1927410 w 7467600"/>
              <a:gd name="connsiteY111" fmla="*/ 4716164 h 6858000"/>
              <a:gd name="connsiteX112" fmla="*/ 1997014 w 7467600"/>
              <a:gd name="connsiteY112" fmla="*/ 4698007 h 6858000"/>
              <a:gd name="connsiteX113" fmla="*/ 2005458 w 7467600"/>
              <a:gd name="connsiteY113" fmla="*/ 4699540 h 6858000"/>
              <a:gd name="connsiteX114" fmla="*/ 2657186 w 7467600"/>
              <a:gd name="connsiteY114" fmla="*/ 4901687 h 6858000"/>
              <a:gd name="connsiteX115" fmla="*/ 2826662 w 7467600"/>
              <a:gd name="connsiteY115" fmla="*/ 4970362 h 6858000"/>
              <a:gd name="connsiteX116" fmla="*/ 2876100 w 7467600"/>
              <a:gd name="connsiteY116" fmla="*/ 4995397 h 6858000"/>
              <a:gd name="connsiteX117" fmla="*/ 3042600 w 7467600"/>
              <a:gd name="connsiteY117" fmla="*/ 5059532 h 6858000"/>
              <a:gd name="connsiteX118" fmla="*/ 1997014 w 7467600"/>
              <a:gd name="connsiteY118" fmla="*/ 4698007 h 6858000"/>
              <a:gd name="connsiteX119" fmla="*/ 2305292 w 7467600"/>
              <a:gd name="connsiteY119" fmla="*/ 4219492 h 6858000"/>
              <a:gd name="connsiteX120" fmla="*/ 3360922 w 7467600"/>
              <a:gd name="connsiteY120" fmla="*/ 4529373 h 6858000"/>
              <a:gd name="connsiteX121" fmla="*/ 3492420 w 7467600"/>
              <a:gd name="connsiteY121" fmla="*/ 4510145 h 6858000"/>
              <a:gd name="connsiteX122" fmla="*/ 3364086 w 7467600"/>
              <a:gd name="connsiteY122" fmla="*/ 4480340 h 6858000"/>
              <a:gd name="connsiteX123" fmla="*/ 3225818 w 7467600"/>
              <a:gd name="connsiteY123" fmla="*/ 4411822 h 6858000"/>
              <a:gd name="connsiteX124" fmla="*/ 3129696 w 7467600"/>
              <a:gd name="connsiteY124" fmla="*/ 4360704 h 6858000"/>
              <a:gd name="connsiteX125" fmla="*/ 2814545 w 7467600"/>
              <a:gd name="connsiteY125" fmla="*/ 4282955 h 6858000"/>
              <a:gd name="connsiteX126" fmla="*/ 2305292 w 7467600"/>
              <a:gd name="connsiteY126" fmla="*/ 4219492 h 6858000"/>
              <a:gd name="connsiteX127" fmla="*/ 2626982 w 7467600"/>
              <a:gd name="connsiteY127" fmla="*/ 4206450 h 6858000"/>
              <a:gd name="connsiteX128" fmla="*/ 2490617 w 7467600"/>
              <a:gd name="connsiteY128" fmla="*/ 4206951 h 6858000"/>
              <a:gd name="connsiteX129" fmla="*/ 2819869 w 7467600"/>
              <a:gd name="connsiteY129" fmla="*/ 4252936 h 6858000"/>
              <a:gd name="connsiteX130" fmla="*/ 3143018 w 7467600"/>
              <a:gd name="connsiteY130" fmla="*/ 4332698 h 6858000"/>
              <a:gd name="connsiteX131" fmla="*/ 3241520 w 7467600"/>
              <a:gd name="connsiteY131" fmla="*/ 4385112 h 6858000"/>
              <a:gd name="connsiteX132" fmla="*/ 3374575 w 7467600"/>
              <a:gd name="connsiteY132" fmla="*/ 4451517 h 6858000"/>
              <a:gd name="connsiteX133" fmla="*/ 3505221 w 7467600"/>
              <a:gd name="connsiteY133" fmla="*/ 4480757 h 6858000"/>
              <a:gd name="connsiteX134" fmla="*/ 2626982 w 7467600"/>
              <a:gd name="connsiteY134" fmla="*/ 4206450 h 6858000"/>
              <a:gd name="connsiteX135" fmla="*/ 1310106 w 7467600"/>
              <a:gd name="connsiteY135" fmla="*/ 3943217 h 6858000"/>
              <a:gd name="connsiteX136" fmla="*/ 854994 w 7467600"/>
              <a:gd name="connsiteY136" fmla="*/ 4399136 h 6858000"/>
              <a:gd name="connsiteX137" fmla="*/ 742462 w 7467600"/>
              <a:gd name="connsiteY137" fmla="*/ 4594648 h 6858000"/>
              <a:gd name="connsiteX138" fmla="*/ 820602 w 7467600"/>
              <a:gd name="connsiteY138" fmla="*/ 4485915 h 6858000"/>
              <a:gd name="connsiteX139" fmla="*/ 878295 w 7467600"/>
              <a:gd name="connsiteY139" fmla="*/ 4403594 h 6858000"/>
              <a:gd name="connsiteX140" fmla="*/ 1240607 w 7467600"/>
              <a:gd name="connsiteY140" fmla="*/ 4010401 h 6858000"/>
              <a:gd name="connsiteX141" fmla="*/ 1310106 w 7467600"/>
              <a:gd name="connsiteY141" fmla="*/ 3943217 h 6858000"/>
              <a:gd name="connsiteX142" fmla="*/ 1423113 w 7467600"/>
              <a:gd name="connsiteY142" fmla="*/ 3874565 h 6858000"/>
              <a:gd name="connsiteX143" fmla="*/ 1260565 w 7467600"/>
              <a:gd name="connsiteY143" fmla="*/ 4031982 h 6858000"/>
              <a:gd name="connsiteX144" fmla="*/ 901900 w 7467600"/>
              <a:gd name="connsiteY144" fmla="*/ 4421236 h 6858000"/>
              <a:gd name="connsiteX145" fmla="*/ 845044 w 7467600"/>
              <a:gd name="connsiteY145" fmla="*/ 4502436 h 6858000"/>
              <a:gd name="connsiteX146" fmla="*/ 685926 w 7467600"/>
              <a:gd name="connsiteY146" fmla="*/ 4703069 h 6858000"/>
              <a:gd name="connsiteX147" fmla="*/ 684248 w 7467600"/>
              <a:gd name="connsiteY147" fmla="*/ 4706721 h 6858000"/>
              <a:gd name="connsiteX148" fmla="*/ 1423113 w 7467600"/>
              <a:gd name="connsiteY148" fmla="*/ 3874565 h 6858000"/>
              <a:gd name="connsiteX149" fmla="*/ 3316479 w 7467600"/>
              <a:gd name="connsiteY149" fmla="*/ 3872136 h 6858000"/>
              <a:gd name="connsiteX150" fmla="*/ 3546806 w 7467600"/>
              <a:gd name="connsiteY150" fmla="*/ 4356139 h 6858000"/>
              <a:gd name="connsiteX151" fmla="*/ 3364433 w 7467600"/>
              <a:gd name="connsiteY151" fmla="*/ 3953121 h 6858000"/>
              <a:gd name="connsiteX152" fmla="*/ 3316479 w 7467600"/>
              <a:gd name="connsiteY152" fmla="*/ 3872136 h 6858000"/>
              <a:gd name="connsiteX153" fmla="*/ 3291335 w 7467600"/>
              <a:gd name="connsiteY153" fmla="*/ 3767420 h 6858000"/>
              <a:gd name="connsiteX154" fmla="*/ 3390805 w 7467600"/>
              <a:gd name="connsiteY154" fmla="*/ 3937163 h 6858000"/>
              <a:gd name="connsiteX155" fmla="*/ 3579062 w 7467600"/>
              <a:gd name="connsiteY155" fmla="*/ 4359040 h 6858000"/>
              <a:gd name="connsiteX156" fmla="*/ 3467355 w 7467600"/>
              <a:gd name="connsiteY156" fmla="*/ 3988130 h 6858000"/>
              <a:gd name="connsiteX157" fmla="*/ 3310753 w 7467600"/>
              <a:gd name="connsiteY157" fmla="*/ 3787140 h 6858000"/>
              <a:gd name="connsiteX158" fmla="*/ 3291335 w 7467600"/>
              <a:gd name="connsiteY158" fmla="*/ 3767420 h 6858000"/>
              <a:gd name="connsiteX159" fmla="*/ 1635889 w 7467600"/>
              <a:gd name="connsiteY159" fmla="*/ 3709494 h 6858000"/>
              <a:gd name="connsiteX160" fmla="*/ 1634800 w 7467600"/>
              <a:gd name="connsiteY160" fmla="*/ 3731111 h 6858000"/>
              <a:gd name="connsiteX161" fmla="*/ 1635889 w 7467600"/>
              <a:gd name="connsiteY161" fmla="*/ 3709494 h 6858000"/>
              <a:gd name="connsiteX162" fmla="*/ 1510397 w 7467600"/>
              <a:gd name="connsiteY162" fmla="*/ 3684705 h 6858000"/>
              <a:gd name="connsiteX163" fmla="*/ 1146550 w 7467600"/>
              <a:gd name="connsiteY163" fmla="*/ 3802012 h 6858000"/>
              <a:gd name="connsiteX164" fmla="*/ 698834 w 7467600"/>
              <a:gd name="connsiteY164" fmla="*/ 3952272 h 6858000"/>
              <a:gd name="connsiteX165" fmla="*/ 34256 w 7467600"/>
              <a:gd name="connsiteY165" fmla="*/ 4347603 h 6858000"/>
              <a:gd name="connsiteX166" fmla="*/ 527241 w 7467600"/>
              <a:gd name="connsiteY166" fmla="*/ 4065078 h 6858000"/>
              <a:gd name="connsiteX167" fmla="*/ 1510397 w 7467600"/>
              <a:gd name="connsiteY167" fmla="*/ 3684705 h 6858000"/>
              <a:gd name="connsiteX168" fmla="*/ 1313114 w 7467600"/>
              <a:gd name="connsiteY168" fmla="*/ 3655216 h 6858000"/>
              <a:gd name="connsiteX169" fmla="*/ 1109304 w 7467600"/>
              <a:gd name="connsiteY169" fmla="*/ 3669030 h 6858000"/>
              <a:gd name="connsiteX170" fmla="*/ 8129 w 7467600"/>
              <a:gd name="connsiteY170" fmla="*/ 4330519 h 6858000"/>
              <a:gd name="connsiteX171" fmla="*/ 687572 w 7467600"/>
              <a:gd name="connsiteY171" fmla="*/ 3925629 h 6858000"/>
              <a:gd name="connsiteX172" fmla="*/ 1138365 w 7467600"/>
              <a:gd name="connsiteY172" fmla="*/ 3774515 h 6858000"/>
              <a:gd name="connsiteX173" fmla="*/ 1505579 w 7467600"/>
              <a:gd name="connsiteY173" fmla="*/ 3655526 h 6858000"/>
              <a:gd name="connsiteX174" fmla="*/ 1313114 w 7467600"/>
              <a:gd name="connsiteY174" fmla="*/ 3655216 h 6858000"/>
              <a:gd name="connsiteX175" fmla="*/ 3655073 w 7467600"/>
              <a:gd name="connsiteY175" fmla="*/ 3650884 h 6858000"/>
              <a:gd name="connsiteX176" fmla="*/ 3989938 w 7467600"/>
              <a:gd name="connsiteY176" fmla="*/ 3991685 h 6858000"/>
              <a:gd name="connsiteX177" fmla="*/ 4393907 w 7467600"/>
              <a:gd name="connsiteY177" fmla="*/ 4261258 h 6858000"/>
              <a:gd name="connsiteX178" fmla="*/ 4648051 w 7467600"/>
              <a:gd name="connsiteY178" fmla="*/ 4374051 h 6858000"/>
              <a:gd name="connsiteX179" fmla="*/ 4383389 w 7467600"/>
              <a:gd name="connsiteY179" fmla="*/ 4184369 h 6858000"/>
              <a:gd name="connsiteX180" fmla="*/ 4165508 w 7467600"/>
              <a:gd name="connsiteY180" fmla="*/ 4035196 h 6858000"/>
              <a:gd name="connsiteX181" fmla="*/ 4068162 w 7467600"/>
              <a:gd name="connsiteY181" fmla="*/ 3953394 h 6858000"/>
              <a:gd name="connsiteX182" fmla="*/ 3981416 w 7467600"/>
              <a:gd name="connsiteY182" fmla="*/ 3880482 h 6858000"/>
              <a:gd name="connsiteX183" fmla="*/ 3800147 w 7467600"/>
              <a:gd name="connsiteY183" fmla="*/ 3749872 h 6858000"/>
              <a:gd name="connsiteX184" fmla="*/ 3655073 w 7467600"/>
              <a:gd name="connsiteY184" fmla="*/ 3650884 h 6858000"/>
              <a:gd name="connsiteX185" fmla="*/ 3670252 w 7467600"/>
              <a:gd name="connsiteY185" fmla="*/ 3622798 h 6858000"/>
              <a:gd name="connsiteX186" fmla="*/ 3817258 w 7467600"/>
              <a:gd name="connsiteY186" fmla="*/ 3723577 h 6858000"/>
              <a:gd name="connsiteX187" fmla="*/ 4000461 w 7467600"/>
              <a:gd name="connsiteY187" fmla="*/ 3855966 h 6858000"/>
              <a:gd name="connsiteX188" fmla="*/ 4088180 w 7467600"/>
              <a:gd name="connsiteY188" fmla="*/ 3929774 h 6858000"/>
              <a:gd name="connsiteX189" fmla="*/ 4184555 w 7467600"/>
              <a:gd name="connsiteY189" fmla="*/ 4010683 h 6858000"/>
              <a:gd name="connsiteX190" fmla="*/ 4399563 w 7467600"/>
              <a:gd name="connsiteY190" fmla="*/ 4158106 h 6858000"/>
              <a:gd name="connsiteX191" fmla="*/ 4684469 w 7467600"/>
              <a:gd name="connsiteY191" fmla="*/ 4364680 h 6858000"/>
              <a:gd name="connsiteX192" fmla="*/ 4690271 w 7467600"/>
              <a:gd name="connsiteY192" fmla="*/ 4370034 h 6858000"/>
              <a:gd name="connsiteX193" fmla="*/ 4136093 w 7467600"/>
              <a:gd name="connsiteY193" fmla="*/ 3858466 h 6858000"/>
              <a:gd name="connsiteX194" fmla="*/ 3670252 w 7467600"/>
              <a:gd name="connsiteY194" fmla="*/ 3622798 h 6858000"/>
              <a:gd name="connsiteX195" fmla="*/ 4440129 w 7467600"/>
              <a:gd name="connsiteY195" fmla="*/ 3448571 h 6858000"/>
              <a:gd name="connsiteX196" fmla="*/ 4856525 w 7467600"/>
              <a:gd name="connsiteY196" fmla="*/ 3915351 h 6858000"/>
              <a:gd name="connsiteX197" fmla="*/ 5059055 w 7467600"/>
              <a:gd name="connsiteY197" fmla="*/ 4108918 h 6858000"/>
              <a:gd name="connsiteX198" fmla="*/ 5290070 w 7467600"/>
              <a:gd name="connsiteY198" fmla="*/ 4263619 h 6858000"/>
              <a:gd name="connsiteX199" fmla="*/ 4834991 w 7467600"/>
              <a:gd name="connsiteY199" fmla="*/ 3830985 h 6858000"/>
              <a:gd name="connsiteX200" fmla="*/ 4440129 w 7467600"/>
              <a:gd name="connsiteY200" fmla="*/ 3448571 h 6858000"/>
              <a:gd name="connsiteX201" fmla="*/ 4441737 w 7467600"/>
              <a:gd name="connsiteY201" fmla="*/ 3399734 h 6858000"/>
              <a:gd name="connsiteX202" fmla="*/ 4431236 w 7467600"/>
              <a:gd name="connsiteY202" fmla="*/ 3400954 h 6858000"/>
              <a:gd name="connsiteX203" fmla="*/ 4557150 w 7467600"/>
              <a:gd name="connsiteY203" fmla="*/ 3510023 h 6858000"/>
              <a:gd name="connsiteX204" fmla="*/ 4856936 w 7467600"/>
              <a:gd name="connsiteY204" fmla="*/ 3809146 h 6858000"/>
              <a:gd name="connsiteX205" fmla="*/ 5111996 w 7467600"/>
              <a:gd name="connsiteY205" fmla="*/ 4065759 h 6858000"/>
              <a:gd name="connsiteX206" fmla="*/ 5388878 w 7467600"/>
              <a:gd name="connsiteY206" fmla="*/ 4300185 h 6858000"/>
              <a:gd name="connsiteX207" fmla="*/ 5425556 w 7467600"/>
              <a:gd name="connsiteY207" fmla="*/ 4308967 h 6858000"/>
              <a:gd name="connsiteX208" fmla="*/ 4943646 w 7467600"/>
              <a:gd name="connsiteY208" fmla="*/ 3822916 h 6858000"/>
              <a:gd name="connsiteX209" fmla="*/ 4594837 w 7467600"/>
              <a:gd name="connsiteY209" fmla="*/ 3532274 h 6858000"/>
              <a:gd name="connsiteX210" fmla="*/ 4441737 w 7467600"/>
              <a:gd name="connsiteY210" fmla="*/ 3399734 h 6858000"/>
              <a:gd name="connsiteX211" fmla="*/ 5425834 w 7467600"/>
              <a:gd name="connsiteY211" fmla="*/ 3162785 h 6858000"/>
              <a:gd name="connsiteX212" fmla="*/ 5401644 w 7467600"/>
              <a:gd name="connsiteY212" fmla="*/ 3617847 h 6858000"/>
              <a:gd name="connsiteX213" fmla="*/ 5467256 w 7467600"/>
              <a:gd name="connsiteY213" fmla="*/ 4175494 h 6858000"/>
              <a:gd name="connsiteX214" fmla="*/ 5448069 w 7467600"/>
              <a:gd name="connsiteY214" fmla="*/ 3567554 h 6858000"/>
              <a:gd name="connsiteX215" fmla="*/ 5425834 w 7467600"/>
              <a:gd name="connsiteY215" fmla="*/ 3162785 h 6858000"/>
              <a:gd name="connsiteX216" fmla="*/ 1318687 w 7467600"/>
              <a:gd name="connsiteY216" fmla="*/ 3113840 h 6858000"/>
              <a:gd name="connsiteX217" fmla="*/ 1066793 w 7467600"/>
              <a:gd name="connsiteY217" fmla="*/ 3212171 h 6858000"/>
              <a:gd name="connsiteX218" fmla="*/ 993319 w 7467600"/>
              <a:gd name="connsiteY218" fmla="*/ 3247648 h 6858000"/>
              <a:gd name="connsiteX219" fmla="*/ 853081 w 7467600"/>
              <a:gd name="connsiteY219" fmla="*/ 3312410 h 6858000"/>
              <a:gd name="connsiteX220" fmla="*/ 805957 w 7467600"/>
              <a:gd name="connsiteY220" fmla="*/ 3330443 h 6858000"/>
              <a:gd name="connsiteX221" fmla="*/ 1318687 w 7467600"/>
              <a:gd name="connsiteY221" fmla="*/ 3113840 h 6858000"/>
              <a:gd name="connsiteX222" fmla="*/ 5453702 w 7467600"/>
              <a:gd name="connsiteY222" fmla="*/ 3090882 h 6858000"/>
              <a:gd name="connsiteX223" fmla="*/ 5480135 w 7467600"/>
              <a:gd name="connsiteY223" fmla="*/ 3565802 h 6858000"/>
              <a:gd name="connsiteX224" fmla="*/ 5499023 w 7467600"/>
              <a:gd name="connsiteY224" fmla="*/ 4166310 h 6858000"/>
              <a:gd name="connsiteX225" fmla="*/ 5547022 w 7467600"/>
              <a:gd name="connsiteY225" fmla="*/ 3607838 h 6858000"/>
              <a:gd name="connsiteX226" fmla="*/ 5515964 w 7467600"/>
              <a:gd name="connsiteY226" fmla="*/ 3378541 h 6858000"/>
              <a:gd name="connsiteX227" fmla="*/ 5453702 w 7467600"/>
              <a:gd name="connsiteY227" fmla="*/ 3090882 h 6858000"/>
              <a:gd name="connsiteX228" fmla="*/ 1238695 w 7467600"/>
              <a:gd name="connsiteY228" fmla="*/ 3076820 h 6858000"/>
              <a:gd name="connsiteX229" fmla="*/ 716371 w 7467600"/>
              <a:gd name="connsiteY229" fmla="*/ 3293249 h 6858000"/>
              <a:gd name="connsiteX230" fmla="*/ 579522 w 7467600"/>
              <a:gd name="connsiteY230" fmla="*/ 3371759 h 6858000"/>
              <a:gd name="connsiteX231" fmla="*/ 600288 w 7467600"/>
              <a:gd name="connsiteY231" fmla="*/ 3365555 h 6858000"/>
              <a:gd name="connsiteX232" fmla="*/ 840692 w 7467600"/>
              <a:gd name="connsiteY232" fmla="*/ 3284921 h 6858000"/>
              <a:gd name="connsiteX233" fmla="*/ 979248 w 7467600"/>
              <a:gd name="connsiteY233" fmla="*/ 3221003 h 6858000"/>
              <a:gd name="connsiteX234" fmla="*/ 1053282 w 7467600"/>
              <a:gd name="connsiteY234" fmla="*/ 3185247 h 6858000"/>
              <a:gd name="connsiteX235" fmla="*/ 1320603 w 7467600"/>
              <a:gd name="connsiteY235" fmla="*/ 3081281 h 6858000"/>
              <a:gd name="connsiteX236" fmla="*/ 1238695 w 7467600"/>
              <a:gd name="connsiteY236" fmla="*/ 3076820 h 6858000"/>
              <a:gd name="connsiteX237" fmla="*/ 5425627 w 7467600"/>
              <a:gd name="connsiteY237" fmla="*/ 2954192 h 6858000"/>
              <a:gd name="connsiteX238" fmla="*/ 5470770 w 7467600"/>
              <a:gd name="connsiteY238" fmla="*/ 3005435 h 6858000"/>
              <a:gd name="connsiteX239" fmla="*/ 5519779 w 7467600"/>
              <a:gd name="connsiteY239" fmla="*/ 4359223 h 6858000"/>
              <a:gd name="connsiteX240" fmla="*/ 5520293 w 7467600"/>
              <a:gd name="connsiteY240" fmla="*/ 4360602 h 6858000"/>
              <a:gd name="connsiteX241" fmla="*/ 5767221 w 7467600"/>
              <a:gd name="connsiteY241" fmla="*/ 4665564 h 6858000"/>
              <a:gd name="connsiteX242" fmla="*/ 6937169 w 7467600"/>
              <a:gd name="connsiteY242" fmla="*/ 4815941 h 6858000"/>
              <a:gd name="connsiteX243" fmla="*/ 6953922 w 7467600"/>
              <a:gd name="connsiteY243" fmla="*/ 4890068 h 6858000"/>
              <a:gd name="connsiteX244" fmla="*/ 6071359 w 7467600"/>
              <a:gd name="connsiteY244" fmla="*/ 4770770 h 6858000"/>
              <a:gd name="connsiteX245" fmla="*/ 6038839 w 7467600"/>
              <a:gd name="connsiteY245" fmla="*/ 4764474 h 6858000"/>
              <a:gd name="connsiteX246" fmla="*/ 6038706 w 7467600"/>
              <a:gd name="connsiteY246" fmla="*/ 4763847 h 6858000"/>
              <a:gd name="connsiteX247" fmla="*/ 6037784 w 7467600"/>
              <a:gd name="connsiteY247" fmla="*/ 4764270 h 6858000"/>
              <a:gd name="connsiteX248" fmla="*/ 6038839 w 7467600"/>
              <a:gd name="connsiteY248" fmla="*/ 4764474 h 6858000"/>
              <a:gd name="connsiteX249" fmla="*/ 6040338 w 7467600"/>
              <a:gd name="connsiteY249" fmla="*/ 4771418 h 6858000"/>
              <a:gd name="connsiteX250" fmla="*/ 6024488 w 7467600"/>
              <a:gd name="connsiteY250" fmla="*/ 4809903 h 6858000"/>
              <a:gd name="connsiteX251" fmla="*/ 5599771 w 7467600"/>
              <a:gd name="connsiteY251" fmla="*/ 5509652 h 6858000"/>
              <a:gd name="connsiteX252" fmla="*/ 5548843 w 7467600"/>
              <a:gd name="connsiteY252" fmla="*/ 5563845 h 6858000"/>
              <a:gd name="connsiteX253" fmla="*/ 5940952 w 7467600"/>
              <a:gd name="connsiteY253" fmla="*/ 6250028 h 6858000"/>
              <a:gd name="connsiteX254" fmla="*/ 6043441 w 7467600"/>
              <a:gd name="connsiteY254" fmla="*/ 6665847 h 6858000"/>
              <a:gd name="connsiteX255" fmla="*/ 6093432 w 7467600"/>
              <a:gd name="connsiteY255" fmla="*/ 6858000 h 6858000"/>
              <a:gd name="connsiteX256" fmla="*/ 6034344 w 7467600"/>
              <a:gd name="connsiteY256" fmla="*/ 6858000 h 6858000"/>
              <a:gd name="connsiteX257" fmla="*/ 6026679 w 7467600"/>
              <a:gd name="connsiteY257" fmla="*/ 6836959 h 6858000"/>
              <a:gd name="connsiteX258" fmla="*/ 5800441 w 7467600"/>
              <a:gd name="connsiteY258" fmla="*/ 6335286 h 6858000"/>
              <a:gd name="connsiteX259" fmla="*/ 5526562 w 7467600"/>
              <a:gd name="connsiteY259" fmla="*/ 5705388 h 6858000"/>
              <a:gd name="connsiteX260" fmla="*/ 5519640 w 7467600"/>
              <a:gd name="connsiteY260" fmla="*/ 5683774 h 6858000"/>
              <a:gd name="connsiteX261" fmla="*/ 5844559 w 7467600"/>
              <a:gd name="connsiteY261" fmla="*/ 6553349 h 6858000"/>
              <a:gd name="connsiteX262" fmla="*/ 5975994 w 7467600"/>
              <a:gd name="connsiteY262" fmla="*/ 6858000 h 6858000"/>
              <a:gd name="connsiteX263" fmla="*/ 5898547 w 7467600"/>
              <a:gd name="connsiteY263" fmla="*/ 6858000 h 6858000"/>
              <a:gd name="connsiteX264" fmla="*/ 5682041 w 7467600"/>
              <a:gd name="connsiteY264" fmla="*/ 6355860 h 6858000"/>
              <a:gd name="connsiteX265" fmla="*/ 5461758 w 7467600"/>
              <a:gd name="connsiteY265" fmla="*/ 5820220 h 6858000"/>
              <a:gd name="connsiteX266" fmla="*/ 5237282 w 7467600"/>
              <a:gd name="connsiteY266" fmla="*/ 6579086 h 6858000"/>
              <a:gd name="connsiteX267" fmla="*/ 5115009 w 7467600"/>
              <a:gd name="connsiteY267" fmla="*/ 6858000 h 6858000"/>
              <a:gd name="connsiteX268" fmla="*/ 5028074 w 7467600"/>
              <a:gd name="connsiteY268" fmla="*/ 6858000 h 6858000"/>
              <a:gd name="connsiteX269" fmla="*/ 5079508 w 7467600"/>
              <a:gd name="connsiteY269" fmla="*/ 6749074 h 6858000"/>
              <a:gd name="connsiteX270" fmla="*/ 5371846 w 7467600"/>
              <a:gd name="connsiteY270" fmla="*/ 5924413 h 6858000"/>
              <a:gd name="connsiteX271" fmla="*/ 5270512 w 7467600"/>
              <a:gd name="connsiteY271" fmla="*/ 6138975 h 6858000"/>
              <a:gd name="connsiteX272" fmla="*/ 5062409 w 7467600"/>
              <a:gd name="connsiteY272" fmla="*/ 6653544 h 6858000"/>
              <a:gd name="connsiteX273" fmla="*/ 5036628 w 7467600"/>
              <a:gd name="connsiteY273" fmla="*/ 6754247 h 6858000"/>
              <a:gd name="connsiteX274" fmla="*/ 5009112 w 7467600"/>
              <a:gd name="connsiteY274" fmla="*/ 6858000 h 6858000"/>
              <a:gd name="connsiteX275" fmla="*/ 4976679 w 7467600"/>
              <a:gd name="connsiteY275" fmla="*/ 6858000 h 6858000"/>
              <a:gd name="connsiteX276" fmla="*/ 5006537 w 7467600"/>
              <a:gd name="connsiteY276" fmla="*/ 6747068 h 6858000"/>
              <a:gd name="connsiteX277" fmla="*/ 5032723 w 7467600"/>
              <a:gd name="connsiteY277" fmla="*/ 6644957 h 6858000"/>
              <a:gd name="connsiteX278" fmla="*/ 5242949 w 7467600"/>
              <a:gd name="connsiteY278" fmla="*/ 6125175 h 6858000"/>
              <a:gd name="connsiteX279" fmla="*/ 5286321 w 7467600"/>
              <a:gd name="connsiteY279" fmla="*/ 6033555 h 6858000"/>
              <a:gd name="connsiteX280" fmla="*/ 5008210 w 7467600"/>
              <a:gd name="connsiteY280" fmla="*/ 6649194 h 6858000"/>
              <a:gd name="connsiteX281" fmla="*/ 4986321 w 7467600"/>
              <a:gd name="connsiteY281" fmla="*/ 6765687 h 6858000"/>
              <a:gd name="connsiteX282" fmla="*/ 4973474 w 7467600"/>
              <a:gd name="connsiteY282" fmla="*/ 6858000 h 6858000"/>
              <a:gd name="connsiteX283" fmla="*/ 4907178 w 7467600"/>
              <a:gd name="connsiteY283" fmla="*/ 6858000 h 6858000"/>
              <a:gd name="connsiteX284" fmla="*/ 4910810 w 7467600"/>
              <a:gd name="connsiteY284" fmla="*/ 6829660 h 6858000"/>
              <a:gd name="connsiteX285" fmla="*/ 4987461 w 7467600"/>
              <a:gd name="connsiteY285" fmla="*/ 6432994 h 6858000"/>
              <a:gd name="connsiteX286" fmla="*/ 5179262 w 7467600"/>
              <a:gd name="connsiteY286" fmla="*/ 6035044 h 6858000"/>
              <a:gd name="connsiteX287" fmla="*/ 4689678 w 7467600"/>
              <a:gd name="connsiteY287" fmla="*/ 6440241 h 6858000"/>
              <a:gd name="connsiteX288" fmla="*/ 4477543 w 7467600"/>
              <a:gd name="connsiteY288" fmla="*/ 6674836 h 6858000"/>
              <a:gd name="connsiteX289" fmla="*/ 4329957 w 7467600"/>
              <a:gd name="connsiteY289" fmla="*/ 6858000 h 6858000"/>
              <a:gd name="connsiteX290" fmla="*/ 4218595 w 7467600"/>
              <a:gd name="connsiteY290" fmla="*/ 6858000 h 6858000"/>
              <a:gd name="connsiteX291" fmla="*/ 4368888 w 7467600"/>
              <a:gd name="connsiteY291" fmla="*/ 6668412 h 6858000"/>
              <a:gd name="connsiteX292" fmla="*/ 4563091 w 7467600"/>
              <a:gd name="connsiteY292" fmla="*/ 6442508 h 6858000"/>
              <a:gd name="connsiteX293" fmla="*/ 5387324 w 7467600"/>
              <a:gd name="connsiteY293" fmla="*/ 5705830 h 6858000"/>
              <a:gd name="connsiteX294" fmla="*/ 5073620 w 7467600"/>
              <a:gd name="connsiteY294" fmla="*/ 5955437 h 6858000"/>
              <a:gd name="connsiteX295" fmla="*/ 4689789 w 7467600"/>
              <a:gd name="connsiteY295" fmla="*/ 6268382 h 6858000"/>
              <a:gd name="connsiteX296" fmla="*/ 4418722 w 7467600"/>
              <a:gd name="connsiteY296" fmla="*/ 6570886 h 6858000"/>
              <a:gd name="connsiteX297" fmla="*/ 4214944 w 7467600"/>
              <a:gd name="connsiteY297" fmla="*/ 6858000 h 6858000"/>
              <a:gd name="connsiteX298" fmla="*/ 4177898 w 7467600"/>
              <a:gd name="connsiteY298" fmla="*/ 6858000 h 6858000"/>
              <a:gd name="connsiteX299" fmla="*/ 4391597 w 7467600"/>
              <a:gd name="connsiteY299" fmla="*/ 6556370 h 6858000"/>
              <a:gd name="connsiteX300" fmla="*/ 4668889 w 7467600"/>
              <a:gd name="connsiteY300" fmla="*/ 6246399 h 6858000"/>
              <a:gd name="connsiteX301" fmla="*/ 5055427 w 7467600"/>
              <a:gd name="connsiteY301" fmla="*/ 5931476 h 6858000"/>
              <a:gd name="connsiteX302" fmla="*/ 5371814 w 7467600"/>
              <a:gd name="connsiteY302" fmla="*/ 5678975 h 6858000"/>
              <a:gd name="connsiteX303" fmla="*/ 4987918 w 7467600"/>
              <a:gd name="connsiteY303" fmla="*/ 5838701 h 6858000"/>
              <a:gd name="connsiteX304" fmla="*/ 4317146 w 7467600"/>
              <a:gd name="connsiteY304" fmla="*/ 6587716 h 6858000"/>
              <a:gd name="connsiteX305" fmla="*/ 4171627 w 7467600"/>
              <a:gd name="connsiteY305" fmla="*/ 6858000 h 6858000"/>
              <a:gd name="connsiteX306" fmla="*/ 4081585 w 7467600"/>
              <a:gd name="connsiteY306" fmla="*/ 6858000 h 6858000"/>
              <a:gd name="connsiteX307" fmla="*/ 4238603 w 7467600"/>
              <a:gd name="connsiteY307" fmla="*/ 6559341 h 6858000"/>
              <a:gd name="connsiteX308" fmla="*/ 4778333 w 7467600"/>
              <a:gd name="connsiteY308" fmla="*/ 5873626 h 6858000"/>
              <a:gd name="connsiteX309" fmla="*/ 5414185 w 7467600"/>
              <a:gd name="connsiteY309" fmla="*/ 5573882 h 6858000"/>
              <a:gd name="connsiteX310" fmla="*/ 5959648 w 7467600"/>
              <a:gd name="connsiteY310" fmla="*/ 4760797 h 6858000"/>
              <a:gd name="connsiteX311" fmla="*/ 5355019 w 7467600"/>
              <a:gd name="connsiteY311" fmla="*/ 4734672 h 6858000"/>
              <a:gd name="connsiteX312" fmla="*/ 5083565 w 7467600"/>
              <a:gd name="connsiteY312" fmla="*/ 5179121 h 6858000"/>
              <a:gd name="connsiteX313" fmla="*/ 4713577 w 7467600"/>
              <a:gd name="connsiteY313" fmla="*/ 5616803 h 6858000"/>
              <a:gd name="connsiteX314" fmla="*/ 3989559 w 7467600"/>
              <a:gd name="connsiteY314" fmla="*/ 6145945 h 6858000"/>
              <a:gd name="connsiteX315" fmla="*/ 3939824 w 7467600"/>
              <a:gd name="connsiteY315" fmla="*/ 6066900 h 6858000"/>
              <a:gd name="connsiteX316" fmla="*/ 4584537 w 7467600"/>
              <a:gd name="connsiteY316" fmla="*/ 5324826 h 6858000"/>
              <a:gd name="connsiteX317" fmla="*/ 5037105 w 7467600"/>
              <a:gd name="connsiteY317" fmla="*/ 5088765 h 6858000"/>
              <a:gd name="connsiteX318" fmla="*/ 5039930 w 7467600"/>
              <a:gd name="connsiteY318" fmla="*/ 5089585 h 6858000"/>
              <a:gd name="connsiteX319" fmla="*/ 5263764 w 7467600"/>
              <a:gd name="connsiteY319" fmla="*/ 4735525 h 6858000"/>
              <a:gd name="connsiteX320" fmla="*/ 4086300 w 7467600"/>
              <a:gd name="connsiteY320" fmla="*/ 4884599 h 6858000"/>
              <a:gd name="connsiteX321" fmla="*/ 4085485 w 7467600"/>
              <a:gd name="connsiteY321" fmla="*/ 4899070 h 6858000"/>
              <a:gd name="connsiteX322" fmla="*/ 3871915 w 7467600"/>
              <a:gd name="connsiteY322" fmla="*/ 5253645 h 6858000"/>
              <a:gd name="connsiteX323" fmla="*/ 3799374 w 7467600"/>
              <a:gd name="connsiteY323" fmla="*/ 5466127 h 6858000"/>
              <a:gd name="connsiteX324" fmla="*/ 3498850 w 7467600"/>
              <a:gd name="connsiteY324" fmla="*/ 6661888 h 6858000"/>
              <a:gd name="connsiteX325" fmla="*/ 3399216 w 7467600"/>
              <a:gd name="connsiteY325" fmla="*/ 6858000 h 6858000"/>
              <a:gd name="connsiteX326" fmla="*/ 3303688 w 7467600"/>
              <a:gd name="connsiteY326" fmla="*/ 6858000 h 6858000"/>
              <a:gd name="connsiteX327" fmla="*/ 3391774 w 7467600"/>
              <a:gd name="connsiteY327" fmla="*/ 6697181 h 6858000"/>
              <a:gd name="connsiteX328" fmla="*/ 3735540 w 7467600"/>
              <a:gd name="connsiteY328" fmla="*/ 5546923 h 6858000"/>
              <a:gd name="connsiteX329" fmla="*/ 3729438 w 7467600"/>
              <a:gd name="connsiteY329" fmla="*/ 5569058 h 6858000"/>
              <a:gd name="connsiteX330" fmla="*/ 3707782 w 7467600"/>
              <a:gd name="connsiteY330" fmla="*/ 5644908 h 6858000"/>
              <a:gd name="connsiteX331" fmla="*/ 3583827 w 7467600"/>
              <a:gd name="connsiteY331" fmla="*/ 6039215 h 6858000"/>
              <a:gd name="connsiteX332" fmla="*/ 3547861 w 7467600"/>
              <a:gd name="connsiteY332" fmla="*/ 6129609 h 6858000"/>
              <a:gd name="connsiteX333" fmla="*/ 3490905 w 7467600"/>
              <a:gd name="connsiteY333" fmla="*/ 6277660 h 6858000"/>
              <a:gd name="connsiteX334" fmla="*/ 3455859 w 7467600"/>
              <a:gd name="connsiteY334" fmla="*/ 6391301 h 6858000"/>
              <a:gd name="connsiteX335" fmla="*/ 3429112 w 7467600"/>
              <a:gd name="connsiteY335" fmla="*/ 6479469 h 6858000"/>
              <a:gd name="connsiteX336" fmla="*/ 3304862 w 7467600"/>
              <a:gd name="connsiteY336" fmla="*/ 6796476 h 6858000"/>
              <a:gd name="connsiteX337" fmla="*/ 3276071 w 7467600"/>
              <a:gd name="connsiteY337" fmla="*/ 6858000 h 6858000"/>
              <a:gd name="connsiteX338" fmla="*/ 3240805 w 7467600"/>
              <a:gd name="connsiteY338" fmla="*/ 6858000 h 6858000"/>
              <a:gd name="connsiteX339" fmla="*/ 3275917 w 7467600"/>
              <a:gd name="connsiteY339" fmla="*/ 6783192 h 6858000"/>
              <a:gd name="connsiteX340" fmla="*/ 3399358 w 7467600"/>
              <a:gd name="connsiteY340" fmla="*/ 6469011 h 6858000"/>
              <a:gd name="connsiteX341" fmla="*/ 3425650 w 7467600"/>
              <a:gd name="connsiteY341" fmla="*/ 6381333 h 6858000"/>
              <a:gd name="connsiteX342" fmla="*/ 3460661 w 7467600"/>
              <a:gd name="connsiteY342" fmla="*/ 6266763 h 6858000"/>
              <a:gd name="connsiteX343" fmla="*/ 3518021 w 7467600"/>
              <a:gd name="connsiteY343" fmla="*/ 6117298 h 6858000"/>
              <a:gd name="connsiteX344" fmla="*/ 3554035 w 7467600"/>
              <a:gd name="connsiteY344" fmla="*/ 6027832 h 6858000"/>
              <a:gd name="connsiteX345" fmla="*/ 3677174 w 7467600"/>
              <a:gd name="connsiteY345" fmla="*/ 5636351 h 6858000"/>
              <a:gd name="connsiteX346" fmla="*/ 3698819 w 7467600"/>
              <a:gd name="connsiteY346" fmla="*/ 5560503 h 6858000"/>
              <a:gd name="connsiteX347" fmla="*/ 3702094 w 7467600"/>
              <a:gd name="connsiteY347" fmla="*/ 5549194 h 6858000"/>
              <a:gd name="connsiteX348" fmla="*/ 3398355 w 7467600"/>
              <a:gd name="connsiteY348" fmla="*/ 6094603 h 6858000"/>
              <a:gd name="connsiteX349" fmla="*/ 3193941 w 7467600"/>
              <a:gd name="connsiteY349" fmla="*/ 6798775 h 6858000"/>
              <a:gd name="connsiteX350" fmla="*/ 3184140 w 7467600"/>
              <a:gd name="connsiteY350" fmla="*/ 6858000 h 6858000"/>
              <a:gd name="connsiteX351" fmla="*/ 3099978 w 7467600"/>
              <a:gd name="connsiteY351" fmla="*/ 6858000 h 6858000"/>
              <a:gd name="connsiteX352" fmla="*/ 3101556 w 7467600"/>
              <a:gd name="connsiteY352" fmla="*/ 6843337 h 6858000"/>
              <a:gd name="connsiteX353" fmla="*/ 3370162 w 7467600"/>
              <a:gd name="connsiteY353" fmla="*/ 5785550 h 6858000"/>
              <a:gd name="connsiteX354" fmla="*/ 3746477 w 7467600"/>
              <a:gd name="connsiteY354" fmla="*/ 5377889 h 6858000"/>
              <a:gd name="connsiteX355" fmla="*/ 3863399 w 7467600"/>
              <a:gd name="connsiteY355" fmla="*/ 5087257 h 6858000"/>
              <a:gd name="connsiteX356" fmla="*/ 3968712 w 7467600"/>
              <a:gd name="connsiteY356" fmla="*/ 4913989 h 6858000"/>
              <a:gd name="connsiteX357" fmla="*/ 2792390 w 7467600"/>
              <a:gd name="connsiteY357" fmla="*/ 5382974 h 6858000"/>
              <a:gd name="connsiteX358" fmla="*/ 2714982 w 7467600"/>
              <a:gd name="connsiteY358" fmla="*/ 5427051 h 6858000"/>
              <a:gd name="connsiteX359" fmla="*/ 2813361 w 7467600"/>
              <a:gd name="connsiteY359" fmla="*/ 6023912 h 6858000"/>
              <a:gd name="connsiteX360" fmla="*/ 2688430 w 7467600"/>
              <a:gd name="connsiteY360" fmla="*/ 6801564 h 6858000"/>
              <a:gd name="connsiteX361" fmla="*/ 2629626 w 7467600"/>
              <a:gd name="connsiteY361" fmla="*/ 6763394 h 6858000"/>
              <a:gd name="connsiteX362" fmla="*/ 2565328 w 7467600"/>
              <a:gd name="connsiteY362" fmla="*/ 5516399 h 6858000"/>
              <a:gd name="connsiteX363" fmla="*/ 1922999 w 7467600"/>
              <a:gd name="connsiteY363" fmla="*/ 5980343 h 6858000"/>
              <a:gd name="connsiteX364" fmla="*/ 1950261 w 7467600"/>
              <a:gd name="connsiteY364" fmla="*/ 6405858 h 6858000"/>
              <a:gd name="connsiteX365" fmla="*/ 2365554 w 7467600"/>
              <a:gd name="connsiteY365" fmla="*/ 6759107 h 6858000"/>
              <a:gd name="connsiteX366" fmla="*/ 2424142 w 7467600"/>
              <a:gd name="connsiteY366" fmla="*/ 6858000 h 6858000"/>
              <a:gd name="connsiteX367" fmla="*/ 2395994 w 7467600"/>
              <a:gd name="connsiteY367" fmla="*/ 6858000 h 6858000"/>
              <a:gd name="connsiteX368" fmla="*/ 2392863 w 7467600"/>
              <a:gd name="connsiteY368" fmla="*/ 6852964 h 6858000"/>
              <a:gd name="connsiteX369" fmla="*/ 2017589 w 7467600"/>
              <a:gd name="connsiteY369" fmla="*/ 6493982 h 6858000"/>
              <a:gd name="connsiteX370" fmla="*/ 2147336 w 7467600"/>
              <a:gd name="connsiteY370" fmla="*/ 6594052 h 6858000"/>
              <a:gd name="connsiteX371" fmla="*/ 2207047 w 7467600"/>
              <a:gd name="connsiteY371" fmla="*/ 6654540 h 6858000"/>
              <a:gd name="connsiteX372" fmla="*/ 2299106 w 7467600"/>
              <a:gd name="connsiteY372" fmla="*/ 6778931 h 6858000"/>
              <a:gd name="connsiteX373" fmla="*/ 2314430 w 7467600"/>
              <a:gd name="connsiteY373" fmla="*/ 6801144 h 6858000"/>
              <a:gd name="connsiteX374" fmla="*/ 2352406 w 7467600"/>
              <a:gd name="connsiteY374" fmla="*/ 6858000 h 6858000"/>
              <a:gd name="connsiteX375" fmla="*/ 2314492 w 7467600"/>
              <a:gd name="connsiteY375" fmla="*/ 6858000 h 6858000"/>
              <a:gd name="connsiteX376" fmla="*/ 2288095 w 7467600"/>
              <a:gd name="connsiteY376" fmla="*/ 6818030 h 6858000"/>
              <a:gd name="connsiteX377" fmla="*/ 2272768 w 7467600"/>
              <a:gd name="connsiteY377" fmla="*/ 6795822 h 6858000"/>
              <a:gd name="connsiteX378" fmla="*/ 2182715 w 7467600"/>
              <a:gd name="connsiteY378" fmla="*/ 6675071 h 6858000"/>
              <a:gd name="connsiteX379" fmla="*/ 2032061 w 7467600"/>
              <a:gd name="connsiteY379" fmla="*/ 6541380 h 6858000"/>
              <a:gd name="connsiteX380" fmla="*/ 2257220 w 7467600"/>
              <a:gd name="connsiteY380" fmla="*/ 6826257 h 6858000"/>
              <a:gd name="connsiteX381" fmla="*/ 2281324 w 7467600"/>
              <a:gd name="connsiteY381" fmla="*/ 6858000 h 6858000"/>
              <a:gd name="connsiteX382" fmla="*/ 2242860 w 7467600"/>
              <a:gd name="connsiteY382" fmla="*/ 6858000 h 6858000"/>
              <a:gd name="connsiteX383" fmla="*/ 2232818 w 7467600"/>
              <a:gd name="connsiteY383" fmla="*/ 6844926 h 6858000"/>
              <a:gd name="connsiteX384" fmla="*/ 1990172 w 7467600"/>
              <a:gd name="connsiteY384" fmla="*/ 6542121 h 6858000"/>
              <a:gd name="connsiteX385" fmla="*/ 2124090 w 7467600"/>
              <a:gd name="connsiteY385" fmla="*/ 6761017 h 6858000"/>
              <a:gd name="connsiteX386" fmla="*/ 2200380 w 7467600"/>
              <a:gd name="connsiteY386" fmla="*/ 6858000 h 6858000"/>
              <a:gd name="connsiteX387" fmla="*/ 2147507 w 7467600"/>
              <a:gd name="connsiteY387" fmla="*/ 6858000 h 6858000"/>
              <a:gd name="connsiteX388" fmla="*/ 2070668 w 7467600"/>
              <a:gd name="connsiteY388" fmla="*/ 6761520 h 6858000"/>
              <a:gd name="connsiteX389" fmla="*/ 1975142 w 7467600"/>
              <a:gd name="connsiteY389" fmla="*/ 6585570 h 6858000"/>
              <a:gd name="connsiteX390" fmla="*/ 2050035 w 7467600"/>
              <a:gd name="connsiteY390" fmla="*/ 6813345 h 6858000"/>
              <a:gd name="connsiteX391" fmla="*/ 2063025 w 7467600"/>
              <a:gd name="connsiteY391" fmla="*/ 6858000 h 6858000"/>
              <a:gd name="connsiteX392" fmla="*/ 2021675 w 7467600"/>
              <a:gd name="connsiteY392" fmla="*/ 6858000 h 6858000"/>
              <a:gd name="connsiteX393" fmla="*/ 2019308 w 7467600"/>
              <a:gd name="connsiteY393" fmla="*/ 6847118 h 6858000"/>
              <a:gd name="connsiteX394" fmla="*/ 1938835 w 7467600"/>
              <a:gd name="connsiteY394" fmla="*/ 6551160 h 6858000"/>
              <a:gd name="connsiteX395" fmla="*/ 1953230 w 7467600"/>
              <a:gd name="connsiteY395" fmla="*/ 6759699 h 6858000"/>
              <a:gd name="connsiteX396" fmla="*/ 1956763 w 7467600"/>
              <a:gd name="connsiteY396" fmla="*/ 6778191 h 6858000"/>
              <a:gd name="connsiteX397" fmla="*/ 1967925 w 7467600"/>
              <a:gd name="connsiteY397" fmla="*/ 6858000 h 6858000"/>
              <a:gd name="connsiteX398" fmla="*/ 1936622 w 7467600"/>
              <a:gd name="connsiteY398" fmla="*/ 6858000 h 6858000"/>
              <a:gd name="connsiteX399" fmla="*/ 1926261 w 7467600"/>
              <a:gd name="connsiteY399" fmla="*/ 6784064 h 6858000"/>
              <a:gd name="connsiteX400" fmla="*/ 1922724 w 7467600"/>
              <a:gd name="connsiteY400" fmla="*/ 6765577 h 6858000"/>
              <a:gd name="connsiteX401" fmla="*/ 1904650 w 7467600"/>
              <a:gd name="connsiteY401" fmla="*/ 6639616 h 6858000"/>
              <a:gd name="connsiteX402" fmla="*/ 1885273 w 7467600"/>
              <a:gd name="connsiteY402" fmla="*/ 6858000 h 6858000"/>
              <a:gd name="connsiteX403" fmla="*/ 1854363 w 7467600"/>
              <a:gd name="connsiteY403" fmla="*/ 6858000 h 6858000"/>
              <a:gd name="connsiteX404" fmla="*/ 1880391 w 7467600"/>
              <a:gd name="connsiteY404" fmla="*/ 6603796 h 6858000"/>
              <a:gd name="connsiteX405" fmla="*/ 1818273 w 7467600"/>
              <a:gd name="connsiteY405" fmla="*/ 6715729 h 6858000"/>
              <a:gd name="connsiteX406" fmla="*/ 1794691 w 7467600"/>
              <a:gd name="connsiteY406" fmla="*/ 6843239 h 6858000"/>
              <a:gd name="connsiteX407" fmla="*/ 1794914 w 7467600"/>
              <a:gd name="connsiteY407" fmla="*/ 6858000 h 6858000"/>
              <a:gd name="connsiteX408" fmla="*/ 1746128 w 7467600"/>
              <a:gd name="connsiteY408" fmla="*/ 6858000 h 6858000"/>
              <a:gd name="connsiteX409" fmla="*/ 1753934 w 7467600"/>
              <a:gd name="connsiteY409" fmla="*/ 6724796 h 6858000"/>
              <a:gd name="connsiteX410" fmla="*/ 1792053 w 7467600"/>
              <a:gd name="connsiteY410" fmla="*/ 6572396 h 6858000"/>
              <a:gd name="connsiteX411" fmla="*/ 1862248 w 7467600"/>
              <a:gd name="connsiteY411" fmla="*/ 6266397 h 6858000"/>
              <a:gd name="connsiteX412" fmla="*/ 1862250 w 7467600"/>
              <a:gd name="connsiteY412" fmla="*/ 6033531 h 6858000"/>
              <a:gd name="connsiteX413" fmla="*/ 1211999 w 7467600"/>
              <a:gd name="connsiteY413" fmla="*/ 6683610 h 6858000"/>
              <a:gd name="connsiteX414" fmla="*/ 1213266 w 7467600"/>
              <a:gd name="connsiteY414" fmla="*/ 6691947 h 6858000"/>
              <a:gd name="connsiteX415" fmla="*/ 1203370 w 7467600"/>
              <a:gd name="connsiteY415" fmla="*/ 6850676 h 6858000"/>
              <a:gd name="connsiteX416" fmla="*/ 1203671 w 7467600"/>
              <a:gd name="connsiteY416" fmla="*/ 6858000 h 6858000"/>
              <a:gd name="connsiteX417" fmla="*/ 1143180 w 7467600"/>
              <a:gd name="connsiteY417" fmla="*/ 6858000 h 6858000"/>
              <a:gd name="connsiteX418" fmla="*/ 1142176 w 7467600"/>
              <a:gd name="connsiteY418" fmla="*/ 6766045 h 6858000"/>
              <a:gd name="connsiteX419" fmla="*/ 1067484 w 7467600"/>
              <a:gd name="connsiteY419" fmla="*/ 6858000 h 6858000"/>
              <a:gd name="connsiteX420" fmla="*/ 953928 w 7467600"/>
              <a:gd name="connsiteY420" fmla="*/ 6858000 h 6858000"/>
              <a:gd name="connsiteX421" fmla="*/ 959715 w 7467600"/>
              <a:gd name="connsiteY421" fmla="*/ 6850185 h 6858000"/>
              <a:gd name="connsiteX422" fmla="*/ 1483788 w 7467600"/>
              <a:gd name="connsiteY422" fmla="*/ 6259174 h 6858000"/>
              <a:gd name="connsiteX423" fmla="*/ 1100671 w 7467600"/>
              <a:gd name="connsiteY423" fmla="*/ 6252137 h 6858000"/>
              <a:gd name="connsiteX424" fmla="*/ 1090144 w 7467600"/>
              <a:gd name="connsiteY424" fmla="*/ 6256748 h 6858000"/>
              <a:gd name="connsiteX425" fmla="*/ 1095872 w 7467600"/>
              <a:gd name="connsiteY425" fmla="*/ 6271892 h 6858000"/>
              <a:gd name="connsiteX426" fmla="*/ 262785 w 7467600"/>
              <a:gd name="connsiteY426" fmla="*/ 6845450 h 6858000"/>
              <a:gd name="connsiteX427" fmla="*/ 209968 w 7467600"/>
              <a:gd name="connsiteY427" fmla="*/ 6770713 h 6858000"/>
              <a:gd name="connsiteX428" fmla="*/ 873460 w 7467600"/>
              <a:gd name="connsiteY428" fmla="*/ 6253768 h 6858000"/>
              <a:gd name="connsiteX429" fmla="*/ 192686 w 7467600"/>
              <a:gd name="connsiteY429" fmla="*/ 5849257 h 6858000"/>
              <a:gd name="connsiteX430" fmla="*/ 4696 w 7467600"/>
              <a:gd name="connsiteY430" fmla="*/ 5697668 h 6858000"/>
              <a:gd name="connsiteX431" fmla="*/ 0 w 7467600"/>
              <a:gd name="connsiteY431" fmla="*/ 5689984 h 6858000"/>
              <a:gd name="connsiteX432" fmla="*/ 0 w 7467600"/>
              <a:gd name="connsiteY432" fmla="*/ 5513472 h 6858000"/>
              <a:gd name="connsiteX433" fmla="*/ 174101 w 7467600"/>
              <a:gd name="connsiteY433" fmla="*/ 5620277 h 6858000"/>
              <a:gd name="connsiteX434" fmla="*/ 891800 w 7467600"/>
              <a:gd name="connsiteY434" fmla="*/ 6036935 h 6858000"/>
              <a:gd name="connsiteX435" fmla="*/ 1072219 w 7467600"/>
              <a:gd name="connsiteY435" fmla="*/ 6169443 h 6858000"/>
              <a:gd name="connsiteX436" fmla="*/ 1074117 w 7467600"/>
              <a:gd name="connsiteY436" fmla="*/ 6170301 h 6858000"/>
              <a:gd name="connsiteX437" fmla="*/ 1083114 w 7467600"/>
              <a:gd name="connsiteY437" fmla="*/ 6174131 h 6858000"/>
              <a:gd name="connsiteX438" fmla="*/ 1543010 w 7467600"/>
              <a:gd name="connsiteY438" fmla="*/ 6191140 h 6858000"/>
              <a:gd name="connsiteX439" fmla="*/ 1551080 w 7467600"/>
              <a:gd name="connsiteY439" fmla="*/ 6195006 h 6858000"/>
              <a:gd name="connsiteX440" fmla="*/ 2345443 w 7467600"/>
              <a:gd name="connsiteY440" fmla="*/ 5549882 h 6858000"/>
              <a:gd name="connsiteX441" fmla="*/ 1721499 w 7467600"/>
              <a:gd name="connsiteY441" fmla="*/ 5599969 h 6858000"/>
              <a:gd name="connsiteX442" fmla="*/ 767716 w 7467600"/>
              <a:gd name="connsiteY442" fmla="*/ 5472768 h 6858000"/>
              <a:gd name="connsiteX443" fmla="*/ 722147 w 7467600"/>
              <a:gd name="connsiteY443" fmla="*/ 5393091 h 6858000"/>
              <a:gd name="connsiteX444" fmla="*/ 1485552 w 7467600"/>
              <a:gd name="connsiteY444" fmla="*/ 5313202 h 6858000"/>
              <a:gd name="connsiteX445" fmla="*/ 2143004 w 7467600"/>
              <a:gd name="connsiteY445" fmla="*/ 5402420 h 6858000"/>
              <a:gd name="connsiteX446" fmla="*/ 1933391 w 7467600"/>
              <a:gd name="connsiteY446" fmla="*/ 5156971 h 6858000"/>
              <a:gd name="connsiteX447" fmla="*/ 1827118 w 7467600"/>
              <a:gd name="connsiteY447" fmla="*/ 4968410 h 6858000"/>
              <a:gd name="connsiteX448" fmla="*/ 1837349 w 7467600"/>
              <a:gd name="connsiteY448" fmla="*/ 4956357 h 6858000"/>
              <a:gd name="connsiteX449" fmla="*/ 2162835 w 7467600"/>
              <a:gd name="connsiteY449" fmla="*/ 5187853 h 6858000"/>
              <a:gd name="connsiteX450" fmla="*/ 2257167 w 7467600"/>
              <a:gd name="connsiteY450" fmla="*/ 5462123 h 6858000"/>
              <a:gd name="connsiteX451" fmla="*/ 2261598 w 7467600"/>
              <a:gd name="connsiteY451" fmla="*/ 5467998 h 6858000"/>
              <a:gd name="connsiteX452" fmla="*/ 2437177 w 7467600"/>
              <a:gd name="connsiteY452" fmla="*/ 5479608 h 6858000"/>
              <a:gd name="connsiteX453" fmla="*/ 2445247 w 7467600"/>
              <a:gd name="connsiteY453" fmla="*/ 5483476 h 6858000"/>
              <a:gd name="connsiteX454" fmla="*/ 2743626 w 7467600"/>
              <a:gd name="connsiteY454" fmla="*/ 5304819 h 6858000"/>
              <a:gd name="connsiteX455" fmla="*/ 3048102 w 7467600"/>
              <a:gd name="connsiteY455" fmla="*/ 5150595 h 6858000"/>
              <a:gd name="connsiteX456" fmla="*/ 1799414 w 7467600"/>
              <a:gd name="connsiteY456" fmla="*/ 4694732 h 6858000"/>
              <a:gd name="connsiteX457" fmla="*/ 1771735 w 7467600"/>
              <a:gd name="connsiteY457" fmla="*/ 4619929 h 6858000"/>
              <a:gd name="connsiteX458" fmla="*/ 3104273 w 7467600"/>
              <a:gd name="connsiteY458" fmla="*/ 5076159 h 6858000"/>
              <a:gd name="connsiteX459" fmla="*/ 3113245 w 7467600"/>
              <a:gd name="connsiteY459" fmla="*/ 5090705 h 6858000"/>
              <a:gd name="connsiteX460" fmla="*/ 3126294 w 7467600"/>
              <a:gd name="connsiteY460" fmla="*/ 5114400 h 6858000"/>
              <a:gd name="connsiteX461" fmla="*/ 3937433 w 7467600"/>
              <a:gd name="connsiteY461" fmla="*/ 4830473 h 6858000"/>
              <a:gd name="connsiteX462" fmla="*/ 3590475 w 7467600"/>
              <a:gd name="connsiteY462" fmla="*/ 4597974 h 6858000"/>
              <a:gd name="connsiteX463" fmla="*/ 3100264 w 7467600"/>
              <a:gd name="connsiteY463" fmla="*/ 4579845 h 6858000"/>
              <a:gd name="connsiteX464" fmla="*/ 2183576 w 7467600"/>
              <a:gd name="connsiteY464" fmla="*/ 4227150 h 6858000"/>
              <a:gd name="connsiteX465" fmla="*/ 2151029 w 7467600"/>
              <a:gd name="connsiteY465" fmla="*/ 4146947 h 6858000"/>
              <a:gd name="connsiteX466" fmla="*/ 3563434 w 7467600"/>
              <a:gd name="connsiteY466" fmla="*/ 4469115 h 6858000"/>
              <a:gd name="connsiteX467" fmla="*/ 3177952 w 7467600"/>
              <a:gd name="connsiteY467" fmla="*/ 3657386 h 6858000"/>
              <a:gd name="connsiteX468" fmla="*/ 3189263 w 7467600"/>
              <a:gd name="connsiteY468" fmla="*/ 3625726 h 6858000"/>
              <a:gd name="connsiteX469" fmla="*/ 3560912 w 7467600"/>
              <a:gd name="connsiteY469" fmla="*/ 4079863 h 6858000"/>
              <a:gd name="connsiteX470" fmla="*/ 3626636 w 7467600"/>
              <a:gd name="connsiteY470" fmla="*/ 4512230 h 6858000"/>
              <a:gd name="connsiteX471" fmla="*/ 3653088 w 7467600"/>
              <a:gd name="connsiteY471" fmla="*/ 4521417 h 6858000"/>
              <a:gd name="connsiteX472" fmla="*/ 3988128 w 7467600"/>
              <a:gd name="connsiteY472" fmla="*/ 4817267 h 6858000"/>
              <a:gd name="connsiteX473" fmla="*/ 4830582 w 7467600"/>
              <a:gd name="connsiteY473" fmla="*/ 4676000 h 6858000"/>
              <a:gd name="connsiteX474" fmla="*/ 4830100 w 7467600"/>
              <a:gd name="connsiteY474" fmla="*/ 4675554 h 6858000"/>
              <a:gd name="connsiteX475" fmla="*/ 4036318 w 7467600"/>
              <a:gd name="connsiteY475" fmla="*/ 4147013 h 6858000"/>
              <a:gd name="connsiteX476" fmla="*/ 3432098 w 7467600"/>
              <a:gd name="connsiteY476" fmla="*/ 3537312 h 6858000"/>
              <a:gd name="connsiteX477" fmla="*/ 3446761 w 7467600"/>
              <a:gd name="connsiteY477" fmla="*/ 3461278 h 6858000"/>
              <a:gd name="connsiteX478" fmla="*/ 4419733 w 7467600"/>
              <a:gd name="connsiteY478" fmla="*/ 3963555 h 6858000"/>
              <a:gd name="connsiteX479" fmla="*/ 4781371 w 7467600"/>
              <a:gd name="connsiteY479" fmla="*/ 4458604 h 6858000"/>
              <a:gd name="connsiteX480" fmla="*/ 4780440 w 7467600"/>
              <a:gd name="connsiteY480" fmla="*/ 4470290 h 6858000"/>
              <a:gd name="connsiteX481" fmla="*/ 4898954 w 7467600"/>
              <a:gd name="connsiteY481" fmla="*/ 4662092 h 6858000"/>
              <a:gd name="connsiteX482" fmla="*/ 4900699 w 7467600"/>
              <a:gd name="connsiteY482" fmla="*/ 4670867 h 6858000"/>
              <a:gd name="connsiteX483" fmla="*/ 5714511 w 7467600"/>
              <a:gd name="connsiteY483" fmla="*/ 4663483 h 6858000"/>
              <a:gd name="connsiteX484" fmla="*/ 5464793 w 7467600"/>
              <a:gd name="connsiteY484" fmla="*/ 4393556 h 6858000"/>
              <a:gd name="connsiteX485" fmla="*/ 5461897 w 7467600"/>
              <a:gd name="connsiteY485" fmla="*/ 4390879 h 6858000"/>
              <a:gd name="connsiteX486" fmla="*/ 4294126 w 7467600"/>
              <a:gd name="connsiteY486" fmla="*/ 3303048 h 6858000"/>
              <a:gd name="connsiteX487" fmla="*/ 4305321 w 7467600"/>
              <a:gd name="connsiteY487" fmla="*/ 3256953 h 6858000"/>
              <a:gd name="connsiteX488" fmla="*/ 4949299 w 7467600"/>
              <a:gd name="connsiteY488" fmla="*/ 3766336 h 6858000"/>
              <a:gd name="connsiteX489" fmla="*/ 5291452 w 7467600"/>
              <a:gd name="connsiteY489" fmla="*/ 4076801 h 6858000"/>
              <a:gd name="connsiteX490" fmla="*/ 5434998 w 7467600"/>
              <a:gd name="connsiteY490" fmla="*/ 4254100 h 6858000"/>
              <a:gd name="connsiteX491" fmla="*/ 5351015 w 7467600"/>
              <a:gd name="connsiteY491" fmla="*/ 3760989 h 6858000"/>
              <a:gd name="connsiteX492" fmla="*/ 5413780 w 7467600"/>
              <a:gd name="connsiteY492" fmla="*/ 2966265 h 6858000"/>
              <a:gd name="connsiteX493" fmla="*/ 5425627 w 7467600"/>
              <a:gd name="connsiteY493" fmla="*/ 2954192 h 6858000"/>
              <a:gd name="connsiteX494" fmla="*/ 6604735 w 7467600"/>
              <a:gd name="connsiteY494" fmla="*/ 2041381 h 6858000"/>
              <a:gd name="connsiteX495" fmla="*/ 7204487 w 7467600"/>
              <a:gd name="connsiteY495" fmla="*/ 2742112 h 6858000"/>
              <a:gd name="connsiteX496" fmla="*/ 7131592 w 7467600"/>
              <a:gd name="connsiteY496" fmla="*/ 2672096 h 6858000"/>
              <a:gd name="connsiteX497" fmla="*/ 6996344 w 7467600"/>
              <a:gd name="connsiteY497" fmla="*/ 2518310 h 6858000"/>
              <a:gd name="connsiteX498" fmla="*/ 6735495 w 7467600"/>
              <a:gd name="connsiteY498" fmla="*/ 2196890 h 6858000"/>
              <a:gd name="connsiteX499" fmla="*/ 6721901 w 7467600"/>
              <a:gd name="connsiteY499" fmla="*/ 2179274 h 6858000"/>
              <a:gd name="connsiteX500" fmla="*/ 6604735 w 7467600"/>
              <a:gd name="connsiteY500" fmla="*/ 2041381 h 6858000"/>
              <a:gd name="connsiteX501" fmla="*/ 6591670 w 7467600"/>
              <a:gd name="connsiteY501" fmla="*/ 1988277 h 6858000"/>
              <a:gd name="connsiteX502" fmla="*/ 6747349 w 7467600"/>
              <a:gd name="connsiteY502" fmla="*/ 2160069 h 6858000"/>
              <a:gd name="connsiteX503" fmla="*/ 6760943 w 7467600"/>
              <a:gd name="connsiteY503" fmla="*/ 2177686 h 6858000"/>
              <a:gd name="connsiteX504" fmla="*/ 7021065 w 7467600"/>
              <a:gd name="connsiteY504" fmla="*/ 2498102 h 6858000"/>
              <a:gd name="connsiteX505" fmla="*/ 7155223 w 7467600"/>
              <a:gd name="connsiteY505" fmla="*/ 2650386 h 6858000"/>
              <a:gd name="connsiteX506" fmla="*/ 7203167 w 7467600"/>
              <a:gd name="connsiteY506" fmla="*/ 2697288 h 6858000"/>
              <a:gd name="connsiteX507" fmla="*/ 6937703 w 7467600"/>
              <a:gd name="connsiteY507" fmla="*/ 2321981 h 6858000"/>
              <a:gd name="connsiteX508" fmla="*/ 6591670 w 7467600"/>
              <a:gd name="connsiteY508" fmla="*/ 1988277 h 6858000"/>
              <a:gd name="connsiteX509" fmla="*/ 5798671 w 7467600"/>
              <a:gd name="connsiteY509" fmla="*/ 1981601 h 6858000"/>
              <a:gd name="connsiteX510" fmla="*/ 5754709 w 7467600"/>
              <a:gd name="connsiteY510" fmla="*/ 2071454 h 6858000"/>
              <a:gd name="connsiteX511" fmla="*/ 5763044 w 7467600"/>
              <a:gd name="connsiteY511" fmla="*/ 2842206 h 6858000"/>
              <a:gd name="connsiteX512" fmla="*/ 5764974 w 7467600"/>
              <a:gd name="connsiteY512" fmla="*/ 2799609 h 6858000"/>
              <a:gd name="connsiteX513" fmla="*/ 5767665 w 7467600"/>
              <a:gd name="connsiteY513" fmla="*/ 2666409 h 6858000"/>
              <a:gd name="connsiteX514" fmla="*/ 5763055 w 7467600"/>
              <a:gd name="connsiteY514" fmla="*/ 2579705 h 6858000"/>
              <a:gd name="connsiteX515" fmla="*/ 5758079 w 7467600"/>
              <a:gd name="connsiteY515" fmla="*/ 2492508 h 6858000"/>
              <a:gd name="connsiteX516" fmla="*/ 5779325 w 7467600"/>
              <a:gd name="connsiteY516" fmla="*/ 2197069 h 6858000"/>
              <a:gd name="connsiteX517" fmla="*/ 5798671 w 7467600"/>
              <a:gd name="connsiteY517" fmla="*/ 1981601 h 6858000"/>
              <a:gd name="connsiteX518" fmla="*/ 5829202 w 7467600"/>
              <a:gd name="connsiteY518" fmla="*/ 1971679 h 6858000"/>
              <a:gd name="connsiteX519" fmla="*/ 5809558 w 7467600"/>
              <a:gd name="connsiteY519" fmla="*/ 2198043 h 6858000"/>
              <a:gd name="connsiteX520" fmla="*/ 5788653 w 7467600"/>
              <a:gd name="connsiteY520" fmla="*/ 2489430 h 6858000"/>
              <a:gd name="connsiteX521" fmla="*/ 5793439 w 7467600"/>
              <a:gd name="connsiteY521" fmla="*/ 2575235 h 6858000"/>
              <a:gd name="connsiteX522" fmla="*/ 5796837 w 7467600"/>
              <a:gd name="connsiteY522" fmla="*/ 2637633 h 6858000"/>
              <a:gd name="connsiteX523" fmla="*/ 5818614 w 7467600"/>
              <a:gd name="connsiteY523" fmla="*/ 2473055 h 6858000"/>
              <a:gd name="connsiteX524" fmla="*/ 5829202 w 7467600"/>
              <a:gd name="connsiteY524" fmla="*/ 1971679 h 6858000"/>
              <a:gd name="connsiteX525" fmla="*/ 5911389 w 7467600"/>
              <a:gd name="connsiteY525" fmla="*/ 1898371 h 6858000"/>
              <a:gd name="connsiteX526" fmla="*/ 6237627 w 7467600"/>
              <a:gd name="connsiteY526" fmla="*/ 2231921 h 6858000"/>
              <a:gd name="connsiteX527" fmla="*/ 5911389 w 7467600"/>
              <a:gd name="connsiteY527" fmla="*/ 1898371 h 6858000"/>
              <a:gd name="connsiteX528" fmla="*/ 6944437 w 7467600"/>
              <a:gd name="connsiteY528" fmla="*/ 1575402 h 6858000"/>
              <a:gd name="connsiteX529" fmla="*/ 6304730 w 7467600"/>
              <a:gd name="connsiteY529" fmla="*/ 1766654 h 6858000"/>
              <a:gd name="connsiteX530" fmla="*/ 6944437 w 7467600"/>
              <a:gd name="connsiteY530" fmla="*/ 1575402 h 6858000"/>
              <a:gd name="connsiteX531" fmla="*/ 7019523 w 7467600"/>
              <a:gd name="connsiteY531" fmla="*/ 1519450 h 6858000"/>
              <a:gd name="connsiteX532" fmla="*/ 6298091 w 7467600"/>
              <a:gd name="connsiteY532" fmla="*/ 1737122 h 6858000"/>
              <a:gd name="connsiteX533" fmla="*/ 7019523 w 7467600"/>
              <a:gd name="connsiteY533" fmla="*/ 1519450 h 6858000"/>
              <a:gd name="connsiteX534" fmla="*/ 2399523 w 7467600"/>
              <a:gd name="connsiteY534" fmla="*/ 1428234 h 6858000"/>
              <a:gd name="connsiteX535" fmla="*/ 2224982 w 7467600"/>
              <a:gd name="connsiteY535" fmla="*/ 1826201 h 6858000"/>
              <a:gd name="connsiteX536" fmla="*/ 2096099 w 7467600"/>
              <a:gd name="connsiteY536" fmla="*/ 2345900 h 6858000"/>
              <a:gd name="connsiteX537" fmla="*/ 2283317 w 7467600"/>
              <a:gd name="connsiteY537" fmla="*/ 1796925 h 6858000"/>
              <a:gd name="connsiteX538" fmla="*/ 2399523 w 7467600"/>
              <a:gd name="connsiteY538" fmla="*/ 1428234 h 6858000"/>
              <a:gd name="connsiteX539" fmla="*/ 2448558 w 7467600"/>
              <a:gd name="connsiteY539" fmla="*/ 1373435 h 6858000"/>
              <a:gd name="connsiteX540" fmla="*/ 2312521 w 7467600"/>
              <a:gd name="connsiteY540" fmla="*/ 1806140 h 6858000"/>
              <a:gd name="connsiteX541" fmla="*/ 2127533 w 7467600"/>
              <a:gd name="connsiteY541" fmla="*/ 2348380 h 6858000"/>
              <a:gd name="connsiteX542" fmla="*/ 2358080 w 7467600"/>
              <a:gd name="connsiteY542" fmla="*/ 1866134 h 6858000"/>
              <a:gd name="connsiteX543" fmla="*/ 2407436 w 7467600"/>
              <a:gd name="connsiteY543" fmla="*/ 1651070 h 6858000"/>
              <a:gd name="connsiteX544" fmla="*/ 2448558 w 7467600"/>
              <a:gd name="connsiteY544" fmla="*/ 1373435 h 6858000"/>
              <a:gd name="connsiteX545" fmla="*/ 278707 w 7467600"/>
              <a:gd name="connsiteY545" fmla="*/ 1352270 h 6858000"/>
              <a:gd name="connsiteX546" fmla="*/ 321570 w 7467600"/>
              <a:gd name="connsiteY546" fmla="*/ 1861610 h 6858000"/>
              <a:gd name="connsiteX547" fmla="*/ 294281 w 7467600"/>
              <a:gd name="connsiteY547" fmla="*/ 1440658 h 6858000"/>
              <a:gd name="connsiteX548" fmla="*/ 278707 w 7467600"/>
              <a:gd name="connsiteY548" fmla="*/ 1352270 h 6858000"/>
              <a:gd name="connsiteX549" fmla="*/ 1423821 w 7467600"/>
              <a:gd name="connsiteY549" fmla="*/ 1351958 h 6858000"/>
              <a:gd name="connsiteX550" fmla="*/ 1638521 w 7467600"/>
              <a:gd name="connsiteY550" fmla="*/ 1908470 h 6858000"/>
              <a:gd name="connsiteX551" fmla="*/ 1754199 w 7467600"/>
              <a:gd name="connsiteY551" fmla="*/ 2149284 h 6858000"/>
              <a:gd name="connsiteX552" fmla="*/ 1908359 w 7467600"/>
              <a:gd name="connsiteY552" fmla="*/ 2364988 h 6858000"/>
              <a:gd name="connsiteX553" fmla="*/ 1647661 w 7467600"/>
              <a:gd name="connsiteY553" fmla="*/ 1825945 h 6858000"/>
              <a:gd name="connsiteX554" fmla="*/ 1423821 w 7467600"/>
              <a:gd name="connsiteY554" fmla="*/ 1351958 h 6858000"/>
              <a:gd name="connsiteX555" fmla="*/ 1431890 w 7467600"/>
              <a:gd name="connsiteY555" fmla="*/ 1306475 h 6858000"/>
              <a:gd name="connsiteX556" fmla="*/ 1507597 w 7467600"/>
              <a:gd name="connsiteY556" fmla="*/ 1446132 h 6858000"/>
              <a:gd name="connsiteX557" fmla="*/ 1674586 w 7467600"/>
              <a:gd name="connsiteY557" fmla="*/ 1813832 h 6858000"/>
              <a:gd name="connsiteX558" fmla="*/ 1815950 w 7467600"/>
              <a:gd name="connsiteY558" fmla="*/ 2128564 h 6858000"/>
              <a:gd name="connsiteX559" fmla="*/ 1984242 w 7467600"/>
              <a:gd name="connsiteY559" fmla="*/ 2430829 h 6858000"/>
              <a:gd name="connsiteX560" fmla="*/ 2014023 w 7467600"/>
              <a:gd name="connsiteY560" fmla="*/ 2450995 h 6858000"/>
              <a:gd name="connsiteX561" fmla="*/ 1747337 w 7467600"/>
              <a:gd name="connsiteY561" fmla="*/ 1855264 h 6858000"/>
              <a:gd name="connsiteX562" fmla="*/ 1533749 w 7467600"/>
              <a:gd name="connsiteY562" fmla="*/ 1478656 h 6858000"/>
              <a:gd name="connsiteX563" fmla="*/ 1431890 w 7467600"/>
              <a:gd name="connsiteY563" fmla="*/ 1306475 h 6858000"/>
              <a:gd name="connsiteX564" fmla="*/ 5052692 w 7467600"/>
              <a:gd name="connsiteY564" fmla="*/ 1292994 h 6858000"/>
              <a:gd name="connsiteX565" fmla="*/ 5200661 w 7467600"/>
              <a:gd name="connsiteY565" fmla="*/ 1635186 h 6858000"/>
              <a:gd name="connsiteX566" fmla="*/ 5297138 w 7467600"/>
              <a:gd name="connsiteY566" fmla="*/ 1906351 h 6858000"/>
              <a:gd name="connsiteX567" fmla="*/ 5052692 w 7467600"/>
              <a:gd name="connsiteY567" fmla="*/ 1292994 h 6858000"/>
              <a:gd name="connsiteX568" fmla="*/ 5009948 w 7467600"/>
              <a:gd name="connsiteY568" fmla="*/ 1273619 h 6858000"/>
              <a:gd name="connsiteX569" fmla="*/ 5121777 w 7467600"/>
              <a:gd name="connsiteY569" fmla="*/ 1654213 h 6858000"/>
              <a:gd name="connsiteX570" fmla="*/ 5293545 w 7467600"/>
              <a:gd name="connsiteY570" fmla="*/ 2072247 h 6858000"/>
              <a:gd name="connsiteX571" fmla="*/ 5294042 w 7467600"/>
              <a:gd name="connsiteY571" fmla="*/ 2065019 h 6858000"/>
              <a:gd name="connsiteX572" fmla="*/ 5171936 w 7467600"/>
              <a:gd name="connsiteY572" fmla="*/ 1647613 h 6858000"/>
              <a:gd name="connsiteX573" fmla="*/ 5009948 w 7467600"/>
              <a:gd name="connsiteY573" fmla="*/ 1273619 h 6858000"/>
              <a:gd name="connsiteX574" fmla="*/ 655236 w 7467600"/>
              <a:gd name="connsiteY574" fmla="*/ 1268632 h 6858000"/>
              <a:gd name="connsiteX575" fmla="*/ 839521 w 7467600"/>
              <a:gd name="connsiteY575" fmla="*/ 1685315 h 6858000"/>
              <a:gd name="connsiteX576" fmla="*/ 1109416 w 7467600"/>
              <a:gd name="connsiteY576" fmla="*/ 2061663 h 6858000"/>
              <a:gd name="connsiteX577" fmla="*/ 1298300 w 7467600"/>
              <a:gd name="connsiteY577" fmla="*/ 2247742 h 6858000"/>
              <a:gd name="connsiteX578" fmla="*/ 1125871 w 7467600"/>
              <a:gd name="connsiteY578" fmla="*/ 1989513 h 6858000"/>
              <a:gd name="connsiteX579" fmla="*/ 981574 w 7467600"/>
              <a:gd name="connsiteY579" fmla="*/ 1783157 h 6858000"/>
              <a:gd name="connsiteX580" fmla="*/ 922198 w 7467600"/>
              <a:gd name="connsiteY580" fmla="*/ 1677437 h 6858000"/>
              <a:gd name="connsiteX581" fmla="*/ 869293 w 7467600"/>
              <a:gd name="connsiteY581" fmla="*/ 1583214 h 6858000"/>
              <a:gd name="connsiteX582" fmla="*/ 751431 w 7467600"/>
              <a:gd name="connsiteY582" fmla="*/ 1405731 h 6858000"/>
              <a:gd name="connsiteX583" fmla="*/ 655236 w 7467600"/>
              <a:gd name="connsiteY583" fmla="*/ 1268632 h 6858000"/>
              <a:gd name="connsiteX584" fmla="*/ 6516292 w 7467600"/>
              <a:gd name="connsiteY584" fmla="*/ 1263064 h 6858000"/>
              <a:gd name="connsiteX585" fmla="*/ 5736320 w 7467600"/>
              <a:gd name="connsiteY585" fmla="*/ 1501803 h 6858000"/>
              <a:gd name="connsiteX586" fmla="*/ 6516292 w 7467600"/>
              <a:gd name="connsiteY586" fmla="*/ 1263064 h 6858000"/>
              <a:gd name="connsiteX587" fmla="*/ 291466 w 7467600"/>
              <a:gd name="connsiteY587" fmla="*/ 1250369 h 6858000"/>
              <a:gd name="connsiteX588" fmla="*/ 323180 w 7467600"/>
              <a:gd name="connsiteY588" fmla="*/ 1435283 h 6858000"/>
              <a:gd name="connsiteX589" fmla="*/ 349381 w 7467600"/>
              <a:gd name="connsiteY589" fmla="*/ 1875041 h 6858000"/>
              <a:gd name="connsiteX590" fmla="*/ 374363 w 7467600"/>
              <a:gd name="connsiteY590" fmla="*/ 1506494 h 6858000"/>
              <a:gd name="connsiteX591" fmla="*/ 302168 w 7467600"/>
              <a:gd name="connsiteY591" fmla="*/ 1274495 h 6858000"/>
              <a:gd name="connsiteX592" fmla="*/ 291466 w 7467600"/>
              <a:gd name="connsiteY592" fmla="*/ 1250369 h 6858000"/>
              <a:gd name="connsiteX593" fmla="*/ 678222 w 7467600"/>
              <a:gd name="connsiteY593" fmla="*/ 1248670 h 6858000"/>
              <a:gd name="connsiteX594" fmla="*/ 775536 w 7467600"/>
              <a:gd name="connsiteY594" fmla="*/ 1388015 h 6858000"/>
              <a:gd name="connsiteX595" fmla="*/ 894529 w 7467600"/>
              <a:gd name="connsiteY595" fmla="*/ 1567739 h 6858000"/>
              <a:gd name="connsiteX596" fmla="*/ 948000 w 7467600"/>
              <a:gd name="connsiteY596" fmla="*/ 1663088 h 6858000"/>
              <a:gd name="connsiteX597" fmla="*/ 1006812 w 7467600"/>
              <a:gd name="connsiteY597" fmla="*/ 1767683 h 6858000"/>
              <a:gd name="connsiteX598" fmla="*/ 1149133 w 7467600"/>
              <a:gd name="connsiteY598" fmla="*/ 1971513 h 6858000"/>
              <a:gd name="connsiteX599" fmla="*/ 1333952 w 7467600"/>
              <a:gd name="connsiteY599" fmla="*/ 2251620 h 6858000"/>
              <a:gd name="connsiteX600" fmla="*/ 1337329 w 7467600"/>
              <a:gd name="connsiteY600" fmla="*/ 2258350 h 6858000"/>
              <a:gd name="connsiteX601" fmla="*/ 1014726 w 7467600"/>
              <a:gd name="connsiteY601" fmla="*/ 1615556 h 6858000"/>
              <a:gd name="connsiteX602" fmla="*/ 678222 w 7467600"/>
              <a:gd name="connsiteY602" fmla="*/ 1248670 h 6858000"/>
              <a:gd name="connsiteX603" fmla="*/ 6691602 w 7467600"/>
              <a:gd name="connsiteY603" fmla="*/ 1140573 h 6858000"/>
              <a:gd name="connsiteX604" fmla="*/ 6571100 w 7467600"/>
              <a:gd name="connsiteY604" fmla="*/ 1183662 h 6858000"/>
              <a:gd name="connsiteX605" fmla="*/ 6241687 w 7467600"/>
              <a:gd name="connsiteY605" fmla="*/ 1257600 h 6858000"/>
              <a:gd name="connsiteX606" fmla="*/ 5693009 w 7467600"/>
              <a:gd name="connsiteY606" fmla="*/ 1478256 h 6858000"/>
              <a:gd name="connsiteX607" fmla="*/ 6548420 w 7467600"/>
              <a:gd name="connsiteY607" fmla="*/ 1214599 h 6858000"/>
              <a:gd name="connsiteX608" fmla="*/ 6605473 w 7467600"/>
              <a:gd name="connsiteY608" fmla="*/ 1184686 h 6858000"/>
              <a:gd name="connsiteX609" fmla="*/ 6691602 w 7467600"/>
              <a:gd name="connsiteY609" fmla="*/ 1140573 h 6858000"/>
              <a:gd name="connsiteX610" fmla="*/ 4002475 w 7467600"/>
              <a:gd name="connsiteY610" fmla="*/ 1037802 h 6858000"/>
              <a:gd name="connsiteX611" fmla="*/ 4000324 w 7467600"/>
              <a:gd name="connsiteY611" fmla="*/ 1039362 h 6858000"/>
              <a:gd name="connsiteX612" fmla="*/ 4002862 w 7467600"/>
              <a:gd name="connsiteY612" fmla="*/ 1042866 h 6858000"/>
              <a:gd name="connsiteX613" fmla="*/ 4002475 w 7467600"/>
              <a:gd name="connsiteY613" fmla="*/ 1037802 h 6858000"/>
              <a:gd name="connsiteX614" fmla="*/ 506322 w 7467600"/>
              <a:gd name="connsiteY614" fmla="*/ 1020997 h 6858000"/>
              <a:gd name="connsiteX615" fmla="*/ 533068 w 7467600"/>
              <a:gd name="connsiteY615" fmla="*/ 1029409 h 6858000"/>
              <a:gd name="connsiteX616" fmla="*/ 1232525 w 7467600"/>
              <a:gd name="connsiteY616" fmla="*/ 1804675 h 6858000"/>
              <a:gd name="connsiteX617" fmla="*/ 1388858 w 7467600"/>
              <a:gd name="connsiteY617" fmla="*/ 2368011 h 6858000"/>
              <a:gd name="connsiteX618" fmla="*/ 1384098 w 7467600"/>
              <a:gd name="connsiteY618" fmla="*/ 2378125 h 6858000"/>
              <a:gd name="connsiteX619" fmla="*/ 1425393 w 7467600"/>
              <a:gd name="connsiteY619" fmla="*/ 2589124 h 6858000"/>
              <a:gd name="connsiteX620" fmla="*/ 1424001 w 7467600"/>
              <a:gd name="connsiteY620" fmla="*/ 2597541 h 6858000"/>
              <a:gd name="connsiteX621" fmla="*/ 2152729 w 7467600"/>
              <a:gd name="connsiteY621" fmla="*/ 2864487 h 6858000"/>
              <a:gd name="connsiteX622" fmla="*/ 2020609 w 7467600"/>
              <a:gd name="connsiteY622" fmla="*/ 2539671 h 6858000"/>
              <a:gd name="connsiteX623" fmla="*/ 2018920 w 7467600"/>
              <a:gd name="connsiteY623" fmla="*/ 2536309 h 6858000"/>
              <a:gd name="connsiteX624" fmla="*/ 1342441 w 7467600"/>
              <a:gd name="connsiteY624" fmla="*/ 1173017 h 6858000"/>
              <a:gd name="connsiteX625" fmla="*/ 1367925 w 7467600"/>
              <a:gd name="connsiteY625" fmla="*/ 1135648 h 6858000"/>
              <a:gd name="connsiteX626" fmla="*/ 1771401 w 7467600"/>
              <a:gd name="connsiteY626" fmla="*/ 1806673 h 6858000"/>
              <a:gd name="connsiteX627" fmla="*/ 1972385 w 7467600"/>
              <a:gd name="connsiteY627" fmla="*/ 2198735 h 6858000"/>
              <a:gd name="connsiteX628" fmla="*/ 2040892 w 7467600"/>
              <a:gd name="connsiteY628" fmla="*/ 2405205 h 6858000"/>
              <a:gd name="connsiteX629" fmla="*/ 2131689 w 7467600"/>
              <a:gd name="connsiteY629" fmla="*/ 1936926 h 6858000"/>
              <a:gd name="connsiteX630" fmla="*/ 2454820 w 7467600"/>
              <a:gd name="connsiteY630" fmla="*/ 1248808 h 6858000"/>
              <a:gd name="connsiteX631" fmla="*/ 2492512 w 7467600"/>
              <a:gd name="connsiteY631" fmla="*/ 1302920 h 6858000"/>
              <a:gd name="connsiteX632" fmla="*/ 2081216 w 7467600"/>
              <a:gd name="connsiteY632" fmla="*/ 2527513 h 6858000"/>
              <a:gd name="connsiteX633" fmla="*/ 2081211 w 7467600"/>
              <a:gd name="connsiteY633" fmla="*/ 2528916 h 6858000"/>
              <a:gd name="connsiteX634" fmla="*/ 2199067 w 7467600"/>
              <a:gd name="connsiteY634" fmla="*/ 2884061 h 6858000"/>
              <a:gd name="connsiteX635" fmla="*/ 3192586 w 7467600"/>
              <a:gd name="connsiteY635" fmla="*/ 3411496 h 6858000"/>
              <a:gd name="connsiteX636" fmla="*/ 3182620 w 7467600"/>
              <a:gd name="connsiteY636" fmla="*/ 3483279 h 6858000"/>
              <a:gd name="connsiteX637" fmla="*/ 2435119 w 7467600"/>
              <a:gd name="connsiteY637" fmla="*/ 3080173 h 6858000"/>
              <a:gd name="connsiteX638" fmla="*/ 2410152 w 7467600"/>
              <a:gd name="connsiteY638" fmla="*/ 3063751 h 6858000"/>
              <a:gd name="connsiteX639" fmla="*/ 2408099 w 7467600"/>
              <a:gd name="connsiteY639" fmla="*/ 3064403 h 6858000"/>
              <a:gd name="connsiteX640" fmla="*/ 2407218 w 7467600"/>
              <a:gd name="connsiteY640" fmla="*/ 3070324 h 6858000"/>
              <a:gd name="connsiteX641" fmla="*/ 2380138 w 7467600"/>
              <a:gd name="connsiteY641" fmla="*/ 3099341 h 6858000"/>
              <a:gd name="connsiteX642" fmla="*/ 1765923 w 7467600"/>
              <a:gd name="connsiteY642" fmla="*/ 3581043 h 6858000"/>
              <a:gd name="connsiteX643" fmla="*/ 1702258 w 7467600"/>
              <a:gd name="connsiteY643" fmla="*/ 3612286 h 6858000"/>
              <a:gd name="connsiteX644" fmla="*/ 1538370 w 7467600"/>
              <a:gd name="connsiteY644" fmla="*/ 3811804 h 6858000"/>
              <a:gd name="connsiteX645" fmla="*/ 542867 w 7467600"/>
              <a:gd name="connsiteY645" fmla="*/ 4944092 h 6858000"/>
              <a:gd name="connsiteX646" fmla="*/ 515800 w 7467600"/>
              <a:gd name="connsiteY646" fmla="*/ 4862180 h 6858000"/>
              <a:gd name="connsiteX647" fmla="*/ 909145 w 7467600"/>
              <a:gd name="connsiteY647" fmla="*/ 4199225 h 6858000"/>
              <a:gd name="connsiteX648" fmla="*/ 1214067 w 7467600"/>
              <a:gd name="connsiteY648" fmla="*/ 3908561 h 6858000"/>
              <a:gd name="connsiteX649" fmla="*/ 640967 w 7467600"/>
              <a:gd name="connsiteY649" fmla="*/ 4105601 h 6858000"/>
              <a:gd name="connsiteX650" fmla="*/ 112563 w 7467600"/>
              <a:gd name="connsiteY650" fmla="*/ 4396952 h 6858000"/>
              <a:gd name="connsiteX651" fmla="*/ 0 w 7467600"/>
              <a:gd name="connsiteY651" fmla="*/ 4466006 h 6858000"/>
              <a:gd name="connsiteX652" fmla="*/ 0 w 7467600"/>
              <a:gd name="connsiteY652" fmla="*/ 4233763 h 6858000"/>
              <a:gd name="connsiteX653" fmla="*/ 36881 w 7467600"/>
              <a:gd name="connsiteY653" fmla="*/ 4200118 h 6858000"/>
              <a:gd name="connsiteX654" fmla="*/ 910534 w 7467600"/>
              <a:gd name="connsiteY654" fmla="*/ 3629753 h 6858000"/>
              <a:gd name="connsiteX655" fmla="*/ 1578717 w 7467600"/>
              <a:gd name="connsiteY655" fmla="*/ 3575982 h 6858000"/>
              <a:gd name="connsiteX656" fmla="*/ 2338780 w 7467600"/>
              <a:gd name="connsiteY656" fmla="*/ 3033725 h 6858000"/>
              <a:gd name="connsiteX657" fmla="*/ 1807991 w 7467600"/>
              <a:gd name="connsiteY657" fmla="*/ 2807184 h 6858000"/>
              <a:gd name="connsiteX658" fmla="*/ 1416358 w 7467600"/>
              <a:gd name="connsiteY658" fmla="*/ 3112571 h 6858000"/>
              <a:gd name="connsiteX659" fmla="*/ 939066 w 7467600"/>
              <a:gd name="connsiteY659" fmla="*/ 3378798 h 6858000"/>
              <a:gd name="connsiteX660" fmla="*/ 115099 w 7467600"/>
              <a:gd name="connsiteY660" fmla="*/ 3607650 h 6858000"/>
              <a:gd name="connsiteX661" fmla="*/ 97284 w 7467600"/>
              <a:gd name="connsiteY661" fmla="*/ 3520393 h 6858000"/>
              <a:gd name="connsiteX662" fmla="*/ 922050 w 7467600"/>
              <a:gd name="connsiteY662" fmla="*/ 3074867 h 6858000"/>
              <a:gd name="connsiteX663" fmla="*/ 1405265 w 7467600"/>
              <a:gd name="connsiteY663" fmla="*/ 3016319 h 6858000"/>
              <a:gd name="connsiteX664" fmla="*/ 1407512 w 7467600"/>
              <a:gd name="connsiteY664" fmla="*/ 3018001 h 6858000"/>
              <a:gd name="connsiteX665" fmla="*/ 1726266 w 7467600"/>
              <a:gd name="connsiteY665" fmla="*/ 2777274 h 6858000"/>
              <a:gd name="connsiteX666" fmla="*/ 625390 w 7467600"/>
              <a:gd name="connsiteY666" fmla="*/ 2514541 h 6858000"/>
              <a:gd name="connsiteX667" fmla="*/ 619799 w 7467600"/>
              <a:gd name="connsiteY667" fmla="*/ 2527180 h 6858000"/>
              <a:gd name="connsiteX668" fmla="*/ 310030 w 7467600"/>
              <a:gd name="connsiteY668" fmla="*/ 2771818 h 6858000"/>
              <a:gd name="connsiteX669" fmla="*/ 173877 w 7467600"/>
              <a:gd name="connsiteY669" fmla="*/ 2937056 h 6858000"/>
              <a:gd name="connsiteX670" fmla="*/ 77889 w 7467600"/>
              <a:gd name="connsiteY670" fmla="*/ 3138440 h 6858000"/>
              <a:gd name="connsiteX671" fmla="*/ 0 w 7467600"/>
              <a:gd name="connsiteY671" fmla="*/ 3271395 h 6858000"/>
              <a:gd name="connsiteX672" fmla="*/ 0 w 7467600"/>
              <a:gd name="connsiteY672" fmla="*/ 3153002 h 6858000"/>
              <a:gd name="connsiteX673" fmla="*/ 2386 w 7467600"/>
              <a:gd name="connsiteY673" fmla="*/ 3149203 h 6858000"/>
              <a:gd name="connsiteX674" fmla="*/ 89753 w 7467600"/>
              <a:gd name="connsiteY674" fmla="*/ 2987702 h 6858000"/>
              <a:gd name="connsiteX675" fmla="*/ 76869 w 7467600"/>
              <a:gd name="connsiteY675" fmla="*/ 3005404 h 6858000"/>
              <a:gd name="connsiteX676" fmla="*/ 32049 w 7467600"/>
              <a:gd name="connsiteY676" fmla="*/ 3065814 h 6858000"/>
              <a:gd name="connsiteX677" fmla="*/ 0 w 7467600"/>
              <a:gd name="connsiteY677" fmla="*/ 3108744 h 6858000"/>
              <a:gd name="connsiteX678" fmla="*/ 0 w 7467600"/>
              <a:gd name="connsiteY678" fmla="*/ 3058059 h 6858000"/>
              <a:gd name="connsiteX679" fmla="*/ 7610 w 7467600"/>
              <a:gd name="connsiteY679" fmla="*/ 3047889 h 6858000"/>
              <a:gd name="connsiteX680" fmla="*/ 52419 w 7467600"/>
              <a:gd name="connsiteY680" fmla="*/ 2987479 h 6858000"/>
              <a:gd name="connsiteX681" fmla="*/ 59142 w 7467600"/>
              <a:gd name="connsiteY681" fmla="*/ 2978488 h 6858000"/>
              <a:gd name="connsiteX682" fmla="*/ 0 w 7467600"/>
              <a:gd name="connsiteY682" fmla="*/ 3015334 h 6858000"/>
              <a:gd name="connsiteX683" fmla="*/ 0 w 7467600"/>
              <a:gd name="connsiteY683" fmla="*/ 2914286 h 6858000"/>
              <a:gd name="connsiteX684" fmla="*/ 36383 w 7467600"/>
              <a:gd name="connsiteY684" fmla="*/ 2901128 h 6858000"/>
              <a:gd name="connsiteX685" fmla="*/ 156329 w 7467600"/>
              <a:gd name="connsiteY685" fmla="*/ 2840533 h 6858000"/>
              <a:gd name="connsiteX686" fmla="*/ 358355 w 7467600"/>
              <a:gd name="connsiteY686" fmla="*/ 2620471 h 6858000"/>
              <a:gd name="connsiteX687" fmla="*/ 510577 w 7467600"/>
              <a:gd name="connsiteY687" fmla="*/ 2501244 h 6858000"/>
              <a:gd name="connsiteX688" fmla="*/ 211967 w 7467600"/>
              <a:gd name="connsiteY688" fmla="*/ 2479171 h 6858000"/>
              <a:gd name="connsiteX689" fmla="*/ 0 w 7467600"/>
              <a:gd name="connsiteY689" fmla="*/ 2476398 h 6858000"/>
              <a:gd name="connsiteX690" fmla="*/ 0 w 7467600"/>
              <a:gd name="connsiteY690" fmla="*/ 2389189 h 6858000"/>
              <a:gd name="connsiteX691" fmla="*/ 103062 w 7467600"/>
              <a:gd name="connsiteY691" fmla="*/ 2389518 h 6858000"/>
              <a:gd name="connsiteX692" fmla="*/ 510734 w 7467600"/>
              <a:gd name="connsiteY692" fmla="*/ 2416201 h 6858000"/>
              <a:gd name="connsiteX693" fmla="*/ 279257 w 7467600"/>
              <a:gd name="connsiteY693" fmla="*/ 2092102 h 6858000"/>
              <a:gd name="connsiteX694" fmla="*/ 65265 w 7467600"/>
              <a:gd name="connsiteY694" fmla="*/ 2006049 h 6858000"/>
              <a:gd name="connsiteX695" fmla="*/ 0 w 7467600"/>
              <a:gd name="connsiteY695" fmla="*/ 1982532 h 6858000"/>
              <a:gd name="connsiteX696" fmla="*/ 0 w 7467600"/>
              <a:gd name="connsiteY696" fmla="*/ 1912789 h 6858000"/>
              <a:gd name="connsiteX697" fmla="*/ 97460 w 7467600"/>
              <a:gd name="connsiteY697" fmla="*/ 1953725 h 6858000"/>
              <a:gd name="connsiteX698" fmla="*/ 221272 w 7467600"/>
              <a:gd name="connsiteY698" fmla="*/ 1980766 h 6858000"/>
              <a:gd name="connsiteX699" fmla="*/ 116765 w 7467600"/>
              <a:gd name="connsiteY699" fmla="*/ 1911033 h 6858000"/>
              <a:gd name="connsiteX700" fmla="*/ 16405 w 7467600"/>
              <a:gd name="connsiteY700" fmla="*/ 1803412 h 6858000"/>
              <a:gd name="connsiteX701" fmla="*/ 0 w 7467600"/>
              <a:gd name="connsiteY701" fmla="*/ 1784777 h 6858000"/>
              <a:gd name="connsiteX702" fmla="*/ 0 w 7467600"/>
              <a:gd name="connsiteY702" fmla="*/ 1740082 h 6858000"/>
              <a:gd name="connsiteX703" fmla="*/ 39394 w 7467600"/>
              <a:gd name="connsiteY703" fmla="*/ 1784856 h 6858000"/>
              <a:gd name="connsiteX704" fmla="*/ 135813 w 7467600"/>
              <a:gd name="connsiteY704" fmla="*/ 1888838 h 6858000"/>
              <a:gd name="connsiteX705" fmla="*/ 242575 w 7467600"/>
              <a:gd name="connsiteY705" fmla="*/ 1958841 h 6858000"/>
              <a:gd name="connsiteX706" fmla="*/ 82197 w 7467600"/>
              <a:gd name="connsiteY706" fmla="*/ 1754826 h 6858000"/>
              <a:gd name="connsiteX707" fmla="*/ 0 w 7467600"/>
              <a:gd name="connsiteY707" fmla="*/ 1679650 h 6858000"/>
              <a:gd name="connsiteX708" fmla="*/ 0 w 7467600"/>
              <a:gd name="connsiteY708" fmla="*/ 1602463 h 6858000"/>
              <a:gd name="connsiteX709" fmla="*/ 84689 w 7467600"/>
              <a:gd name="connsiteY709" fmla="*/ 1677442 h 6858000"/>
              <a:gd name="connsiteX710" fmla="*/ 298437 w 7467600"/>
              <a:gd name="connsiteY710" fmla="*/ 1968019 h 6858000"/>
              <a:gd name="connsiteX711" fmla="*/ 227269 w 7467600"/>
              <a:gd name="connsiteY711" fmla="*/ 1114064 h 6858000"/>
              <a:gd name="connsiteX712" fmla="*/ 248003 w 7467600"/>
              <a:gd name="connsiteY712" fmla="*/ 1089613 h 6858000"/>
              <a:gd name="connsiteX713" fmla="*/ 427020 w 7467600"/>
              <a:gd name="connsiteY713" fmla="*/ 1619803 h 6858000"/>
              <a:gd name="connsiteX714" fmla="*/ 340345 w 7467600"/>
              <a:gd name="connsiteY714" fmla="*/ 2027739 h 6858000"/>
              <a:gd name="connsiteX715" fmla="*/ 360865 w 7467600"/>
              <a:gd name="connsiteY715" fmla="*/ 2044827 h 6858000"/>
              <a:gd name="connsiteX716" fmla="*/ 560414 w 7467600"/>
              <a:gd name="connsiteY716" fmla="*/ 2421457 h 6858000"/>
              <a:gd name="connsiteX717" fmla="*/ 1359703 w 7467600"/>
              <a:gd name="connsiteY717" fmla="*/ 2578554 h 6858000"/>
              <a:gd name="connsiteX718" fmla="*/ 1359422 w 7467600"/>
              <a:gd name="connsiteY718" fmla="*/ 2577994 h 6858000"/>
              <a:gd name="connsiteX719" fmla="*/ 828701 w 7467600"/>
              <a:gd name="connsiteY719" fmla="*/ 1839520 h 6858000"/>
              <a:gd name="connsiteX720" fmla="*/ 494427 w 7467600"/>
              <a:gd name="connsiteY720" fmla="*/ 1092333 h 6858000"/>
              <a:gd name="connsiteX721" fmla="*/ 506322 w 7467600"/>
              <a:gd name="connsiteY721" fmla="*/ 1020997 h 6858000"/>
              <a:gd name="connsiteX722" fmla="*/ 4570198 w 7467600"/>
              <a:gd name="connsiteY722" fmla="*/ 978081 h 6858000"/>
              <a:gd name="connsiteX723" fmla="*/ 4523691 w 7467600"/>
              <a:gd name="connsiteY723" fmla="*/ 1127776 h 6858000"/>
              <a:gd name="connsiteX724" fmla="*/ 4509875 w 7467600"/>
              <a:gd name="connsiteY724" fmla="*/ 1167552 h 6858000"/>
              <a:gd name="connsiteX725" fmla="*/ 4478168 w 7467600"/>
              <a:gd name="connsiteY725" fmla="*/ 1260735 h 6858000"/>
              <a:gd name="connsiteX726" fmla="*/ 4409309 w 7467600"/>
              <a:gd name="connsiteY726" fmla="*/ 1666996 h 6858000"/>
              <a:gd name="connsiteX727" fmla="*/ 4370031 w 7467600"/>
              <a:gd name="connsiteY727" fmla="*/ 1955666 h 6858000"/>
              <a:gd name="connsiteX728" fmla="*/ 4570198 w 7467600"/>
              <a:gd name="connsiteY728" fmla="*/ 978081 h 6858000"/>
              <a:gd name="connsiteX729" fmla="*/ 4557898 w 7467600"/>
              <a:gd name="connsiteY729" fmla="*/ 900011 h 6858000"/>
              <a:gd name="connsiteX730" fmla="*/ 4344840 w 7467600"/>
              <a:gd name="connsiteY730" fmla="*/ 1922038 h 6858000"/>
              <a:gd name="connsiteX731" fmla="*/ 4378710 w 7467600"/>
              <a:gd name="connsiteY731" fmla="*/ 1665516 h 6858000"/>
              <a:gd name="connsiteX732" fmla="*/ 4448798 w 7467600"/>
              <a:gd name="connsiteY732" fmla="*/ 1253024 h 6858000"/>
              <a:gd name="connsiteX733" fmla="*/ 4480315 w 7467600"/>
              <a:gd name="connsiteY733" fmla="*/ 1158454 h 6858000"/>
              <a:gd name="connsiteX734" fmla="*/ 4494133 w 7467600"/>
              <a:gd name="connsiteY734" fmla="*/ 1118676 h 6858000"/>
              <a:gd name="connsiteX735" fmla="*/ 4557898 w 7467600"/>
              <a:gd name="connsiteY735" fmla="*/ 900011 h 6858000"/>
              <a:gd name="connsiteX736" fmla="*/ 5870151 w 7467600"/>
              <a:gd name="connsiteY736" fmla="*/ 898890 h 6858000"/>
              <a:gd name="connsiteX737" fmla="*/ 5861335 w 7467600"/>
              <a:gd name="connsiteY737" fmla="*/ 899177 h 6858000"/>
              <a:gd name="connsiteX738" fmla="*/ 5843702 w 7467600"/>
              <a:gd name="connsiteY738" fmla="*/ 899748 h 6858000"/>
              <a:gd name="connsiteX739" fmla="*/ 5651107 w 7467600"/>
              <a:gd name="connsiteY739" fmla="*/ 920306 h 6858000"/>
              <a:gd name="connsiteX740" fmla="*/ 5459407 w 7467600"/>
              <a:gd name="connsiteY740" fmla="*/ 940975 h 6858000"/>
              <a:gd name="connsiteX741" fmla="*/ 5374846 w 7467600"/>
              <a:gd name="connsiteY741" fmla="*/ 941988 h 6858000"/>
              <a:gd name="connsiteX742" fmla="*/ 5256105 w 7467600"/>
              <a:gd name="connsiteY742" fmla="*/ 945632 h 6858000"/>
              <a:gd name="connsiteX743" fmla="*/ 5107071 w 7467600"/>
              <a:gd name="connsiteY743" fmla="*/ 969720 h 6858000"/>
              <a:gd name="connsiteX744" fmla="*/ 4998681 w 7467600"/>
              <a:gd name="connsiteY744" fmla="*/ 988771 h 6858000"/>
              <a:gd name="connsiteX745" fmla="*/ 5870151 w 7467600"/>
              <a:gd name="connsiteY745" fmla="*/ 898890 h 6858000"/>
              <a:gd name="connsiteX746" fmla="*/ 5504425 w 7467600"/>
              <a:gd name="connsiteY746" fmla="*/ 848067 h 6858000"/>
              <a:gd name="connsiteX747" fmla="*/ 4968849 w 7467600"/>
              <a:gd name="connsiteY747" fmla="*/ 962318 h 6858000"/>
              <a:gd name="connsiteX748" fmla="*/ 5104039 w 7467600"/>
              <a:gd name="connsiteY748" fmla="*/ 940634 h 6858000"/>
              <a:gd name="connsiteX749" fmla="*/ 5256311 w 7467600"/>
              <a:gd name="connsiteY749" fmla="*/ 916490 h 6858000"/>
              <a:gd name="connsiteX750" fmla="*/ 5377381 w 7467600"/>
              <a:gd name="connsiteY750" fmla="*/ 912671 h 6858000"/>
              <a:gd name="connsiteX751" fmla="*/ 5460148 w 7467600"/>
              <a:gd name="connsiteY751" fmla="*/ 911442 h 6858000"/>
              <a:gd name="connsiteX752" fmla="*/ 5648971 w 7467600"/>
              <a:gd name="connsiteY752" fmla="*/ 891331 h 6858000"/>
              <a:gd name="connsiteX753" fmla="*/ 5844807 w 7467600"/>
              <a:gd name="connsiteY753" fmla="*/ 870718 h 6858000"/>
              <a:gd name="connsiteX754" fmla="*/ 5862975 w 7467600"/>
              <a:gd name="connsiteY754" fmla="*/ 869756 h 6858000"/>
              <a:gd name="connsiteX755" fmla="*/ 5920887 w 7467600"/>
              <a:gd name="connsiteY755" fmla="*/ 865929 h 6858000"/>
              <a:gd name="connsiteX756" fmla="*/ 5504425 w 7467600"/>
              <a:gd name="connsiteY756" fmla="*/ 848067 h 6858000"/>
              <a:gd name="connsiteX757" fmla="*/ 3607114 w 7467600"/>
              <a:gd name="connsiteY757" fmla="*/ 467441 h 6858000"/>
              <a:gd name="connsiteX758" fmla="*/ 3296242 w 7467600"/>
              <a:gd name="connsiteY758" fmla="*/ 807991 h 6858000"/>
              <a:gd name="connsiteX759" fmla="*/ 3174674 w 7467600"/>
              <a:gd name="connsiteY759" fmla="*/ 919759 h 6858000"/>
              <a:gd name="connsiteX760" fmla="*/ 3042978 w 7467600"/>
              <a:gd name="connsiteY760" fmla="*/ 1054894 h 6858000"/>
              <a:gd name="connsiteX761" fmla="*/ 2968914 w 7467600"/>
              <a:gd name="connsiteY761" fmla="*/ 1133756 h 6858000"/>
              <a:gd name="connsiteX762" fmla="*/ 3103823 w 7467600"/>
              <a:gd name="connsiteY762" fmla="*/ 1026814 h 6858000"/>
              <a:gd name="connsiteX763" fmla="*/ 3607114 w 7467600"/>
              <a:gd name="connsiteY763" fmla="*/ 467441 h 6858000"/>
              <a:gd name="connsiteX764" fmla="*/ 3744487 w 7467600"/>
              <a:gd name="connsiteY764" fmla="*/ 383136 h 6858000"/>
              <a:gd name="connsiteX765" fmla="*/ 3970213 w 7467600"/>
              <a:gd name="connsiteY765" fmla="*/ 995559 h 6858000"/>
              <a:gd name="connsiteX766" fmla="*/ 3744487 w 7467600"/>
              <a:gd name="connsiteY766" fmla="*/ 383136 h 6858000"/>
              <a:gd name="connsiteX767" fmla="*/ 3624562 w 7467600"/>
              <a:gd name="connsiteY767" fmla="*/ 367041 h 6858000"/>
              <a:gd name="connsiteX768" fmla="*/ 3489712 w 7467600"/>
              <a:gd name="connsiteY768" fmla="*/ 485386 h 6858000"/>
              <a:gd name="connsiteX769" fmla="*/ 3182994 w 7467600"/>
              <a:gd name="connsiteY769" fmla="*/ 828265 h 6858000"/>
              <a:gd name="connsiteX770" fmla="*/ 2892114 w 7467600"/>
              <a:gd name="connsiteY770" fmla="*/ 1172635 h 6858000"/>
              <a:gd name="connsiteX771" fmla="*/ 3021459 w 7467600"/>
              <a:gd name="connsiteY771" fmla="*/ 1035385 h 6858000"/>
              <a:gd name="connsiteX772" fmla="*/ 3153873 w 7467600"/>
              <a:gd name="connsiteY772" fmla="*/ 898971 h 6858000"/>
              <a:gd name="connsiteX773" fmla="*/ 3276511 w 7467600"/>
              <a:gd name="connsiteY773" fmla="*/ 786423 h 6858000"/>
              <a:gd name="connsiteX774" fmla="*/ 3584154 w 7467600"/>
              <a:gd name="connsiteY774" fmla="*/ 448218 h 6858000"/>
              <a:gd name="connsiteX775" fmla="*/ 3624562 w 7467600"/>
              <a:gd name="connsiteY775" fmla="*/ 367041 h 6858000"/>
              <a:gd name="connsiteX776" fmla="*/ 3766672 w 7467600"/>
              <a:gd name="connsiteY776" fmla="*/ 359429 h 6858000"/>
              <a:gd name="connsiteX777" fmla="*/ 3996338 w 7467600"/>
              <a:gd name="connsiteY777" fmla="*/ 968237 h 6858000"/>
              <a:gd name="connsiteX778" fmla="*/ 3766672 w 7467600"/>
              <a:gd name="connsiteY778" fmla="*/ 359429 h 6858000"/>
              <a:gd name="connsiteX779" fmla="*/ 5805386 w 7467600"/>
              <a:gd name="connsiteY779" fmla="*/ 239240 h 6858000"/>
              <a:gd name="connsiteX780" fmla="*/ 5736947 w 7467600"/>
              <a:gd name="connsiteY780" fmla="*/ 261367 h 6858000"/>
              <a:gd name="connsiteX781" fmla="*/ 5427012 w 7467600"/>
              <a:gd name="connsiteY781" fmla="*/ 311272 h 6858000"/>
              <a:gd name="connsiteX782" fmla="*/ 5147818 w 7467600"/>
              <a:gd name="connsiteY782" fmla="*/ 322112 h 6858000"/>
              <a:gd name="connsiteX783" fmla="*/ 5060854 w 7467600"/>
              <a:gd name="connsiteY783" fmla="*/ 311882 h 6858000"/>
              <a:gd name="connsiteX784" fmla="*/ 4945989 w 7467600"/>
              <a:gd name="connsiteY784" fmla="*/ 300516 h 6858000"/>
              <a:gd name="connsiteX785" fmla="*/ 5410479 w 7467600"/>
              <a:gd name="connsiteY785" fmla="*/ 348434 h 6858000"/>
              <a:gd name="connsiteX786" fmla="*/ 5805386 w 7467600"/>
              <a:gd name="connsiteY786" fmla="*/ 239240 h 6858000"/>
              <a:gd name="connsiteX787" fmla="*/ 5905192 w 7467600"/>
              <a:gd name="connsiteY787" fmla="*/ 163079 h 6858000"/>
              <a:gd name="connsiteX788" fmla="*/ 5865655 w 7467600"/>
              <a:gd name="connsiteY788" fmla="*/ 171901 h 6858000"/>
              <a:gd name="connsiteX789" fmla="*/ 5259740 w 7467600"/>
              <a:gd name="connsiteY789" fmla="*/ 257013 h 6858000"/>
              <a:gd name="connsiteX790" fmla="*/ 5208466 w 7467600"/>
              <a:gd name="connsiteY790" fmla="*/ 257550 h 6858000"/>
              <a:gd name="connsiteX791" fmla="*/ 4980204 w 7467600"/>
              <a:gd name="connsiteY791" fmla="*/ 271903 h 6858000"/>
              <a:gd name="connsiteX792" fmla="*/ 5068068 w 7467600"/>
              <a:gd name="connsiteY792" fmla="*/ 282244 h 6858000"/>
              <a:gd name="connsiteX793" fmla="*/ 5153231 w 7467600"/>
              <a:gd name="connsiteY793" fmla="*/ 292240 h 6858000"/>
              <a:gd name="connsiteX794" fmla="*/ 5426491 w 7467600"/>
              <a:gd name="connsiteY794" fmla="*/ 281128 h 6858000"/>
              <a:gd name="connsiteX795" fmla="*/ 5731212 w 7467600"/>
              <a:gd name="connsiteY795" fmla="*/ 231951 h 6858000"/>
              <a:gd name="connsiteX796" fmla="*/ 5905192 w 7467600"/>
              <a:gd name="connsiteY796" fmla="*/ 163079 h 6858000"/>
              <a:gd name="connsiteX797" fmla="*/ 5944437 w 7467600"/>
              <a:gd name="connsiteY797" fmla="*/ 113829 h 6858000"/>
              <a:gd name="connsiteX798" fmla="*/ 5825032 w 7467600"/>
              <a:gd name="connsiteY798" fmla="*/ 146405 h 6858000"/>
              <a:gd name="connsiteX799" fmla="*/ 4955599 w 7467600"/>
              <a:gd name="connsiteY799" fmla="*/ 247008 h 6858000"/>
              <a:gd name="connsiteX800" fmla="*/ 5210104 w 7467600"/>
              <a:gd name="connsiteY800" fmla="*/ 228123 h 6858000"/>
              <a:gd name="connsiteX801" fmla="*/ 5261015 w 7467600"/>
              <a:gd name="connsiteY801" fmla="*/ 227087 h 6858000"/>
              <a:gd name="connsiteX802" fmla="*/ 5861181 w 7467600"/>
              <a:gd name="connsiteY802" fmla="*/ 143093 h 6858000"/>
              <a:gd name="connsiteX803" fmla="*/ 5961252 w 7467600"/>
              <a:gd name="connsiteY803" fmla="*/ 114820 h 6858000"/>
              <a:gd name="connsiteX804" fmla="*/ 5944437 w 7467600"/>
              <a:gd name="connsiteY804" fmla="*/ 113829 h 6858000"/>
              <a:gd name="connsiteX805" fmla="*/ 3882765 w 7467600"/>
              <a:gd name="connsiteY805" fmla="*/ 0 h 6858000"/>
              <a:gd name="connsiteX806" fmla="*/ 3995099 w 7467600"/>
              <a:gd name="connsiteY806" fmla="*/ 0 h 6858000"/>
              <a:gd name="connsiteX807" fmla="*/ 4163818 w 7467600"/>
              <a:gd name="connsiteY807" fmla="*/ 234104 h 6858000"/>
              <a:gd name="connsiteX808" fmla="*/ 4172099 w 7467600"/>
              <a:gd name="connsiteY808" fmla="*/ 234207 h 6858000"/>
              <a:gd name="connsiteX809" fmla="*/ 4784282 w 7467600"/>
              <a:gd name="connsiteY809" fmla="*/ 276561 h 6858000"/>
              <a:gd name="connsiteX810" fmla="*/ 4801687 w 7467600"/>
              <a:gd name="connsiteY810" fmla="*/ 267764 h 6858000"/>
              <a:gd name="connsiteX811" fmla="*/ 6082788 w 7467600"/>
              <a:gd name="connsiteY811" fmla="*/ 64119 h 6858000"/>
              <a:gd name="connsiteX812" fmla="*/ 6099442 w 7467600"/>
              <a:gd name="connsiteY812" fmla="*/ 82568 h 6858000"/>
              <a:gd name="connsiteX813" fmla="*/ 4804137 w 7467600"/>
              <a:gd name="connsiteY813" fmla="*/ 320931 h 6858000"/>
              <a:gd name="connsiteX814" fmla="*/ 4227047 w 7467600"/>
              <a:gd name="connsiteY814" fmla="*/ 313415 h 6858000"/>
              <a:gd name="connsiteX815" fmla="*/ 4346041 w 7467600"/>
              <a:gd name="connsiteY815" fmla="*/ 456086 h 6858000"/>
              <a:gd name="connsiteX816" fmla="*/ 4870967 w 7467600"/>
              <a:gd name="connsiteY816" fmla="*/ 963061 h 6858000"/>
              <a:gd name="connsiteX817" fmla="*/ 4889647 w 7467600"/>
              <a:gd name="connsiteY817" fmla="*/ 957147 h 6858000"/>
              <a:gd name="connsiteX818" fmla="*/ 5422504 w 7467600"/>
              <a:gd name="connsiteY818" fmla="*/ 805191 h 6858000"/>
              <a:gd name="connsiteX819" fmla="*/ 6087656 w 7467600"/>
              <a:gd name="connsiteY819" fmla="*/ 826703 h 6858000"/>
              <a:gd name="connsiteX820" fmla="*/ 6058717 w 7467600"/>
              <a:gd name="connsiteY820" fmla="*/ 865992 h 6858000"/>
              <a:gd name="connsiteX821" fmla="*/ 4974153 w 7467600"/>
              <a:gd name="connsiteY821" fmla="*/ 1045456 h 6858000"/>
              <a:gd name="connsiteX822" fmla="*/ 5627835 w 7467600"/>
              <a:gd name="connsiteY822" fmla="*/ 1472077 h 6858000"/>
              <a:gd name="connsiteX823" fmla="*/ 5629817 w 7467600"/>
              <a:gd name="connsiteY823" fmla="*/ 1471412 h 6858000"/>
              <a:gd name="connsiteX824" fmla="*/ 5634124 w 7467600"/>
              <a:gd name="connsiteY824" fmla="*/ 1470572 h 6858000"/>
              <a:gd name="connsiteX825" fmla="*/ 5755832 w 7467600"/>
              <a:gd name="connsiteY825" fmla="*/ 1383886 h 6858000"/>
              <a:gd name="connsiteX826" fmla="*/ 6014186 w 7467600"/>
              <a:gd name="connsiteY826" fmla="*/ 1279799 h 6858000"/>
              <a:gd name="connsiteX827" fmla="*/ 6901619 w 7467600"/>
              <a:gd name="connsiteY827" fmla="*/ 1047874 h 6858000"/>
              <a:gd name="connsiteX828" fmla="*/ 6931566 w 7467600"/>
              <a:gd name="connsiteY828" fmla="*/ 1062034 h 6858000"/>
              <a:gd name="connsiteX829" fmla="*/ 5790982 w 7467600"/>
              <a:gd name="connsiteY829" fmla="*/ 1561380 h 6858000"/>
              <a:gd name="connsiteX830" fmla="*/ 6188971 w 7467600"/>
              <a:gd name="connsiteY830" fmla="*/ 1755168 h 6858000"/>
              <a:gd name="connsiteX831" fmla="*/ 6202446 w 7467600"/>
              <a:gd name="connsiteY831" fmla="*/ 1752268 h 6858000"/>
              <a:gd name="connsiteX832" fmla="*/ 7179560 w 7467600"/>
              <a:gd name="connsiteY832" fmla="*/ 1467551 h 6858000"/>
              <a:gd name="connsiteX833" fmla="*/ 7158730 w 7467600"/>
              <a:gd name="connsiteY833" fmla="*/ 1507835 h 6858000"/>
              <a:gd name="connsiteX834" fmla="*/ 6326959 w 7467600"/>
              <a:gd name="connsiteY834" fmla="*/ 1817686 h 6858000"/>
              <a:gd name="connsiteX835" fmla="*/ 6537433 w 7467600"/>
              <a:gd name="connsiteY835" fmla="*/ 1907790 h 6858000"/>
              <a:gd name="connsiteX836" fmla="*/ 6550221 w 7467600"/>
              <a:gd name="connsiteY836" fmla="*/ 1910729 h 6858000"/>
              <a:gd name="connsiteX837" fmla="*/ 6964438 w 7467600"/>
              <a:gd name="connsiteY837" fmla="*/ 2209505 h 6858000"/>
              <a:gd name="connsiteX838" fmla="*/ 7367862 w 7467600"/>
              <a:gd name="connsiteY838" fmla="*/ 2806833 h 6858000"/>
              <a:gd name="connsiteX839" fmla="*/ 7364329 w 7467600"/>
              <a:gd name="connsiteY839" fmla="*/ 2826907 h 6858000"/>
              <a:gd name="connsiteX840" fmla="*/ 7290545 w 7467600"/>
              <a:gd name="connsiteY840" fmla="*/ 2850663 h 6858000"/>
              <a:gd name="connsiteX841" fmla="*/ 6472036 w 7467600"/>
              <a:gd name="connsiteY841" fmla="*/ 1959003 h 6858000"/>
              <a:gd name="connsiteX842" fmla="*/ 5792897 w 7467600"/>
              <a:gd name="connsiteY842" fmla="*/ 1647747 h 6858000"/>
              <a:gd name="connsiteX843" fmla="*/ 5842751 w 7467600"/>
              <a:gd name="connsiteY843" fmla="*/ 1816112 h 6858000"/>
              <a:gd name="connsiteX844" fmla="*/ 5847424 w 7467600"/>
              <a:gd name="connsiteY844" fmla="*/ 1815776 h 6858000"/>
              <a:gd name="connsiteX845" fmla="*/ 6399821 w 7467600"/>
              <a:gd name="connsiteY845" fmla="*/ 2344799 h 6858000"/>
              <a:gd name="connsiteX846" fmla="*/ 6323232 w 7467600"/>
              <a:gd name="connsiteY846" fmla="*/ 2389634 h 6858000"/>
              <a:gd name="connsiteX847" fmla="*/ 5942958 w 7467600"/>
              <a:gd name="connsiteY847" fmla="*/ 2077708 h 6858000"/>
              <a:gd name="connsiteX848" fmla="*/ 5921559 w 7467600"/>
              <a:gd name="connsiteY848" fmla="*/ 2378596 h 6858000"/>
              <a:gd name="connsiteX849" fmla="*/ 5817651 w 7467600"/>
              <a:gd name="connsiteY849" fmla="*/ 3023919 h 6858000"/>
              <a:gd name="connsiteX850" fmla="*/ 5729634 w 7467600"/>
              <a:gd name="connsiteY850" fmla="*/ 3051849 h 6858000"/>
              <a:gd name="connsiteX851" fmla="*/ 5611018 w 7467600"/>
              <a:gd name="connsiteY851" fmla="*/ 2316769 h 6858000"/>
              <a:gd name="connsiteX852" fmla="*/ 5687608 w 7467600"/>
              <a:gd name="connsiteY852" fmla="*/ 2039972 h 6858000"/>
              <a:gd name="connsiteX853" fmla="*/ 5657554 w 7467600"/>
              <a:gd name="connsiteY853" fmla="*/ 1576445 h 6858000"/>
              <a:gd name="connsiteX854" fmla="*/ 5150475 w 7467600"/>
              <a:gd name="connsiteY854" fmla="*/ 1274012 h 6858000"/>
              <a:gd name="connsiteX855" fmla="*/ 5349142 w 7467600"/>
              <a:gd name="connsiteY855" fmla="*/ 2204405 h 6858000"/>
              <a:gd name="connsiteX856" fmla="*/ 5262214 w 7467600"/>
              <a:gd name="connsiteY856" fmla="*/ 2233836 h 6858000"/>
              <a:gd name="connsiteX857" fmla="*/ 4981539 w 7467600"/>
              <a:gd name="connsiteY857" fmla="*/ 1542201 h 6858000"/>
              <a:gd name="connsiteX858" fmla="*/ 4958461 w 7467600"/>
              <a:gd name="connsiteY858" fmla="*/ 1136957 h 6858000"/>
              <a:gd name="connsiteX859" fmla="*/ 4655015 w 7467600"/>
              <a:gd name="connsiteY859" fmla="*/ 891426 h 6858000"/>
              <a:gd name="connsiteX860" fmla="*/ 4348002 w 7467600"/>
              <a:gd name="connsiteY860" fmla="*/ 2205895 h 6858000"/>
              <a:gd name="connsiteX861" fmla="*/ 4262250 w 7467600"/>
              <a:gd name="connsiteY861" fmla="*/ 2219972 h 6858000"/>
              <a:gd name="connsiteX862" fmla="*/ 4550611 w 7467600"/>
              <a:gd name="connsiteY862" fmla="*/ 817540 h 6858000"/>
              <a:gd name="connsiteX863" fmla="*/ 4564418 w 7467600"/>
              <a:gd name="connsiteY863" fmla="*/ 808293 h 6858000"/>
              <a:gd name="connsiteX864" fmla="*/ 4266388 w 7467600"/>
              <a:gd name="connsiteY864" fmla="*/ 500083 h 6858000"/>
              <a:gd name="connsiteX865" fmla="*/ 4032842 w 7467600"/>
              <a:gd name="connsiteY865" fmla="*/ 211809 h 6858000"/>
              <a:gd name="connsiteX866" fmla="*/ 3882765 w 7467600"/>
              <a:gd name="connsiteY866" fmla="*/ 0 h 6858000"/>
              <a:gd name="connsiteX867" fmla="*/ 3721337 w 7467600"/>
              <a:gd name="connsiteY867" fmla="*/ 0 h 6858000"/>
              <a:gd name="connsiteX868" fmla="*/ 3797544 w 7467600"/>
              <a:gd name="connsiteY868" fmla="*/ 0 h 6858000"/>
              <a:gd name="connsiteX869" fmla="*/ 3775734 w 7467600"/>
              <a:gd name="connsiteY869" fmla="*/ 95131 h 6858000"/>
              <a:gd name="connsiteX870" fmla="*/ 3724807 w 7467600"/>
              <a:gd name="connsiteY870" fmla="*/ 272257 h 6858000"/>
              <a:gd name="connsiteX871" fmla="*/ 3726844 w 7467600"/>
              <a:gd name="connsiteY871" fmla="*/ 282988 h 6858000"/>
              <a:gd name="connsiteX872" fmla="*/ 3742664 w 7467600"/>
              <a:gd name="connsiteY872" fmla="*/ 279918 h 6858000"/>
              <a:gd name="connsiteX873" fmla="*/ 4103910 w 7467600"/>
              <a:gd name="connsiteY873" fmla="*/ 1161917 h 6858000"/>
              <a:gd name="connsiteX874" fmla="*/ 4020269 w 7467600"/>
              <a:gd name="connsiteY874" fmla="*/ 1200406 h 6858000"/>
              <a:gd name="connsiteX875" fmla="*/ 3674882 w 7467600"/>
              <a:gd name="connsiteY875" fmla="*/ 488524 h 6858000"/>
              <a:gd name="connsiteX876" fmla="*/ 3132682 w 7467600"/>
              <a:gd name="connsiteY876" fmla="*/ 1072284 h 6858000"/>
              <a:gd name="connsiteX877" fmla="*/ 2716346 w 7467600"/>
              <a:gd name="connsiteY877" fmla="*/ 1276376 h 6858000"/>
              <a:gd name="connsiteX878" fmla="*/ 2716772 w 7467600"/>
              <a:gd name="connsiteY878" fmla="*/ 1255462 h 6858000"/>
              <a:gd name="connsiteX879" fmla="*/ 3471096 w 7467600"/>
              <a:gd name="connsiteY879" fmla="*/ 437072 h 6858000"/>
              <a:gd name="connsiteX880" fmla="*/ 3639057 w 7467600"/>
              <a:gd name="connsiteY880" fmla="*/ 286334 h 6858000"/>
              <a:gd name="connsiteX881" fmla="*/ 3640309 w 7467600"/>
              <a:gd name="connsiteY881" fmla="*/ 284664 h 6858000"/>
              <a:gd name="connsiteX882" fmla="*/ 3646022 w 7467600"/>
              <a:gd name="connsiteY882" fmla="*/ 276711 h 6858000"/>
              <a:gd name="connsiteX883" fmla="*/ 3707943 w 7467600"/>
              <a:gd name="connsiteY883" fmla="*/ 65958 h 6858000"/>
              <a:gd name="connsiteX884" fmla="*/ 3721337 w 7467600"/>
              <a:gd name="connsiteY884" fmla="*/ 0 h 6858000"/>
              <a:gd name="connsiteX885" fmla="*/ 2867960 w 7467600"/>
              <a:gd name="connsiteY885" fmla="*/ 0 h 6858000"/>
              <a:gd name="connsiteX886" fmla="*/ 2926351 w 7467600"/>
              <a:gd name="connsiteY886" fmla="*/ 0 h 6858000"/>
              <a:gd name="connsiteX887" fmla="*/ 2902823 w 7467600"/>
              <a:gd name="connsiteY887" fmla="*/ 262929 h 6858000"/>
              <a:gd name="connsiteX888" fmla="*/ 2940663 w 7467600"/>
              <a:gd name="connsiteY888" fmla="*/ 140884 h 6858000"/>
              <a:gd name="connsiteX889" fmla="*/ 2947039 w 7467600"/>
              <a:gd name="connsiteY889" fmla="*/ 122524 h 6858000"/>
              <a:gd name="connsiteX890" fmla="*/ 2984316 w 7467600"/>
              <a:gd name="connsiteY890" fmla="*/ 0 h 6858000"/>
              <a:gd name="connsiteX891" fmla="*/ 3016114 w 7467600"/>
              <a:gd name="connsiteY891" fmla="*/ 0 h 6858000"/>
              <a:gd name="connsiteX892" fmla="*/ 2979949 w 7467600"/>
              <a:gd name="connsiteY892" fmla="*/ 119274 h 6858000"/>
              <a:gd name="connsiteX893" fmla="*/ 3023879 w 7467600"/>
              <a:gd name="connsiteY893" fmla="*/ 0 h 6858000"/>
              <a:gd name="connsiteX894" fmla="*/ 3105400 w 7467600"/>
              <a:gd name="connsiteY894" fmla="*/ 0 h 6858000"/>
              <a:gd name="connsiteX895" fmla="*/ 3094669 w 7467600"/>
              <a:gd name="connsiteY895" fmla="*/ 30308 h 6858000"/>
              <a:gd name="connsiteX896" fmla="*/ 2901945 w 7467600"/>
              <a:gd name="connsiteY896" fmla="*/ 466538 h 6858000"/>
              <a:gd name="connsiteX897" fmla="*/ 2815209 w 7467600"/>
              <a:gd name="connsiteY897" fmla="*/ 497361 h 6858000"/>
              <a:gd name="connsiteX898" fmla="*/ 2844845 w 7467600"/>
              <a:gd name="connsiteY898" fmla="*/ 127638 h 6858000"/>
              <a:gd name="connsiteX899" fmla="*/ 2867960 w 7467600"/>
              <a:gd name="connsiteY899" fmla="*/ 0 h 6858000"/>
              <a:gd name="connsiteX900" fmla="*/ 1057230 w 7467600"/>
              <a:gd name="connsiteY900" fmla="*/ 0 h 6858000"/>
              <a:gd name="connsiteX901" fmla="*/ 1111003 w 7467600"/>
              <a:gd name="connsiteY901" fmla="*/ 0 h 6858000"/>
              <a:gd name="connsiteX902" fmla="*/ 1125553 w 7467600"/>
              <a:gd name="connsiteY902" fmla="*/ 52588 h 6858000"/>
              <a:gd name="connsiteX903" fmla="*/ 1304276 w 7467600"/>
              <a:gd name="connsiteY903" fmla="*/ 476275 h 6858000"/>
              <a:gd name="connsiteX904" fmla="*/ 1492066 w 7467600"/>
              <a:gd name="connsiteY904" fmla="*/ 886333 h 6858000"/>
              <a:gd name="connsiteX905" fmla="*/ 1423698 w 7467600"/>
              <a:gd name="connsiteY905" fmla="*/ 710817 h 6858000"/>
              <a:gd name="connsiteX906" fmla="*/ 1357609 w 7467600"/>
              <a:gd name="connsiteY906" fmla="*/ 532892 h 6858000"/>
              <a:gd name="connsiteX907" fmla="*/ 1309550 w 7467600"/>
              <a:gd name="connsiteY907" fmla="*/ 374031 h 6858000"/>
              <a:gd name="connsiteX908" fmla="*/ 1193673 w 7467600"/>
              <a:gd name="connsiteY908" fmla="*/ 49533 h 6858000"/>
              <a:gd name="connsiteX909" fmla="*/ 1164391 w 7467600"/>
              <a:gd name="connsiteY909" fmla="*/ 0 h 6858000"/>
              <a:gd name="connsiteX910" fmla="*/ 1200666 w 7467600"/>
              <a:gd name="connsiteY910" fmla="*/ 0 h 6858000"/>
              <a:gd name="connsiteX911" fmla="*/ 1223408 w 7467600"/>
              <a:gd name="connsiteY911" fmla="*/ 38996 h 6858000"/>
              <a:gd name="connsiteX912" fmla="*/ 1339635 w 7467600"/>
              <a:gd name="connsiteY912" fmla="*/ 365517 h 6858000"/>
              <a:gd name="connsiteX913" fmla="*/ 1387469 w 7467600"/>
              <a:gd name="connsiteY913" fmla="*/ 523079 h 6858000"/>
              <a:gd name="connsiteX914" fmla="*/ 1452685 w 7467600"/>
              <a:gd name="connsiteY914" fmla="*/ 699806 h 6858000"/>
              <a:gd name="connsiteX915" fmla="*/ 1492092 w 7467600"/>
              <a:gd name="connsiteY915" fmla="*/ 800424 h 6858000"/>
              <a:gd name="connsiteX916" fmla="*/ 1455302 w 7467600"/>
              <a:gd name="connsiteY916" fmla="*/ 632913 h 6858000"/>
              <a:gd name="connsiteX917" fmla="*/ 1222336 w 7467600"/>
              <a:gd name="connsiteY917" fmla="*/ 9480 h 6858000"/>
              <a:gd name="connsiteX918" fmla="*/ 1214634 w 7467600"/>
              <a:gd name="connsiteY918" fmla="*/ 0 h 6858000"/>
              <a:gd name="connsiteX919" fmla="*/ 1289827 w 7467600"/>
              <a:gd name="connsiteY919" fmla="*/ 0 h 6858000"/>
              <a:gd name="connsiteX920" fmla="*/ 1321076 w 7467600"/>
              <a:gd name="connsiteY920" fmla="*/ 59722 h 6858000"/>
              <a:gd name="connsiteX921" fmla="*/ 1512579 w 7467600"/>
              <a:gd name="connsiteY921" fmla="*/ 626441 h 6858000"/>
              <a:gd name="connsiteX922" fmla="*/ 1506076 w 7467600"/>
              <a:gd name="connsiteY922" fmla="*/ 1089289 h 6858000"/>
              <a:gd name="connsiteX923" fmla="*/ 1486346 w 7467600"/>
              <a:gd name="connsiteY923" fmla="*/ 1079919 h 6858000"/>
              <a:gd name="connsiteX924" fmla="*/ 1070511 w 7467600"/>
              <a:gd name="connsiteY924" fmla="*/ 48609 h 6858000"/>
              <a:gd name="connsiteX925" fmla="*/ 1057230 w 7467600"/>
              <a:gd name="connsiteY925" fmla="*/ 0 h 6858000"/>
              <a:gd name="connsiteX926" fmla="*/ 43151 w 7467600"/>
              <a:gd name="connsiteY926" fmla="*/ 0 h 6858000"/>
              <a:gd name="connsiteX927" fmla="*/ 95283 w 7467600"/>
              <a:gd name="connsiteY927" fmla="*/ 0 h 6858000"/>
              <a:gd name="connsiteX928" fmla="*/ 300708 w 7467600"/>
              <a:gd name="connsiteY928" fmla="*/ 154571 h 6858000"/>
              <a:gd name="connsiteX929" fmla="*/ 530414 w 7467600"/>
              <a:gd name="connsiteY929" fmla="*/ 354673 h 6858000"/>
              <a:gd name="connsiteX930" fmla="*/ 333785 w 7467600"/>
              <a:gd name="connsiteY930" fmla="*/ 161564 h 6858000"/>
              <a:gd name="connsiteX931" fmla="*/ 147005 w 7467600"/>
              <a:gd name="connsiteY931" fmla="*/ 0 h 6858000"/>
              <a:gd name="connsiteX932" fmla="*/ 272509 w 7467600"/>
              <a:gd name="connsiteY932" fmla="*/ 0 h 6858000"/>
              <a:gd name="connsiteX933" fmla="*/ 326276 w 7467600"/>
              <a:gd name="connsiteY933" fmla="*/ 45847 h 6858000"/>
              <a:gd name="connsiteX934" fmla="*/ 823759 w 7467600"/>
              <a:gd name="connsiteY934" fmla="*/ 574145 h 6858000"/>
              <a:gd name="connsiteX935" fmla="*/ 811254 w 7467600"/>
              <a:gd name="connsiteY935" fmla="*/ 665546 h 6858000"/>
              <a:gd name="connsiteX936" fmla="*/ 154042 w 7467600"/>
              <a:gd name="connsiteY936" fmla="*/ 261522 h 6858000"/>
              <a:gd name="connsiteX937" fmla="*/ 13550 w 7467600"/>
              <a:gd name="connsiteY937" fmla="*/ 158423 h 6858000"/>
              <a:gd name="connsiteX938" fmla="*/ 0 w 7467600"/>
              <a:gd name="connsiteY938" fmla="*/ 146618 h 6858000"/>
              <a:gd name="connsiteX939" fmla="*/ 0 w 7467600"/>
              <a:gd name="connsiteY939" fmla="*/ 59161 h 6858000"/>
              <a:gd name="connsiteX940" fmla="*/ 45427 w 7467600"/>
              <a:gd name="connsiteY940" fmla="*/ 101078 h 6858000"/>
              <a:gd name="connsiteX941" fmla="*/ 630103 w 7467600"/>
              <a:gd name="connsiteY941" fmla="*/ 485885 h 6858000"/>
              <a:gd name="connsiteX942" fmla="*/ 532040 w 7467600"/>
              <a:gd name="connsiteY942" fmla="*/ 399359 h 6858000"/>
              <a:gd name="connsiteX943" fmla="*/ 517618 w 7467600"/>
              <a:gd name="connsiteY943" fmla="*/ 385726 h 6858000"/>
              <a:gd name="connsiteX944" fmla="*/ 285074 w 7467600"/>
              <a:gd name="connsiteY944" fmla="*/ 182755 h 6858000"/>
              <a:gd name="connsiteX945" fmla="*/ 43151 w 7467600"/>
              <a:gd name="connsiteY94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1019354 w 7467600"/>
              <a:gd name="connsiteY13" fmla="*/ 6315006 h 6858000"/>
              <a:gd name="connsiteX14" fmla="*/ 441046 w 7467600"/>
              <a:gd name="connsiteY14" fmla="*/ 6691153 h 6858000"/>
              <a:gd name="connsiteX15" fmla="*/ 1019354 w 7467600"/>
              <a:gd name="connsiteY15" fmla="*/ 6315006 h 6858000"/>
              <a:gd name="connsiteX16" fmla="*/ 991680 w 7467600"/>
              <a:gd name="connsiteY16" fmla="*/ 6298413 h 6858000"/>
              <a:gd name="connsiteX17" fmla="*/ 409060 w 7467600"/>
              <a:gd name="connsiteY17" fmla="*/ 6671470 h 6858000"/>
              <a:gd name="connsiteX18" fmla="*/ 991680 w 7467600"/>
              <a:gd name="connsiteY18" fmla="*/ 6298413 h 6858000"/>
              <a:gd name="connsiteX19" fmla="*/ 103333 w 7467600"/>
              <a:gd name="connsiteY19" fmla="*/ 5699602 h 6858000"/>
              <a:gd name="connsiteX20" fmla="*/ 233938 w 7467600"/>
              <a:gd name="connsiteY20" fmla="*/ 5809416 h 6858000"/>
              <a:gd name="connsiteX21" fmla="*/ 883580 w 7467600"/>
              <a:gd name="connsiteY21" fmla="*/ 6180710 h 6858000"/>
              <a:gd name="connsiteX22" fmla="*/ 487337 w 7467600"/>
              <a:gd name="connsiteY22" fmla="*/ 5950182 h 6858000"/>
              <a:gd name="connsiteX23" fmla="*/ 354051 w 7467600"/>
              <a:gd name="connsiteY23" fmla="*/ 5854912 h 6858000"/>
              <a:gd name="connsiteX24" fmla="*/ 195436 w 7467600"/>
              <a:gd name="connsiteY24" fmla="*/ 5755068 h 6858000"/>
              <a:gd name="connsiteX25" fmla="*/ 103333 w 7467600"/>
              <a:gd name="connsiteY25" fmla="*/ 5699602 h 6858000"/>
              <a:gd name="connsiteX26" fmla="*/ 5539432 w 7467600"/>
              <a:gd name="connsiteY26" fmla="*/ 5642928 h 6858000"/>
              <a:gd name="connsiteX27" fmla="*/ 5555462 w 7467600"/>
              <a:gd name="connsiteY27" fmla="*/ 5694454 h 6858000"/>
              <a:gd name="connsiteX28" fmla="*/ 5828270 w 7467600"/>
              <a:gd name="connsiteY28" fmla="*/ 6320663 h 6858000"/>
              <a:gd name="connsiteX29" fmla="*/ 5947416 w 7467600"/>
              <a:gd name="connsiteY29" fmla="*/ 6574846 h 6858000"/>
              <a:gd name="connsiteX30" fmla="*/ 5539432 w 7467600"/>
              <a:gd name="connsiteY30" fmla="*/ 5642928 h 6858000"/>
              <a:gd name="connsiteX31" fmla="*/ 51253 w 7467600"/>
              <a:gd name="connsiteY31" fmla="*/ 5631825 h 6858000"/>
              <a:gd name="connsiteX32" fmla="*/ 211622 w 7467600"/>
              <a:gd name="connsiteY32" fmla="*/ 5728803 h 6858000"/>
              <a:gd name="connsiteX33" fmla="*/ 371652 w 7467600"/>
              <a:gd name="connsiteY33" fmla="*/ 5829062 h 6858000"/>
              <a:gd name="connsiteX34" fmla="*/ 505903 w 7467600"/>
              <a:gd name="connsiteY34" fmla="*/ 5925221 h 6858000"/>
              <a:gd name="connsiteX35" fmla="*/ 899240 w 7467600"/>
              <a:gd name="connsiteY35" fmla="*/ 6153068 h 6858000"/>
              <a:gd name="connsiteX36" fmla="*/ 988114 w 7467600"/>
              <a:gd name="connsiteY36" fmla="*/ 6174204 h 6858000"/>
              <a:gd name="connsiteX37" fmla="*/ 845971 w 7467600"/>
              <a:gd name="connsiteY37" fmla="*/ 6067177 h 6858000"/>
              <a:gd name="connsiteX38" fmla="*/ 448057 w 7467600"/>
              <a:gd name="connsiteY38" fmla="*/ 5841376 h 6858000"/>
              <a:gd name="connsiteX39" fmla="*/ 51253 w 7467600"/>
              <a:gd name="connsiteY39" fmla="*/ 5631825 h 6858000"/>
              <a:gd name="connsiteX40" fmla="*/ 2606687 w 7467600"/>
              <a:gd name="connsiteY40" fmla="*/ 5630718 h 6858000"/>
              <a:gd name="connsiteX41" fmla="*/ 2645658 w 7467600"/>
              <a:gd name="connsiteY41" fmla="*/ 6640259 h 6858000"/>
              <a:gd name="connsiteX42" fmla="*/ 2606687 w 7467600"/>
              <a:gd name="connsiteY42" fmla="*/ 5630718 h 6858000"/>
              <a:gd name="connsiteX43" fmla="*/ 3642057 w 7467600"/>
              <a:gd name="connsiteY43" fmla="*/ 5573487 h 6858000"/>
              <a:gd name="connsiteX44" fmla="*/ 3632981 w 7467600"/>
              <a:gd name="connsiteY44" fmla="*/ 5579437 h 6858000"/>
              <a:gd name="connsiteX45" fmla="*/ 3382436 w 7467600"/>
              <a:gd name="connsiteY45" fmla="*/ 5952726 h 6858000"/>
              <a:gd name="connsiteX46" fmla="*/ 3191929 w 7467600"/>
              <a:gd name="connsiteY46" fmla="*/ 6662669 h 6858000"/>
              <a:gd name="connsiteX47" fmla="*/ 3369898 w 7467600"/>
              <a:gd name="connsiteY47" fmla="*/ 6081771 h 6858000"/>
              <a:gd name="connsiteX48" fmla="*/ 3642057 w 7467600"/>
              <a:gd name="connsiteY48" fmla="*/ 5573487 h 6858000"/>
              <a:gd name="connsiteX49" fmla="*/ 2650666 w 7467600"/>
              <a:gd name="connsiteY49" fmla="*/ 5530686 h 6858000"/>
              <a:gd name="connsiteX50" fmla="*/ 2650249 w 7467600"/>
              <a:gd name="connsiteY50" fmla="*/ 5532101 h 6858000"/>
              <a:gd name="connsiteX51" fmla="*/ 2663808 w 7467600"/>
              <a:gd name="connsiteY51" fmla="*/ 6535215 h 6858000"/>
              <a:gd name="connsiteX52" fmla="*/ 2665418 w 7467600"/>
              <a:gd name="connsiteY52" fmla="*/ 6132756 h 6858000"/>
              <a:gd name="connsiteX53" fmla="*/ 2650666 w 7467600"/>
              <a:gd name="connsiteY53" fmla="*/ 5530686 h 6858000"/>
              <a:gd name="connsiteX54" fmla="*/ 2680277 w 7467600"/>
              <a:gd name="connsiteY54" fmla="*/ 5479204 h 6858000"/>
              <a:gd name="connsiteX55" fmla="*/ 2678972 w 7467600"/>
              <a:gd name="connsiteY55" fmla="*/ 5481582 h 6858000"/>
              <a:gd name="connsiteX56" fmla="*/ 2696666 w 7467600"/>
              <a:gd name="connsiteY56" fmla="*/ 6133836 h 6858000"/>
              <a:gd name="connsiteX57" fmla="*/ 2695769 w 7467600"/>
              <a:gd name="connsiteY57" fmla="*/ 6390955 h 6858000"/>
              <a:gd name="connsiteX58" fmla="*/ 2739893 w 7467600"/>
              <a:gd name="connsiteY58" fmla="*/ 6108357 h 6858000"/>
              <a:gd name="connsiteX59" fmla="*/ 2680277 w 7467600"/>
              <a:gd name="connsiteY59" fmla="*/ 5479204 h 6858000"/>
              <a:gd name="connsiteX60" fmla="*/ 1132195 w 7467600"/>
              <a:gd name="connsiteY60" fmla="*/ 5467980 h 6858000"/>
              <a:gd name="connsiteX61" fmla="*/ 1679056 w 7467600"/>
              <a:gd name="connsiteY61" fmla="*/ 5516907 h 6858000"/>
              <a:gd name="connsiteX62" fmla="*/ 2128648 w 7467600"/>
              <a:gd name="connsiteY62" fmla="*/ 5474249 h 6858000"/>
              <a:gd name="connsiteX63" fmla="*/ 1825619 w 7467600"/>
              <a:gd name="connsiteY63" fmla="*/ 5478447 h 6858000"/>
              <a:gd name="connsiteX64" fmla="*/ 1737798 w 7467600"/>
              <a:gd name="connsiteY64" fmla="*/ 5483353 h 6858000"/>
              <a:gd name="connsiteX65" fmla="*/ 1132195 w 7467600"/>
              <a:gd name="connsiteY65" fmla="*/ 5467980 h 6858000"/>
              <a:gd name="connsiteX66" fmla="*/ 1456157 w 7467600"/>
              <a:gd name="connsiteY66" fmla="*/ 5371404 h 6858000"/>
              <a:gd name="connsiteX67" fmla="*/ 1244432 w 7467600"/>
              <a:gd name="connsiteY67" fmla="*/ 5385601 h 6858000"/>
              <a:gd name="connsiteX68" fmla="*/ 973990 w 7467600"/>
              <a:gd name="connsiteY68" fmla="*/ 5424940 h 6858000"/>
              <a:gd name="connsiteX69" fmla="*/ 1103809 w 7467600"/>
              <a:gd name="connsiteY69" fmla="*/ 5433720 h 6858000"/>
              <a:gd name="connsiteX70" fmla="*/ 1123454 w 7467600"/>
              <a:gd name="connsiteY70" fmla="*/ 5435727 h 6858000"/>
              <a:gd name="connsiteX71" fmla="*/ 1737017 w 7467600"/>
              <a:gd name="connsiteY71" fmla="*/ 5452183 h 6858000"/>
              <a:gd name="connsiteX72" fmla="*/ 1824397 w 7467600"/>
              <a:gd name="connsiteY72" fmla="*/ 5447757 h 6858000"/>
              <a:gd name="connsiteX73" fmla="*/ 2070059 w 7467600"/>
              <a:gd name="connsiteY73" fmla="*/ 5441660 h 6858000"/>
              <a:gd name="connsiteX74" fmla="*/ 1456157 w 7467600"/>
              <a:gd name="connsiteY74" fmla="*/ 5371404 h 6858000"/>
              <a:gd name="connsiteX75" fmla="*/ 4988186 w 7467600"/>
              <a:gd name="connsiteY75" fmla="*/ 5216467 h 6858000"/>
              <a:gd name="connsiteX76" fmla="*/ 4777334 w 7467600"/>
              <a:gd name="connsiteY76" fmla="*/ 5406072 h 6858000"/>
              <a:gd name="connsiteX77" fmla="*/ 4718341 w 7467600"/>
              <a:gd name="connsiteY77" fmla="*/ 5468043 h 6858000"/>
              <a:gd name="connsiteX78" fmla="*/ 4604655 w 7467600"/>
              <a:gd name="connsiteY78" fmla="*/ 5583434 h 6858000"/>
              <a:gd name="connsiteX79" fmla="*/ 4565074 w 7467600"/>
              <a:gd name="connsiteY79" fmla="*/ 5618550 h 6858000"/>
              <a:gd name="connsiteX80" fmla="*/ 4988186 w 7467600"/>
              <a:gd name="connsiteY80" fmla="*/ 5216467 h 6858000"/>
              <a:gd name="connsiteX81" fmla="*/ 4978032 w 7467600"/>
              <a:gd name="connsiteY81" fmla="*/ 5183809 h 6858000"/>
              <a:gd name="connsiteX82" fmla="*/ 4463413 w 7467600"/>
              <a:gd name="connsiteY82" fmla="*/ 5615162 h 6858000"/>
              <a:gd name="connsiteX83" fmla="*/ 4358134 w 7467600"/>
              <a:gd name="connsiteY83" fmla="*/ 5742791 h 6858000"/>
              <a:gd name="connsiteX84" fmla="*/ 4376219 w 7467600"/>
              <a:gd name="connsiteY84" fmla="*/ 5729027 h 6858000"/>
              <a:gd name="connsiteX85" fmla="*/ 4582340 w 7467600"/>
              <a:gd name="connsiteY85" fmla="*/ 5561037 h 6858000"/>
              <a:gd name="connsiteX86" fmla="*/ 4694684 w 7467600"/>
              <a:gd name="connsiteY86" fmla="*/ 5447098 h 6858000"/>
              <a:gd name="connsiteX87" fmla="*/ 4754123 w 7467600"/>
              <a:gd name="connsiteY87" fmla="*/ 5384643 h 6858000"/>
              <a:gd name="connsiteX88" fmla="*/ 4978032 w 7467600"/>
              <a:gd name="connsiteY88" fmla="*/ 5183809 h 6858000"/>
              <a:gd name="connsiteX89" fmla="*/ 1903353 w 7467600"/>
              <a:gd name="connsiteY89" fmla="*/ 5044827 h 6858000"/>
              <a:gd name="connsiteX90" fmla="*/ 1936931 w 7467600"/>
              <a:gd name="connsiteY90" fmla="*/ 5093954 h 6858000"/>
              <a:gd name="connsiteX91" fmla="*/ 2195868 w 7467600"/>
              <a:gd name="connsiteY91" fmla="*/ 5396574 h 6858000"/>
              <a:gd name="connsiteX92" fmla="*/ 2088852 w 7467600"/>
              <a:gd name="connsiteY92" fmla="*/ 5166123 h 6858000"/>
              <a:gd name="connsiteX93" fmla="*/ 1958241 w 7467600"/>
              <a:gd name="connsiteY93" fmla="*/ 5067955 h 6858000"/>
              <a:gd name="connsiteX94" fmla="*/ 1903353 w 7467600"/>
              <a:gd name="connsiteY94" fmla="*/ 5044827 h 6858000"/>
              <a:gd name="connsiteX95" fmla="*/ 1979378 w 7467600"/>
              <a:gd name="connsiteY95" fmla="*/ 4769504 h 6858000"/>
              <a:gd name="connsiteX96" fmla="*/ 2882120 w 7467600"/>
              <a:gd name="connsiteY96" fmla="*/ 5064547 h 6858000"/>
              <a:gd name="connsiteX97" fmla="*/ 2793103 w 7467600"/>
              <a:gd name="connsiteY97" fmla="*/ 5039699 h 6858000"/>
              <a:gd name="connsiteX98" fmla="*/ 2770041 w 7467600"/>
              <a:gd name="connsiteY98" fmla="*/ 5033634 h 6858000"/>
              <a:gd name="connsiteX99" fmla="*/ 1979378 w 7467600"/>
              <a:gd name="connsiteY99" fmla="*/ 4769504 h 6858000"/>
              <a:gd name="connsiteX100" fmla="*/ 1927410 w 7467600"/>
              <a:gd name="connsiteY100" fmla="*/ 4716164 h 6858000"/>
              <a:gd name="connsiteX101" fmla="*/ 1959587 w 7467600"/>
              <a:gd name="connsiteY101" fmla="*/ 4728849 h 6858000"/>
              <a:gd name="connsiteX102" fmla="*/ 2777707 w 7467600"/>
              <a:gd name="connsiteY102" fmla="*/ 5003991 h 6858000"/>
              <a:gd name="connsiteX103" fmla="*/ 2800768 w 7467600"/>
              <a:gd name="connsiteY103" fmla="*/ 5010056 h 6858000"/>
              <a:gd name="connsiteX104" fmla="*/ 2879408 w 7467600"/>
              <a:gd name="connsiteY104" fmla="*/ 5031590 h 6858000"/>
              <a:gd name="connsiteX105" fmla="*/ 2862295 w 7467600"/>
              <a:gd name="connsiteY105" fmla="*/ 5022958 h 6858000"/>
              <a:gd name="connsiteX106" fmla="*/ 2813343 w 7467600"/>
              <a:gd name="connsiteY106" fmla="*/ 4998369 h 6858000"/>
              <a:gd name="connsiteX107" fmla="*/ 2646245 w 7467600"/>
              <a:gd name="connsiteY107" fmla="*/ 4930999 h 6858000"/>
              <a:gd name="connsiteX108" fmla="*/ 1999243 w 7467600"/>
              <a:gd name="connsiteY108" fmla="*/ 4730524 h 6858000"/>
              <a:gd name="connsiteX109" fmla="*/ 1979527 w 7467600"/>
              <a:gd name="connsiteY109" fmla="*/ 4726651 h 6858000"/>
              <a:gd name="connsiteX110" fmla="*/ 1927410 w 7467600"/>
              <a:gd name="connsiteY110" fmla="*/ 4716164 h 6858000"/>
              <a:gd name="connsiteX111" fmla="*/ 1997014 w 7467600"/>
              <a:gd name="connsiteY111" fmla="*/ 4698007 h 6858000"/>
              <a:gd name="connsiteX112" fmla="*/ 2005458 w 7467600"/>
              <a:gd name="connsiteY112" fmla="*/ 4699540 h 6858000"/>
              <a:gd name="connsiteX113" fmla="*/ 2657186 w 7467600"/>
              <a:gd name="connsiteY113" fmla="*/ 4901687 h 6858000"/>
              <a:gd name="connsiteX114" fmla="*/ 2826662 w 7467600"/>
              <a:gd name="connsiteY114" fmla="*/ 4970362 h 6858000"/>
              <a:gd name="connsiteX115" fmla="*/ 2876100 w 7467600"/>
              <a:gd name="connsiteY115" fmla="*/ 4995397 h 6858000"/>
              <a:gd name="connsiteX116" fmla="*/ 3042600 w 7467600"/>
              <a:gd name="connsiteY116" fmla="*/ 5059532 h 6858000"/>
              <a:gd name="connsiteX117" fmla="*/ 1997014 w 7467600"/>
              <a:gd name="connsiteY117" fmla="*/ 4698007 h 6858000"/>
              <a:gd name="connsiteX118" fmla="*/ 2305292 w 7467600"/>
              <a:gd name="connsiteY118" fmla="*/ 4219492 h 6858000"/>
              <a:gd name="connsiteX119" fmla="*/ 3360922 w 7467600"/>
              <a:gd name="connsiteY119" fmla="*/ 4529373 h 6858000"/>
              <a:gd name="connsiteX120" fmla="*/ 3492420 w 7467600"/>
              <a:gd name="connsiteY120" fmla="*/ 4510145 h 6858000"/>
              <a:gd name="connsiteX121" fmla="*/ 3364086 w 7467600"/>
              <a:gd name="connsiteY121" fmla="*/ 4480340 h 6858000"/>
              <a:gd name="connsiteX122" fmla="*/ 3225818 w 7467600"/>
              <a:gd name="connsiteY122" fmla="*/ 4411822 h 6858000"/>
              <a:gd name="connsiteX123" fmla="*/ 3129696 w 7467600"/>
              <a:gd name="connsiteY123" fmla="*/ 4360704 h 6858000"/>
              <a:gd name="connsiteX124" fmla="*/ 2814545 w 7467600"/>
              <a:gd name="connsiteY124" fmla="*/ 4282955 h 6858000"/>
              <a:gd name="connsiteX125" fmla="*/ 2305292 w 7467600"/>
              <a:gd name="connsiteY125" fmla="*/ 4219492 h 6858000"/>
              <a:gd name="connsiteX126" fmla="*/ 2626982 w 7467600"/>
              <a:gd name="connsiteY126" fmla="*/ 4206450 h 6858000"/>
              <a:gd name="connsiteX127" fmla="*/ 2490617 w 7467600"/>
              <a:gd name="connsiteY127" fmla="*/ 4206951 h 6858000"/>
              <a:gd name="connsiteX128" fmla="*/ 2819869 w 7467600"/>
              <a:gd name="connsiteY128" fmla="*/ 4252936 h 6858000"/>
              <a:gd name="connsiteX129" fmla="*/ 3143018 w 7467600"/>
              <a:gd name="connsiteY129" fmla="*/ 4332698 h 6858000"/>
              <a:gd name="connsiteX130" fmla="*/ 3241520 w 7467600"/>
              <a:gd name="connsiteY130" fmla="*/ 4385112 h 6858000"/>
              <a:gd name="connsiteX131" fmla="*/ 3374575 w 7467600"/>
              <a:gd name="connsiteY131" fmla="*/ 4451517 h 6858000"/>
              <a:gd name="connsiteX132" fmla="*/ 3505221 w 7467600"/>
              <a:gd name="connsiteY132" fmla="*/ 4480757 h 6858000"/>
              <a:gd name="connsiteX133" fmla="*/ 2626982 w 7467600"/>
              <a:gd name="connsiteY133" fmla="*/ 4206450 h 6858000"/>
              <a:gd name="connsiteX134" fmla="*/ 1310106 w 7467600"/>
              <a:gd name="connsiteY134" fmla="*/ 3943217 h 6858000"/>
              <a:gd name="connsiteX135" fmla="*/ 854994 w 7467600"/>
              <a:gd name="connsiteY135" fmla="*/ 4399136 h 6858000"/>
              <a:gd name="connsiteX136" fmla="*/ 742462 w 7467600"/>
              <a:gd name="connsiteY136" fmla="*/ 4594648 h 6858000"/>
              <a:gd name="connsiteX137" fmla="*/ 820602 w 7467600"/>
              <a:gd name="connsiteY137" fmla="*/ 4485915 h 6858000"/>
              <a:gd name="connsiteX138" fmla="*/ 878295 w 7467600"/>
              <a:gd name="connsiteY138" fmla="*/ 4403594 h 6858000"/>
              <a:gd name="connsiteX139" fmla="*/ 1240607 w 7467600"/>
              <a:gd name="connsiteY139" fmla="*/ 4010401 h 6858000"/>
              <a:gd name="connsiteX140" fmla="*/ 1310106 w 7467600"/>
              <a:gd name="connsiteY140" fmla="*/ 3943217 h 6858000"/>
              <a:gd name="connsiteX141" fmla="*/ 1423113 w 7467600"/>
              <a:gd name="connsiteY141" fmla="*/ 3874565 h 6858000"/>
              <a:gd name="connsiteX142" fmla="*/ 1260565 w 7467600"/>
              <a:gd name="connsiteY142" fmla="*/ 4031982 h 6858000"/>
              <a:gd name="connsiteX143" fmla="*/ 901900 w 7467600"/>
              <a:gd name="connsiteY143" fmla="*/ 4421236 h 6858000"/>
              <a:gd name="connsiteX144" fmla="*/ 845044 w 7467600"/>
              <a:gd name="connsiteY144" fmla="*/ 4502436 h 6858000"/>
              <a:gd name="connsiteX145" fmla="*/ 685926 w 7467600"/>
              <a:gd name="connsiteY145" fmla="*/ 4703069 h 6858000"/>
              <a:gd name="connsiteX146" fmla="*/ 684248 w 7467600"/>
              <a:gd name="connsiteY146" fmla="*/ 4706721 h 6858000"/>
              <a:gd name="connsiteX147" fmla="*/ 1423113 w 7467600"/>
              <a:gd name="connsiteY147" fmla="*/ 3874565 h 6858000"/>
              <a:gd name="connsiteX148" fmla="*/ 3316479 w 7467600"/>
              <a:gd name="connsiteY148" fmla="*/ 3872136 h 6858000"/>
              <a:gd name="connsiteX149" fmla="*/ 3546806 w 7467600"/>
              <a:gd name="connsiteY149" fmla="*/ 4356139 h 6858000"/>
              <a:gd name="connsiteX150" fmla="*/ 3364433 w 7467600"/>
              <a:gd name="connsiteY150" fmla="*/ 3953121 h 6858000"/>
              <a:gd name="connsiteX151" fmla="*/ 3316479 w 7467600"/>
              <a:gd name="connsiteY151" fmla="*/ 3872136 h 6858000"/>
              <a:gd name="connsiteX152" fmla="*/ 3291335 w 7467600"/>
              <a:gd name="connsiteY152" fmla="*/ 3767420 h 6858000"/>
              <a:gd name="connsiteX153" fmla="*/ 3390805 w 7467600"/>
              <a:gd name="connsiteY153" fmla="*/ 3937163 h 6858000"/>
              <a:gd name="connsiteX154" fmla="*/ 3579062 w 7467600"/>
              <a:gd name="connsiteY154" fmla="*/ 4359040 h 6858000"/>
              <a:gd name="connsiteX155" fmla="*/ 3467355 w 7467600"/>
              <a:gd name="connsiteY155" fmla="*/ 3988130 h 6858000"/>
              <a:gd name="connsiteX156" fmla="*/ 3310753 w 7467600"/>
              <a:gd name="connsiteY156" fmla="*/ 3787140 h 6858000"/>
              <a:gd name="connsiteX157" fmla="*/ 3291335 w 7467600"/>
              <a:gd name="connsiteY157" fmla="*/ 3767420 h 6858000"/>
              <a:gd name="connsiteX158" fmla="*/ 1635889 w 7467600"/>
              <a:gd name="connsiteY158" fmla="*/ 3709494 h 6858000"/>
              <a:gd name="connsiteX159" fmla="*/ 1634800 w 7467600"/>
              <a:gd name="connsiteY159" fmla="*/ 3731111 h 6858000"/>
              <a:gd name="connsiteX160" fmla="*/ 1635889 w 7467600"/>
              <a:gd name="connsiteY160" fmla="*/ 3709494 h 6858000"/>
              <a:gd name="connsiteX161" fmla="*/ 1510397 w 7467600"/>
              <a:gd name="connsiteY161" fmla="*/ 3684705 h 6858000"/>
              <a:gd name="connsiteX162" fmla="*/ 1146550 w 7467600"/>
              <a:gd name="connsiteY162" fmla="*/ 3802012 h 6858000"/>
              <a:gd name="connsiteX163" fmla="*/ 698834 w 7467600"/>
              <a:gd name="connsiteY163" fmla="*/ 3952272 h 6858000"/>
              <a:gd name="connsiteX164" fmla="*/ 34256 w 7467600"/>
              <a:gd name="connsiteY164" fmla="*/ 4347603 h 6858000"/>
              <a:gd name="connsiteX165" fmla="*/ 527241 w 7467600"/>
              <a:gd name="connsiteY165" fmla="*/ 4065078 h 6858000"/>
              <a:gd name="connsiteX166" fmla="*/ 1510397 w 7467600"/>
              <a:gd name="connsiteY166" fmla="*/ 3684705 h 6858000"/>
              <a:gd name="connsiteX167" fmla="*/ 1313114 w 7467600"/>
              <a:gd name="connsiteY167" fmla="*/ 3655216 h 6858000"/>
              <a:gd name="connsiteX168" fmla="*/ 1109304 w 7467600"/>
              <a:gd name="connsiteY168" fmla="*/ 3669030 h 6858000"/>
              <a:gd name="connsiteX169" fmla="*/ 8129 w 7467600"/>
              <a:gd name="connsiteY169" fmla="*/ 4330519 h 6858000"/>
              <a:gd name="connsiteX170" fmla="*/ 687572 w 7467600"/>
              <a:gd name="connsiteY170" fmla="*/ 3925629 h 6858000"/>
              <a:gd name="connsiteX171" fmla="*/ 1138365 w 7467600"/>
              <a:gd name="connsiteY171" fmla="*/ 3774515 h 6858000"/>
              <a:gd name="connsiteX172" fmla="*/ 1505579 w 7467600"/>
              <a:gd name="connsiteY172" fmla="*/ 3655526 h 6858000"/>
              <a:gd name="connsiteX173" fmla="*/ 1313114 w 7467600"/>
              <a:gd name="connsiteY173" fmla="*/ 3655216 h 6858000"/>
              <a:gd name="connsiteX174" fmla="*/ 3655073 w 7467600"/>
              <a:gd name="connsiteY174" fmla="*/ 3650884 h 6858000"/>
              <a:gd name="connsiteX175" fmla="*/ 3989938 w 7467600"/>
              <a:gd name="connsiteY175" fmla="*/ 3991685 h 6858000"/>
              <a:gd name="connsiteX176" fmla="*/ 4393907 w 7467600"/>
              <a:gd name="connsiteY176" fmla="*/ 4261258 h 6858000"/>
              <a:gd name="connsiteX177" fmla="*/ 4648051 w 7467600"/>
              <a:gd name="connsiteY177" fmla="*/ 4374051 h 6858000"/>
              <a:gd name="connsiteX178" fmla="*/ 4383389 w 7467600"/>
              <a:gd name="connsiteY178" fmla="*/ 4184369 h 6858000"/>
              <a:gd name="connsiteX179" fmla="*/ 4165508 w 7467600"/>
              <a:gd name="connsiteY179" fmla="*/ 4035196 h 6858000"/>
              <a:gd name="connsiteX180" fmla="*/ 4068162 w 7467600"/>
              <a:gd name="connsiteY180" fmla="*/ 3953394 h 6858000"/>
              <a:gd name="connsiteX181" fmla="*/ 3981416 w 7467600"/>
              <a:gd name="connsiteY181" fmla="*/ 3880482 h 6858000"/>
              <a:gd name="connsiteX182" fmla="*/ 3800147 w 7467600"/>
              <a:gd name="connsiteY182" fmla="*/ 3749872 h 6858000"/>
              <a:gd name="connsiteX183" fmla="*/ 3655073 w 7467600"/>
              <a:gd name="connsiteY183" fmla="*/ 3650884 h 6858000"/>
              <a:gd name="connsiteX184" fmla="*/ 3670252 w 7467600"/>
              <a:gd name="connsiteY184" fmla="*/ 3622798 h 6858000"/>
              <a:gd name="connsiteX185" fmla="*/ 3817258 w 7467600"/>
              <a:gd name="connsiteY185" fmla="*/ 3723577 h 6858000"/>
              <a:gd name="connsiteX186" fmla="*/ 4000461 w 7467600"/>
              <a:gd name="connsiteY186" fmla="*/ 3855966 h 6858000"/>
              <a:gd name="connsiteX187" fmla="*/ 4088180 w 7467600"/>
              <a:gd name="connsiteY187" fmla="*/ 3929774 h 6858000"/>
              <a:gd name="connsiteX188" fmla="*/ 4184555 w 7467600"/>
              <a:gd name="connsiteY188" fmla="*/ 4010683 h 6858000"/>
              <a:gd name="connsiteX189" fmla="*/ 4399563 w 7467600"/>
              <a:gd name="connsiteY189" fmla="*/ 4158106 h 6858000"/>
              <a:gd name="connsiteX190" fmla="*/ 4684469 w 7467600"/>
              <a:gd name="connsiteY190" fmla="*/ 4364680 h 6858000"/>
              <a:gd name="connsiteX191" fmla="*/ 4690271 w 7467600"/>
              <a:gd name="connsiteY191" fmla="*/ 4370034 h 6858000"/>
              <a:gd name="connsiteX192" fmla="*/ 4136093 w 7467600"/>
              <a:gd name="connsiteY192" fmla="*/ 3858466 h 6858000"/>
              <a:gd name="connsiteX193" fmla="*/ 3670252 w 7467600"/>
              <a:gd name="connsiteY193" fmla="*/ 3622798 h 6858000"/>
              <a:gd name="connsiteX194" fmla="*/ 4440129 w 7467600"/>
              <a:gd name="connsiteY194" fmla="*/ 3448571 h 6858000"/>
              <a:gd name="connsiteX195" fmla="*/ 4856525 w 7467600"/>
              <a:gd name="connsiteY195" fmla="*/ 3915351 h 6858000"/>
              <a:gd name="connsiteX196" fmla="*/ 5059055 w 7467600"/>
              <a:gd name="connsiteY196" fmla="*/ 4108918 h 6858000"/>
              <a:gd name="connsiteX197" fmla="*/ 5290070 w 7467600"/>
              <a:gd name="connsiteY197" fmla="*/ 4263619 h 6858000"/>
              <a:gd name="connsiteX198" fmla="*/ 4834991 w 7467600"/>
              <a:gd name="connsiteY198" fmla="*/ 3830985 h 6858000"/>
              <a:gd name="connsiteX199" fmla="*/ 4440129 w 7467600"/>
              <a:gd name="connsiteY199" fmla="*/ 3448571 h 6858000"/>
              <a:gd name="connsiteX200" fmla="*/ 4441737 w 7467600"/>
              <a:gd name="connsiteY200" fmla="*/ 3399734 h 6858000"/>
              <a:gd name="connsiteX201" fmla="*/ 4431236 w 7467600"/>
              <a:gd name="connsiteY201" fmla="*/ 3400954 h 6858000"/>
              <a:gd name="connsiteX202" fmla="*/ 4557150 w 7467600"/>
              <a:gd name="connsiteY202" fmla="*/ 3510023 h 6858000"/>
              <a:gd name="connsiteX203" fmla="*/ 4856936 w 7467600"/>
              <a:gd name="connsiteY203" fmla="*/ 3809146 h 6858000"/>
              <a:gd name="connsiteX204" fmla="*/ 5111996 w 7467600"/>
              <a:gd name="connsiteY204" fmla="*/ 4065759 h 6858000"/>
              <a:gd name="connsiteX205" fmla="*/ 5388878 w 7467600"/>
              <a:gd name="connsiteY205" fmla="*/ 4300185 h 6858000"/>
              <a:gd name="connsiteX206" fmla="*/ 5425556 w 7467600"/>
              <a:gd name="connsiteY206" fmla="*/ 4308967 h 6858000"/>
              <a:gd name="connsiteX207" fmla="*/ 4943646 w 7467600"/>
              <a:gd name="connsiteY207" fmla="*/ 3822916 h 6858000"/>
              <a:gd name="connsiteX208" fmla="*/ 4594837 w 7467600"/>
              <a:gd name="connsiteY208" fmla="*/ 3532274 h 6858000"/>
              <a:gd name="connsiteX209" fmla="*/ 4441737 w 7467600"/>
              <a:gd name="connsiteY209" fmla="*/ 3399734 h 6858000"/>
              <a:gd name="connsiteX210" fmla="*/ 5425834 w 7467600"/>
              <a:gd name="connsiteY210" fmla="*/ 3162785 h 6858000"/>
              <a:gd name="connsiteX211" fmla="*/ 5401644 w 7467600"/>
              <a:gd name="connsiteY211" fmla="*/ 3617847 h 6858000"/>
              <a:gd name="connsiteX212" fmla="*/ 5467256 w 7467600"/>
              <a:gd name="connsiteY212" fmla="*/ 4175494 h 6858000"/>
              <a:gd name="connsiteX213" fmla="*/ 5448069 w 7467600"/>
              <a:gd name="connsiteY213" fmla="*/ 3567554 h 6858000"/>
              <a:gd name="connsiteX214" fmla="*/ 5425834 w 7467600"/>
              <a:gd name="connsiteY214" fmla="*/ 3162785 h 6858000"/>
              <a:gd name="connsiteX215" fmla="*/ 1318687 w 7467600"/>
              <a:gd name="connsiteY215" fmla="*/ 3113840 h 6858000"/>
              <a:gd name="connsiteX216" fmla="*/ 1066793 w 7467600"/>
              <a:gd name="connsiteY216" fmla="*/ 3212171 h 6858000"/>
              <a:gd name="connsiteX217" fmla="*/ 993319 w 7467600"/>
              <a:gd name="connsiteY217" fmla="*/ 3247648 h 6858000"/>
              <a:gd name="connsiteX218" fmla="*/ 853081 w 7467600"/>
              <a:gd name="connsiteY218" fmla="*/ 3312410 h 6858000"/>
              <a:gd name="connsiteX219" fmla="*/ 805957 w 7467600"/>
              <a:gd name="connsiteY219" fmla="*/ 3330443 h 6858000"/>
              <a:gd name="connsiteX220" fmla="*/ 1318687 w 7467600"/>
              <a:gd name="connsiteY220" fmla="*/ 3113840 h 6858000"/>
              <a:gd name="connsiteX221" fmla="*/ 5453702 w 7467600"/>
              <a:gd name="connsiteY221" fmla="*/ 3090882 h 6858000"/>
              <a:gd name="connsiteX222" fmla="*/ 5480135 w 7467600"/>
              <a:gd name="connsiteY222" fmla="*/ 3565802 h 6858000"/>
              <a:gd name="connsiteX223" fmla="*/ 5499023 w 7467600"/>
              <a:gd name="connsiteY223" fmla="*/ 4166310 h 6858000"/>
              <a:gd name="connsiteX224" fmla="*/ 5547022 w 7467600"/>
              <a:gd name="connsiteY224" fmla="*/ 3607838 h 6858000"/>
              <a:gd name="connsiteX225" fmla="*/ 5515964 w 7467600"/>
              <a:gd name="connsiteY225" fmla="*/ 3378541 h 6858000"/>
              <a:gd name="connsiteX226" fmla="*/ 5453702 w 7467600"/>
              <a:gd name="connsiteY226" fmla="*/ 3090882 h 6858000"/>
              <a:gd name="connsiteX227" fmla="*/ 1238695 w 7467600"/>
              <a:gd name="connsiteY227" fmla="*/ 3076820 h 6858000"/>
              <a:gd name="connsiteX228" fmla="*/ 716371 w 7467600"/>
              <a:gd name="connsiteY228" fmla="*/ 3293249 h 6858000"/>
              <a:gd name="connsiteX229" fmla="*/ 579522 w 7467600"/>
              <a:gd name="connsiteY229" fmla="*/ 3371759 h 6858000"/>
              <a:gd name="connsiteX230" fmla="*/ 600288 w 7467600"/>
              <a:gd name="connsiteY230" fmla="*/ 3365555 h 6858000"/>
              <a:gd name="connsiteX231" fmla="*/ 840692 w 7467600"/>
              <a:gd name="connsiteY231" fmla="*/ 3284921 h 6858000"/>
              <a:gd name="connsiteX232" fmla="*/ 979248 w 7467600"/>
              <a:gd name="connsiteY232" fmla="*/ 3221003 h 6858000"/>
              <a:gd name="connsiteX233" fmla="*/ 1053282 w 7467600"/>
              <a:gd name="connsiteY233" fmla="*/ 3185247 h 6858000"/>
              <a:gd name="connsiteX234" fmla="*/ 1320603 w 7467600"/>
              <a:gd name="connsiteY234" fmla="*/ 3081281 h 6858000"/>
              <a:gd name="connsiteX235" fmla="*/ 1238695 w 7467600"/>
              <a:gd name="connsiteY235" fmla="*/ 3076820 h 6858000"/>
              <a:gd name="connsiteX236" fmla="*/ 5425627 w 7467600"/>
              <a:gd name="connsiteY236" fmla="*/ 2954192 h 6858000"/>
              <a:gd name="connsiteX237" fmla="*/ 5470770 w 7467600"/>
              <a:gd name="connsiteY237" fmla="*/ 3005435 h 6858000"/>
              <a:gd name="connsiteX238" fmla="*/ 5519779 w 7467600"/>
              <a:gd name="connsiteY238" fmla="*/ 4359223 h 6858000"/>
              <a:gd name="connsiteX239" fmla="*/ 5520293 w 7467600"/>
              <a:gd name="connsiteY239" fmla="*/ 4360602 h 6858000"/>
              <a:gd name="connsiteX240" fmla="*/ 5767221 w 7467600"/>
              <a:gd name="connsiteY240" fmla="*/ 4665564 h 6858000"/>
              <a:gd name="connsiteX241" fmla="*/ 6937169 w 7467600"/>
              <a:gd name="connsiteY241" fmla="*/ 4815941 h 6858000"/>
              <a:gd name="connsiteX242" fmla="*/ 6953922 w 7467600"/>
              <a:gd name="connsiteY242" fmla="*/ 4890068 h 6858000"/>
              <a:gd name="connsiteX243" fmla="*/ 6071359 w 7467600"/>
              <a:gd name="connsiteY243" fmla="*/ 4770770 h 6858000"/>
              <a:gd name="connsiteX244" fmla="*/ 6038839 w 7467600"/>
              <a:gd name="connsiteY244" fmla="*/ 4764474 h 6858000"/>
              <a:gd name="connsiteX245" fmla="*/ 6038706 w 7467600"/>
              <a:gd name="connsiteY245" fmla="*/ 4763847 h 6858000"/>
              <a:gd name="connsiteX246" fmla="*/ 6037784 w 7467600"/>
              <a:gd name="connsiteY246" fmla="*/ 4764270 h 6858000"/>
              <a:gd name="connsiteX247" fmla="*/ 6038839 w 7467600"/>
              <a:gd name="connsiteY247" fmla="*/ 4764474 h 6858000"/>
              <a:gd name="connsiteX248" fmla="*/ 6040338 w 7467600"/>
              <a:gd name="connsiteY248" fmla="*/ 4771418 h 6858000"/>
              <a:gd name="connsiteX249" fmla="*/ 6024488 w 7467600"/>
              <a:gd name="connsiteY249" fmla="*/ 4809903 h 6858000"/>
              <a:gd name="connsiteX250" fmla="*/ 5599771 w 7467600"/>
              <a:gd name="connsiteY250" fmla="*/ 5509652 h 6858000"/>
              <a:gd name="connsiteX251" fmla="*/ 5548843 w 7467600"/>
              <a:gd name="connsiteY251" fmla="*/ 5563845 h 6858000"/>
              <a:gd name="connsiteX252" fmla="*/ 5940952 w 7467600"/>
              <a:gd name="connsiteY252" fmla="*/ 6250028 h 6858000"/>
              <a:gd name="connsiteX253" fmla="*/ 6043441 w 7467600"/>
              <a:gd name="connsiteY253" fmla="*/ 6665847 h 6858000"/>
              <a:gd name="connsiteX254" fmla="*/ 6093432 w 7467600"/>
              <a:gd name="connsiteY254" fmla="*/ 6858000 h 6858000"/>
              <a:gd name="connsiteX255" fmla="*/ 6034344 w 7467600"/>
              <a:gd name="connsiteY255" fmla="*/ 6858000 h 6858000"/>
              <a:gd name="connsiteX256" fmla="*/ 6026679 w 7467600"/>
              <a:gd name="connsiteY256" fmla="*/ 6836959 h 6858000"/>
              <a:gd name="connsiteX257" fmla="*/ 5800441 w 7467600"/>
              <a:gd name="connsiteY257" fmla="*/ 6335286 h 6858000"/>
              <a:gd name="connsiteX258" fmla="*/ 5526562 w 7467600"/>
              <a:gd name="connsiteY258" fmla="*/ 5705388 h 6858000"/>
              <a:gd name="connsiteX259" fmla="*/ 5519640 w 7467600"/>
              <a:gd name="connsiteY259" fmla="*/ 5683774 h 6858000"/>
              <a:gd name="connsiteX260" fmla="*/ 5844559 w 7467600"/>
              <a:gd name="connsiteY260" fmla="*/ 6553349 h 6858000"/>
              <a:gd name="connsiteX261" fmla="*/ 5975994 w 7467600"/>
              <a:gd name="connsiteY261" fmla="*/ 6858000 h 6858000"/>
              <a:gd name="connsiteX262" fmla="*/ 5898547 w 7467600"/>
              <a:gd name="connsiteY262" fmla="*/ 6858000 h 6858000"/>
              <a:gd name="connsiteX263" fmla="*/ 5682041 w 7467600"/>
              <a:gd name="connsiteY263" fmla="*/ 6355860 h 6858000"/>
              <a:gd name="connsiteX264" fmla="*/ 5461758 w 7467600"/>
              <a:gd name="connsiteY264" fmla="*/ 5820220 h 6858000"/>
              <a:gd name="connsiteX265" fmla="*/ 5237282 w 7467600"/>
              <a:gd name="connsiteY265" fmla="*/ 6579086 h 6858000"/>
              <a:gd name="connsiteX266" fmla="*/ 5115009 w 7467600"/>
              <a:gd name="connsiteY266" fmla="*/ 6858000 h 6858000"/>
              <a:gd name="connsiteX267" fmla="*/ 5028074 w 7467600"/>
              <a:gd name="connsiteY267" fmla="*/ 6858000 h 6858000"/>
              <a:gd name="connsiteX268" fmla="*/ 5079508 w 7467600"/>
              <a:gd name="connsiteY268" fmla="*/ 6749074 h 6858000"/>
              <a:gd name="connsiteX269" fmla="*/ 5371846 w 7467600"/>
              <a:gd name="connsiteY269" fmla="*/ 5924413 h 6858000"/>
              <a:gd name="connsiteX270" fmla="*/ 5270512 w 7467600"/>
              <a:gd name="connsiteY270" fmla="*/ 6138975 h 6858000"/>
              <a:gd name="connsiteX271" fmla="*/ 5062409 w 7467600"/>
              <a:gd name="connsiteY271" fmla="*/ 6653544 h 6858000"/>
              <a:gd name="connsiteX272" fmla="*/ 5036628 w 7467600"/>
              <a:gd name="connsiteY272" fmla="*/ 6754247 h 6858000"/>
              <a:gd name="connsiteX273" fmla="*/ 5009112 w 7467600"/>
              <a:gd name="connsiteY273" fmla="*/ 6858000 h 6858000"/>
              <a:gd name="connsiteX274" fmla="*/ 4976679 w 7467600"/>
              <a:gd name="connsiteY274" fmla="*/ 6858000 h 6858000"/>
              <a:gd name="connsiteX275" fmla="*/ 5006537 w 7467600"/>
              <a:gd name="connsiteY275" fmla="*/ 6747068 h 6858000"/>
              <a:gd name="connsiteX276" fmla="*/ 5032723 w 7467600"/>
              <a:gd name="connsiteY276" fmla="*/ 6644957 h 6858000"/>
              <a:gd name="connsiteX277" fmla="*/ 5242949 w 7467600"/>
              <a:gd name="connsiteY277" fmla="*/ 6125175 h 6858000"/>
              <a:gd name="connsiteX278" fmla="*/ 5286321 w 7467600"/>
              <a:gd name="connsiteY278" fmla="*/ 6033555 h 6858000"/>
              <a:gd name="connsiteX279" fmla="*/ 5008210 w 7467600"/>
              <a:gd name="connsiteY279" fmla="*/ 6649194 h 6858000"/>
              <a:gd name="connsiteX280" fmla="*/ 4986321 w 7467600"/>
              <a:gd name="connsiteY280" fmla="*/ 6765687 h 6858000"/>
              <a:gd name="connsiteX281" fmla="*/ 4973474 w 7467600"/>
              <a:gd name="connsiteY281" fmla="*/ 6858000 h 6858000"/>
              <a:gd name="connsiteX282" fmla="*/ 4907178 w 7467600"/>
              <a:gd name="connsiteY282" fmla="*/ 6858000 h 6858000"/>
              <a:gd name="connsiteX283" fmla="*/ 4910810 w 7467600"/>
              <a:gd name="connsiteY283" fmla="*/ 6829660 h 6858000"/>
              <a:gd name="connsiteX284" fmla="*/ 4987461 w 7467600"/>
              <a:gd name="connsiteY284" fmla="*/ 6432994 h 6858000"/>
              <a:gd name="connsiteX285" fmla="*/ 5179262 w 7467600"/>
              <a:gd name="connsiteY285" fmla="*/ 6035044 h 6858000"/>
              <a:gd name="connsiteX286" fmla="*/ 4689678 w 7467600"/>
              <a:gd name="connsiteY286" fmla="*/ 6440241 h 6858000"/>
              <a:gd name="connsiteX287" fmla="*/ 4477543 w 7467600"/>
              <a:gd name="connsiteY287" fmla="*/ 6674836 h 6858000"/>
              <a:gd name="connsiteX288" fmla="*/ 4329957 w 7467600"/>
              <a:gd name="connsiteY288" fmla="*/ 6858000 h 6858000"/>
              <a:gd name="connsiteX289" fmla="*/ 4218595 w 7467600"/>
              <a:gd name="connsiteY289" fmla="*/ 6858000 h 6858000"/>
              <a:gd name="connsiteX290" fmla="*/ 4368888 w 7467600"/>
              <a:gd name="connsiteY290" fmla="*/ 6668412 h 6858000"/>
              <a:gd name="connsiteX291" fmla="*/ 4563091 w 7467600"/>
              <a:gd name="connsiteY291" fmla="*/ 6442508 h 6858000"/>
              <a:gd name="connsiteX292" fmla="*/ 5387324 w 7467600"/>
              <a:gd name="connsiteY292" fmla="*/ 5705830 h 6858000"/>
              <a:gd name="connsiteX293" fmla="*/ 5073620 w 7467600"/>
              <a:gd name="connsiteY293" fmla="*/ 5955437 h 6858000"/>
              <a:gd name="connsiteX294" fmla="*/ 4689789 w 7467600"/>
              <a:gd name="connsiteY294" fmla="*/ 6268382 h 6858000"/>
              <a:gd name="connsiteX295" fmla="*/ 4418722 w 7467600"/>
              <a:gd name="connsiteY295" fmla="*/ 6570886 h 6858000"/>
              <a:gd name="connsiteX296" fmla="*/ 4214944 w 7467600"/>
              <a:gd name="connsiteY296" fmla="*/ 6858000 h 6858000"/>
              <a:gd name="connsiteX297" fmla="*/ 4177898 w 7467600"/>
              <a:gd name="connsiteY297" fmla="*/ 6858000 h 6858000"/>
              <a:gd name="connsiteX298" fmla="*/ 4391597 w 7467600"/>
              <a:gd name="connsiteY298" fmla="*/ 6556370 h 6858000"/>
              <a:gd name="connsiteX299" fmla="*/ 4668889 w 7467600"/>
              <a:gd name="connsiteY299" fmla="*/ 6246399 h 6858000"/>
              <a:gd name="connsiteX300" fmla="*/ 5055427 w 7467600"/>
              <a:gd name="connsiteY300" fmla="*/ 5931476 h 6858000"/>
              <a:gd name="connsiteX301" fmla="*/ 5371814 w 7467600"/>
              <a:gd name="connsiteY301" fmla="*/ 5678975 h 6858000"/>
              <a:gd name="connsiteX302" fmla="*/ 4987918 w 7467600"/>
              <a:gd name="connsiteY302" fmla="*/ 5838701 h 6858000"/>
              <a:gd name="connsiteX303" fmla="*/ 4317146 w 7467600"/>
              <a:gd name="connsiteY303" fmla="*/ 6587716 h 6858000"/>
              <a:gd name="connsiteX304" fmla="*/ 4171627 w 7467600"/>
              <a:gd name="connsiteY304" fmla="*/ 6858000 h 6858000"/>
              <a:gd name="connsiteX305" fmla="*/ 4081585 w 7467600"/>
              <a:gd name="connsiteY305" fmla="*/ 6858000 h 6858000"/>
              <a:gd name="connsiteX306" fmla="*/ 4238603 w 7467600"/>
              <a:gd name="connsiteY306" fmla="*/ 6559341 h 6858000"/>
              <a:gd name="connsiteX307" fmla="*/ 4778333 w 7467600"/>
              <a:gd name="connsiteY307" fmla="*/ 5873626 h 6858000"/>
              <a:gd name="connsiteX308" fmla="*/ 5414185 w 7467600"/>
              <a:gd name="connsiteY308" fmla="*/ 5573882 h 6858000"/>
              <a:gd name="connsiteX309" fmla="*/ 5959648 w 7467600"/>
              <a:gd name="connsiteY309" fmla="*/ 4760797 h 6858000"/>
              <a:gd name="connsiteX310" fmla="*/ 5355019 w 7467600"/>
              <a:gd name="connsiteY310" fmla="*/ 4734672 h 6858000"/>
              <a:gd name="connsiteX311" fmla="*/ 5083565 w 7467600"/>
              <a:gd name="connsiteY311" fmla="*/ 5179121 h 6858000"/>
              <a:gd name="connsiteX312" fmla="*/ 4713577 w 7467600"/>
              <a:gd name="connsiteY312" fmla="*/ 5616803 h 6858000"/>
              <a:gd name="connsiteX313" fmla="*/ 3989559 w 7467600"/>
              <a:gd name="connsiteY313" fmla="*/ 6145945 h 6858000"/>
              <a:gd name="connsiteX314" fmla="*/ 3939824 w 7467600"/>
              <a:gd name="connsiteY314" fmla="*/ 6066900 h 6858000"/>
              <a:gd name="connsiteX315" fmla="*/ 4584537 w 7467600"/>
              <a:gd name="connsiteY315" fmla="*/ 5324826 h 6858000"/>
              <a:gd name="connsiteX316" fmla="*/ 5037105 w 7467600"/>
              <a:gd name="connsiteY316" fmla="*/ 5088765 h 6858000"/>
              <a:gd name="connsiteX317" fmla="*/ 5039930 w 7467600"/>
              <a:gd name="connsiteY317" fmla="*/ 5089585 h 6858000"/>
              <a:gd name="connsiteX318" fmla="*/ 5263764 w 7467600"/>
              <a:gd name="connsiteY318" fmla="*/ 4735525 h 6858000"/>
              <a:gd name="connsiteX319" fmla="*/ 4086300 w 7467600"/>
              <a:gd name="connsiteY319" fmla="*/ 4884599 h 6858000"/>
              <a:gd name="connsiteX320" fmla="*/ 4085485 w 7467600"/>
              <a:gd name="connsiteY320" fmla="*/ 4899070 h 6858000"/>
              <a:gd name="connsiteX321" fmla="*/ 3871915 w 7467600"/>
              <a:gd name="connsiteY321" fmla="*/ 5253645 h 6858000"/>
              <a:gd name="connsiteX322" fmla="*/ 3799374 w 7467600"/>
              <a:gd name="connsiteY322" fmla="*/ 5466127 h 6858000"/>
              <a:gd name="connsiteX323" fmla="*/ 3498850 w 7467600"/>
              <a:gd name="connsiteY323" fmla="*/ 6661888 h 6858000"/>
              <a:gd name="connsiteX324" fmla="*/ 3399216 w 7467600"/>
              <a:gd name="connsiteY324" fmla="*/ 6858000 h 6858000"/>
              <a:gd name="connsiteX325" fmla="*/ 3303688 w 7467600"/>
              <a:gd name="connsiteY325" fmla="*/ 6858000 h 6858000"/>
              <a:gd name="connsiteX326" fmla="*/ 3391774 w 7467600"/>
              <a:gd name="connsiteY326" fmla="*/ 6697181 h 6858000"/>
              <a:gd name="connsiteX327" fmla="*/ 3735540 w 7467600"/>
              <a:gd name="connsiteY327" fmla="*/ 5546923 h 6858000"/>
              <a:gd name="connsiteX328" fmla="*/ 3729438 w 7467600"/>
              <a:gd name="connsiteY328" fmla="*/ 5569058 h 6858000"/>
              <a:gd name="connsiteX329" fmla="*/ 3707782 w 7467600"/>
              <a:gd name="connsiteY329" fmla="*/ 5644908 h 6858000"/>
              <a:gd name="connsiteX330" fmla="*/ 3583827 w 7467600"/>
              <a:gd name="connsiteY330" fmla="*/ 6039215 h 6858000"/>
              <a:gd name="connsiteX331" fmla="*/ 3547861 w 7467600"/>
              <a:gd name="connsiteY331" fmla="*/ 6129609 h 6858000"/>
              <a:gd name="connsiteX332" fmla="*/ 3490905 w 7467600"/>
              <a:gd name="connsiteY332" fmla="*/ 6277660 h 6858000"/>
              <a:gd name="connsiteX333" fmla="*/ 3455859 w 7467600"/>
              <a:gd name="connsiteY333" fmla="*/ 6391301 h 6858000"/>
              <a:gd name="connsiteX334" fmla="*/ 3429112 w 7467600"/>
              <a:gd name="connsiteY334" fmla="*/ 6479469 h 6858000"/>
              <a:gd name="connsiteX335" fmla="*/ 3304862 w 7467600"/>
              <a:gd name="connsiteY335" fmla="*/ 6796476 h 6858000"/>
              <a:gd name="connsiteX336" fmla="*/ 3276071 w 7467600"/>
              <a:gd name="connsiteY336" fmla="*/ 6858000 h 6858000"/>
              <a:gd name="connsiteX337" fmla="*/ 3240805 w 7467600"/>
              <a:gd name="connsiteY337" fmla="*/ 6858000 h 6858000"/>
              <a:gd name="connsiteX338" fmla="*/ 3275917 w 7467600"/>
              <a:gd name="connsiteY338" fmla="*/ 6783192 h 6858000"/>
              <a:gd name="connsiteX339" fmla="*/ 3399358 w 7467600"/>
              <a:gd name="connsiteY339" fmla="*/ 6469011 h 6858000"/>
              <a:gd name="connsiteX340" fmla="*/ 3425650 w 7467600"/>
              <a:gd name="connsiteY340" fmla="*/ 6381333 h 6858000"/>
              <a:gd name="connsiteX341" fmla="*/ 3460661 w 7467600"/>
              <a:gd name="connsiteY341" fmla="*/ 6266763 h 6858000"/>
              <a:gd name="connsiteX342" fmla="*/ 3518021 w 7467600"/>
              <a:gd name="connsiteY342" fmla="*/ 6117298 h 6858000"/>
              <a:gd name="connsiteX343" fmla="*/ 3554035 w 7467600"/>
              <a:gd name="connsiteY343" fmla="*/ 6027832 h 6858000"/>
              <a:gd name="connsiteX344" fmla="*/ 3677174 w 7467600"/>
              <a:gd name="connsiteY344" fmla="*/ 5636351 h 6858000"/>
              <a:gd name="connsiteX345" fmla="*/ 3698819 w 7467600"/>
              <a:gd name="connsiteY345" fmla="*/ 5560503 h 6858000"/>
              <a:gd name="connsiteX346" fmla="*/ 3702094 w 7467600"/>
              <a:gd name="connsiteY346" fmla="*/ 5549194 h 6858000"/>
              <a:gd name="connsiteX347" fmla="*/ 3398355 w 7467600"/>
              <a:gd name="connsiteY347" fmla="*/ 6094603 h 6858000"/>
              <a:gd name="connsiteX348" fmla="*/ 3193941 w 7467600"/>
              <a:gd name="connsiteY348" fmla="*/ 6798775 h 6858000"/>
              <a:gd name="connsiteX349" fmla="*/ 3184140 w 7467600"/>
              <a:gd name="connsiteY349" fmla="*/ 6858000 h 6858000"/>
              <a:gd name="connsiteX350" fmla="*/ 3099978 w 7467600"/>
              <a:gd name="connsiteY350" fmla="*/ 6858000 h 6858000"/>
              <a:gd name="connsiteX351" fmla="*/ 3101556 w 7467600"/>
              <a:gd name="connsiteY351" fmla="*/ 6843337 h 6858000"/>
              <a:gd name="connsiteX352" fmla="*/ 3370162 w 7467600"/>
              <a:gd name="connsiteY352" fmla="*/ 5785550 h 6858000"/>
              <a:gd name="connsiteX353" fmla="*/ 3746477 w 7467600"/>
              <a:gd name="connsiteY353" fmla="*/ 5377889 h 6858000"/>
              <a:gd name="connsiteX354" fmla="*/ 3863399 w 7467600"/>
              <a:gd name="connsiteY354" fmla="*/ 5087257 h 6858000"/>
              <a:gd name="connsiteX355" fmla="*/ 3968712 w 7467600"/>
              <a:gd name="connsiteY355" fmla="*/ 4913989 h 6858000"/>
              <a:gd name="connsiteX356" fmla="*/ 2792390 w 7467600"/>
              <a:gd name="connsiteY356" fmla="*/ 5382974 h 6858000"/>
              <a:gd name="connsiteX357" fmla="*/ 2714982 w 7467600"/>
              <a:gd name="connsiteY357" fmla="*/ 5427051 h 6858000"/>
              <a:gd name="connsiteX358" fmla="*/ 2813361 w 7467600"/>
              <a:gd name="connsiteY358" fmla="*/ 6023912 h 6858000"/>
              <a:gd name="connsiteX359" fmla="*/ 2688430 w 7467600"/>
              <a:gd name="connsiteY359" fmla="*/ 6801564 h 6858000"/>
              <a:gd name="connsiteX360" fmla="*/ 2629626 w 7467600"/>
              <a:gd name="connsiteY360" fmla="*/ 6763394 h 6858000"/>
              <a:gd name="connsiteX361" fmla="*/ 2565328 w 7467600"/>
              <a:gd name="connsiteY361" fmla="*/ 5516399 h 6858000"/>
              <a:gd name="connsiteX362" fmla="*/ 1922999 w 7467600"/>
              <a:gd name="connsiteY362" fmla="*/ 5980343 h 6858000"/>
              <a:gd name="connsiteX363" fmla="*/ 1950261 w 7467600"/>
              <a:gd name="connsiteY363" fmla="*/ 6405858 h 6858000"/>
              <a:gd name="connsiteX364" fmla="*/ 2365554 w 7467600"/>
              <a:gd name="connsiteY364" fmla="*/ 6759107 h 6858000"/>
              <a:gd name="connsiteX365" fmla="*/ 2424142 w 7467600"/>
              <a:gd name="connsiteY365" fmla="*/ 6858000 h 6858000"/>
              <a:gd name="connsiteX366" fmla="*/ 2395994 w 7467600"/>
              <a:gd name="connsiteY366" fmla="*/ 6858000 h 6858000"/>
              <a:gd name="connsiteX367" fmla="*/ 2392863 w 7467600"/>
              <a:gd name="connsiteY367" fmla="*/ 6852964 h 6858000"/>
              <a:gd name="connsiteX368" fmla="*/ 2017589 w 7467600"/>
              <a:gd name="connsiteY368" fmla="*/ 6493982 h 6858000"/>
              <a:gd name="connsiteX369" fmla="*/ 2147336 w 7467600"/>
              <a:gd name="connsiteY369" fmla="*/ 6594052 h 6858000"/>
              <a:gd name="connsiteX370" fmla="*/ 2207047 w 7467600"/>
              <a:gd name="connsiteY370" fmla="*/ 6654540 h 6858000"/>
              <a:gd name="connsiteX371" fmla="*/ 2299106 w 7467600"/>
              <a:gd name="connsiteY371" fmla="*/ 6778931 h 6858000"/>
              <a:gd name="connsiteX372" fmla="*/ 2314430 w 7467600"/>
              <a:gd name="connsiteY372" fmla="*/ 6801144 h 6858000"/>
              <a:gd name="connsiteX373" fmla="*/ 2352406 w 7467600"/>
              <a:gd name="connsiteY373" fmla="*/ 6858000 h 6858000"/>
              <a:gd name="connsiteX374" fmla="*/ 2314492 w 7467600"/>
              <a:gd name="connsiteY374" fmla="*/ 6858000 h 6858000"/>
              <a:gd name="connsiteX375" fmla="*/ 2288095 w 7467600"/>
              <a:gd name="connsiteY375" fmla="*/ 6818030 h 6858000"/>
              <a:gd name="connsiteX376" fmla="*/ 2272768 w 7467600"/>
              <a:gd name="connsiteY376" fmla="*/ 6795822 h 6858000"/>
              <a:gd name="connsiteX377" fmla="*/ 2182715 w 7467600"/>
              <a:gd name="connsiteY377" fmla="*/ 6675071 h 6858000"/>
              <a:gd name="connsiteX378" fmla="*/ 2032061 w 7467600"/>
              <a:gd name="connsiteY378" fmla="*/ 6541380 h 6858000"/>
              <a:gd name="connsiteX379" fmla="*/ 2257220 w 7467600"/>
              <a:gd name="connsiteY379" fmla="*/ 6826257 h 6858000"/>
              <a:gd name="connsiteX380" fmla="*/ 2281324 w 7467600"/>
              <a:gd name="connsiteY380" fmla="*/ 6858000 h 6858000"/>
              <a:gd name="connsiteX381" fmla="*/ 2242860 w 7467600"/>
              <a:gd name="connsiteY381" fmla="*/ 6858000 h 6858000"/>
              <a:gd name="connsiteX382" fmla="*/ 2232818 w 7467600"/>
              <a:gd name="connsiteY382" fmla="*/ 6844926 h 6858000"/>
              <a:gd name="connsiteX383" fmla="*/ 1990172 w 7467600"/>
              <a:gd name="connsiteY383" fmla="*/ 6542121 h 6858000"/>
              <a:gd name="connsiteX384" fmla="*/ 2124090 w 7467600"/>
              <a:gd name="connsiteY384" fmla="*/ 6761017 h 6858000"/>
              <a:gd name="connsiteX385" fmla="*/ 2200380 w 7467600"/>
              <a:gd name="connsiteY385" fmla="*/ 6858000 h 6858000"/>
              <a:gd name="connsiteX386" fmla="*/ 2147507 w 7467600"/>
              <a:gd name="connsiteY386" fmla="*/ 6858000 h 6858000"/>
              <a:gd name="connsiteX387" fmla="*/ 2070668 w 7467600"/>
              <a:gd name="connsiteY387" fmla="*/ 6761520 h 6858000"/>
              <a:gd name="connsiteX388" fmla="*/ 1975142 w 7467600"/>
              <a:gd name="connsiteY388" fmla="*/ 6585570 h 6858000"/>
              <a:gd name="connsiteX389" fmla="*/ 2050035 w 7467600"/>
              <a:gd name="connsiteY389" fmla="*/ 6813345 h 6858000"/>
              <a:gd name="connsiteX390" fmla="*/ 2063025 w 7467600"/>
              <a:gd name="connsiteY390" fmla="*/ 6858000 h 6858000"/>
              <a:gd name="connsiteX391" fmla="*/ 2021675 w 7467600"/>
              <a:gd name="connsiteY391" fmla="*/ 6858000 h 6858000"/>
              <a:gd name="connsiteX392" fmla="*/ 2019308 w 7467600"/>
              <a:gd name="connsiteY392" fmla="*/ 6847118 h 6858000"/>
              <a:gd name="connsiteX393" fmla="*/ 1938835 w 7467600"/>
              <a:gd name="connsiteY393" fmla="*/ 6551160 h 6858000"/>
              <a:gd name="connsiteX394" fmla="*/ 1953230 w 7467600"/>
              <a:gd name="connsiteY394" fmla="*/ 6759699 h 6858000"/>
              <a:gd name="connsiteX395" fmla="*/ 1956763 w 7467600"/>
              <a:gd name="connsiteY395" fmla="*/ 6778191 h 6858000"/>
              <a:gd name="connsiteX396" fmla="*/ 1967925 w 7467600"/>
              <a:gd name="connsiteY396" fmla="*/ 6858000 h 6858000"/>
              <a:gd name="connsiteX397" fmla="*/ 1936622 w 7467600"/>
              <a:gd name="connsiteY397" fmla="*/ 6858000 h 6858000"/>
              <a:gd name="connsiteX398" fmla="*/ 1926261 w 7467600"/>
              <a:gd name="connsiteY398" fmla="*/ 6784064 h 6858000"/>
              <a:gd name="connsiteX399" fmla="*/ 1922724 w 7467600"/>
              <a:gd name="connsiteY399" fmla="*/ 6765577 h 6858000"/>
              <a:gd name="connsiteX400" fmla="*/ 1904650 w 7467600"/>
              <a:gd name="connsiteY400" fmla="*/ 6639616 h 6858000"/>
              <a:gd name="connsiteX401" fmla="*/ 1885273 w 7467600"/>
              <a:gd name="connsiteY401" fmla="*/ 6858000 h 6858000"/>
              <a:gd name="connsiteX402" fmla="*/ 1854363 w 7467600"/>
              <a:gd name="connsiteY402" fmla="*/ 6858000 h 6858000"/>
              <a:gd name="connsiteX403" fmla="*/ 1880391 w 7467600"/>
              <a:gd name="connsiteY403" fmla="*/ 6603796 h 6858000"/>
              <a:gd name="connsiteX404" fmla="*/ 1818273 w 7467600"/>
              <a:gd name="connsiteY404" fmla="*/ 6715729 h 6858000"/>
              <a:gd name="connsiteX405" fmla="*/ 1794691 w 7467600"/>
              <a:gd name="connsiteY405" fmla="*/ 6843239 h 6858000"/>
              <a:gd name="connsiteX406" fmla="*/ 1794914 w 7467600"/>
              <a:gd name="connsiteY406" fmla="*/ 6858000 h 6858000"/>
              <a:gd name="connsiteX407" fmla="*/ 1746128 w 7467600"/>
              <a:gd name="connsiteY407" fmla="*/ 6858000 h 6858000"/>
              <a:gd name="connsiteX408" fmla="*/ 1753934 w 7467600"/>
              <a:gd name="connsiteY408" fmla="*/ 6724796 h 6858000"/>
              <a:gd name="connsiteX409" fmla="*/ 1792053 w 7467600"/>
              <a:gd name="connsiteY409" fmla="*/ 6572396 h 6858000"/>
              <a:gd name="connsiteX410" fmla="*/ 1862248 w 7467600"/>
              <a:gd name="connsiteY410" fmla="*/ 6266397 h 6858000"/>
              <a:gd name="connsiteX411" fmla="*/ 1862250 w 7467600"/>
              <a:gd name="connsiteY411" fmla="*/ 6033531 h 6858000"/>
              <a:gd name="connsiteX412" fmla="*/ 1211999 w 7467600"/>
              <a:gd name="connsiteY412" fmla="*/ 6683610 h 6858000"/>
              <a:gd name="connsiteX413" fmla="*/ 1213266 w 7467600"/>
              <a:gd name="connsiteY413" fmla="*/ 6691947 h 6858000"/>
              <a:gd name="connsiteX414" fmla="*/ 1203370 w 7467600"/>
              <a:gd name="connsiteY414" fmla="*/ 6850676 h 6858000"/>
              <a:gd name="connsiteX415" fmla="*/ 1203671 w 7467600"/>
              <a:gd name="connsiteY415" fmla="*/ 6858000 h 6858000"/>
              <a:gd name="connsiteX416" fmla="*/ 1143180 w 7467600"/>
              <a:gd name="connsiteY416" fmla="*/ 6858000 h 6858000"/>
              <a:gd name="connsiteX417" fmla="*/ 1142176 w 7467600"/>
              <a:gd name="connsiteY417" fmla="*/ 6766045 h 6858000"/>
              <a:gd name="connsiteX418" fmla="*/ 1067484 w 7467600"/>
              <a:gd name="connsiteY418" fmla="*/ 6858000 h 6858000"/>
              <a:gd name="connsiteX419" fmla="*/ 953928 w 7467600"/>
              <a:gd name="connsiteY419" fmla="*/ 6858000 h 6858000"/>
              <a:gd name="connsiteX420" fmla="*/ 959715 w 7467600"/>
              <a:gd name="connsiteY420" fmla="*/ 6850185 h 6858000"/>
              <a:gd name="connsiteX421" fmla="*/ 1483788 w 7467600"/>
              <a:gd name="connsiteY421" fmla="*/ 6259174 h 6858000"/>
              <a:gd name="connsiteX422" fmla="*/ 1100671 w 7467600"/>
              <a:gd name="connsiteY422" fmla="*/ 6252137 h 6858000"/>
              <a:gd name="connsiteX423" fmla="*/ 1090144 w 7467600"/>
              <a:gd name="connsiteY423" fmla="*/ 6256748 h 6858000"/>
              <a:gd name="connsiteX424" fmla="*/ 1095872 w 7467600"/>
              <a:gd name="connsiteY424" fmla="*/ 6271892 h 6858000"/>
              <a:gd name="connsiteX425" fmla="*/ 262785 w 7467600"/>
              <a:gd name="connsiteY425" fmla="*/ 6845450 h 6858000"/>
              <a:gd name="connsiteX426" fmla="*/ 209968 w 7467600"/>
              <a:gd name="connsiteY426" fmla="*/ 6770713 h 6858000"/>
              <a:gd name="connsiteX427" fmla="*/ 873460 w 7467600"/>
              <a:gd name="connsiteY427" fmla="*/ 6253768 h 6858000"/>
              <a:gd name="connsiteX428" fmla="*/ 192686 w 7467600"/>
              <a:gd name="connsiteY428" fmla="*/ 5849257 h 6858000"/>
              <a:gd name="connsiteX429" fmla="*/ 4696 w 7467600"/>
              <a:gd name="connsiteY429" fmla="*/ 5697668 h 6858000"/>
              <a:gd name="connsiteX430" fmla="*/ 0 w 7467600"/>
              <a:gd name="connsiteY430" fmla="*/ 5689984 h 6858000"/>
              <a:gd name="connsiteX431" fmla="*/ 0 w 7467600"/>
              <a:gd name="connsiteY431" fmla="*/ 5513472 h 6858000"/>
              <a:gd name="connsiteX432" fmla="*/ 174101 w 7467600"/>
              <a:gd name="connsiteY432" fmla="*/ 5620277 h 6858000"/>
              <a:gd name="connsiteX433" fmla="*/ 891800 w 7467600"/>
              <a:gd name="connsiteY433" fmla="*/ 6036935 h 6858000"/>
              <a:gd name="connsiteX434" fmla="*/ 1072219 w 7467600"/>
              <a:gd name="connsiteY434" fmla="*/ 6169443 h 6858000"/>
              <a:gd name="connsiteX435" fmla="*/ 1074117 w 7467600"/>
              <a:gd name="connsiteY435" fmla="*/ 6170301 h 6858000"/>
              <a:gd name="connsiteX436" fmla="*/ 1083114 w 7467600"/>
              <a:gd name="connsiteY436" fmla="*/ 6174131 h 6858000"/>
              <a:gd name="connsiteX437" fmla="*/ 1543010 w 7467600"/>
              <a:gd name="connsiteY437" fmla="*/ 6191140 h 6858000"/>
              <a:gd name="connsiteX438" fmla="*/ 1551080 w 7467600"/>
              <a:gd name="connsiteY438" fmla="*/ 6195006 h 6858000"/>
              <a:gd name="connsiteX439" fmla="*/ 2345443 w 7467600"/>
              <a:gd name="connsiteY439" fmla="*/ 5549882 h 6858000"/>
              <a:gd name="connsiteX440" fmla="*/ 1721499 w 7467600"/>
              <a:gd name="connsiteY440" fmla="*/ 5599969 h 6858000"/>
              <a:gd name="connsiteX441" fmla="*/ 767716 w 7467600"/>
              <a:gd name="connsiteY441" fmla="*/ 5472768 h 6858000"/>
              <a:gd name="connsiteX442" fmla="*/ 722147 w 7467600"/>
              <a:gd name="connsiteY442" fmla="*/ 5393091 h 6858000"/>
              <a:gd name="connsiteX443" fmla="*/ 1485552 w 7467600"/>
              <a:gd name="connsiteY443" fmla="*/ 5313202 h 6858000"/>
              <a:gd name="connsiteX444" fmla="*/ 2143004 w 7467600"/>
              <a:gd name="connsiteY444" fmla="*/ 5402420 h 6858000"/>
              <a:gd name="connsiteX445" fmla="*/ 1933391 w 7467600"/>
              <a:gd name="connsiteY445" fmla="*/ 5156971 h 6858000"/>
              <a:gd name="connsiteX446" fmla="*/ 1827118 w 7467600"/>
              <a:gd name="connsiteY446" fmla="*/ 4968410 h 6858000"/>
              <a:gd name="connsiteX447" fmla="*/ 1837349 w 7467600"/>
              <a:gd name="connsiteY447" fmla="*/ 4956357 h 6858000"/>
              <a:gd name="connsiteX448" fmla="*/ 2162835 w 7467600"/>
              <a:gd name="connsiteY448" fmla="*/ 5187853 h 6858000"/>
              <a:gd name="connsiteX449" fmla="*/ 2257167 w 7467600"/>
              <a:gd name="connsiteY449" fmla="*/ 5462123 h 6858000"/>
              <a:gd name="connsiteX450" fmla="*/ 2261598 w 7467600"/>
              <a:gd name="connsiteY450" fmla="*/ 5467998 h 6858000"/>
              <a:gd name="connsiteX451" fmla="*/ 2437177 w 7467600"/>
              <a:gd name="connsiteY451" fmla="*/ 5479608 h 6858000"/>
              <a:gd name="connsiteX452" fmla="*/ 2445247 w 7467600"/>
              <a:gd name="connsiteY452" fmla="*/ 5483476 h 6858000"/>
              <a:gd name="connsiteX453" fmla="*/ 2743626 w 7467600"/>
              <a:gd name="connsiteY453" fmla="*/ 5304819 h 6858000"/>
              <a:gd name="connsiteX454" fmla="*/ 3048102 w 7467600"/>
              <a:gd name="connsiteY454" fmla="*/ 5150595 h 6858000"/>
              <a:gd name="connsiteX455" fmla="*/ 1799414 w 7467600"/>
              <a:gd name="connsiteY455" fmla="*/ 4694732 h 6858000"/>
              <a:gd name="connsiteX456" fmla="*/ 1771735 w 7467600"/>
              <a:gd name="connsiteY456" fmla="*/ 4619929 h 6858000"/>
              <a:gd name="connsiteX457" fmla="*/ 3104273 w 7467600"/>
              <a:gd name="connsiteY457" fmla="*/ 5076159 h 6858000"/>
              <a:gd name="connsiteX458" fmla="*/ 3113245 w 7467600"/>
              <a:gd name="connsiteY458" fmla="*/ 5090705 h 6858000"/>
              <a:gd name="connsiteX459" fmla="*/ 3126294 w 7467600"/>
              <a:gd name="connsiteY459" fmla="*/ 5114400 h 6858000"/>
              <a:gd name="connsiteX460" fmla="*/ 3937433 w 7467600"/>
              <a:gd name="connsiteY460" fmla="*/ 4830473 h 6858000"/>
              <a:gd name="connsiteX461" fmla="*/ 3590475 w 7467600"/>
              <a:gd name="connsiteY461" fmla="*/ 4597974 h 6858000"/>
              <a:gd name="connsiteX462" fmla="*/ 3100264 w 7467600"/>
              <a:gd name="connsiteY462" fmla="*/ 4579845 h 6858000"/>
              <a:gd name="connsiteX463" fmla="*/ 2183576 w 7467600"/>
              <a:gd name="connsiteY463" fmla="*/ 4227150 h 6858000"/>
              <a:gd name="connsiteX464" fmla="*/ 2151029 w 7467600"/>
              <a:gd name="connsiteY464" fmla="*/ 4146947 h 6858000"/>
              <a:gd name="connsiteX465" fmla="*/ 3563434 w 7467600"/>
              <a:gd name="connsiteY465" fmla="*/ 4469115 h 6858000"/>
              <a:gd name="connsiteX466" fmla="*/ 3177952 w 7467600"/>
              <a:gd name="connsiteY466" fmla="*/ 3657386 h 6858000"/>
              <a:gd name="connsiteX467" fmla="*/ 3189263 w 7467600"/>
              <a:gd name="connsiteY467" fmla="*/ 3625726 h 6858000"/>
              <a:gd name="connsiteX468" fmla="*/ 3560912 w 7467600"/>
              <a:gd name="connsiteY468" fmla="*/ 4079863 h 6858000"/>
              <a:gd name="connsiteX469" fmla="*/ 3626636 w 7467600"/>
              <a:gd name="connsiteY469" fmla="*/ 4512230 h 6858000"/>
              <a:gd name="connsiteX470" fmla="*/ 3653088 w 7467600"/>
              <a:gd name="connsiteY470" fmla="*/ 4521417 h 6858000"/>
              <a:gd name="connsiteX471" fmla="*/ 3988128 w 7467600"/>
              <a:gd name="connsiteY471" fmla="*/ 4817267 h 6858000"/>
              <a:gd name="connsiteX472" fmla="*/ 4830582 w 7467600"/>
              <a:gd name="connsiteY472" fmla="*/ 4676000 h 6858000"/>
              <a:gd name="connsiteX473" fmla="*/ 4830100 w 7467600"/>
              <a:gd name="connsiteY473" fmla="*/ 4675554 h 6858000"/>
              <a:gd name="connsiteX474" fmla="*/ 4036318 w 7467600"/>
              <a:gd name="connsiteY474" fmla="*/ 4147013 h 6858000"/>
              <a:gd name="connsiteX475" fmla="*/ 3432098 w 7467600"/>
              <a:gd name="connsiteY475" fmla="*/ 3537312 h 6858000"/>
              <a:gd name="connsiteX476" fmla="*/ 3446761 w 7467600"/>
              <a:gd name="connsiteY476" fmla="*/ 3461278 h 6858000"/>
              <a:gd name="connsiteX477" fmla="*/ 4419733 w 7467600"/>
              <a:gd name="connsiteY477" fmla="*/ 3963555 h 6858000"/>
              <a:gd name="connsiteX478" fmla="*/ 4781371 w 7467600"/>
              <a:gd name="connsiteY478" fmla="*/ 4458604 h 6858000"/>
              <a:gd name="connsiteX479" fmla="*/ 4780440 w 7467600"/>
              <a:gd name="connsiteY479" fmla="*/ 4470290 h 6858000"/>
              <a:gd name="connsiteX480" fmla="*/ 4898954 w 7467600"/>
              <a:gd name="connsiteY480" fmla="*/ 4662092 h 6858000"/>
              <a:gd name="connsiteX481" fmla="*/ 4900699 w 7467600"/>
              <a:gd name="connsiteY481" fmla="*/ 4670867 h 6858000"/>
              <a:gd name="connsiteX482" fmla="*/ 5714511 w 7467600"/>
              <a:gd name="connsiteY482" fmla="*/ 4663483 h 6858000"/>
              <a:gd name="connsiteX483" fmla="*/ 5464793 w 7467600"/>
              <a:gd name="connsiteY483" fmla="*/ 4393556 h 6858000"/>
              <a:gd name="connsiteX484" fmla="*/ 5461897 w 7467600"/>
              <a:gd name="connsiteY484" fmla="*/ 4390879 h 6858000"/>
              <a:gd name="connsiteX485" fmla="*/ 4294126 w 7467600"/>
              <a:gd name="connsiteY485" fmla="*/ 3303048 h 6858000"/>
              <a:gd name="connsiteX486" fmla="*/ 4305321 w 7467600"/>
              <a:gd name="connsiteY486" fmla="*/ 3256953 h 6858000"/>
              <a:gd name="connsiteX487" fmla="*/ 4949299 w 7467600"/>
              <a:gd name="connsiteY487" fmla="*/ 3766336 h 6858000"/>
              <a:gd name="connsiteX488" fmla="*/ 5291452 w 7467600"/>
              <a:gd name="connsiteY488" fmla="*/ 4076801 h 6858000"/>
              <a:gd name="connsiteX489" fmla="*/ 5434998 w 7467600"/>
              <a:gd name="connsiteY489" fmla="*/ 4254100 h 6858000"/>
              <a:gd name="connsiteX490" fmla="*/ 5351015 w 7467600"/>
              <a:gd name="connsiteY490" fmla="*/ 3760989 h 6858000"/>
              <a:gd name="connsiteX491" fmla="*/ 5413780 w 7467600"/>
              <a:gd name="connsiteY491" fmla="*/ 2966265 h 6858000"/>
              <a:gd name="connsiteX492" fmla="*/ 5425627 w 7467600"/>
              <a:gd name="connsiteY492" fmla="*/ 2954192 h 6858000"/>
              <a:gd name="connsiteX493" fmla="*/ 6604735 w 7467600"/>
              <a:gd name="connsiteY493" fmla="*/ 2041381 h 6858000"/>
              <a:gd name="connsiteX494" fmla="*/ 7204487 w 7467600"/>
              <a:gd name="connsiteY494" fmla="*/ 2742112 h 6858000"/>
              <a:gd name="connsiteX495" fmla="*/ 7131592 w 7467600"/>
              <a:gd name="connsiteY495" fmla="*/ 2672096 h 6858000"/>
              <a:gd name="connsiteX496" fmla="*/ 6996344 w 7467600"/>
              <a:gd name="connsiteY496" fmla="*/ 2518310 h 6858000"/>
              <a:gd name="connsiteX497" fmla="*/ 6735495 w 7467600"/>
              <a:gd name="connsiteY497" fmla="*/ 2196890 h 6858000"/>
              <a:gd name="connsiteX498" fmla="*/ 6721901 w 7467600"/>
              <a:gd name="connsiteY498" fmla="*/ 2179274 h 6858000"/>
              <a:gd name="connsiteX499" fmla="*/ 6604735 w 7467600"/>
              <a:gd name="connsiteY499" fmla="*/ 2041381 h 6858000"/>
              <a:gd name="connsiteX500" fmla="*/ 6591670 w 7467600"/>
              <a:gd name="connsiteY500" fmla="*/ 1988277 h 6858000"/>
              <a:gd name="connsiteX501" fmla="*/ 6747349 w 7467600"/>
              <a:gd name="connsiteY501" fmla="*/ 2160069 h 6858000"/>
              <a:gd name="connsiteX502" fmla="*/ 6760943 w 7467600"/>
              <a:gd name="connsiteY502" fmla="*/ 2177686 h 6858000"/>
              <a:gd name="connsiteX503" fmla="*/ 7021065 w 7467600"/>
              <a:gd name="connsiteY503" fmla="*/ 2498102 h 6858000"/>
              <a:gd name="connsiteX504" fmla="*/ 7155223 w 7467600"/>
              <a:gd name="connsiteY504" fmla="*/ 2650386 h 6858000"/>
              <a:gd name="connsiteX505" fmla="*/ 7203167 w 7467600"/>
              <a:gd name="connsiteY505" fmla="*/ 2697288 h 6858000"/>
              <a:gd name="connsiteX506" fmla="*/ 6937703 w 7467600"/>
              <a:gd name="connsiteY506" fmla="*/ 2321981 h 6858000"/>
              <a:gd name="connsiteX507" fmla="*/ 6591670 w 7467600"/>
              <a:gd name="connsiteY507" fmla="*/ 1988277 h 6858000"/>
              <a:gd name="connsiteX508" fmla="*/ 5798671 w 7467600"/>
              <a:gd name="connsiteY508" fmla="*/ 1981601 h 6858000"/>
              <a:gd name="connsiteX509" fmla="*/ 5754709 w 7467600"/>
              <a:gd name="connsiteY509" fmla="*/ 2071454 h 6858000"/>
              <a:gd name="connsiteX510" fmla="*/ 5763044 w 7467600"/>
              <a:gd name="connsiteY510" fmla="*/ 2842206 h 6858000"/>
              <a:gd name="connsiteX511" fmla="*/ 5764974 w 7467600"/>
              <a:gd name="connsiteY511" fmla="*/ 2799609 h 6858000"/>
              <a:gd name="connsiteX512" fmla="*/ 5767665 w 7467600"/>
              <a:gd name="connsiteY512" fmla="*/ 2666409 h 6858000"/>
              <a:gd name="connsiteX513" fmla="*/ 5763055 w 7467600"/>
              <a:gd name="connsiteY513" fmla="*/ 2579705 h 6858000"/>
              <a:gd name="connsiteX514" fmla="*/ 5758079 w 7467600"/>
              <a:gd name="connsiteY514" fmla="*/ 2492508 h 6858000"/>
              <a:gd name="connsiteX515" fmla="*/ 5779325 w 7467600"/>
              <a:gd name="connsiteY515" fmla="*/ 2197069 h 6858000"/>
              <a:gd name="connsiteX516" fmla="*/ 5798671 w 7467600"/>
              <a:gd name="connsiteY516" fmla="*/ 1981601 h 6858000"/>
              <a:gd name="connsiteX517" fmla="*/ 5829202 w 7467600"/>
              <a:gd name="connsiteY517" fmla="*/ 1971679 h 6858000"/>
              <a:gd name="connsiteX518" fmla="*/ 5809558 w 7467600"/>
              <a:gd name="connsiteY518" fmla="*/ 2198043 h 6858000"/>
              <a:gd name="connsiteX519" fmla="*/ 5788653 w 7467600"/>
              <a:gd name="connsiteY519" fmla="*/ 2489430 h 6858000"/>
              <a:gd name="connsiteX520" fmla="*/ 5793439 w 7467600"/>
              <a:gd name="connsiteY520" fmla="*/ 2575235 h 6858000"/>
              <a:gd name="connsiteX521" fmla="*/ 5796837 w 7467600"/>
              <a:gd name="connsiteY521" fmla="*/ 2637633 h 6858000"/>
              <a:gd name="connsiteX522" fmla="*/ 5818614 w 7467600"/>
              <a:gd name="connsiteY522" fmla="*/ 2473055 h 6858000"/>
              <a:gd name="connsiteX523" fmla="*/ 5829202 w 7467600"/>
              <a:gd name="connsiteY523" fmla="*/ 1971679 h 6858000"/>
              <a:gd name="connsiteX524" fmla="*/ 5911389 w 7467600"/>
              <a:gd name="connsiteY524" fmla="*/ 1898371 h 6858000"/>
              <a:gd name="connsiteX525" fmla="*/ 6237627 w 7467600"/>
              <a:gd name="connsiteY525" fmla="*/ 2231921 h 6858000"/>
              <a:gd name="connsiteX526" fmla="*/ 5911389 w 7467600"/>
              <a:gd name="connsiteY526" fmla="*/ 1898371 h 6858000"/>
              <a:gd name="connsiteX527" fmla="*/ 6944437 w 7467600"/>
              <a:gd name="connsiteY527" fmla="*/ 1575402 h 6858000"/>
              <a:gd name="connsiteX528" fmla="*/ 6304730 w 7467600"/>
              <a:gd name="connsiteY528" fmla="*/ 1766654 h 6858000"/>
              <a:gd name="connsiteX529" fmla="*/ 6944437 w 7467600"/>
              <a:gd name="connsiteY529" fmla="*/ 1575402 h 6858000"/>
              <a:gd name="connsiteX530" fmla="*/ 7019523 w 7467600"/>
              <a:gd name="connsiteY530" fmla="*/ 1519450 h 6858000"/>
              <a:gd name="connsiteX531" fmla="*/ 6298091 w 7467600"/>
              <a:gd name="connsiteY531" fmla="*/ 1737122 h 6858000"/>
              <a:gd name="connsiteX532" fmla="*/ 7019523 w 7467600"/>
              <a:gd name="connsiteY532" fmla="*/ 1519450 h 6858000"/>
              <a:gd name="connsiteX533" fmla="*/ 2399523 w 7467600"/>
              <a:gd name="connsiteY533" fmla="*/ 1428234 h 6858000"/>
              <a:gd name="connsiteX534" fmla="*/ 2224982 w 7467600"/>
              <a:gd name="connsiteY534" fmla="*/ 1826201 h 6858000"/>
              <a:gd name="connsiteX535" fmla="*/ 2096099 w 7467600"/>
              <a:gd name="connsiteY535" fmla="*/ 2345900 h 6858000"/>
              <a:gd name="connsiteX536" fmla="*/ 2283317 w 7467600"/>
              <a:gd name="connsiteY536" fmla="*/ 1796925 h 6858000"/>
              <a:gd name="connsiteX537" fmla="*/ 2399523 w 7467600"/>
              <a:gd name="connsiteY537" fmla="*/ 1428234 h 6858000"/>
              <a:gd name="connsiteX538" fmla="*/ 2448558 w 7467600"/>
              <a:gd name="connsiteY538" fmla="*/ 1373435 h 6858000"/>
              <a:gd name="connsiteX539" fmla="*/ 2312521 w 7467600"/>
              <a:gd name="connsiteY539" fmla="*/ 1806140 h 6858000"/>
              <a:gd name="connsiteX540" fmla="*/ 2127533 w 7467600"/>
              <a:gd name="connsiteY540" fmla="*/ 2348380 h 6858000"/>
              <a:gd name="connsiteX541" fmla="*/ 2358080 w 7467600"/>
              <a:gd name="connsiteY541" fmla="*/ 1866134 h 6858000"/>
              <a:gd name="connsiteX542" fmla="*/ 2407436 w 7467600"/>
              <a:gd name="connsiteY542" fmla="*/ 1651070 h 6858000"/>
              <a:gd name="connsiteX543" fmla="*/ 2448558 w 7467600"/>
              <a:gd name="connsiteY543" fmla="*/ 1373435 h 6858000"/>
              <a:gd name="connsiteX544" fmla="*/ 278707 w 7467600"/>
              <a:gd name="connsiteY544" fmla="*/ 1352270 h 6858000"/>
              <a:gd name="connsiteX545" fmla="*/ 321570 w 7467600"/>
              <a:gd name="connsiteY545" fmla="*/ 1861610 h 6858000"/>
              <a:gd name="connsiteX546" fmla="*/ 294281 w 7467600"/>
              <a:gd name="connsiteY546" fmla="*/ 1440658 h 6858000"/>
              <a:gd name="connsiteX547" fmla="*/ 278707 w 7467600"/>
              <a:gd name="connsiteY547" fmla="*/ 1352270 h 6858000"/>
              <a:gd name="connsiteX548" fmla="*/ 1423821 w 7467600"/>
              <a:gd name="connsiteY548" fmla="*/ 1351958 h 6858000"/>
              <a:gd name="connsiteX549" fmla="*/ 1638521 w 7467600"/>
              <a:gd name="connsiteY549" fmla="*/ 1908470 h 6858000"/>
              <a:gd name="connsiteX550" fmla="*/ 1754199 w 7467600"/>
              <a:gd name="connsiteY550" fmla="*/ 2149284 h 6858000"/>
              <a:gd name="connsiteX551" fmla="*/ 1908359 w 7467600"/>
              <a:gd name="connsiteY551" fmla="*/ 2364988 h 6858000"/>
              <a:gd name="connsiteX552" fmla="*/ 1647661 w 7467600"/>
              <a:gd name="connsiteY552" fmla="*/ 1825945 h 6858000"/>
              <a:gd name="connsiteX553" fmla="*/ 1423821 w 7467600"/>
              <a:gd name="connsiteY553" fmla="*/ 1351958 h 6858000"/>
              <a:gd name="connsiteX554" fmla="*/ 1431890 w 7467600"/>
              <a:gd name="connsiteY554" fmla="*/ 1306475 h 6858000"/>
              <a:gd name="connsiteX555" fmla="*/ 1507597 w 7467600"/>
              <a:gd name="connsiteY555" fmla="*/ 1446132 h 6858000"/>
              <a:gd name="connsiteX556" fmla="*/ 1674586 w 7467600"/>
              <a:gd name="connsiteY556" fmla="*/ 1813832 h 6858000"/>
              <a:gd name="connsiteX557" fmla="*/ 1815950 w 7467600"/>
              <a:gd name="connsiteY557" fmla="*/ 2128564 h 6858000"/>
              <a:gd name="connsiteX558" fmla="*/ 1984242 w 7467600"/>
              <a:gd name="connsiteY558" fmla="*/ 2430829 h 6858000"/>
              <a:gd name="connsiteX559" fmla="*/ 2014023 w 7467600"/>
              <a:gd name="connsiteY559" fmla="*/ 2450995 h 6858000"/>
              <a:gd name="connsiteX560" fmla="*/ 1747337 w 7467600"/>
              <a:gd name="connsiteY560" fmla="*/ 1855264 h 6858000"/>
              <a:gd name="connsiteX561" fmla="*/ 1533749 w 7467600"/>
              <a:gd name="connsiteY561" fmla="*/ 1478656 h 6858000"/>
              <a:gd name="connsiteX562" fmla="*/ 1431890 w 7467600"/>
              <a:gd name="connsiteY562" fmla="*/ 1306475 h 6858000"/>
              <a:gd name="connsiteX563" fmla="*/ 5052692 w 7467600"/>
              <a:gd name="connsiteY563" fmla="*/ 1292994 h 6858000"/>
              <a:gd name="connsiteX564" fmla="*/ 5200661 w 7467600"/>
              <a:gd name="connsiteY564" fmla="*/ 1635186 h 6858000"/>
              <a:gd name="connsiteX565" fmla="*/ 5297138 w 7467600"/>
              <a:gd name="connsiteY565" fmla="*/ 1906351 h 6858000"/>
              <a:gd name="connsiteX566" fmla="*/ 5052692 w 7467600"/>
              <a:gd name="connsiteY566" fmla="*/ 1292994 h 6858000"/>
              <a:gd name="connsiteX567" fmla="*/ 5009948 w 7467600"/>
              <a:gd name="connsiteY567" fmla="*/ 1273619 h 6858000"/>
              <a:gd name="connsiteX568" fmla="*/ 5121777 w 7467600"/>
              <a:gd name="connsiteY568" fmla="*/ 1654213 h 6858000"/>
              <a:gd name="connsiteX569" fmla="*/ 5293545 w 7467600"/>
              <a:gd name="connsiteY569" fmla="*/ 2072247 h 6858000"/>
              <a:gd name="connsiteX570" fmla="*/ 5294042 w 7467600"/>
              <a:gd name="connsiteY570" fmla="*/ 2065019 h 6858000"/>
              <a:gd name="connsiteX571" fmla="*/ 5171936 w 7467600"/>
              <a:gd name="connsiteY571" fmla="*/ 1647613 h 6858000"/>
              <a:gd name="connsiteX572" fmla="*/ 5009948 w 7467600"/>
              <a:gd name="connsiteY572" fmla="*/ 1273619 h 6858000"/>
              <a:gd name="connsiteX573" fmla="*/ 655236 w 7467600"/>
              <a:gd name="connsiteY573" fmla="*/ 1268632 h 6858000"/>
              <a:gd name="connsiteX574" fmla="*/ 839521 w 7467600"/>
              <a:gd name="connsiteY574" fmla="*/ 1685315 h 6858000"/>
              <a:gd name="connsiteX575" fmla="*/ 1109416 w 7467600"/>
              <a:gd name="connsiteY575" fmla="*/ 2061663 h 6858000"/>
              <a:gd name="connsiteX576" fmla="*/ 1298300 w 7467600"/>
              <a:gd name="connsiteY576" fmla="*/ 2247742 h 6858000"/>
              <a:gd name="connsiteX577" fmla="*/ 1125871 w 7467600"/>
              <a:gd name="connsiteY577" fmla="*/ 1989513 h 6858000"/>
              <a:gd name="connsiteX578" fmla="*/ 981574 w 7467600"/>
              <a:gd name="connsiteY578" fmla="*/ 1783157 h 6858000"/>
              <a:gd name="connsiteX579" fmla="*/ 922198 w 7467600"/>
              <a:gd name="connsiteY579" fmla="*/ 1677437 h 6858000"/>
              <a:gd name="connsiteX580" fmla="*/ 869293 w 7467600"/>
              <a:gd name="connsiteY580" fmla="*/ 1583214 h 6858000"/>
              <a:gd name="connsiteX581" fmla="*/ 751431 w 7467600"/>
              <a:gd name="connsiteY581" fmla="*/ 1405731 h 6858000"/>
              <a:gd name="connsiteX582" fmla="*/ 655236 w 7467600"/>
              <a:gd name="connsiteY582" fmla="*/ 1268632 h 6858000"/>
              <a:gd name="connsiteX583" fmla="*/ 6516292 w 7467600"/>
              <a:gd name="connsiteY583" fmla="*/ 1263064 h 6858000"/>
              <a:gd name="connsiteX584" fmla="*/ 5736320 w 7467600"/>
              <a:gd name="connsiteY584" fmla="*/ 1501803 h 6858000"/>
              <a:gd name="connsiteX585" fmla="*/ 6516292 w 7467600"/>
              <a:gd name="connsiteY585" fmla="*/ 1263064 h 6858000"/>
              <a:gd name="connsiteX586" fmla="*/ 291466 w 7467600"/>
              <a:gd name="connsiteY586" fmla="*/ 1250369 h 6858000"/>
              <a:gd name="connsiteX587" fmla="*/ 323180 w 7467600"/>
              <a:gd name="connsiteY587" fmla="*/ 1435283 h 6858000"/>
              <a:gd name="connsiteX588" fmla="*/ 349381 w 7467600"/>
              <a:gd name="connsiteY588" fmla="*/ 1875041 h 6858000"/>
              <a:gd name="connsiteX589" fmla="*/ 374363 w 7467600"/>
              <a:gd name="connsiteY589" fmla="*/ 1506494 h 6858000"/>
              <a:gd name="connsiteX590" fmla="*/ 302168 w 7467600"/>
              <a:gd name="connsiteY590" fmla="*/ 1274495 h 6858000"/>
              <a:gd name="connsiteX591" fmla="*/ 291466 w 7467600"/>
              <a:gd name="connsiteY591" fmla="*/ 1250369 h 6858000"/>
              <a:gd name="connsiteX592" fmla="*/ 678222 w 7467600"/>
              <a:gd name="connsiteY592" fmla="*/ 1248670 h 6858000"/>
              <a:gd name="connsiteX593" fmla="*/ 775536 w 7467600"/>
              <a:gd name="connsiteY593" fmla="*/ 1388015 h 6858000"/>
              <a:gd name="connsiteX594" fmla="*/ 894529 w 7467600"/>
              <a:gd name="connsiteY594" fmla="*/ 1567739 h 6858000"/>
              <a:gd name="connsiteX595" fmla="*/ 948000 w 7467600"/>
              <a:gd name="connsiteY595" fmla="*/ 1663088 h 6858000"/>
              <a:gd name="connsiteX596" fmla="*/ 1006812 w 7467600"/>
              <a:gd name="connsiteY596" fmla="*/ 1767683 h 6858000"/>
              <a:gd name="connsiteX597" fmla="*/ 1149133 w 7467600"/>
              <a:gd name="connsiteY597" fmla="*/ 1971513 h 6858000"/>
              <a:gd name="connsiteX598" fmla="*/ 1333952 w 7467600"/>
              <a:gd name="connsiteY598" fmla="*/ 2251620 h 6858000"/>
              <a:gd name="connsiteX599" fmla="*/ 1337329 w 7467600"/>
              <a:gd name="connsiteY599" fmla="*/ 2258350 h 6858000"/>
              <a:gd name="connsiteX600" fmla="*/ 1014726 w 7467600"/>
              <a:gd name="connsiteY600" fmla="*/ 1615556 h 6858000"/>
              <a:gd name="connsiteX601" fmla="*/ 678222 w 7467600"/>
              <a:gd name="connsiteY601" fmla="*/ 1248670 h 6858000"/>
              <a:gd name="connsiteX602" fmla="*/ 6691602 w 7467600"/>
              <a:gd name="connsiteY602" fmla="*/ 1140573 h 6858000"/>
              <a:gd name="connsiteX603" fmla="*/ 6571100 w 7467600"/>
              <a:gd name="connsiteY603" fmla="*/ 1183662 h 6858000"/>
              <a:gd name="connsiteX604" fmla="*/ 6241687 w 7467600"/>
              <a:gd name="connsiteY604" fmla="*/ 1257600 h 6858000"/>
              <a:gd name="connsiteX605" fmla="*/ 5693009 w 7467600"/>
              <a:gd name="connsiteY605" fmla="*/ 1478256 h 6858000"/>
              <a:gd name="connsiteX606" fmla="*/ 6548420 w 7467600"/>
              <a:gd name="connsiteY606" fmla="*/ 1214599 h 6858000"/>
              <a:gd name="connsiteX607" fmla="*/ 6605473 w 7467600"/>
              <a:gd name="connsiteY607" fmla="*/ 1184686 h 6858000"/>
              <a:gd name="connsiteX608" fmla="*/ 6691602 w 7467600"/>
              <a:gd name="connsiteY608" fmla="*/ 1140573 h 6858000"/>
              <a:gd name="connsiteX609" fmla="*/ 4002475 w 7467600"/>
              <a:gd name="connsiteY609" fmla="*/ 1037802 h 6858000"/>
              <a:gd name="connsiteX610" fmla="*/ 4000324 w 7467600"/>
              <a:gd name="connsiteY610" fmla="*/ 1039362 h 6858000"/>
              <a:gd name="connsiteX611" fmla="*/ 4002862 w 7467600"/>
              <a:gd name="connsiteY611" fmla="*/ 1042866 h 6858000"/>
              <a:gd name="connsiteX612" fmla="*/ 4002475 w 7467600"/>
              <a:gd name="connsiteY612" fmla="*/ 1037802 h 6858000"/>
              <a:gd name="connsiteX613" fmla="*/ 506322 w 7467600"/>
              <a:gd name="connsiteY613" fmla="*/ 1020997 h 6858000"/>
              <a:gd name="connsiteX614" fmla="*/ 533068 w 7467600"/>
              <a:gd name="connsiteY614" fmla="*/ 1029409 h 6858000"/>
              <a:gd name="connsiteX615" fmla="*/ 1232525 w 7467600"/>
              <a:gd name="connsiteY615" fmla="*/ 1804675 h 6858000"/>
              <a:gd name="connsiteX616" fmla="*/ 1388858 w 7467600"/>
              <a:gd name="connsiteY616" fmla="*/ 2368011 h 6858000"/>
              <a:gd name="connsiteX617" fmla="*/ 1384098 w 7467600"/>
              <a:gd name="connsiteY617" fmla="*/ 2378125 h 6858000"/>
              <a:gd name="connsiteX618" fmla="*/ 1425393 w 7467600"/>
              <a:gd name="connsiteY618" fmla="*/ 2589124 h 6858000"/>
              <a:gd name="connsiteX619" fmla="*/ 1424001 w 7467600"/>
              <a:gd name="connsiteY619" fmla="*/ 2597541 h 6858000"/>
              <a:gd name="connsiteX620" fmla="*/ 2152729 w 7467600"/>
              <a:gd name="connsiteY620" fmla="*/ 2864487 h 6858000"/>
              <a:gd name="connsiteX621" fmla="*/ 2020609 w 7467600"/>
              <a:gd name="connsiteY621" fmla="*/ 2539671 h 6858000"/>
              <a:gd name="connsiteX622" fmla="*/ 2018920 w 7467600"/>
              <a:gd name="connsiteY622" fmla="*/ 2536309 h 6858000"/>
              <a:gd name="connsiteX623" fmla="*/ 1342441 w 7467600"/>
              <a:gd name="connsiteY623" fmla="*/ 1173017 h 6858000"/>
              <a:gd name="connsiteX624" fmla="*/ 1367925 w 7467600"/>
              <a:gd name="connsiteY624" fmla="*/ 1135648 h 6858000"/>
              <a:gd name="connsiteX625" fmla="*/ 1771401 w 7467600"/>
              <a:gd name="connsiteY625" fmla="*/ 1806673 h 6858000"/>
              <a:gd name="connsiteX626" fmla="*/ 1972385 w 7467600"/>
              <a:gd name="connsiteY626" fmla="*/ 2198735 h 6858000"/>
              <a:gd name="connsiteX627" fmla="*/ 2040892 w 7467600"/>
              <a:gd name="connsiteY627" fmla="*/ 2405205 h 6858000"/>
              <a:gd name="connsiteX628" fmla="*/ 2131689 w 7467600"/>
              <a:gd name="connsiteY628" fmla="*/ 1936926 h 6858000"/>
              <a:gd name="connsiteX629" fmla="*/ 2454820 w 7467600"/>
              <a:gd name="connsiteY629" fmla="*/ 1248808 h 6858000"/>
              <a:gd name="connsiteX630" fmla="*/ 2492512 w 7467600"/>
              <a:gd name="connsiteY630" fmla="*/ 1302920 h 6858000"/>
              <a:gd name="connsiteX631" fmla="*/ 2081216 w 7467600"/>
              <a:gd name="connsiteY631" fmla="*/ 2527513 h 6858000"/>
              <a:gd name="connsiteX632" fmla="*/ 2081211 w 7467600"/>
              <a:gd name="connsiteY632" fmla="*/ 2528916 h 6858000"/>
              <a:gd name="connsiteX633" fmla="*/ 2199067 w 7467600"/>
              <a:gd name="connsiteY633" fmla="*/ 2884061 h 6858000"/>
              <a:gd name="connsiteX634" fmla="*/ 3192586 w 7467600"/>
              <a:gd name="connsiteY634" fmla="*/ 3411496 h 6858000"/>
              <a:gd name="connsiteX635" fmla="*/ 3182620 w 7467600"/>
              <a:gd name="connsiteY635" fmla="*/ 3483279 h 6858000"/>
              <a:gd name="connsiteX636" fmla="*/ 2435119 w 7467600"/>
              <a:gd name="connsiteY636" fmla="*/ 3080173 h 6858000"/>
              <a:gd name="connsiteX637" fmla="*/ 2410152 w 7467600"/>
              <a:gd name="connsiteY637" fmla="*/ 3063751 h 6858000"/>
              <a:gd name="connsiteX638" fmla="*/ 2408099 w 7467600"/>
              <a:gd name="connsiteY638" fmla="*/ 3064403 h 6858000"/>
              <a:gd name="connsiteX639" fmla="*/ 2407218 w 7467600"/>
              <a:gd name="connsiteY639" fmla="*/ 3070324 h 6858000"/>
              <a:gd name="connsiteX640" fmla="*/ 2380138 w 7467600"/>
              <a:gd name="connsiteY640" fmla="*/ 3099341 h 6858000"/>
              <a:gd name="connsiteX641" fmla="*/ 1765923 w 7467600"/>
              <a:gd name="connsiteY641" fmla="*/ 3581043 h 6858000"/>
              <a:gd name="connsiteX642" fmla="*/ 1702258 w 7467600"/>
              <a:gd name="connsiteY642" fmla="*/ 3612286 h 6858000"/>
              <a:gd name="connsiteX643" fmla="*/ 1538370 w 7467600"/>
              <a:gd name="connsiteY643" fmla="*/ 3811804 h 6858000"/>
              <a:gd name="connsiteX644" fmla="*/ 542867 w 7467600"/>
              <a:gd name="connsiteY644" fmla="*/ 4944092 h 6858000"/>
              <a:gd name="connsiteX645" fmla="*/ 515800 w 7467600"/>
              <a:gd name="connsiteY645" fmla="*/ 4862180 h 6858000"/>
              <a:gd name="connsiteX646" fmla="*/ 909145 w 7467600"/>
              <a:gd name="connsiteY646" fmla="*/ 4199225 h 6858000"/>
              <a:gd name="connsiteX647" fmla="*/ 1214067 w 7467600"/>
              <a:gd name="connsiteY647" fmla="*/ 3908561 h 6858000"/>
              <a:gd name="connsiteX648" fmla="*/ 640967 w 7467600"/>
              <a:gd name="connsiteY648" fmla="*/ 4105601 h 6858000"/>
              <a:gd name="connsiteX649" fmla="*/ 112563 w 7467600"/>
              <a:gd name="connsiteY649" fmla="*/ 4396952 h 6858000"/>
              <a:gd name="connsiteX650" fmla="*/ 0 w 7467600"/>
              <a:gd name="connsiteY650" fmla="*/ 4466006 h 6858000"/>
              <a:gd name="connsiteX651" fmla="*/ 0 w 7467600"/>
              <a:gd name="connsiteY651" fmla="*/ 4233763 h 6858000"/>
              <a:gd name="connsiteX652" fmla="*/ 36881 w 7467600"/>
              <a:gd name="connsiteY652" fmla="*/ 4200118 h 6858000"/>
              <a:gd name="connsiteX653" fmla="*/ 910534 w 7467600"/>
              <a:gd name="connsiteY653" fmla="*/ 3629753 h 6858000"/>
              <a:gd name="connsiteX654" fmla="*/ 1578717 w 7467600"/>
              <a:gd name="connsiteY654" fmla="*/ 3575982 h 6858000"/>
              <a:gd name="connsiteX655" fmla="*/ 2338780 w 7467600"/>
              <a:gd name="connsiteY655" fmla="*/ 3033725 h 6858000"/>
              <a:gd name="connsiteX656" fmla="*/ 1807991 w 7467600"/>
              <a:gd name="connsiteY656" fmla="*/ 2807184 h 6858000"/>
              <a:gd name="connsiteX657" fmla="*/ 1416358 w 7467600"/>
              <a:gd name="connsiteY657" fmla="*/ 3112571 h 6858000"/>
              <a:gd name="connsiteX658" fmla="*/ 939066 w 7467600"/>
              <a:gd name="connsiteY658" fmla="*/ 3378798 h 6858000"/>
              <a:gd name="connsiteX659" fmla="*/ 115099 w 7467600"/>
              <a:gd name="connsiteY659" fmla="*/ 3607650 h 6858000"/>
              <a:gd name="connsiteX660" fmla="*/ 97284 w 7467600"/>
              <a:gd name="connsiteY660" fmla="*/ 3520393 h 6858000"/>
              <a:gd name="connsiteX661" fmla="*/ 922050 w 7467600"/>
              <a:gd name="connsiteY661" fmla="*/ 3074867 h 6858000"/>
              <a:gd name="connsiteX662" fmla="*/ 1405265 w 7467600"/>
              <a:gd name="connsiteY662" fmla="*/ 3016319 h 6858000"/>
              <a:gd name="connsiteX663" fmla="*/ 1407512 w 7467600"/>
              <a:gd name="connsiteY663" fmla="*/ 3018001 h 6858000"/>
              <a:gd name="connsiteX664" fmla="*/ 1726266 w 7467600"/>
              <a:gd name="connsiteY664" fmla="*/ 2777274 h 6858000"/>
              <a:gd name="connsiteX665" fmla="*/ 625390 w 7467600"/>
              <a:gd name="connsiteY665" fmla="*/ 2514541 h 6858000"/>
              <a:gd name="connsiteX666" fmla="*/ 619799 w 7467600"/>
              <a:gd name="connsiteY666" fmla="*/ 2527180 h 6858000"/>
              <a:gd name="connsiteX667" fmla="*/ 310030 w 7467600"/>
              <a:gd name="connsiteY667" fmla="*/ 2771818 h 6858000"/>
              <a:gd name="connsiteX668" fmla="*/ 173877 w 7467600"/>
              <a:gd name="connsiteY668" fmla="*/ 2937056 h 6858000"/>
              <a:gd name="connsiteX669" fmla="*/ 77889 w 7467600"/>
              <a:gd name="connsiteY669" fmla="*/ 3138440 h 6858000"/>
              <a:gd name="connsiteX670" fmla="*/ 0 w 7467600"/>
              <a:gd name="connsiteY670" fmla="*/ 3271395 h 6858000"/>
              <a:gd name="connsiteX671" fmla="*/ 0 w 7467600"/>
              <a:gd name="connsiteY671" fmla="*/ 3153002 h 6858000"/>
              <a:gd name="connsiteX672" fmla="*/ 2386 w 7467600"/>
              <a:gd name="connsiteY672" fmla="*/ 3149203 h 6858000"/>
              <a:gd name="connsiteX673" fmla="*/ 89753 w 7467600"/>
              <a:gd name="connsiteY673" fmla="*/ 2987702 h 6858000"/>
              <a:gd name="connsiteX674" fmla="*/ 76869 w 7467600"/>
              <a:gd name="connsiteY674" fmla="*/ 3005404 h 6858000"/>
              <a:gd name="connsiteX675" fmla="*/ 32049 w 7467600"/>
              <a:gd name="connsiteY675" fmla="*/ 3065814 h 6858000"/>
              <a:gd name="connsiteX676" fmla="*/ 0 w 7467600"/>
              <a:gd name="connsiteY676" fmla="*/ 3108744 h 6858000"/>
              <a:gd name="connsiteX677" fmla="*/ 0 w 7467600"/>
              <a:gd name="connsiteY677" fmla="*/ 3058059 h 6858000"/>
              <a:gd name="connsiteX678" fmla="*/ 7610 w 7467600"/>
              <a:gd name="connsiteY678" fmla="*/ 3047889 h 6858000"/>
              <a:gd name="connsiteX679" fmla="*/ 52419 w 7467600"/>
              <a:gd name="connsiteY679" fmla="*/ 2987479 h 6858000"/>
              <a:gd name="connsiteX680" fmla="*/ 59142 w 7467600"/>
              <a:gd name="connsiteY680" fmla="*/ 2978488 h 6858000"/>
              <a:gd name="connsiteX681" fmla="*/ 0 w 7467600"/>
              <a:gd name="connsiteY681" fmla="*/ 3015334 h 6858000"/>
              <a:gd name="connsiteX682" fmla="*/ 0 w 7467600"/>
              <a:gd name="connsiteY682" fmla="*/ 2914286 h 6858000"/>
              <a:gd name="connsiteX683" fmla="*/ 36383 w 7467600"/>
              <a:gd name="connsiteY683" fmla="*/ 2901128 h 6858000"/>
              <a:gd name="connsiteX684" fmla="*/ 156329 w 7467600"/>
              <a:gd name="connsiteY684" fmla="*/ 2840533 h 6858000"/>
              <a:gd name="connsiteX685" fmla="*/ 358355 w 7467600"/>
              <a:gd name="connsiteY685" fmla="*/ 2620471 h 6858000"/>
              <a:gd name="connsiteX686" fmla="*/ 510577 w 7467600"/>
              <a:gd name="connsiteY686" fmla="*/ 2501244 h 6858000"/>
              <a:gd name="connsiteX687" fmla="*/ 211967 w 7467600"/>
              <a:gd name="connsiteY687" fmla="*/ 2479171 h 6858000"/>
              <a:gd name="connsiteX688" fmla="*/ 0 w 7467600"/>
              <a:gd name="connsiteY688" fmla="*/ 2476398 h 6858000"/>
              <a:gd name="connsiteX689" fmla="*/ 0 w 7467600"/>
              <a:gd name="connsiteY689" fmla="*/ 2389189 h 6858000"/>
              <a:gd name="connsiteX690" fmla="*/ 103062 w 7467600"/>
              <a:gd name="connsiteY690" fmla="*/ 2389518 h 6858000"/>
              <a:gd name="connsiteX691" fmla="*/ 510734 w 7467600"/>
              <a:gd name="connsiteY691" fmla="*/ 2416201 h 6858000"/>
              <a:gd name="connsiteX692" fmla="*/ 279257 w 7467600"/>
              <a:gd name="connsiteY692" fmla="*/ 2092102 h 6858000"/>
              <a:gd name="connsiteX693" fmla="*/ 65265 w 7467600"/>
              <a:gd name="connsiteY693" fmla="*/ 2006049 h 6858000"/>
              <a:gd name="connsiteX694" fmla="*/ 0 w 7467600"/>
              <a:gd name="connsiteY694" fmla="*/ 1982532 h 6858000"/>
              <a:gd name="connsiteX695" fmla="*/ 0 w 7467600"/>
              <a:gd name="connsiteY695" fmla="*/ 1912789 h 6858000"/>
              <a:gd name="connsiteX696" fmla="*/ 97460 w 7467600"/>
              <a:gd name="connsiteY696" fmla="*/ 1953725 h 6858000"/>
              <a:gd name="connsiteX697" fmla="*/ 221272 w 7467600"/>
              <a:gd name="connsiteY697" fmla="*/ 1980766 h 6858000"/>
              <a:gd name="connsiteX698" fmla="*/ 116765 w 7467600"/>
              <a:gd name="connsiteY698" fmla="*/ 1911033 h 6858000"/>
              <a:gd name="connsiteX699" fmla="*/ 16405 w 7467600"/>
              <a:gd name="connsiteY699" fmla="*/ 1803412 h 6858000"/>
              <a:gd name="connsiteX700" fmla="*/ 0 w 7467600"/>
              <a:gd name="connsiteY700" fmla="*/ 1784777 h 6858000"/>
              <a:gd name="connsiteX701" fmla="*/ 0 w 7467600"/>
              <a:gd name="connsiteY701" fmla="*/ 1740082 h 6858000"/>
              <a:gd name="connsiteX702" fmla="*/ 39394 w 7467600"/>
              <a:gd name="connsiteY702" fmla="*/ 1784856 h 6858000"/>
              <a:gd name="connsiteX703" fmla="*/ 135813 w 7467600"/>
              <a:gd name="connsiteY703" fmla="*/ 1888838 h 6858000"/>
              <a:gd name="connsiteX704" fmla="*/ 242575 w 7467600"/>
              <a:gd name="connsiteY704" fmla="*/ 1958841 h 6858000"/>
              <a:gd name="connsiteX705" fmla="*/ 82197 w 7467600"/>
              <a:gd name="connsiteY705" fmla="*/ 1754826 h 6858000"/>
              <a:gd name="connsiteX706" fmla="*/ 0 w 7467600"/>
              <a:gd name="connsiteY706" fmla="*/ 1679650 h 6858000"/>
              <a:gd name="connsiteX707" fmla="*/ 0 w 7467600"/>
              <a:gd name="connsiteY707" fmla="*/ 1602463 h 6858000"/>
              <a:gd name="connsiteX708" fmla="*/ 84689 w 7467600"/>
              <a:gd name="connsiteY708" fmla="*/ 1677442 h 6858000"/>
              <a:gd name="connsiteX709" fmla="*/ 298437 w 7467600"/>
              <a:gd name="connsiteY709" fmla="*/ 1968019 h 6858000"/>
              <a:gd name="connsiteX710" fmla="*/ 227269 w 7467600"/>
              <a:gd name="connsiteY710" fmla="*/ 1114064 h 6858000"/>
              <a:gd name="connsiteX711" fmla="*/ 248003 w 7467600"/>
              <a:gd name="connsiteY711" fmla="*/ 1089613 h 6858000"/>
              <a:gd name="connsiteX712" fmla="*/ 427020 w 7467600"/>
              <a:gd name="connsiteY712" fmla="*/ 1619803 h 6858000"/>
              <a:gd name="connsiteX713" fmla="*/ 340345 w 7467600"/>
              <a:gd name="connsiteY713" fmla="*/ 2027739 h 6858000"/>
              <a:gd name="connsiteX714" fmla="*/ 360865 w 7467600"/>
              <a:gd name="connsiteY714" fmla="*/ 2044827 h 6858000"/>
              <a:gd name="connsiteX715" fmla="*/ 560414 w 7467600"/>
              <a:gd name="connsiteY715" fmla="*/ 2421457 h 6858000"/>
              <a:gd name="connsiteX716" fmla="*/ 1359703 w 7467600"/>
              <a:gd name="connsiteY716" fmla="*/ 2578554 h 6858000"/>
              <a:gd name="connsiteX717" fmla="*/ 1359422 w 7467600"/>
              <a:gd name="connsiteY717" fmla="*/ 2577994 h 6858000"/>
              <a:gd name="connsiteX718" fmla="*/ 828701 w 7467600"/>
              <a:gd name="connsiteY718" fmla="*/ 1839520 h 6858000"/>
              <a:gd name="connsiteX719" fmla="*/ 494427 w 7467600"/>
              <a:gd name="connsiteY719" fmla="*/ 1092333 h 6858000"/>
              <a:gd name="connsiteX720" fmla="*/ 506322 w 7467600"/>
              <a:gd name="connsiteY720" fmla="*/ 1020997 h 6858000"/>
              <a:gd name="connsiteX721" fmla="*/ 4570198 w 7467600"/>
              <a:gd name="connsiteY721" fmla="*/ 978081 h 6858000"/>
              <a:gd name="connsiteX722" fmla="*/ 4523691 w 7467600"/>
              <a:gd name="connsiteY722" fmla="*/ 1127776 h 6858000"/>
              <a:gd name="connsiteX723" fmla="*/ 4509875 w 7467600"/>
              <a:gd name="connsiteY723" fmla="*/ 1167552 h 6858000"/>
              <a:gd name="connsiteX724" fmla="*/ 4478168 w 7467600"/>
              <a:gd name="connsiteY724" fmla="*/ 1260735 h 6858000"/>
              <a:gd name="connsiteX725" fmla="*/ 4409309 w 7467600"/>
              <a:gd name="connsiteY725" fmla="*/ 1666996 h 6858000"/>
              <a:gd name="connsiteX726" fmla="*/ 4370031 w 7467600"/>
              <a:gd name="connsiteY726" fmla="*/ 1955666 h 6858000"/>
              <a:gd name="connsiteX727" fmla="*/ 4570198 w 7467600"/>
              <a:gd name="connsiteY727" fmla="*/ 978081 h 6858000"/>
              <a:gd name="connsiteX728" fmla="*/ 4557898 w 7467600"/>
              <a:gd name="connsiteY728" fmla="*/ 900011 h 6858000"/>
              <a:gd name="connsiteX729" fmla="*/ 4344840 w 7467600"/>
              <a:gd name="connsiteY729" fmla="*/ 1922038 h 6858000"/>
              <a:gd name="connsiteX730" fmla="*/ 4378710 w 7467600"/>
              <a:gd name="connsiteY730" fmla="*/ 1665516 h 6858000"/>
              <a:gd name="connsiteX731" fmla="*/ 4448798 w 7467600"/>
              <a:gd name="connsiteY731" fmla="*/ 1253024 h 6858000"/>
              <a:gd name="connsiteX732" fmla="*/ 4480315 w 7467600"/>
              <a:gd name="connsiteY732" fmla="*/ 1158454 h 6858000"/>
              <a:gd name="connsiteX733" fmla="*/ 4494133 w 7467600"/>
              <a:gd name="connsiteY733" fmla="*/ 1118676 h 6858000"/>
              <a:gd name="connsiteX734" fmla="*/ 4557898 w 7467600"/>
              <a:gd name="connsiteY734" fmla="*/ 900011 h 6858000"/>
              <a:gd name="connsiteX735" fmla="*/ 5870151 w 7467600"/>
              <a:gd name="connsiteY735" fmla="*/ 898890 h 6858000"/>
              <a:gd name="connsiteX736" fmla="*/ 5861335 w 7467600"/>
              <a:gd name="connsiteY736" fmla="*/ 899177 h 6858000"/>
              <a:gd name="connsiteX737" fmla="*/ 5843702 w 7467600"/>
              <a:gd name="connsiteY737" fmla="*/ 899748 h 6858000"/>
              <a:gd name="connsiteX738" fmla="*/ 5651107 w 7467600"/>
              <a:gd name="connsiteY738" fmla="*/ 920306 h 6858000"/>
              <a:gd name="connsiteX739" fmla="*/ 5459407 w 7467600"/>
              <a:gd name="connsiteY739" fmla="*/ 940975 h 6858000"/>
              <a:gd name="connsiteX740" fmla="*/ 5374846 w 7467600"/>
              <a:gd name="connsiteY740" fmla="*/ 941988 h 6858000"/>
              <a:gd name="connsiteX741" fmla="*/ 5256105 w 7467600"/>
              <a:gd name="connsiteY741" fmla="*/ 945632 h 6858000"/>
              <a:gd name="connsiteX742" fmla="*/ 5107071 w 7467600"/>
              <a:gd name="connsiteY742" fmla="*/ 969720 h 6858000"/>
              <a:gd name="connsiteX743" fmla="*/ 4998681 w 7467600"/>
              <a:gd name="connsiteY743" fmla="*/ 988771 h 6858000"/>
              <a:gd name="connsiteX744" fmla="*/ 5870151 w 7467600"/>
              <a:gd name="connsiteY744" fmla="*/ 898890 h 6858000"/>
              <a:gd name="connsiteX745" fmla="*/ 5504425 w 7467600"/>
              <a:gd name="connsiteY745" fmla="*/ 848067 h 6858000"/>
              <a:gd name="connsiteX746" fmla="*/ 4968849 w 7467600"/>
              <a:gd name="connsiteY746" fmla="*/ 962318 h 6858000"/>
              <a:gd name="connsiteX747" fmla="*/ 5104039 w 7467600"/>
              <a:gd name="connsiteY747" fmla="*/ 940634 h 6858000"/>
              <a:gd name="connsiteX748" fmla="*/ 5256311 w 7467600"/>
              <a:gd name="connsiteY748" fmla="*/ 916490 h 6858000"/>
              <a:gd name="connsiteX749" fmla="*/ 5377381 w 7467600"/>
              <a:gd name="connsiteY749" fmla="*/ 912671 h 6858000"/>
              <a:gd name="connsiteX750" fmla="*/ 5460148 w 7467600"/>
              <a:gd name="connsiteY750" fmla="*/ 911442 h 6858000"/>
              <a:gd name="connsiteX751" fmla="*/ 5648971 w 7467600"/>
              <a:gd name="connsiteY751" fmla="*/ 891331 h 6858000"/>
              <a:gd name="connsiteX752" fmla="*/ 5844807 w 7467600"/>
              <a:gd name="connsiteY752" fmla="*/ 870718 h 6858000"/>
              <a:gd name="connsiteX753" fmla="*/ 5862975 w 7467600"/>
              <a:gd name="connsiteY753" fmla="*/ 869756 h 6858000"/>
              <a:gd name="connsiteX754" fmla="*/ 5920887 w 7467600"/>
              <a:gd name="connsiteY754" fmla="*/ 865929 h 6858000"/>
              <a:gd name="connsiteX755" fmla="*/ 5504425 w 7467600"/>
              <a:gd name="connsiteY755" fmla="*/ 848067 h 6858000"/>
              <a:gd name="connsiteX756" fmla="*/ 3607114 w 7467600"/>
              <a:gd name="connsiteY756" fmla="*/ 467441 h 6858000"/>
              <a:gd name="connsiteX757" fmla="*/ 3296242 w 7467600"/>
              <a:gd name="connsiteY757" fmla="*/ 807991 h 6858000"/>
              <a:gd name="connsiteX758" fmla="*/ 3174674 w 7467600"/>
              <a:gd name="connsiteY758" fmla="*/ 919759 h 6858000"/>
              <a:gd name="connsiteX759" fmla="*/ 3042978 w 7467600"/>
              <a:gd name="connsiteY759" fmla="*/ 1054894 h 6858000"/>
              <a:gd name="connsiteX760" fmla="*/ 2968914 w 7467600"/>
              <a:gd name="connsiteY760" fmla="*/ 1133756 h 6858000"/>
              <a:gd name="connsiteX761" fmla="*/ 3103823 w 7467600"/>
              <a:gd name="connsiteY761" fmla="*/ 1026814 h 6858000"/>
              <a:gd name="connsiteX762" fmla="*/ 3607114 w 7467600"/>
              <a:gd name="connsiteY762" fmla="*/ 467441 h 6858000"/>
              <a:gd name="connsiteX763" fmla="*/ 3744487 w 7467600"/>
              <a:gd name="connsiteY763" fmla="*/ 383136 h 6858000"/>
              <a:gd name="connsiteX764" fmla="*/ 3970213 w 7467600"/>
              <a:gd name="connsiteY764" fmla="*/ 995559 h 6858000"/>
              <a:gd name="connsiteX765" fmla="*/ 3744487 w 7467600"/>
              <a:gd name="connsiteY765" fmla="*/ 383136 h 6858000"/>
              <a:gd name="connsiteX766" fmla="*/ 3624562 w 7467600"/>
              <a:gd name="connsiteY766" fmla="*/ 367041 h 6858000"/>
              <a:gd name="connsiteX767" fmla="*/ 3489712 w 7467600"/>
              <a:gd name="connsiteY767" fmla="*/ 485386 h 6858000"/>
              <a:gd name="connsiteX768" fmla="*/ 3182994 w 7467600"/>
              <a:gd name="connsiteY768" fmla="*/ 828265 h 6858000"/>
              <a:gd name="connsiteX769" fmla="*/ 2892114 w 7467600"/>
              <a:gd name="connsiteY769" fmla="*/ 1172635 h 6858000"/>
              <a:gd name="connsiteX770" fmla="*/ 3021459 w 7467600"/>
              <a:gd name="connsiteY770" fmla="*/ 1035385 h 6858000"/>
              <a:gd name="connsiteX771" fmla="*/ 3153873 w 7467600"/>
              <a:gd name="connsiteY771" fmla="*/ 898971 h 6858000"/>
              <a:gd name="connsiteX772" fmla="*/ 3276511 w 7467600"/>
              <a:gd name="connsiteY772" fmla="*/ 786423 h 6858000"/>
              <a:gd name="connsiteX773" fmla="*/ 3584154 w 7467600"/>
              <a:gd name="connsiteY773" fmla="*/ 448218 h 6858000"/>
              <a:gd name="connsiteX774" fmla="*/ 3624562 w 7467600"/>
              <a:gd name="connsiteY774" fmla="*/ 367041 h 6858000"/>
              <a:gd name="connsiteX775" fmla="*/ 3766672 w 7467600"/>
              <a:gd name="connsiteY775" fmla="*/ 359429 h 6858000"/>
              <a:gd name="connsiteX776" fmla="*/ 3996338 w 7467600"/>
              <a:gd name="connsiteY776" fmla="*/ 968237 h 6858000"/>
              <a:gd name="connsiteX777" fmla="*/ 3766672 w 7467600"/>
              <a:gd name="connsiteY777" fmla="*/ 359429 h 6858000"/>
              <a:gd name="connsiteX778" fmla="*/ 5805386 w 7467600"/>
              <a:gd name="connsiteY778" fmla="*/ 239240 h 6858000"/>
              <a:gd name="connsiteX779" fmla="*/ 5736947 w 7467600"/>
              <a:gd name="connsiteY779" fmla="*/ 261367 h 6858000"/>
              <a:gd name="connsiteX780" fmla="*/ 5427012 w 7467600"/>
              <a:gd name="connsiteY780" fmla="*/ 311272 h 6858000"/>
              <a:gd name="connsiteX781" fmla="*/ 5147818 w 7467600"/>
              <a:gd name="connsiteY781" fmla="*/ 322112 h 6858000"/>
              <a:gd name="connsiteX782" fmla="*/ 5060854 w 7467600"/>
              <a:gd name="connsiteY782" fmla="*/ 311882 h 6858000"/>
              <a:gd name="connsiteX783" fmla="*/ 4945989 w 7467600"/>
              <a:gd name="connsiteY783" fmla="*/ 300516 h 6858000"/>
              <a:gd name="connsiteX784" fmla="*/ 5410479 w 7467600"/>
              <a:gd name="connsiteY784" fmla="*/ 348434 h 6858000"/>
              <a:gd name="connsiteX785" fmla="*/ 5805386 w 7467600"/>
              <a:gd name="connsiteY785" fmla="*/ 239240 h 6858000"/>
              <a:gd name="connsiteX786" fmla="*/ 5905192 w 7467600"/>
              <a:gd name="connsiteY786" fmla="*/ 163079 h 6858000"/>
              <a:gd name="connsiteX787" fmla="*/ 5865655 w 7467600"/>
              <a:gd name="connsiteY787" fmla="*/ 171901 h 6858000"/>
              <a:gd name="connsiteX788" fmla="*/ 5259740 w 7467600"/>
              <a:gd name="connsiteY788" fmla="*/ 257013 h 6858000"/>
              <a:gd name="connsiteX789" fmla="*/ 5208466 w 7467600"/>
              <a:gd name="connsiteY789" fmla="*/ 257550 h 6858000"/>
              <a:gd name="connsiteX790" fmla="*/ 4980204 w 7467600"/>
              <a:gd name="connsiteY790" fmla="*/ 271903 h 6858000"/>
              <a:gd name="connsiteX791" fmla="*/ 5068068 w 7467600"/>
              <a:gd name="connsiteY791" fmla="*/ 282244 h 6858000"/>
              <a:gd name="connsiteX792" fmla="*/ 5153231 w 7467600"/>
              <a:gd name="connsiteY792" fmla="*/ 292240 h 6858000"/>
              <a:gd name="connsiteX793" fmla="*/ 5426491 w 7467600"/>
              <a:gd name="connsiteY793" fmla="*/ 281128 h 6858000"/>
              <a:gd name="connsiteX794" fmla="*/ 5731212 w 7467600"/>
              <a:gd name="connsiteY794" fmla="*/ 231951 h 6858000"/>
              <a:gd name="connsiteX795" fmla="*/ 5905192 w 7467600"/>
              <a:gd name="connsiteY795" fmla="*/ 163079 h 6858000"/>
              <a:gd name="connsiteX796" fmla="*/ 5944437 w 7467600"/>
              <a:gd name="connsiteY796" fmla="*/ 113829 h 6858000"/>
              <a:gd name="connsiteX797" fmla="*/ 5825032 w 7467600"/>
              <a:gd name="connsiteY797" fmla="*/ 146405 h 6858000"/>
              <a:gd name="connsiteX798" fmla="*/ 4955599 w 7467600"/>
              <a:gd name="connsiteY798" fmla="*/ 247008 h 6858000"/>
              <a:gd name="connsiteX799" fmla="*/ 5210104 w 7467600"/>
              <a:gd name="connsiteY799" fmla="*/ 228123 h 6858000"/>
              <a:gd name="connsiteX800" fmla="*/ 5261015 w 7467600"/>
              <a:gd name="connsiteY800" fmla="*/ 227087 h 6858000"/>
              <a:gd name="connsiteX801" fmla="*/ 5861181 w 7467600"/>
              <a:gd name="connsiteY801" fmla="*/ 143093 h 6858000"/>
              <a:gd name="connsiteX802" fmla="*/ 5961252 w 7467600"/>
              <a:gd name="connsiteY802" fmla="*/ 114820 h 6858000"/>
              <a:gd name="connsiteX803" fmla="*/ 5944437 w 7467600"/>
              <a:gd name="connsiteY803" fmla="*/ 113829 h 6858000"/>
              <a:gd name="connsiteX804" fmla="*/ 3882765 w 7467600"/>
              <a:gd name="connsiteY804" fmla="*/ 0 h 6858000"/>
              <a:gd name="connsiteX805" fmla="*/ 3995099 w 7467600"/>
              <a:gd name="connsiteY805" fmla="*/ 0 h 6858000"/>
              <a:gd name="connsiteX806" fmla="*/ 4163818 w 7467600"/>
              <a:gd name="connsiteY806" fmla="*/ 234104 h 6858000"/>
              <a:gd name="connsiteX807" fmla="*/ 4172099 w 7467600"/>
              <a:gd name="connsiteY807" fmla="*/ 234207 h 6858000"/>
              <a:gd name="connsiteX808" fmla="*/ 4784282 w 7467600"/>
              <a:gd name="connsiteY808" fmla="*/ 276561 h 6858000"/>
              <a:gd name="connsiteX809" fmla="*/ 4801687 w 7467600"/>
              <a:gd name="connsiteY809" fmla="*/ 267764 h 6858000"/>
              <a:gd name="connsiteX810" fmla="*/ 6082788 w 7467600"/>
              <a:gd name="connsiteY810" fmla="*/ 64119 h 6858000"/>
              <a:gd name="connsiteX811" fmla="*/ 6099442 w 7467600"/>
              <a:gd name="connsiteY811" fmla="*/ 82568 h 6858000"/>
              <a:gd name="connsiteX812" fmla="*/ 4804137 w 7467600"/>
              <a:gd name="connsiteY812" fmla="*/ 320931 h 6858000"/>
              <a:gd name="connsiteX813" fmla="*/ 4227047 w 7467600"/>
              <a:gd name="connsiteY813" fmla="*/ 313415 h 6858000"/>
              <a:gd name="connsiteX814" fmla="*/ 4346041 w 7467600"/>
              <a:gd name="connsiteY814" fmla="*/ 456086 h 6858000"/>
              <a:gd name="connsiteX815" fmla="*/ 4870967 w 7467600"/>
              <a:gd name="connsiteY815" fmla="*/ 963061 h 6858000"/>
              <a:gd name="connsiteX816" fmla="*/ 4889647 w 7467600"/>
              <a:gd name="connsiteY816" fmla="*/ 957147 h 6858000"/>
              <a:gd name="connsiteX817" fmla="*/ 5422504 w 7467600"/>
              <a:gd name="connsiteY817" fmla="*/ 805191 h 6858000"/>
              <a:gd name="connsiteX818" fmla="*/ 6087656 w 7467600"/>
              <a:gd name="connsiteY818" fmla="*/ 826703 h 6858000"/>
              <a:gd name="connsiteX819" fmla="*/ 6058717 w 7467600"/>
              <a:gd name="connsiteY819" fmla="*/ 865992 h 6858000"/>
              <a:gd name="connsiteX820" fmla="*/ 4974153 w 7467600"/>
              <a:gd name="connsiteY820" fmla="*/ 1045456 h 6858000"/>
              <a:gd name="connsiteX821" fmla="*/ 5627835 w 7467600"/>
              <a:gd name="connsiteY821" fmla="*/ 1472077 h 6858000"/>
              <a:gd name="connsiteX822" fmla="*/ 5629817 w 7467600"/>
              <a:gd name="connsiteY822" fmla="*/ 1471412 h 6858000"/>
              <a:gd name="connsiteX823" fmla="*/ 5634124 w 7467600"/>
              <a:gd name="connsiteY823" fmla="*/ 1470572 h 6858000"/>
              <a:gd name="connsiteX824" fmla="*/ 5755832 w 7467600"/>
              <a:gd name="connsiteY824" fmla="*/ 1383886 h 6858000"/>
              <a:gd name="connsiteX825" fmla="*/ 6014186 w 7467600"/>
              <a:gd name="connsiteY825" fmla="*/ 1279799 h 6858000"/>
              <a:gd name="connsiteX826" fmla="*/ 6901619 w 7467600"/>
              <a:gd name="connsiteY826" fmla="*/ 1047874 h 6858000"/>
              <a:gd name="connsiteX827" fmla="*/ 6931566 w 7467600"/>
              <a:gd name="connsiteY827" fmla="*/ 1062034 h 6858000"/>
              <a:gd name="connsiteX828" fmla="*/ 5790982 w 7467600"/>
              <a:gd name="connsiteY828" fmla="*/ 1561380 h 6858000"/>
              <a:gd name="connsiteX829" fmla="*/ 6188971 w 7467600"/>
              <a:gd name="connsiteY829" fmla="*/ 1755168 h 6858000"/>
              <a:gd name="connsiteX830" fmla="*/ 6202446 w 7467600"/>
              <a:gd name="connsiteY830" fmla="*/ 1752268 h 6858000"/>
              <a:gd name="connsiteX831" fmla="*/ 7179560 w 7467600"/>
              <a:gd name="connsiteY831" fmla="*/ 1467551 h 6858000"/>
              <a:gd name="connsiteX832" fmla="*/ 7158730 w 7467600"/>
              <a:gd name="connsiteY832" fmla="*/ 1507835 h 6858000"/>
              <a:gd name="connsiteX833" fmla="*/ 6326959 w 7467600"/>
              <a:gd name="connsiteY833" fmla="*/ 1817686 h 6858000"/>
              <a:gd name="connsiteX834" fmla="*/ 6537433 w 7467600"/>
              <a:gd name="connsiteY834" fmla="*/ 1907790 h 6858000"/>
              <a:gd name="connsiteX835" fmla="*/ 6550221 w 7467600"/>
              <a:gd name="connsiteY835" fmla="*/ 1910729 h 6858000"/>
              <a:gd name="connsiteX836" fmla="*/ 6964438 w 7467600"/>
              <a:gd name="connsiteY836" fmla="*/ 2209505 h 6858000"/>
              <a:gd name="connsiteX837" fmla="*/ 7367862 w 7467600"/>
              <a:gd name="connsiteY837" fmla="*/ 2806833 h 6858000"/>
              <a:gd name="connsiteX838" fmla="*/ 7364329 w 7467600"/>
              <a:gd name="connsiteY838" fmla="*/ 2826907 h 6858000"/>
              <a:gd name="connsiteX839" fmla="*/ 7290545 w 7467600"/>
              <a:gd name="connsiteY839" fmla="*/ 2850663 h 6858000"/>
              <a:gd name="connsiteX840" fmla="*/ 6472036 w 7467600"/>
              <a:gd name="connsiteY840" fmla="*/ 1959003 h 6858000"/>
              <a:gd name="connsiteX841" fmla="*/ 5792897 w 7467600"/>
              <a:gd name="connsiteY841" fmla="*/ 1647747 h 6858000"/>
              <a:gd name="connsiteX842" fmla="*/ 5842751 w 7467600"/>
              <a:gd name="connsiteY842" fmla="*/ 1816112 h 6858000"/>
              <a:gd name="connsiteX843" fmla="*/ 5847424 w 7467600"/>
              <a:gd name="connsiteY843" fmla="*/ 1815776 h 6858000"/>
              <a:gd name="connsiteX844" fmla="*/ 6399821 w 7467600"/>
              <a:gd name="connsiteY844" fmla="*/ 2344799 h 6858000"/>
              <a:gd name="connsiteX845" fmla="*/ 6323232 w 7467600"/>
              <a:gd name="connsiteY845" fmla="*/ 2389634 h 6858000"/>
              <a:gd name="connsiteX846" fmla="*/ 5942958 w 7467600"/>
              <a:gd name="connsiteY846" fmla="*/ 2077708 h 6858000"/>
              <a:gd name="connsiteX847" fmla="*/ 5921559 w 7467600"/>
              <a:gd name="connsiteY847" fmla="*/ 2378596 h 6858000"/>
              <a:gd name="connsiteX848" fmla="*/ 5817651 w 7467600"/>
              <a:gd name="connsiteY848" fmla="*/ 3023919 h 6858000"/>
              <a:gd name="connsiteX849" fmla="*/ 5729634 w 7467600"/>
              <a:gd name="connsiteY849" fmla="*/ 3051849 h 6858000"/>
              <a:gd name="connsiteX850" fmla="*/ 5611018 w 7467600"/>
              <a:gd name="connsiteY850" fmla="*/ 2316769 h 6858000"/>
              <a:gd name="connsiteX851" fmla="*/ 5687608 w 7467600"/>
              <a:gd name="connsiteY851" fmla="*/ 2039972 h 6858000"/>
              <a:gd name="connsiteX852" fmla="*/ 5657554 w 7467600"/>
              <a:gd name="connsiteY852" fmla="*/ 1576445 h 6858000"/>
              <a:gd name="connsiteX853" fmla="*/ 5150475 w 7467600"/>
              <a:gd name="connsiteY853" fmla="*/ 1274012 h 6858000"/>
              <a:gd name="connsiteX854" fmla="*/ 5349142 w 7467600"/>
              <a:gd name="connsiteY854" fmla="*/ 2204405 h 6858000"/>
              <a:gd name="connsiteX855" fmla="*/ 5262214 w 7467600"/>
              <a:gd name="connsiteY855" fmla="*/ 2233836 h 6858000"/>
              <a:gd name="connsiteX856" fmla="*/ 4981539 w 7467600"/>
              <a:gd name="connsiteY856" fmla="*/ 1542201 h 6858000"/>
              <a:gd name="connsiteX857" fmla="*/ 4958461 w 7467600"/>
              <a:gd name="connsiteY857" fmla="*/ 1136957 h 6858000"/>
              <a:gd name="connsiteX858" fmla="*/ 4655015 w 7467600"/>
              <a:gd name="connsiteY858" fmla="*/ 891426 h 6858000"/>
              <a:gd name="connsiteX859" fmla="*/ 4348002 w 7467600"/>
              <a:gd name="connsiteY859" fmla="*/ 2205895 h 6858000"/>
              <a:gd name="connsiteX860" fmla="*/ 4262250 w 7467600"/>
              <a:gd name="connsiteY860" fmla="*/ 2219972 h 6858000"/>
              <a:gd name="connsiteX861" fmla="*/ 4550611 w 7467600"/>
              <a:gd name="connsiteY861" fmla="*/ 817540 h 6858000"/>
              <a:gd name="connsiteX862" fmla="*/ 4564418 w 7467600"/>
              <a:gd name="connsiteY862" fmla="*/ 808293 h 6858000"/>
              <a:gd name="connsiteX863" fmla="*/ 4266388 w 7467600"/>
              <a:gd name="connsiteY863" fmla="*/ 500083 h 6858000"/>
              <a:gd name="connsiteX864" fmla="*/ 4032842 w 7467600"/>
              <a:gd name="connsiteY864" fmla="*/ 211809 h 6858000"/>
              <a:gd name="connsiteX865" fmla="*/ 3882765 w 7467600"/>
              <a:gd name="connsiteY865" fmla="*/ 0 h 6858000"/>
              <a:gd name="connsiteX866" fmla="*/ 3721337 w 7467600"/>
              <a:gd name="connsiteY866" fmla="*/ 0 h 6858000"/>
              <a:gd name="connsiteX867" fmla="*/ 3797544 w 7467600"/>
              <a:gd name="connsiteY867" fmla="*/ 0 h 6858000"/>
              <a:gd name="connsiteX868" fmla="*/ 3775734 w 7467600"/>
              <a:gd name="connsiteY868" fmla="*/ 95131 h 6858000"/>
              <a:gd name="connsiteX869" fmla="*/ 3724807 w 7467600"/>
              <a:gd name="connsiteY869" fmla="*/ 272257 h 6858000"/>
              <a:gd name="connsiteX870" fmla="*/ 3726844 w 7467600"/>
              <a:gd name="connsiteY870" fmla="*/ 282988 h 6858000"/>
              <a:gd name="connsiteX871" fmla="*/ 3742664 w 7467600"/>
              <a:gd name="connsiteY871" fmla="*/ 279918 h 6858000"/>
              <a:gd name="connsiteX872" fmla="*/ 4103910 w 7467600"/>
              <a:gd name="connsiteY872" fmla="*/ 1161917 h 6858000"/>
              <a:gd name="connsiteX873" fmla="*/ 4020269 w 7467600"/>
              <a:gd name="connsiteY873" fmla="*/ 1200406 h 6858000"/>
              <a:gd name="connsiteX874" fmla="*/ 3674882 w 7467600"/>
              <a:gd name="connsiteY874" fmla="*/ 488524 h 6858000"/>
              <a:gd name="connsiteX875" fmla="*/ 3132682 w 7467600"/>
              <a:gd name="connsiteY875" fmla="*/ 1072284 h 6858000"/>
              <a:gd name="connsiteX876" fmla="*/ 2716346 w 7467600"/>
              <a:gd name="connsiteY876" fmla="*/ 1276376 h 6858000"/>
              <a:gd name="connsiteX877" fmla="*/ 2716772 w 7467600"/>
              <a:gd name="connsiteY877" fmla="*/ 1255462 h 6858000"/>
              <a:gd name="connsiteX878" fmla="*/ 3471096 w 7467600"/>
              <a:gd name="connsiteY878" fmla="*/ 437072 h 6858000"/>
              <a:gd name="connsiteX879" fmla="*/ 3639057 w 7467600"/>
              <a:gd name="connsiteY879" fmla="*/ 286334 h 6858000"/>
              <a:gd name="connsiteX880" fmla="*/ 3640309 w 7467600"/>
              <a:gd name="connsiteY880" fmla="*/ 284664 h 6858000"/>
              <a:gd name="connsiteX881" fmla="*/ 3646022 w 7467600"/>
              <a:gd name="connsiteY881" fmla="*/ 276711 h 6858000"/>
              <a:gd name="connsiteX882" fmla="*/ 3707943 w 7467600"/>
              <a:gd name="connsiteY882" fmla="*/ 65958 h 6858000"/>
              <a:gd name="connsiteX883" fmla="*/ 3721337 w 7467600"/>
              <a:gd name="connsiteY883" fmla="*/ 0 h 6858000"/>
              <a:gd name="connsiteX884" fmla="*/ 2867960 w 7467600"/>
              <a:gd name="connsiteY884" fmla="*/ 0 h 6858000"/>
              <a:gd name="connsiteX885" fmla="*/ 2926351 w 7467600"/>
              <a:gd name="connsiteY885" fmla="*/ 0 h 6858000"/>
              <a:gd name="connsiteX886" fmla="*/ 2902823 w 7467600"/>
              <a:gd name="connsiteY886" fmla="*/ 262929 h 6858000"/>
              <a:gd name="connsiteX887" fmla="*/ 2940663 w 7467600"/>
              <a:gd name="connsiteY887" fmla="*/ 140884 h 6858000"/>
              <a:gd name="connsiteX888" fmla="*/ 2947039 w 7467600"/>
              <a:gd name="connsiteY888" fmla="*/ 122524 h 6858000"/>
              <a:gd name="connsiteX889" fmla="*/ 2984316 w 7467600"/>
              <a:gd name="connsiteY889" fmla="*/ 0 h 6858000"/>
              <a:gd name="connsiteX890" fmla="*/ 3016114 w 7467600"/>
              <a:gd name="connsiteY890" fmla="*/ 0 h 6858000"/>
              <a:gd name="connsiteX891" fmla="*/ 2979949 w 7467600"/>
              <a:gd name="connsiteY891" fmla="*/ 119274 h 6858000"/>
              <a:gd name="connsiteX892" fmla="*/ 3023879 w 7467600"/>
              <a:gd name="connsiteY892" fmla="*/ 0 h 6858000"/>
              <a:gd name="connsiteX893" fmla="*/ 3105400 w 7467600"/>
              <a:gd name="connsiteY893" fmla="*/ 0 h 6858000"/>
              <a:gd name="connsiteX894" fmla="*/ 3094669 w 7467600"/>
              <a:gd name="connsiteY894" fmla="*/ 30308 h 6858000"/>
              <a:gd name="connsiteX895" fmla="*/ 2901945 w 7467600"/>
              <a:gd name="connsiteY895" fmla="*/ 466538 h 6858000"/>
              <a:gd name="connsiteX896" fmla="*/ 2815209 w 7467600"/>
              <a:gd name="connsiteY896" fmla="*/ 497361 h 6858000"/>
              <a:gd name="connsiteX897" fmla="*/ 2844845 w 7467600"/>
              <a:gd name="connsiteY897" fmla="*/ 127638 h 6858000"/>
              <a:gd name="connsiteX898" fmla="*/ 2867960 w 7467600"/>
              <a:gd name="connsiteY898" fmla="*/ 0 h 6858000"/>
              <a:gd name="connsiteX899" fmla="*/ 1057230 w 7467600"/>
              <a:gd name="connsiteY899" fmla="*/ 0 h 6858000"/>
              <a:gd name="connsiteX900" fmla="*/ 1111003 w 7467600"/>
              <a:gd name="connsiteY900" fmla="*/ 0 h 6858000"/>
              <a:gd name="connsiteX901" fmla="*/ 1125553 w 7467600"/>
              <a:gd name="connsiteY901" fmla="*/ 52588 h 6858000"/>
              <a:gd name="connsiteX902" fmla="*/ 1304276 w 7467600"/>
              <a:gd name="connsiteY902" fmla="*/ 476275 h 6858000"/>
              <a:gd name="connsiteX903" fmla="*/ 1492066 w 7467600"/>
              <a:gd name="connsiteY903" fmla="*/ 886333 h 6858000"/>
              <a:gd name="connsiteX904" fmla="*/ 1423698 w 7467600"/>
              <a:gd name="connsiteY904" fmla="*/ 710817 h 6858000"/>
              <a:gd name="connsiteX905" fmla="*/ 1357609 w 7467600"/>
              <a:gd name="connsiteY905" fmla="*/ 532892 h 6858000"/>
              <a:gd name="connsiteX906" fmla="*/ 1309550 w 7467600"/>
              <a:gd name="connsiteY906" fmla="*/ 374031 h 6858000"/>
              <a:gd name="connsiteX907" fmla="*/ 1193673 w 7467600"/>
              <a:gd name="connsiteY907" fmla="*/ 49533 h 6858000"/>
              <a:gd name="connsiteX908" fmla="*/ 1164391 w 7467600"/>
              <a:gd name="connsiteY908" fmla="*/ 0 h 6858000"/>
              <a:gd name="connsiteX909" fmla="*/ 1200666 w 7467600"/>
              <a:gd name="connsiteY909" fmla="*/ 0 h 6858000"/>
              <a:gd name="connsiteX910" fmla="*/ 1223408 w 7467600"/>
              <a:gd name="connsiteY910" fmla="*/ 38996 h 6858000"/>
              <a:gd name="connsiteX911" fmla="*/ 1339635 w 7467600"/>
              <a:gd name="connsiteY911" fmla="*/ 365517 h 6858000"/>
              <a:gd name="connsiteX912" fmla="*/ 1387469 w 7467600"/>
              <a:gd name="connsiteY912" fmla="*/ 523079 h 6858000"/>
              <a:gd name="connsiteX913" fmla="*/ 1452685 w 7467600"/>
              <a:gd name="connsiteY913" fmla="*/ 699806 h 6858000"/>
              <a:gd name="connsiteX914" fmla="*/ 1492092 w 7467600"/>
              <a:gd name="connsiteY914" fmla="*/ 800424 h 6858000"/>
              <a:gd name="connsiteX915" fmla="*/ 1455302 w 7467600"/>
              <a:gd name="connsiteY915" fmla="*/ 632913 h 6858000"/>
              <a:gd name="connsiteX916" fmla="*/ 1222336 w 7467600"/>
              <a:gd name="connsiteY916" fmla="*/ 9480 h 6858000"/>
              <a:gd name="connsiteX917" fmla="*/ 1214634 w 7467600"/>
              <a:gd name="connsiteY917" fmla="*/ 0 h 6858000"/>
              <a:gd name="connsiteX918" fmla="*/ 1289827 w 7467600"/>
              <a:gd name="connsiteY918" fmla="*/ 0 h 6858000"/>
              <a:gd name="connsiteX919" fmla="*/ 1321076 w 7467600"/>
              <a:gd name="connsiteY919" fmla="*/ 59722 h 6858000"/>
              <a:gd name="connsiteX920" fmla="*/ 1512579 w 7467600"/>
              <a:gd name="connsiteY920" fmla="*/ 626441 h 6858000"/>
              <a:gd name="connsiteX921" fmla="*/ 1506076 w 7467600"/>
              <a:gd name="connsiteY921" fmla="*/ 1089289 h 6858000"/>
              <a:gd name="connsiteX922" fmla="*/ 1486346 w 7467600"/>
              <a:gd name="connsiteY922" fmla="*/ 1079919 h 6858000"/>
              <a:gd name="connsiteX923" fmla="*/ 1070511 w 7467600"/>
              <a:gd name="connsiteY923" fmla="*/ 48609 h 6858000"/>
              <a:gd name="connsiteX924" fmla="*/ 1057230 w 7467600"/>
              <a:gd name="connsiteY924" fmla="*/ 0 h 6858000"/>
              <a:gd name="connsiteX925" fmla="*/ 43151 w 7467600"/>
              <a:gd name="connsiteY925" fmla="*/ 0 h 6858000"/>
              <a:gd name="connsiteX926" fmla="*/ 95283 w 7467600"/>
              <a:gd name="connsiteY926" fmla="*/ 0 h 6858000"/>
              <a:gd name="connsiteX927" fmla="*/ 300708 w 7467600"/>
              <a:gd name="connsiteY927" fmla="*/ 154571 h 6858000"/>
              <a:gd name="connsiteX928" fmla="*/ 530414 w 7467600"/>
              <a:gd name="connsiteY928" fmla="*/ 354673 h 6858000"/>
              <a:gd name="connsiteX929" fmla="*/ 333785 w 7467600"/>
              <a:gd name="connsiteY929" fmla="*/ 161564 h 6858000"/>
              <a:gd name="connsiteX930" fmla="*/ 147005 w 7467600"/>
              <a:gd name="connsiteY930" fmla="*/ 0 h 6858000"/>
              <a:gd name="connsiteX931" fmla="*/ 272509 w 7467600"/>
              <a:gd name="connsiteY931" fmla="*/ 0 h 6858000"/>
              <a:gd name="connsiteX932" fmla="*/ 326276 w 7467600"/>
              <a:gd name="connsiteY932" fmla="*/ 45847 h 6858000"/>
              <a:gd name="connsiteX933" fmla="*/ 823759 w 7467600"/>
              <a:gd name="connsiteY933" fmla="*/ 574145 h 6858000"/>
              <a:gd name="connsiteX934" fmla="*/ 811254 w 7467600"/>
              <a:gd name="connsiteY934" fmla="*/ 665546 h 6858000"/>
              <a:gd name="connsiteX935" fmla="*/ 154042 w 7467600"/>
              <a:gd name="connsiteY935" fmla="*/ 261522 h 6858000"/>
              <a:gd name="connsiteX936" fmla="*/ 13550 w 7467600"/>
              <a:gd name="connsiteY936" fmla="*/ 158423 h 6858000"/>
              <a:gd name="connsiteX937" fmla="*/ 0 w 7467600"/>
              <a:gd name="connsiteY937" fmla="*/ 146618 h 6858000"/>
              <a:gd name="connsiteX938" fmla="*/ 0 w 7467600"/>
              <a:gd name="connsiteY938" fmla="*/ 59161 h 6858000"/>
              <a:gd name="connsiteX939" fmla="*/ 45427 w 7467600"/>
              <a:gd name="connsiteY939" fmla="*/ 101078 h 6858000"/>
              <a:gd name="connsiteX940" fmla="*/ 630103 w 7467600"/>
              <a:gd name="connsiteY940" fmla="*/ 485885 h 6858000"/>
              <a:gd name="connsiteX941" fmla="*/ 532040 w 7467600"/>
              <a:gd name="connsiteY941" fmla="*/ 399359 h 6858000"/>
              <a:gd name="connsiteX942" fmla="*/ 517618 w 7467600"/>
              <a:gd name="connsiteY942" fmla="*/ 385726 h 6858000"/>
              <a:gd name="connsiteX943" fmla="*/ 285074 w 7467600"/>
              <a:gd name="connsiteY943" fmla="*/ 182755 h 6858000"/>
              <a:gd name="connsiteX944" fmla="*/ 43151 w 7467600"/>
              <a:gd name="connsiteY944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289862 w 7467600"/>
              <a:gd name="connsiteY11" fmla="*/ 6659827 h 6858000"/>
              <a:gd name="connsiteX12" fmla="*/ 1019354 w 7467600"/>
              <a:gd name="connsiteY12" fmla="*/ 6315006 h 6858000"/>
              <a:gd name="connsiteX13" fmla="*/ 441046 w 7467600"/>
              <a:gd name="connsiteY13" fmla="*/ 6691153 h 6858000"/>
              <a:gd name="connsiteX14" fmla="*/ 1019354 w 7467600"/>
              <a:gd name="connsiteY14" fmla="*/ 6315006 h 6858000"/>
              <a:gd name="connsiteX15" fmla="*/ 991680 w 7467600"/>
              <a:gd name="connsiteY15" fmla="*/ 6298413 h 6858000"/>
              <a:gd name="connsiteX16" fmla="*/ 409060 w 7467600"/>
              <a:gd name="connsiteY16" fmla="*/ 6671470 h 6858000"/>
              <a:gd name="connsiteX17" fmla="*/ 991680 w 7467600"/>
              <a:gd name="connsiteY17" fmla="*/ 6298413 h 6858000"/>
              <a:gd name="connsiteX18" fmla="*/ 103333 w 7467600"/>
              <a:gd name="connsiteY18" fmla="*/ 5699602 h 6858000"/>
              <a:gd name="connsiteX19" fmla="*/ 233938 w 7467600"/>
              <a:gd name="connsiteY19" fmla="*/ 5809416 h 6858000"/>
              <a:gd name="connsiteX20" fmla="*/ 883580 w 7467600"/>
              <a:gd name="connsiteY20" fmla="*/ 6180710 h 6858000"/>
              <a:gd name="connsiteX21" fmla="*/ 487337 w 7467600"/>
              <a:gd name="connsiteY21" fmla="*/ 5950182 h 6858000"/>
              <a:gd name="connsiteX22" fmla="*/ 354051 w 7467600"/>
              <a:gd name="connsiteY22" fmla="*/ 5854912 h 6858000"/>
              <a:gd name="connsiteX23" fmla="*/ 195436 w 7467600"/>
              <a:gd name="connsiteY23" fmla="*/ 5755068 h 6858000"/>
              <a:gd name="connsiteX24" fmla="*/ 103333 w 7467600"/>
              <a:gd name="connsiteY24" fmla="*/ 5699602 h 6858000"/>
              <a:gd name="connsiteX25" fmla="*/ 5539432 w 7467600"/>
              <a:gd name="connsiteY25" fmla="*/ 5642928 h 6858000"/>
              <a:gd name="connsiteX26" fmla="*/ 5555462 w 7467600"/>
              <a:gd name="connsiteY26" fmla="*/ 5694454 h 6858000"/>
              <a:gd name="connsiteX27" fmla="*/ 5828270 w 7467600"/>
              <a:gd name="connsiteY27" fmla="*/ 6320663 h 6858000"/>
              <a:gd name="connsiteX28" fmla="*/ 5947416 w 7467600"/>
              <a:gd name="connsiteY28" fmla="*/ 6574846 h 6858000"/>
              <a:gd name="connsiteX29" fmla="*/ 5539432 w 7467600"/>
              <a:gd name="connsiteY29" fmla="*/ 5642928 h 6858000"/>
              <a:gd name="connsiteX30" fmla="*/ 51253 w 7467600"/>
              <a:gd name="connsiteY30" fmla="*/ 5631825 h 6858000"/>
              <a:gd name="connsiteX31" fmla="*/ 211622 w 7467600"/>
              <a:gd name="connsiteY31" fmla="*/ 5728803 h 6858000"/>
              <a:gd name="connsiteX32" fmla="*/ 371652 w 7467600"/>
              <a:gd name="connsiteY32" fmla="*/ 5829062 h 6858000"/>
              <a:gd name="connsiteX33" fmla="*/ 505903 w 7467600"/>
              <a:gd name="connsiteY33" fmla="*/ 5925221 h 6858000"/>
              <a:gd name="connsiteX34" fmla="*/ 899240 w 7467600"/>
              <a:gd name="connsiteY34" fmla="*/ 6153068 h 6858000"/>
              <a:gd name="connsiteX35" fmla="*/ 988114 w 7467600"/>
              <a:gd name="connsiteY35" fmla="*/ 6174204 h 6858000"/>
              <a:gd name="connsiteX36" fmla="*/ 845971 w 7467600"/>
              <a:gd name="connsiteY36" fmla="*/ 6067177 h 6858000"/>
              <a:gd name="connsiteX37" fmla="*/ 448057 w 7467600"/>
              <a:gd name="connsiteY37" fmla="*/ 5841376 h 6858000"/>
              <a:gd name="connsiteX38" fmla="*/ 51253 w 7467600"/>
              <a:gd name="connsiteY38" fmla="*/ 5631825 h 6858000"/>
              <a:gd name="connsiteX39" fmla="*/ 2606687 w 7467600"/>
              <a:gd name="connsiteY39" fmla="*/ 5630718 h 6858000"/>
              <a:gd name="connsiteX40" fmla="*/ 2645658 w 7467600"/>
              <a:gd name="connsiteY40" fmla="*/ 6640259 h 6858000"/>
              <a:gd name="connsiteX41" fmla="*/ 2606687 w 7467600"/>
              <a:gd name="connsiteY41" fmla="*/ 5630718 h 6858000"/>
              <a:gd name="connsiteX42" fmla="*/ 3642057 w 7467600"/>
              <a:gd name="connsiteY42" fmla="*/ 5573487 h 6858000"/>
              <a:gd name="connsiteX43" fmla="*/ 3632981 w 7467600"/>
              <a:gd name="connsiteY43" fmla="*/ 5579437 h 6858000"/>
              <a:gd name="connsiteX44" fmla="*/ 3382436 w 7467600"/>
              <a:gd name="connsiteY44" fmla="*/ 5952726 h 6858000"/>
              <a:gd name="connsiteX45" fmla="*/ 3191929 w 7467600"/>
              <a:gd name="connsiteY45" fmla="*/ 6662669 h 6858000"/>
              <a:gd name="connsiteX46" fmla="*/ 3369898 w 7467600"/>
              <a:gd name="connsiteY46" fmla="*/ 6081771 h 6858000"/>
              <a:gd name="connsiteX47" fmla="*/ 3642057 w 7467600"/>
              <a:gd name="connsiteY47" fmla="*/ 5573487 h 6858000"/>
              <a:gd name="connsiteX48" fmla="*/ 2650666 w 7467600"/>
              <a:gd name="connsiteY48" fmla="*/ 5530686 h 6858000"/>
              <a:gd name="connsiteX49" fmla="*/ 2650249 w 7467600"/>
              <a:gd name="connsiteY49" fmla="*/ 5532101 h 6858000"/>
              <a:gd name="connsiteX50" fmla="*/ 2663808 w 7467600"/>
              <a:gd name="connsiteY50" fmla="*/ 6535215 h 6858000"/>
              <a:gd name="connsiteX51" fmla="*/ 2665418 w 7467600"/>
              <a:gd name="connsiteY51" fmla="*/ 6132756 h 6858000"/>
              <a:gd name="connsiteX52" fmla="*/ 2650666 w 7467600"/>
              <a:gd name="connsiteY52" fmla="*/ 5530686 h 6858000"/>
              <a:gd name="connsiteX53" fmla="*/ 2680277 w 7467600"/>
              <a:gd name="connsiteY53" fmla="*/ 5479204 h 6858000"/>
              <a:gd name="connsiteX54" fmla="*/ 2678972 w 7467600"/>
              <a:gd name="connsiteY54" fmla="*/ 5481582 h 6858000"/>
              <a:gd name="connsiteX55" fmla="*/ 2696666 w 7467600"/>
              <a:gd name="connsiteY55" fmla="*/ 6133836 h 6858000"/>
              <a:gd name="connsiteX56" fmla="*/ 2695769 w 7467600"/>
              <a:gd name="connsiteY56" fmla="*/ 6390955 h 6858000"/>
              <a:gd name="connsiteX57" fmla="*/ 2739893 w 7467600"/>
              <a:gd name="connsiteY57" fmla="*/ 6108357 h 6858000"/>
              <a:gd name="connsiteX58" fmla="*/ 2680277 w 7467600"/>
              <a:gd name="connsiteY58" fmla="*/ 5479204 h 6858000"/>
              <a:gd name="connsiteX59" fmla="*/ 1132195 w 7467600"/>
              <a:gd name="connsiteY59" fmla="*/ 5467980 h 6858000"/>
              <a:gd name="connsiteX60" fmla="*/ 1679056 w 7467600"/>
              <a:gd name="connsiteY60" fmla="*/ 5516907 h 6858000"/>
              <a:gd name="connsiteX61" fmla="*/ 2128648 w 7467600"/>
              <a:gd name="connsiteY61" fmla="*/ 5474249 h 6858000"/>
              <a:gd name="connsiteX62" fmla="*/ 1825619 w 7467600"/>
              <a:gd name="connsiteY62" fmla="*/ 5478447 h 6858000"/>
              <a:gd name="connsiteX63" fmla="*/ 1737798 w 7467600"/>
              <a:gd name="connsiteY63" fmla="*/ 5483353 h 6858000"/>
              <a:gd name="connsiteX64" fmla="*/ 1132195 w 7467600"/>
              <a:gd name="connsiteY64" fmla="*/ 5467980 h 6858000"/>
              <a:gd name="connsiteX65" fmla="*/ 1456157 w 7467600"/>
              <a:gd name="connsiteY65" fmla="*/ 5371404 h 6858000"/>
              <a:gd name="connsiteX66" fmla="*/ 1244432 w 7467600"/>
              <a:gd name="connsiteY66" fmla="*/ 5385601 h 6858000"/>
              <a:gd name="connsiteX67" fmla="*/ 973990 w 7467600"/>
              <a:gd name="connsiteY67" fmla="*/ 5424940 h 6858000"/>
              <a:gd name="connsiteX68" fmla="*/ 1103809 w 7467600"/>
              <a:gd name="connsiteY68" fmla="*/ 5433720 h 6858000"/>
              <a:gd name="connsiteX69" fmla="*/ 1123454 w 7467600"/>
              <a:gd name="connsiteY69" fmla="*/ 5435727 h 6858000"/>
              <a:gd name="connsiteX70" fmla="*/ 1737017 w 7467600"/>
              <a:gd name="connsiteY70" fmla="*/ 5452183 h 6858000"/>
              <a:gd name="connsiteX71" fmla="*/ 1824397 w 7467600"/>
              <a:gd name="connsiteY71" fmla="*/ 5447757 h 6858000"/>
              <a:gd name="connsiteX72" fmla="*/ 2070059 w 7467600"/>
              <a:gd name="connsiteY72" fmla="*/ 5441660 h 6858000"/>
              <a:gd name="connsiteX73" fmla="*/ 1456157 w 7467600"/>
              <a:gd name="connsiteY73" fmla="*/ 5371404 h 6858000"/>
              <a:gd name="connsiteX74" fmla="*/ 4988186 w 7467600"/>
              <a:gd name="connsiteY74" fmla="*/ 5216467 h 6858000"/>
              <a:gd name="connsiteX75" fmla="*/ 4777334 w 7467600"/>
              <a:gd name="connsiteY75" fmla="*/ 5406072 h 6858000"/>
              <a:gd name="connsiteX76" fmla="*/ 4718341 w 7467600"/>
              <a:gd name="connsiteY76" fmla="*/ 5468043 h 6858000"/>
              <a:gd name="connsiteX77" fmla="*/ 4604655 w 7467600"/>
              <a:gd name="connsiteY77" fmla="*/ 5583434 h 6858000"/>
              <a:gd name="connsiteX78" fmla="*/ 4565074 w 7467600"/>
              <a:gd name="connsiteY78" fmla="*/ 5618550 h 6858000"/>
              <a:gd name="connsiteX79" fmla="*/ 4988186 w 7467600"/>
              <a:gd name="connsiteY79" fmla="*/ 5216467 h 6858000"/>
              <a:gd name="connsiteX80" fmla="*/ 4978032 w 7467600"/>
              <a:gd name="connsiteY80" fmla="*/ 5183809 h 6858000"/>
              <a:gd name="connsiteX81" fmla="*/ 4463413 w 7467600"/>
              <a:gd name="connsiteY81" fmla="*/ 5615162 h 6858000"/>
              <a:gd name="connsiteX82" fmla="*/ 4358134 w 7467600"/>
              <a:gd name="connsiteY82" fmla="*/ 5742791 h 6858000"/>
              <a:gd name="connsiteX83" fmla="*/ 4376219 w 7467600"/>
              <a:gd name="connsiteY83" fmla="*/ 5729027 h 6858000"/>
              <a:gd name="connsiteX84" fmla="*/ 4582340 w 7467600"/>
              <a:gd name="connsiteY84" fmla="*/ 5561037 h 6858000"/>
              <a:gd name="connsiteX85" fmla="*/ 4694684 w 7467600"/>
              <a:gd name="connsiteY85" fmla="*/ 5447098 h 6858000"/>
              <a:gd name="connsiteX86" fmla="*/ 4754123 w 7467600"/>
              <a:gd name="connsiteY86" fmla="*/ 5384643 h 6858000"/>
              <a:gd name="connsiteX87" fmla="*/ 4978032 w 7467600"/>
              <a:gd name="connsiteY87" fmla="*/ 5183809 h 6858000"/>
              <a:gd name="connsiteX88" fmla="*/ 1903353 w 7467600"/>
              <a:gd name="connsiteY88" fmla="*/ 5044827 h 6858000"/>
              <a:gd name="connsiteX89" fmla="*/ 1936931 w 7467600"/>
              <a:gd name="connsiteY89" fmla="*/ 5093954 h 6858000"/>
              <a:gd name="connsiteX90" fmla="*/ 2195868 w 7467600"/>
              <a:gd name="connsiteY90" fmla="*/ 5396574 h 6858000"/>
              <a:gd name="connsiteX91" fmla="*/ 2088852 w 7467600"/>
              <a:gd name="connsiteY91" fmla="*/ 5166123 h 6858000"/>
              <a:gd name="connsiteX92" fmla="*/ 1958241 w 7467600"/>
              <a:gd name="connsiteY92" fmla="*/ 5067955 h 6858000"/>
              <a:gd name="connsiteX93" fmla="*/ 1903353 w 7467600"/>
              <a:gd name="connsiteY93" fmla="*/ 5044827 h 6858000"/>
              <a:gd name="connsiteX94" fmla="*/ 1979378 w 7467600"/>
              <a:gd name="connsiteY94" fmla="*/ 4769504 h 6858000"/>
              <a:gd name="connsiteX95" fmla="*/ 2882120 w 7467600"/>
              <a:gd name="connsiteY95" fmla="*/ 5064547 h 6858000"/>
              <a:gd name="connsiteX96" fmla="*/ 2793103 w 7467600"/>
              <a:gd name="connsiteY96" fmla="*/ 5039699 h 6858000"/>
              <a:gd name="connsiteX97" fmla="*/ 2770041 w 7467600"/>
              <a:gd name="connsiteY97" fmla="*/ 5033634 h 6858000"/>
              <a:gd name="connsiteX98" fmla="*/ 1979378 w 7467600"/>
              <a:gd name="connsiteY98" fmla="*/ 4769504 h 6858000"/>
              <a:gd name="connsiteX99" fmla="*/ 1927410 w 7467600"/>
              <a:gd name="connsiteY99" fmla="*/ 4716164 h 6858000"/>
              <a:gd name="connsiteX100" fmla="*/ 1959587 w 7467600"/>
              <a:gd name="connsiteY100" fmla="*/ 4728849 h 6858000"/>
              <a:gd name="connsiteX101" fmla="*/ 2777707 w 7467600"/>
              <a:gd name="connsiteY101" fmla="*/ 5003991 h 6858000"/>
              <a:gd name="connsiteX102" fmla="*/ 2800768 w 7467600"/>
              <a:gd name="connsiteY102" fmla="*/ 5010056 h 6858000"/>
              <a:gd name="connsiteX103" fmla="*/ 2879408 w 7467600"/>
              <a:gd name="connsiteY103" fmla="*/ 5031590 h 6858000"/>
              <a:gd name="connsiteX104" fmla="*/ 2862295 w 7467600"/>
              <a:gd name="connsiteY104" fmla="*/ 5022958 h 6858000"/>
              <a:gd name="connsiteX105" fmla="*/ 2813343 w 7467600"/>
              <a:gd name="connsiteY105" fmla="*/ 4998369 h 6858000"/>
              <a:gd name="connsiteX106" fmla="*/ 2646245 w 7467600"/>
              <a:gd name="connsiteY106" fmla="*/ 4930999 h 6858000"/>
              <a:gd name="connsiteX107" fmla="*/ 1999243 w 7467600"/>
              <a:gd name="connsiteY107" fmla="*/ 4730524 h 6858000"/>
              <a:gd name="connsiteX108" fmla="*/ 1979527 w 7467600"/>
              <a:gd name="connsiteY108" fmla="*/ 4726651 h 6858000"/>
              <a:gd name="connsiteX109" fmla="*/ 1927410 w 7467600"/>
              <a:gd name="connsiteY109" fmla="*/ 4716164 h 6858000"/>
              <a:gd name="connsiteX110" fmla="*/ 1997014 w 7467600"/>
              <a:gd name="connsiteY110" fmla="*/ 4698007 h 6858000"/>
              <a:gd name="connsiteX111" fmla="*/ 2005458 w 7467600"/>
              <a:gd name="connsiteY111" fmla="*/ 4699540 h 6858000"/>
              <a:gd name="connsiteX112" fmla="*/ 2657186 w 7467600"/>
              <a:gd name="connsiteY112" fmla="*/ 4901687 h 6858000"/>
              <a:gd name="connsiteX113" fmla="*/ 2826662 w 7467600"/>
              <a:gd name="connsiteY113" fmla="*/ 4970362 h 6858000"/>
              <a:gd name="connsiteX114" fmla="*/ 2876100 w 7467600"/>
              <a:gd name="connsiteY114" fmla="*/ 4995397 h 6858000"/>
              <a:gd name="connsiteX115" fmla="*/ 3042600 w 7467600"/>
              <a:gd name="connsiteY115" fmla="*/ 5059532 h 6858000"/>
              <a:gd name="connsiteX116" fmla="*/ 1997014 w 7467600"/>
              <a:gd name="connsiteY116" fmla="*/ 4698007 h 6858000"/>
              <a:gd name="connsiteX117" fmla="*/ 2305292 w 7467600"/>
              <a:gd name="connsiteY117" fmla="*/ 4219492 h 6858000"/>
              <a:gd name="connsiteX118" fmla="*/ 3360922 w 7467600"/>
              <a:gd name="connsiteY118" fmla="*/ 4529373 h 6858000"/>
              <a:gd name="connsiteX119" fmla="*/ 3492420 w 7467600"/>
              <a:gd name="connsiteY119" fmla="*/ 4510145 h 6858000"/>
              <a:gd name="connsiteX120" fmla="*/ 3364086 w 7467600"/>
              <a:gd name="connsiteY120" fmla="*/ 4480340 h 6858000"/>
              <a:gd name="connsiteX121" fmla="*/ 3225818 w 7467600"/>
              <a:gd name="connsiteY121" fmla="*/ 4411822 h 6858000"/>
              <a:gd name="connsiteX122" fmla="*/ 3129696 w 7467600"/>
              <a:gd name="connsiteY122" fmla="*/ 4360704 h 6858000"/>
              <a:gd name="connsiteX123" fmla="*/ 2814545 w 7467600"/>
              <a:gd name="connsiteY123" fmla="*/ 4282955 h 6858000"/>
              <a:gd name="connsiteX124" fmla="*/ 2305292 w 7467600"/>
              <a:gd name="connsiteY124" fmla="*/ 4219492 h 6858000"/>
              <a:gd name="connsiteX125" fmla="*/ 2626982 w 7467600"/>
              <a:gd name="connsiteY125" fmla="*/ 4206450 h 6858000"/>
              <a:gd name="connsiteX126" fmla="*/ 2490617 w 7467600"/>
              <a:gd name="connsiteY126" fmla="*/ 4206951 h 6858000"/>
              <a:gd name="connsiteX127" fmla="*/ 2819869 w 7467600"/>
              <a:gd name="connsiteY127" fmla="*/ 4252936 h 6858000"/>
              <a:gd name="connsiteX128" fmla="*/ 3143018 w 7467600"/>
              <a:gd name="connsiteY128" fmla="*/ 4332698 h 6858000"/>
              <a:gd name="connsiteX129" fmla="*/ 3241520 w 7467600"/>
              <a:gd name="connsiteY129" fmla="*/ 4385112 h 6858000"/>
              <a:gd name="connsiteX130" fmla="*/ 3374575 w 7467600"/>
              <a:gd name="connsiteY130" fmla="*/ 4451517 h 6858000"/>
              <a:gd name="connsiteX131" fmla="*/ 3505221 w 7467600"/>
              <a:gd name="connsiteY131" fmla="*/ 4480757 h 6858000"/>
              <a:gd name="connsiteX132" fmla="*/ 2626982 w 7467600"/>
              <a:gd name="connsiteY132" fmla="*/ 4206450 h 6858000"/>
              <a:gd name="connsiteX133" fmla="*/ 1310106 w 7467600"/>
              <a:gd name="connsiteY133" fmla="*/ 3943217 h 6858000"/>
              <a:gd name="connsiteX134" fmla="*/ 854994 w 7467600"/>
              <a:gd name="connsiteY134" fmla="*/ 4399136 h 6858000"/>
              <a:gd name="connsiteX135" fmla="*/ 742462 w 7467600"/>
              <a:gd name="connsiteY135" fmla="*/ 4594648 h 6858000"/>
              <a:gd name="connsiteX136" fmla="*/ 820602 w 7467600"/>
              <a:gd name="connsiteY136" fmla="*/ 4485915 h 6858000"/>
              <a:gd name="connsiteX137" fmla="*/ 878295 w 7467600"/>
              <a:gd name="connsiteY137" fmla="*/ 4403594 h 6858000"/>
              <a:gd name="connsiteX138" fmla="*/ 1240607 w 7467600"/>
              <a:gd name="connsiteY138" fmla="*/ 4010401 h 6858000"/>
              <a:gd name="connsiteX139" fmla="*/ 1310106 w 7467600"/>
              <a:gd name="connsiteY139" fmla="*/ 3943217 h 6858000"/>
              <a:gd name="connsiteX140" fmla="*/ 1423113 w 7467600"/>
              <a:gd name="connsiteY140" fmla="*/ 3874565 h 6858000"/>
              <a:gd name="connsiteX141" fmla="*/ 1260565 w 7467600"/>
              <a:gd name="connsiteY141" fmla="*/ 4031982 h 6858000"/>
              <a:gd name="connsiteX142" fmla="*/ 901900 w 7467600"/>
              <a:gd name="connsiteY142" fmla="*/ 4421236 h 6858000"/>
              <a:gd name="connsiteX143" fmla="*/ 845044 w 7467600"/>
              <a:gd name="connsiteY143" fmla="*/ 4502436 h 6858000"/>
              <a:gd name="connsiteX144" fmla="*/ 685926 w 7467600"/>
              <a:gd name="connsiteY144" fmla="*/ 4703069 h 6858000"/>
              <a:gd name="connsiteX145" fmla="*/ 684248 w 7467600"/>
              <a:gd name="connsiteY145" fmla="*/ 4706721 h 6858000"/>
              <a:gd name="connsiteX146" fmla="*/ 1423113 w 7467600"/>
              <a:gd name="connsiteY146" fmla="*/ 3874565 h 6858000"/>
              <a:gd name="connsiteX147" fmla="*/ 3316479 w 7467600"/>
              <a:gd name="connsiteY147" fmla="*/ 3872136 h 6858000"/>
              <a:gd name="connsiteX148" fmla="*/ 3546806 w 7467600"/>
              <a:gd name="connsiteY148" fmla="*/ 4356139 h 6858000"/>
              <a:gd name="connsiteX149" fmla="*/ 3364433 w 7467600"/>
              <a:gd name="connsiteY149" fmla="*/ 3953121 h 6858000"/>
              <a:gd name="connsiteX150" fmla="*/ 3316479 w 7467600"/>
              <a:gd name="connsiteY150" fmla="*/ 3872136 h 6858000"/>
              <a:gd name="connsiteX151" fmla="*/ 3291335 w 7467600"/>
              <a:gd name="connsiteY151" fmla="*/ 3767420 h 6858000"/>
              <a:gd name="connsiteX152" fmla="*/ 3390805 w 7467600"/>
              <a:gd name="connsiteY152" fmla="*/ 3937163 h 6858000"/>
              <a:gd name="connsiteX153" fmla="*/ 3579062 w 7467600"/>
              <a:gd name="connsiteY153" fmla="*/ 4359040 h 6858000"/>
              <a:gd name="connsiteX154" fmla="*/ 3467355 w 7467600"/>
              <a:gd name="connsiteY154" fmla="*/ 3988130 h 6858000"/>
              <a:gd name="connsiteX155" fmla="*/ 3310753 w 7467600"/>
              <a:gd name="connsiteY155" fmla="*/ 3787140 h 6858000"/>
              <a:gd name="connsiteX156" fmla="*/ 3291335 w 7467600"/>
              <a:gd name="connsiteY156" fmla="*/ 3767420 h 6858000"/>
              <a:gd name="connsiteX157" fmla="*/ 1635889 w 7467600"/>
              <a:gd name="connsiteY157" fmla="*/ 3709494 h 6858000"/>
              <a:gd name="connsiteX158" fmla="*/ 1634800 w 7467600"/>
              <a:gd name="connsiteY158" fmla="*/ 3731111 h 6858000"/>
              <a:gd name="connsiteX159" fmla="*/ 1635889 w 7467600"/>
              <a:gd name="connsiteY159" fmla="*/ 3709494 h 6858000"/>
              <a:gd name="connsiteX160" fmla="*/ 1510397 w 7467600"/>
              <a:gd name="connsiteY160" fmla="*/ 3684705 h 6858000"/>
              <a:gd name="connsiteX161" fmla="*/ 1146550 w 7467600"/>
              <a:gd name="connsiteY161" fmla="*/ 3802012 h 6858000"/>
              <a:gd name="connsiteX162" fmla="*/ 698834 w 7467600"/>
              <a:gd name="connsiteY162" fmla="*/ 3952272 h 6858000"/>
              <a:gd name="connsiteX163" fmla="*/ 34256 w 7467600"/>
              <a:gd name="connsiteY163" fmla="*/ 4347603 h 6858000"/>
              <a:gd name="connsiteX164" fmla="*/ 527241 w 7467600"/>
              <a:gd name="connsiteY164" fmla="*/ 4065078 h 6858000"/>
              <a:gd name="connsiteX165" fmla="*/ 1510397 w 7467600"/>
              <a:gd name="connsiteY165" fmla="*/ 3684705 h 6858000"/>
              <a:gd name="connsiteX166" fmla="*/ 1313114 w 7467600"/>
              <a:gd name="connsiteY166" fmla="*/ 3655216 h 6858000"/>
              <a:gd name="connsiteX167" fmla="*/ 1109304 w 7467600"/>
              <a:gd name="connsiteY167" fmla="*/ 3669030 h 6858000"/>
              <a:gd name="connsiteX168" fmla="*/ 8129 w 7467600"/>
              <a:gd name="connsiteY168" fmla="*/ 4330519 h 6858000"/>
              <a:gd name="connsiteX169" fmla="*/ 687572 w 7467600"/>
              <a:gd name="connsiteY169" fmla="*/ 3925629 h 6858000"/>
              <a:gd name="connsiteX170" fmla="*/ 1138365 w 7467600"/>
              <a:gd name="connsiteY170" fmla="*/ 3774515 h 6858000"/>
              <a:gd name="connsiteX171" fmla="*/ 1505579 w 7467600"/>
              <a:gd name="connsiteY171" fmla="*/ 3655526 h 6858000"/>
              <a:gd name="connsiteX172" fmla="*/ 1313114 w 7467600"/>
              <a:gd name="connsiteY172" fmla="*/ 3655216 h 6858000"/>
              <a:gd name="connsiteX173" fmla="*/ 3655073 w 7467600"/>
              <a:gd name="connsiteY173" fmla="*/ 3650884 h 6858000"/>
              <a:gd name="connsiteX174" fmla="*/ 3989938 w 7467600"/>
              <a:gd name="connsiteY174" fmla="*/ 3991685 h 6858000"/>
              <a:gd name="connsiteX175" fmla="*/ 4393907 w 7467600"/>
              <a:gd name="connsiteY175" fmla="*/ 4261258 h 6858000"/>
              <a:gd name="connsiteX176" fmla="*/ 4648051 w 7467600"/>
              <a:gd name="connsiteY176" fmla="*/ 4374051 h 6858000"/>
              <a:gd name="connsiteX177" fmla="*/ 4383389 w 7467600"/>
              <a:gd name="connsiteY177" fmla="*/ 4184369 h 6858000"/>
              <a:gd name="connsiteX178" fmla="*/ 4165508 w 7467600"/>
              <a:gd name="connsiteY178" fmla="*/ 4035196 h 6858000"/>
              <a:gd name="connsiteX179" fmla="*/ 4068162 w 7467600"/>
              <a:gd name="connsiteY179" fmla="*/ 3953394 h 6858000"/>
              <a:gd name="connsiteX180" fmla="*/ 3981416 w 7467600"/>
              <a:gd name="connsiteY180" fmla="*/ 3880482 h 6858000"/>
              <a:gd name="connsiteX181" fmla="*/ 3800147 w 7467600"/>
              <a:gd name="connsiteY181" fmla="*/ 3749872 h 6858000"/>
              <a:gd name="connsiteX182" fmla="*/ 3655073 w 7467600"/>
              <a:gd name="connsiteY182" fmla="*/ 3650884 h 6858000"/>
              <a:gd name="connsiteX183" fmla="*/ 3670252 w 7467600"/>
              <a:gd name="connsiteY183" fmla="*/ 3622798 h 6858000"/>
              <a:gd name="connsiteX184" fmla="*/ 3817258 w 7467600"/>
              <a:gd name="connsiteY184" fmla="*/ 3723577 h 6858000"/>
              <a:gd name="connsiteX185" fmla="*/ 4000461 w 7467600"/>
              <a:gd name="connsiteY185" fmla="*/ 3855966 h 6858000"/>
              <a:gd name="connsiteX186" fmla="*/ 4088180 w 7467600"/>
              <a:gd name="connsiteY186" fmla="*/ 3929774 h 6858000"/>
              <a:gd name="connsiteX187" fmla="*/ 4184555 w 7467600"/>
              <a:gd name="connsiteY187" fmla="*/ 4010683 h 6858000"/>
              <a:gd name="connsiteX188" fmla="*/ 4399563 w 7467600"/>
              <a:gd name="connsiteY188" fmla="*/ 4158106 h 6858000"/>
              <a:gd name="connsiteX189" fmla="*/ 4684469 w 7467600"/>
              <a:gd name="connsiteY189" fmla="*/ 4364680 h 6858000"/>
              <a:gd name="connsiteX190" fmla="*/ 4690271 w 7467600"/>
              <a:gd name="connsiteY190" fmla="*/ 4370034 h 6858000"/>
              <a:gd name="connsiteX191" fmla="*/ 4136093 w 7467600"/>
              <a:gd name="connsiteY191" fmla="*/ 3858466 h 6858000"/>
              <a:gd name="connsiteX192" fmla="*/ 3670252 w 7467600"/>
              <a:gd name="connsiteY192" fmla="*/ 3622798 h 6858000"/>
              <a:gd name="connsiteX193" fmla="*/ 4440129 w 7467600"/>
              <a:gd name="connsiteY193" fmla="*/ 3448571 h 6858000"/>
              <a:gd name="connsiteX194" fmla="*/ 4856525 w 7467600"/>
              <a:gd name="connsiteY194" fmla="*/ 3915351 h 6858000"/>
              <a:gd name="connsiteX195" fmla="*/ 5059055 w 7467600"/>
              <a:gd name="connsiteY195" fmla="*/ 4108918 h 6858000"/>
              <a:gd name="connsiteX196" fmla="*/ 5290070 w 7467600"/>
              <a:gd name="connsiteY196" fmla="*/ 4263619 h 6858000"/>
              <a:gd name="connsiteX197" fmla="*/ 4834991 w 7467600"/>
              <a:gd name="connsiteY197" fmla="*/ 3830985 h 6858000"/>
              <a:gd name="connsiteX198" fmla="*/ 4440129 w 7467600"/>
              <a:gd name="connsiteY198" fmla="*/ 3448571 h 6858000"/>
              <a:gd name="connsiteX199" fmla="*/ 4441737 w 7467600"/>
              <a:gd name="connsiteY199" fmla="*/ 3399734 h 6858000"/>
              <a:gd name="connsiteX200" fmla="*/ 4431236 w 7467600"/>
              <a:gd name="connsiteY200" fmla="*/ 3400954 h 6858000"/>
              <a:gd name="connsiteX201" fmla="*/ 4557150 w 7467600"/>
              <a:gd name="connsiteY201" fmla="*/ 3510023 h 6858000"/>
              <a:gd name="connsiteX202" fmla="*/ 4856936 w 7467600"/>
              <a:gd name="connsiteY202" fmla="*/ 3809146 h 6858000"/>
              <a:gd name="connsiteX203" fmla="*/ 5111996 w 7467600"/>
              <a:gd name="connsiteY203" fmla="*/ 4065759 h 6858000"/>
              <a:gd name="connsiteX204" fmla="*/ 5388878 w 7467600"/>
              <a:gd name="connsiteY204" fmla="*/ 4300185 h 6858000"/>
              <a:gd name="connsiteX205" fmla="*/ 5425556 w 7467600"/>
              <a:gd name="connsiteY205" fmla="*/ 4308967 h 6858000"/>
              <a:gd name="connsiteX206" fmla="*/ 4943646 w 7467600"/>
              <a:gd name="connsiteY206" fmla="*/ 3822916 h 6858000"/>
              <a:gd name="connsiteX207" fmla="*/ 4594837 w 7467600"/>
              <a:gd name="connsiteY207" fmla="*/ 3532274 h 6858000"/>
              <a:gd name="connsiteX208" fmla="*/ 4441737 w 7467600"/>
              <a:gd name="connsiteY208" fmla="*/ 3399734 h 6858000"/>
              <a:gd name="connsiteX209" fmla="*/ 5425834 w 7467600"/>
              <a:gd name="connsiteY209" fmla="*/ 3162785 h 6858000"/>
              <a:gd name="connsiteX210" fmla="*/ 5401644 w 7467600"/>
              <a:gd name="connsiteY210" fmla="*/ 3617847 h 6858000"/>
              <a:gd name="connsiteX211" fmla="*/ 5467256 w 7467600"/>
              <a:gd name="connsiteY211" fmla="*/ 4175494 h 6858000"/>
              <a:gd name="connsiteX212" fmla="*/ 5448069 w 7467600"/>
              <a:gd name="connsiteY212" fmla="*/ 3567554 h 6858000"/>
              <a:gd name="connsiteX213" fmla="*/ 5425834 w 7467600"/>
              <a:gd name="connsiteY213" fmla="*/ 3162785 h 6858000"/>
              <a:gd name="connsiteX214" fmla="*/ 1318687 w 7467600"/>
              <a:gd name="connsiteY214" fmla="*/ 3113840 h 6858000"/>
              <a:gd name="connsiteX215" fmla="*/ 1066793 w 7467600"/>
              <a:gd name="connsiteY215" fmla="*/ 3212171 h 6858000"/>
              <a:gd name="connsiteX216" fmla="*/ 993319 w 7467600"/>
              <a:gd name="connsiteY216" fmla="*/ 3247648 h 6858000"/>
              <a:gd name="connsiteX217" fmla="*/ 853081 w 7467600"/>
              <a:gd name="connsiteY217" fmla="*/ 3312410 h 6858000"/>
              <a:gd name="connsiteX218" fmla="*/ 805957 w 7467600"/>
              <a:gd name="connsiteY218" fmla="*/ 3330443 h 6858000"/>
              <a:gd name="connsiteX219" fmla="*/ 1318687 w 7467600"/>
              <a:gd name="connsiteY219" fmla="*/ 3113840 h 6858000"/>
              <a:gd name="connsiteX220" fmla="*/ 5453702 w 7467600"/>
              <a:gd name="connsiteY220" fmla="*/ 3090882 h 6858000"/>
              <a:gd name="connsiteX221" fmla="*/ 5480135 w 7467600"/>
              <a:gd name="connsiteY221" fmla="*/ 3565802 h 6858000"/>
              <a:gd name="connsiteX222" fmla="*/ 5499023 w 7467600"/>
              <a:gd name="connsiteY222" fmla="*/ 4166310 h 6858000"/>
              <a:gd name="connsiteX223" fmla="*/ 5547022 w 7467600"/>
              <a:gd name="connsiteY223" fmla="*/ 3607838 h 6858000"/>
              <a:gd name="connsiteX224" fmla="*/ 5515964 w 7467600"/>
              <a:gd name="connsiteY224" fmla="*/ 3378541 h 6858000"/>
              <a:gd name="connsiteX225" fmla="*/ 5453702 w 7467600"/>
              <a:gd name="connsiteY225" fmla="*/ 3090882 h 6858000"/>
              <a:gd name="connsiteX226" fmla="*/ 1238695 w 7467600"/>
              <a:gd name="connsiteY226" fmla="*/ 3076820 h 6858000"/>
              <a:gd name="connsiteX227" fmla="*/ 716371 w 7467600"/>
              <a:gd name="connsiteY227" fmla="*/ 3293249 h 6858000"/>
              <a:gd name="connsiteX228" fmla="*/ 579522 w 7467600"/>
              <a:gd name="connsiteY228" fmla="*/ 3371759 h 6858000"/>
              <a:gd name="connsiteX229" fmla="*/ 600288 w 7467600"/>
              <a:gd name="connsiteY229" fmla="*/ 3365555 h 6858000"/>
              <a:gd name="connsiteX230" fmla="*/ 840692 w 7467600"/>
              <a:gd name="connsiteY230" fmla="*/ 3284921 h 6858000"/>
              <a:gd name="connsiteX231" fmla="*/ 979248 w 7467600"/>
              <a:gd name="connsiteY231" fmla="*/ 3221003 h 6858000"/>
              <a:gd name="connsiteX232" fmla="*/ 1053282 w 7467600"/>
              <a:gd name="connsiteY232" fmla="*/ 3185247 h 6858000"/>
              <a:gd name="connsiteX233" fmla="*/ 1320603 w 7467600"/>
              <a:gd name="connsiteY233" fmla="*/ 3081281 h 6858000"/>
              <a:gd name="connsiteX234" fmla="*/ 1238695 w 7467600"/>
              <a:gd name="connsiteY234" fmla="*/ 3076820 h 6858000"/>
              <a:gd name="connsiteX235" fmla="*/ 5425627 w 7467600"/>
              <a:gd name="connsiteY235" fmla="*/ 2954192 h 6858000"/>
              <a:gd name="connsiteX236" fmla="*/ 5470770 w 7467600"/>
              <a:gd name="connsiteY236" fmla="*/ 3005435 h 6858000"/>
              <a:gd name="connsiteX237" fmla="*/ 5519779 w 7467600"/>
              <a:gd name="connsiteY237" fmla="*/ 4359223 h 6858000"/>
              <a:gd name="connsiteX238" fmla="*/ 5520293 w 7467600"/>
              <a:gd name="connsiteY238" fmla="*/ 4360602 h 6858000"/>
              <a:gd name="connsiteX239" fmla="*/ 5767221 w 7467600"/>
              <a:gd name="connsiteY239" fmla="*/ 4665564 h 6858000"/>
              <a:gd name="connsiteX240" fmla="*/ 6937169 w 7467600"/>
              <a:gd name="connsiteY240" fmla="*/ 4815941 h 6858000"/>
              <a:gd name="connsiteX241" fmla="*/ 6953922 w 7467600"/>
              <a:gd name="connsiteY241" fmla="*/ 4890068 h 6858000"/>
              <a:gd name="connsiteX242" fmla="*/ 6071359 w 7467600"/>
              <a:gd name="connsiteY242" fmla="*/ 4770770 h 6858000"/>
              <a:gd name="connsiteX243" fmla="*/ 6038839 w 7467600"/>
              <a:gd name="connsiteY243" fmla="*/ 4764474 h 6858000"/>
              <a:gd name="connsiteX244" fmla="*/ 6038706 w 7467600"/>
              <a:gd name="connsiteY244" fmla="*/ 4763847 h 6858000"/>
              <a:gd name="connsiteX245" fmla="*/ 6037784 w 7467600"/>
              <a:gd name="connsiteY245" fmla="*/ 4764270 h 6858000"/>
              <a:gd name="connsiteX246" fmla="*/ 6038839 w 7467600"/>
              <a:gd name="connsiteY246" fmla="*/ 4764474 h 6858000"/>
              <a:gd name="connsiteX247" fmla="*/ 6040338 w 7467600"/>
              <a:gd name="connsiteY247" fmla="*/ 4771418 h 6858000"/>
              <a:gd name="connsiteX248" fmla="*/ 6024488 w 7467600"/>
              <a:gd name="connsiteY248" fmla="*/ 4809903 h 6858000"/>
              <a:gd name="connsiteX249" fmla="*/ 5599771 w 7467600"/>
              <a:gd name="connsiteY249" fmla="*/ 5509652 h 6858000"/>
              <a:gd name="connsiteX250" fmla="*/ 5548843 w 7467600"/>
              <a:gd name="connsiteY250" fmla="*/ 5563845 h 6858000"/>
              <a:gd name="connsiteX251" fmla="*/ 5940952 w 7467600"/>
              <a:gd name="connsiteY251" fmla="*/ 6250028 h 6858000"/>
              <a:gd name="connsiteX252" fmla="*/ 6043441 w 7467600"/>
              <a:gd name="connsiteY252" fmla="*/ 6665847 h 6858000"/>
              <a:gd name="connsiteX253" fmla="*/ 6093432 w 7467600"/>
              <a:gd name="connsiteY253" fmla="*/ 6858000 h 6858000"/>
              <a:gd name="connsiteX254" fmla="*/ 6034344 w 7467600"/>
              <a:gd name="connsiteY254" fmla="*/ 6858000 h 6858000"/>
              <a:gd name="connsiteX255" fmla="*/ 6026679 w 7467600"/>
              <a:gd name="connsiteY255" fmla="*/ 6836959 h 6858000"/>
              <a:gd name="connsiteX256" fmla="*/ 5800441 w 7467600"/>
              <a:gd name="connsiteY256" fmla="*/ 6335286 h 6858000"/>
              <a:gd name="connsiteX257" fmla="*/ 5526562 w 7467600"/>
              <a:gd name="connsiteY257" fmla="*/ 5705388 h 6858000"/>
              <a:gd name="connsiteX258" fmla="*/ 5519640 w 7467600"/>
              <a:gd name="connsiteY258" fmla="*/ 5683774 h 6858000"/>
              <a:gd name="connsiteX259" fmla="*/ 5844559 w 7467600"/>
              <a:gd name="connsiteY259" fmla="*/ 6553349 h 6858000"/>
              <a:gd name="connsiteX260" fmla="*/ 5975994 w 7467600"/>
              <a:gd name="connsiteY260" fmla="*/ 6858000 h 6858000"/>
              <a:gd name="connsiteX261" fmla="*/ 5898547 w 7467600"/>
              <a:gd name="connsiteY261" fmla="*/ 6858000 h 6858000"/>
              <a:gd name="connsiteX262" fmla="*/ 5682041 w 7467600"/>
              <a:gd name="connsiteY262" fmla="*/ 6355860 h 6858000"/>
              <a:gd name="connsiteX263" fmla="*/ 5461758 w 7467600"/>
              <a:gd name="connsiteY263" fmla="*/ 5820220 h 6858000"/>
              <a:gd name="connsiteX264" fmla="*/ 5237282 w 7467600"/>
              <a:gd name="connsiteY264" fmla="*/ 6579086 h 6858000"/>
              <a:gd name="connsiteX265" fmla="*/ 5115009 w 7467600"/>
              <a:gd name="connsiteY265" fmla="*/ 6858000 h 6858000"/>
              <a:gd name="connsiteX266" fmla="*/ 5028074 w 7467600"/>
              <a:gd name="connsiteY266" fmla="*/ 6858000 h 6858000"/>
              <a:gd name="connsiteX267" fmla="*/ 5079508 w 7467600"/>
              <a:gd name="connsiteY267" fmla="*/ 6749074 h 6858000"/>
              <a:gd name="connsiteX268" fmla="*/ 5371846 w 7467600"/>
              <a:gd name="connsiteY268" fmla="*/ 5924413 h 6858000"/>
              <a:gd name="connsiteX269" fmla="*/ 5270512 w 7467600"/>
              <a:gd name="connsiteY269" fmla="*/ 6138975 h 6858000"/>
              <a:gd name="connsiteX270" fmla="*/ 5062409 w 7467600"/>
              <a:gd name="connsiteY270" fmla="*/ 6653544 h 6858000"/>
              <a:gd name="connsiteX271" fmla="*/ 5036628 w 7467600"/>
              <a:gd name="connsiteY271" fmla="*/ 6754247 h 6858000"/>
              <a:gd name="connsiteX272" fmla="*/ 5009112 w 7467600"/>
              <a:gd name="connsiteY272" fmla="*/ 6858000 h 6858000"/>
              <a:gd name="connsiteX273" fmla="*/ 4976679 w 7467600"/>
              <a:gd name="connsiteY273" fmla="*/ 6858000 h 6858000"/>
              <a:gd name="connsiteX274" fmla="*/ 5006537 w 7467600"/>
              <a:gd name="connsiteY274" fmla="*/ 6747068 h 6858000"/>
              <a:gd name="connsiteX275" fmla="*/ 5032723 w 7467600"/>
              <a:gd name="connsiteY275" fmla="*/ 6644957 h 6858000"/>
              <a:gd name="connsiteX276" fmla="*/ 5242949 w 7467600"/>
              <a:gd name="connsiteY276" fmla="*/ 6125175 h 6858000"/>
              <a:gd name="connsiteX277" fmla="*/ 5286321 w 7467600"/>
              <a:gd name="connsiteY277" fmla="*/ 6033555 h 6858000"/>
              <a:gd name="connsiteX278" fmla="*/ 5008210 w 7467600"/>
              <a:gd name="connsiteY278" fmla="*/ 6649194 h 6858000"/>
              <a:gd name="connsiteX279" fmla="*/ 4986321 w 7467600"/>
              <a:gd name="connsiteY279" fmla="*/ 6765687 h 6858000"/>
              <a:gd name="connsiteX280" fmla="*/ 4973474 w 7467600"/>
              <a:gd name="connsiteY280" fmla="*/ 6858000 h 6858000"/>
              <a:gd name="connsiteX281" fmla="*/ 4907178 w 7467600"/>
              <a:gd name="connsiteY281" fmla="*/ 6858000 h 6858000"/>
              <a:gd name="connsiteX282" fmla="*/ 4910810 w 7467600"/>
              <a:gd name="connsiteY282" fmla="*/ 6829660 h 6858000"/>
              <a:gd name="connsiteX283" fmla="*/ 4987461 w 7467600"/>
              <a:gd name="connsiteY283" fmla="*/ 6432994 h 6858000"/>
              <a:gd name="connsiteX284" fmla="*/ 5179262 w 7467600"/>
              <a:gd name="connsiteY284" fmla="*/ 6035044 h 6858000"/>
              <a:gd name="connsiteX285" fmla="*/ 4689678 w 7467600"/>
              <a:gd name="connsiteY285" fmla="*/ 6440241 h 6858000"/>
              <a:gd name="connsiteX286" fmla="*/ 4477543 w 7467600"/>
              <a:gd name="connsiteY286" fmla="*/ 6674836 h 6858000"/>
              <a:gd name="connsiteX287" fmla="*/ 4329957 w 7467600"/>
              <a:gd name="connsiteY287" fmla="*/ 6858000 h 6858000"/>
              <a:gd name="connsiteX288" fmla="*/ 4218595 w 7467600"/>
              <a:gd name="connsiteY288" fmla="*/ 6858000 h 6858000"/>
              <a:gd name="connsiteX289" fmla="*/ 4368888 w 7467600"/>
              <a:gd name="connsiteY289" fmla="*/ 6668412 h 6858000"/>
              <a:gd name="connsiteX290" fmla="*/ 4563091 w 7467600"/>
              <a:gd name="connsiteY290" fmla="*/ 6442508 h 6858000"/>
              <a:gd name="connsiteX291" fmla="*/ 5387324 w 7467600"/>
              <a:gd name="connsiteY291" fmla="*/ 5705830 h 6858000"/>
              <a:gd name="connsiteX292" fmla="*/ 5073620 w 7467600"/>
              <a:gd name="connsiteY292" fmla="*/ 5955437 h 6858000"/>
              <a:gd name="connsiteX293" fmla="*/ 4689789 w 7467600"/>
              <a:gd name="connsiteY293" fmla="*/ 6268382 h 6858000"/>
              <a:gd name="connsiteX294" fmla="*/ 4418722 w 7467600"/>
              <a:gd name="connsiteY294" fmla="*/ 6570886 h 6858000"/>
              <a:gd name="connsiteX295" fmla="*/ 4214944 w 7467600"/>
              <a:gd name="connsiteY295" fmla="*/ 6858000 h 6858000"/>
              <a:gd name="connsiteX296" fmla="*/ 4177898 w 7467600"/>
              <a:gd name="connsiteY296" fmla="*/ 6858000 h 6858000"/>
              <a:gd name="connsiteX297" fmla="*/ 4391597 w 7467600"/>
              <a:gd name="connsiteY297" fmla="*/ 6556370 h 6858000"/>
              <a:gd name="connsiteX298" fmla="*/ 4668889 w 7467600"/>
              <a:gd name="connsiteY298" fmla="*/ 6246399 h 6858000"/>
              <a:gd name="connsiteX299" fmla="*/ 5055427 w 7467600"/>
              <a:gd name="connsiteY299" fmla="*/ 5931476 h 6858000"/>
              <a:gd name="connsiteX300" fmla="*/ 5371814 w 7467600"/>
              <a:gd name="connsiteY300" fmla="*/ 5678975 h 6858000"/>
              <a:gd name="connsiteX301" fmla="*/ 4987918 w 7467600"/>
              <a:gd name="connsiteY301" fmla="*/ 5838701 h 6858000"/>
              <a:gd name="connsiteX302" fmla="*/ 4317146 w 7467600"/>
              <a:gd name="connsiteY302" fmla="*/ 6587716 h 6858000"/>
              <a:gd name="connsiteX303" fmla="*/ 4171627 w 7467600"/>
              <a:gd name="connsiteY303" fmla="*/ 6858000 h 6858000"/>
              <a:gd name="connsiteX304" fmla="*/ 4081585 w 7467600"/>
              <a:gd name="connsiteY304" fmla="*/ 6858000 h 6858000"/>
              <a:gd name="connsiteX305" fmla="*/ 4238603 w 7467600"/>
              <a:gd name="connsiteY305" fmla="*/ 6559341 h 6858000"/>
              <a:gd name="connsiteX306" fmla="*/ 4778333 w 7467600"/>
              <a:gd name="connsiteY306" fmla="*/ 5873626 h 6858000"/>
              <a:gd name="connsiteX307" fmla="*/ 5414185 w 7467600"/>
              <a:gd name="connsiteY307" fmla="*/ 5573882 h 6858000"/>
              <a:gd name="connsiteX308" fmla="*/ 5959648 w 7467600"/>
              <a:gd name="connsiteY308" fmla="*/ 4760797 h 6858000"/>
              <a:gd name="connsiteX309" fmla="*/ 5355019 w 7467600"/>
              <a:gd name="connsiteY309" fmla="*/ 4734672 h 6858000"/>
              <a:gd name="connsiteX310" fmla="*/ 5083565 w 7467600"/>
              <a:gd name="connsiteY310" fmla="*/ 5179121 h 6858000"/>
              <a:gd name="connsiteX311" fmla="*/ 4713577 w 7467600"/>
              <a:gd name="connsiteY311" fmla="*/ 5616803 h 6858000"/>
              <a:gd name="connsiteX312" fmla="*/ 3989559 w 7467600"/>
              <a:gd name="connsiteY312" fmla="*/ 6145945 h 6858000"/>
              <a:gd name="connsiteX313" fmla="*/ 3939824 w 7467600"/>
              <a:gd name="connsiteY313" fmla="*/ 6066900 h 6858000"/>
              <a:gd name="connsiteX314" fmla="*/ 4584537 w 7467600"/>
              <a:gd name="connsiteY314" fmla="*/ 5324826 h 6858000"/>
              <a:gd name="connsiteX315" fmla="*/ 5037105 w 7467600"/>
              <a:gd name="connsiteY315" fmla="*/ 5088765 h 6858000"/>
              <a:gd name="connsiteX316" fmla="*/ 5039930 w 7467600"/>
              <a:gd name="connsiteY316" fmla="*/ 5089585 h 6858000"/>
              <a:gd name="connsiteX317" fmla="*/ 5263764 w 7467600"/>
              <a:gd name="connsiteY317" fmla="*/ 4735525 h 6858000"/>
              <a:gd name="connsiteX318" fmla="*/ 4086300 w 7467600"/>
              <a:gd name="connsiteY318" fmla="*/ 4884599 h 6858000"/>
              <a:gd name="connsiteX319" fmla="*/ 4085485 w 7467600"/>
              <a:gd name="connsiteY319" fmla="*/ 4899070 h 6858000"/>
              <a:gd name="connsiteX320" fmla="*/ 3871915 w 7467600"/>
              <a:gd name="connsiteY320" fmla="*/ 5253645 h 6858000"/>
              <a:gd name="connsiteX321" fmla="*/ 3799374 w 7467600"/>
              <a:gd name="connsiteY321" fmla="*/ 5466127 h 6858000"/>
              <a:gd name="connsiteX322" fmla="*/ 3498850 w 7467600"/>
              <a:gd name="connsiteY322" fmla="*/ 6661888 h 6858000"/>
              <a:gd name="connsiteX323" fmla="*/ 3399216 w 7467600"/>
              <a:gd name="connsiteY323" fmla="*/ 6858000 h 6858000"/>
              <a:gd name="connsiteX324" fmla="*/ 3303688 w 7467600"/>
              <a:gd name="connsiteY324" fmla="*/ 6858000 h 6858000"/>
              <a:gd name="connsiteX325" fmla="*/ 3391774 w 7467600"/>
              <a:gd name="connsiteY325" fmla="*/ 6697181 h 6858000"/>
              <a:gd name="connsiteX326" fmla="*/ 3735540 w 7467600"/>
              <a:gd name="connsiteY326" fmla="*/ 5546923 h 6858000"/>
              <a:gd name="connsiteX327" fmla="*/ 3729438 w 7467600"/>
              <a:gd name="connsiteY327" fmla="*/ 5569058 h 6858000"/>
              <a:gd name="connsiteX328" fmla="*/ 3707782 w 7467600"/>
              <a:gd name="connsiteY328" fmla="*/ 5644908 h 6858000"/>
              <a:gd name="connsiteX329" fmla="*/ 3583827 w 7467600"/>
              <a:gd name="connsiteY329" fmla="*/ 6039215 h 6858000"/>
              <a:gd name="connsiteX330" fmla="*/ 3547861 w 7467600"/>
              <a:gd name="connsiteY330" fmla="*/ 6129609 h 6858000"/>
              <a:gd name="connsiteX331" fmla="*/ 3490905 w 7467600"/>
              <a:gd name="connsiteY331" fmla="*/ 6277660 h 6858000"/>
              <a:gd name="connsiteX332" fmla="*/ 3455859 w 7467600"/>
              <a:gd name="connsiteY332" fmla="*/ 6391301 h 6858000"/>
              <a:gd name="connsiteX333" fmla="*/ 3429112 w 7467600"/>
              <a:gd name="connsiteY333" fmla="*/ 6479469 h 6858000"/>
              <a:gd name="connsiteX334" fmla="*/ 3304862 w 7467600"/>
              <a:gd name="connsiteY334" fmla="*/ 6796476 h 6858000"/>
              <a:gd name="connsiteX335" fmla="*/ 3276071 w 7467600"/>
              <a:gd name="connsiteY335" fmla="*/ 6858000 h 6858000"/>
              <a:gd name="connsiteX336" fmla="*/ 3240805 w 7467600"/>
              <a:gd name="connsiteY336" fmla="*/ 6858000 h 6858000"/>
              <a:gd name="connsiteX337" fmla="*/ 3275917 w 7467600"/>
              <a:gd name="connsiteY337" fmla="*/ 6783192 h 6858000"/>
              <a:gd name="connsiteX338" fmla="*/ 3399358 w 7467600"/>
              <a:gd name="connsiteY338" fmla="*/ 6469011 h 6858000"/>
              <a:gd name="connsiteX339" fmla="*/ 3425650 w 7467600"/>
              <a:gd name="connsiteY339" fmla="*/ 6381333 h 6858000"/>
              <a:gd name="connsiteX340" fmla="*/ 3460661 w 7467600"/>
              <a:gd name="connsiteY340" fmla="*/ 6266763 h 6858000"/>
              <a:gd name="connsiteX341" fmla="*/ 3518021 w 7467600"/>
              <a:gd name="connsiteY341" fmla="*/ 6117298 h 6858000"/>
              <a:gd name="connsiteX342" fmla="*/ 3554035 w 7467600"/>
              <a:gd name="connsiteY342" fmla="*/ 6027832 h 6858000"/>
              <a:gd name="connsiteX343" fmla="*/ 3677174 w 7467600"/>
              <a:gd name="connsiteY343" fmla="*/ 5636351 h 6858000"/>
              <a:gd name="connsiteX344" fmla="*/ 3698819 w 7467600"/>
              <a:gd name="connsiteY344" fmla="*/ 5560503 h 6858000"/>
              <a:gd name="connsiteX345" fmla="*/ 3702094 w 7467600"/>
              <a:gd name="connsiteY345" fmla="*/ 5549194 h 6858000"/>
              <a:gd name="connsiteX346" fmla="*/ 3398355 w 7467600"/>
              <a:gd name="connsiteY346" fmla="*/ 6094603 h 6858000"/>
              <a:gd name="connsiteX347" fmla="*/ 3193941 w 7467600"/>
              <a:gd name="connsiteY347" fmla="*/ 6798775 h 6858000"/>
              <a:gd name="connsiteX348" fmla="*/ 3184140 w 7467600"/>
              <a:gd name="connsiteY348" fmla="*/ 6858000 h 6858000"/>
              <a:gd name="connsiteX349" fmla="*/ 3099978 w 7467600"/>
              <a:gd name="connsiteY349" fmla="*/ 6858000 h 6858000"/>
              <a:gd name="connsiteX350" fmla="*/ 3101556 w 7467600"/>
              <a:gd name="connsiteY350" fmla="*/ 6843337 h 6858000"/>
              <a:gd name="connsiteX351" fmla="*/ 3370162 w 7467600"/>
              <a:gd name="connsiteY351" fmla="*/ 5785550 h 6858000"/>
              <a:gd name="connsiteX352" fmla="*/ 3746477 w 7467600"/>
              <a:gd name="connsiteY352" fmla="*/ 5377889 h 6858000"/>
              <a:gd name="connsiteX353" fmla="*/ 3863399 w 7467600"/>
              <a:gd name="connsiteY353" fmla="*/ 5087257 h 6858000"/>
              <a:gd name="connsiteX354" fmla="*/ 3968712 w 7467600"/>
              <a:gd name="connsiteY354" fmla="*/ 4913989 h 6858000"/>
              <a:gd name="connsiteX355" fmla="*/ 2792390 w 7467600"/>
              <a:gd name="connsiteY355" fmla="*/ 5382974 h 6858000"/>
              <a:gd name="connsiteX356" fmla="*/ 2714982 w 7467600"/>
              <a:gd name="connsiteY356" fmla="*/ 5427051 h 6858000"/>
              <a:gd name="connsiteX357" fmla="*/ 2813361 w 7467600"/>
              <a:gd name="connsiteY357" fmla="*/ 6023912 h 6858000"/>
              <a:gd name="connsiteX358" fmla="*/ 2688430 w 7467600"/>
              <a:gd name="connsiteY358" fmla="*/ 6801564 h 6858000"/>
              <a:gd name="connsiteX359" fmla="*/ 2629626 w 7467600"/>
              <a:gd name="connsiteY359" fmla="*/ 6763394 h 6858000"/>
              <a:gd name="connsiteX360" fmla="*/ 2565328 w 7467600"/>
              <a:gd name="connsiteY360" fmla="*/ 5516399 h 6858000"/>
              <a:gd name="connsiteX361" fmla="*/ 1922999 w 7467600"/>
              <a:gd name="connsiteY361" fmla="*/ 5980343 h 6858000"/>
              <a:gd name="connsiteX362" fmla="*/ 1950261 w 7467600"/>
              <a:gd name="connsiteY362" fmla="*/ 6405858 h 6858000"/>
              <a:gd name="connsiteX363" fmla="*/ 2365554 w 7467600"/>
              <a:gd name="connsiteY363" fmla="*/ 6759107 h 6858000"/>
              <a:gd name="connsiteX364" fmla="*/ 2424142 w 7467600"/>
              <a:gd name="connsiteY364" fmla="*/ 6858000 h 6858000"/>
              <a:gd name="connsiteX365" fmla="*/ 2395994 w 7467600"/>
              <a:gd name="connsiteY365" fmla="*/ 6858000 h 6858000"/>
              <a:gd name="connsiteX366" fmla="*/ 2392863 w 7467600"/>
              <a:gd name="connsiteY366" fmla="*/ 6852964 h 6858000"/>
              <a:gd name="connsiteX367" fmla="*/ 2017589 w 7467600"/>
              <a:gd name="connsiteY367" fmla="*/ 6493982 h 6858000"/>
              <a:gd name="connsiteX368" fmla="*/ 2147336 w 7467600"/>
              <a:gd name="connsiteY368" fmla="*/ 6594052 h 6858000"/>
              <a:gd name="connsiteX369" fmla="*/ 2207047 w 7467600"/>
              <a:gd name="connsiteY369" fmla="*/ 6654540 h 6858000"/>
              <a:gd name="connsiteX370" fmla="*/ 2299106 w 7467600"/>
              <a:gd name="connsiteY370" fmla="*/ 6778931 h 6858000"/>
              <a:gd name="connsiteX371" fmla="*/ 2314430 w 7467600"/>
              <a:gd name="connsiteY371" fmla="*/ 6801144 h 6858000"/>
              <a:gd name="connsiteX372" fmla="*/ 2352406 w 7467600"/>
              <a:gd name="connsiteY372" fmla="*/ 6858000 h 6858000"/>
              <a:gd name="connsiteX373" fmla="*/ 2314492 w 7467600"/>
              <a:gd name="connsiteY373" fmla="*/ 6858000 h 6858000"/>
              <a:gd name="connsiteX374" fmla="*/ 2288095 w 7467600"/>
              <a:gd name="connsiteY374" fmla="*/ 6818030 h 6858000"/>
              <a:gd name="connsiteX375" fmla="*/ 2272768 w 7467600"/>
              <a:gd name="connsiteY375" fmla="*/ 6795822 h 6858000"/>
              <a:gd name="connsiteX376" fmla="*/ 2182715 w 7467600"/>
              <a:gd name="connsiteY376" fmla="*/ 6675071 h 6858000"/>
              <a:gd name="connsiteX377" fmla="*/ 2032061 w 7467600"/>
              <a:gd name="connsiteY377" fmla="*/ 6541380 h 6858000"/>
              <a:gd name="connsiteX378" fmla="*/ 2257220 w 7467600"/>
              <a:gd name="connsiteY378" fmla="*/ 6826257 h 6858000"/>
              <a:gd name="connsiteX379" fmla="*/ 2281324 w 7467600"/>
              <a:gd name="connsiteY379" fmla="*/ 6858000 h 6858000"/>
              <a:gd name="connsiteX380" fmla="*/ 2242860 w 7467600"/>
              <a:gd name="connsiteY380" fmla="*/ 6858000 h 6858000"/>
              <a:gd name="connsiteX381" fmla="*/ 2232818 w 7467600"/>
              <a:gd name="connsiteY381" fmla="*/ 6844926 h 6858000"/>
              <a:gd name="connsiteX382" fmla="*/ 1990172 w 7467600"/>
              <a:gd name="connsiteY382" fmla="*/ 6542121 h 6858000"/>
              <a:gd name="connsiteX383" fmla="*/ 2124090 w 7467600"/>
              <a:gd name="connsiteY383" fmla="*/ 6761017 h 6858000"/>
              <a:gd name="connsiteX384" fmla="*/ 2200380 w 7467600"/>
              <a:gd name="connsiteY384" fmla="*/ 6858000 h 6858000"/>
              <a:gd name="connsiteX385" fmla="*/ 2147507 w 7467600"/>
              <a:gd name="connsiteY385" fmla="*/ 6858000 h 6858000"/>
              <a:gd name="connsiteX386" fmla="*/ 2070668 w 7467600"/>
              <a:gd name="connsiteY386" fmla="*/ 6761520 h 6858000"/>
              <a:gd name="connsiteX387" fmla="*/ 1975142 w 7467600"/>
              <a:gd name="connsiteY387" fmla="*/ 6585570 h 6858000"/>
              <a:gd name="connsiteX388" fmla="*/ 2050035 w 7467600"/>
              <a:gd name="connsiteY388" fmla="*/ 6813345 h 6858000"/>
              <a:gd name="connsiteX389" fmla="*/ 2063025 w 7467600"/>
              <a:gd name="connsiteY389" fmla="*/ 6858000 h 6858000"/>
              <a:gd name="connsiteX390" fmla="*/ 2021675 w 7467600"/>
              <a:gd name="connsiteY390" fmla="*/ 6858000 h 6858000"/>
              <a:gd name="connsiteX391" fmla="*/ 2019308 w 7467600"/>
              <a:gd name="connsiteY391" fmla="*/ 6847118 h 6858000"/>
              <a:gd name="connsiteX392" fmla="*/ 1938835 w 7467600"/>
              <a:gd name="connsiteY392" fmla="*/ 6551160 h 6858000"/>
              <a:gd name="connsiteX393" fmla="*/ 1953230 w 7467600"/>
              <a:gd name="connsiteY393" fmla="*/ 6759699 h 6858000"/>
              <a:gd name="connsiteX394" fmla="*/ 1956763 w 7467600"/>
              <a:gd name="connsiteY394" fmla="*/ 6778191 h 6858000"/>
              <a:gd name="connsiteX395" fmla="*/ 1967925 w 7467600"/>
              <a:gd name="connsiteY395" fmla="*/ 6858000 h 6858000"/>
              <a:gd name="connsiteX396" fmla="*/ 1936622 w 7467600"/>
              <a:gd name="connsiteY396" fmla="*/ 6858000 h 6858000"/>
              <a:gd name="connsiteX397" fmla="*/ 1926261 w 7467600"/>
              <a:gd name="connsiteY397" fmla="*/ 6784064 h 6858000"/>
              <a:gd name="connsiteX398" fmla="*/ 1922724 w 7467600"/>
              <a:gd name="connsiteY398" fmla="*/ 6765577 h 6858000"/>
              <a:gd name="connsiteX399" fmla="*/ 1904650 w 7467600"/>
              <a:gd name="connsiteY399" fmla="*/ 6639616 h 6858000"/>
              <a:gd name="connsiteX400" fmla="*/ 1885273 w 7467600"/>
              <a:gd name="connsiteY400" fmla="*/ 6858000 h 6858000"/>
              <a:gd name="connsiteX401" fmla="*/ 1854363 w 7467600"/>
              <a:gd name="connsiteY401" fmla="*/ 6858000 h 6858000"/>
              <a:gd name="connsiteX402" fmla="*/ 1880391 w 7467600"/>
              <a:gd name="connsiteY402" fmla="*/ 6603796 h 6858000"/>
              <a:gd name="connsiteX403" fmla="*/ 1818273 w 7467600"/>
              <a:gd name="connsiteY403" fmla="*/ 6715729 h 6858000"/>
              <a:gd name="connsiteX404" fmla="*/ 1794691 w 7467600"/>
              <a:gd name="connsiteY404" fmla="*/ 6843239 h 6858000"/>
              <a:gd name="connsiteX405" fmla="*/ 1794914 w 7467600"/>
              <a:gd name="connsiteY405" fmla="*/ 6858000 h 6858000"/>
              <a:gd name="connsiteX406" fmla="*/ 1746128 w 7467600"/>
              <a:gd name="connsiteY406" fmla="*/ 6858000 h 6858000"/>
              <a:gd name="connsiteX407" fmla="*/ 1753934 w 7467600"/>
              <a:gd name="connsiteY407" fmla="*/ 6724796 h 6858000"/>
              <a:gd name="connsiteX408" fmla="*/ 1792053 w 7467600"/>
              <a:gd name="connsiteY408" fmla="*/ 6572396 h 6858000"/>
              <a:gd name="connsiteX409" fmla="*/ 1862248 w 7467600"/>
              <a:gd name="connsiteY409" fmla="*/ 6266397 h 6858000"/>
              <a:gd name="connsiteX410" fmla="*/ 1862250 w 7467600"/>
              <a:gd name="connsiteY410" fmla="*/ 6033531 h 6858000"/>
              <a:gd name="connsiteX411" fmla="*/ 1211999 w 7467600"/>
              <a:gd name="connsiteY411" fmla="*/ 6683610 h 6858000"/>
              <a:gd name="connsiteX412" fmla="*/ 1213266 w 7467600"/>
              <a:gd name="connsiteY412" fmla="*/ 6691947 h 6858000"/>
              <a:gd name="connsiteX413" fmla="*/ 1203370 w 7467600"/>
              <a:gd name="connsiteY413" fmla="*/ 6850676 h 6858000"/>
              <a:gd name="connsiteX414" fmla="*/ 1203671 w 7467600"/>
              <a:gd name="connsiteY414" fmla="*/ 6858000 h 6858000"/>
              <a:gd name="connsiteX415" fmla="*/ 1143180 w 7467600"/>
              <a:gd name="connsiteY415" fmla="*/ 6858000 h 6858000"/>
              <a:gd name="connsiteX416" fmla="*/ 1142176 w 7467600"/>
              <a:gd name="connsiteY416" fmla="*/ 6766045 h 6858000"/>
              <a:gd name="connsiteX417" fmla="*/ 1067484 w 7467600"/>
              <a:gd name="connsiteY417" fmla="*/ 6858000 h 6858000"/>
              <a:gd name="connsiteX418" fmla="*/ 953928 w 7467600"/>
              <a:gd name="connsiteY418" fmla="*/ 6858000 h 6858000"/>
              <a:gd name="connsiteX419" fmla="*/ 959715 w 7467600"/>
              <a:gd name="connsiteY419" fmla="*/ 6850185 h 6858000"/>
              <a:gd name="connsiteX420" fmla="*/ 1483788 w 7467600"/>
              <a:gd name="connsiteY420" fmla="*/ 6259174 h 6858000"/>
              <a:gd name="connsiteX421" fmla="*/ 1100671 w 7467600"/>
              <a:gd name="connsiteY421" fmla="*/ 6252137 h 6858000"/>
              <a:gd name="connsiteX422" fmla="*/ 1090144 w 7467600"/>
              <a:gd name="connsiteY422" fmla="*/ 6256748 h 6858000"/>
              <a:gd name="connsiteX423" fmla="*/ 1095872 w 7467600"/>
              <a:gd name="connsiteY423" fmla="*/ 6271892 h 6858000"/>
              <a:gd name="connsiteX424" fmla="*/ 262785 w 7467600"/>
              <a:gd name="connsiteY424" fmla="*/ 6845450 h 6858000"/>
              <a:gd name="connsiteX425" fmla="*/ 209968 w 7467600"/>
              <a:gd name="connsiteY425" fmla="*/ 6770713 h 6858000"/>
              <a:gd name="connsiteX426" fmla="*/ 873460 w 7467600"/>
              <a:gd name="connsiteY426" fmla="*/ 6253768 h 6858000"/>
              <a:gd name="connsiteX427" fmla="*/ 192686 w 7467600"/>
              <a:gd name="connsiteY427" fmla="*/ 5849257 h 6858000"/>
              <a:gd name="connsiteX428" fmla="*/ 4696 w 7467600"/>
              <a:gd name="connsiteY428" fmla="*/ 5697668 h 6858000"/>
              <a:gd name="connsiteX429" fmla="*/ 0 w 7467600"/>
              <a:gd name="connsiteY429" fmla="*/ 5689984 h 6858000"/>
              <a:gd name="connsiteX430" fmla="*/ 0 w 7467600"/>
              <a:gd name="connsiteY430" fmla="*/ 5513472 h 6858000"/>
              <a:gd name="connsiteX431" fmla="*/ 174101 w 7467600"/>
              <a:gd name="connsiteY431" fmla="*/ 5620277 h 6858000"/>
              <a:gd name="connsiteX432" fmla="*/ 891800 w 7467600"/>
              <a:gd name="connsiteY432" fmla="*/ 6036935 h 6858000"/>
              <a:gd name="connsiteX433" fmla="*/ 1072219 w 7467600"/>
              <a:gd name="connsiteY433" fmla="*/ 6169443 h 6858000"/>
              <a:gd name="connsiteX434" fmla="*/ 1074117 w 7467600"/>
              <a:gd name="connsiteY434" fmla="*/ 6170301 h 6858000"/>
              <a:gd name="connsiteX435" fmla="*/ 1083114 w 7467600"/>
              <a:gd name="connsiteY435" fmla="*/ 6174131 h 6858000"/>
              <a:gd name="connsiteX436" fmla="*/ 1543010 w 7467600"/>
              <a:gd name="connsiteY436" fmla="*/ 6191140 h 6858000"/>
              <a:gd name="connsiteX437" fmla="*/ 1551080 w 7467600"/>
              <a:gd name="connsiteY437" fmla="*/ 6195006 h 6858000"/>
              <a:gd name="connsiteX438" fmla="*/ 2345443 w 7467600"/>
              <a:gd name="connsiteY438" fmla="*/ 5549882 h 6858000"/>
              <a:gd name="connsiteX439" fmla="*/ 1721499 w 7467600"/>
              <a:gd name="connsiteY439" fmla="*/ 5599969 h 6858000"/>
              <a:gd name="connsiteX440" fmla="*/ 767716 w 7467600"/>
              <a:gd name="connsiteY440" fmla="*/ 5472768 h 6858000"/>
              <a:gd name="connsiteX441" fmla="*/ 722147 w 7467600"/>
              <a:gd name="connsiteY441" fmla="*/ 5393091 h 6858000"/>
              <a:gd name="connsiteX442" fmla="*/ 1485552 w 7467600"/>
              <a:gd name="connsiteY442" fmla="*/ 5313202 h 6858000"/>
              <a:gd name="connsiteX443" fmla="*/ 2143004 w 7467600"/>
              <a:gd name="connsiteY443" fmla="*/ 5402420 h 6858000"/>
              <a:gd name="connsiteX444" fmla="*/ 1933391 w 7467600"/>
              <a:gd name="connsiteY444" fmla="*/ 5156971 h 6858000"/>
              <a:gd name="connsiteX445" fmla="*/ 1827118 w 7467600"/>
              <a:gd name="connsiteY445" fmla="*/ 4968410 h 6858000"/>
              <a:gd name="connsiteX446" fmla="*/ 1837349 w 7467600"/>
              <a:gd name="connsiteY446" fmla="*/ 4956357 h 6858000"/>
              <a:gd name="connsiteX447" fmla="*/ 2162835 w 7467600"/>
              <a:gd name="connsiteY447" fmla="*/ 5187853 h 6858000"/>
              <a:gd name="connsiteX448" fmla="*/ 2257167 w 7467600"/>
              <a:gd name="connsiteY448" fmla="*/ 5462123 h 6858000"/>
              <a:gd name="connsiteX449" fmla="*/ 2261598 w 7467600"/>
              <a:gd name="connsiteY449" fmla="*/ 5467998 h 6858000"/>
              <a:gd name="connsiteX450" fmla="*/ 2437177 w 7467600"/>
              <a:gd name="connsiteY450" fmla="*/ 5479608 h 6858000"/>
              <a:gd name="connsiteX451" fmla="*/ 2445247 w 7467600"/>
              <a:gd name="connsiteY451" fmla="*/ 5483476 h 6858000"/>
              <a:gd name="connsiteX452" fmla="*/ 2743626 w 7467600"/>
              <a:gd name="connsiteY452" fmla="*/ 5304819 h 6858000"/>
              <a:gd name="connsiteX453" fmla="*/ 3048102 w 7467600"/>
              <a:gd name="connsiteY453" fmla="*/ 5150595 h 6858000"/>
              <a:gd name="connsiteX454" fmla="*/ 1799414 w 7467600"/>
              <a:gd name="connsiteY454" fmla="*/ 4694732 h 6858000"/>
              <a:gd name="connsiteX455" fmla="*/ 1771735 w 7467600"/>
              <a:gd name="connsiteY455" fmla="*/ 4619929 h 6858000"/>
              <a:gd name="connsiteX456" fmla="*/ 3104273 w 7467600"/>
              <a:gd name="connsiteY456" fmla="*/ 5076159 h 6858000"/>
              <a:gd name="connsiteX457" fmla="*/ 3113245 w 7467600"/>
              <a:gd name="connsiteY457" fmla="*/ 5090705 h 6858000"/>
              <a:gd name="connsiteX458" fmla="*/ 3126294 w 7467600"/>
              <a:gd name="connsiteY458" fmla="*/ 5114400 h 6858000"/>
              <a:gd name="connsiteX459" fmla="*/ 3937433 w 7467600"/>
              <a:gd name="connsiteY459" fmla="*/ 4830473 h 6858000"/>
              <a:gd name="connsiteX460" fmla="*/ 3590475 w 7467600"/>
              <a:gd name="connsiteY460" fmla="*/ 4597974 h 6858000"/>
              <a:gd name="connsiteX461" fmla="*/ 3100264 w 7467600"/>
              <a:gd name="connsiteY461" fmla="*/ 4579845 h 6858000"/>
              <a:gd name="connsiteX462" fmla="*/ 2183576 w 7467600"/>
              <a:gd name="connsiteY462" fmla="*/ 4227150 h 6858000"/>
              <a:gd name="connsiteX463" fmla="*/ 2151029 w 7467600"/>
              <a:gd name="connsiteY463" fmla="*/ 4146947 h 6858000"/>
              <a:gd name="connsiteX464" fmla="*/ 3563434 w 7467600"/>
              <a:gd name="connsiteY464" fmla="*/ 4469115 h 6858000"/>
              <a:gd name="connsiteX465" fmla="*/ 3177952 w 7467600"/>
              <a:gd name="connsiteY465" fmla="*/ 3657386 h 6858000"/>
              <a:gd name="connsiteX466" fmla="*/ 3189263 w 7467600"/>
              <a:gd name="connsiteY466" fmla="*/ 3625726 h 6858000"/>
              <a:gd name="connsiteX467" fmla="*/ 3560912 w 7467600"/>
              <a:gd name="connsiteY467" fmla="*/ 4079863 h 6858000"/>
              <a:gd name="connsiteX468" fmla="*/ 3626636 w 7467600"/>
              <a:gd name="connsiteY468" fmla="*/ 4512230 h 6858000"/>
              <a:gd name="connsiteX469" fmla="*/ 3653088 w 7467600"/>
              <a:gd name="connsiteY469" fmla="*/ 4521417 h 6858000"/>
              <a:gd name="connsiteX470" fmla="*/ 3988128 w 7467600"/>
              <a:gd name="connsiteY470" fmla="*/ 4817267 h 6858000"/>
              <a:gd name="connsiteX471" fmla="*/ 4830582 w 7467600"/>
              <a:gd name="connsiteY471" fmla="*/ 4676000 h 6858000"/>
              <a:gd name="connsiteX472" fmla="*/ 4830100 w 7467600"/>
              <a:gd name="connsiteY472" fmla="*/ 4675554 h 6858000"/>
              <a:gd name="connsiteX473" fmla="*/ 4036318 w 7467600"/>
              <a:gd name="connsiteY473" fmla="*/ 4147013 h 6858000"/>
              <a:gd name="connsiteX474" fmla="*/ 3432098 w 7467600"/>
              <a:gd name="connsiteY474" fmla="*/ 3537312 h 6858000"/>
              <a:gd name="connsiteX475" fmla="*/ 3446761 w 7467600"/>
              <a:gd name="connsiteY475" fmla="*/ 3461278 h 6858000"/>
              <a:gd name="connsiteX476" fmla="*/ 4419733 w 7467600"/>
              <a:gd name="connsiteY476" fmla="*/ 3963555 h 6858000"/>
              <a:gd name="connsiteX477" fmla="*/ 4781371 w 7467600"/>
              <a:gd name="connsiteY477" fmla="*/ 4458604 h 6858000"/>
              <a:gd name="connsiteX478" fmla="*/ 4780440 w 7467600"/>
              <a:gd name="connsiteY478" fmla="*/ 4470290 h 6858000"/>
              <a:gd name="connsiteX479" fmla="*/ 4898954 w 7467600"/>
              <a:gd name="connsiteY479" fmla="*/ 4662092 h 6858000"/>
              <a:gd name="connsiteX480" fmla="*/ 4900699 w 7467600"/>
              <a:gd name="connsiteY480" fmla="*/ 4670867 h 6858000"/>
              <a:gd name="connsiteX481" fmla="*/ 5714511 w 7467600"/>
              <a:gd name="connsiteY481" fmla="*/ 4663483 h 6858000"/>
              <a:gd name="connsiteX482" fmla="*/ 5464793 w 7467600"/>
              <a:gd name="connsiteY482" fmla="*/ 4393556 h 6858000"/>
              <a:gd name="connsiteX483" fmla="*/ 5461897 w 7467600"/>
              <a:gd name="connsiteY483" fmla="*/ 4390879 h 6858000"/>
              <a:gd name="connsiteX484" fmla="*/ 4294126 w 7467600"/>
              <a:gd name="connsiteY484" fmla="*/ 3303048 h 6858000"/>
              <a:gd name="connsiteX485" fmla="*/ 4305321 w 7467600"/>
              <a:gd name="connsiteY485" fmla="*/ 3256953 h 6858000"/>
              <a:gd name="connsiteX486" fmla="*/ 4949299 w 7467600"/>
              <a:gd name="connsiteY486" fmla="*/ 3766336 h 6858000"/>
              <a:gd name="connsiteX487" fmla="*/ 5291452 w 7467600"/>
              <a:gd name="connsiteY487" fmla="*/ 4076801 h 6858000"/>
              <a:gd name="connsiteX488" fmla="*/ 5434998 w 7467600"/>
              <a:gd name="connsiteY488" fmla="*/ 4254100 h 6858000"/>
              <a:gd name="connsiteX489" fmla="*/ 5351015 w 7467600"/>
              <a:gd name="connsiteY489" fmla="*/ 3760989 h 6858000"/>
              <a:gd name="connsiteX490" fmla="*/ 5413780 w 7467600"/>
              <a:gd name="connsiteY490" fmla="*/ 2966265 h 6858000"/>
              <a:gd name="connsiteX491" fmla="*/ 5425627 w 7467600"/>
              <a:gd name="connsiteY491" fmla="*/ 2954192 h 6858000"/>
              <a:gd name="connsiteX492" fmla="*/ 6604735 w 7467600"/>
              <a:gd name="connsiteY492" fmla="*/ 2041381 h 6858000"/>
              <a:gd name="connsiteX493" fmla="*/ 7204487 w 7467600"/>
              <a:gd name="connsiteY493" fmla="*/ 2742112 h 6858000"/>
              <a:gd name="connsiteX494" fmla="*/ 7131592 w 7467600"/>
              <a:gd name="connsiteY494" fmla="*/ 2672096 h 6858000"/>
              <a:gd name="connsiteX495" fmla="*/ 6996344 w 7467600"/>
              <a:gd name="connsiteY495" fmla="*/ 2518310 h 6858000"/>
              <a:gd name="connsiteX496" fmla="*/ 6735495 w 7467600"/>
              <a:gd name="connsiteY496" fmla="*/ 2196890 h 6858000"/>
              <a:gd name="connsiteX497" fmla="*/ 6721901 w 7467600"/>
              <a:gd name="connsiteY497" fmla="*/ 2179274 h 6858000"/>
              <a:gd name="connsiteX498" fmla="*/ 6604735 w 7467600"/>
              <a:gd name="connsiteY498" fmla="*/ 2041381 h 6858000"/>
              <a:gd name="connsiteX499" fmla="*/ 6591670 w 7467600"/>
              <a:gd name="connsiteY499" fmla="*/ 1988277 h 6858000"/>
              <a:gd name="connsiteX500" fmla="*/ 6747349 w 7467600"/>
              <a:gd name="connsiteY500" fmla="*/ 2160069 h 6858000"/>
              <a:gd name="connsiteX501" fmla="*/ 6760943 w 7467600"/>
              <a:gd name="connsiteY501" fmla="*/ 2177686 h 6858000"/>
              <a:gd name="connsiteX502" fmla="*/ 7021065 w 7467600"/>
              <a:gd name="connsiteY502" fmla="*/ 2498102 h 6858000"/>
              <a:gd name="connsiteX503" fmla="*/ 7155223 w 7467600"/>
              <a:gd name="connsiteY503" fmla="*/ 2650386 h 6858000"/>
              <a:gd name="connsiteX504" fmla="*/ 7203167 w 7467600"/>
              <a:gd name="connsiteY504" fmla="*/ 2697288 h 6858000"/>
              <a:gd name="connsiteX505" fmla="*/ 6937703 w 7467600"/>
              <a:gd name="connsiteY505" fmla="*/ 2321981 h 6858000"/>
              <a:gd name="connsiteX506" fmla="*/ 6591670 w 7467600"/>
              <a:gd name="connsiteY506" fmla="*/ 1988277 h 6858000"/>
              <a:gd name="connsiteX507" fmla="*/ 5798671 w 7467600"/>
              <a:gd name="connsiteY507" fmla="*/ 1981601 h 6858000"/>
              <a:gd name="connsiteX508" fmla="*/ 5754709 w 7467600"/>
              <a:gd name="connsiteY508" fmla="*/ 2071454 h 6858000"/>
              <a:gd name="connsiteX509" fmla="*/ 5763044 w 7467600"/>
              <a:gd name="connsiteY509" fmla="*/ 2842206 h 6858000"/>
              <a:gd name="connsiteX510" fmla="*/ 5764974 w 7467600"/>
              <a:gd name="connsiteY510" fmla="*/ 2799609 h 6858000"/>
              <a:gd name="connsiteX511" fmla="*/ 5767665 w 7467600"/>
              <a:gd name="connsiteY511" fmla="*/ 2666409 h 6858000"/>
              <a:gd name="connsiteX512" fmla="*/ 5763055 w 7467600"/>
              <a:gd name="connsiteY512" fmla="*/ 2579705 h 6858000"/>
              <a:gd name="connsiteX513" fmla="*/ 5758079 w 7467600"/>
              <a:gd name="connsiteY513" fmla="*/ 2492508 h 6858000"/>
              <a:gd name="connsiteX514" fmla="*/ 5779325 w 7467600"/>
              <a:gd name="connsiteY514" fmla="*/ 2197069 h 6858000"/>
              <a:gd name="connsiteX515" fmla="*/ 5798671 w 7467600"/>
              <a:gd name="connsiteY515" fmla="*/ 1981601 h 6858000"/>
              <a:gd name="connsiteX516" fmla="*/ 5829202 w 7467600"/>
              <a:gd name="connsiteY516" fmla="*/ 1971679 h 6858000"/>
              <a:gd name="connsiteX517" fmla="*/ 5809558 w 7467600"/>
              <a:gd name="connsiteY517" fmla="*/ 2198043 h 6858000"/>
              <a:gd name="connsiteX518" fmla="*/ 5788653 w 7467600"/>
              <a:gd name="connsiteY518" fmla="*/ 2489430 h 6858000"/>
              <a:gd name="connsiteX519" fmla="*/ 5793439 w 7467600"/>
              <a:gd name="connsiteY519" fmla="*/ 2575235 h 6858000"/>
              <a:gd name="connsiteX520" fmla="*/ 5796837 w 7467600"/>
              <a:gd name="connsiteY520" fmla="*/ 2637633 h 6858000"/>
              <a:gd name="connsiteX521" fmla="*/ 5818614 w 7467600"/>
              <a:gd name="connsiteY521" fmla="*/ 2473055 h 6858000"/>
              <a:gd name="connsiteX522" fmla="*/ 5829202 w 7467600"/>
              <a:gd name="connsiteY522" fmla="*/ 1971679 h 6858000"/>
              <a:gd name="connsiteX523" fmla="*/ 5911389 w 7467600"/>
              <a:gd name="connsiteY523" fmla="*/ 1898371 h 6858000"/>
              <a:gd name="connsiteX524" fmla="*/ 6237627 w 7467600"/>
              <a:gd name="connsiteY524" fmla="*/ 2231921 h 6858000"/>
              <a:gd name="connsiteX525" fmla="*/ 5911389 w 7467600"/>
              <a:gd name="connsiteY525" fmla="*/ 1898371 h 6858000"/>
              <a:gd name="connsiteX526" fmla="*/ 6944437 w 7467600"/>
              <a:gd name="connsiteY526" fmla="*/ 1575402 h 6858000"/>
              <a:gd name="connsiteX527" fmla="*/ 6304730 w 7467600"/>
              <a:gd name="connsiteY527" fmla="*/ 1766654 h 6858000"/>
              <a:gd name="connsiteX528" fmla="*/ 6944437 w 7467600"/>
              <a:gd name="connsiteY528" fmla="*/ 1575402 h 6858000"/>
              <a:gd name="connsiteX529" fmla="*/ 7019523 w 7467600"/>
              <a:gd name="connsiteY529" fmla="*/ 1519450 h 6858000"/>
              <a:gd name="connsiteX530" fmla="*/ 6298091 w 7467600"/>
              <a:gd name="connsiteY530" fmla="*/ 1737122 h 6858000"/>
              <a:gd name="connsiteX531" fmla="*/ 7019523 w 7467600"/>
              <a:gd name="connsiteY531" fmla="*/ 1519450 h 6858000"/>
              <a:gd name="connsiteX532" fmla="*/ 2399523 w 7467600"/>
              <a:gd name="connsiteY532" fmla="*/ 1428234 h 6858000"/>
              <a:gd name="connsiteX533" fmla="*/ 2224982 w 7467600"/>
              <a:gd name="connsiteY533" fmla="*/ 1826201 h 6858000"/>
              <a:gd name="connsiteX534" fmla="*/ 2096099 w 7467600"/>
              <a:gd name="connsiteY534" fmla="*/ 2345900 h 6858000"/>
              <a:gd name="connsiteX535" fmla="*/ 2283317 w 7467600"/>
              <a:gd name="connsiteY535" fmla="*/ 1796925 h 6858000"/>
              <a:gd name="connsiteX536" fmla="*/ 2399523 w 7467600"/>
              <a:gd name="connsiteY536" fmla="*/ 1428234 h 6858000"/>
              <a:gd name="connsiteX537" fmla="*/ 2448558 w 7467600"/>
              <a:gd name="connsiteY537" fmla="*/ 1373435 h 6858000"/>
              <a:gd name="connsiteX538" fmla="*/ 2312521 w 7467600"/>
              <a:gd name="connsiteY538" fmla="*/ 1806140 h 6858000"/>
              <a:gd name="connsiteX539" fmla="*/ 2127533 w 7467600"/>
              <a:gd name="connsiteY539" fmla="*/ 2348380 h 6858000"/>
              <a:gd name="connsiteX540" fmla="*/ 2358080 w 7467600"/>
              <a:gd name="connsiteY540" fmla="*/ 1866134 h 6858000"/>
              <a:gd name="connsiteX541" fmla="*/ 2407436 w 7467600"/>
              <a:gd name="connsiteY541" fmla="*/ 1651070 h 6858000"/>
              <a:gd name="connsiteX542" fmla="*/ 2448558 w 7467600"/>
              <a:gd name="connsiteY542" fmla="*/ 1373435 h 6858000"/>
              <a:gd name="connsiteX543" fmla="*/ 278707 w 7467600"/>
              <a:gd name="connsiteY543" fmla="*/ 1352270 h 6858000"/>
              <a:gd name="connsiteX544" fmla="*/ 321570 w 7467600"/>
              <a:gd name="connsiteY544" fmla="*/ 1861610 h 6858000"/>
              <a:gd name="connsiteX545" fmla="*/ 294281 w 7467600"/>
              <a:gd name="connsiteY545" fmla="*/ 1440658 h 6858000"/>
              <a:gd name="connsiteX546" fmla="*/ 278707 w 7467600"/>
              <a:gd name="connsiteY546" fmla="*/ 1352270 h 6858000"/>
              <a:gd name="connsiteX547" fmla="*/ 1423821 w 7467600"/>
              <a:gd name="connsiteY547" fmla="*/ 1351958 h 6858000"/>
              <a:gd name="connsiteX548" fmla="*/ 1638521 w 7467600"/>
              <a:gd name="connsiteY548" fmla="*/ 1908470 h 6858000"/>
              <a:gd name="connsiteX549" fmla="*/ 1754199 w 7467600"/>
              <a:gd name="connsiteY549" fmla="*/ 2149284 h 6858000"/>
              <a:gd name="connsiteX550" fmla="*/ 1908359 w 7467600"/>
              <a:gd name="connsiteY550" fmla="*/ 2364988 h 6858000"/>
              <a:gd name="connsiteX551" fmla="*/ 1647661 w 7467600"/>
              <a:gd name="connsiteY551" fmla="*/ 1825945 h 6858000"/>
              <a:gd name="connsiteX552" fmla="*/ 1423821 w 7467600"/>
              <a:gd name="connsiteY552" fmla="*/ 1351958 h 6858000"/>
              <a:gd name="connsiteX553" fmla="*/ 1431890 w 7467600"/>
              <a:gd name="connsiteY553" fmla="*/ 1306475 h 6858000"/>
              <a:gd name="connsiteX554" fmla="*/ 1507597 w 7467600"/>
              <a:gd name="connsiteY554" fmla="*/ 1446132 h 6858000"/>
              <a:gd name="connsiteX555" fmla="*/ 1674586 w 7467600"/>
              <a:gd name="connsiteY555" fmla="*/ 1813832 h 6858000"/>
              <a:gd name="connsiteX556" fmla="*/ 1815950 w 7467600"/>
              <a:gd name="connsiteY556" fmla="*/ 2128564 h 6858000"/>
              <a:gd name="connsiteX557" fmla="*/ 1984242 w 7467600"/>
              <a:gd name="connsiteY557" fmla="*/ 2430829 h 6858000"/>
              <a:gd name="connsiteX558" fmla="*/ 2014023 w 7467600"/>
              <a:gd name="connsiteY558" fmla="*/ 2450995 h 6858000"/>
              <a:gd name="connsiteX559" fmla="*/ 1747337 w 7467600"/>
              <a:gd name="connsiteY559" fmla="*/ 1855264 h 6858000"/>
              <a:gd name="connsiteX560" fmla="*/ 1533749 w 7467600"/>
              <a:gd name="connsiteY560" fmla="*/ 1478656 h 6858000"/>
              <a:gd name="connsiteX561" fmla="*/ 1431890 w 7467600"/>
              <a:gd name="connsiteY561" fmla="*/ 1306475 h 6858000"/>
              <a:gd name="connsiteX562" fmla="*/ 5052692 w 7467600"/>
              <a:gd name="connsiteY562" fmla="*/ 1292994 h 6858000"/>
              <a:gd name="connsiteX563" fmla="*/ 5200661 w 7467600"/>
              <a:gd name="connsiteY563" fmla="*/ 1635186 h 6858000"/>
              <a:gd name="connsiteX564" fmla="*/ 5297138 w 7467600"/>
              <a:gd name="connsiteY564" fmla="*/ 1906351 h 6858000"/>
              <a:gd name="connsiteX565" fmla="*/ 5052692 w 7467600"/>
              <a:gd name="connsiteY565" fmla="*/ 1292994 h 6858000"/>
              <a:gd name="connsiteX566" fmla="*/ 5009948 w 7467600"/>
              <a:gd name="connsiteY566" fmla="*/ 1273619 h 6858000"/>
              <a:gd name="connsiteX567" fmla="*/ 5121777 w 7467600"/>
              <a:gd name="connsiteY567" fmla="*/ 1654213 h 6858000"/>
              <a:gd name="connsiteX568" fmla="*/ 5293545 w 7467600"/>
              <a:gd name="connsiteY568" fmla="*/ 2072247 h 6858000"/>
              <a:gd name="connsiteX569" fmla="*/ 5294042 w 7467600"/>
              <a:gd name="connsiteY569" fmla="*/ 2065019 h 6858000"/>
              <a:gd name="connsiteX570" fmla="*/ 5171936 w 7467600"/>
              <a:gd name="connsiteY570" fmla="*/ 1647613 h 6858000"/>
              <a:gd name="connsiteX571" fmla="*/ 5009948 w 7467600"/>
              <a:gd name="connsiteY571" fmla="*/ 1273619 h 6858000"/>
              <a:gd name="connsiteX572" fmla="*/ 655236 w 7467600"/>
              <a:gd name="connsiteY572" fmla="*/ 1268632 h 6858000"/>
              <a:gd name="connsiteX573" fmla="*/ 839521 w 7467600"/>
              <a:gd name="connsiteY573" fmla="*/ 1685315 h 6858000"/>
              <a:gd name="connsiteX574" fmla="*/ 1109416 w 7467600"/>
              <a:gd name="connsiteY574" fmla="*/ 2061663 h 6858000"/>
              <a:gd name="connsiteX575" fmla="*/ 1298300 w 7467600"/>
              <a:gd name="connsiteY575" fmla="*/ 2247742 h 6858000"/>
              <a:gd name="connsiteX576" fmla="*/ 1125871 w 7467600"/>
              <a:gd name="connsiteY576" fmla="*/ 1989513 h 6858000"/>
              <a:gd name="connsiteX577" fmla="*/ 981574 w 7467600"/>
              <a:gd name="connsiteY577" fmla="*/ 1783157 h 6858000"/>
              <a:gd name="connsiteX578" fmla="*/ 922198 w 7467600"/>
              <a:gd name="connsiteY578" fmla="*/ 1677437 h 6858000"/>
              <a:gd name="connsiteX579" fmla="*/ 869293 w 7467600"/>
              <a:gd name="connsiteY579" fmla="*/ 1583214 h 6858000"/>
              <a:gd name="connsiteX580" fmla="*/ 751431 w 7467600"/>
              <a:gd name="connsiteY580" fmla="*/ 1405731 h 6858000"/>
              <a:gd name="connsiteX581" fmla="*/ 655236 w 7467600"/>
              <a:gd name="connsiteY581" fmla="*/ 1268632 h 6858000"/>
              <a:gd name="connsiteX582" fmla="*/ 6516292 w 7467600"/>
              <a:gd name="connsiteY582" fmla="*/ 1263064 h 6858000"/>
              <a:gd name="connsiteX583" fmla="*/ 5736320 w 7467600"/>
              <a:gd name="connsiteY583" fmla="*/ 1501803 h 6858000"/>
              <a:gd name="connsiteX584" fmla="*/ 6516292 w 7467600"/>
              <a:gd name="connsiteY584" fmla="*/ 1263064 h 6858000"/>
              <a:gd name="connsiteX585" fmla="*/ 291466 w 7467600"/>
              <a:gd name="connsiteY585" fmla="*/ 1250369 h 6858000"/>
              <a:gd name="connsiteX586" fmla="*/ 323180 w 7467600"/>
              <a:gd name="connsiteY586" fmla="*/ 1435283 h 6858000"/>
              <a:gd name="connsiteX587" fmla="*/ 349381 w 7467600"/>
              <a:gd name="connsiteY587" fmla="*/ 1875041 h 6858000"/>
              <a:gd name="connsiteX588" fmla="*/ 374363 w 7467600"/>
              <a:gd name="connsiteY588" fmla="*/ 1506494 h 6858000"/>
              <a:gd name="connsiteX589" fmla="*/ 302168 w 7467600"/>
              <a:gd name="connsiteY589" fmla="*/ 1274495 h 6858000"/>
              <a:gd name="connsiteX590" fmla="*/ 291466 w 7467600"/>
              <a:gd name="connsiteY590" fmla="*/ 1250369 h 6858000"/>
              <a:gd name="connsiteX591" fmla="*/ 678222 w 7467600"/>
              <a:gd name="connsiteY591" fmla="*/ 1248670 h 6858000"/>
              <a:gd name="connsiteX592" fmla="*/ 775536 w 7467600"/>
              <a:gd name="connsiteY592" fmla="*/ 1388015 h 6858000"/>
              <a:gd name="connsiteX593" fmla="*/ 894529 w 7467600"/>
              <a:gd name="connsiteY593" fmla="*/ 1567739 h 6858000"/>
              <a:gd name="connsiteX594" fmla="*/ 948000 w 7467600"/>
              <a:gd name="connsiteY594" fmla="*/ 1663088 h 6858000"/>
              <a:gd name="connsiteX595" fmla="*/ 1006812 w 7467600"/>
              <a:gd name="connsiteY595" fmla="*/ 1767683 h 6858000"/>
              <a:gd name="connsiteX596" fmla="*/ 1149133 w 7467600"/>
              <a:gd name="connsiteY596" fmla="*/ 1971513 h 6858000"/>
              <a:gd name="connsiteX597" fmla="*/ 1333952 w 7467600"/>
              <a:gd name="connsiteY597" fmla="*/ 2251620 h 6858000"/>
              <a:gd name="connsiteX598" fmla="*/ 1337329 w 7467600"/>
              <a:gd name="connsiteY598" fmla="*/ 2258350 h 6858000"/>
              <a:gd name="connsiteX599" fmla="*/ 1014726 w 7467600"/>
              <a:gd name="connsiteY599" fmla="*/ 1615556 h 6858000"/>
              <a:gd name="connsiteX600" fmla="*/ 678222 w 7467600"/>
              <a:gd name="connsiteY600" fmla="*/ 1248670 h 6858000"/>
              <a:gd name="connsiteX601" fmla="*/ 6691602 w 7467600"/>
              <a:gd name="connsiteY601" fmla="*/ 1140573 h 6858000"/>
              <a:gd name="connsiteX602" fmla="*/ 6571100 w 7467600"/>
              <a:gd name="connsiteY602" fmla="*/ 1183662 h 6858000"/>
              <a:gd name="connsiteX603" fmla="*/ 6241687 w 7467600"/>
              <a:gd name="connsiteY603" fmla="*/ 1257600 h 6858000"/>
              <a:gd name="connsiteX604" fmla="*/ 5693009 w 7467600"/>
              <a:gd name="connsiteY604" fmla="*/ 1478256 h 6858000"/>
              <a:gd name="connsiteX605" fmla="*/ 6548420 w 7467600"/>
              <a:gd name="connsiteY605" fmla="*/ 1214599 h 6858000"/>
              <a:gd name="connsiteX606" fmla="*/ 6605473 w 7467600"/>
              <a:gd name="connsiteY606" fmla="*/ 1184686 h 6858000"/>
              <a:gd name="connsiteX607" fmla="*/ 6691602 w 7467600"/>
              <a:gd name="connsiteY607" fmla="*/ 1140573 h 6858000"/>
              <a:gd name="connsiteX608" fmla="*/ 4002475 w 7467600"/>
              <a:gd name="connsiteY608" fmla="*/ 1037802 h 6858000"/>
              <a:gd name="connsiteX609" fmla="*/ 4000324 w 7467600"/>
              <a:gd name="connsiteY609" fmla="*/ 1039362 h 6858000"/>
              <a:gd name="connsiteX610" fmla="*/ 4002862 w 7467600"/>
              <a:gd name="connsiteY610" fmla="*/ 1042866 h 6858000"/>
              <a:gd name="connsiteX611" fmla="*/ 4002475 w 7467600"/>
              <a:gd name="connsiteY611" fmla="*/ 1037802 h 6858000"/>
              <a:gd name="connsiteX612" fmla="*/ 506322 w 7467600"/>
              <a:gd name="connsiteY612" fmla="*/ 1020997 h 6858000"/>
              <a:gd name="connsiteX613" fmla="*/ 533068 w 7467600"/>
              <a:gd name="connsiteY613" fmla="*/ 1029409 h 6858000"/>
              <a:gd name="connsiteX614" fmla="*/ 1232525 w 7467600"/>
              <a:gd name="connsiteY614" fmla="*/ 1804675 h 6858000"/>
              <a:gd name="connsiteX615" fmla="*/ 1388858 w 7467600"/>
              <a:gd name="connsiteY615" fmla="*/ 2368011 h 6858000"/>
              <a:gd name="connsiteX616" fmla="*/ 1384098 w 7467600"/>
              <a:gd name="connsiteY616" fmla="*/ 2378125 h 6858000"/>
              <a:gd name="connsiteX617" fmla="*/ 1425393 w 7467600"/>
              <a:gd name="connsiteY617" fmla="*/ 2589124 h 6858000"/>
              <a:gd name="connsiteX618" fmla="*/ 1424001 w 7467600"/>
              <a:gd name="connsiteY618" fmla="*/ 2597541 h 6858000"/>
              <a:gd name="connsiteX619" fmla="*/ 2152729 w 7467600"/>
              <a:gd name="connsiteY619" fmla="*/ 2864487 h 6858000"/>
              <a:gd name="connsiteX620" fmla="*/ 2020609 w 7467600"/>
              <a:gd name="connsiteY620" fmla="*/ 2539671 h 6858000"/>
              <a:gd name="connsiteX621" fmla="*/ 2018920 w 7467600"/>
              <a:gd name="connsiteY621" fmla="*/ 2536309 h 6858000"/>
              <a:gd name="connsiteX622" fmla="*/ 1342441 w 7467600"/>
              <a:gd name="connsiteY622" fmla="*/ 1173017 h 6858000"/>
              <a:gd name="connsiteX623" fmla="*/ 1367925 w 7467600"/>
              <a:gd name="connsiteY623" fmla="*/ 1135648 h 6858000"/>
              <a:gd name="connsiteX624" fmla="*/ 1771401 w 7467600"/>
              <a:gd name="connsiteY624" fmla="*/ 1806673 h 6858000"/>
              <a:gd name="connsiteX625" fmla="*/ 1972385 w 7467600"/>
              <a:gd name="connsiteY625" fmla="*/ 2198735 h 6858000"/>
              <a:gd name="connsiteX626" fmla="*/ 2040892 w 7467600"/>
              <a:gd name="connsiteY626" fmla="*/ 2405205 h 6858000"/>
              <a:gd name="connsiteX627" fmla="*/ 2131689 w 7467600"/>
              <a:gd name="connsiteY627" fmla="*/ 1936926 h 6858000"/>
              <a:gd name="connsiteX628" fmla="*/ 2454820 w 7467600"/>
              <a:gd name="connsiteY628" fmla="*/ 1248808 h 6858000"/>
              <a:gd name="connsiteX629" fmla="*/ 2492512 w 7467600"/>
              <a:gd name="connsiteY629" fmla="*/ 1302920 h 6858000"/>
              <a:gd name="connsiteX630" fmla="*/ 2081216 w 7467600"/>
              <a:gd name="connsiteY630" fmla="*/ 2527513 h 6858000"/>
              <a:gd name="connsiteX631" fmla="*/ 2081211 w 7467600"/>
              <a:gd name="connsiteY631" fmla="*/ 2528916 h 6858000"/>
              <a:gd name="connsiteX632" fmla="*/ 2199067 w 7467600"/>
              <a:gd name="connsiteY632" fmla="*/ 2884061 h 6858000"/>
              <a:gd name="connsiteX633" fmla="*/ 3192586 w 7467600"/>
              <a:gd name="connsiteY633" fmla="*/ 3411496 h 6858000"/>
              <a:gd name="connsiteX634" fmla="*/ 3182620 w 7467600"/>
              <a:gd name="connsiteY634" fmla="*/ 3483279 h 6858000"/>
              <a:gd name="connsiteX635" fmla="*/ 2435119 w 7467600"/>
              <a:gd name="connsiteY635" fmla="*/ 3080173 h 6858000"/>
              <a:gd name="connsiteX636" fmla="*/ 2410152 w 7467600"/>
              <a:gd name="connsiteY636" fmla="*/ 3063751 h 6858000"/>
              <a:gd name="connsiteX637" fmla="*/ 2408099 w 7467600"/>
              <a:gd name="connsiteY637" fmla="*/ 3064403 h 6858000"/>
              <a:gd name="connsiteX638" fmla="*/ 2407218 w 7467600"/>
              <a:gd name="connsiteY638" fmla="*/ 3070324 h 6858000"/>
              <a:gd name="connsiteX639" fmla="*/ 2380138 w 7467600"/>
              <a:gd name="connsiteY639" fmla="*/ 3099341 h 6858000"/>
              <a:gd name="connsiteX640" fmla="*/ 1765923 w 7467600"/>
              <a:gd name="connsiteY640" fmla="*/ 3581043 h 6858000"/>
              <a:gd name="connsiteX641" fmla="*/ 1702258 w 7467600"/>
              <a:gd name="connsiteY641" fmla="*/ 3612286 h 6858000"/>
              <a:gd name="connsiteX642" fmla="*/ 1538370 w 7467600"/>
              <a:gd name="connsiteY642" fmla="*/ 3811804 h 6858000"/>
              <a:gd name="connsiteX643" fmla="*/ 542867 w 7467600"/>
              <a:gd name="connsiteY643" fmla="*/ 4944092 h 6858000"/>
              <a:gd name="connsiteX644" fmla="*/ 515800 w 7467600"/>
              <a:gd name="connsiteY644" fmla="*/ 4862180 h 6858000"/>
              <a:gd name="connsiteX645" fmla="*/ 909145 w 7467600"/>
              <a:gd name="connsiteY645" fmla="*/ 4199225 h 6858000"/>
              <a:gd name="connsiteX646" fmla="*/ 1214067 w 7467600"/>
              <a:gd name="connsiteY646" fmla="*/ 3908561 h 6858000"/>
              <a:gd name="connsiteX647" fmla="*/ 640967 w 7467600"/>
              <a:gd name="connsiteY647" fmla="*/ 4105601 h 6858000"/>
              <a:gd name="connsiteX648" fmla="*/ 112563 w 7467600"/>
              <a:gd name="connsiteY648" fmla="*/ 4396952 h 6858000"/>
              <a:gd name="connsiteX649" fmla="*/ 0 w 7467600"/>
              <a:gd name="connsiteY649" fmla="*/ 4466006 h 6858000"/>
              <a:gd name="connsiteX650" fmla="*/ 0 w 7467600"/>
              <a:gd name="connsiteY650" fmla="*/ 4233763 h 6858000"/>
              <a:gd name="connsiteX651" fmla="*/ 36881 w 7467600"/>
              <a:gd name="connsiteY651" fmla="*/ 4200118 h 6858000"/>
              <a:gd name="connsiteX652" fmla="*/ 910534 w 7467600"/>
              <a:gd name="connsiteY652" fmla="*/ 3629753 h 6858000"/>
              <a:gd name="connsiteX653" fmla="*/ 1578717 w 7467600"/>
              <a:gd name="connsiteY653" fmla="*/ 3575982 h 6858000"/>
              <a:gd name="connsiteX654" fmla="*/ 2338780 w 7467600"/>
              <a:gd name="connsiteY654" fmla="*/ 3033725 h 6858000"/>
              <a:gd name="connsiteX655" fmla="*/ 1807991 w 7467600"/>
              <a:gd name="connsiteY655" fmla="*/ 2807184 h 6858000"/>
              <a:gd name="connsiteX656" fmla="*/ 1416358 w 7467600"/>
              <a:gd name="connsiteY656" fmla="*/ 3112571 h 6858000"/>
              <a:gd name="connsiteX657" fmla="*/ 939066 w 7467600"/>
              <a:gd name="connsiteY657" fmla="*/ 3378798 h 6858000"/>
              <a:gd name="connsiteX658" fmla="*/ 115099 w 7467600"/>
              <a:gd name="connsiteY658" fmla="*/ 3607650 h 6858000"/>
              <a:gd name="connsiteX659" fmla="*/ 97284 w 7467600"/>
              <a:gd name="connsiteY659" fmla="*/ 3520393 h 6858000"/>
              <a:gd name="connsiteX660" fmla="*/ 922050 w 7467600"/>
              <a:gd name="connsiteY660" fmla="*/ 3074867 h 6858000"/>
              <a:gd name="connsiteX661" fmla="*/ 1405265 w 7467600"/>
              <a:gd name="connsiteY661" fmla="*/ 3016319 h 6858000"/>
              <a:gd name="connsiteX662" fmla="*/ 1407512 w 7467600"/>
              <a:gd name="connsiteY662" fmla="*/ 3018001 h 6858000"/>
              <a:gd name="connsiteX663" fmla="*/ 1726266 w 7467600"/>
              <a:gd name="connsiteY663" fmla="*/ 2777274 h 6858000"/>
              <a:gd name="connsiteX664" fmla="*/ 625390 w 7467600"/>
              <a:gd name="connsiteY664" fmla="*/ 2514541 h 6858000"/>
              <a:gd name="connsiteX665" fmla="*/ 619799 w 7467600"/>
              <a:gd name="connsiteY665" fmla="*/ 2527180 h 6858000"/>
              <a:gd name="connsiteX666" fmla="*/ 310030 w 7467600"/>
              <a:gd name="connsiteY666" fmla="*/ 2771818 h 6858000"/>
              <a:gd name="connsiteX667" fmla="*/ 173877 w 7467600"/>
              <a:gd name="connsiteY667" fmla="*/ 2937056 h 6858000"/>
              <a:gd name="connsiteX668" fmla="*/ 77889 w 7467600"/>
              <a:gd name="connsiteY668" fmla="*/ 3138440 h 6858000"/>
              <a:gd name="connsiteX669" fmla="*/ 0 w 7467600"/>
              <a:gd name="connsiteY669" fmla="*/ 3271395 h 6858000"/>
              <a:gd name="connsiteX670" fmla="*/ 0 w 7467600"/>
              <a:gd name="connsiteY670" fmla="*/ 3153002 h 6858000"/>
              <a:gd name="connsiteX671" fmla="*/ 2386 w 7467600"/>
              <a:gd name="connsiteY671" fmla="*/ 3149203 h 6858000"/>
              <a:gd name="connsiteX672" fmla="*/ 89753 w 7467600"/>
              <a:gd name="connsiteY672" fmla="*/ 2987702 h 6858000"/>
              <a:gd name="connsiteX673" fmla="*/ 76869 w 7467600"/>
              <a:gd name="connsiteY673" fmla="*/ 3005404 h 6858000"/>
              <a:gd name="connsiteX674" fmla="*/ 32049 w 7467600"/>
              <a:gd name="connsiteY674" fmla="*/ 3065814 h 6858000"/>
              <a:gd name="connsiteX675" fmla="*/ 0 w 7467600"/>
              <a:gd name="connsiteY675" fmla="*/ 3108744 h 6858000"/>
              <a:gd name="connsiteX676" fmla="*/ 0 w 7467600"/>
              <a:gd name="connsiteY676" fmla="*/ 3058059 h 6858000"/>
              <a:gd name="connsiteX677" fmla="*/ 7610 w 7467600"/>
              <a:gd name="connsiteY677" fmla="*/ 3047889 h 6858000"/>
              <a:gd name="connsiteX678" fmla="*/ 52419 w 7467600"/>
              <a:gd name="connsiteY678" fmla="*/ 2987479 h 6858000"/>
              <a:gd name="connsiteX679" fmla="*/ 59142 w 7467600"/>
              <a:gd name="connsiteY679" fmla="*/ 2978488 h 6858000"/>
              <a:gd name="connsiteX680" fmla="*/ 0 w 7467600"/>
              <a:gd name="connsiteY680" fmla="*/ 3015334 h 6858000"/>
              <a:gd name="connsiteX681" fmla="*/ 0 w 7467600"/>
              <a:gd name="connsiteY681" fmla="*/ 2914286 h 6858000"/>
              <a:gd name="connsiteX682" fmla="*/ 36383 w 7467600"/>
              <a:gd name="connsiteY682" fmla="*/ 2901128 h 6858000"/>
              <a:gd name="connsiteX683" fmla="*/ 156329 w 7467600"/>
              <a:gd name="connsiteY683" fmla="*/ 2840533 h 6858000"/>
              <a:gd name="connsiteX684" fmla="*/ 358355 w 7467600"/>
              <a:gd name="connsiteY684" fmla="*/ 2620471 h 6858000"/>
              <a:gd name="connsiteX685" fmla="*/ 510577 w 7467600"/>
              <a:gd name="connsiteY685" fmla="*/ 2501244 h 6858000"/>
              <a:gd name="connsiteX686" fmla="*/ 211967 w 7467600"/>
              <a:gd name="connsiteY686" fmla="*/ 2479171 h 6858000"/>
              <a:gd name="connsiteX687" fmla="*/ 0 w 7467600"/>
              <a:gd name="connsiteY687" fmla="*/ 2476398 h 6858000"/>
              <a:gd name="connsiteX688" fmla="*/ 0 w 7467600"/>
              <a:gd name="connsiteY688" fmla="*/ 2389189 h 6858000"/>
              <a:gd name="connsiteX689" fmla="*/ 103062 w 7467600"/>
              <a:gd name="connsiteY689" fmla="*/ 2389518 h 6858000"/>
              <a:gd name="connsiteX690" fmla="*/ 510734 w 7467600"/>
              <a:gd name="connsiteY690" fmla="*/ 2416201 h 6858000"/>
              <a:gd name="connsiteX691" fmla="*/ 279257 w 7467600"/>
              <a:gd name="connsiteY691" fmla="*/ 2092102 h 6858000"/>
              <a:gd name="connsiteX692" fmla="*/ 65265 w 7467600"/>
              <a:gd name="connsiteY692" fmla="*/ 2006049 h 6858000"/>
              <a:gd name="connsiteX693" fmla="*/ 0 w 7467600"/>
              <a:gd name="connsiteY693" fmla="*/ 1982532 h 6858000"/>
              <a:gd name="connsiteX694" fmla="*/ 0 w 7467600"/>
              <a:gd name="connsiteY694" fmla="*/ 1912789 h 6858000"/>
              <a:gd name="connsiteX695" fmla="*/ 97460 w 7467600"/>
              <a:gd name="connsiteY695" fmla="*/ 1953725 h 6858000"/>
              <a:gd name="connsiteX696" fmla="*/ 221272 w 7467600"/>
              <a:gd name="connsiteY696" fmla="*/ 1980766 h 6858000"/>
              <a:gd name="connsiteX697" fmla="*/ 116765 w 7467600"/>
              <a:gd name="connsiteY697" fmla="*/ 1911033 h 6858000"/>
              <a:gd name="connsiteX698" fmla="*/ 16405 w 7467600"/>
              <a:gd name="connsiteY698" fmla="*/ 1803412 h 6858000"/>
              <a:gd name="connsiteX699" fmla="*/ 0 w 7467600"/>
              <a:gd name="connsiteY699" fmla="*/ 1784777 h 6858000"/>
              <a:gd name="connsiteX700" fmla="*/ 0 w 7467600"/>
              <a:gd name="connsiteY700" fmla="*/ 1740082 h 6858000"/>
              <a:gd name="connsiteX701" fmla="*/ 39394 w 7467600"/>
              <a:gd name="connsiteY701" fmla="*/ 1784856 h 6858000"/>
              <a:gd name="connsiteX702" fmla="*/ 135813 w 7467600"/>
              <a:gd name="connsiteY702" fmla="*/ 1888838 h 6858000"/>
              <a:gd name="connsiteX703" fmla="*/ 242575 w 7467600"/>
              <a:gd name="connsiteY703" fmla="*/ 1958841 h 6858000"/>
              <a:gd name="connsiteX704" fmla="*/ 82197 w 7467600"/>
              <a:gd name="connsiteY704" fmla="*/ 1754826 h 6858000"/>
              <a:gd name="connsiteX705" fmla="*/ 0 w 7467600"/>
              <a:gd name="connsiteY705" fmla="*/ 1679650 h 6858000"/>
              <a:gd name="connsiteX706" fmla="*/ 0 w 7467600"/>
              <a:gd name="connsiteY706" fmla="*/ 1602463 h 6858000"/>
              <a:gd name="connsiteX707" fmla="*/ 84689 w 7467600"/>
              <a:gd name="connsiteY707" fmla="*/ 1677442 h 6858000"/>
              <a:gd name="connsiteX708" fmla="*/ 298437 w 7467600"/>
              <a:gd name="connsiteY708" fmla="*/ 1968019 h 6858000"/>
              <a:gd name="connsiteX709" fmla="*/ 227269 w 7467600"/>
              <a:gd name="connsiteY709" fmla="*/ 1114064 h 6858000"/>
              <a:gd name="connsiteX710" fmla="*/ 248003 w 7467600"/>
              <a:gd name="connsiteY710" fmla="*/ 1089613 h 6858000"/>
              <a:gd name="connsiteX711" fmla="*/ 427020 w 7467600"/>
              <a:gd name="connsiteY711" fmla="*/ 1619803 h 6858000"/>
              <a:gd name="connsiteX712" fmla="*/ 340345 w 7467600"/>
              <a:gd name="connsiteY712" fmla="*/ 2027739 h 6858000"/>
              <a:gd name="connsiteX713" fmla="*/ 360865 w 7467600"/>
              <a:gd name="connsiteY713" fmla="*/ 2044827 h 6858000"/>
              <a:gd name="connsiteX714" fmla="*/ 560414 w 7467600"/>
              <a:gd name="connsiteY714" fmla="*/ 2421457 h 6858000"/>
              <a:gd name="connsiteX715" fmla="*/ 1359703 w 7467600"/>
              <a:gd name="connsiteY715" fmla="*/ 2578554 h 6858000"/>
              <a:gd name="connsiteX716" fmla="*/ 1359422 w 7467600"/>
              <a:gd name="connsiteY716" fmla="*/ 2577994 h 6858000"/>
              <a:gd name="connsiteX717" fmla="*/ 828701 w 7467600"/>
              <a:gd name="connsiteY717" fmla="*/ 1839520 h 6858000"/>
              <a:gd name="connsiteX718" fmla="*/ 494427 w 7467600"/>
              <a:gd name="connsiteY718" fmla="*/ 1092333 h 6858000"/>
              <a:gd name="connsiteX719" fmla="*/ 506322 w 7467600"/>
              <a:gd name="connsiteY719" fmla="*/ 1020997 h 6858000"/>
              <a:gd name="connsiteX720" fmla="*/ 4570198 w 7467600"/>
              <a:gd name="connsiteY720" fmla="*/ 978081 h 6858000"/>
              <a:gd name="connsiteX721" fmla="*/ 4523691 w 7467600"/>
              <a:gd name="connsiteY721" fmla="*/ 1127776 h 6858000"/>
              <a:gd name="connsiteX722" fmla="*/ 4509875 w 7467600"/>
              <a:gd name="connsiteY722" fmla="*/ 1167552 h 6858000"/>
              <a:gd name="connsiteX723" fmla="*/ 4478168 w 7467600"/>
              <a:gd name="connsiteY723" fmla="*/ 1260735 h 6858000"/>
              <a:gd name="connsiteX724" fmla="*/ 4409309 w 7467600"/>
              <a:gd name="connsiteY724" fmla="*/ 1666996 h 6858000"/>
              <a:gd name="connsiteX725" fmla="*/ 4370031 w 7467600"/>
              <a:gd name="connsiteY725" fmla="*/ 1955666 h 6858000"/>
              <a:gd name="connsiteX726" fmla="*/ 4570198 w 7467600"/>
              <a:gd name="connsiteY726" fmla="*/ 978081 h 6858000"/>
              <a:gd name="connsiteX727" fmla="*/ 4557898 w 7467600"/>
              <a:gd name="connsiteY727" fmla="*/ 900011 h 6858000"/>
              <a:gd name="connsiteX728" fmla="*/ 4344840 w 7467600"/>
              <a:gd name="connsiteY728" fmla="*/ 1922038 h 6858000"/>
              <a:gd name="connsiteX729" fmla="*/ 4378710 w 7467600"/>
              <a:gd name="connsiteY729" fmla="*/ 1665516 h 6858000"/>
              <a:gd name="connsiteX730" fmla="*/ 4448798 w 7467600"/>
              <a:gd name="connsiteY730" fmla="*/ 1253024 h 6858000"/>
              <a:gd name="connsiteX731" fmla="*/ 4480315 w 7467600"/>
              <a:gd name="connsiteY731" fmla="*/ 1158454 h 6858000"/>
              <a:gd name="connsiteX732" fmla="*/ 4494133 w 7467600"/>
              <a:gd name="connsiteY732" fmla="*/ 1118676 h 6858000"/>
              <a:gd name="connsiteX733" fmla="*/ 4557898 w 7467600"/>
              <a:gd name="connsiteY733" fmla="*/ 900011 h 6858000"/>
              <a:gd name="connsiteX734" fmla="*/ 5870151 w 7467600"/>
              <a:gd name="connsiteY734" fmla="*/ 898890 h 6858000"/>
              <a:gd name="connsiteX735" fmla="*/ 5861335 w 7467600"/>
              <a:gd name="connsiteY735" fmla="*/ 899177 h 6858000"/>
              <a:gd name="connsiteX736" fmla="*/ 5843702 w 7467600"/>
              <a:gd name="connsiteY736" fmla="*/ 899748 h 6858000"/>
              <a:gd name="connsiteX737" fmla="*/ 5651107 w 7467600"/>
              <a:gd name="connsiteY737" fmla="*/ 920306 h 6858000"/>
              <a:gd name="connsiteX738" fmla="*/ 5459407 w 7467600"/>
              <a:gd name="connsiteY738" fmla="*/ 940975 h 6858000"/>
              <a:gd name="connsiteX739" fmla="*/ 5374846 w 7467600"/>
              <a:gd name="connsiteY739" fmla="*/ 941988 h 6858000"/>
              <a:gd name="connsiteX740" fmla="*/ 5256105 w 7467600"/>
              <a:gd name="connsiteY740" fmla="*/ 945632 h 6858000"/>
              <a:gd name="connsiteX741" fmla="*/ 5107071 w 7467600"/>
              <a:gd name="connsiteY741" fmla="*/ 969720 h 6858000"/>
              <a:gd name="connsiteX742" fmla="*/ 4998681 w 7467600"/>
              <a:gd name="connsiteY742" fmla="*/ 988771 h 6858000"/>
              <a:gd name="connsiteX743" fmla="*/ 5870151 w 7467600"/>
              <a:gd name="connsiteY743" fmla="*/ 898890 h 6858000"/>
              <a:gd name="connsiteX744" fmla="*/ 5504425 w 7467600"/>
              <a:gd name="connsiteY744" fmla="*/ 848067 h 6858000"/>
              <a:gd name="connsiteX745" fmla="*/ 4968849 w 7467600"/>
              <a:gd name="connsiteY745" fmla="*/ 962318 h 6858000"/>
              <a:gd name="connsiteX746" fmla="*/ 5104039 w 7467600"/>
              <a:gd name="connsiteY746" fmla="*/ 940634 h 6858000"/>
              <a:gd name="connsiteX747" fmla="*/ 5256311 w 7467600"/>
              <a:gd name="connsiteY747" fmla="*/ 916490 h 6858000"/>
              <a:gd name="connsiteX748" fmla="*/ 5377381 w 7467600"/>
              <a:gd name="connsiteY748" fmla="*/ 912671 h 6858000"/>
              <a:gd name="connsiteX749" fmla="*/ 5460148 w 7467600"/>
              <a:gd name="connsiteY749" fmla="*/ 911442 h 6858000"/>
              <a:gd name="connsiteX750" fmla="*/ 5648971 w 7467600"/>
              <a:gd name="connsiteY750" fmla="*/ 891331 h 6858000"/>
              <a:gd name="connsiteX751" fmla="*/ 5844807 w 7467600"/>
              <a:gd name="connsiteY751" fmla="*/ 870718 h 6858000"/>
              <a:gd name="connsiteX752" fmla="*/ 5862975 w 7467600"/>
              <a:gd name="connsiteY752" fmla="*/ 869756 h 6858000"/>
              <a:gd name="connsiteX753" fmla="*/ 5920887 w 7467600"/>
              <a:gd name="connsiteY753" fmla="*/ 865929 h 6858000"/>
              <a:gd name="connsiteX754" fmla="*/ 5504425 w 7467600"/>
              <a:gd name="connsiteY754" fmla="*/ 848067 h 6858000"/>
              <a:gd name="connsiteX755" fmla="*/ 3607114 w 7467600"/>
              <a:gd name="connsiteY755" fmla="*/ 467441 h 6858000"/>
              <a:gd name="connsiteX756" fmla="*/ 3296242 w 7467600"/>
              <a:gd name="connsiteY756" fmla="*/ 807991 h 6858000"/>
              <a:gd name="connsiteX757" fmla="*/ 3174674 w 7467600"/>
              <a:gd name="connsiteY757" fmla="*/ 919759 h 6858000"/>
              <a:gd name="connsiteX758" fmla="*/ 3042978 w 7467600"/>
              <a:gd name="connsiteY758" fmla="*/ 1054894 h 6858000"/>
              <a:gd name="connsiteX759" fmla="*/ 2968914 w 7467600"/>
              <a:gd name="connsiteY759" fmla="*/ 1133756 h 6858000"/>
              <a:gd name="connsiteX760" fmla="*/ 3103823 w 7467600"/>
              <a:gd name="connsiteY760" fmla="*/ 1026814 h 6858000"/>
              <a:gd name="connsiteX761" fmla="*/ 3607114 w 7467600"/>
              <a:gd name="connsiteY761" fmla="*/ 467441 h 6858000"/>
              <a:gd name="connsiteX762" fmla="*/ 3744487 w 7467600"/>
              <a:gd name="connsiteY762" fmla="*/ 383136 h 6858000"/>
              <a:gd name="connsiteX763" fmla="*/ 3970213 w 7467600"/>
              <a:gd name="connsiteY763" fmla="*/ 995559 h 6858000"/>
              <a:gd name="connsiteX764" fmla="*/ 3744487 w 7467600"/>
              <a:gd name="connsiteY764" fmla="*/ 383136 h 6858000"/>
              <a:gd name="connsiteX765" fmla="*/ 3624562 w 7467600"/>
              <a:gd name="connsiteY765" fmla="*/ 367041 h 6858000"/>
              <a:gd name="connsiteX766" fmla="*/ 3489712 w 7467600"/>
              <a:gd name="connsiteY766" fmla="*/ 485386 h 6858000"/>
              <a:gd name="connsiteX767" fmla="*/ 3182994 w 7467600"/>
              <a:gd name="connsiteY767" fmla="*/ 828265 h 6858000"/>
              <a:gd name="connsiteX768" fmla="*/ 2892114 w 7467600"/>
              <a:gd name="connsiteY768" fmla="*/ 1172635 h 6858000"/>
              <a:gd name="connsiteX769" fmla="*/ 3021459 w 7467600"/>
              <a:gd name="connsiteY769" fmla="*/ 1035385 h 6858000"/>
              <a:gd name="connsiteX770" fmla="*/ 3153873 w 7467600"/>
              <a:gd name="connsiteY770" fmla="*/ 898971 h 6858000"/>
              <a:gd name="connsiteX771" fmla="*/ 3276511 w 7467600"/>
              <a:gd name="connsiteY771" fmla="*/ 786423 h 6858000"/>
              <a:gd name="connsiteX772" fmla="*/ 3584154 w 7467600"/>
              <a:gd name="connsiteY772" fmla="*/ 448218 h 6858000"/>
              <a:gd name="connsiteX773" fmla="*/ 3624562 w 7467600"/>
              <a:gd name="connsiteY773" fmla="*/ 367041 h 6858000"/>
              <a:gd name="connsiteX774" fmla="*/ 3766672 w 7467600"/>
              <a:gd name="connsiteY774" fmla="*/ 359429 h 6858000"/>
              <a:gd name="connsiteX775" fmla="*/ 3996338 w 7467600"/>
              <a:gd name="connsiteY775" fmla="*/ 968237 h 6858000"/>
              <a:gd name="connsiteX776" fmla="*/ 3766672 w 7467600"/>
              <a:gd name="connsiteY776" fmla="*/ 359429 h 6858000"/>
              <a:gd name="connsiteX777" fmla="*/ 5805386 w 7467600"/>
              <a:gd name="connsiteY777" fmla="*/ 239240 h 6858000"/>
              <a:gd name="connsiteX778" fmla="*/ 5736947 w 7467600"/>
              <a:gd name="connsiteY778" fmla="*/ 261367 h 6858000"/>
              <a:gd name="connsiteX779" fmla="*/ 5427012 w 7467600"/>
              <a:gd name="connsiteY779" fmla="*/ 311272 h 6858000"/>
              <a:gd name="connsiteX780" fmla="*/ 5147818 w 7467600"/>
              <a:gd name="connsiteY780" fmla="*/ 322112 h 6858000"/>
              <a:gd name="connsiteX781" fmla="*/ 5060854 w 7467600"/>
              <a:gd name="connsiteY781" fmla="*/ 311882 h 6858000"/>
              <a:gd name="connsiteX782" fmla="*/ 4945989 w 7467600"/>
              <a:gd name="connsiteY782" fmla="*/ 300516 h 6858000"/>
              <a:gd name="connsiteX783" fmla="*/ 5410479 w 7467600"/>
              <a:gd name="connsiteY783" fmla="*/ 348434 h 6858000"/>
              <a:gd name="connsiteX784" fmla="*/ 5805386 w 7467600"/>
              <a:gd name="connsiteY784" fmla="*/ 239240 h 6858000"/>
              <a:gd name="connsiteX785" fmla="*/ 5905192 w 7467600"/>
              <a:gd name="connsiteY785" fmla="*/ 163079 h 6858000"/>
              <a:gd name="connsiteX786" fmla="*/ 5865655 w 7467600"/>
              <a:gd name="connsiteY786" fmla="*/ 171901 h 6858000"/>
              <a:gd name="connsiteX787" fmla="*/ 5259740 w 7467600"/>
              <a:gd name="connsiteY787" fmla="*/ 257013 h 6858000"/>
              <a:gd name="connsiteX788" fmla="*/ 5208466 w 7467600"/>
              <a:gd name="connsiteY788" fmla="*/ 257550 h 6858000"/>
              <a:gd name="connsiteX789" fmla="*/ 4980204 w 7467600"/>
              <a:gd name="connsiteY789" fmla="*/ 271903 h 6858000"/>
              <a:gd name="connsiteX790" fmla="*/ 5068068 w 7467600"/>
              <a:gd name="connsiteY790" fmla="*/ 282244 h 6858000"/>
              <a:gd name="connsiteX791" fmla="*/ 5153231 w 7467600"/>
              <a:gd name="connsiteY791" fmla="*/ 292240 h 6858000"/>
              <a:gd name="connsiteX792" fmla="*/ 5426491 w 7467600"/>
              <a:gd name="connsiteY792" fmla="*/ 281128 h 6858000"/>
              <a:gd name="connsiteX793" fmla="*/ 5731212 w 7467600"/>
              <a:gd name="connsiteY793" fmla="*/ 231951 h 6858000"/>
              <a:gd name="connsiteX794" fmla="*/ 5905192 w 7467600"/>
              <a:gd name="connsiteY794" fmla="*/ 163079 h 6858000"/>
              <a:gd name="connsiteX795" fmla="*/ 5944437 w 7467600"/>
              <a:gd name="connsiteY795" fmla="*/ 113829 h 6858000"/>
              <a:gd name="connsiteX796" fmla="*/ 5825032 w 7467600"/>
              <a:gd name="connsiteY796" fmla="*/ 146405 h 6858000"/>
              <a:gd name="connsiteX797" fmla="*/ 4955599 w 7467600"/>
              <a:gd name="connsiteY797" fmla="*/ 247008 h 6858000"/>
              <a:gd name="connsiteX798" fmla="*/ 5210104 w 7467600"/>
              <a:gd name="connsiteY798" fmla="*/ 228123 h 6858000"/>
              <a:gd name="connsiteX799" fmla="*/ 5261015 w 7467600"/>
              <a:gd name="connsiteY799" fmla="*/ 227087 h 6858000"/>
              <a:gd name="connsiteX800" fmla="*/ 5861181 w 7467600"/>
              <a:gd name="connsiteY800" fmla="*/ 143093 h 6858000"/>
              <a:gd name="connsiteX801" fmla="*/ 5961252 w 7467600"/>
              <a:gd name="connsiteY801" fmla="*/ 114820 h 6858000"/>
              <a:gd name="connsiteX802" fmla="*/ 5944437 w 7467600"/>
              <a:gd name="connsiteY802" fmla="*/ 113829 h 6858000"/>
              <a:gd name="connsiteX803" fmla="*/ 3882765 w 7467600"/>
              <a:gd name="connsiteY803" fmla="*/ 0 h 6858000"/>
              <a:gd name="connsiteX804" fmla="*/ 3995099 w 7467600"/>
              <a:gd name="connsiteY804" fmla="*/ 0 h 6858000"/>
              <a:gd name="connsiteX805" fmla="*/ 4163818 w 7467600"/>
              <a:gd name="connsiteY805" fmla="*/ 234104 h 6858000"/>
              <a:gd name="connsiteX806" fmla="*/ 4172099 w 7467600"/>
              <a:gd name="connsiteY806" fmla="*/ 234207 h 6858000"/>
              <a:gd name="connsiteX807" fmla="*/ 4784282 w 7467600"/>
              <a:gd name="connsiteY807" fmla="*/ 276561 h 6858000"/>
              <a:gd name="connsiteX808" fmla="*/ 4801687 w 7467600"/>
              <a:gd name="connsiteY808" fmla="*/ 267764 h 6858000"/>
              <a:gd name="connsiteX809" fmla="*/ 6082788 w 7467600"/>
              <a:gd name="connsiteY809" fmla="*/ 64119 h 6858000"/>
              <a:gd name="connsiteX810" fmla="*/ 6099442 w 7467600"/>
              <a:gd name="connsiteY810" fmla="*/ 82568 h 6858000"/>
              <a:gd name="connsiteX811" fmla="*/ 4804137 w 7467600"/>
              <a:gd name="connsiteY811" fmla="*/ 320931 h 6858000"/>
              <a:gd name="connsiteX812" fmla="*/ 4227047 w 7467600"/>
              <a:gd name="connsiteY812" fmla="*/ 313415 h 6858000"/>
              <a:gd name="connsiteX813" fmla="*/ 4346041 w 7467600"/>
              <a:gd name="connsiteY813" fmla="*/ 456086 h 6858000"/>
              <a:gd name="connsiteX814" fmla="*/ 4870967 w 7467600"/>
              <a:gd name="connsiteY814" fmla="*/ 963061 h 6858000"/>
              <a:gd name="connsiteX815" fmla="*/ 4889647 w 7467600"/>
              <a:gd name="connsiteY815" fmla="*/ 957147 h 6858000"/>
              <a:gd name="connsiteX816" fmla="*/ 5422504 w 7467600"/>
              <a:gd name="connsiteY816" fmla="*/ 805191 h 6858000"/>
              <a:gd name="connsiteX817" fmla="*/ 6087656 w 7467600"/>
              <a:gd name="connsiteY817" fmla="*/ 826703 h 6858000"/>
              <a:gd name="connsiteX818" fmla="*/ 6058717 w 7467600"/>
              <a:gd name="connsiteY818" fmla="*/ 865992 h 6858000"/>
              <a:gd name="connsiteX819" fmla="*/ 4974153 w 7467600"/>
              <a:gd name="connsiteY819" fmla="*/ 1045456 h 6858000"/>
              <a:gd name="connsiteX820" fmla="*/ 5627835 w 7467600"/>
              <a:gd name="connsiteY820" fmla="*/ 1472077 h 6858000"/>
              <a:gd name="connsiteX821" fmla="*/ 5629817 w 7467600"/>
              <a:gd name="connsiteY821" fmla="*/ 1471412 h 6858000"/>
              <a:gd name="connsiteX822" fmla="*/ 5634124 w 7467600"/>
              <a:gd name="connsiteY822" fmla="*/ 1470572 h 6858000"/>
              <a:gd name="connsiteX823" fmla="*/ 5755832 w 7467600"/>
              <a:gd name="connsiteY823" fmla="*/ 1383886 h 6858000"/>
              <a:gd name="connsiteX824" fmla="*/ 6014186 w 7467600"/>
              <a:gd name="connsiteY824" fmla="*/ 1279799 h 6858000"/>
              <a:gd name="connsiteX825" fmla="*/ 6901619 w 7467600"/>
              <a:gd name="connsiteY825" fmla="*/ 1047874 h 6858000"/>
              <a:gd name="connsiteX826" fmla="*/ 6931566 w 7467600"/>
              <a:gd name="connsiteY826" fmla="*/ 1062034 h 6858000"/>
              <a:gd name="connsiteX827" fmla="*/ 5790982 w 7467600"/>
              <a:gd name="connsiteY827" fmla="*/ 1561380 h 6858000"/>
              <a:gd name="connsiteX828" fmla="*/ 6188971 w 7467600"/>
              <a:gd name="connsiteY828" fmla="*/ 1755168 h 6858000"/>
              <a:gd name="connsiteX829" fmla="*/ 6202446 w 7467600"/>
              <a:gd name="connsiteY829" fmla="*/ 1752268 h 6858000"/>
              <a:gd name="connsiteX830" fmla="*/ 7179560 w 7467600"/>
              <a:gd name="connsiteY830" fmla="*/ 1467551 h 6858000"/>
              <a:gd name="connsiteX831" fmla="*/ 7158730 w 7467600"/>
              <a:gd name="connsiteY831" fmla="*/ 1507835 h 6858000"/>
              <a:gd name="connsiteX832" fmla="*/ 6326959 w 7467600"/>
              <a:gd name="connsiteY832" fmla="*/ 1817686 h 6858000"/>
              <a:gd name="connsiteX833" fmla="*/ 6537433 w 7467600"/>
              <a:gd name="connsiteY833" fmla="*/ 1907790 h 6858000"/>
              <a:gd name="connsiteX834" fmla="*/ 6550221 w 7467600"/>
              <a:gd name="connsiteY834" fmla="*/ 1910729 h 6858000"/>
              <a:gd name="connsiteX835" fmla="*/ 6964438 w 7467600"/>
              <a:gd name="connsiteY835" fmla="*/ 2209505 h 6858000"/>
              <a:gd name="connsiteX836" fmla="*/ 7367862 w 7467600"/>
              <a:gd name="connsiteY836" fmla="*/ 2806833 h 6858000"/>
              <a:gd name="connsiteX837" fmla="*/ 7364329 w 7467600"/>
              <a:gd name="connsiteY837" fmla="*/ 2826907 h 6858000"/>
              <a:gd name="connsiteX838" fmla="*/ 7290545 w 7467600"/>
              <a:gd name="connsiteY838" fmla="*/ 2850663 h 6858000"/>
              <a:gd name="connsiteX839" fmla="*/ 6472036 w 7467600"/>
              <a:gd name="connsiteY839" fmla="*/ 1959003 h 6858000"/>
              <a:gd name="connsiteX840" fmla="*/ 5792897 w 7467600"/>
              <a:gd name="connsiteY840" fmla="*/ 1647747 h 6858000"/>
              <a:gd name="connsiteX841" fmla="*/ 5842751 w 7467600"/>
              <a:gd name="connsiteY841" fmla="*/ 1816112 h 6858000"/>
              <a:gd name="connsiteX842" fmla="*/ 5847424 w 7467600"/>
              <a:gd name="connsiteY842" fmla="*/ 1815776 h 6858000"/>
              <a:gd name="connsiteX843" fmla="*/ 6399821 w 7467600"/>
              <a:gd name="connsiteY843" fmla="*/ 2344799 h 6858000"/>
              <a:gd name="connsiteX844" fmla="*/ 6323232 w 7467600"/>
              <a:gd name="connsiteY844" fmla="*/ 2389634 h 6858000"/>
              <a:gd name="connsiteX845" fmla="*/ 5942958 w 7467600"/>
              <a:gd name="connsiteY845" fmla="*/ 2077708 h 6858000"/>
              <a:gd name="connsiteX846" fmla="*/ 5921559 w 7467600"/>
              <a:gd name="connsiteY846" fmla="*/ 2378596 h 6858000"/>
              <a:gd name="connsiteX847" fmla="*/ 5817651 w 7467600"/>
              <a:gd name="connsiteY847" fmla="*/ 3023919 h 6858000"/>
              <a:gd name="connsiteX848" fmla="*/ 5729634 w 7467600"/>
              <a:gd name="connsiteY848" fmla="*/ 3051849 h 6858000"/>
              <a:gd name="connsiteX849" fmla="*/ 5611018 w 7467600"/>
              <a:gd name="connsiteY849" fmla="*/ 2316769 h 6858000"/>
              <a:gd name="connsiteX850" fmla="*/ 5687608 w 7467600"/>
              <a:gd name="connsiteY850" fmla="*/ 2039972 h 6858000"/>
              <a:gd name="connsiteX851" fmla="*/ 5657554 w 7467600"/>
              <a:gd name="connsiteY851" fmla="*/ 1576445 h 6858000"/>
              <a:gd name="connsiteX852" fmla="*/ 5150475 w 7467600"/>
              <a:gd name="connsiteY852" fmla="*/ 1274012 h 6858000"/>
              <a:gd name="connsiteX853" fmla="*/ 5349142 w 7467600"/>
              <a:gd name="connsiteY853" fmla="*/ 2204405 h 6858000"/>
              <a:gd name="connsiteX854" fmla="*/ 5262214 w 7467600"/>
              <a:gd name="connsiteY854" fmla="*/ 2233836 h 6858000"/>
              <a:gd name="connsiteX855" fmla="*/ 4981539 w 7467600"/>
              <a:gd name="connsiteY855" fmla="*/ 1542201 h 6858000"/>
              <a:gd name="connsiteX856" fmla="*/ 4958461 w 7467600"/>
              <a:gd name="connsiteY856" fmla="*/ 1136957 h 6858000"/>
              <a:gd name="connsiteX857" fmla="*/ 4655015 w 7467600"/>
              <a:gd name="connsiteY857" fmla="*/ 891426 h 6858000"/>
              <a:gd name="connsiteX858" fmla="*/ 4348002 w 7467600"/>
              <a:gd name="connsiteY858" fmla="*/ 2205895 h 6858000"/>
              <a:gd name="connsiteX859" fmla="*/ 4262250 w 7467600"/>
              <a:gd name="connsiteY859" fmla="*/ 2219972 h 6858000"/>
              <a:gd name="connsiteX860" fmla="*/ 4550611 w 7467600"/>
              <a:gd name="connsiteY860" fmla="*/ 817540 h 6858000"/>
              <a:gd name="connsiteX861" fmla="*/ 4564418 w 7467600"/>
              <a:gd name="connsiteY861" fmla="*/ 808293 h 6858000"/>
              <a:gd name="connsiteX862" fmla="*/ 4266388 w 7467600"/>
              <a:gd name="connsiteY862" fmla="*/ 500083 h 6858000"/>
              <a:gd name="connsiteX863" fmla="*/ 4032842 w 7467600"/>
              <a:gd name="connsiteY863" fmla="*/ 211809 h 6858000"/>
              <a:gd name="connsiteX864" fmla="*/ 3882765 w 7467600"/>
              <a:gd name="connsiteY864" fmla="*/ 0 h 6858000"/>
              <a:gd name="connsiteX865" fmla="*/ 3721337 w 7467600"/>
              <a:gd name="connsiteY865" fmla="*/ 0 h 6858000"/>
              <a:gd name="connsiteX866" fmla="*/ 3797544 w 7467600"/>
              <a:gd name="connsiteY866" fmla="*/ 0 h 6858000"/>
              <a:gd name="connsiteX867" fmla="*/ 3775734 w 7467600"/>
              <a:gd name="connsiteY867" fmla="*/ 95131 h 6858000"/>
              <a:gd name="connsiteX868" fmla="*/ 3724807 w 7467600"/>
              <a:gd name="connsiteY868" fmla="*/ 272257 h 6858000"/>
              <a:gd name="connsiteX869" fmla="*/ 3726844 w 7467600"/>
              <a:gd name="connsiteY869" fmla="*/ 282988 h 6858000"/>
              <a:gd name="connsiteX870" fmla="*/ 3742664 w 7467600"/>
              <a:gd name="connsiteY870" fmla="*/ 279918 h 6858000"/>
              <a:gd name="connsiteX871" fmla="*/ 4103910 w 7467600"/>
              <a:gd name="connsiteY871" fmla="*/ 1161917 h 6858000"/>
              <a:gd name="connsiteX872" fmla="*/ 4020269 w 7467600"/>
              <a:gd name="connsiteY872" fmla="*/ 1200406 h 6858000"/>
              <a:gd name="connsiteX873" fmla="*/ 3674882 w 7467600"/>
              <a:gd name="connsiteY873" fmla="*/ 488524 h 6858000"/>
              <a:gd name="connsiteX874" fmla="*/ 3132682 w 7467600"/>
              <a:gd name="connsiteY874" fmla="*/ 1072284 h 6858000"/>
              <a:gd name="connsiteX875" fmla="*/ 2716346 w 7467600"/>
              <a:gd name="connsiteY875" fmla="*/ 1276376 h 6858000"/>
              <a:gd name="connsiteX876" fmla="*/ 2716772 w 7467600"/>
              <a:gd name="connsiteY876" fmla="*/ 1255462 h 6858000"/>
              <a:gd name="connsiteX877" fmla="*/ 3471096 w 7467600"/>
              <a:gd name="connsiteY877" fmla="*/ 437072 h 6858000"/>
              <a:gd name="connsiteX878" fmla="*/ 3639057 w 7467600"/>
              <a:gd name="connsiteY878" fmla="*/ 286334 h 6858000"/>
              <a:gd name="connsiteX879" fmla="*/ 3640309 w 7467600"/>
              <a:gd name="connsiteY879" fmla="*/ 284664 h 6858000"/>
              <a:gd name="connsiteX880" fmla="*/ 3646022 w 7467600"/>
              <a:gd name="connsiteY880" fmla="*/ 276711 h 6858000"/>
              <a:gd name="connsiteX881" fmla="*/ 3707943 w 7467600"/>
              <a:gd name="connsiteY881" fmla="*/ 65958 h 6858000"/>
              <a:gd name="connsiteX882" fmla="*/ 3721337 w 7467600"/>
              <a:gd name="connsiteY882" fmla="*/ 0 h 6858000"/>
              <a:gd name="connsiteX883" fmla="*/ 2867960 w 7467600"/>
              <a:gd name="connsiteY883" fmla="*/ 0 h 6858000"/>
              <a:gd name="connsiteX884" fmla="*/ 2926351 w 7467600"/>
              <a:gd name="connsiteY884" fmla="*/ 0 h 6858000"/>
              <a:gd name="connsiteX885" fmla="*/ 2902823 w 7467600"/>
              <a:gd name="connsiteY885" fmla="*/ 262929 h 6858000"/>
              <a:gd name="connsiteX886" fmla="*/ 2940663 w 7467600"/>
              <a:gd name="connsiteY886" fmla="*/ 140884 h 6858000"/>
              <a:gd name="connsiteX887" fmla="*/ 2947039 w 7467600"/>
              <a:gd name="connsiteY887" fmla="*/ 122524 h 6858000"/>
              <a:gd name="connsiteX888" fmla="*/ 2984316 w 7467600"/>
              <a:gd name="connsiteY888" fmla="*/ 0 h 6858000"/>
              <a:gd name="connsiteX889" fmla="*/ 3016114 w 7467600"/>
              <a:gd name="connsiteY889" fmla="*/ 0 h 6858000"/>
              <a:gd name="connsiteX890" fmla="*/ 2979949 w 7467600"/>
              <a:gd name="connsiteY890" fmla="*/ 119274 h 6858000"/>
              <a:gd name="connsiteX891" fmla="*/ 3023879 w 7467600"/>
              <a:gd name="connsiteY891" fmla="*/ 0 h 6858000"/>
              <a:gd name="connsiteX892" fmla="*/ 3105400 w 7467600"/>
              <a:gd name="connsiteY892" fmla="*/ 0 h 6858000"/>
              <a:gd name="connsiteX893" fmla="*/ 3094669 w 7467600"/>
              <a:gd name="connsiteY893" fmla="*/ 30308 h 6858000"/>
              <a:gd name="connsiteX894" fmla="*/ 2901945 w 7467600"/>
              <a:gd name="connsiteY894" fmla="*/ 466538 h 6858000"/>
              <a:gd name="connsiteX895" fmla="*/ 2815209 w 7467600"/>
              <a:gd name="connsiteY895" fmla="*/ 497361 h 6858000"/>
              <a:gd name="connsiteX896" fmla="*/ 2844845 w 7467600"/>
              <a:gd name="connsiteY896" fmla="*/ 127638 h 6858000"/>
              <a:gd name="connsiteX897" fmla="*/ 2867960 w 7467600"/>
              <a:gd name="connsiteY897" fmla="*/ 0 h 6858000"/>
              <a:gd name="connsiteX898" fmla="*/ 1057230 w 7467600"/>
              <a:gd name="connsiteY898" fmla="*/ 0 h 6858000"/>
              <a:gd name="connsiteX899" fmla="*/ 1111003 w 7467600"/>
              <a:gd name="connsiteY899" fmla="*/ 0 h 6858000"/>
              <a:gd name="connsiteX900" fmla="*/ 1125553 w 7467600"/>
              <a:gd name="connsiteY900" fmla="*/ 52588 h 6858000"/>
              <a:gd name="connsiteX901" fmla="*/ 1304276 w 7467600"/>
              <a:gd name="connsiteY901" fmla="*/ 476275 h 6858000"/>
              <a:gd name="connsiteX902" fmla="*/ 1492066 w 7467600"/>
              <a:gd name="connsiteY902" fmla="*/ 886333 h 6858000"/>
              <a:gd name="connsiteX903" fmla="*/ 1423698 w 7467600"/>
              <a:gd name="connsiteY903" fmla="*/ 710817 h 6858000"/>
              <a:gd name="connsiteX904" fmla="*/ 1357609 w 7467600"/>
              <a:gd name="connsiteY904" fmla="*/ 532892 h 6858000"/>
              <a:gd name="connsiteX905" fmla="*/ 1309550 w 7467600"/>
              <a:gd name="connsiteY905" fmla="*/ 374031 h 6858000"/>
              <a:gd name="connsiteX906" fmla="*/ 1193673 w 7467600"/>
              <a:gd name="connsiteY906" fmla="*/ 49533 h 6858000"/>
              <a:gd name="connsiteX907" fmla="*/ 1164391 w 7467600"/>
              <a:gd name="connsiteY907" fmla="*/ 0 h 6858000"/>
              <a:gd name="connsiteX908" fmla="*/ 1200666 w 7467600"/>
              <a:gd name="connsiteY908" fmla="*/ 0 h 6858000"/>
              <a:gd name="connsiteX909" fmla="*/ 1223408 w 7467600"/>
              <a:gd name="connsiteY909" fmla="*/ 38996 h 6858000"/>
              <a:gd name="connsiteX910" fmla="*/ 1339635 w 7467600"/>
              <a:gd name="connsiteY910" fmla="*/ 365517 h 6858000"/>
              <a:gd name="connsiteX911" fmla="*/ 1387469 w 7467600"/>
              <a:gd name="connsiteY911" fmla="*/ 523079 h 6858000"/>
              <a:gd name="connsiteX912" fmla="*/ 1452685 w 7467600"/>
              <a:gd name="connsiteY912" fmla="*/ 699806 h 6858000"/>
              <a:gd name="connsiteX913" fmla="*/ 1492092 w 7467600"/>
              <a:gd name="connsiteY913" fmla="*/ 800424 h 6858000"/>
              <a:gd name="connsiteX914" fmla="*/ 1455302 w 7467600"/>
              <a:gd name="connsiteY914" fmla="*/ 632913 h 6858000"/>
              <a:gd name="connsiteX915" fmla="*/ 1222336 w 7467600"/>
              <a:gd name="connsiteY915" fmla="*/ 9480 h 6858000"/>
              <a:gd name="connsiteX916" fmla="*/ 1214634 w 7467600"/>
              <a:gd name="connsiteY916" fmla="*/ 0 h 6858000"/>
              <a:gd name="connsiteX917" fmla="*/ 1289827 w 7467600"/>
              <a:gd name="connsiteY917" fmla="*/ 0 h 6858000"/>
              <a:gd name="connsiteX918" fmla="*/ 1321076 w 7467600"/>
              <a:gd name="connsiteY918" fmla="*/ 59722 h 6858000"/>
              <a:gd name="connsiteX919" fmla="*/ 1512579 w 7467600"/>
              <a:gd name="connsiteY919" fmla="*/ 626441 h 6858000"/>
              <a:gd name="connsiteX920" fmla="*/ 1506076 w 7467600"/>
              <a:gd name="connsiteY920" fmla="*/ 1089289 h 6858000"/>
              <a:gd name="connsiteX921" fmla="*/ 1486346 w 7467600"/>
              <a:gd name="connsiteY921" fmla="*/ 1079919 h 6858000"/>
              <a:gd name="connsiteX922" fmla="*/ 1070511 w 7467600"/>
              <a:gd name="connsiteY922" fmla="*/ 48609 h 6858000"/>
              <a:gd name="connsiteX923" fmla="*/ 1057230 w 7467600"/>
              <a:gd name="connsiteY923" fmla="*/ 0 h 6858000"/>
              <a:gd name="connsiteX924" fmla="*/ 43151 w 7467600"/>
              <a:gd name="connsiteY924" fmla="*/ 0 h 6858000"/>
              <a:gd name="connsiteX925" fmla="*/ 95283 w 7467600"/>
              <a:gd name="connsiteY925" fmla="*/ 0 h 6858000"/>
              <a:gd name="connsiteX926" fmla="*/ 300708 w 7467600"/>
              <a:gd name="connsiteY926" fmla="*/ 154571 h 6858000"/>
              <a:gd name="connsiteX927" fmla="*/ 530414 w 7467600"/>
              <a:gd name="connsiteY927" fmla="*/ 354673 h 6858000"/>
              <a:gd name="connsiteX928" fmla="*/ 333785 w 7467600"/>
              <a:gd name="connsiteY928" fmla="*/ 161564 h 6858000"/>
              <a:gd name="connsiteX929" fmla="*/ 147005 w 7467600"/>
              <a:gd name="connsiteY929" fmla="*/ 0 h 6858000"/>
              <a:gd name="connsiteX930" fmla="*/ 272509 w 7467600"/>
              <a:gd name="connsiteY930" fmla="*/ 0 h 6858000"/>
              <a:gd name="connsiteX931" fmla="*/ 326276 w 7467600"/>
              <a:gd name="connsiteY931" fmla="*/ 45847 h 6858000"/>
              <a:gd name="connsiteX932" fmla="*/ 823759 w 7467600"/>
              <a:gd name="connsiteY932" fmla="*/ 574145 h 6858000"/>
              <a:gd name="connsiteX933" fmla="*/ 811254 w 7467600"/>
              <a:gd name="connsiteY933" fmla="*/ 665546 h 6858000"/>
              <a:gd name="connsiteX934" fmla="*/ 154042 w 7467600"/>
              <a:gd name="connsiteY934" fmla="*/ 261522 h 6858000"/>
              <a:gd name="connsiteX935" fmla="*/ 13550 w 7467600"/>
              <a:gd name="connsiteY935" fmla="*/ 158423 h 6858000"/>
              <a:gd name="connsiteX936" fmla="*/ 0 w 7467600"/>
              <a:gd name="connsiteY936" fmla="*/ 146618 h 6858000"/>
              <a:gd name="connsiteX937" fmla="*/ 0 w 7467600"/>
              <a:gd name="connsiteY937" fmla="*/ 59161 h 6858000"/>
              <a:gd name="connsiteX938" fmla="*/ 45427 w 7467600"/>
              <a:gd name="connsiteY938" fmla="*/ 101078 h 6858000"/>
              <a:gd name="connsiteX939" fmla="*/ 630103 w 7467600"/>
              <a:gd name="connsiteY939" fmla="*/ 485885 h 6858000"/>
              <a:gd name="connsiteX940" fmla="*/ 532040 w 7467600"/>
              <a:gd name="connsiteY940" fmla="*/ 399359 h 6858000"/>
              <a:gd name="connsiteX941" fmla="*/ 517618 w 7467600"/>
              <a:gd name="connsiteY941" fmla="*/ 385726 h 6858000"/>
              <a:gd name="connsiteX942" fmla="*/ 285074 w 7467600"/>
              <a:gd name="connsiteY942" fmla="*/ 182755 h 6858000"/>
              <a:gd name="connsiteX943" fmla="*/ 43151 w 7467600"/>
              <a:gd name="connsiteY943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289862 w 7467600"/>
              <a:gd name="connsiteY10" fmla="*/ 6659827 h 6858000"/>
              <a:gd name="connsiteX11" fmla="*/ 1019354 w 7467600"/>
              <a:gd name="connsiteY11" fmla="*/ 6315006 h 6858000"/>
              <a:gd name="connsiteX12" fmla="*/ 441046 w 7467600"/>
              <a:gd name="connsiteY12" fmla="*/ 6691153 h 6858000"/>
              <a:gd name="connsiteX13" fmla="*/ 1019354 w 7467600"/>
              <a:gd name="connsiteY13" fmla="*/ 6315006 h 6858000"/>
              <a:gd name="connsiteX14" fmla="*/ 991680 w 7467600"/>
              <a:gd name="connsiteY14" fmla="*/ 6298413 h 6858000"/>
              <a:gd name="connsiteX15" fmla="*/ 409060 w 7467600"/>
              <a:gd name="connsiteY15" fmla="*/ 6671470 h 6858000"/>
              <a:gd name="connsiteX16" fmla="*/ 991680 w 7467600"/>
              <a:gd name="connsiteY16" fmla="*/ 6298413 h 6858000"/>
              <a:gd name="connsiteX17" fmla="*/ 103333 w 7467600"/>
              <a:gd name="connsiteY17" fmla="*/ 5699602 h 6858000"/>
              <a:gd name="connsiteX18" fmla="*/ 233938 w 7467600"/>
              <a:gd name="connsiteY18" fmla="*/ 5809416 h 6858000"/>
              <a:gd name="connsiteX19" fmla="*/ 883580 w 7467600"/>
              <a:gd name="connsiteY19" fmla="*/ 6180710 h 6858000"/>
              <a:gd name="connsiteX20" fmla="*/ 487337 w 7467600"/>
              <a:gd name="connsiteY20" fmla="*/ 5950182 h 6858000"/>
              <a:gd name="connsiteX21" fmla="*/ 354051 w 7467600"/>
              <a:gd name="connsiteY21" fmla="*/ 5854912 h 6858000"/>
              <a:gd name="connsiteX22" fmla="*/ 195436 w 7467600"/>
              <a:gd name="connsiteY22" fmla="*/ 5755068 h 6858000"/>
              <a:gd name="connsiteX23" fmla="*/ 103333 w 7467600"/>
              <a:gd name="connsiteY23" fmla="*/ 5699602 h 6858000"/>
              <a:gd name="connsiteX24" fmla="*/ 5539432 w 7467600"/>
              <a:gd name="connsiteY24" fmla="*/ 5642928 h 6858000"/>
              <a:gd name="connsiteX25" fmla="*/ 5555462 w 7467600"/>
              <a:gd name="connsiteY25" fmla="*/ 5694454 h 6858000"/>
              <a:gd name="connsiteX26" fmla="*/ 5828270 w 7467600"/>
              <a:gd name="connsiteY26" fmla="*/ 6320663 h 6858000"/>
              <a:gd name="connsiteX27" fmla="*/ 5947416 w 7467600"/>
              <a:gd name="connsiteY27" fmla="*/ 6574846 h 6858000"/>
              <a:gd name="connsiteX28" fmla="*/ 5539432 w 7467600"/>
              <a:gd name="connsiteY28" fmla="*/ 5642928 h 6858000"/>
              <a:gd name="connsiteX29" fmla="*/ 51253 w 7467600"/>
              <a:gd name="connsiteY29" fmla="*/ 5631825 h 6858000"/>
              <a:gd name="connsiteX30" fmla="*/ 211622 w 7467600"/>
              <a:gd name="connsiteY30" fmla="*/ 5728803 h 6858000"/>
              <a:gd name="connsiteX31" fmla="*/ 371652 w 7467600"/>
              <a:gd name="connsiteY31" fmla="*/ 5829062 h 6858000"/>
              <a:gd name="connsiteX32" fmla="*/ 505903 w 7467600"/>
              <a:gd name="connsiteY32" fmla="*/ 5925221 h 6858000"/>
              <a:gd name="connsiteX33" fmla="*/ 899240 w 7467600"/>
              <a:gd name="connsiteY33" fmla="*/ 6153068 h 6858000"/>
              <a:gd name="connsiteX34" fmla="*/ 988114 w 7467600"/>
              <a:gd name="connsiteY34" fmla="*/ 6174204 h 6858000"/>
              <a:gd name="connsiteX35" fmla="*/ 845971 w 7467600"/>
              <a:gd name="connsiteY35" fmla="*/ 6067177 h 6858000"/>
              <a:gd name="connsiteX36" fmla="*/ 448057 w 7467600"/>
              <a:gd name="connsiteY36" fmla="*/ 5841376 h 6858000"/>
              <a:gd name="connsiteX37" fmla="*/ 51253 w 7467600"/>
              <a:gd name="connsiteY37" fmla="*/ 5631825 h 6858000"/>
              <a:gd name="connsiteX38" fmla="*/ 2606687 w 7467600"/>
              <a:gd name="connsiteY38" fmla="*/ 5630718 h 6858000"/>
              <a:gd name="connsiteX39" fmla="*/ 2645658 w 7467600"/>
              <a:gd name="connsiteY39" fmla="*/ 6640259 h 6858000"/>
              <a:gd name="connsiteX40" fmla="*/ 2606687 w 7467600"/>
              <a:gd name="connsiteY40" fmla="*/ 5630718 h 6858000"/>
              <a:gd name="connsiteX41" fmla="*/ 3642057 w 7467600"/>
              <a:gd name="connsiteY41" fmla="*/ 5573487 h 6858000"/>
              <a:gd name="connsiteX42" fmla="*/ 3632981 w 7467600"/>
              <a:gd name="connsiteY42" fmla="*/ 5579437 h 6858000"/>
              <a:gd name="connsiteX43" fmla="*/ 3382436 w 7467600"/>
              <a:gd name="connsiteY43" fmla="*/ 5952726 h 6858000"/>
              <a:gd name="connsiteX44" fmla="*/ 3191929 w 7467600"/>
              <a:gd name="connsiteY44" fmla="*/ 6662669 h 6858000"/>
              <a:gd name="connsiteX45" fmla="*/ 3369898 w 7467600"/>
              <a:gd name="connsiteY45" fmla="*/ 6081771 h 6858000"/>
              <a:gd name="connsiteX46" fmla="*/ 3642057 w 7467600"/>
              <a:gd name="connsiteY46" fmla="*/ 5573487 h 6858000"/>
              <a:gd name="connsiteX47" fmla="*/ 2650666 w 7467600"/>
              <a:gd name="connsiteY47" fmla="*/ 5530686 h 6858000"/>
              <a:gd name="connsiteX48" fmla="*/ 2650249 w 7467600"/>
              <a:gd name="connsiteY48" fmla="*/ 5532101 h 6858000"/>
              <a:gd name="connsiteX49" fmla="*/ 2663808 w 7467600"/>
              <a:gd name="connsiteY49" fmla="*/ 6535215 h 6858000"/>
              <a:gd name="connsiteX50" fmla="*/ 2665418 w 7467600"/>
              <a:gd name="connsiteY50" fmla="*/ 6132756 h 6858000"/>
              <a:gd name="connsiteX51" fmla="*/ 2650666 w 7467600"/>
              <a:gd name="connsiteY51" fmla="*/ 5530686 h 6858000"/>
              <a:gd name="connsiteX52" fmla="*/ 2680277 w 7467600"/>
              <a:gd name="connsiteY52" fmla="*/ 5479204 h 6858000"/>
              <a:gd name="connsiteX53" fmla="*/ 2678972 w 7467600"/>
              <a:gd name="connsiteY53" fmla="*/ 5481582 h 6858000"/>
              <a:gd name="connsiteX54" fmla="*/ 2696666 w 7467600"/>
              <a:gd name="connsiteY54" fmla="*/ 6133836 h 6858000"/>
              <a:gd name="connsiteX55" fmla="*/ 2695769 w 7467600"/>
              <a:gd name="connsiteY55" fmla="*/ 6390955 h 6858000"/>
              <a:gd name="connsiteX56" fmla="*/ 2739893 w 7467600"/>
              <a:gd name="connsiteY56" fmla="*/ 6108357 h 6858000"/>
              <a:gd name="connsiteX57" fmla="*/ 2680277 w 7467600"/>
              <a:gd name="connsiteY57" fmla="*/ 5479204 h 6858000"/>
              <a:gd name="connsiteX58" fmla="*/ 1132195 w 7467600"/>
              <a:gd name="connsiteY58" fmla="*/ 5467980 h 6858000"/>
              <a:gd name="connsiteX59" fmla="*/ 1679056 w 7467600"/>
              <a:gd name="connsiteY59" fmla="*/ 5516907 h 6858000"/>
              <a:gd name="connsiteX60" fmla="*/ 2128648 w 7467600"/>
              <a:gd name="connsiteY60" fmla="*/ 5474249 h 6858000"/>
              <a:gd name="connsiteX61" fmla="*/ 1825619 w 7467600"/>
              <a:gd name="connsiteY61" fmla="*/ 5478447 h 6858000"/>
              <a:gd name="connsiteX62" fmla="*/ 1737798 w 7467600"/>
              <a:gd name="connsiteY62" fmla="*/ 5483353 h 6858000"/>
              <a:gd name="connsiteX63" fmla="*/ 1132195 w 7467600"/>
              <a:gd name="connsiteY63" fmla="*/ 5467980 h 6858000"/>
              <a:gd name="connsiteX64" fmla="*/ 1456157 w 7467600"/>
              <a:gd name="connsiteY64" fmla="*/ 5371404 h 6858000"/>
              <a:gd name="connsiteX65" fmla="*/ 1244432 w 7467600"/>
              <a:gd name="connsiteY65" fmla="*/ 5385601 h 6858000"/>
              <a:gd name="connsiteX66" fmla="*/ 973990 w 7467600"/>
              <a:gd name="connsiteY66" fmla="*/ 5424940 h 6858000"/>
              <a:gd name="connsiteX67" fmla="*/ 1103809 w 7467600"/>
              <a:gd name="connsiteY67" fmla="*/ 5433720 h 6858000"/>
              <a:gd name="connsiteX68" fmla="*/ 1123454 w 7467600"/>
              <a:gd name="connsiteY68" fmla="*/ 5435727 h 6858000"/>
              <a:gd name="connsiteX69" fmla="*/ 1737017 w 7467600"/>
              <a:gd name="connsiteY69" fmla="*/ 5452183 h 6858000"/>
              <a:gd name="connsiteX70" fmla="*/ 1824397 w 7467600"/>
              <a:gd name="connsiteY70" fmla="*/ 5447757 h 6858000"/>
              <a:gd name="connsiteX71" fmla="*/ 2070059 w 7467600"/>
              <a:gd name="connsiteY71" fmla="*/ 5441660 h 6858000"/>
              <a:gd name="connsiteX72" fmla="*/ 1456157 w 7467600"/>
              <a:gd name="connsiteY72" fmla="*/ 5371404 h 6858000"/>
              <a:gd name="connsiteX73" fmla="*/ 4988186 w 7467600"/>
              <a:gd name="connsiteY73" fmla="*/ 5216467 h 6858000"/>
              <a:gd name="connsiteX74" fmla="*/ 4777334 w 7467600"/>
              <a:gd name="connsiteY74" fmla="*/ 5406072 h 6858000"/>
              <a:gd name="connsiteX75" fmla="*/ 4718341 w 7467600"/>
              <a:gd name="connsiteY75" fmla="*/ 5468043 h 6858000"/>
              <a:gd name="connsiteX76" fmla="*/ 4604655 w 7467600"/>
              <a:gd name="connsiteY76" fmla="*/ 5583434 h 6858000"/>
              <a:gd name="connsiteX77" fmla="*/ 4565074 w 7467600"/>
              <a:gd name="connsiteY77" fmla="*/ 5618550 h 6858000"/>
              <a:gd name="connsiteX78" fmla="*/ 4988186 w 7467600"/>
              <a:gd name="connsiteY78" fmla="*/ 5216467 h 6858000"/>
              <a:gd name="connsiteX79" fmla="*/ 4978032 w 7467600"/>
              <a:gd name="connsiteY79" fmla="*/ 5183809 h 6858000"/>
              <a:gd name="connsiteX80" fmla="*/ 4463413 w 7467600"/>
              <a:gd name="connsiteY80" fmla="*/ 5615162 h 6858000"/>
              <a:gd name="connsiteX81" fmla="*/ 4358134 w 7467600"/>
              <a:gd name="connsiteY81" fmla="*/ 5742791 h 6858000"/>
              <a:gd name="connsiteX82" fmla="*/ 4376219 w 7467600"/>
              <a:gd name="connsiteY82" fmla="*/ 5729027 h 6858000"/>
              <a:gd name="connsiteX83" fmla="*/ 4582340 w 7467600"/>
              <a:gd name="connsiteY83" fmla="*/ 5561037 h 6858000"/>
              <a:gd name="connsiteX84" fmla="*/ 4694684 w 7467600"/>
              <a:gd name="connsiteY84" fmla="*/ 5447098 h 6858000"/>
              <a:gd name="connsiteX85" fmla="*/ 4754123 w 7467600"/>
              <a:gd name="connsiteY85" fmla="*/ 5384643 h 6858000"/>
              <a:gd name="connsiteX86" fmla="*/ 4978032 w 7467600"/>
              <a:gd name="connsiteY86" fmla="*/ 5183809 h 6858000"/>
              <a:gd name="connsiteX87" fmla="*/ 1903353 w 7467600"/>
              <a:gd name="connsiteY87" fmla="*/ 5044827 h 6858000"/>
              <a:gd name="connsiteX88" fmla="*/ 1936931 w 7467600"/>
              <a:gd name="connsiteY88" fmla="*/ 5093954 h 6858000"/>
              <a:gd name="connsiteX89" fmla="*/ 2195868 w 7467600"/>
              <a:gd name="connsiteY89" fmla="*/ 5396574 h 6858000"/>
              <a:gd name="connsiteX90" fmla="*/ 2088852 w 7467600"/>
              <a:gd name="connsiteY90" fmla="*/ 5166123 h 6858000"/>
              <a:gd name="connsiteX91" fmla="*/ 1958241 w 7467600"/>
              <a:gd name="connsiteY91" fmla="*/ 5067955 h 6858000"/>
              <a:gd name="connsiteX92" fmla="*/ 1903353 w 7467600"/>
              <a:gd name="connsiteY92" fmla="*/ 5044827 h 6858000"/>
              <a:gd name="connsiteX93" fmla="*/ 1979378 w 7467600"/>
              <a:gd name="connsiteY93" fmla="*/ 4769504 h 6858000"/>
              <a:gd name="connsiteX94" fmla="*/ 2882120 w 7467600"/>
              <a:gd name="connsiteY94" fmla="*/ 5064547 h 6858000"/>
              <a:gd name="connsiteX95" fmla="*/ 2793103 w 7467600"/>
              <a:gd name="connsiteY95" fmla="*/ 5039699 h 6858000"/>
              <a:gd name="connsiteX96" fmla="*/ 2770041 w 7467600"/>
              <a:gd name="connsiteY96" fmla="*/ 5033634 h 6858000"/>
              <a:gd name="connsiteX97" fmla="*/ 1979378 w 7467600"/>
              <a:gd name="connsiteY97" fmla="*/ 4769504 h 6858000"/>
              <a:gd name="connsiteX98" fmla="*/ 1927410 w 7467600"/>
              <a:gd name="connsiteY98" fmla="*/ 4716164 h 6858000"/>
              <a:gd name="connsiteX99" fmla="*/ 1959587 w 7467600"/>
              <a:gd name="connsiteY99" fmla="*/ 4728849 h 6858000"/>
              <a:gd name="connsiteX100" fmla="*/ 2777707 w 7467600"/>
              <a:gd name="connsiteY100" fmla="*/ 5003991 h 6858000"/>
              <a:gd name="connsiteX101" fmla="*/ 2800768 w 7467600"/>
              <a:gd name="connsiteY101" fmla="*/ 5010056 h 6858000"/>
              <a:gd name="connsiteX102" fmla="*/ 2879408 w 7467600"/>
              <a:gd name="connsiteY102" fmla="*/ 5031590 h 6858000"/>
              <a:gd name="connsiteX103" fmla="*/ 2862295 w 7467600"/>
              <a:gd name="connsiteY103" fmla="*/ 5022958 h 6858000"/>
              <a:gd name="connsiteX104" fmla="*/ 2813343 w 7467600"/>
              <a:gd name="connsiteY104" fmla="*/ 4998369 h 6858000"/>
              <a:gd name="connsiteX105" fmla="*/ 2646245 w 7467600"/>
              <a:gd name="connsiteY105" fmla="*/ 4930999 h 6858000"/>
              <a:gd name="connsiteX106" fmla="*/ 1999243 w 7467600"/>
              <a:gd name="connsiteY106" fmla="*/ 4730524 h 6858000"/>
              <a:gd name="connsiteX107" fmla="*/ 1979527 w 7467600"/>
              <a:gd name="connsiteY107" fmla="*/ 4726651 h 6858000"/>
              <a:gd name="connsiteX108" fmla="*/ 1927410 w 7467600"/>
              <a:gd name="connsiteY108" fmla="*/ 4716164 h 6858000"/>
              <a:gd name="connsiteX109" fmla="*/ 1997014 w 7467600"/>
              <a:gd name="connsiteY109" fmla="*/ 4698007 h 6858000"/>
              <a:gd name="connsiteX110" fmla="*/ 2005458 w 7467600"/>
              <a:gd name="connsiteY110" fmla="*/ 4699540 h 6858000"/>
              <a:gd name="connsiteX111" fmla="*/ 2657186 w 7467600"/>
              <a:gd name="connsiteY111" fmla="*/ 4901687 h 6858000"/>
              <a:gd name="connsiteX112" fmla="*/ 2826662 w 7467600"/>
              <a:gd name="connsiteY112" fmla="*/ 4970362 h 6858000"/>
              <a:gd name="connsiteX113" fmla="*/ 2876100 w 7467600"/>
              <a:gd name="connsiteY113" fmla="*/ 4995397 h 6858000"/>
              <a:gd name="connsiteX114" fmla="*/ 3042600 w 7467600"/>
              <a:gd name="connsiteY114" fmla="*/ 5059532 h 6858000"/>
              <a:gd name="connsiteX115" fmla="*/ 1997014 w 7467600"/>
              <a:gd name="connsiteY115" fmla="*/ 4698007 h 6858000"/>
              <a:gd name="connsiteX116" fmla="*/ 2305292 w 7467600"/>
              <a:gd name="connsiteY116" fmla="*/ 4219492 h 6858000"/>
              <a:gd name="connsiteX117" fmla="*/ 3360922 w 7467600"/>
              <a:gd name="connsiteY117" fmla="*/ 4529373 h 6858000"/>
              <a:gd name="connsiteX118" fmla="*/ 3492420 w 7467600"/>
              <a:gd name="connsiteY118" fmla="*/ 4510145 h 6858000"/>
              <a:gd name="connsiteX119" fmla="*/ 3364086 w 7467600"/>
              <a:gd name="connsiteY119" fmla="*/ 4480340 h 6858000"/>
              <a:gd name="connsiteX120" fmla="*/ 3225818 w 7467600"/>
              <a:gd name="connsiteY120" fmla="*/ 4411822 h 6858000"/>
              <a:gd name="connsiteX121" fmla="*/ 3129696 w 7467600"/>
              <a:gd name="connsiteY121" fmla="*/ 4360704 h 6858000"/>
              <a:gd name="connsiteX122" fmla="*/ 2814545 w 7467600"/>
              <a:gd name="connsiteY122" fmla="*/ 4282955 h 6858000"/>
              <a:gd name="connsiteX123" fmla="*/ 2305292 w 7467600"/>
              <a:gd name="connsiteY123" fmla="*/ 4219492 h 6858000"/>
              <a:gd name="connsiteX124" fmla="*/ 2626982 w 7467600"/>
              <a:gd name="connsiteY124" fmla="*/ 4206450 h 6858000"/>
              <a:gd name="connsiteX125" fmla="*/ 2490617 w 7467600"/>
              <a:gd name="connsiteY125" fmla="*/ 4206951 h 6858000"/>
              <a:gd name="connsiteX126" fmla="*/ 2819869 w 7467600"/>
              <a:gd name="connsiteY126" fmla="*/ 4252936 h 6858000"/>
              <a:gd name="connsiteX127" fmla="*/ 3143018 w 7467600"/>
              <a:gd name="connsiteY127" fmla="*/ 4332698 h 6858000"/>
              <a:gd name="connsiteX128" fmla="*/ 3241520 w 7467600"/>
              <a:gd name="connsiteY128" fmla="*/ 4385112 h 6858000"/>
              <a:gd name="connsiteX129" fmla="*/ 3374575 w 7467600"/>
              <a:gd name="connsiteY129" fmla="*/ 4451517 h 6858000"/>
              <a:gd name="connsiteX130" fmla="*/ 3505221 w 7467600"/>
              <a:gd name="connsiteY130" fmla="*/ 4480757 h 6858000"/>
              <a:gd name="connsiteX131" fmla="*/ 2626982 w 7467600"/>
              <a:gd name="connsiteY131" fmla="*/ 4206450 h 6858000"/>
              <a:gd name="connsiteX132" fmla="*/ 1310106 w 7467600"/>
              <a:gd name="connsiteY132" fmla="*/ 3943217 h 6858000"/>
              <a:gd name="connsiteX133" fmla="*/ 854994 w 7467600"/>
              <a:gd name="connsiteY133" fmla="*/ 4399136 h 6858000"/>
              <a:gd name="connsiteX134" fmla="*/ 742462 w 7467600"/>
              <a:gd name="connsiteY134" fmla="*/ 4594648 h 6858000"/>
              <a:gd name="connsiteX135" fmla="*/ 820602 w 7467600"/>
              <a:gd name="connsiteY135" fmla="*/ 4485915 h 6858000"/>
              <a:gd name="connsiteX136" fmla="*/ 878295 w 7467600"/>
              <a:gd name="connsiteY136" fmla="*/ 4403594 h 6858000"/>
              <a:gd name="connsiteX137" fmla="*/ 1240607 w 7467600"/>
              <a:gd name="connsiteY137" fmla="*/ 4010401 h 6858000"/>
              <a:gd name="connsiteX138" fmla="*/ 1310106 w 7467600"/>
              <a:gd name="connsiteY138" fmla="*/ 3943217 h 6858000"/>
              <a:gd name="connsiteX139" fmla="*/ 1423113 w 7467600"/>
              <a:gd name="connsiteY139" fmla="*/ 3874565 h 6858000"/>
              <a:gd name="connsiteX140" fmla="*/ 1260565 w 7467600"/>
              <a:gd name="connsiteY140" fmla="*/ 4031982 h 6858000"/>
              <a:gd name="connsiteX141" fmla="*/ 901900 w 7467600"/>
              <a:gd name="connsiteY141" fmla="*/ 4421236 h 6858000"/>
              <a:gd name="connsiteX142" fmla="*/ 845044 w 7467600"/>
              <a:gd name="connsiteY142" fmla="*/ 4502436 h 6858000"/>
              <a:gd name="connsiteX143" fmla="*/ 685926 w 7467600"/>
              <a:gd name="connsiteY143" fmla="*/ 4703069 h 6858000"/>
              <a:gd name="connsiteX144" fmla="*/ 684248 w 7467600"/>
              <a:gd name="connsiteY144" fmla="*/ 4706721 h 6858000"/>
              <a:gd name="connsiteX145" fmla="*/ 1423113 w 7467600"/>
              <a:gd name="connsiteY145" fmla="*/ 3874565 h 6858000"/>
              <a:gd name="connsiteX146" fmla="*/ 3316479 w 7467600"/>
              <a:gd name="connsiteY146" fmla="*/ 3872136 h 6858000"/>
              <a:gd name="connsiteX147" fmla="*/ 3546806 w 7467600"/>
              <a:gd name="connsiteY147" fmla="*/ 4356139 h 6858000"/>
              <a:gd name="connsiteX148" fmla="*/ 3364433 w 7467600"/>
              <a:gd name="connsiteY148" fmla="*/ 3953121 h 6858000"/>
              <a:gd name="connsiteX149" fmla="*/ 3316479 w 7467600"/>
              <a:gd name="connsiteY149" fmla="*/ 3872136 h 6858000"/>
              <a:gd name="connsiteX150" fmla="*/ 3291335 w 7467600"/>
              <a:gd name="connsiteY150" fmla="*/ 3767420 h 6858000"/>
              <a:gd name="connsiteX151" fmla="*/ 3390805 w 7467600"/>
              <a:gd name="connsiteY151" fmla="*/ 3937163 h 6858000"/>
              <a:gd name="connsiteX152" fmla="*/ 3579062 w 7467600"/>
              <a:gd name="connsiteY152" fmla="*/ 4359040 h 6858000"/>
              <a:gd name="connsiteX153" fmla="*/ 3467355 w 7467600"/>
              <a:gd name="connsiteY153" fmla="*/ 3988130 h 6858000"/>
              <a:gd name="connsiteX154" fmla="*/ 3310753 w 7467600"/>
              <a:gd name="connsiteY154" fmla="*/ 3787140 h 6858000"/>
              <a:gd name="connsiteX155" fmla="*/ 3291335 w 7467600"/>
              <a:gd name="connsiteY155" fmla="*/ 3767420 h 6858000"/>
              <a:gd name="connsiteX156" fmla="*/ 1635889 w 7467600"/>
              <a:gd name="connsiteY156" fmla="*/ 3709494 h 6858000"/>
              <a:gd name="connsiteX157" fmla="*/ 1634800 w 7467600"/>
              <a:gd name="connsiteY157" fmla="*/ 3731111 h 6858000"/>
              <a:gd name="connsiteX158" fmla="*/ 1635889 w 7467600"/>
              <a:gd name="connsiteY158" fmla="*/ 3709494 h 6858000"/>
              <a:gd name="connsiteX159" fmla="*/ 1510397 w 7467600"/>
              <a:gd name="connsiteY159" fmla="*/ 3684705 h 6858000"/>
              <a:gd name="connsiteX160" fmla="*/ 1146550 w 7467600"/>
              <a:gd name="connsiteY160" fmla="*/ 3802012 h 6858000"/>
              <a:gd name="connsiteX161" fmla="*/ 698834 w 7467600"/>
              <a:gd name="connsiteY161" fmla="*/ 3952272 h 6858000"/>
              <a:gd name="connsiteX162" fmla="*/ 34256 w 7467600"/>
              <a:gd name="connsiteY162" fmla="*/ 4347603 h 6858000"/>
              <a:gd name="connsiteX163" fmla="*/ 527241 w 7467600"/>
              <a:gd name="connsiteY163" fmla="*/ 4065078 h 6858000"/>
              <a:gd name="connsiteX164" fmla="*/ 1510397 w 7467600"/>
              <a:gd name="connsiteY164" fmla="*/ 3684705 h 6858000"/>
              <a:gd name="connsiteX165" fmla="*/ 1313114 w 7467600"/>
              <a:gd name="connsiteY165" fmla="*/ 3655216 h 6858000"/>
              <a:gd name="connsiteX166" fmla="*/ 1109304 w 7467600"/>
              <a:gd name="connsiteY166" fmla="*/ 3669030 h 6858000"/>
              <a:gd name="connsiteX167" fmla="*/ 8129 w 7467600"/>
              <a:gd name="connsiteY167" fmla="*/ 4330519 h 6858000"/>
              <a:gd name="connsiteX168" fmla="*/ 687572 w 7467600"/>
              <a:gd name="connsiteY168" fmla="*/ 3925629 h 6858000"/>
              <a:gd name="connsiteX169" fmla="*/ 1138365 w 7467600"/>
              <a:gd name="connsiteY169" fmla="*/ 3774515 h 6858000"/>
              <a:gd name="connsiteX170" fmla="*/ 1505579 w 7467600"/>
              <a:gd name="connsiteY170" fmla="*/ 3655526 h 6858000"/>
              <a:gd name="connsiteX171" fmla="*/ 1313114 w 7467600"/>
              <a:gd name="connsiteY171" fmla="*/ 3655216 h 6858000"/>
              <a:gd name="connsiteX172" fmla="*/ 3655073 w 7467600"/>
              <a:gd name="connsiteY172" fmla="*/ 3650884 h 6858000"/>
              <a:gd name="connsiteX173" fmla="*/ 3989938 w 7467600"/>
              <a:gd name="connsiteY173" fmla="*/ 3991685 h 6858000"/>
              <a:gd name="connsiteX174" fmla="*/ 4393907 w 7467600"/>
              <a:gd name="connsiteY174" fmla="*/ 4261258 h 6858000"/>
              <a:gd name="connsiteX175" fmla="*/ 4648051 w 7467600"/>
              <a:gd name="connsiteY175" fmla="*/ 4374051 h 6858000"/>
              <a:gd name="connsiteX176" fmla="*/ 4383389 w 7467600"/>
              <a:gd name="connsiteY176" fmla="*/ 4184369 h 6858000"/>
              <a:gd name="connsiteX177" fmla="*/ 4165508 w 7467600"/>
              <a:gd name="connsiteY177" fmla="*/ 4035196 h 6858000"/>
              <a:gd name="connsiteX178" fmla="*/ 4068162 w 7467600"/>
              <a:gd name="connsiteY178" fmla="*/ 3953394 h 6858000"/>
              <a:gd name="connsiteX179" fmla="*/ 3981416 w 7467600"/>
              <a:gd name="connsiteY179" fmla="*/ 3880482 h 6858000"/>
              <a:gd name="connsiteX180" fmla="*/ 3800147 w 7467600"/>
              <a:gd name="connsiteY180" fmla="*/ 3749872 h 6858000"/>
              <a:gd name="connsiteX181" fmla="*/ 3655073 w 7467600"/>
              <a:gd name="connsiteY181" fmla="*/ 3650884 h 6858000"/>
              <a:gd name="connsiteX182" fmla="*/ 3670252 w 7467600"/>
              <a:gd name="connsiteY182" fmla="*/ 3622798 h 6858000"/>
              <a:gd name="connsiteX183" fmla="*/ 3817258 w 7467600"/>
              <a:gd name="connsiteY183" fmla="*/ 3723577 h 6858000"/>
              <a:gd name="connsiteX184" fmla="*/ 4000461 w 7467600"/>
              <a:gd name="connsiteY184" fmla="*/ 3855966 h 6858000"/>
              <a:gd name="connsiteX185" fmla="*/ 4088180 w 7467600"/>
              <a:gd name="connsiteY185" fmla="*/ 3929774 h 6858000"/>
              <a:gd name="connsiteX186" fmla="*/ 4184555 w 7467600"/>
              <a:gd name="connsiteY186" fmla="*/ 4010683 h 6858000"/>
              <a:gd name="connsiteX187" fmla="*/ 4399563 w 7467600"/>
              <a:gd name="connsiteY187" fmla="*/ 4158106 h 6858000"/>
              <a:gd name="connsiteX188" fmla="*/ 4684469 w 7467600"/>
              <a:gd name="connsiteY188" fmla="*/ 4364680 h 6858000"/>
              <a:gd name="connsiteX189" fmla="*/ 4690271 w 7467600"/>
              <a:gd name="connsiteY189" fmla="*/ 4370034 h 6858000"/>
              <a:gd name="connsiteX190" fmla="*/ 4136093 w 7467600"/>
              <a:gd name="connsiteY190" fmla="*/ 3858466 h 6858000"/>
              <a:gd name="connsiteX191" fmla="*/ 3670252 w 7467600"/>
              <a:gd name="connsiteY191" fmla="*/ 3622798 h 6858000"/>
              <a:gd name="connsiteX192" fmla="*/ 4440129 w 7467600"/>
              <a:gd name="connsiteY192" fmla="*/ 3448571 h 6858000"/>
              <a:gd name="connsiteX193" fmla="*/ 4856525 w 7467600"/>
              <a:gd name="connsiteY193" fmla="*/ 3915351 h 6858000"/>
              <a:gd name="connsiteX194" fmla="*/ 5059055 w 7467600"/>
              <a:gd name="connsiteY194" fmla="*/ 4108918 h 6858000"/>
              <a:gd name="connsiteX195" fmla="*/ 5290070 w 7467600"/>
              <a:gd name="connsiteY195" fmla="*/ 4263619 h 6858000"/>
              <a:gd name="connsiteX196" fmla="*/ 4834991 w 7467600"/>
              <a:gd name="connsiteY196" fmla="*/ 3830985 h 6858000"/>
              <a:gd name="connsiteX197" fmla="*/ 4440129 w 7467600"/>
              <a:gd name="connsiteY197" fmla="*/ 3448571 h 6858000"/>
              <a:gd name="connsiteX198" fmla="*/ 4441737 w 7467600"/>
              <a:gd name="connsiteY198" fmla="*/ 3399734 h 6858000"/>
              <a:gd name="connsiteX199" fmla="*/ 4431236 w 7467600"/>
              <a:gd name="connsiteY199" fmla="*/ 3400954 h 6858000"/>
              <a:gd name="connsiteX200" fmla="*/ 4557150 w 7467600"/>
              <a:gd name="connsiteY200" fmla="*/ 3510023 h 6858000"/>
              <a:gd name="connsiteX201" fmla="*/ 4856936 w 7467600"/>
              <a:gd name="connsiteY201" fmla="*/ 3809146 h 6858000"/>
              <a:gd name="connsiteX202" fmla="*/ 5111996 w 7467600"/>
              <a:gd name="connsiteY202" fmla="*/ 4065759 h 6858000"/>
              <a:gd name="connsiteX203" fmla="*/ 5388878 w 7467600"/>
              <a:gd name="connsiteY203" fmla="*/ 4300185 h 6858000"/>
              <a:gd name="connsiteX204" fmla="*/ 5425556 w 7467600"/>
              <a:gd name="connsiteY204" fmla="*/ 4308967 h 6858000"/>
              <a:gd name="connsiteX205" fmla="*/ 4943646 w 7467600"/>
              <a:gd name="connsiteY205" fmla="*/ 3822916 h 6858000"/>
              <a:gd name="connsiteX206" fmla="*/ 4594837 w 7467600"/>
              <a:gd name="connsiteY206" fmla="*/ 3532274 h 6858000"/>
              <a:gd name="connsiteX207" fmla="*/ 4441737 w 7467600"/>
              <a:gd name="connsiteY207" fmla="*/ 3399734 h 6858000"/>
              <a:gd name="connsiteX208" fmla="*/ 5425834 w 7467600"/>
              <a:gd name="connsiteY208" fmla="*/ 3162785 h 6858000"/>
              <a:gd name="connsiteX209" fmla="*/ 5401644 w 7467600"/>
              <a:gd name="connsiteY209" fmla="*/ 3617847 h 6858000"/>
              <a:gd name="connsiteX210" fmla="*/ 5467256 w 7467600"/>
              <a:gd name="connsiteY210" fmla="*/ 4175494 h 6858000"/>
              <a:gd name="connsiteX211" fmla="*/ 5448069 w 7467600"/>
              <a:gd name="connsiteY211" fmla="*/ 3567554 h 6858000"/>
              <a:gd name="connsiteX212" fmla="*/ 5425834 w 7467600"/>
              <a:gd name="connsiteY212" fmla="*/ 3162785 h 6858000"/>
              <a:gd name="connsiteX213" fmla="*/ 1318687 w 7467600"/>
              <a:gd name="connsiteY213" fmla="*/ 3113840 h 6858000"/>
              <a:gd name="connsiteX214" fmla="*/ 1066793 w 7467600"/>
              <a:gd name="connsiteY214" fmla="*/ 3212171 h 6858000"/>
              <a:gd name="connsiteX215" fmla="*/ 993319 w 7467600"/>
              <a:gd name="connsiteY215" fmla="*/ 3247648 h 6858000"/>
              <a:gd name="connsiteX216" fmla="*/ 853081 w 7467600"/>
              <a:gd name="connsiteY216" fmla="*/ 3312410 h 6858000"/>
              <a:gd name="connsiteX217" fmla="*/ 805957 w 7467600"/>
              <a:gd name="connsiteY217" fmla="*/ 3330443 h 6858000"/>
              <a:gd name="connsiteX218" fmla="*/ 1318687 w 7467600"/>
              <a:gd name="connsiteY218" fmla="*/ 3113840 h 6858000"/>
              <a:gd name="connsiteX219" fmla="*/ 5453702 w 7467600"/>
              <a:gd name="connsiteY219" fmla="*/ 3090882 h 6858000"/>
              <a:gd name="connsiteX220" fmla="*/ 5480135 w 7467600"/>
              <a:gd name="connsiteY220" fmla="*/ 3565802 h 6858000"/>
              <a:gd name="connsiteX221" fmla="*/ 5499023 w 7467600"/>
              <a:gd name="connsiteY221" fmla="*/ 4166310 h 6858000"/>
              <a:gd name="connsiteX222" fmla="*/ 5547022 w 7467600"/>
              <a:gd name="connsiteY222" fmla="*/ 3607838 h 6858000"/>
              <a:gd name="connsiteX223" fmla="*/ 5515964 w 7467600"/>
              <a:gd name="connsiteY223" fmla="*/ 3378541 h 6858000"/>
              <a:gd name="connsiteX224" fmla="*/ 5453702 w 7467600"/>
              <a:gd name="connsiteY224" fmla="*/ 3090882 h 6858000"/>
              <a:gd name="connsiteX225" fmla="*/ 1238695 w 7467600"/>
              <a:gd name="connsiteY225" fmla="*/ 3076820 h 6858000"/>
              <a:gd name="connsiteX226" fmla="*/ 716371 w 7467600"/>
              <a:gd name="connsiteY226" fmla="*/ 3293249 h 6858000"/>
              <a:gd name="connsiteX227" fmla="*/ 579522 w 7467600"/>
              <a:gd name="connsiteY227" fmla="*/ 3371759 h 6858000"/>
              <a:gd name="connsiteX228" fmla="*/ 600288 w 7467600"/>
              <a:gd name="connsiteY228" fmla="*/ 3365555 h 6858000"/>
              <a:gd name="connsiteX229" fmla="*/ 840692 w 7467600"/>
              <a:gd name="connsiteY229" fmla="*/ 3284921 h 6858000"/>
              <a:gd name="connsiteX230" fmla="*/ 979248 w 7467600"/>
              <a:gd name="connsiteY230" fmla="*/ 3221003 h 6858000"/>
              <a:gd name="connsiteX231" fmla="*/ 1053282 w 7467600"/>
              <a:gd name="connsiteY231" fmla="*/ 3185247 h 6858000"/>
              <a:gd name="connsiteX232" fmla="*/ 1320603 w 7467600"/>
              <a:gd name="connsiteY232" fmla="*/ 3081281 h 6858000"/>
              <a:gd name="connsiteX233" fmla="*/ 1238695 w 7467600"/>
              <a:gd name="connsiteY233" fmla="*/ 3076820 h 6858000"/>
              <a:gd name="connsiteX234" fmla="*/ 5425627 w 7467600"/>
              <a:gd name="connsiteY234" fmla="*/ 2954192 h 6858000"/>
              <a:gd name="connsiteX235" fmla="*/ 5470770 w 7467600"/>
              <a:gd name="connsiteY235" fmla="*/ 3005435 h 6858000"/>
              <a:gd name="connsiteX236" fmla="*/ 5519779 w 7467600"/>
              <a:gd name="connsiteY236" fmla="*/ 4359223 h 6858000"/>
              <a:gd name="connsiteX237" fmla="*/ 5520293 w 7467600"/>
              <a:gd name="connsiteY237" fmla="*/ 4360602 h 6858000"/>
              <a:gd name="connsiteX238" fmla="*/ 5767221 w 7467600"/>
              <a:gd name="connsiteY238" fmla="*/ 4665564 h 6858000"/>
              <a:gd name="connsiteX239" fmla="*/ 6937169 w 7467600"/>
              <a:gd name="connsiteY239" fmla="*/ 4815941 h 6858000"/>
              <a:gd name="connsiteX240" fmla="*/ 6953922 w 7467600"/>
              <a:gd name="connsiteY240" fmla="*/ 4890068 h 6858000"/>
              <a:gd name="connsiteX241" fmla="*/ 6071359 w 7467600"/>
              <a:gd name="connsiteY241" fmla="*/ 4770770 h 6858000"/>
              <a:gd name="connsiteX242" fmla="*/ 6038839 w 7467600"/>
              <a:gd name="connsiteY242" fmla="*/ 4764474 h 6858000"/>
              <a:gd name="connsiteX243" fmla="*/ 6038706 w 7467600"/>
              <a:gd name="connsiteY243" fmla="*/ 4763847 h 6858000"/>
              <a:gd name="connsiteX244" fmla="*/ 6037784 w 7467600"/>
              <a:gd name="connsiteY244" fmla="*/ 4764270 h 6858000"/>
              <a:gd name="connsiteX245" fmla="*/ 6038839 w 7467600"/>
              <a:gd name="connsiteY245" fmla="*/ 4764474 h 6858000"/>
              <a:gd name="connsiteX246" fmla="*/ 6040338 w 7467600"/>
              <a:gd name="connsiteY246" fmla="*/ 4771418 h 6858000"/>
              <a:gd name="connsiteX247" fmla="*/ 6024488 w 7467600"/>
              <a:gd name="connsiteY247" fmla="*/ 4809903 h 6858000"/>
              <a:gd name="connsiteX248" fmla="*/ 5599771 w 7467600"/>
              <a:gd name="connsiteY248" fmla="*/ 5509652 h 6858000"/>
              <a:gd name="connsiteX249" fmla="*/ 5548843 w 7467600"/>
              <a:gd name="connsiteY249" fmla="*/ 5563845 h 6858000"/>
              <a:gd name="connsiteX250" fmla="*/ 5940952 w 7467600"/>
              <a:gd name="connsiteY250" fmla="*/ 6250028 h 6858000"/>
              <a:gd name="connsiteX251" fmla="*/ 6043441 w 7467600"/>
              <a:gd name="connsiteY251" fmla="*/ 6665847 h 6858000"/>
              <a:gd name="connsiteX252" fmla="*/ 6093432 w 7467600"/>
              <a:gd name="connsiteY252" fmla="*/ 6858000 h 6858000"/>
              <a:gd name="connsiteX253" fmla="*/ 6034344 w 7467600"/>
              <a:gd name="connsiteY253" fmla="*/ 6858000 h 6858000"/>
              <a:gd name="connsiteX254" fmla="*/ 6026679 w 7467600"/>
              <a:gd name="connsiteY254" fmla="*/ 6836959 h 6858000"/>
              <a:gd name="connsiteX255" fmla="*/ 5800441 w 7467600"/>
              <a:gd name="connsiteY255" fmla="*/ 6335286 h 6858000"/>
              <a:gd name="connsiteX256" fmla="*/ 5526562 w 7467600"/>
              <a:gd name="connsiteY256" fmla="*/ 5705388 h 6858000"/>
              <a:gd name="connsiteX257" fmla="*/ 5519640 w 7467600"/>
              <a:gd name="connsiteY257" fmla="*/ 5683774 h 6858000"/>
              <a:gd name="connsiteX258" fmla="*/ 5844559 w 7467600"/>
              <a:gd name="connsiteY258" fmla="*/ 6553349 h 6858000"/>
              <a:gd name="connsiteX259" fmla="*/ 5975994 w 7467600"/>
              <a:gd name="connsiteY259" fmla="*/ 6858000 h 6858000"/>
              <a:gd name="connsiteX260" fmla="*/ 5898547 w 7467600"/>
              <a:gd name="connsiteY260" fmla="*/ 6858000 h 6858000"/>
              <a:gd name="connsiteX261" fmla="*/ 5682041 w 7467600"/>
              <a:gd name="connsiteY261" fmla="*/ 6355860 h 6858000"/>
              <a:gd name="connsiteX262" fmla="*/ 5461758 w 7467600"/>
              <a:gd name="connsiteY262" fmla="*/ 5820220 h 6858000"/>
              <a:gd name="connsiteX263" fmla="*/ 5237282 w 7467600"/>
              <a:gd name="connsiteY263" fmla="*/ 6579086 h 6858000"/>
              <a:gd name="connsiteX264" fmla="*/ 5115009 w 7467600"/>
              <a:gd name="connsiteY264" fmla="*/ 6858000 h 6858000"/>
              <a:gd name="connsiteX265" fmla="*/ 5028074 w 7467600"/>
              <a:gd name="connsiteY265" fmla="*/ 6858000 h 6858000"/>
              <a:gd name="connsiteX266" fmla="*/ 5079508 w 7467600"/>
              <a:gd name="connsiteY266" fmla="*/ 6749074 h 6858000"/>
              <a:gd name="connsiteX267" fmla="*/ 5371846 w 7467600"/>
              <a:gd name="connsiteY267" fmla="*/ 5924413 h 6858000"/>
              <a:gd name="connsiteX268" fmla="*/ 5270512 w 7467600"/>
              <a:gd name="connsiteY268" fmla="*/ 6138975 h 6858000"/>
              <a:gd name="connsiteX269" fmla="*/ 5062409 w 7467600"/>
              <a:gd name="connsiteY269" fmla="*/ 6653544 h 6858000"/>
              <a:gd name="connsiteX270" fmla="*/ 5036628 w 7467600"/>
              <a:gd name="connsiteY270" fmla="*/ 6754247 h 6858000"/>
              <a:gd name="connsiteX271" fmla="*/ 5009112 w 7467600"/>
              <a:gd name="connsiteY271" fmla="*/ 6858000 h 6858000"/>
              <a:gd name="connsiteX272" fmla="*/ 4976679 w 7467600"/>
              <a:gd name="connsiteY272" fmla="*/ 6858000 h 6858000"/>
              <a:gd name="connsiteX273" fmla="*/ 5006537 w 7467600"/>
              <a:gd name="connsiteY273" fmla="*/ 6747068 h 6858000"/>
              <a:gd name="connsiteX274" fmla="*/ 5032723 w 7467600"/>
              <a:gd name="connsiteY274" fmla="*/ 6644957 h 6858000"/>
              <a:gd name="connsiteX275" fmla="*/ 5242949 w 7467600"/>
              <a:gd name="connsiteY275" fmla="*/ 6125175 h 6858000"/>
              <a:gd name="connsiteX276" fmla="*/ 5286321 w 7467600"/>
              <a:gd name="connsiteY276" fmla="*/ 6033555 h 6858000"/>
              <a:gd name="connsiteX277" fmla="*/ 5008210 w 7467600"/>
              <a:gd name="connsiteY277" fmla="*/ 6649194 h 6858000"/>
              <a:gd name="connsiteX278" fmla="*/ 4986321 w 7467600"/>
              <a:gd name="connsiteY278" fmla="*/ 6765687 h 6858000"/>
              <a:gd name="connsiteX279" fmla="*/ 4973474 w 7467600"/>
              <a:gd name="connsiteY279" fmla="*/ 6858000 h 6858000"/>
              <a:gd name="connsiteX280" fmla="*/ 4907178 w 7467600"/>
              <a:gd name="connsiteY280" fmla="*/ 6858000 h 6858000"/>
              <a:gd name="connsiteX281" fmla="*/ 4910810 w 7467600"/>
              <a:gd name="connsiteY281" fmla="*/ 6829660 h 6858000"/>
              <a:gd name="connsiteX282" fmla="*/ 4987461 w 7467600"/>
              <a:gd name="connsiteY282" fmla="*/ 6432994 h 6858000"/>
              <a:gd name="connsiteX283" fmla="*/ 5179262 w 7467600"/>
              <a:gd name="connsiteY283" fmla="*/ 6035044 h 6858000"/>
              <a:gd name="connsiteX284" fmla="*/ 4689678 w 7467600"/>
              <a:gd name="connsiteY284" fmla="*/ 6440241 h 6858000"/>
              <a:gd name="connsiteX285" fmla="*/ 4477543 w 7467600"/>
              <a:gd name="connsiteY285" fmla="*/ 6674836 h 6858000"/>
              <a:gd name="connsiteX286" fmla="*/ 4329957 w 7467600"/>
              <a:gd name="connsiteY286" fmla="*/ 6858000 h 6858000"/>
              <a:gd name="connsiteX287" fmla="*/ 4218595 w 7467600"/>
              <a:gd name="connsiteY287" fmla="*/ 6858000 h 6858000"/>
              <a:gd name="connsiteX288" fmla="*/ 4368888 w 7467600"/>
              <a:gd name="connsiteY288" fmla="*/ 6668412 h 6858000"/>
              <a:gd name="connsiteX289" fmla="*/ 4563091 w 7467600"/>
              <a:gd name="connsiteY289" fmla="*/ 6442508 h 6858000"/>
              <a:gd name="connsiteX290" fmla="*/ 5387324 w 7467600"/>
              <a:gd name="connsiteY290" fmla="*/ 5705830 h 6858000"/>
              <a:gd name="connsiteX291" fmla="*/ 5073620 w 7467600"/>
              <a:gd name="connsiteY291" fmla="*/ 5955437 h 6858000"/>
              <a:gd name="connsiteX292" fmla="*/ 4689789 w 7467600"/>
              <a:gd name="connsiteY292" fmla="*/ 6268382 h 6858000"/>
              <a:gd name="connsiteX293" fmla="*/ 4418722 w 7467600"/>
              <a:gd name="connsiteY293" fmla="*/ 6570886 h 6858000"/>
              <a:gd name="connsiteX294" fmla="*/ 4214944 w 7467600"/>
              <a:gd name="connsiteY294" fmla="*/ 6858000 h 6858000"/>
              <a:gd name="connsiteX295" fmla="*/ 4177898 w 7467600"/>
              <a:gd name="connsiteY295" fmla="*/ 6858000 h 6858000"/>
              <a:gd name="connsiteX296" fmla="*/ 4391597 w 7467600"/>
              <a:gd name="connsiteY296" fmla="*/ 6556370 h 6858000"/>
              <a:gd name="connsiteX297" fmla="*/ 4668889 w 7467600"/>
              <a:gd name="connsiteY297" fmla="*/ 6246399 h 6858000"/>
              <a:gd name="connsiteX298" fmla="*/ 5055427 w 7467600"/>
              <a:gd name="connsiteY298" fmla="*/ 5931476 h 6858000"/>
              <a:gd name="connsiteX299" fmla="*/ 5371814 w 7467600"/>
              <a:gd name="connsiteY299" fmla="*/ 5678975 h 6858000"/>
              <a:gd name="connsiteX300" fmla="*/ 4987918 w 7467600"/>
              <a:gd name="connsiteY300" fmla="*/ 5838701 h 6858000"/>
              <a:gd name="connsiteX301" fmla="*/ 4317146 w 7467600"/>
              <a:gd name="connsiteY301" fmla="*/ 6587716 h 6858000"/>
              <a:gd name="connsiteX302" fmla="*/ 4171627 w 7467600"/>
              <a:gd name="connsiteY302" fmla="*/ 6858000 h 6858000"/>
              <a:gd name="connsiteX303" fmla="*/ 4081585 w 7467600"/>
              <a:gd name="connsiteY303" fmla="*/ 6858000 h 6858000"/>
              <a:gd name="connsiteX304" fmla="*/ 4238603 w 7467600"/>
              <a:gd name="connsiteY304" fmla="*/ 6559341 h 6858000"/>
              <a:gd name="connsiteX305" fmla="*/ 4778333 w 7467600"/>
              <a:gd name="connsiteY305" fmla="*/ 5873626 h 6858000"/>
              <a:gd name="connsiteX306" fmla="*/ 5414185 w 7467600"/>
              <a:gd name="connsiteY306" fmla="*/ 5573882 h 6858000"/>
              <a:gd name="connsiteX307" fmla="*/ 5959648 w 7467600"/>
              <a:gd name="connsiteY307" fmla="*/ 4760797 h 6858000"/>
              <a:gd name="connsiteX308" fmla="*/ 5355019 w 7467600"/>
              <a:gd name="connsiteY308" fmla="*/ 4734672 h 6858000"/>
              <a:gd name="connsiteX309" fmla="*/ 5083565 w 7467600"/>
              <a:gd name="connsiteY309" fmla="*/ 5179121 h 6858000"/>
              <a:gd name="connsiteX310" fmla="*/ 4713577 w 7467600"/>
              <a:gd name="connsiteY310" fmla="*/ 5616803 h 6858000"/>
              <a:gd name="connsiteX311" fmla="*/ 3989559 w 7467600"/>
              <a:gd name="connsiteY311" fmla="*/ 6145945 h 6858000"/>
              <a:gd name="connsiteX312" fmla="*/ 3939824 w 7467600"/>
              <a:gd name="connsiteY312" fmla="*/ 6066900 h 6858000"/>
              <a:gd name="connsiteX313" fmla="*/ 4584537 w 7467600"/>
              <a:gd name="connsiteY313" fmla="*/ 5324826 h 6858000"/>
              <a:gd name="connsiteX314" fmla="*/ 5037105 w 7467600"/>
              <a:gd name="connsiteY314" fmla="*/ 5088765 h 6858000"/>
              <a:gd name="connsiteX315" fmla="*/ 5039930 w 7467600"/>
              <a:gd name="connsiteY315" fmla="*/ 5089585 h 6858000"/>
              <a:gd name="connsiteX316" fmla="*/ 5263764 w 7467600"/>
              <a:gd name="connsiteY316" fmla="*/ 4735525 h 6858000"/>
              <a:gd name="connsiteX317" fmla="*/ 4086300 w 7467600"/>
              <a:gd name="connsiteY317" fmla="*/ 4884599 h 6858000"/>
              <a:gd name="connsiteX318" fmla="*/ 4085485 w 7467600"/>
              <a:gd name="connsiteY318" fmla="*/ 4899070 h 6858000"/>
              <a:gd name="connsiteX319" fmla="*/ 3871915 w 7467600"/>
              <a:gd name="connsiteY319" fmla="*/ 5253645 h 6858000"/>
              <a:gd name="connsiteX320" fmla="*/ 3799374 w 7467600"/>
              <a:gd name="connsiteY320" fmla="*/ 5466127 h 6858000"/>
              <a:gd name="connsiteX321" fmla="*/ 3498850 w 7467600"/>
              <a:gd name="connsiteY321" fmla="*/ 6661888 h 6858000"/>
              <a:gd name="connsiteX322" fmla="*/ 3399216 w 7467600"/>
              <a:gd name="connsiteY322" fmla="*/ 6858000 h 6858000"/>
              <a:gd name="connsiteX323" fmla="*/ 3303688 w 7467600"/>
              <a:gd name="connsiteY323" fmla="*/ 6858000 h 6858000"/>
              <a:gd name="connsiteX324" fmla="*/ 3391774 w 7467600"/>
              <a:gd name="connsiteY324" fmla="*/ 6697181 h 6858000"/>
              <a:gd name="connsiteX325" fmla="*/ 3735540 w 7467600"/>
              <a:gd name="connsiteY325" fmla="*/ 5546923 h 6858000"/>
              <a:gd name="connsiteX326" fmla="*/ 3729438 w 7467600"/>
              <a:gd name="connsiteY326" fmla="*/ 5569058 h 6858000"/>
              <a:gd name="connsiteX327" fmla="*/ 3707782 w 7467600"/>
              <a:gd name="connsiteY327" fmla="*/ 5644908 h 6858000"/>
              <a:gd name="connsiteX328" fmla="*/ 3583827 w 7467600"/>
              <a:gd name="connsiteY328" fmla="*/ 6039215 h 6858000"/>
              <a:gd name="connsiteX329" fmla="*/ 3547861 w 7467600"/>
              <a:gd name="connsiteY329" fmla="*/ 6129609 h 6858000"/>
              <a:gd name="connsiteX330" fmla="*/ 3490905 w 7467600"/>
              <a:gd name="connsiteY330" fmla="*/ 6277660 h 6858000"/>
              <a:gd name="connsiteX331" fmla="*/ 3455859 w 7467600"/>
              <a:gd name="connsiteY331" fmla="*/ 6391301 h 6858000"/>
              <a:gd name="connsiteX332" fmla="*/ 3429112 w 7467600"/>
              <a:gd name="connsiteY332" fmla="*/ 6479469 h 6858000"/>
              <a:gd name="connsiteX333" fmla="*/ 3304862 w 7467600"/>
              <a:gd name="connsiteY333" fmla="*/ 6796476 h 6858000"/>
              <a:gd name="connsiteX334" fmla="*/ 3276071 w 7467600"/>
              <a:gd name="connsiteY334" fmla="*/ 6858000 h 6858000"/>
              <a:gd name="connsiteX335" fmla="*/ 3240805 w 7467600"/>
              <a:gd name="connsiteY335" fmla="*/ 6858000 h 6858000"/>
              <a:gd name="connsiteX336" fmla="*/ 3275917 w 7467600"/>
              <a:gd name="connsiteY336" fmla="*/ 6783192 h 6858000"/>
              <a:gd name="connsiteX337" fmla="*/ 3399358 w 7467600"/>
              <a:gd name="connsiteY337" fmla="*/ 6469011 h 6858000"/>
              <a:gd name="connsiteX338" fmla="*/ 3425650 w 7467600"/>
              <a:gd name="connsiteY338" fmla="*/ 6381333 h 6858000"/>
              <a:gd name="connsiteX339" fmla="*/ 3460661 w 7467600"/>
              <a:gd name="connsiteY339" fmla="*/ 6266763 h 6858000"/>
              <a:gd name="connsiteX340" fmla="*/ 3518021 w 7467600"/>
              <a:gd name="connsiteY340" fmla="*/ 6117298 h 6858000"/>
              <a:gd name="connsiteX341" fmla="*/ 3554035 w 7467600"/>
              <a:gd name="connsiteY341" fmla="*/ 6027832 h 6858000"/>
              <a:gd name="connsiteX342" fmla="*/ 3677174 w 7467600"/>
              <a:gd name="connsiteY342" fmla="*/ 5636351 h 6858000"/>
              <a:gd name="connsiteX343" fmla="*/ 3698819 w 7467600"/>
              <a:gd name="connsiteY343" fmla="*/ 5560503 h 6858000"/>
              <a:gd name="connsiteX344" fmla="*/ 3702094 w 7467600"/>
              <a:gd name="connsiteY344" fmla="*/ 5549194 h 6858000"/>
              <a:gd name="connsiteX345" fmla="*/ 3398355 w 7467600"/>
              <a:gd name="connsiteY345" fmla="*/ 6094603 h 6858000"/>
              <a:gd name="connsiteX346" fmla="*/ 3193941 w 7467600"/>
              <a:gd name="connsiteY346" fmla="*/ 6798775 h 6858000"/>
              <a:gd name="connsiteX347" fmla="*/ 3184140 w 7467600"/>
              <a:gd name="connsiteY347" fmla="*/ 6858000 h 6858000"/>
              <a:gd name="connsiteX348" fmla="*/ 3099978 w 7467600"/>
              <a:gd name="connsiteY348" fmla="*/ 6858000 h 6858000"/>
              <a:gd name="connsiteX349" fmla="*/ 3101556 w 7467600"/>
              <a:gd name="connsiteY349" fmla="*/ 6843337 h 6858000"/>
              <a:gd name="connsiteX350" fmla="*/ 3370162 w 7467600"/>
              <a:gd name="connsiteY350" fmla="*/ 5785550 h 6858000"/>
              <a:gd name="connsiteX351" fmla="*/ 3746477 w 7467600"/>
              <a:gd name="connsiteY351" fmla="*/ 5377889 h 6858000"/>
              <a:gd name="connsiteX352" fmla="*/ 3863399 w 7467600"/>
              <a:gd name="connsiteY352" fmla="*/ 5087257 h 6858000"/>
              <a:gd name="connsiteX353" fmla="*/ 3968712 w 7467600"/>
              <a:gd name="connsiteY353" fmla="*/ 4913989 h 6858000"/>
              <a:gd name="connsiteX354" fmla="*/ 2792390 w 7467600"/>
              <a:gd name="connsiteY354" fmla="*/ 5382974 h 6858000"/>
              <a:gd name="connsiteX355" fmla="*/ 2714982 w 7467600"/>
              <a:gd name="connsiteY355" fmla="*/ 5427051 h 6858000"/>
              <a:gd name="connsiteX356" fmla="*/ 2813361 w 7467600"/>
              <a:gd name="connsiteY356" fmla="*/ 6023912 h 6858000"/>
              <a:gd name="connsiteX357" fmla="*/ 2688430 w 7467600"/>
              <a:gd name="connsiteY357" fmla="*/ 6801564 h 6858000"/>
              <a:gd name="connsiteX358" fmla="*/ 2629626 w 7467600"/>
              <a:gd name="connsiteY358" fmla="*/ 6763394 h 6858000"/>
              <a:gd name="connsiteX359" fmla="*/ 2565328 w 7467600"/>
              <a:gd name="connsiteY359" fmla="*/ 5516399 h 6858000"/>
              <a:gd name="connsiteX360" fmla="*/ 1922999 w 7467600"/>
              <a:gd name="connsiteY360" fmla="*/ 5980343 h 6858000"/>
              <a:gd name="connsiteX361" fmla="*/ 1950261 w 7467600"/>
              <a:gd name="connsiteY361" fmla="*/ 6405858 h 6858000"/>
              <a:gd name="connsiteX362" fmla="*/ 2365554 w 7467600"/>
              <a:gd name="connsiteY362" fmla="*/ 6759107 h 6858000"/>
              <a:gd name="connsiteX363" fmla="*/ 2424142 w 7467600"/>
              <a:gd name="connsiteY363" fmla="*/ 6858000 h 6858000"/>
              <a:gd name="connsiteX364" fmla="*/ 2395994 w 7467600"/>
              <a:gd name="connsiteY364" fmla="*/ 6858000 h 6858000"/>
              <a:gd name="connsiteX365" fmla="*/ 2392863 w 7467600"/>
              <a:gd name="connsiteY365" fmla="*/ 6852964 h 6858000"/>
              <a:gd name="connsiteX366" fmla="*/ 2017589 w 7467600"/>
              <a:gd name="connsiteY366" fmla="*/ 6493982 h 6858000"/>
              <a:gd name="connsiteX367" fmla="*/ 2147336 w 7467600"/>
              <a:gd name="connsiteY367" fmla="*/ 6594052 h 6858000"/>
              <a:gd name="connsiteX368" fmla="*/ 2207047 w 7467600"/>
              <a:gd name="connsiteY368" fmla="*/ 6654540 h 6858000"/>
              <a:gd name="connsiteX369" fmla="*/ 2299106 w 7467600"/>
              <a:gd name="connsiteY369" fmla="*/ 6778931 h 6858000"/>
              <a:gd name="connsiteX370" fmla="*/ 2314430 w 7467600"/>
              <a:gd name="connsiteY370" fmla="*/ 6801144 h 6858000"/>
              <a:gd name="connsiteX371" fmla="*/ 2352406 w 7467600"/>
              <a:gd name="connsiteY371" fmla="*/ 6858000 h 6858000"/>
              <a:gd name="connsiteX372" fmla="*/ 2314492 w 7467600"/>
              <a:gd name="connsiteY372" fmla="*/ 6858000 h 6858000"/>
              <a:gd name="connsiteX373" fmla="*/ 2288095 w 7467600"/>
              <a:gd name="connsiteY373" fmla="*/ 6818030 h 6858000"/>
              <a:gd name="connsiteX374" fmla="*/ 2272768 w 7467600"/>
              <a:gd name="connsiteY374" fmla="*/ 6795822 h 6858000"/>
              <a:gd name="connsiteX375" fmla="*/ 2182715 w 7467600"/>
              <a:gd name="connsiteY375" fmla="*/ 6675071 h 6858000"/>
              <a:gd name="connsiteX376" fmla="*/ 2032061 w 7467600"/>
              <a:gd name="connsiteY376" fmla="*/ 6541380 h 6858000"/>
              <a:gd name="connsiteX377" fmla="*/ 2257220 w 7467600"/>
              <a:gd name="connsiteY377" fmla="*/ 6826257 h 6858000"/>
              <a:gd name="connsiteX378" fmla="*/ 2281324 w 7467600"/>
              <a:gd name="connsiteY378" fmla="*/ 6858000 h 6858000"/>
              <a:gd name="connsiteX379" fmla="*/ 2242860 w 7467600"/>
              <a:gd name="connsiteY379" fmla="*/ 6858000 h 6858000"/>
              <a:gd name="connsiteX380" fmla="*/ 2232818 w 7467600"/>
              <a:gd name="connsiteY380" fmla="*/ 6844926 h 6858000"/>
              <a:gd name="connsiteX381" fmla="*/ 1990172 w 7467600"/>
              <a:gd name="connsiteY381" fmla="*/ 6542121 h 6858000"/>
              <a:gd name="connsiteX382" fmla="*/ 2124090 w 7467600"/>
              <a:gd name="connsiteY382" fmla="*/ 6761017 h 6858000"/>
              <a:gd name="connsiteX383" fmla="*/ 2200380 w 7467600"/>
              <a:gd name="connsiteY383" fmla="*/ 6858000 h 6858000"/>
              <a:gd name="connsiteX384" fmla="*/ 2147507 w 7467600"/>
              <a:gd name="connsiteY384" fmla="*/ 6858000 h 6858000"/>
              <a:gd name="connsiteX385" fmla="*/ 2070668 w 7467600"/>
              <a:gd name="connsiteY385" fmla="*/ 6761520 h 6858000"/>
              <a:gd name="connsiteX386" fmla="*/ 1975142 w 7467600"/>
              <a:gd name="connsiteY386" fmla="*/ 6585570 h 6858000"/>
              <a:gd name="connsiteX387" fmla="*/ 2050035 w 7467600"/>
              <a:gd name="connsiteY387" fmla="*/ 6813345 h 6858000"/>
              <a:gd name="connsiteX388" fmla="*/ 2063025 w 7467600"/>
              <a:gd name="connsiteY388" fmla="*/ 6858000 h 6858000"/>
              <a:gd name="connsiteX389" fmla="*/ 2021675 w 7467600"/>
              <a:gd name="connsiteY389" fmla="*/ 6858000 h 6858000"/>
              <a:gd name="connsiteX390" fmla="*/ 2019308 w 7467600"/>
              <a:gd name="connsiteY390" fmla="*/ 6847118 h 6858000"/>
              <a:gd name="connsiteX391" fmla="*/ 1938835 w 7467600"/>
              <a:gd name="connsiteY391" fmla="*/ 6551160 h 6858000"/>
              <a:gd name="connsiteX392" fmla="*/ 1953230 w 7467600"/>
              <a:gd name="connsiteY392" fmla="*/ 6759699 h 6858000"/>
              <a:gd name="connsiteX393" fmla="*/ 1956763 w 7467600"/>
              <a:gd name="connsiteY393" fmla="*/ 6778191 h 6858000"/>
              <a:gd name="connsiteX394" fmla="*/ 1967925 w 7467600"/>
              <a:gd name="connsiteY394" fmla="*/ 6858000 h 6858000"/>
              <a:gd name="connsiteX395" fmla="*/ 1936622 w 7467600"/>
              <a:gd name="connsiteY395" fmla="*/ 6858000 h 6858000"/>
              <a:gd name="connsiteX396" fmla="*/ 1926261 w 7467600"/>
              <a:gd name="connsiteY396" fmla="*/ 6784064 h 6858000"/>
              <a:gd name="connsiteX397" fmla="*/ 1922724 w 7467600"/>
              <a:gd name="connsiteY397" fmla="*/ 6765577 h 6858000"/>
              <a:gd name="connsiteX398" fmla="*/ 1904650 w 7467600"/>
              <a:gd name="connsiteY398" fmla="*/ 6639616 h 6858000"/>
              <a:gd name="connsiteX399" fmla="*/ 1885273 w 7467600"/>
              <a:gd name="connsiteY399" fmla="*/ 6858000 h 6858000"/>
              <a:gd name="connsiteX400" fmla="*/ 1854363 w 7467600"/>
              <a:gd name="connsiteY400" fmla="*/ 6858000 h 6858000"/>
              <a:gd name="connsiteX401" fmla="*/ 1880391 w 7467600"/>
              <a:gd name="connsiteY401" fmla="*/ 6603796 h 6858000"/>
              <a:gd name="connsiteX402" fmla="*/ 1818273 w 7467600"/>
              <a:gd name="connsiteY402" fmla="*/ 6715729 h 6858000"/>
              <a:gd name="connsiteX403" fmla="*/ 1794691 w 7467600"/>
              <a:gd name="connsiteY403" fmla="*/ 6843239 h 6858000"/>
              <a:gd name="connsiteX404" fmla="*/ 1794914 w 7467600"/>
              <a:gd name="connsiteY404" fmla="*/ 6858000 h 6858000"/>
              <a:gd name="connsiteX405" fmla="*/ 1746128 w 7467600"/>
              <a:gd name="connsiteY405" fmla="*/ 6858000 h 6858000"/>
              <a:gd name="connsiteX406" fmla="*/ 1753934 w 7467600"/>
              <a:gd name="connsiteY406" fmla="*/ 6724796 h 6858000"/>
              <a:gd name="connsiteX407" fmla="*/ 1792053 w 7467600"/>
              <a:gd name="connsiteY407" fmla="*/ 6572396 h 6858000"/>
              <a:gd name="connsiteX408" fmla="*/ 1862248 w 7467600"/>
              <a:gd name="connsiteY408" fmla="*/ 6266397 h 6858000"/>
              <a:gd name="connsiteX409" fmla="*/ 1862250 w 7467600"/>
              <a:gd name="connsiteY409" fmla="*/ 6033531 h 6858000"/>
              <a:gd name="connsiteX410" fmla="*/ 1211999 w 7467600"/>
              <a:gd name="connsiteY410" fmla="*/ 6683610 h 6858000"/>
              <a:gd name="connsiteX411" fmla="*/ 1213266 w 7467600"/>
              <a:gd name="connsiteY411" fmla="*/ 6691947 h 6858000"/>
              <a:gd name="connsiteX412" fmla="*/ 1203370 w 7467600"/>
              <a:gd name="connsiteY412" fmla="*/ 6850676 h 6858000"/>
              <a:gd name="connsiteX413" fmla="*/ 1203671 w 7467600"/>
              <a:gd name="connsiteY413" fmla="*/ 6858000 h 6858000"/>
              <a:gd name="connsiteX414" fmla="*/ 1143180 w 7467600"/>
              <a:gd name="connsiteY414" fmla="*/ 6858000 h 6858000"/>
              <a:gd name="connsiteX415" fmla="*/ 1142176 w 7467600"/>
              <a:gd name="connsiteY415" fmla="*/ 6766045 h 6858000"/>
              <a:gd name="connsiteX416" fmla="*/ 1067484 w 7467600"/>
              <a:gd name="connsiteY416" fmla="*/ 6858000 h 6858000"/>
              <a:gd name="connsiteX417" fmla="*/ 953928 w 7467600"/>
              <a:gd name="connsiteY417" fmla="*/ 6858000 h 6858000"/>
              <a:gd name="connsiteX418" fmla="*/ 959715 w 7467600"/>
              <a:gd name="connsiteY418" fmla="*/ 6850185 h 6858000"/>
              <a:gd name="connsiteX419" fmla="*/ 1483788 w 7467600"/>
              <a:gd name="connsiteY419" fmla="*/ 6259174 h 6858000"/>
              <a:gd name="connsiteX420" fmla="*/ 1100671 w 7467600"/>
              <a:gd name="connsiteY420" fmla="*/ 6252137 h 6858000"/>
              <a:gd name="connsiteX421" fmla="*/ 1090144 w 7467600"/>
              <a:gd name="connsiteY421" fmla="*/ 6256748 h 6858000"/>
              <a:gd name="connsiteX422" fmla="*/ 1095872 w 7467600"/>
              <a:gd name="connsiteY422" fmla="*/ 6271892 h 6858000"/>
              <a:gd name="connsiteX423" fmla="*/ 262785 w 7467600"/>
              <a:gd name="connsiteY423" fmla="*/ 6845450 h 6858000"/>
              <a:gd name="connsiteX424" fmla="*/ 209968 w 7467600"/>
              <a:gd name="connsiteY424" fmla="*/ 6770713 h 6858000"/>
              <a:gd name="connsiteX425" fmla="*/ 873460 w 7467600"/>
              <a:gd name="connsiteY425" fmla="*/ 6253768 h 6858000"/>
              <a:gd name="connsiteX426" fmla="*/ 192686 w 7467600"/>
              <a:gd name="connsiteY426" fmla="*/ 5849257 h 6858000"/>
              <a:gd name="connsiteX427" fmla="*/ 4696 w 7467600"/>
              <a:gd name="connsiteY427" fmla="*/ 5697668 h 6858000"/>
              <a:gd name="connsiteX428" fmla="*/ 0 w 7467600"/>
              <a:gd name="connsiteY428" fmla="*/ 5689984 h 6858000"/>
              <a:gd name="connsiteX429" fmla="*/ 0 w 7467600"/>
              <a:gd name="connsiteY429" fmla="*/ 5513472 h 6858000"/>
              <a:gd name="connsiteX430" fmla="*/ 174101 w 7467600"/>
              <a:gd name="connsiteY430" fmla="*/ 5620277 h 6858000"/>
              <a:gd name="connsiteX431" fmla="*/ 891800 w 7467600"/>
              <a:gd name="connsiteY431" fmla="*/ 6036935 h 6858000"/>
              <a:gd name="connsiteX432" fmla="*/ 1072219 w 7467600"/>
              <a:gd name="connsiteY432" fmla="*/ 6169443 h 6858000"/>
              <a:gd name="connsiteX433" fmla="*/ 1074117 w 7467600"/>
              <a:gd name="connsiteY433" fmla="*/ 6170301 h 6858000"/>
              <a:gd name="connsiteX434" fmla="*/ 1083114 w 7467600"/>
              <a:gd name="connsiteY434" fmla="*/ 6174131 h 6858000"/>
              <a:gd name="connsiteX435" fmla="*/ 1543010 w 7467600"/>
              <a:gd name="connsiteY435" fmla="*/ 6191140 h 6858000"/>
              <a:gd name="connsiteX436" fmla="*/ 1551080 w 7467600"/>
              <a:gd name="connsiteY436" fmla="*/ 6195006 h 6858000"/>
              <a:gd name="connsiteX437" fmla="*/ 2345443 w 7467600"/>
              <a:gd name="connsiteY437" fmla="*/ 5549882 h 6858000"/>
              <a:gd name="connsiteX438" fmla="*/ 1721499 w 7467600"/>
              <a:gd name="connsiteY438" fmla="*/ 5599969 h 6858000"/>
              <a:gd name="connsiteX439" fmla="*/ 767716 w 7467600"/>
              <a:gd name="connsiteY439" fmla="*/ 5472768 h 6858000"/>
              <a:gd name="connsiteX440" fmla="*/ 722147 w 7467600"/>
              <a:gd name="connsiteY440" fmla="*/ 5393091 h 6858000"/>
              <a:gd name="connsiteX441" fmla="*/ 1485552 w 7467600"/>
              <a:gd name="connsiteY441" fmla="*/ 5313202 h 6858000"/>
              <a:gd name="connsiteX442" fmla="*/ 2143004 w 7467600"/>
              <a:gd name="connsiteY442" fmla="*/ 5402420 h 6858000"/>
              <a:gd name="connsiteX443" fmla="*/ 1933391 w 7467600"/>
              <a:gd name="connsiteY443" fmla="*/ 5156971 h 6858000"/>
              <a:gd name="connsiteX444" fmla="*/ 1827118 w 7467600"/>
              <a:gd name="connsiteY444" fmla="*/ 4968410 h 6858000"/>
              <a:gd name="connsiteX445" fmla="*/ 1837349 w 7467600"/>
              <a:gd name="connsiteY445" fmla="*/ 4956357 h 6858000"/>
              <a:gd name="connsiteX446" fmla="*/ 2162835 w 7467600"/>
              <a:gd name="connsiteY446" fmla="*/ 5187853 h 6858000"/>
              <a:gd name="connsiteX447" fmla="*/ 2257167 w 7467600"/>
              <a:gd name="connsiteY447" fmla="*/ 5462123 h 6858000"/>
              <a:gd name="connsiteX448" fmla="*/ 2261598 w 7467600"/>
              <a:gd name="connsiteY448" fmla="*/ 5467998 h 6858000"/>
              <a:gd name="connsiteX449" fmla="*/ 2437177 w 7467600"/>
              <a:gd name="connsiteY449" fmla="*/ 5479608 h 6858000"/>
              <a:gd name="connsiteX450" fmla="*/ 2445247 w 7467600"/>
              <a:gd name="connsiteY450" fmla="*/ 5483476 h 6858000"/>
              <a:gd name="connsiteX451" fmla="*/ 2743626 w 7467600"/>
              <a:gd name="connsiteY451" fmla="*/ 5304819 h 6858000"/>
              <a:gd name="connsiteX452" fmla="*/ 3048102 w 7467600"/>
              <a:gd name="connsiteY452" fmla="*/ 5150595 h 6858000"/>
              <a:gd name="connsiteX453" fmla="*/ 1799414 w 7467600"/>
              <a:gd name="connsiteY453" fmla="*/ 4694732 h 6858000"/>
              <a:gd name="connsiteX454" fmla="*/ 1771735 w 7467600"/>
              <a:gd name="connsiteY454" fmla="*/ 4619929 h 6858000"/>
              <a:gd name="connsiteX455" fmla="*/ 3104273 w 7467600"/>
              <a:gd name="connsiteY455" fmla="*/ 5076159 h 6858000"/>
              <a:gd name="connsiteX456" fmla="*/ 3113245 w 7467600"/>
              <a:gd name="connsiteY456" fmla="*/ 5090705 h 6858000"/>
              <a:gd name="connsiteX457" fmla="*/ 3126294 w 7467600"/>
              <a:gd name="connsiteY457" fmla="*/ 5114400 h 6858000"/>
              <a:gd name="connsiteX458" fmla="*/ 3937433 w 7467600"/>
              <a:gd name="connsiteY458" fmla="*/ 4830473 h 6858000"/>
              <a:gd name="connsiteX459" fmla="*/ 3590475 w 7467600"/>
              <a:gd name="connsiteY459" fmla="*/ 4597974 h 6858000"/>
              <a:gd name="connsiteX460" fmla="*/ 3100264 w 7467600"/>
              <a:gd name="connsiteY460" fmla="*/ 4579845 h 6858000"/>
              <a:gd name="connsiteX461" fmla="*/ 2183576 w 7467600"/>
              <a:gd name="connsiteY461" fmla="*/ 4227150 h 6858000"/>
              <a:gd name="connsiteX462" fmla="*/ 2151029 w 7467600"/>
              <a:gd name="connsiteY462" fmla="*/ 4146947 h 6858000"/>
              <a:gd name="connsiteX463" fmla="*/ 3563434 w 7467600"/>
              <a:gd name="connsiteY463" fmla="*/ 4469115 h 6858000"/>
              <a:gd name="connsiteX464" fmla="*/ 3177952 w 7467600"/>
              <a:gd name="connsiteY464" fmla="*/ 3657386 h 6858000"/>
              <a:gd name="connsiteX465" fmla="*/ 3189263 w 7467600"/>
              <a:gd name="connsiteY465" fmla="*/ 3625726 h 6858000"/>
              <a:gd name="connsiteX466" fmla="*/ 3560912 w 7467600"/>
              <a:gd name="connsiteY466" fmla="*/ 4079863 h 6858000"/>
              <a:gd name="connsiteX467" fmla="*/ 3626636 w 7467600"/>
              <a:gd name="connsiteY467" fmla="*/ 4512230 h 6858000"/>
              <a:gd name="connsiteX468" fmla="*/ 3653088 w 7467600"/>
              <a:gd name="connsiteY468" fmla="*/ 4521417 h 6858000"/>
              <a:gd name="connsiteX469" fmla="*/ 3988128 w 7467600"/>
              <a:gd name="connsiteY469" fmla="*/ 4817267 h 6858000"/>
              <a:gd name="connsiteX470" fmla="*/ 4830582 w 7467600"/>
              <a:gd name="connsiteY470" fmla="*/ 4676000 h 6858000"/>
              <a:gd name="connsiteX471" fmla="*/ 4830100 w 7467600"/>
              <a:gd name="connsiteY471" fmla="*/ 4675554 h 6858000"/>
              <a:gd name="connsiteX472" fmla="*/ 4036318 w 7467600"/>
              <a:gd name="connsiteY472" fmla="*/ 4147013 h 6858000"/>
              <a:gd name="connsiteX473" fmla="*/ 3432098 w 7467600"/>
              <a:gd name="connsiteY473" fmla="*/ 3537312 h 6858000"/>
              <a:gd name="connsiteX474" fmla="*/ 3446761 w 7467600"/>
              <a:gd name="connsiteY474" fmla="*/ 3461278 h 6858000"/>
              <a:gd name="connsiteX475" fmla="*/ 4419733 w 7467600"/>
              <a:gd name="connsiteY475" fmla="*/ 3963555 h 6858000"/>
              <a:gd name="connsiteX476" fmla="*/ 4781371 w 7467600"/>
              <a:gd name="connsiteY476" fmla="*/ 4458604 h 6858000"/>
              <a:gd name="connsiteX477" fmla="*/ 4780440 w 7467600"/>
              <a:gd name="connsiteY477" fmla="*/ 4470290 h 6858000"/>
              <a:gd name="connsiteX478" fmla="*/ 4898954 w 7467600"/>
              <a:gd name="connsiteY478" fmla="*/ 4662092 h 6858000"/>
              <a:gd name="connsiteX479" fmla="*/ 4900699 w 7467600"/>
              <a:gd name="connsiteY479" fmla="*/ 4670867 h 6858000"/>
              <a:gd name="connsiteX480" fmla="*/ 5714511 w 7467600"/>
              <a:gd name="connsiteY480" fmla="*/ 4663483 h 6858000"/>
              <a:gd name="connsiteX481" fmla="*/ 5464793 w 7467600"/>
              <a:gd name="connsiteY481" fmla="*/ 4393556 h 6858000"/>
              <a:gd name="connsiteX482" fmla="*/ 5461897 w 7467600"/>
              <a:gd name="connsiteY482" fmla="*/ 4390879 h 6858000"/>
              <a:gd name="connsiteX483" fmla="*/ 4294126 w 7467600"/>
              <a:gd name="connsiteY483" fmla="*/ 3303048 h 6858000"/>
              <a:gd name="connsiteX484" fmla="*/ 4305321 w 7467600"/>
              <a:gd name="connsiteY484" fmla="*/ 3256953 h 6858000"/>
              <a:gd name="connsiteX485" fmla="*/ 4949299 w 7467600"/>
              <a:gd name="connsiteY485" fmla="*/ 3766336 h 6858000"/>
              <a:gd name="connsiteX486" fmla="*/ 5291452 w 7467600"/>
              <a:gd name="connsiteY486" fmla="*/ 4076801 h 6858000"/>
              <a:gd name="connsiteX487" fmla="*/ 5434998 w 7467600"/>
              <a:gd name="connsiteY487" fmla="*/ 4254100 h 6858000"/>
              <a:gd name="connsiteX488" fmla="*/ 5351015 w 7467600"/>
              <a:gd name="connsiteY488" fmla="*/ 3760989 h 6858000"/>
              <a:gd name="connsiteX489" fmla="*/ 5413780 w 7467600"/>
              <a:gd name="connsiteY489" fmla="*/ 2966265 h 6858000"/>
              <a:gd name="connsiteX490" fmla="*/ 5425627 w 7467600"/>
              <a:gd name="connsiteY490" fmla="*/ 2954192 h 6858000"/>
              <a:gd name="connsiteX491" fmla="*/ 6604735 w 7467600"/>
              <a:gd name="connsiteY491" fmla="*/ 2041381 h 6858000"/>
              <a:gd name="connsiteX492" fmla="*/ 7204487 w 7467600"/>
              <a:gd name="connsiteY492" fmla="*/ 2742112 h 6858000"/>
              <a:gd name="connsiteX493" fmla="*/ 7131592 w 7467600"/>
              <a:gd name="connsiteY493" fmla="*/ 2672096 h 6858000"/>
              <a:gd name="connsiteX494" fmla="*/ 6996344 w 7467600"/>
              <a:gd name="connsiteY494" fmla="*/ 2518310 h 6858000"/>
              <a:gd name="connsiteX495" fmla="*/ 6735495 w 7467600"/>
              <a:gd name="connsiteY495" fmla="*/ 2196890 h 6858000"/>
              <a:gd name="connsiteX496" fmla="*/ 6721901 w 7467600"/>
              <a:gd name="connsiteY496" fmla="*/ 2179274 h 6858000"/>
              <a:gd name="connsiteX497" fmla="*/ 6604735 w 7467600"/>
              <a:gd name="connsiteY497" fmla="*/ 2041381 h 6858000"/>
              <a:gd name="connsiteX498" fmla="*/ 6591670 w 7467600"/>
              <a:gd name="connsiteY498" fmla="*/ 1988277 h 6858000"/>
              <a:gd name="connsiteX499" fmla="*/ 6747349 w 7467600"/>
              <a:gd name="connsiteY499" fmla="*/ 2160069 h 6858000"/>
              <a:gd name="connsiteX500" fmla="*/ 6760943 w 7467600"/>
              <a:gd name="connsiteY500" fmla="*/ 2177686 h 6858000"/>
              <a:gd name="connsiteX501" fmla="*/ 7021065 w 7467600"/>
              <a:gd name="connsiteY501" fmla="*/ 2498102 h 6858000"/>
              <a:gd name="connsiteX502" fmla="*/ 7155223 w 7467600"/>
              <a:gd name="connsiteY502" fmla="*/ 2650386 h 6858000"/>
              <a:gd name="connsiteX503" fmla="*/ 7203167 w 7467600"/>
              <a:gd name="connsiteY503" fmla="*/ 2697288 h 6858000"/>
              <a:gd name="connsiteX504" fmla="*/ 6937703 w 7467600"/>
              <a:gd name="connsiteY504" fmla="*/ 2321981 h 6858000"/>
              <a:gd name="connsiteX505" fmla="*/ 6591670 w 7467600"/>
              <a:gd name="connsiteY505" fmla="*/ 1988277 h 6858000"/>
              <a:gd name="connsiteX506" fmla="*/ 5798671 w 7467600"/>
              <a:gd name="connsiteY506" fmla="*/ 1981601 h 6858000"/>
              <a:gd name="connsiteX507" fmla="*/ 5754709 w 7467600"/>
              <a:gd name="connsiteY507" fmla="*/ 2071454 h 6858000"/>
              <a:gd name="connsiteX508" fmla="*/ 5763044 w 7467600"/>
              <a:gd name="connsiteY508" fmla="*/ 2842206 h 6858000"/>
              <a:gd name="connsiteX509" fmla="*/ 5764974 w 7467600"/>
              <a:gd name="connsiteY509" fmla="*/ 2799609 h 6858000"/>
              <a:gd name="connsiteX510" fmla="*/ 5767665 w 7467600"/>
              <a:gd name="connsiteY510" fmla="*/ 2666409 h 6858000"/>
              <a:gd name="connsiteX511" fmla="*/ 5763055 w 7467600"/>
              <a:gd name="connsiteY511" fmla="*/ 2579705 h 6858000"/>
              <a:gd name="connsiteX512" fmla="*/ 5758079 w 7467600"/>
              <a:gd name="connsiteY512" fmla="*/ 2492508 h 6858000"/>
              <a:gd name="connsiteX513" fmla="*/ 5779325 w 7467600"/>
              <a:gd name="connsiteY513" fmla="*/ 2197069 h 6858000"/>
              <a:gd name="connsiteX514" fmla="*/ 5798671 w 7467600"/>
              <a:gd name="connsiteY514" fmla="*/ 1981601 h 6858000"/>
              <a:gd name="connsiteX515" fmla="*/ 5829202 w 7467600"/>
              <a:gd name="connsiteY515" fmla="*/ 1971679 h 6858000"/>
              <a:gd name="connsiteX516" fmla="*/ 5809558 w 7467600"/>
              <a:gd name="connsiteY516" fmla="*/ 2198043 h 6858000"/>
              <a:gd name="connsiteX517" fmla="*/ 5788653 w 7467600"/>
              <a:gd name="connsiteY517" fmla="*/ 2489430 h 6858000"/>
              <a:gd name="connsiteX518" fmla="*/ 5793439 w 7467600"/>
              <a:gd name="connsiteY518" fmla="*/ 2575235 h 6858000"/>
              <a:gd name="connsiteX519" fmla="*/ 5796837 w 7467600"/>
              <a:gd name="connsiteY519" fmla="*/ 2637633 h 6858000"/>
              <a:gd name="connsiteX520" fmla="*/ 5818614 w 7467600"/>
              <a:gd name="connsiteY520" fmla="*/ 2473055 h 6858000"/>
              <a:gd name="connsiteX521" fmla="*/ 5829202 w 7467600"/>
              <a:gd name="connsiteY521" fmla="*/ 1971679 h 6858000"/>
              <a:gd name="connsiteX522" fmla="*/ 5911389 w 7467600"/>
              <a:gd name="connsiteY522" fmla="*/ 1898371 h 6858000"/>
              <a:gd name="connsiteX523" fmla="*/ 6237627 w 7467600"/>
              <a:gd name="connsiteY523" fmla="*/ 2231921 h 6858000"/>
              <a:gd name="connsiteX524" fmla="*/ 5911389 w 7467600"/>
              <a:gd name="connsiteY524" fmla="*/ 1898371 h 6858000"/>
              <a:gd name="connsiteX525" fmla="*/ 6944437 w 7467600"/>
              <a:gd name="connsiteY525" fmla="*/ 1575402 h 6858000"/>
              <a:gd name="connsiteX526" fmla="*/ 6304730 w 7467600"/>
              <a:gd name="connsiteY526" fmla="*/ 1766654 h 6858000"/>
              <a:gd name="connsiteX527" fmla="*/ 6944437 w 7467600"/>
              <a:gd name="connsiteY527" fmla="*/ 1575402 h 6858000"/>
              <a:gd name="connsiteX528" fmla="*/ 7019523 w 7467600"/>
              <a:gd name="connsiteY528" fmla="*/ 1519450 h 6858000"/>
              <a:gd name="connsiteX529" fmla="*/ 6298091 w 7467600"/>
              <a:gd name="connsiteY529" fmla="*/ 1737122 h 6858000"/>
              <a:gd name="connsiteX530" fmla="*/ 7019523 w 7467600"/>
              <a:gd name="connsiteY530" fmla="*/ 1519450 h 6858000"/>
              <a:gd name="connsiteX531" fmla="*/ 2399523 w 7467600"/>
              <a:gd name="connsiteY531" fmla="*/ 1428234 h 6858000"/>
              <a:gd name="connsiteX532" fmla="*/ 2224982 w 7467600"/>
              <a:gd name="connsiteY532" fmla="*/ 1826201 h 6858000"/>
              <a:gd name="connsiteX533" fmla="*/ 2096099 w 7467600"/>
              <a:gd name="connsiteY533" fmla="*/ 2345900 h 6858000"/>
              <a:gd name="connsiteX534" fmla="*/ 2283317 w 7467600"/>
              <a:gd name="connsiteY534" fmla="*/ 1796925 h 6858000"/>
              <a:gd name="connsiteX535" fmla="*/ 2399523 w 7467600"/>
              <a:gd name="connsiteY535" fmla="*/ 1428234 h 6858000"/>
              <a:gd name="connsiteX536" fmla="*/ 2448558 w 7467600"/>
              <a:gd name="connsiteY536" fmla="*/ 1373435 h 6858000"/>
              <a:gd name="connsiteX537" fmla="*/ 2312521 w 7467600"/>
              <a:gd name="connsiteY537" fmla="*/ 1806140 h 6858000"/>
              <a:gd name="connsiteX538" fmla="*/ 2127533 w 7467600"/>
              <a:gd name="connsiteY538" fmla="*/ 2348380 h 6858000"/>
              <a:gd name="connsiteX539" fmla="*/ 2358080 w 7467600"/>
              <a:gd name="connsiteY539" fmla="*/ 1866134 h 6858000"/>
              <a:gd name="connsiteX540" fmla="*/ 2407436 w 7467600"/>
              <a:gd name="connsiteY540" fmla="*/ 1651070 h 6858000"/>
              <a:gd name="connsiteX541" fmla="*/ 2448558 w 7467600"/>
              <a:gd name="connsiteY541" fmla="*/ 1373435 h 6858000"/>
              <a:gd name="connsiteX542" fmla="*/ 278707 w 7467600"/>
              <a:gd name="connsiteY542" fmla="*/ 1352270 h 6858000"/>
              <a:gd name="connsiteX543" fmla="*/ 321570 w 7467600"/>
              <a:gd name="connsiteY543" fmla="*/ 1861610 h 6858000"/>
              <a:gd name="connsiteX544" fmla="*/ 294281 w 7467600"/>
              <a:gd name="connsiteY544" fmla="*/ 1440658 h 6858000"/>
              <a:gd name="connsiteX545" fmla="*/ 278707 w 7467600"/>
              <a:gd name="connsiteY545" fmla="*/ 1352270 h 6858000"/>
              <a:gd name="connsiteX546" fmla="*/ 1423821 w 7467600"/>
              <a:gd name="connsiteY546" fmla="*/ 1351958 h 6858000"/>
              <a:gd name="connsiteX547" fmla="*/ 1638521 w 7467600"/>
              <a:gd name="connsiteY547" fmla="*/ 1908470 h 6858000"/>
              <a:gd name="connsiteX548" fmla="*/ 1754199 w 7467600"/>
              <a:gd name="connsiteY548" fmla="*/ 2149284 h 6858000"/>
              <a:gd name="connsiteX549" fmla="*/ 1908359 w 7467600"/>
              <a:gd name="connsiteY549" fmla="*/ 2364988 h 6858000"/>
              <a:gd name="connsiteX550" fmla="*/ 1647661 w 7467600"/>
              <a:gd name="connsiteY550" fmla="*/ 1825945 h 6858000"/>
              <a:gd name="connsiteX551" fmla="*/ 1423821 w 7467600"/>
              <a:gd name="connsiteY551" fmla="*/ 1351958 h 6858000"/>
              <a:gd name="connsiteX552" fmla="*/ 1431890 w 7467600"/>
              <a:gd name="connsiteY552" fmla="*/ 1306475 h 6858000"/>
              <a:gd name="connsiteX553" fmla="*/ 1507597 w 7467600"/>
              <a:gd name="connsiteY553" fmla="*/ 1446132 h 6858000"/>
              <a:gd name="connsiteX554" fmla="*/ 1674586 w 7467600"/>
              <a:gd name="connsiteY554" fmla="*/ 1813832 h 6858000"/>
              <a:gd name="connsiteX555" fmla="*/ 1815950 w 7467600"/>
              <a:gd name="connsiteY555" fmla="*/ 2128564 h 6858000"/>
              <a:gd name="connsiteX556" fmla="*/ 1984242 w 7467600"/>
              <a:gd name="connsiteY556" fmla="*/ 2430829 h 6858000"/>
              <a:gd name="connsiteX557" fmla="*/ 2014023 w 7467600"/>
              <a:gd name="connsiteY557" fmla="*/ 2450995 h 6858000"/>
              <a:gd name="connsiteX558" fmla="*/ 1747337 w 7467600"/>
              <a:gd name="connsiteY558" fmla="*/ 1855264 h 6858000"/>
              <a:gd name="connsiteX559" fmla="*/ 1533749 w 7467600"/>
              <a:gd name="connsiteY559" fmla="*/ 1478656 h 6858000"/>
              <a:gd name="connsiteX560" fmla="*/ 1431890 w 7467600"/>
              <a:gd name="connsiteY560" fmla="*/ 1306475 h 6858000"/>
              <a:gd name="connsiteX561" fmla="*/ 5052692 w 7467600"/>
              <a:gd name="connsiteY561" fmla="*/ 1292994 h 6858000"/>
              <a:gd name="connsiteX562" fmla="*/ 5200661 w 7467600"/>
              <a:gd name="connsiteY562" fmla="*/ 1635186 h 6858000"/>
              <a:gd name="connsiteX563" fmla="*/ 5297138 w 7467600"/>
              <a:gd name="connsiteY563" fmla="*/ 1906351 h 6858000"/>
              <a:gd name="connsiteX564" fmla="*/ 5052692 w 7467600"/>
              <a:gd name="connsiteY564" fmla="*/ 1292994 h 6858000"/>
              <a:gd name="connsiteX565" fmla="*/ 5009948 w 7467600"/>
              <a:gd name="connsiteY565" fmla="*/ 1273619 h 6858000"/>
              <a:gd name="connsiteX566" fmla="*/ 5121777 w 7467600"/>
              <a:gd name="connsiteY566" fmla="*/ 1654213 h 6858000"/>
              <a:gd name="connsiteX567" fmla="*/ 5293545 w 7467600"/>
              <a:gd name="connsiteY567" fmla="*/ 2072247 h 6858000"/>
              <a:gd name="connsiteX568" fmla="*/ 5294042 w 7467600"/>
              <a:gd name="connsiteY568" fmla="*/ 2065019 h 6858000"/>
              <a:gd name="connsiteX569" fmla="*/ 5171936 w 7467600"/>
              <a:gd name="connsiteY569" fmla="*/ 1647613 h 6858000"/>
              <a:gd name="connsiteX570" fmla="*/ 5009948 w 7467600"/>
              <a:gd name="connsiteY570" fmla="*/ 1273619 h 6858000"/>
              <a:gd name="connsiteX571" fmla="*/ 655236 w 7467600"/>
              <a:gd name="connsiteY571" fmla="*/ 1268632 h 6858000"/>
              <a:gd name="connsiteX572" fmla="*/ 839521 w 7467600"/>
              <a:gd name="connsiteY572" fmla="*/ 1685315 h 6858000"/>
              <a:gd name="connsiteX573" fmla="*/ 1109416 w 7467600"/>
              <a:gd name="connsiteY573" fmla="*/ 2061663 h 6858000"/>
              <a:gd name="connsiteX574" fmla="*/ 1298300 w 7467600"/>
              <a:gd name="connsiteY574" fmla="*/ 2247742 h 6858000"/>
              <a:gd name="connsiteX575" fmla="*/ 1125871 w 7467600"/>
              <a:gd name="connsiteY575" fmla="*/ 1989513 h 6858000"/>
              <a:gd name="connsiteX576" fmla="*/ 981574 w 7467600"/>
              <a:gd name="connsiteY576" fmla="*/ 1783157 h 6858000"/>
              <a:gd name="connsiteX577" fmla="*/ 922198 w 7467600"/>
              <a:gd name="connsiteY577" fmla="*/ 1677437 h 6858000"/>
              <a:gd name="connsiteX578" fmla="*/ 869293 w 7467600"/>
              <a:gd name="connsiteY578" fmla="*/ 1583214 h 6858000"/>
              <a:gd name="connsiteX579" fmla="*/ 751431 w 7467600"/>
              <a:gd name="connsiteY579" fmla="*/ 1405731 h 6858000"/>
              <a:gd name="connsiteX580" fmla="*/ 655236 w 7467600"/>
              <a:gd name="connsiteY580" fmla="*/ 1268632 h 6858000"/>
              <a:gd name="connsiteX581" fmla="*/ 6516292 w 7467600"/>
              <a:gd name="connsiteY581" fmla="*/ 1263064 h 6858000"/>
              <a:gd name="connsiteX582" fmla="*/ 5736320 w 7467600"/>
              <a:gd name="connsiteY582" fmla="*/ 1501803 h 6858000"/>
              <a:gd name="connsiteX583" fmla="*/ 6516292 w 7467600"/>
              <a:gd name="connsiteY583" fmla="*/ 1263064 h 6858000"/>
              <a:gd name="connsiteX584" fmla="*/ 291466 w 7467600"/>
              <a:gd name="connsiteY584" fmla="*/ 1250369 h 6858000"/>
              <a:gd name="connsiteX585" fmla="*/ 323180 w 7467600"/>
              <a:gd name="connsiteY585" fmla="*/ 1435283 h 6858000"/>
              <a:gd name="connsiteX586" fmla="*/ 349381 w 7467600"/>
              <a:gd name="connsiteY586" fmla="*/ 1875041 h 6858000"/>
              <a:gd name="connsiteX587" fmla="*/ 374363 w 7467600"/>
              <a:gd name="connsiteY587" fmla="*/ 1506494 h 6858000"/>
              <a:gd name="connsiteX588" fmla="*/ 302168 w 7467600"/>
              <a:gd name="connsiteY588" fmla="*/ 1274495 h 6858000"/>
              <a:gd name="connsiteX589" fmla="*/ 291466 w 7467600"/>
              <a:gd name="connsiteY589" fmla="*/ 1250369 h 6858000"/>
              <a:gd name="connsiteX590" fmla="*/ 678222 w 7467600"/>
              <a:gd name="connsiteY590" fmla="*/ 1248670 h 6858000"/>
              <a:gd name="connsiteX591" fmla="*/ 775536 w 7467600"/>
              <a:gd name="connsiteY591" fmla="*/ 1388015 h 6858000"/>
              <a:gd name="connsiteX592" fmla="*/ 894529 w 7467600"/>
              <a:gd name="connsiteY592" fmla="*/ 1567739 h 6858000"/>
              <a:gd name="connsiteX593" fmla="*/ 948000 w 7467600"/>
              <a:gd name="connsiteY593" fmla="*/ 1663088 h 6858000"/>
              <a:gd name="connsiteX594" fmla="*/ 1006812 w 7467600"/>
              <a:gd name="connsiteY594" fmla="*/ 1767683 h 6858000"/>
              <a:gd name="connsiteX595" fmla="*/ 1149133 w 7467600"/>
              <a:gd name="connsiteY595" fmla="*/ 1971513 h 6858000"/>
              <a:gd name="connsiteX596" fmla="*/ 1333952 w 7467600"/>
              <a:gd name="connsiteY596" fmla="*/ 2251620 h 6858000"/>
              <a:gd name="connsiteX597" fmla="*/ 1337329 w 7467600"/>
              <a:gd name="connsiteY597" fmla="*/ 2258350 h 6858000"/>
              <a:gd name="connsiteX598" fmla="*/ 1014726 w 7467600"/>
              <a:gd name="connsiteY598" fmla="*/ 1615556 h 6858000"/>
              <a:gd name="connsiteX599" fmla="*/ 678222 w 7467600"/>
              <a:gd name="connsiteY599" fmla="*/ 1248670 h 6858000"/>
              <a:gd name="connsiteX600" fmla="*/ 6691602 w 7467600"/>
              <a:gd name="connsiteY600" fmla="*/ 1140573 h 6858000"/>
              <a:gd name="connsiteX601" fmla="*/ 6571100 w 7467600"/>
              <a:gd name="connsiteY601" fmla="*/ 1183662 h 6858000"/>
              <a:gd name="connsiteX602" fmla="*/ 6241687 w 7467600"/>
              <a:gd name="connsiteY602" fmla="*/ 1257600 h 6858000"/>
              <a:gd name="connsiteX603" fmla="*/ 5693009 w 7467600"/>
              <a:gd name="connsiteY603" fmla="*/ 1478256 h 6858000"/>
              <a:gd name="connsiteX604" fmla="*/ 6548420 w 7467600"/>
              <a:gd name="connsiteY604" fmla="*/ 1214599 h 6858000"/>
              <a:gd name="connsiteX605" fmla="*/ 6605473 w 7467600"/>
              <a:gd name="connsiteY605" fmla="*/ 1184686 h 6858000"/>
              <a:gd name="connsiteX606" fmla="*/ 6691602 w 7467600"/>
              <a:gd name="connsiteY606" fmla="*/ 1140573 h 6858000"/>
              <a:gd name="connsiteX607" fmla="*/ 4002475 w 7467600"/>
              <a:gd name="connsiteY607" fmla="*/ 1037802 h 6858000"/>
              <a:gd name="connsiteX608" fmla="*/ 4000324 w 7467600"/>
              <a:gd name="connsiteY608" fmla="*/ 1039362 h 6858000"/>
              <a:gd name="connsiteX609" fmla="*/ 4002862 w 7467600"/>
              <a:gd name="connsiteY609" fmla="*/ 1042866 h 6858000"/>
              <a:gd name="connsiteX610" fmla="*/ 4002475 w 7467600"/>
              <a:gd name="connsiteY610" fmla="*/ 1037802 h 6858000"/>
              <a:gd name="connsiteX611" fmla="*/ 506322 w 7467600"/>
              <a:gd name="connsiteY611" fmla="*/ 1020997 h 6858000"/>
              <a:gd name="connsiteX612" fmla="*/ 533068 w 7467600"/>
              <a:gd name="connsiteY612" fmla="*/ 1029409 h 6858000"/>
              <a:gd name="connsiteX613" fmla="*/ 1232525 w 7467600"/>
              <a:gd name="connsiteY613" fmla="*/ 1804675 h 6858000"/>
              <a:gd name="connsiteX614" fmla="*/ 1388858 w 7467600"/>
              <a:gd name="connsiteY614" fmla="*/ 2368011 h 6858000"/>
              <a:gd name="connsiteX615" fmla="*/ 1384098 w 7467600"/>
              <a:gd name="connsiteY615" fmla="*/ 2378125 h 6858000"/>
              <a:gd name="connsiteX616" fmla="*/ 1425393 w 7467600"/>
              <a:gd name="connsiteY616" fmla="*/ 2589124 h 6858000"/>
              <a:gd name="connsiteX617" fmla="*/ 1424001 w 7467600"/>
              <a:gd name="connsiteY617" fmla="*/ 2597541 h 6858000"/>
              <a:gd name="connsiteX618" fmla="*/ 2152729 w 7467600"/>
              <a:gd name="connsiteY618" fmla="*/ 2864487 h 6858000"/>
              <a:gd name="connsiteX619" fmla="*/ 2020609 w 7467600"/>
              <a:gd name="connsiteY619" fmla="*/ 2539671 h 6858000"/>
              <a:gd name="connsiteX620" fmla="*/ 2018920 w 7467600"/>
              <a:gd name="connsiteY620" fmla="*/ 2536309 h 6858000"/>
              <a:gd name="connsiteX621" fmla="*/ 1342441 w 7467600"/>
              <a:gd name="connsiteY621" fmla="*/ 1173017 h 6858000"/>
              <a:gd name="connsiteX622" fmla="*/ 1367925 w 7467600"/>
              <a:gd name="connsiteY622" fmla="*/ 1135648 h 6858000"/>
              <a:gd name="connsiteX623" fmla="*/ 1771401 w 7467600"/>
              <a:gd name="connsiteY623" fmla="*/ 1806673 h 6858000"/>
              <a:gd name="connsiteX624" fmla="*/ 1972385 w 7467600"/>
              <a:gd name="connsiteY624" fmla="*/ 2198735 h 6858000"/>
              <a:gd name="connsiteX625" fmla="*/ 2040892 w 7467600"/>
              <a:gd name="connsiteY625" fmla="*/ 2405205 h 6858000"/>
              <a:gd name="connsiteX626" fmla="*/ 2131689 w 7467600"/>
              <a:gd name="connsiteY626" fmla="*/ 1936926 h 6858000"/>
              <a:gd name="connsiteX627" fmla="*/ 2454820 w 7467600"/>
              <a:gd name="connsiteY627" fmla="*/ 1248808 h 6858000"/>
              <a:gd name="connsiteX628" fmla="*/ 2492512 w 7467600"/>
              <a:gd name="connsiteY628" fmla="*/ 1302920 h 6858000"/>
              <a:gd name="connsiteX629" fmla="*/ 2081216 w 7467600"/>
              <a:gd name="connsiteY629" fmla="*/ 2527513 h 6858000"/>
              <a:gd name="connsiteX630" fmla="*/ 2081211 w 7467600"/>
              <a:gd name="connsiteY630" fmla="*/ 2528916 h 6858000"/>
              <a:gd name="connsiteX631" fmla="*/ 2199067 w 7467600"/>
              <a:gd name="connsiteY631" fmla="*/ 2884061 h 6858000"/>
              <a:gd name="connsiteX632" fmla="*/ 3192586 w 7467600"/>
              <a:gd name="connsiteY632" fmla="*/ 3411496 h 6858000"/>
              <a:gd name="connsiteX633" fmla="*/ 3182620 w 7467600"/>
              <a:gd name="connsiteY633" fmla="*/ 3483279 h 6858000"/>
              <a:gd name="connsiteX634" fmla="*/ 2435119 w 7467600"/>
              <a:gd name="connsiteY634" fmla="*/ 3080173 h 6858000"/>
              <a:gd name="connsiteX635" fmla="*/ 2410152 w 7467600"/>
              <a:gd name="connsiteY635" fmla="*/ 3063751 h 6858000"/>
              <a:gd name="connsiteX636" fmla="*/ 2408099 w 7467600"/>
              <a:gd name="connsiteY636" fmla="*/ 3064403 h 6858000"/>
              <a:gd name="connsiteX637" fmla="*/ 2407218 w 7467600"/>
              <a:gd name="connsiteY637" fmla="*/ 3070324 h 6858000"/>
              <a:gd name="connsiteX638" fmla="*/ 2380138 w 7467600"/>
              <a:gd name="connsiteY638" fmla="*/ 3099341 h 6858000"/>
              <a:gd name="connsiteX639" fmla="*/ 1765923 w 7467600"/>
              <a:gd name="connsiteY639" fmla="*/ 3581043 h 6858000"/>
              <a:gd name="connsiteX640" fmla="*/ 1702258 w 7467600"/>
              <a:gd name="connsiteY640" fmla="*/ 3612286 h 6858000"/>
              <a:gd name="connsiteX641" fmla="*/ 1538370 w 7467600"/>
              <a:gd name="connsiteY641" fmla="*/ 3811804 h 6858000"/>
              <a:gd name="connsiteX642" fmla="*/ 542867 w 7467600"/>
              <a:gd name="connsiteY642" fmla="*/ 4944092 h 6858000"/>
              <a:gd name="connsiteX643" fmla="*/ 515800 w 7467600"/>
              <a:gd name="connsiteY643" fmla="*/ 4862180 h 6858000"/>
              <a:gd name="connsiteX644" fmla="*/ 909145 w 7467600"/>
              <a:gd name="connsiteY644" fmla="*/ 4199225 h 6858000"/>
              <a:gd name="connsiteX645" fmla="*/ 1214067 w 7467600"/>
              <a:gd name="connsiteY645" fmla="*/ 3908561 h 6858000"/>
              <a:gd name="connsiteX646" fmla="*/ 640967 w 7467600"/>
              <a:gd name="connsiteY646" fmla="*/ 4105601 h 6858000"/>
              <a:gd name="connsiteX647" fmla="*/ 112563 w 7467600"/>
              <a:gd name="connsiteY647" fmla="*/ 4396952 h 6858000"/>
              <a:gd name="connsiteX648" fmla="*/ 0 w 7467600"/>
              <a:gd name="connsiteY648" fmla="*/ 4466006 h 6858000"/>
              <a:gd name="connsiteX649" fmla="*/ 0 w 7467600"/>
              <a:gd name="connsiteY649" fmla="*/ 4233763 h 6858000"/>
              <a:gd name="connsiteX650" fmla="*/ 36881 w 7467600"/>
              <a:gd name="connsiteY650" fmla="*/ 4200118 h 6858000"/>
              <a:gd name="connsiteX651" fmla="*/ 910534 w 7467600"/>
              <a:gd name="connsiteY651" fmla="*/ 3629753 h 6858000"/>
              <a:gd name="connsiteX652" fmla="*/ 1578717 w 7467600"/>
              <a:gd name="connsiteY652" fmla="*/ 3575982 h 6858000"/>
              <a:gd name="connsiteX653" fmla="*/ 2338780 w 7467600"/>
              <a:gd name="connsiteY653" fmla="*/ 3033725 h 6858000"/>
              <a:gd name="connsiteX654" fmla="*/ 1807991 w 7467600"/>
              <a:gd name="connsiteY654" fmla="*/ 2807184 h 6858000"/>
              <a:gd name="connsiteX655" fmla="*/ 1416358 w 7467600"/>
              <a:gd name="connsiteY655" fmla="*/ 3112571 h 6858000"/>
              <a:gd name="connsiteX656" fmla="*/ 939066 w 7467600"/>
              <a:gd name="connsiteY656" fmla="*/ 3378798 h 6858000"/>
              <a:gd name="connsiteX657" fmla="*/ 115099 w 7467600"/>
              <a:gd name="connsiteY657" fmla="*/ 3607650 h 6858000"/>
              <a:gd name="connsiteX658" fmla="*/ 97284 w 7467600"/>
              <a:gd name="connsiteY658" fmla="*/ 3520393 h 6858000"/>
              <a:gd name="connsiteX659" fmla="*/ 922050 w 7467600"/>
              <a:gd name="connsiteY659" fmla="*/ 3074867 h 6858000"/>
              <a:gd name="connsiteX660" fmla="*/ 1405265 w 7467600"/>
              <a:gd name="connsiteY660" fmla="*/ 3016319 h 6858000"/>
              <a:gd name="connsiteX661" fmla="*/ 1407512 w 7467600"/>
              <a:gd name="connsiteY661" fmla="*/ 3018001 h 6858000"/>
              <a:gd name="connsiteX662" fmla="*/ 1726266 w 7467600"/>
              <a:gd name="connsiteY662" fmla="*/ 2777274 h 6858000"/>
              <a:gd name="connsiteX663" fmla="*/ 625390 w 7467600"/>
              <a:gd name="connsiteY663" fmla="*/ 2514541 h 6858000"/>
              <a:gd name="connsiteX664" fmla="*/ 619799 w 7467600"/>
              <a:gd name="connsiteY664" fmla="*/ 2527180 h 6858000"/>
              <a:gd name="connsiteX665" fmla="*/ 310030 w 7467600"/>
              <a:gd name="connsiteY665" fmla="*/ 2771818 h 6858000"/>
              <a:gd name="connsiteX666" fmla="*/ 173877 w 7467600"/>
              <a:gd name="connsiteY666" fmla="*/ 2937056 h 6858000"/>
              <a:gd name="connsiteX667" fmla="*/ 77889 w 7467600"/>
              <a:gd name="connsiteY667" fmla="*/ 3138440 h 6858000"/>
              <a:gd name="connsiteX668" fmla="*/ 0 w 7467600"/>
              <a:gd name="connsiteY668" fmla="*/ 3271395 h 6858000"/>
              <a:gd name="connsiteX669" fmla="*/ 0 w 7467600"/>
              <a:gd name="connsiteY669" fmla="*/ 3153002 h 6858000"/>
              <a:gd name="connsiteX670" fmla="*/ 2386 w 7467600"/>
              <a:gd name="connsiteY670" fmla="*/ 3149203 h 6858000"/>
              <a:gd name="connsiteX671" fmla="*/ 89753 w 7467600"/>
              <a:gd name="connsiteY671" fmla="*/ 2987702 h 6858000"/>
              <a:gd name="connsiteX672" fmla="*/ 76869 w 7467600"/>
              <a:gd name="connsiteY672" fmla="*/ 3005404 h 6858000"/>
              <a:gd name="connsiteX673" fmla="*/ 32049 w 7467600"/>
              <a:gd name="connsiteY673" fmla="*/ 3065814 h 6858000"/>
              <a:gd name="connsiteX674" fmla="*/ 0 w 7467600"/>
              <a:gd name="connsiteY674" fmla="*/ 3108744 h 6858000"/>
              <a:gd name="connsiteX675" fmla="*/ 0 w 7467600"/>
              <a:gd name="connsiteY675" fmla="*/ 3058059 h 6858000"/>
              <a:gd name="connsiteX676" fmla="*/ 7610 w 7467600"/>
              <a:gd name="connsiteY676" fmla="*/ 3047889 h 6858000"/>
              <a:gd name="connsiteX677" fmla="*/ 52419 w 7467600"/>
              <a:gd name="connsiteY677" fmla="*/ 2987479 h 6858000"/>
              <a:gd name="connsiteX678" fmla="*/ 59142 w 7467600"/>
              <a:gd name="connsiteY678" fmla="*/ 2978488 h 6858000"/>
              <a:gd name="connsiteX679" fmla="*/ 0 w 7467600"/>
              <a:gd name="connsiteY679" fmla="*/ 3015334 h 6858000"/>
              <a:gd name="connsiteX680" fmla="*/ 0 w 7467600"/>
              <a:gd name="connsiteY680" fmla="*/ 2914286 h 6858000"/>
              <a:gd name="connsiteX681" fmla="*/ 36383 w 7467600"/>
              <a:gd name="connsiteY681" fmla="*/ 2901128 h 6858000"/>
              <a:gd name="connsiteX682" fmla="*/ 156329 w 7467600"/>
              <a:gd name="connsiteY682" fmla="*/ 2840533 h 6858000"/>
              <a:gd name="connsiteX683" fmla="*/ 358355 w 7467600"/>
              <a:gd name="connsiteY683" fmla="*/ 2620471 h 6858000"/>
              <a:gd name="connsiteX684" fmla="*/ 510577 w 7467600"/>
              <a:gd name="connsiteY684" fmla="*/ 2501244 h 6858000"/>
              <a:gd name="connsiteX685" fmla="*/ 211967 w 7467600"/>
              <a:gd name="connsiteY685" fmla="*/ 2479171 h 6858000"/>
              <a:gd name="connsiteX686" fmla="*/ 0 w 7467600"/>
              <a:gd name="connsiteY686" fmla="*/ 2476398 h 6858000"/>
              <a:gd name="connsiteX687" fmla="*/ 0 w 7467600"/>
              <a:gd name="connsiteY687" fmla="*/ 2389189 h 6858000"/>
              <a:gd name="connsiteX688" fmla="*/ 103062 w 7467600"/>
              <a:gd name="connsiteY688" fmla="*/ 2389518 h 6858000"/>
              <a:gd name="connsiteX689" fmla="*/ 510734 w 7467600"/>
              <a:gd name="connsiteY689" fmla="*/ 2416201 h 6858000"/>
              <a:gd name="connsiteX690" fmla="*/ 279257 w 7467600"/>
              <a:gd name="connsiteY690" fmla="*/ 2092102 h 6858000"/>
              <a:gd name="connsiteX691" fmla="*/ 65265 w 7467600"/>
              <a:gd name="connsiteY691" fmla="*/ 2006049 h 6858000"/>
              <a:gd name="connsiteX692" fmla="*/ 0 w 7467600"/>
              <a:gd name="connsiteY692" fmla="*/ 1982532 h 6858000"/>
              <a:gd name="connsiteX693" fmla="*/ 0 w 7467600"/>
              <a:gd name="connsiteY693" fmla="*/ 1912789 h 6858000"/>
              <a:gd name="connsiteX694" fmla="*/ 97460 w 7467600"/>
              <a:gd name="connsiteY694" fmla="*/ 1953725 h 6858000"/>
              <a:gd name="connsiteX695" fmla="*/ 221272 w 7467600"/>
              <a:gd name="connsiteY695" fmla="*/ 1980766 h 6858000"/>
              <a:gd name="connsiteX696" fmla="*/ 116765 w 7467600"/>
              <a:gd name="connsiteY696" fmla="*/ 1911033 h 6858000"/>
              <a:gd name="connsiteX697" fmla="*/ 16405 w 7467600"/>
              <a:gd name="connsiteY697" fmla="*/ 1803412 h 6858000"/>
              <a:gd name="connsiteX698" fmla="*/ 0 w 7467600"/>
              <a:gd name="connsiteY698" fmla="*/ 1784777 h 6858000"/>
              <a:gd name="connsiteX699" fmla="*/ 0 w 7467600"/>
              <a:gd name="connsiteY699" fmla="*/ 1740082 h 6858000"/>
              <a:gd name="connsiteX700" fmla="*/ 39394 w 7467600"/>
              <a:gd name="connsiteY700" fmla="*/ 1784856 h 6858000"/>
              <a:gd name="connsiteX701" fmla="*/ 135813 w 7467600"/>
              <a:gd name="connsiteY701" fmla="*/ 1888838 h 6858000"/>
              <a:gd name="connsiteX702" fmla="*/ 242575 w 7467600"/>
              <a:gd name="connsiteY702" fmla="*/ 1958841 h 6858000"/>
              <a:gd name="connsiteX703" fmla="*/ 82197 w 7467600"/>
              <a:gd name="connsiteY703" fmla="*/ 1754826 h 6858000"/>
              <a:gd name="connsiteX704" fmla="*/ 0 w 7467600"/>
              <a:gd name="connsiteY704" fmla="*/ 1679650 h 6858000"/>
              <a:gd name="connsiteX705" fmla="*/ 0 w 7467600"/>
              <a:gd name="connsiteY705" fmla="*/ 1602463 h 6858000"/>
              <a:gd name="connsiteX706" fmla="*/ 84689 w 7467600"/>
              <a:gd name="connsiteY706" fmla="*/ 1677442 h 6858000"/>
              <a:gd name="connsiteX707" fmla="*/ 298437 w 7467600"/>
              <a:gd name="connsiteY707" fmla="*/ 1968019 h 6858000"/>
              <a:gd name="connsiteX708" fmla="*/ 227269 w 7467600"/>
              <a:gd name="connsiteY708" fmla="*/ 1114064 h 6858000"/>
              <a:gd name="connsiteX709" fmla="*/ 248003 w 7467600"/>
              <a:gd name="connsiteY709" fmla="*/ 1089613 h 6858000"/>
              <a:gd name="connsiteX710" fmla="*/ 427020 w 7467600"/>
              <a:gd name="connsiteY710" fmla="*/ 1619803 h 6858000"/>
              <a:gd name="connsiteX711" fmla="*/ 340345 w 7467600"/>
              <a:gd name="connsiteY711" fmla="*/ 2027739 h 6858000"/>
              <a:gd name="connsiteX712" fmla="*/ 360865 w 7467600"/>
              <a:gd name="connsiteY712" fmla="*/ 2044827 h 6858000"/>
              <a:gd name="connsiteX713" fmla="*/ 560414 w 7467600"/>
              <a:gd name="connsiteY713" fmla="*/ 2421457 h 6858000"/>
              <a:gd name="connsiteX714" fmla="*/ 1359703 w 7467600"/>
              <a:gd name="connsiteY714" fmla="*/ 2578554 h 6858000"/>
              <a:gd name="connsiteX715" fmla="*/ 1359422 w 7467600"/>
              <a:gd name="connsiteY715" fmla="*/ 2577994 h 6858000"/>
              <a:gd name="connsiteX716" fmla="*/ 828701 w 7467600"/>
              <a:gd name="connsiteY716" fmla="*/ 1839520 h 6858000"/>
              <a:gd name="connsiteX717" fmla="*/ 494427 w 7467600"/>
              <a:gd name="connsiteY717" fmla="*/ 1092333 h 6858000"/>
              <a:gd name="connsiteX718" fmla="*/ 506322 w 7467600"/>
              <a:gd name="connsiteY718" fmla="*/ 1020997 h 6858000"/>
              <a:gd name="connsiteX719" fmla="*/ 4570198 w 7467600"/>
              <a:gd name="connsiteY719" fmla="*/ 978081 h 6858000"/>
              <a:gd name="connsiteX720" fmla="*/ 4523691 w 7467600"/>
              <a:gd name="connsiteY720" fmla="*/ 1127776 h 6858000"/>
              <a:gd name="connsiteX721" fmla="*/ 4509875 w 7467600"/>
              <a:gd name="connsiteY721" fmla="*/ 1167552 h 6858000"/>
              <a:gd name="connsiteX722" fmla="*/ 4478168 w 7467600"/>
              <a:gd name="connsiteY722" fmla="*/ 1260735 h 6858000"/>
              <a:gd name="connsiteX723" fmla="*/ 4409309 w 7467600"/>
              <a:gd name="connsiteY723" fmla="*/ 1666996 h 6858000"/>
              <a:gd name="connsiteX724" fmla="*/ 4370031 w 7467600"/>
              <a:gd name="connsiteY724" fmla="*/ 1955666 h 6858000"/>
              <a:gd name="connsiteX725" fmla="*/ 4570198 w 7467600"/>
              <a:gd name="connsiteY725" fmla="*/ 978081 h 6858000"/>
              <a:gd name="connsiteX726" fmla="*/ 4557898 w 7467600"/>
              <a:gd name="connsiteY726" fmla="*/ 900011 h 6858000"/>
              <a:gd name="connsiteX727" fmla="*/ 4344840 w 7467600"/>
              <a:gd name="connsiteY727" fmla="*/ 1922038 h 6858000"/>
              <a:gd name="connsiteX728" fmla="*/ 4378710 w 7467600"/>
              <a:gd name="connsiteY728" fmla="*/ 1665516 h 6858000"/>
              <a:gd name="connsiteX729" fmla="*/ 4448798 w 7467600"/>
              <a:gd name="connsiteY729" fmla="*/ 1253024 h 6858000"/>
              <a:gd name="connsiteX730" fmla="*/ 4480315 w 7467600"/>
              <a:gd name="connsiteY730" fmla="*/ 1158454 h 6858000"/>
              <a:gd name="connsiteX731" fmla="*/ 4494133 w 7467600"/>
              <a:gd name="connsiteY731" fmla="*/ 1118676 h 6858000"/>
              <a:gd name="connsiteX732" fmla="*/ 4557898 w 7467600"/>
              <a:gd name="connsiteY732" fmla="*/ 900011 h 6858000"/>
              <a:gd name="connsiteX733" fmla="*/ 5870151 w 7467600"/>
              <a:gd name="connsiteY733" fmla="*/ 898890 h 6858000"/>
              <a:gd name="connsiteX734" fmla="*/ 5861335 w 7467600"/>
              <a:gd name="connsiteY734" fmla="*/ 899177 h 6858000"/>
              <a:gd name="connsiteX735" fmla="*/ 5843702 w 7467600"/>
              <a:gd name="connsiteY735" fmla="*/ 899748 h 6858000"/>
              <a:gd name="connsiteX736" fmla="*/ 5651107 w 7467600"/>
              <a:gd name="connsiteY736" fmla="*/ 920306 h 6858000"/>
              <a:gd name="connsiteX737" fmla="*/ 5459407 w 7467600"/>
              <a:gd name="connsiteY737" fmla="*/ 940975 h 6858000"/>
              <a:gd name="connsiteX738" fmla="*/ 5374846 w 7467600"/>
              <a:gd name="connsiteY738" fmla="*/ 941988 h 6858000"/>
              <a:gd name="connsiteX739" fmla="*/ 5256105 w 7467600"/>
              <a:gd name="connsiteY739" fmla="*/ 945632 h 6858000"/>
              <a:gd name="connsiteX740" fmla="*/ 5107071 w 7467600"/>
              <a:gd name="connsiteY740" fmla="*/ 969720 h 6858000"/>
              <a:gd name="connsiteX741" fmla="*/ 4998681 w 7467600"/>
              <a:gd name="connsiteY741" fmla="*/ 988771 h 6858000"/>
              <a:gd name="connsiteX742" fmla="*/ 5870151 w 7467600"/>
              <a:gd name="connsiteY742" fmla="*/ 898890 h 6858000"/>
              <a:gd name="connsiteX743" fmla="*/ 5504425 w 7467600"/>
              <a:gd name="connsiteY743" fmla="*/ 848067 h 6858000"/>
              <a:gd name="connsiteX744" fmla="*/ 4968849 w 7467600"/>
              <a:gd name="connsiteY744" fmla="*/ 962318 h 6858000"/>
              <a:gd name="connsiteX745" fmla="*/ 5104039 w 7467600"/>
              <a:gd name="connsiteY745" fmla="*/ 940634 h 6858000"/>
              <a:gd name="connsiteX746" fmla="*/ 5256311 w 7467600"/>
              <a:gd name="connsiteY746" fmla="*/ 916490 h 6858000"/>
              <a:gd name="connsiteX747" fmla="*/ 5377381 w 7467600"/>
              <a:gd name="connsiteY747" fmla="*/ 912671 h 6858000"/>
              <a:gd name="connsiteX748" fmla="*/ 5460148 w 7467600"/>
              <a:gd name="connsiteY748" fmla="*/ 911442 h 6858000"/>
              <a:gd name="connsiteX749" fmla="*/ 5648971 w 7467600"/>
              <a:gd name="connsiteY749" fmla="*/ 891331 h 6858000"/>
              <a:gd name="connsiteX750" fmla="*/ 5844807 w 7467600"/>
              <a:gd name="connsiteY750" fmla="*/ 870718 h 6858000"/>
              <a:gd name="connsiteX751" fmla="*/ 5862975 w 7467600"/>
              <a:gd name="connsiteY751" fmla="*/ 869756 h 6858000"/>
              <a:gd name="connsiteX752" fmla="*/ 5920887 w 7467600"/>
              <a:gd name="connsiteY752" fmla="*/ 865929 h 6858000"/>
              <a:gd name="connsiteX753" fmla="*/ 5504425 w 7467600"/>
              <a:gd name="connsiteY753" fmla="*/ 848067 h 6858000"/>
              <a:gd name="connsiteX754" fmla="*/ 3607114 w 7467600"/>
              <a:gd name="connsiteY754" fmla="*/ 467441 h 6858000"/>
              <a:gd name="connsiteX755" fmla="*/ 3296242 w 7467600"/>
              <a:gd name="connsiteY755" fmla="*/ 807991 h 6858000"/>
              <a:gd name="connsiteX756" fmla="*/ 3174674 w 7467600"/>
              <a:gd name="connsiteY756" fmla="*/ 919759 h 6858000"/>
              <a:gd name="connsiteX757" fmla="*/ 3042978 w 7467600"/>
              <a:gd name="connsiteY757" fmla="*/ 1054894 h 6858000"/>
              <a:gd name="connsiteX758" fmla="*/ 2968914 w 7467600"/>
              <a:gd name="connsiteY758" fmla="*/ 1133756 h 6858000"/>
              <a:gd name="connsiteX759" fmla="*/ 3103823 w 7467600"/>
              <a:gd name="connsiteY759" fmla="*/ 1026814 h 6858000"/>
              <a:gd name="connsiteX760" fmla="*/ 3607114 w 7467600"/>
              <a:gd name="connsiteY760" fmla="*/ 467441 h 6858000"/>
              <a:gd name="connsiteX761" fmla="*/ 3744487 w 7467600"/>
              <a:gd name="connsiteY761" fmla="*/ 383136 h 6858000"/>
              <a:gd name="connsiteX762" fmla="*/ 3970213 w 7467600"/>
              <a:gd name="connsiteY762" fmla="*/ 995559 h 6858000"/>
              <a:gd name="connsiteX763" fmla="*/ 3744487 w 7467600"/>
              <a:gd name="connsiteY763" fmla="*/ 383136 h 6858000"/>
              <a:gd name="connsiteX764" fmla="*/ 3624562 w 7467600"/>
              <a:gd name="connsiteY764" fmla="*/ 367041 h 6858000"/>
              <a:gd name="connsiteX765" fmla="*/ 3489712 w 7467600"/>
              <a:gd name="connsiteY765" fmla="*/ 485386 h 6858000"/>
              <a:gd name="connsiteX766" fmla="*/ 3182994 w 7467600"/>
              <a:gd name="connsiteY766" fmla="*/ 828265 h 6858000"/>
              <a:gd name="connsiteX767" fmla="*/ 2892114 w 7467600"/>
              <a:gd name="connsiteY767" fmla="*/ 1172635 h 6858000"/>
              <a:gd name="connsiteX768" fmla="*/ 3021459 w 7467600"/>
              <a:gd name="connsiteY768" fmla="*/ 1035385 h 6858000"/>
              <a:gd name="connsiteX769" fmla="*/ 3153873 w 7467600"/>
              <a:gd name="connsiteY769" fmla="*/ 898971 h 6858000"/>
              <a:gd name="connsiteX770" fmla="*/ 3276511 w 7467600"/>
              <a:gd name="connsiteY770" fmla="*/ 786423 h 6858000"/>
              <a:gd name="connsiteX771" fmla="*/ 3584154 w 7467600"/>
              <a:gd name="connsiteY771" fmla="*/ 448218 h 6858000"/>
              <a:gd name="connsiteX772" fmla="*/ 3624562 w 7467600"/>
              <a:gd name="connsiteY772" fmla="*/ 367041 h 6858000"/>
              <a:gd name="connsiteX773" fmla="*/ 3766672 w 7467600"/>
              <a:gd name="connsiteY773" fmla="*/ 359429 h 6858000"/>
              <a:gd name="connsiteX774" fmla="*/ 3996338 w 7467600"/>
              <a:gd name="connsiteY774" fmla="*/ 968237 h 6858000"/>
              <a:gd name="connsiteX775" fmla="*/ 3766672 w 7467600"/>
              <a:gd name="connsiteY775" fmla="*/ 359429 h 6858000"/>
              <a:gd name="connsiteX776" fmla="*/ 5805386 w 7467600"/>
              <a:gd name="connsiteY776" fmla="*/ 239240 h 6858000"/>
              <a:gd name="connsiteX777" fmla="*/ 5736947 w 7467600"/>
              <a:gd name="connsiteY777" fmla="*/ 261367 h 6858000"/>
              <a:gd name="connsiteX778" fmla="*/ 5427012 w 7467600"/>
              <a:gd name="connsiteY778" fmla="*/ 311272 h 6858000"/>
              <a:gd name="connsiteX779" fmla="*/ 5147818 w 7467600"/>
              <a:gd name="connsiteY779" fmla="*/ 322112 h 6858000"/>
              <a:gd name="connsiteX780" fmla="*/ 5060854 w 7467600"/>
              <a:gd name="connsiteY780" fmla="*/ 311882 h 6858000"/>
              <a:gd name="connsiteX781" fmla="*/ 4945989 w 7467600"/>
              <a:gd name="connsiteY781" fmla="*/ 300516 h 6858000"/>
              <a:gd name="connsiteX782" fmla="*/ 5410479 w 7467600"/>
              <a:gd name="connsiteY782" fmla="*/ 348434 h 6858000"/>
              <a:gd name="connsiteX783" fmla="*/ 5805386 w 7467600"/>
              <a:gd name="connsiteY783" fmla="*/ 239240 h 6858000"/>
              <a:gd name="connsiteX784" fmla="*/ 5905192 w 7467600"/>
              <a:gd name="connsiteY784" fmla="*/ 163079 h 6858000"/>
              <a:gd name="connsiteX785" fmla="*/ 5865655 w 7467600"/>
              <a:gd name="connsiteY785" fmla="*/ 171901 h 6858000"/>
              <a:gd name="connsiteX786" fmla="*/ 5259740 w 7467600"/>
              <a:gd name="connsiteY786" fmla="*/ 257013 h 6858000"/>
              <a:gd name="connsiteX787" fmla="*/ 5208466 w 7467600"/>
              <a:gd name="connsiteY787" fmla="*/ 257550 h 6858000"/>
              <a:gd name="connsiteX788" fmla="*/ 4980204 w 7467600"/>
              <a:gd name="connsiteY788" fmla="*/ 271903 h 6858000"/>
              <a:gd name="connsiteX789" fmla="*/ 5068068 w 7467600"/>
              <a:gd name="connsiteY789" fmla="*/ 282244 h 6858000"/>
              <a:gd name="connsiteX790" fmla="*/ 5153231 w 7467600"/>
              <a:gd name="connsiteY790" fmla="*/ 292240 h 6858000"/>
              <a:gd name="connsiteX791" fmla="*/ 5426491 w 7467600"/>
              <a:gd name="connsiteY791" fmla="*/ 281128 h 6858000"/>
              <a:gd name="connsiteX792" fmla="*/ 5731212 w 7467600"/>
              <a:gd name="connsiteY792" fmla="*/ 231951 h 6858000"/>
              <a:gd name="connsiteX793" fmla="*/ 5905192 w 7467600"/>
              <a:gd name="connsiteY793" fmla="*/ 163079 h 6858000"/>
              <a:gd name="connsiteX794" fmla="*/ 5944437 w 7467600"/>
              <a:gd name="connsiteY794" fmla="*/ 113829 h 6858000"/>
              <a:gd name="connsiteX795" fmla="*/ 5825032 w 7467600"/>
              <a:gd name="connsiteY795" fmla="*/ 146405 h 6858000"/>
              <a:gd name="connsiteX796" fmla="*/ 4955599 w 7467600"/>
              <a:gd name="connsiteY796" fmla="*/ 247008 h 6858000"/>
              <a:gd name="connsiteX797" fmla="*/ 5210104 w 7467600"/>
              <a:gd name="connsiteY797" fmla="*/ 228123 h 6858000"/>
              <a:gd name="connsiteX798" fmla="*/ 5261015 w 7467600"/>
              <a:gd name="connsiteY798" fmla="*/ 227087 h 6858000"/>
              <a:gd name="connsiteX799" fmla="*/ 5861181 w 7467600"/>
              <a:gd name="connsiteY799" fmla="*/ 143093 h 6858000"/>
              <a:gd name="connsiteX800" fmla="*/ 5961252 w 7467600"/>
              <a:gd name="connsiteY800" fmla="*/ 114820 h 6858000"/>
              <a:gd name="connsiteX801" fmla="*/ 5944437 w 7467600"/>
              <a:gd name="connsiteY801" fmla="*/ 113829 h 6858000"/>
              <a:gd name="connsiteX802" fmla="*/ 3882765 w 7467600"/>
              <a:gd name="connsiteY802" fmla="*/ 0 h 6858000"/>
              <a:gd name="connsiteX803" fmla="*/ 3995099 w 7467600"/>
              <a:gd name="connsiteY803" fmla="*/ 0 h 6858000"/>
              <a:gd name="connsiteX804" fmla="*/ 4163818 w 7467600"/>
              <a:gd name="connsiteY804" fmla="*/ 234104 h 6858000"/>
              <a:gd name="connsiteX805" fmla="*/ 4172099 w 7467600"/>
              <a:gd name="connsiteY805" fmla="*/ 234207 h 6858000"/>
              <a:gd name="connsiteX806" fmla="*/ 4784282 w 7467600"/>
              <a:gd name="connsiteY806" fmla="*/ 276561 h 6858000"/>
              <a:gd name="connsiteX807" fmla="*/ 4801687 w 7467600"/>
              <a:gd name="connsiteY807" fmla="*/ 267764 h 6858000"/>
              <a:gd name="connsiteX808" fmla="*/ 6082788 w 7467600"/>
              <a:gd name="connsiteY808" fmla="*/ 64119 h 6858000"/>
              <a:gd name="connsiteX809" fmla="*/ 6099442 w 7467600"/>
              <a:gd name="connsiteY809" fmla="*/ 82568 h 6858000"/>
              <a:gd name="connsiteX810" fmla="*/ 4804137 w 7467600"/>
              <a:gd name="connsiteY810" fmla="*/ 320931 h 6858000"/>
              <a:gd name="connsiteX811" fmla="*/ 4227047 w 7467600"/>
              <a:gd name="connsiteY811" fmla="*/ 313415 h 6858000"/>
              <a:gd name="connsiteX812" fmla="*/ 4346041 w 7467600"/>
              <a:gd name="connsiteY812" fmla="*/ 456086 h 6858000"/>
              <a:gd name="connsiteX813" fmla="*/ 4870967 w 7467600"/>
              <a:gd name="connsiteY813" fmla="*/ 963061 h 6858000"/>
              <a:gd name="connsiteX814" fmla="*/ 4889647 w 7467600"/>
              <a:gd name="connsiteY814" fmla="*/ 957147 h 6858000"/>
              <a:gd name="connsiteX815" fmla="*/ 5422504 w 7467600"/>
              <a:gd name="connsiteY815" fmla="*/ 805191 h 6858000"/>
              <a:gd name="connsiteX816" fmla="*/ 6087656 w 7467600"/>
              <a:gd name="connsiteY816" fmla="*/ 826703 h 6858000"/>
              <a:gd name="connsiteX817" fmla="*/ 6058717 w 7467600"/>
              <a:gd name="connsiteY817" fmla="*/ 865992 h 6858000"/>
              <a:gd name="connsiteX818" fmla="*/ 4974153 w 7467600"/>
              <a:gd name="connsiteY818" fmla="*/ 1045456 h 6858000"/>
              <a:gd name="connsiteX819" fmla="*/ 5627835 w 7467600"/>
              <a:gd name="connsiteY819" fmla="*/ 1472077 h 6858000"/>
              <a:gd name="connsiteX820" fmla="*/ 5629817 w 7467600"/>
              <a:gd name="connsiteY820" fmla="*/ 1471412 h 6858000"/>
              <a:gd name="connsiteX821" fmla="*/ 5634124 w 7467600"/>
              <a:gd name="connsiteY821" fmla="*/ 1470572 h 6858000"/>
              <a:gd name="connsiteX822" fmla="*/ 5755832 w 7467600"/>
              <a:gd name="connsiteY822" fmla="*/ 1383886 h 6858000"/>
              <a:gd name="connsiteX823" fmla="*/ 6014186 w 7467600"/>
              <a:gd name="connsiteY823" fmla="*/ 1279799 h 6858000"/>
              <a:gd name="connsiteX824" fmla="*/ 6901619 w 7467600"/>
              <a:gd name="connsiteY824" fmla="*/ 1047874 h 6858000"/>
              <a:gd name="connsiteX825" fmla="*/ 6931566 w 7467600"/>
              <a:gd name="connsiteY825" fmla="*/ 1062034 h 6858000"/>
              <a:gd name="connsiteX826" fmla="*/ 5790982 w 7467600"/>
              <a:gd name="connsiteY826" fmla="*/ 1561380 h 6858000"/>
              <a:gd name="connsiteX827" fmla="*/ 6188971 w 7467600"/>
              <a:gd name="connsiteY827" fmla="*/ 1755168 h 6858000"/>
              <a:gd name="connsiteX828" fmla="*/ 6202446 w 7467600"/>
              <a:gd name="connsiteY828" fmla="*/ 1752268 h 6858000"/>
              <a:gd name="connsiteX829" fmla="*/ 7179560 w 7467600"/>
              <a:gd name="connsiteY829" fmla="*/ 1467551 h 6858000"/>
              <a:gd name="connsiteX830" fmla="*/ 7158730 w 7467600"/>
              <a:gd name="connsiteY830" fmla="*/ 1507835 h 6858000"/>
              <a:gd name="connsiteX831" fmla="*/ 6326959 w 7467600"/>
              <a:gd name="connsiteY831" fmla="*/ 1817686 h 6858000"/>
              <a:gd name="connsiteX832" fmla="*/ 6537433 w 7467600"/>
              <a:gd name="connsiteY832" fmla="*/ 1907790 h 6858000"/>
              <a:gd name="connsiteX833" fmla="*/ 6550221 w 7467600"/>
              <a:gd name="connsiteY833" fmla="*/ 1910729 h 6858000"/>
              <a:gd name="connsiteX834" fmla="*/ 6964438 w 7467600"/>
              <a:gd name="connsiteY834" fmla="*/ 2209505 h 6858000"/>
              <a:gd name="connsiteX835" fmla="*/ 7367862 w 7467600"/>
              <a:gd name="connsiteY835" fmla="*/ 2806833 h 6858000"/>
              <a:gd name="connsiteX836" fmla="*/ 7364329 w 7467600"/>
              <a:gd name="connsiteY836" fmla="*/ 2826907 h 6858000"/>
              <a:gd name="connsiteX837" fmla="*/ 7290545 w 7467600"/>
              <a:gd name="connsiteY837" fmla="*/ 2850663 h 6858000"/>
              <a:gd name="connsiteX838" fmla="*/ 6472036 w 7467600"/>
              <a:gd name="connsiteY838" fmla="*/ 1959003 h 6858000"/>
              <a:gd name="connsiteX839" fmla="*/ 5792897 w 7467600"/>
              <a:gd name="connsiteY839" fmla="*/ 1647747 h 6858000"/>
              <a:gd name="connsiteX840" fmla="*/ 5842751 w 7467600"/>
              <a:gd name="connsiteY840" fmla="*/ 1816112 h 6858000"/>
              <a:gd name="connsiteX841" fmla="*/ 5847424 w 7467600"/>
              <a:gd name="connsiteY841" fmla="*/ 1815776 h 6858000"/>
              <a:gd name="connsiteX842" fmla="*/ 6399821 w 7467600"/>
              <a:gd name="connsiteY842" fmla="*/ 2344799 h 6858000"/>
              <a:gd name="connsiteX843" fmla="*/ 6323232 w 7467600"/>
              <a:gd name="connsiteY843" fmla="*/ 2389634 h 6858000"/>
              <a:gd name="connsiteX844" fmla="*/ 5942958 w 7467600"/>
              <a:gd name="connsiteY844" fmla="*/ 2077708 h 6858000"/>
              <a:gd name="connsiteX845" fmla="*/ 5921559 w 7467600"/>
              <a:gd name="connsiteY845" fmla="*/ 2378596 h 6858000"/>
              <a:gd name="connsiteX846" fmla="*/ 5817651 w 7467600"/>
              <a:gd name="connsiteY846" fmla="*/ 3023919 h 6858000"/>
              <a:gd name="connsiteX847" fmla="*/ 5729634 w 7467600"/>
              <a:gd name="connsiteY847" fmla="*/ 3051849 h 6858000"/>
              <a:gd name="connsiteX848" fmla="*/ 5611018 w 7467600"/>
              <a:gd name="connsiteY848" fmla="*/ 2316769 h 6858000"/>
              <a:gd name="connsiteX849" fmla="*/ 5687608 w 7467600"/>
              <a:gd name="connsiteY849" fmla="*/ 2039972 h 6858000"/>
              <a:gd name="connsiteX850" fmla="*/ 5657554 w 7467600"/>
              <a:gd name="connsiteY850" fmla="*/ 1576445 h 6858000"/>
              <a:gd name="connsiteX851" fmla="*/ 5150475 w 7467600"/>
              <a:gd name="connsiteY851" fmla="*/ 1274012 h 6858000"/>
              <a:gd name="connsiteX852" fmla="*/ 5349142 w 7467600"/>
              <a:gd name="connsiteY852" fmla="*/ 2204405 h 6858000"/>
              <a:gd name="connsiteX853" fmla="*/ 5262214 w 7467600"/>
              <a:gd name="connsiteY853" fmla="*/ 2233836 h 6858000"/>
              <a:gd name="connsiteX854" fmla="*/ 4981539 w 7467600"/>
              <a:gd name="connsiteY854" fmla="*/ 1542201 h 6858000"/>
              <a:gd name="connsiteX855" fmla="*/ 4958461 w 7467600"/>
              <a:gd name="connsiteY855" fmla="*/ 1136957 h 6858000"/>
              <a:gd name="connsiteX856" fmla="*/ 4655015 w 7467600"/>
              <a:gd name="connsiteY856" fmla="*/ 891426 h 6858000"/>
              <a:gd name="connsiteX857" fmla="*/ 4348002 w 7467600"/>
              <a:gd name="connsiteY857" fmla="*/ 2205895 h 6858000"/>
              <a:gd name="connsiteX858" fmla="*/ 4262250 w 7467600"/>
              <a:gd name="connsiteY858" fmla="*/ 2219972 h 6858000"/>
              <a:gd name="connsiteX859" fmla="*/ 4550611 w 7467600"/>
              <a:gd name="connsiteY859" fmla="*/ 817540 h 6858000"/>
              <a:gd name="connsiteX860" fmla="*/ 4564418 w 7467600"/>
              <a:gd name="connsiteY860" fmla="*/ 808293 h 6858000"/>
              <a:gd name="connsiteX861" fmla="*/ 4266388 w 7467600"/>
              <a:gd name="connsiteY861" fmla="*/ 500083 h 6858000"/>
              <a:gd name="connsiteX862" fmla="*/ 4032842 w 7467600"/>
              <a:gd name="connsiteY862" fmla="*/ 211809 h 6858000"/>
              <a:gd name="connsiteX863" fmla="*/ 3882765 w 7467600"/>
              <a:gd name="connsiteY863" fmla="*/ 0 h 6858000"/>
              <a:gd name="connsiteX864" fmla="*/ 3721337 w 7467600"/>
              <a:gd name="connsiteY864" fmla="*/ 0 h 6858000"/>
              <a:gd name="connsiteX865" fmla="*/ 3797544 w 7467600"/>
              <a:gd name="connsiteY865" fmla="*/ 0 h 6858000"/>
              <a:gd name="connsiteX866" fmla="*/ 3775734 w 7467600"/>
              <a:gd name="connsiteY866" fmla="*/ 95131 h 6858000"/>
              <a:gd name="connsiteX867" fmla="*/ 3724807 w 7467600"/>
              <a:gd name="connsiteY867" fmla="*/ 272257 h 6858000"/>
              <a:gd name="connsiteX868" fmla="*/ 3726844 w 7467600"/>
              <a:gd name="connsiteY868" fmla="*/ 282988 h 6858000"/>
              <a:gd name="connsiteX869" fmla="*/ 3742664 w 7467600"/>
              <a:gd name="connsiteY869" fmla="*/ 279918 h 6858000"/>
              <a:gd name="connsiteX870" fmla="*/ 4103910 w 7467600"/>
              <a:gd name="connsiteY870" fmla="*/ 1161917 h 6858000"/>
              <a:gd name="connsiteX871" fmla="*/ 4020269 w 7467600"/>
              <a:gd name="connsiteY871" fmla="*/ 1200406 h 6858000"/>
              <a:gd name="connsiteX872" fmla="*/ 3674882 w 7467600"/>
              <a:gd name="connsiteY872" fmla="*/ 488524 h 6858000"/>
              <a:gd name="connsiteX873" fmla="*/ 3132682 w 7467600"/>
              <a:gd name="connsiteY873" fmla="*/ 1072284 h 6858000"/>
              <a:gd name="connsiteX874" fmla="*/ 2716346 w 7467600"/>
              <a:gd name="connsiteY874" fmla="*/ 1276376 h 6858000"/>
              <a:gd name="connsiteX875" fmla="*/ 2716772 w 7467600"/>
              <a:gd name="connsiteY875" fmla="*/ 1255462 h 6858000"/>
              <a:gd name="connsiteX876" fmla="*/ 3471096 w 7467600"/>
              <a:gd name="connsiteY876" fmla="*/ 437072 h 6858000"/>
              <a:gd name="connsiteX877" fmla="*/ 3639057 w 7467600"/>
              <a:gd name="connsiteY877" fmla="*/ 286334 h 6858000"/>
              <a:gd name="connsiteX878" fmla="*/ 3640309 w 7467600"/>
              <a:gd name="connsiteY878" fmla="*/ 284664 h 6858000"/>
              <a:gd name="connsiteX879" fmla="*/ 3646022 w 7467600"/>
              <a:gd name="connsiteY879" fmla="*/ 276711 h 6858000"/>
              <a:gd name="connsiteX880" fmla="*/ 3707943 w 7467600"/>
              <a:gd name="connsiteY880" fmla="*/ 65958 h 6858000"/>
              <a:gd name="connsiteX881" fmla="*/ 3721337 w 7467600"/>
              <a:gd name="connsiteY881" fmla="*/ 0 h 6858000"/>
              <a:gd name="connsiteX882" fmla="*/ 2867960 w 7467600"/>
              <a:gd name="connsiteY882" fmla="*/ 0 h 6858000"/>
              <a:gd name="connsiteX883" fmla="*/ 2926351 w 7467600"/>
              <a:gd name="connsiteY883" fmla="*/ 0 h 6858000"/>
              <a:gd name="connsiteX884" fmla="*/ 2902823 w 7467600"/>
              <a:gd name="connsiteY884" fmla="*/ 262929 h 6858000"/>
              <a:gd name="connsiteX885" fmla="*/ 2940663 w 7467600"/>
              <a:gd name="connsiteY885" fmla="*/ 140884 h 6858000"/>
              <a:gd name="connsiteX886" fmla="*/ 2947039 w 7467600"/>
              <a:gd name="connsiteY886" fmla="*/ 122524 h 6858000"/>
              <a:gd name="connsiteX887" fmla="*/ 2984316 w 7467600"/>
              <a:gd name="connsiteY887" fmla="*/ 0 h 6858000"/>
              <a:gd name="connsiteX888" fmla="*/ 3016114 w 7467600"/>
              <a:gd name="connsiteY888" fmla="*/ 0 h 6858000"/>
              <a:gd name="connsiteX889" fmla="*/ 2979949 w 7467600"/>
              <a:gd name="connsiteY889" fmla="*/ 119274 h 6858000"/>
              <a:gd name="connsiteX890" fmla="*/ 3023879 w 7467600"/>
              <a:gd name="connsiteY890" fmla="*/ 0 h 6858000"/>
              <a:gd name="connsiteX891" fmla="*/ 3105400 w 7467600"/>
              <a:gd name="connsiteY891" fmla="*/ 0 h 6858000"/>
              <a:gd name="connsiteX892" fmla="*/ 3094669 w 7467600"/>
              <a:gd name="connsiteY892" fmla="*/ 30308 h 6858000"/>
              <a:gd name="connsiteX893" fmla="*/ 2901945 w 7467600"/>
              <a:gd name="connsiteY893" fmla="*/ 466538 h 6858000"/>
              <a:gd name="connsiteX894" fmla="*/ 2815209 w 7467600"/>
              <a:gd name="connsiteY894" fmla="*/ 497361 h 6858000"/>
              <a:gd name="connsiteX895" fmla="*/ 2844845 w 7467600"/>
              <a:gd name="connsiteY895" fmla="*/ 127638 h 6858000"/>
              <a:gd name="connsiteX896" fmla="*/ 2867960 w 7467600"/>
              <a:gd name="connsiteY896" fmla="*/ 0 h 6858000"/>
              <a:gd name="connsiteX897" fmla="*/ 1057230 w 7467600"/>
              <a:gd name="connsiteY897" fmla="*/ 0 h 6858000"/>
              <a:gd name="connsiteX898" fmla="*/ 1111003 w 7467600"/>
              <a:gd name="connsiteY898" fmla="*/ 0 h 6858000"/>
              <a:gd name="connsiteX899" fmla="*/ 1125553 w 7467600"/>
              <a:gd name="connsiteY899" fmla="*/ 52588 h 6858000"/>
              <a:gd name="connsiteX900" fmla="*/ 1304276 w 7467600"/>
              <a:gd name="connsiteY900" fmla="*/ 476275 h 6858000"/>
              <a:gd name="connsiteX901" fmla="*/ 1492066 w 7467600"/>
              <a:gd name="connsiteY901" fmla="*/ 886333 h 6858000"/>
              <a:gd name="connsiteX902" fmla="*/ 1423698 w 7467600"/>
              <a:gd name="connsiteY902" fmla="*/ 710817 h 6858000"/>
              <a:gd name="connsiteX903" fmla="*/ 1357609 w 7467600"/>
              <a:gd name="connsiteY903" fmla="*/ 532892 h 6858000"/>
              <a:gd name="connsiteX904" fmla="*/ 1309550 w 7467600"/>
              <a:gd name="connsiteY904" fmla="*/ 374031 h 6858000"/>
              <a:gd name="connsiteX905" fmla="*/ 1193673 w 7467600"/>
              <a:gd name="connsiteY905" fmla="*/ 49533 h 6858000"/>
              <a:gd name="connsiteX906" fmla="*/ 1164391 w 7467600"/>
              <a:gd name="connsiteY906" fmla="*/ 0 h 6858000"/>
              <a:gd name="connsiteX907" fmla="*/ 1200666 w 7467600"/>
              <a:gd name="connsiteY907" fmla="*/ 0 h 6858000"/>
              <a:gd name="connsiteX908" fmla="*/ 1223408 w 7467600"/>
              <a:gd name="connsiteY908" fmla="*/ 38996 h 6858000"/>
              <a:gd name="connsiteX909" fmla="*/ 1339635 w 7467600"/>
              <a:gd name="connsiteY909" fmla="*/ 365517 h 6858000"/>
              <a:gd name="connsiteX910" fmla="*/ 1387469 w 7467600"/>
              <a:gd name="connsiteY910" fmla="*/ 523079 h 6858000"/>
              <a:gd name="connsiteX911" fmla="*/ 1452685 w 7467600"/>
              <a:gd name="connsiteY911" fmla="*/ 699806 h 6858000"/>
              <a:gd name="connsiteX912" fmla="*/ 1492092 w 7467600"/>
              <a:gd name="connsiteY912" fmla="*/ 800424 h 6858000"/>
              <a:gd name="connsiteX913" fmla="*/ 1455302 w 7467600"/>
              <a:gd name="connsiteY913" fmla="*/ 632913 h 6858000"/>
              <a:gd name="connsiteX914" fmla="*/ 1222336 w 7467600"/>
              <a:gd name="connsiteY914" fmla="*/ 9480 h 6858000"/>
              <a:gd name="connsiteX915" fmla="*/ 1214634 w 7467600"/>
              <a:gd name="connsiteY915" fmla="*/ 0 h 6858000"/>
              <a:gd name="connsiteX916" fmla="*/ 1289827 w 7467600"/>
              <a:gd name="connsiteY916" fmla="*/ 0 h 6858000"/>
              <a:gd name="connsiteX917" fmla="*/ 1321076 w 7467600"/>
              <a:gd name="connsiteY917" fmla="*/ 59722 h 6858000"/>
              <a:gd name="connsiteX918" fmla="*/ 1512579 w 7467600"/>
              <a:gd name="connsiteY918" fmla="*/ 626441 h 6858000"/>
              <a:gd name="connsiteX919" fmla="*/ 1506076 w 7467600"/>
              <a:gd name="connsiteY919" fmla="*/ 1089289 h 6858000"/>
              <a:gd name="connsiteX920" fmla="*/ 1486346 w 7467600"/>
              <a:gd name="connsiteY920" fmla="*/ 1079919 h 6858000"/>
              <a:gd name="connsiteX921" fmla="*/ 1070511 w 7467600"/>
              <a:gd name="connsiteY921" fmla="*/ 48609 h 6858000"/>
              <a:gd name="connsiteX922" fmla="*/ 1057230 w 7467600"/>
              <a:gd name="connsiteY922" fmla="*/ 0 h 6858000"/>
              <a:gd name="connsiteX923" fmla="*/ 43151 w 7467600"/>
              <a:gd name="connsiteY923" fmla="*/ 0 h 6858000"/>
              <a:gd name="connsiteX924" fmla="*/ 95283 w 7467600"/>
              <a:gd name="connsiteY924" fmla="*/ 0 h 6858000"/>
              <a:gd name="connsiteX925" fmla="*/ 300708 w 7467600"/>
              <a:gd name="connsiteY925" fmla="*/ 154571 h 6858000"/>
              <a:gd name="connsiteX926" fmla="*/ 530414 w 7467600"/>
              <a:gd name="connsiteY926" fmla="*/ 354673 h 6858000"/>
              <a:gd name="connsiteX927" fmla="*/ 333785 w 7467600"/>
              <a:gd name="connsiteY927" fmla="*/ 161564 h 6858000"/>
              <a:gd name="connsiteX928" fmla="*/ 147005 w 7467600"/>
              <a:gd name="connsiteY928" fmla="*/ 0 h 6858000"/>
              <a:gd name="connsiteX929" fmla="*/ 272509 w 7467600"/>
              <a:gd name="connsiteY929" fmla="*/ 0 h 6858000"/>
              <a:gd name="connsiteX930" fmla="*/ 326276 w 7467600"/>
              <a:gd name="connsiteY930" fmla="*/ 45847 h 6858000"/>
              <a:gd name="connsiteX931" fmla="*/ 823759 w 7467600"/>
              <a:gd name="connsiteY931" fmla="*/ 574145 h 6858000"/>
              <a:gd name="connsiteX932" fmla="*/ 811254 w 7467600"/>
              <a:gd name="connsiteY932" fmla="*/ 665546 h 6858000"/>
              <a:gd name="connsiteX933" fmla="*/ 154042 w 7467600"/>
              <a:gd name="connsiteY933" fmla="*/ 261522 h 6858000"/>
              <a:gd name="connsiteX934" fmla="*/ 13550 w 7467600"/>
              <a:gd name="connsiteY934" fmla="*/ 158423 h 6858000"/>
              <a:gd name="connsiteX935" fmla="*/ 0 w 7467600"/>
              <a:gd name="connsiteY935" fmla="*/ 146618 h 6858000"/>
              <a:gd name="connsiteX936" fmla="*/ 0 w 7467600"/>
              <a:gd name="connsiteY936" fmla="*/ 59161 h 6858000"/>
              <a:gd name="connsiteX937" fmla="*/ 45427 w 7467600"/>
              <a:gd name="connsiteY937" fmla="*/ 101078 h 6858000"/>
              <a:gd name="connsiteX938" fmla="*/ 630103 w 7467600"/>
              <a:gd name="connsiteY938" fmla="*/ 485885 h 6858000"/>
              <a:gd name="connsiteX939" fmla="*/ 532040 w 7467600"/>
              <a:gd name="connsiteY939" fmla="*/ 399359 h 6858000"/>
              <a:gd name="connsiteX940" fmla="*/ 517618 w 7467600"/>
              <a:gd name="connsiteY940" fmla="*/ 385726 h 6858000"/>
              <a:gd name="connsiteX941" fmla="*/ 285074 w 7467600"/>
              <a:gd name="connsiteY941" fmla="*/ 182755 h 6858000"/>
              <a:gd name="connsiteX942" fmla="*/ 43151 w 7467600"/>
              <a:gd name="connsiteY94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289862 w 7467600"/>
              <a:gd name="connsiteY9" fmla="*/ 6659827 h 6858000"/>
              <a:gd name="connsiteX10" fmla="*/ 1019354 w 7467600"/>
              <a:gd name="connsiteY10" fmla="*/ 6315006 h 6858000"/>
              <a:gd name="connsiteX11" fmla="*/ 441046 w 7467600"/>
              <a:gd name="connsiteY11" fmla="*/ 6691153 h 6858000"/>
              <a:gd name="connsiteX12" fmla="*/ 1019354 w 7467600"/>
              <a:gd name="connsiteY12" fmla="*/ 6315006 h 6858000"/>
              <a:gd name="connsiteX13" fmla="*/ 991680 w 7467600"/>
              <a:gd name="connsiteY13" fmla="*/ 6298413 h 6858000"/>
              <a:gd name="connsiteX14" fmla="*/ 409060 w 7467600"/>
              <a:gd name="connsiteY14" fmla="*/ 6671470 h 6858000"/>
              <a:gd name="connsiteX15" fmla="*/ 991680 w 7467600"/>
              <a:gd name="connsiteY15" fmla="*/ 6298413 h 6858000"/>
              <a:gd name="connsiteX16" fmla="*/ 103333 w 7467600"/>
              <a:gd name="connsiteY16" fmla="*/ 5699602 h 6858000"/>
              <a:gd name="connsiteX17" fmla="*/ 233938 w 7467600"/>
              <a:gd name="connsiteY17" fmla="*/ 5809416 h 6858000"/>
              <a:gd name="connsiteX18" fmla="*/ 883580 w 7467600"/>
              <a:gd name="connsiteY18" fmla="*/ 6180710 h 6858000"/>
              <a:gd name="connsiteX19" fmla="*/ 487337 w 7467600"/>
              <a:gd name="connsiteY19" fmla="*/ 5950182 h 6858000"/>
              <a:gd name="connsiteX20" fmla="*/ 354051 w 7467600"/>
              <a:gd name="connsiteY20" fmla="*/ 5854912 h 6858000"/>
              <a:gd name="connsiteX21" fmla="*/ 195436 w 7467600"/>
              <a:gd name="connsiteY21" fmla="*/ 5755068 h 6858000"/>
              <a:gd name="connsiteX22" fmla="*/ 103333 w 7467600"/>
              <a:gd name="connsiteY22" fmla="*/ 5699602 h 6858000"/>
              <a:gd name="connsiteX23" fmla="*/ 5539432 w 7467600"/>
              <a:gd name="connsiteY23" fmla="*/ 5642928 h 6858000"/>
              <a:gd name="connsiteX24" fmla="*/ 5555462 w 7467600"/>
              <a:gd name="connsiteY24" fmla="*/ 5694454 h 6858000"/>
              <a:gd name="connsiteX25" fmla="*/ 5828270 w 7467600"/>
              <a:gd name="connsiteY25" fmla="*/ 6320663 h 6858000"/>
              <a:gd name="connsiteX26" fmla="*/ 5947416 w 7467600"/>
              <a:gd name="connsiteY26" fmla="*/ 6574846 h 6858000"/>
              <a:gd name="connsiteX27" fmla="*/ 5539432 w 7467600"/>
              <a:gd name="connsiteY27" fmla="*/ 5642928 h 6858000"/>
              <a:gd name="connsiteX28" fmla="*/ 51253 w 7467600"/>
              <a:gd name="connsiteY28" fmla="*/ 5631825 h 6858000"/>
              <a:gd name="connsiteX29" fmla="*/ 211622 w 7467600"/>
              <a:gd name="connsiteY29" fmla="*/ 5728803 h 6858000"/>
              <a:gd name="connsiteX30" fmla="*/ 371652 w 7467600"/>
              <a:gd name="connsiteY30" fmla="*/ 5829062 h 6858000"/>
              <a:gd name="connsiteX31" fmla="*/ 505903 w 7467600"/>
              <a:gd name="connsiteY31" fmla="*/ 5925221 h 6858000"/>
              <a:gd name="connsiteX32" fmla="*/ 899240 w 7467600"/>
              <a:gd name="connsiteY32" fmla="*/ 6153068 h 6858000"/>
              <a:gd name="connsiteX33" fmla="*/ 988114 w 7467600"/>
              <a:gd name="connsiteY33" fmla="*/ 6174204 h 6858000"/>
              <a:gd name="connsiteX34" fmla="*/ 845971 w 7467600"/>
              <a:gd name="connsiteY34" fmla="*/ 6067177 h 6858000"/>
              <a:gd name="connsiteX35" fmla="*/ 448057 w 7467600"/>
              <a:gd name="connsiteY35" fmla="*/ 5841376 h 6858000"/>
              <a:gd name="connsiteX36" fmla="*/ 51253 w 7467600"/>
              <a:gd name="connsiteY36" fmla="*/ 5631825 h 6858000"/>
              <a:gd name="connsiteX37" fmla="*/ 2606687 w 7467600"/>
              <a:gd name="connsiteY37" fmla="*/ 5630718 h 6858000"/>
              <a:gd name="connsiteX38" fmla="*/ 2645658 w 7467600"/>
              <a:gd name="connsiteY38" fmla="*/ 6640259 h 6858000"/>
              <a:gd name="connsiteX39" fmla="*/ 2606687 w 7467600"/>
              <a:gd name="connsiteY39" fmla="*/ 5630718 h 6858000"/>
              <a:gd name="connsiteX40" fmla="*/ 3642057 w 7467600"/>
              <a:gd name="connsiteY40" fmla="*/ 5573487 h 6858000"/>
              <a:gd name="connsiteX41" fmla="*/ 3632981 w 7467600"/>
              <a:gd name="connsiteY41" fmla="*/ 5579437 h 6858000"/>
              <a:gd name="connsiteX42" fmla="*/ 3382436 w 7467600"/>
              <a:gd name="connsiteY42" fmla="*/ 5952726 h 6858000"/>
              <a:gd name="connsiteX43" fmla="*/ 3191929 w 7467600"/>
              <a:gd name="connsiteY43" fmla="*/ 6662669 h 6858000"/>
              <a:gd name="connsiteX44" fmla="*/ 3369898 w 7467600"/>
              <a:gd name="connsiteY44" fmla="*/ 6081771 h 6858000"/>
              <a:gd name="connsiteX45" fmla="*/ 3642057 w 7467600"/>
              <a:gd name="connsiteY45" fmla="*/ 5573487 h 6858000"/>
              <a:gd name="connsiteX46" fmla="*/ 2650666 w 7467600"/>
              <a:gd name="connsiteY46" fmla="*/ 5530686 h 6858000"/>
              <a:gd name="connsiteX47" fmla="*/ 2650249 w 7467600"/>
              <a:gd name="connsiteY47" fmla="*/ 5532101 h 6858000"/>
              <a:gd name="connsiteX48" fmla="*/ 2663808 w 7467600"/>
              <a:gd name="connsiteY48" fmla="*/ 6535215 h 6858000"/>
              <a:gd name="connsiteX49" fmla="*/ 2665418 w 7467600"/>
              <a:gd name="connsiteY49" fmla="*/ 6132756 h 6858000"/>
              <a:gd name="connsiteX50" fmla="*/ 2650666 w 7467600"/>
              <a:gd name="connsiteY50" fmla="*/ 5530686 h 6858000"/>
              <a:gd name="connsiteX51" fmla="*/ 2680277 w 7467600"/>
              <a:gd name="connsiteY51" fmla="*/ 5479204 h 6858000"/>
              <a:gd name="connsiteX52" fmla="*/ 2678972 w 7467600"/>
              <a:gd name="connsiteY52" fmla="*/ 5481582 h 6858000"/>
              <a:gd name="connsiteX53" fmla="*/ 2696666 w 7467600"/>
              <a:gd name="connsiteY53" fmla="*/ 6133836 h 6858000"/>
              <a:gd name="connsiteX54" fmla="*/ 2695769 w 7467600"/>
              <a:gd name="connsiteY54" fmla="*/ 6390955 h 6858000"/>
              <a:gd name="connsiteX55" fmla="*/ 2739893 w 7467600"/>
              <a:gd name="connsiteY55" fmla="*/ 6108357 h 6858000"/>
              <a:gd name="connsiteX56" fmla="*/ 2680277 w 7467600"/>
              <a:gd name="connsiteY56" fmla="*/ 5479204 h 6858000"/>
              <a:gd name="connsiteX57" fmla="*/ 1132195 w 7467600"/>
              <a:gd name="connsiteY57" fmla="*/ 5467980 h 6858000"/>
              <a:gd name="connsiteX58" fmla="*/ 1679056 w 7467600"/>
              <a:gd name="connsiteY58" fmla="*/ 5516907 h 6858000"/>
              <a:gd name="connsiteX59" fmla="*/ 2128648 w 7467600"/>
              <a:gd name="connsiteY59" fmla="*/ 5474249 h 6858000"/>
              <a:gd name="connsiteX60" fmla="*/ 1825619 w 7467600"/>
              <a:gd name="connsiteY60" fmla="*/ 5478447 h 6858000"/>
              <a:gd name="connsiteX61" fmla="*/ 1737798 w 7467600"/>
              <a:gd name="connsiteY61" fmla="*/ 5483353 h 6858000"/>
              <a:gd name="connsiteX62" fmla="*/ 1132195 w 7467600"/>
              <a:gd name="connsiteY62" fmla="*/ 5467980 h 6858000"/>
              <a:gd name="connsiteX63" fmla="*/ 1456157 w 7467600"/>
              <a:gd name="connsiteY63" fmla="*/ 5371404 h 6858000"/>
              <a:gd name="connsiteX64" fmla="*/ 1244432 w 7467600"/>
              <a:gd name="connsiteY64" fmla="*/ 5385601 h 6858000"/>
              <a:gd name="connsiteX65" fmla="*/ 973990 w 7467600"/>
              <a:gd name="connsiteY65" fmla="*/ 5424940 h 6858000"/>
              <a:gd name="connsiteX66" fmla="*/ 1103809 w 7467600"/>
              <a:gd name="connsiteY66" fmla="*/ 5433720 h 6858000"/>
              <a:gd name="connsiteX67" fmla="*/ 1123454 w 7467600"/>
              <a:gd name="connsiteY67" fmla="*/ 5435727 h 6858000"/>
              <a:gd name="connsiteX68" fmla="*/ 1737017 w 7467600"/>
              <a:gd name="connsiteY68" fmla="*/ 5452183 h 6858000"/>
              <a:gd name="connsiteX69" fmla="*/ 1824397 w 7467600"/>
              <a:gd name="connsiteY69" fmla="*/ 5447757 h 6858000"/>
              <a:gd name="connsiteX70" fmla="*/ 2070059 w 7467600"/>
              <a:gd name="connsiteY70" fmla="*/ 5441660 h 6858000"/>
              <a:gd name="connsiteX71" fmla="*/ 1456157 w 7467600"/>
              <a:gd name="connsiteY71" fmla="*/ 5371404 h 6858000"/>
              <a:gd name="connsiteX72" fmla="*/ 4988186 w 7467600"/>
              <a:gd name="connsiteY72" fmla="*/ 5216467 h 6858000"/>
              <a:gd name="connsiteX73" fmla="*/ 4777334 w 7467600"/>
              <a:gd name="connsiteY73" fmla="*/ 5406072 h 6858000"/>
              <a:gd name="connsiteX74" fmla="*/ 4718341 w 7467600"/>
              <a:gd name="connsiteY74" fmla="*/ 5468043 h 6858000"/>
              <a:gd name="connsiteX75" fmla="*/ 4604655 w 7467600"/>
              <a:gd name="connsiteY75" fmla="*/ 5583434 h 6858000"/>
              <a:gd name="connsiteX76" fmla="*/ 4565074 w 7467600"/>
              <a:gd name="connsiteY76" fmla="*/ 5618550 h 6858000"/>
              <a:gd name="connsiteX77" fmla="*/ 4988186 w 7467600"/>
              <a:gd name="connsiteY77" fmla="*/ 5216467 h 6858000"/>
              <a:gd name="connsiteX78" fmla="*/ 4978032 w 7467600"/>
              <a:gd name="connsiteY78" fmla="*/ 5183809 h 6858000"/>
              <a:gd name="connsiteX79" fmla="*/ 4463413 w 7467600"/>
              <a:gd name="connsiteY79" fmla="*/ 5615162 h 6858000"/>
              <a:gd name="connsiteX80" fmla="*/ 4358134 w 7467600"/>
              <a:gd name="connsiteY80" fmla="*/ 5742791 h 6858000"/>
              <a:gd name="connsiteX81" fmla="*/ 4376219 w 7467600"/>
              <a:gd name="connsiteY81" fmla="*/ 5729027 h 6858000"/>
              <a:gd name="connsiteX82" fmla="*/ 4582340 w 7467600"/>
              <a:gd name="connsiteY82" fmla="*/ 5561037 h 6858000"/>
              <a:gd name="connsiteX83" fmla="*/ 4694684 w 7467600"/>
              <a:gd name="connsiteY83" fmla="*/ 5447098 h 6858000"/>
              <a:gd name="connsiteX84" fmla="*/ 4754123 w 7467600"/>
              <a:gd name="connsiteY84" fmla="*/ 5384643 h 6858000"/>
              <a:gd name="connsiteX85" fmla="*/ 4978032 w 7467600"/>
              <a:gd name="connsiteY85" fmla="*/ 5183809 h 6858000"/>
              <a:gd name="connsiteX86" fmla="*/ 1903353 w 7467600"/>
              <a:gd name="connsiteY86" fmla="*/ 5044827 h 6858000"/>
              <a:gd name="connsiteX87" fmla="*/ 1936931 w 7467600"/>
              <a:gd name="connsiteY87" fmla="*/ 5093954 h 6858000"/>
              <a:gd name="connsiteX88" fmla="*/ 2195868 w 7467600"/>
              <a:gd name="connsiteY88" fmla="*/ 5396574 h 6858000"/>
              <a:gd name="connsiteX89" fmla="*/ 2088852 w 7467600"/>
              <a:gd name="connsiteY89" fmla="*/ 5166123 h 6858000"/>
              <a:gd name="connsiteX90" fmla="*/ 1958241 w 7467600"/>
              <a:gd name="connsiteY90" fmla="*/ 5067955 h 6858000"/>
              <a:gd name="connsiteX91" fmla="*/ 1903353 w 7467600"/>
              <a:gd name="connsiteY91" fmla="*/ 5044827 h 6858000"/>
              <a:gd name="connsiteX92" fmla="*/ 1979378 w 7467600"/>
              <a:gd name="connsiteY92" fmla="*/ 4769504 h 6858000"/>
              <a:gd name="connsiteX93" fmla="*/ 2882120 w 7467600"/>
              <a:gd name="connsiteY93" fmla="*/ 5064547 h 6858000"/>
              <a:gd name="connsiteX94" fmla="*/ 2793103 w 7467600"/>
              <a:gd name="connsiteY94" fmla="*/ 5039699 h 6858000"/>
              <a:gd name="connsiteX95" fmla="*/ 2770041 w 7467600"/>
              <a:gd name="connsiteY95" fmla="*/ 5033634 h 6858000"/>
              <a:gd name="connsiteX96" fmla="*/ 1979378 w 7467600"/>
              <a:gd name="connsiteY96" fmla="*/ 4769504 h 6858000"/>
              <a:gd name="connsiteX97" fmla="*/ 1927410 w 7467600"/>
              <a:gd name="connsiteY97" fmla="*/ 4716164 h 6858000"/>
              <a:gd name="connsiteX98" fmla="*/ 1959587 w 7467600"/>
              <a:gd name="connsiteY98" fmla="*/ 4728849 h 6858000"/>
              <a:gd name="connsiteX99" fmla="*/ 2777707 w 7467600"/>
              <a:gd name="connsiteY99" fmla="*/ 5003991 h 6858000"/>
              <a:gd name="connsiteX100" fmla="*/ 2800768 w 7467600"/>
              <a:gd name="connsiteY100" fmla="*/ 5010056 h 6858000"/>
              <a:gd name="connsiteX101" fmla="*/ 2879408 w 7467600"/>
              <a:gd name="connsiteY101" fmla="*/ 5031590 h 6858000"/>
              <a:gd name="connsiteX102" fmla="*/ 2862295 w 7467600"/>
              <a:gd name="connsiteY102" fmla="*/ 5022958 h 6858000"/>
              <a:gd name="connsiteX103" fmla="*/ 2813343 w 7467600"/>
              <a:gd name="connsiteY103" fmla="*/ 4998369 h 6858000"/>
              <a:gd name="connsiteX104" fmla="*/ 2646245 w 7467600"/>
              <a:gd name="connsiteY104" fmla="*/ 4930999 h 6858000"/>
              <a:gd name="connsiteX105" fmla="*/ 1999243 w 7467600"/>
              <a:gd name="connsiteY105" fmla="*/ 4730524 h 6858000"/>
              <a:gd name="connsiteX106" fmla="*/ 1979527 w 7467600"/>
              <a:gd name="connsiteY106" fmla="*/ 4726651 h 6858000"/>
              <a:gd name="connsiteX107" fmla="*/ 1927410 w 7467600"/>
              <a:gd name="connsiteY107" fmla="*/ 4716164 h 6858000"/>
              <a:gd name="connsiteX108" fmla="*/ 1997014 w 7467600"/>
              <a:gd name="connsiteY108" fmla="*/ 4698007 h 6858000"/>
              <a:gd name="connsiteX109" fmla="*/ 2005458 w 7467600"/>
              <a:gd name="connsiteY109" fmla="*/ 4699540 h 6858000"/>
              <a:gd name="connsiteX110" fmla="*/ 2657186 w 7467600"/>
              <a:gd name="connsiteY110" fmla="*/ 4901687 h 6858000"/>
              <a:gd name="connsiteX111" fmla="*/ 2826662 w 7467600"/>
              <a:gd name="connsiteY111" fmla="*/ 4970362 h 6858000"/>
              <a:gd name="connsiteX112" fmla="*/ 2876100 w 7467600"/>
              <a:gd name="connsiteY112" fmla="*/ 4995397 h 6858000"/>
              <a:gd name="connsiteX113" fmla="*/ 3042600 w 7467600"/>
              <a:gd name="connsiteY113" fmla="*/ 5059532 h 6858000"/>
              <a:gd name="connsiteX114" fmla="*/ 1997014 w 7467600"/>
              <a:gd name="connsiteY114" fmla="*/ 4698007 h 6858000"/>
              <a:gd name="connsiteX115" fmla="*/ 2305292 w 7467600"/>
              <a:gd name="connsiteY115" fmla="*/ 4219492 h 6858000"/>
              <a:gd name="connsiteX116" fmla="*/ 3360922 w 7467600"/>
              <a:gd name="connsiteY116" fmla="*/ 4529373 h 6858000"/>
              <a:gd name="connsiteX117" fmla="*/ 3492420 w 7467600"/>
              <a:gd name="connsiteY117" fmla="*/ 4510145 h 6858000"/>
              <a:gd name="connsiteX118" fmla="*/ 3364086 w 7467600"/>
              <a:gd name="connsiteY118" fmla="*/ 4480340 h 6858000"/>
              <a:gd name="connsiteX119" fmla="*/ 3225818 w 7467600"/>
              <a:gd name="connsiteY119" fmla="*/ 4411822 h 6858000"/>
              <a:gd name="connsiteX120" fmla="*/ 3129696 w 7467600"/>
              <a:gd name="connsiteY120" fmla="*/ 4360704 h 6858000"/>
              <a:gd name="connsiteX121" fmla="*/ 2814545 w 7467600"/>
              <a:gd name="connsiteY121" fmla="*/ 4282955 h 6858000"/>
              <a:gd name="connsiteX122" fmla="*/ 2305292 w 7467600"/>
              <a:gd name="connsiteY122" fmla="*/ 4219492 h 6858000"/>
              <a:gd name="connsiteX123" fmla="*/ 2626982 w 7467600"/>
              <a:gd name="connsiteY123" fmla="*/ 4206450 h 6858000"/>
              <a:gd name="connsiteX124" fmla="*/ 2490617 w 7467600"/>
              <a:gd name="connsiteY124" fmla="*/ 4206951 h 6858000"/>
              <a:gd name="connsiteX125" fmla="*/ 2819869 w 7467600"/>
              <a:gd name="connsiteY125" fmla="*/ 4252936 h 6858000"/>
              <a:gd name="connsiteX126" fmla="*/ 3143018 w 7467600"/>
              <a:gd name="connsiteY126" fmla="*/ 4332698 h 6858000"/>
              <a:gd name="connsiteX127" fmla="*/ 3241520 w 7467600"/>
              <a:gd name="connsiteY127" fmla="*/ 4385112 h 6858000"/>
              <a:gd name="connsiteX128" fmla="*/ 3374575 w 7467600"/>
              <a:gd name="connsiteY128" fmla="*/ 4451517 h 6858000"/>
              <a:gd name="connsiteX129" fmla="*/ 3505221 w 7467600"/>
              <a:gd name="connsiteY129" fmla="*/ 4480757 h 6858000"/>
              <a:gd name="connsiteX130" fmla="*/ 2626982 w 7467600"/>
              <a:gd name="connsiteY130" fmla="*/ 4206450 h 6858000"/>
              <a:gd name="connsiteX131" fmla="*/ 1310106 w 7467600"/>
              <a:gd name="connsiteY131" fmla="*/ 3943217 h 6858000"/>
              <a:gd name="connsiteX132" fmla="*/ 854994 w 7467600"/>
              <a:gd name="connsiteY132" fmla="*/ 4399136 h 6858000"/>
              <a:gd name="connsiteX133" fmla="*/ 742462 w 7467600"/>
              <a:gd name="connsiteY133" fmla="*/ 4594648 h 6858000"/>
              <a:gd name="connsiteX134" fmla="*/ 820602 w 7467600"/>
              <a:gd name="connsiteY134" fmla="*/ 4485915 h 6858000"/>
              <a:gd name="connsiteX135" fmla="*/ 878295 w 7467600"/>
              <a:gd name="connsiteY135" fmla="*/ 4403594 h 6858000"/>
              <a:gd name="connsiteX136" fmla="*/ 1240607 w 7467600"/>
              <a:gd name="connsiteY136" fmla="*/ 4010401 h 6858000"/>
              <a:gd name="connsiteX137" fmla="*/ 1310106 w 7467600"/>
              <a:gd name="connsiteY137" fmla="*/ 3943217 h 6858000"/>
              <a:gd name="connsiteX138" fmla="*/ 1423113 w 7467600"/>
              <a:gd name="connsiteY138" fmla="*/ 3874565 h 6858000"/>
              <a:gd name="connsiteX139" fmla="*/ 1260565 w 7467600"/>
              <a:gd name="connsiteY139" fmla="*/ 4031982 h 6858000"/>
              <a:gd name="connsiteX140" fmla="*/ 901900 w 7467600"/>
              <a:gd name="connsiteY140" fmla="*/ 4421236 h 6858000"/>
              <a:gd name="connsiteX141" fmla="*/ 845044 w 7467600"/>
              <a:gd name="connsiteY141" fmla="*/ 4502436 h 6858000"/>
              <a:gd name="connsiteX142" fmla="*/ 685926 w 7467600"/>
              <a:gd name="connsiteY142" fmla="*/ 4703069 h 6858000"/>
              <a:gd name="connsiteX143" fmla="*/ 684248 w 7467600"/>
              <a:gd name="connsiteY143" fmla="*/ 4706721 h 6858000"/>
              <a:gd name="connsiteX144" fmla="*/ 1423113 w 7467600"/>
              <a:gd name="connsiteY144" fmla="*/ 3874565 h 6858000"/>
              <a:gd name="connsiteX145" fmla="*/ 3316479 w 7467600"/>
              <a:gd name="connsiteY145" fmla="*/ 3872136 h 6858000"/>
              <a:gd name="connsiteX146" fmla="*/ 3546806 w 7467600"/>
              <a:gd name="connsiteY146" fmla="*/ 4356139 h 6858000"/>
              <a:gd name="connsiteX147" fmla="*/ 3364433 w 7467600"/>
              <a:gd name="connsiteY147" fmla="*/ 3953121 h 6858000"/>
              <a:gd name="connsiteX148" fmla="*/ 3316479 w 7467600"/>
              <a:gd name="connsiteY148" fmla="*/ 3872136 h 6858000"/>
              <a:gd name="connsiteX149" fmla="*/ 3291335 w 7467600"/>
              <a:gd name="connsiteY149" fmla="*/ 3767420 h 6858000"/>
              <a:gd name="connsiteX150" fmla="*/ 3390805 w 7467600"/>
              <a:gd name="connsiteY150" fmla="*/ 3937163 h 6858000"/>
              <a:gd name="connsiteX151" fmla="*/ 3579062 w 7467600"/>
              <a:gd name="connsiteY151" fmla="*/ 4359040 h 6858000"/>
              <a:gd name="connsiteX152" fmla="*/ 3467355 w 7467600"/>
              <a:gd name="connsiteY152" fmla="*/ 3988130 h 6858000"/>
              <a:gd name="connsiteX153" fmla="*/ 3310753 w 7467600"/>
              <a:gd name="connsiteY153" fmla="*/ 3787140 h 6858000"/>
              <a:gd name="connsiteX154" fmla="*/ 3291335 w 7467600"/>
              <a:gd name="connsiteY154" fmla="*/ 3767420 h 6858000"/>
              <a:gd name="connsiteX155" fmla="*/ 1635889 w 7467600"/>
              <a:gd name="connsiteY155" fmla="*/ 3709494 h 6858000"/>
              <a:gd name="connsiteX156" fmla="*/ 1634800 w 7467600"/>
              <a:gd name="connsiteY156" fmla="*/ 3731111 h 6858000"/>
              <a:gd name="connsiteX157" fmla="*/ 1635889 w 7467600"/>
              <a:gd name="connsiteY157" fmla="*/ 3709494 h 6858000"/>
              <a:gd name="connsiteX158" fmla="*/ 1510397 w 7467600"/>
              <a:gd name="connsiteY158" fmla="*/ 3684705 h 6858000"/>
              <a:gd name="connsiteX159" fmla="*/ 1146550 w 7467600"/>
              <a:gd name="connsiteY159" fmla="*/ 3802012 h 6858000"/>
              <a:gd name="connsiteX160" fmla="*/ 698834 w 7467600"/>
              <a:gd name="connsiteY160" fmla="*/ 3952272 h 6858000"/>
              <a:gd name="connsiteX161" fmla="*/ 34256 w 7467600"/>
              <a:gd name="connsiteY161" fmla="*/ 4347603 h 6858000"/>
              <a:gd name="connsiteX162" fmla="*/ 527241 w 7467600"/>
              <a:gd name="connsiteY162" fmla="*/ 4065078 h 6858000"/>
              <a:gd name="connsiteX163" fmla="*/ 1510397 w 7467600"/>
              <a:gd name="connsiteY163" fmla="*/ 3684705 h 6858000"/>
              <a:gd name="connsiteX164" fmla="*/ 1313114 w 7467600"/>
              <a:gd name="connsiteY164" fmla="*/ 3655216 h 6858000"/>
              <a:gd name="connsiteX165" fmla="*/ 1109304 w 7467600"/>
              <a:gd name="connsiteY165" fmla="*/ 3669030 h 6858000"/>
              <a:gd name="connsiteX166" fmla="*/ 8129 w 7467600"/>
              <a:gd name="connsiteY166" fmla="*/ 4330519 h 6858000"/>
              <a:gd name="connsiteX167" fmla="*/ 687572 w 7467600"/>
              <a:gd name="connsiteY167" fmla="*/ 3925629 h 6858000"/>
              <a:gd name="connsiteX168" fmla="*/ 1138365 w 7467600"/>
              <a:gd name="connsiteY168" fmla="*/ 3774515 h 6858000"/>
              <a:gd name="connsiteX169" fmla="*/ 1505579 w 7467600"/>
              <a:gd name="connsiteY169" fmla="*/ 3655526 h 6858000"/>
              <a:gd name="connsiteX170" fmla="*/ 1313114 w 7467600"/>
              <a:gd name="connsiteY170" fmla="*/ 3655216 h 6858000"/>
              <a:gd name="connsiteX171" fmla="*/ 3655073 w 7467600"/>
              <a:gd name="connsiteY171" fmla="*/ 3650884 h 6858000"/>
              <a:gd name="connsiteX172" fmla="*/ 3989938 w 7467600"/>
              <a:gd name="connsiteY172" fmla="*/ 3991685 h 6858000"/>
              <a:gd name="connsiteX173" fmla="*/ 4393907 w 7467600"/>
              <a:gd name="connsiteY173" fmla="*/ 4261258 h 6858000"/>
              <a:gd name="connsiteX174" fmla="*/ 4648051 w 7467600"/>
              <a:gd name="connsiteY174" fmla="*/ 4374051 h 6858000"/>
              <a:gd name="connsiteX175" fmla="*/ 4383389 w 7467600"/>
              <a:gd name="connsiteY175" fmla="*/ 4184369 h 6858000"/>
              <a:gd name="connsiteX176" fmla="*/ 4165508 w 7467600"/>
              <a:gd name="connsiteY176" fmla="*/ 4035196 h 6858000"/>
              <a:gd name="connsiteX177" fmla="*/ 4068162 w 7467600"/>
              <a:gd name="connsiteY177" fmla="*/ 3953394 h 6858000"/>
              <a:gd name="connsiteX178" fmla="*/ 3981416 w 7467600"/>
              <a:gd name="connsiteY178" fmla="*/ 3880482 h 6858000"/>
              <a:gd name="connsiteX179" fmla="*/ 3800147 w 7467600"/>
              <a:gd name="connsiteY179" fmla="*/ 3749872 h 6858000"/>
              <a:gd name="connsiteX180" fmla="*/ 3655073 w 7467600"/>
              <a:gd name="connsiteY180" fmla="*/ 3650884 h 6858000"/>
              <a:gd name="connsiteX181" fmla="*/ 3670252 w 7467600"/>
              <a:gd name="connsiteY181" fmla="*/ 3622798 h 6858000"/>
              <a:gd name="connsiteX182" fmla="*/ 3817258 w 7467600"/>
              <a:gd name="connsiteY182" fmla="*/ 3723577 h 6858000"/>
              <a:gd name="connsiteX183" fmla="*/ 4000461 w 7467600"/>
              <a:gd name="connsiteY183" fmla="*/ 3855966 h 6858000"/>
              <a:gd name="connsiteX184" fmla="*/ 4088180 w 7467600"/>
              <a:gd name="connsiteY184" fmla="*/ 3929774 h 6858000"/>
              <a:gd name="connsiteX185" fmla="*/ 4184555 w 7467600"/>
              <a:gd name="connsiteY185" fmla="*/ 4010683 h 6858000"/>
              <a:gd name="connsiteX186" fmla="*/ 4399563 w 7467600"/>
              <a:gd name="connsiteY186" fmla="*/ 4158106 h 6858000"/>
              <a:gd name="connsiteX187" fmla="*/ 4684469 w 7467600"/>
              <a:gd name="connsiteY187" fmla="*/ 4364680 h 6858000"/>
              <a:gd name="connsiteX188" fmla="*/ 4690271 w 7467600"/>
              <a:gd name="connsiteY188" fmla="*/ 4370034 h 6858000"/>
              <a:gd name="connsiteX189" fmla="*/ 4136093 w 7467600"/>
              <a:gd name="connsiteY189" fmla="*/ 3858466 h 6858000"/>
              <a:gd name="connsiteX190" fmla="*/ 3670252 w 7467600"/>
              <a:gd name="connsiteY190" fmla="*/ 3622798 h 6858000"/>
              <a:gd name="connsiteX191" fmla="*/ 4440129 w 7467600"/>
              <a:gd name="connsiteY191" fmla="*/ 3448571 h 6858000"/>
              <a:gd name="connsiteX192" fmla="*/ 4856525 w 7467600"/>
              <a:gd name="connsiteY192" fmla="*/ 3915351 h 6858000"/>
              <a:gd name="connsiteX193" fmla="*/ 5059055 w 7467600"/>
              <a:gd name="connsiteY193" fmla="*/ 4108918 h 6858000"/>
              <a:gd name="connsiteX194" fmla="*/ 5290070 w 7467600"/>
              <a:gd name="connsiteY194" fmla="*/ 4263619 h 6858000"/>
              <a:gd name="connsiteX195" fmla="*/ 4834991 w 7467600"/>
              <a:gd name="connsiteY195" fmla="*/ 3830985 h 6858000"/>
              <a:gd name="connsiteX196" fmla="*/ 4440129 w 7467600"/>
              <a:gd name="connsiteY196" fmla="*/ 3448571 h 6858000"/>
              <a:gd name="connsiteX197" fmla="*/ 4441737 w 7467600"/>
              <a:gd name="connsiteY197" fmla="*/ 3399734 h 6858000"/>
              <a:gd name="connsiteX198" fmla="*/ 4431236 w 7467600"/>
              <a:gd name="connsiteY198" fmla="*/ 3400954 h 6858000"/>
              <a:gd name="connsiteX199" fmla="*/ 4557150 w 7467600"/>
              <a:gd name="connsiteY199" fmla="*/ 3510023 h 6858000"/>
              <a:gd name="connsiteX200" fmla="*/ 4856936 w 7467600"/>
              <a:gd name="connsiteY200" fmla="*/ 3809146 h 6858000"/>
              <a:gd name="connsiteX201" fmla="*/ 5111996 w 7467600"/>
              <a:gd name="connsiteY201" fmla="*/ 4065759 h 6858000"/>
              <a:gd name="connsiteX202" fmla="*/ 5388878 w 7467600"/>
              <a:gd name="connsiteY202" fmla="*/ 4300185 h 6858000"/>
              <a:gd name="connsiteX203" fmla="*/ 5425556 w 7467600"/>
              <a:gd name="connsiteY203" fmla="*/ 4308967 h 6858000"/>
              <a:gd name="connsiteX204" fmla="*/ 4943646 w 7467600"/>
              <a:gd name="connsiteY204" fmla="*/ 3822916 h 6858000"/>
              <a:gd name="connsiteX205" fmla="*/ 4594837 w 7467600"/>
              <a:gd name="connsiteY205" fmla="*/ 3532274 h 6858000"/>
              <a:gd name="connsiteX206" fmla="*/ 4441737 w 7467600"/>
              <a:gd name="connsiteY206" fmla="*/ 3399734 h 6858000"/>
              <a:gd name="connsiteX207" fmla="*/ 5425834 w 7467600"/>
              <a:gd name="connsiteY207" fmla="*/ 3162785 h 6858000"/>
              <a:gd name="connsiteX208" fmla="*/ 5401644 w 7467600"/>
              <a:gd name="connsiteY208" fmla="*/ 3617847 h 6858000"/>
              <a:gd name="connsiteX209" fmla="*/ 5467256 w 7467600"/>
              <a:gd name="connsiteY209" fmla="*/ 4175494 h 6858000"/>
              <a:gd name="connsiteX210" fmla="*/ 5448069 w 7467600"/>
              <a:gd name="connsiteY210" fmla="*/ 3567554 h 6858000"/>
              <a:gd name="connsiteX211" fmla="*/ 5425834 w 7467600"/>
              <a:gd name="connsiteY211" fmla="*/ 3162785 h 6858000"/>
              <a:gd name="connsiteX212" fmla="*/ 1318687 w 7467600"/>
              <a:gd name="connsiteY212" fmla="*/ 3113840 h 6858000"/>
              <a:gd name="connsiteX213" fmla="*/ 1066793 w 7467600"/>
              <a:gd name="connsiteY213" fmla="*/ 3212171 h 6858000"/>
              <a:gd name="connsiteX214" fmla="*/ 993319 w 7467600"/>
              <a:gd name="connsiteY214" fmla="*/ 3247648 h 6858000"/>
              <a:gd name="connsiteX215" fmla="*/ 853081 w 7467600"/>
              <a:gd name="connsiteY215" fmla="*/ 3312410 h 6858000"/>
              <a:gd name="connsiteX216" fmla="*/ 805957 w 7467600"/>
              <a:gd name="connsiteY216" fmla="*/ 3330443 h 6858000"/>
              <a:gd name="connsiteX217" fmla="*/ 1318687 w 7467600"/>
              <a:gd name="connsiteY217" fmla="*/ 3113840 h 6858000"/>
              <a:gd name="connsiteX218" fmla="*/ 5453702 w 7467600"/>
              <a:gd name="connsiteY218" fmla="*/ 3090882 h 6858000"/>
              <a:gd name="connsiteX219" fmla="*/ 5480135 w 7467600"/>
              <a:gd name="connsiteY219" fmla="*/ 3565802 h 6858000"/>
              <a:gd name="connsiteX220" fmla="*/ 5499023 w 7467600"/>
              <a:gd name="connsiteY220" fmla="*/ 4166310 h 6858000"/>
              <a:gd name="connsiteX221" fmla="*/ 5547022 w 7467600"/>
              <a:gd name="connsiteY221" fmla="*/ 3607838 h 6858000"/>
              <a:gd name="connsiteX222" fmla="*/ 5515964 w 7467600"/>
              <a:gd name="connsiteY222" fmla="*/ 3378541 h 6858000"/>
              <a:gd name="connsiteX223" fmla="*/ 5453702 w 7467600"/>
              <a:gd name="connsiteY223" fmla="*/ 3090882 h 6858000"/>
              <a:gd name="connsiteX224" fmla="*/ 1238695 w 7467600"/>
              <a:gd name="connsiteY224" fmla="*/ 3076820 h 6858000"/>
              <a:gd name="connsiteX225" fmla="*/ 716371 w 7467600"/>
              <a:gd name="connsiteY225" fmla="*/ 3293249 h 6858000"/>
              <a:gd name="connsiteX226" fmla="*/ 579522 w 7467600"/>
              <a:gd name="connsiteY226" fmla="*/ 3371759 h 6858000"/>
              <a:gd name="connsiteX227" fmla="*/ 600288 w 7467600"/>
              <a:gd name="connsiteY227" fmla="*/ 3365555 h 6858000"/>
              <a:gd name="connsiteX228" fmla="*/ 840692 w 7467600"/>
              <a:gd name="connsiteY228" fmla="*/ 3284921 h 6858000"/>
              <a:gd name="connsiteX229" fmla="*/ 979248 w 7467600"/>
              <a:gd name="connsiteY229" fmla="*/ 3221003 h 6858000"/>
              <a:gd name="connsiteX230" fmla="*/ 1053282 w 7467600"/>
              <a:gd name="connsiteY230" fmla="*/ 3185247 h 6858000"/>
              <a:gd name="connsiteX231" fmla="*/ 1320603 w 7467600"/>
              <a:gd name="connsiteY231" fmla="*/ 3081281 h 6858000"/>
              <a:gd name="connsiteX232" fmla="*/ 1238695 w 7467600"/>
              <a:gd name="connsiteY232" fmla="*/ 3076820 h 6858000"/>
              <a:gd name="connsiteX233" fmla="*/ 5425627 w 7467600"/>
              <a:gd name="connsiteY233" fmla="*/ 2954192 h 6858000"/>
              <a:gd name="connsiteX234" fmla="*/ 5470770 w 7467600"/>
              <a:gd name="connsiteY234" fmla="*/ 3005435 h 6858000"/>
              <a:gd name="connsiteX235" fmla="*/ 5519779 w 7467600"/>
              <a:gd name="connsiteY235" fmla="*/ 4359223 h 6858000"/>
              <a:gd name="connsiteX236" fmla="*/ 5520293 w 7467600"/>
              <a:gd name="connsiteY236" fmla="*/ 4360602 h 6858000"/>
              <a:gd name="connsiteX237" fmla="*/ 5767221 w 7467600"/>
              <a:gd name="connsiteY237" fmla="*/ 4665564 h 6858000"/>
              <a:gd name="connsiteX238" fmla="*/ 6937169 w 7467600"/>
              <a:gd name="connsiteY238" fmla="*/ 4815941 h 6858000"/>
              <a:gd name="connsiteX239" fmla="*/ 6953922 w 7467600"/>
              <a:gd name="connsiteY239" fmla="*/ 4890068 h 6858000"/>
              <a:gd name="connsiteX240" fmla="*/ 6071359 w 7467600"/>
              <a:gd name="connsiteY240" fmla="*/ 4770770 h 6858000"/>
              <a:gd name="connsiteX241" fmla="*/ 6038839 w 7467600"/>
              <a:gd name="connsiteY241" fmla="*/ 4764474 h 6858000"/>
              <a:gd name="connsiteX242" fmla="*/ 6038706 w 7467600"/>
              <a:gd name="connsiteY242" fmla="*/ 4763847 h 6858000"/>
              <a:gd name="connsiteX243" fmla="*/ 6037784 w 7467600"/>
              <a:gd name="connsiteY243" fmla="*/ 4764270 h 6858000"/>
              <a:gd name="connsiteX244" fmla="*/ 6038839 w 7467600"/>
              <a:gd name="connsiteY244" fmla="*/ 4764474 h 6858000"/>
              <a:gd name="connsiteX245" fmla="*/ 6040338 w 7467600"/>
              <a:gd name="connsiteY245" fmla="*/ 4771418 h 6858000"/>
              <a:gd name="connsiteX246" fmla="*/ 6024488 w 7467600"/>
              <a:gd name="connsiteY246" fmla="*/ 4809903 h 6858000"/>
              <a:gd name="connsiteX247" fmla="*/ 5599771 w 7467600"/>
              <a:gd name="connsiteY247" fmla="*/ 5509652 h 6858000"/>
              <a:gd name="connsiteX248" fmla="*/ 5548843 w 7467600"/>
              <a:gd name="connsiteY248" fmla="*/ 5563845 h 6858000"/>
              <a:gd name="connsiteX249" fmla="*/ 5940952 w 7467600"/>
              <a:gd name="connsiteY249" fmla="*/ 6250028 h 6858000"/>
              <a:gd name="connsiteX250" fmla="*/ 6043441 w 7467600"/>
              <a:gd name="connsiteY250" fmla="*/ 6665847 h 6858000"/>
              <a:gd name="connsiteX251" fmla="*/ 6093432 w 7467600"/>
              <a:gd name="connsiteY251" fmla="*/ 6858000 h 6858000"/>
              <a:gd name="connsiteX252" fmla="*/ 6034344 w 7467600"/>
              <a:gd name="connsiteY252" fmla="*/ 6858000 h 6858000"/>
              <a:gd name="connsiteX253" fmla="*/ 6026679 w 7467600"/>
              <a:gd name="connsiteY253" fmla="*/ 6836959 h 6858000"/>
              <a:gd name="connsiteX254" fmla="*/ 5800441 w 7467600"/>
              <a:gd name="connsiteY254" fmla="*/ 6335286 h 6858000"/>
              <a:gd name="connsiteX255" fmla="*/ 5526562 w 7467600"/>
              <a:gd name="connsiteY255" fmla="*/ 5705388 h 6858000"/>
              <a:gd name="connsiteX256" fmla="*/ 5519640 w 7467600"/>
              <a:gd name="connsiteY256" fmla="*/ 5683774 h 6858000"/>
              <a:gd name="connsiteX257" fmla="*/ 5844559 w 7467600"/>
              <a:gd name="connsiteY257" fmla="*/ 6553349 h 6858000"/>
              <a:gd name="connsiteX258" fmla="*/ 5975994 w 7467600"/>
              <a:gd name="connsiteY258" fmla="*/ 6858000 h 6858000"/>
              <a:gd name="connsiteX259" fmla="*/ 5898547 w 7467600"/>
              <a:gd name="connsiteY259" fmla="*/ 6858000 h 6858000"/>
              <a:gd name="connsiteX260" fmla="*/ 5682041 w 7467600"/>
              <a:gd name="connsiteY260" fmla="*/ 6355860 h 6858000"/>
              <a:gd name="connsiteX261" fmla="*/ 5461758 w 7467600"/>
              <a:gd name="connsiteY261" fmla="*/ 5820220 h 6858000"/>
              <a:gd name="connsiteX262" fmla="*/ 5237282 w 7467600"/>
              <a:gd name="connsiteY262" fmla="*/ 6579086 h 6858000"/>
              <a:gd name="connsiteX263" fmla="*/ 5115009 w 7467600"/>
              <a:gd name="connsiteY263" fmla="*/ 6858000 h 6858000"/>
              <a:gd name="connsiteX264" fmla="*/ 5028074 w 7467600"/>
              <a:gd name="connsiteY264" fmla="*/ 6858000 h 6858000"/>
              <a:gd name="connsiteX265" fmla="*/ 5079508 w 7467600"/>
              <a:gd name="connsiteY265" fmla="*/ 6749074 h 6858000"/>
              <a:gd name="connsiteX266" fmla="*/ 5371846 w 7467600"/>
              <a:gd name="connsiteY266" fmla="*/ 5924413 h 6858000"/>
              <a:gd name="connsiteX267" fmla="*/ 5270512 w 7467600"/>
              <a:gd name="connsiteY267" fmla="*/ 6138975 h 6858000"/>
              <a:gd name="connsiteX268" fmla="*/ 5062409 w 7467600"/>
              <a:gd name="connsiteY268" fmla="*/ 6653544 h 6858000"/>
              <a:gd name="connsiteX269" fmla="*/ 5036628 w 7467600"/>
              <a:gd name="connsiteY269" fmla="*/ 6754247 h 6858000"/>
              <a:gd name="connsiteX270" fmla="*/ 5009112 w 7467600"/>
              <a:gd name="connsiteY270" fmla="*/ 6858000 h 6858000"/>
              <a:gd name="connsiteX271" fmla="*/ 4976679 w 7467600"/>
              <a:gd name="connsiteY271" fmla="*/ 6858000 h 6858000"/>
              <a:gd name="connsiteX272" fmla="*/ 5006537 w 7467600"/>
              <a:gd name="connsiteY272" fmla="*/ 6747068 h 6858000"/>
              <a:gd name="connsiteX273" fmla="*/ 5032723 w 7467600"/>
              <a:gd name="connsiteY273" fmla="*/ 6644957 h 6858000"/>
              <a:gd name="connsiteX274" fmla="*/ 5242949 w 7467600"/>
              <a:gd name="connsiteY274" fmla="*/ 6125175 h 6858000"/>
              <a:gd name="connsiteX275" fmla="*/ 5286321 w 7467600"/>
              <a:gd name="connsiteY275" fmla="*/ 6033555 h 6858000"/>
              <a:gd name="connsiteX276" fmla="*/ 5008210 w 7467600"/>
              <a:gd name="connsiteY276" fmla="*/ 6649194 h 6858000"/>
              <a:gd name="connsiteX277" fmla="*/ 4986321 w 7467600"/>
              <a:gd name="connsiteY277" fmla="*/ 6765687 h 6858000"/>
              <a:gd name="connsiteX278" fmla="*/ 4973474 w 7467600"/>
              <a:gd name="connsiteY278" fmla="*/ 6858000 h 6858000"/>
              <a:gd name="connsiteX279" fmla="*/ 4907178 w 7467600"/>
              <a:gd name="connsiteY279" fmla="*/ 6858000 h 6858000"/>
              <a:gd name="connsiteX280" fmla="*/ 4910810 w 7467600"/>
              <a:gd name="connsiteY280" fmla="*/ 6829660 h 6858000"/>
              <a:gd name="connsiteX281" fmla="*/ 4987461 w 7467600"/>
              <a:gd name="connsiteY281" fmla="*/ 6432994 h 6858000"/>
              <a:gd name="connsiteX282" fmla="*/ 5179262 w 7467600"/>
              <a:gd name="connsiteY282" fmla="*/ 6035044 h 6858000"/>
              <a:gd name="connsiteX283" fmla="*/ 4689678 w 7467600"/>
              <a:gd name="connsiteY283" fmla="*/ 6440241 h 6858000"/>
              <a:gd name="connsiteX284" fmla="*/ 4477543 w 7467600"/>
              <a:gd name="connsiteY284" fmla="*/ 6674836 h 6858000"/>
              <a:gd name="connsiteX285" fmla="*/ 4329957 w 7467600"/>
              <a:gd name="connsiteY285" fmla="*/ 6858000 h 6858000"/>
              <a:gd name="connsiteX286" fmla="*/ 4218595 w 7467600"/>
              <a:gd name="connsiteY286" fmla="*/ 6858000 h 6858000"/>
              <a:gd name="connsiteX287" fmla="*/ 4368888 w 7467600"/>
              <a:gd name="connsiteY287" fmla="*/ 6668412 h 6858000"/>
              <a:gd name="connsiteX288" fmla="*/ 4563091 w 7467600"/>
              <a:gd name="connsiteY288" fmla="*/ 6442508 h 6858000"/>
              <a:gd name="connsiteX289" fmla="*/ 5387324 w 7467600"/>
              <a:gd name="connsiteY289" fmla="*/ 5705830 h 6858000"/>
              <a:gd name="connsiteX290" fmla="*/ 5073620 w 7467600"/>
              <a:gd name="connsiteY290" fmla="*/ 5955437 h 6858000"/>
              <a:gd name="connsiteX291" fmla="*/ 4689789 w 7467600"/>
              <a:gd name="connsiteY291" fmla="*/ 6268382 h 6858000"/>
              <a:gd name="connsiteX292" fmla="*/ 4418722 w 7467600"/>
              <a:gd name="connsiteY292" fmla="*/ 6570886 h 6858000"/>
              <a:gd name="connsiteX293" fmla="*/ 4214944 w 7467600"/>
              <a:gd name="connsiteY293" fmla="*/ 6858000 h 6858000"/>
              <a:gd name="connsiteX294" fmla="*/ 4177898 w 7467600"/>
              <a:gd name="connsiteY294" fmla="*/ 6858000 h 6858000"/>
              <a:gd name="connsiteX295" fmla="*/ 4391597 w 7467600"/>
              <a:gd name="connsiteY295" fmla="*/ 6556370 h 6858000"/>
              <a:gd name="connsiteX296" fmla="*/ 4668889 w 7467600"/>
              <a:gd name="connsiteY296" fmla="*/ 6246399 h 6858000"/>
              <a:gd name="connsiteX297" fmla="*/ 5055427 w 7467600"/>
              <a:gd name="connsiteY297" fmla="*/ 5931476 h 6858000"/>
              <a:gd name="connsiteX298" fmla="*/ 5371814 w 7467600"/>
              <a:gd name="connsiteY298" fmla="*/ 5678975 h 6858000"/>
              <a:gd name="connsiteX299" fmla="*/ 4987918 w 7467600"/>
              <a:gd name="connsiteY299" fmla="*/ 5838701 h 6858000"/>
              <a:gd name="connsiteX300" fmla="*/ 4317146 w 7467600"/>
              <a:gd name="connsiteY300" fmla="*/ 6587716 h 6858000"/>
              <a:gd name="connsiteX301" fmla="*/ 4171627 w 7467600"/>
              <a:gd name="connsiteY301" fmla="*/ 6858000 h 6858000"/>
              <a:gd name="connsiteX302" fmla="*/ 4081585 w 7467600"/>
              <a:gd name="connsiteY302" fmla="*/ 6858000 h 6858000"/>
              <a:gd name="connsiteX303" fmla="*/ 4238603 w 7467600"/>
              <a:gd name="connsiteY303" fmla="*/ 6559341 h 6858000"/>
              <a:gd name="connsiteX304" fmla="*/ 4778333 w 7467600"/>
              <a:gd name="connsiteY304" fmla="*/ 5873626 h 6858000"/>
              <a:gd name="connsiteX305" fmla="*/ 5414185 w 7467600"/>
              <a:gd name="connsiteY305" fmla="*/ 5573882 h 6858000"/>
              <a:gd name="connsiteX306" fmla="*/ 5959648 w 7467600"/>
              <a:gd name="connsiteY306" fmla="*/ 4760797 h 6858000"/>
              <a:gd name="connsiteX307" fmla="*/ 5355019 w 7467600"/>
              <a:gd name="connsiteY307" fmla="*/ 4734672 h 6858000"/>
              <a:gd name="connsiteX308" fmla="*/ 5083565 w 7467600"/>
              <a:gd name="connsiteY308" fmla="*/ 5179121 h 6858000"/>
              <a:gd name="connsiteX309" fmla="*/ 4713577 w 7467600"/>
              <a:gd name="connsiteY309" fmla="*/ 5616803 h 6858000"/>
              <a:gd name="connsiteX310" fmla="*/ 3989559 w 7467600"/>
              <a:gd name="connsiteY310" fmla="*/ 6145945 h 6858000"/>
              <a:gd name="connsiteX311" fmla="*/ 3939824 w 7467600"/>
              <a:gd name="connsiteY311" fmla="*/ 6066900 h 6858000"/>
              <a:gd name="connsiteX312" fmla="*/ 4584537 w 7467600"/>
              <a:gd name="connsiteY312" fmla="*/ 5324826 h 6858000"/>
              <a:gd name="connsiteX313" fmla="*/ 5037105 w 7467600"/>
              <a:gd name="connsiteY313" fmla="*/ 5088765 h 6858000"/>
              <a:gd name="connsiteX314" fmla="*/ 5039930 w 7467600"/>
              <a:gd name="connsiteY314" fmla="*/ 5089585 h 6858000"/>
              <a:gd name="connsiteX315" fmla="*/ 5263764 w 7467600"/>
              <a:gd name="connsiteY315" fmla="*/ 4735525 h 6858000"/>
              <a:gd name="connsiteX316" fmla="*/ 4086300 w 7467600"/>
              <a:gd name="connsiteY316" fmla="*/ 4884599 h 6858000"/>
              <a:gd name="connsiteX317" fmla="*/ 4085485 w 7467600"/>
              <a:gd name="connsiteY317" fmla="*/ 4899070 h 6858000"/>
              <a:gd name="connsiteX318" fmla="*/ 3871915 w 7467600"/>
              <a:gd name="connsiteY318" fmla="*/ 5253645 h 6858000"/>
              <a:gd name="connsiteX319" fmla="*/ 3799374 w 7467600"/>
              <a:gd name="connsiteY319" fmla="*/ 5466127 h 6858000"/>
              <a:gd name="connsiteX320" fmla="*/ 3498850 w 7467600"/>
              <a:gd name="connsiteY320" fmla="*/ 6661888 h 6858000"/>
              <a:gd name="connsiteX321" fmla="*/ 3399216 w 7467600"/>
              <a:gd name="connsiteY321" fmla="*/ 6858000 h 6858000"/>
              <a:gd name="connsiteX322" fmla="*/ 3303688 w 7467600"/>
              <a:gd name="connsiteY322" fmla="*/ 6858000 h 6858000"/>
              <a:gd name="connsiteX323" fmla="*/ 3391774 w 7467600"/>
              <a:gd name="connsiteY323" fmla="*/ 6697181 h 6858000"/>
              <a:gd name="connsiteX324" fmla="*/ 3735540 w 7467600"/>
              <a:gd name="connsiteY324" fmla="*/ 5546923 h 6858000"/>
              <a:gd name="connsiteX325" fmla="*/ 3729438 w 7467600"/>
              <a:gd name="connsiteY325" fmla="*/ 5569058 h 6858000"/>
              <a:gd name="connsiteX326" fmla="*/ 3707782 w 7467600"/>
              <a:gd name="connsiteY326" fmla="*/ 5644908 h 6858000"/>
              <a:gd name="connsiteX327" fmla="*/ 3583827 w 7467600"/>
              <a:gd name="connsiteY327" fmla="*/ 6039215 h 6858000"/>
              <a:gd name="connsiteX328" fmla="*/ 3547861 w 7467600"/>
              <a:gd name="connsiteY328" fmla="*/ 6129609 h 6858000"/>
              <a:gd name="connsiteX329" fmla="*/ 3490905 w 7467600"/>
              <a:gd name="connsiteY329" fmla="*/ 6277660 h 6858000"/>
              <a:gd name="connsiteX330" fmla="*/ 3455859 w 7467600"/>
              <a:gd name="connsiteY330" fmla="*/ 6391301 h 6858000"/>
              <a:gd name="connsiteX331" fmla="*/ 3429112 w 7467600"/>
              <a:gd name="connsiteY331" fmla="*/ 6479469 h 6858000"/>
              <a:gd name="connsiteX332" fmla="*/ 3304862 w 7467600"/>
              <a:gd name="connsiteY332" fmla="*/ 6796476 h 6858000"/>
              <a:gd name="connsiteX333" fmla="*/ 3276071 w 7467600"/>
              <a:gd name="connsiteY333" fmla="*/ 6858000 h 6858000"/>
              <a:gd name="connsiteX334" fmla="*/ 3240805 w 7467600"/>
              <a:gd name="connsiteY334" fmla="*/ 6858000 h 6858000"/>
              <a:gd name="connsiteX335" fmla="*/ 3275917 w 7467600"/>
              <a:gd name="connsiteY335" fmla="*/ 6783192 h 6858000"/>
              <a:gd name="connsiteX336" fmla="*/ 3399358 w 7467600"/>
              <a:gd name="connsiteY336" fmla="*/ 6469011 h 6858000"/>
              <a:gd name="connsiteX337" fmla="*/ 3425650 w 7467600"/>
              <a:gd name="connsiteY337" fmla="*/ 6381333 h 6858000"/>
              <a:gd name="connsiteX338" fmla="*/ 3460661 w 7467600"/>
              <a:gd name="connsiteY338" fmla="*/ 6266763 h 6858000"/>
              <a:gd name="connsiteX339" fmla="*/ 3518021 w 7467600"/>
              <a:gd name="connsiteY339" fmla="*/ 6117298 h 6858000"/>
              <a:gd name="connsiteX340" fmla="*/ 3554035 w 7467600"/>
              <a:gd name="connsiteY340" fmla="*/ 6027832 h 6858000"/>
              <a:gd name="connsiteX341" fmla="*/ 3677174 w 7467600"/>
              <a:gd name="connsiteY341" fmla="*/ 5636351 h 6858000"/>
              <a:gd name="connsiteX342" fmla="*/ 3698819 w 7467600"/>
              <a:gd name="connsiteY342" fmla="*/ 5560503 h 6858000"/>
              <a:gd name="connsiteX343" fmla="*/ 3702094 w 7467600"/>
              <a:gd name="connsiteY343" fmla="*/ 5549194 h 6858000"/>
              <a:gd name="connsiteX344" fmla="*/ 3398355 w 7467600"/>
              <a:gd name="connsiteY344" fmla="*/ 6094603 h 6858000"/>
              <a:gd name="connsiteX345" fmla="*/ 3193941 w 7467600"/>
              <a:gd name="connsiteY345" fmla="*/ 6798775 h 6858000"/>
              <a:gd name="connsiteX346" fmla="*/ 3184140 w 7467600"/>
              <a:gd name="connsiteY346" fmla="*/ 6858000 h 6858000"/>
              <a:gd name="connsiteX347" fmla="*/ 3099978 w 7467600"/>
              <a:gd name="connsiteY347" fmla="*/ 6858000 h 6858000"/>
              <a:gd name="connsiteX348" fmla="*/ 3101556 w 7467600"/>
              <a:gd name="connsiteY348" fmla="*/ 6843337 h 6858000"/>
              <a:gd name="connsiteX349" fmla="*/ 3370162 w 7467600"/>
              <a:gd name="connsiteY349" fmla="*/ 5785550 h 6858000"/>
              <a:gd name="connsiteX350" fmla="*/ 3746477 w 7467600"/>
              <a:gd name="connsiteY350" fmla="*/ 5377889 h 6858000"/>
              <a:gd name="connsiteX351" fmla="*/ 3863399 w 7467600"/>
              <a:gd name="connsiteY351" fmla="*/ 5087257 h 6858000"/>
              <a:gd name="connsiteX352" fmla="*/ 3968712 w 7467600"/>
              <a:gd name="connsiteY352" fmla="*/ 4913989 h 6858000"/>
              <a:gd name="connsiteX353" fmla="*/ 2792390 w 7467600"/>
              <a:gd name="connsiteY353" fmla="*/ 5382974 h 6858000"/>
              <a:gd name="connsiteX354" fmla="*/ 2714982 w 7467600"/>
              <a:gd name="connsiteY354" fmla="*/ 5427051 h 6858000"/>
              <a:gd name="connsiteX355" fmla="*/ 2813361 w 7467600"/>
              <a:gd name="connsiteY355" fmla="*/ 6023912 h 6858000"/>
              <a:gd name="connsiteX356" fmla="*/ 2688430 w 7467600"/>
              <a:gd name="connsiteY356" fmla="*/ 6801564 h 6858000"/>
              <a:gd name="connsiteX357" fmla="*/ 2629626 w 7467600"/>
              <a:gd name="connsiteY357" fmla="*/ 6763394 h 6858000"/>
              <a:gd name="connsiteX358" fmla="*/ 2565328 w 7467600"/>
              <a:gd name="connsiteY358" fmla="*/ 5516399 h 6858000"/>
              <a:gd name="connsiteX359" fmla="*/ 1922999 w 7467600"/>
              <a:gd name="connsiteY359" fmla="*/ 5980343 h 6858000"/>
              <a:gd name="connsiteX360" fmla="*/ 1950261 w 7467600"/>
              <a:gd name="connsiteY360" fmla="*/ 6405858 h 6858000"/>
              <a:gd name="connsiteX361" fmla="*/ 2365554 w 7467600"/>
              <a:gd name="connsiteY361" fmla="*/ 6759107 h 6858000"/>
              <a:gd name="connsiteX362" fmla="*/ 2424142 w 7467600"/>
              <a:gd name="connsiteY362" fmla="*/ 6858000 h 6858000"/>
              <a:gd name="connsiteX363" fmla="*/ 2395994 w 7467600"/>
              <a:gd name="connsiteY363" fmla="*/ 6858000 h 6858000"/>
              <a:gd name="connsiteX364" fmla="*/ 2392863 w 7467600"/>
              <a:gd name="connsiteY364" fmla="*/ 6852964 h 6858000"/>
              <a:gd name="connsiteX365" fmla="*/ 2017589 w 7467600"/>
              <a:gd name="connsiteY365" fmla="*/ 6493982 h 6858000"/>
              <a:gd name="connsiteX366" fmla="*/ 2147336 w 7467600"/>
              <a:gd name="connsiteY366" fmla="*/ 6594052 h 6858000"/>
              <a:gd name="connsiteX367" fmla="*/ 2207047 w 7467600"/>
              <a:gd name="connsiteY367" fmla="*/ 6654540 h 6858000"/>
              <a:gd name="connsiteX368" fmla="*/ 2299106 w 7467600"/>
              <a:gd name="connsiteY368" fmla="*/ 6778931 h 6858000"/>
              <a:gd name="connsiteX369" fmla="*/ 2314430 w 7467600"/>
              <a:gd name="connsiteY369" fmla="*/ 6801144 h 6858000"/>
              <a:gd name="connsiteX370" fmla="*/ 2352406 w 7467600"/>
              <a:gd name="connsiteY370" fmla="*/ 6858000 h 6858000"/>
              <a:gd name="connsiteX371" fmla="*/ 2314492 w 7467600"/>
              <a:gd name="connsiteY371" fmla="*/ 6858000 h 6858000"/>
              <a:gd name="connsiteX372" fmla="*/ 2288095 w 7467600"/>
              <a:gd name="connsiteY372" fmla="*/ 6818030 h 6858000"/>
              <a:gd name="connsiteX373" fmla="*/ 2272768 w 7467600"/>
              <a:gd name="connsiteY373" fmla="*/ 6795822 h 6858000"/>
              <a:gd name="connsiteX374" fmla="*/ 2182715 w 7467600"/>
              <a:gd name="connsiteY374" fmla="*/ 6675071 h 6858000"/>
              <a:gd name="connsiteX375" fmla="*/ 2032061 w 7467600"/>
              <a:gd name="connsiteY375" fmla="*/ 6541380 h 6858000"/>
              <a:gd name="connsiteX376" fmla="*/ 2257220 w 7467600"/>
              <a:gd name="connsiteY376" fmla="*/ 6826257 h 6858000"/>
              <a:gd name="connsiteX377" fmla="*/ 2281324 w 7467600"/>
              <a:gd name="connsiteY377" fmla="*/ 6858000 h 6858000"/>
              <a:gd name="connsiteX378" fmla="*/ 2242860 w 7467600"/>
              <a:gd name="connsiteY378" fmla="*/ 6858000 h 6858000"/>
              <a:gd name="connsiteX379" fmla="*/ 2232818 w 7467600"/>
              <a:gd name="connsiteY379" fmla="*/ 6844926 h 6858000"/>
              <a:gd name="connsiteX380" fmla="*/ 1990172 w 7467600"/>
              <a:gd name="connsiteY380" fmla="*/ 6542121 h 6858000"/>
              <a:gd name="connsiteX381" fmla="*/ 2124090 w 7467600"/>
              <a:gd name="connsiteY381" fmla="*/ 6761017 h 6858000"/>
              <a:gd name="connsiteX382" fmla="*/ 2200380 w 7467600"/>
              <a:gd name="connsiteY382" fmla="*/ 6858000 h 6858000"/>
              <a:gd name="connsiteX383" fmla="*/ 2147507 w 7467600"/>
              <a:gd name="connsiteY383" fmla="*/ 6858000 h 6858000"/>
              <a:gd name="connsiteX384" fmla="*/ 2070668 w 7467600"/>
              <a:gd name="connsiteY384" fmla="*/ 6761520 h 6858000"/>
              <a:gd name="connsiteX385" fmla="*/ 1975142 w 7467600"/>
              <a:gd name="connsiteY385" fmla="*/ 6585570 h 6858000"/>
              <a:gd name="connsiteX386" fmla="*/ 2050035 w 7467600"/>
              <a:gd name="connsiteY386" fmla="*/ 6813345 h 6858000"/>
              <a:gd name="connsiteX387" fmla="*/ 2063025 w 7467600"/>
              <a:gd name="connsiteY387" fmla="*/ 6858000 h 6858000"/>
              <a:gd name="connsiteX388" fmla="*/ 2021675 w 7467600"/>
              <a:gd name="connsiteY388" fmla="*/ 6858000 h 6858000"/>
              <a:gd name="connsiteX389" fmla="*/ 2019308 w 7467600"/>
              <a:gd name="connsiteY389" fmla="*/ 6847118 h 6858000"/>
              <a:gd name="connsiteX390" fmla="*/ 1938835 w 7467600"/>
              <a:gd name="connsiteY390" fmla="*/ 6551160 h 6858000"/>
              <a:gd name="connsiteX391" fmla="*/ 1953230 w 7467600"/>
              <a:gd name="connsiteY391" fmla="*/ 6759699 h 6858000"/>
              <a:gd name="connsiteX392" fmla="*/ 1956763 w 7467600"/>
              <a:gd name="connsiteY392" fmla="*/ 6778191 h 6858000"/>
              <a:gd name="connsiteX393" fmla="*/ 1967925 w 7467600"/>
              <a:gd name="connsiteY393" fmla="*/ 6858000 h 6858000"/>
              <a:gd name="connsiteX394" fmla="*/ 1936622 w 7467600"/>
              <a:gd name="connsiteY394" fmla="*/ 6858000 h 6858000"/>
              <a:gd name="connsiteX395" fmla="*/ 1926261 w 7467600"/>
              <a:gd name="connsiteY395" fmla="*/ 6784064 h 6858000"/>
              <a:gd name="connsiteX396" fmla="*/ 1922724 w 7467600"/>
              <a:gd name="connsiteY396" fmla="*/ 6765577 h 6858000"/>
              <a:gd name="connsiteX397" fmla="*/ 1904650 w 7467600"/>
              <a:gd name="connsiteY397" fmla="*/ 6639616 h 6858000"/>
              <a:gd name="connsiteX398" fmla="*/ 1885273 w 7467600"/>
              <a:gd name="connsiteY398" fmla="*/ 6858000 h 6858000"/>
              <a:gd name="connsiteX399" fmla="*/ 1854363 w 7467600"/>
              <a:gd name="connsiteY399" fmla="*/ 6858000 h 6858000"/>
              <a:gd name="connsiteX400" fmla="*/ 1880391 w 7467600"/>
              <a:gd name="connsiteY400" fmla="*/ 6603796 h 6858000"/>
              <a:gd name="connsiteX401" fmla="*/ 1818273 w 7467600"/>
              <a:gd name="connsiteY401" fmla="*/ 6715729 h 6858000"/>
              <a:gd name="connsiteX402" fmla="*/ 1794691 w 7467600"/>
              <a:gd name="connsiteY402" fmla="*/ 6843239 h 6858000"/>
              <a:gd name="connsiteX403" fmla="*/ 1794914 w 7467600"/>
              <a:gd name="connsiteY403" fmla="*/ 6858000 h 6858000"/>
              <a:gd name="connsiteX404" fmla="*/ 1746128 w 7467600"/>
              <a:gd name="connsiteY404" fmla="*/ 6858000 h 6858000"/>
              <a:gd name="connsiteX405" fmla="*/ 1753934 w 7467600"/>
              <a:gd name="connsiteY405" fmla="*/ 6724796 h 6858000"/>
              <a:gd name="connsiteX406" fmla="*/ 1792053 w 7467600"/>
              <a:gd name="connsiteY406" fmla="*/ 6572396 h 6858000"/>
              <a:gd name="connsiteX407" fmla="*/ 1862248 w 7467600"/>
              <a:gd name="connsiteY407" fmla="*/ 6266397 h 6858000"/>
              <a:gd name="connsiteX408" fmla="*/ 1862250 w 7467600"/>
              <a:gd name="connsiteY408" fmla="*/ 6033531 h 6858000"/>
              <a:gd name="connsiteX409" fmla="*/ 1211999 w 7467600"/>
              <a:gd name="connsiteY409" fmla="*/ 6683610 h 6858000"/>
              <a:gd name="connsiteX410" fmla="*/ 1213266 w 7467600"/>
              <a:gd name="connsiteY410" fmla="*/ 6691947 h 6858000"/>
              <a:gd name="connsiteX411" fmla="*/ 1203370 w 7467600"/>
              <a:gd name="connsiteY411" fmla="*/ 6850676 h 6858000"/>
              <a:gd name="connsiteX412" fmla="*/ 1203671 w 7467600"/>
              <a:gd name="connsiteY412" fmla="*/ 6858000 h 6858000"/>
              <a:gd name="connsiteX413" fmla="*/ 1143180 w 7467600"/>
              <a:gd name="connsiteY413" fmla="*/ 6858000 h 6858000"/>
              <a:gd name="connsiteX414" fmla="*/ 1142176 w 7467600"/>
              <a:gd name="connsiteY414" fmla="*/ 6766045 h 6858000"/>
              <a:gd name="connsiteX415" fmla="*/ 1067484 w 7467600"/>
              <a:gd name="connsiteY415" fmla="*/ 6858000 h 6858000"/>
              <a:gd name="connsiteX416" fmla="*/ 953928 w 7467600"/>
              <a:gd name="connsiteY416" fmla="*/ 6858000 h 6858000"/>
              <a:gd name="connsiteX417" fmla="*/ 959715 w 7467600"/>
              <a:gd name="connsiteY417" fmla="*/ 6850185 h 6858000"/>
              <a:gd name="connsiteX418" fmla="*/ 1483788 w 7467600"/>
              <a:gd name="connsiteY418" fmla="*/ 6259174 h 6858000"/>
              <a:gd name="connsiteX419" fmla="*/ 1100671 w 7467600"/>
              <a:gd name="connsiteY419" fmla="*/ 6252137 h 6858000"/>
              <a:gd name="connsiteX420" fmla="*/ 1090144 w 7467600"/>
              <a:gd name="connsiteY420" fmla="*/ 6256748 h 6858000"/>
              <a:gd name="connsiteX421" fmla="*/ 1095872 w 7467600"/>
              <a:gd name="connsiteY421" fmla="*/ 6271892 h 6858000"/>
              <a:gd name="connsiteX422" fmla="*/ 262785 w 7467600"/>
              <a:gd name="connsiteY422" fmla="*/ 6845450 h 6858000"/>
              <a:gd name="connsiteX423" fmla="*/ 209968 w 7467600"/>
              <a:gd name="connsiteY423" fmla="*/ 6770713 h 6858000"/>
              <a:gd name="connsiteX424" fmla="*/ 873460 w 7467600"/>
              <a:gd name="connsiteY424" fmla="*/ 6253768 h 6858000"/>
              <a:gd name="connsiteX425" fmla="*/ 192686 w 7467600"/>
              <a:gd name="connsiteY425" fmla="*/ 5849257 h 6858000"/>
              <a:gd name="connsiteX426" fmla="*/ 4696 w 7467600"/>
              <a:gd name="connsiteY426" fmla="*/ 5697668 h 6858000"/>
              <a:gd name="connsiteX427" fmla="*/ 0 w 7467600"/>
              <a:gd name="connsiteY427" fmla="*/ 5689984 h 6858000"/>
              <a:gd name="connsiteX428" fmla="*/ 0 w 7467600"/>
              <a:gd name="connsiteY428" fmla="*/ 5513472 h 6858000"/>
              <a:gd name="connsiteX429" fmla="*/ 174101 w 7467600"/>
              <a:gd name="connsiteY429" fmla="*/ 5620277 h 6858000"/>
              <a:gd name="connsiteX430" fmla="*/ 891800 w 7467600"/>
              <a:gd name="connsiteY430" fmla="*/ 6036935 h 6858000"/>
              <a:gd name="connsiteX431" fmla="*/ 1072219 w 7467600"/>
              <a:gd name="connsiteY431" fmla="*/ 6169443 h 6858000"/>
              <a:gd name="connsiteX432" fmla="*/ 1074117 w 7467600"/>
              <a:gd name="connsiteY432" fmla="*/ 6170301 h 6858000"/>
              <a:gd name="connsiteX433" fmla="*/ 1083114 w 7467600"/>
              <a:gd name="connsiteY433" fmla="*/ 6174131 h 6858000"/>
              <a:gd name="connsiteX434" fmla="*/ 1543010 w 7467600"/>
              <a:gd name="connsiteY434" fmla="*/ 6191140 h 6858000"/>
              <a:gd name="connsiteX435" fmla="*/ 1551080 w 7467600"/>
              <a:gd name="connsiteY435" fmla="*/ 6195006 h 6858000"/>
              <a:gd name="connsiteX436" fmla="*/ 2345443 w 7467600"/>
              <a:gd name="connsiteY436" fmla="*/ 5549882 h 6858000"/>
              <a:gd name="connsiteX437" fmla="*/ 1721499 w 7467600"/>
              <a:gd name="connsiteY437" fmla="*/ 5599969 h 6858000"/>
              <a:gd name="connsiteX438" fmla="*/ 767716 w 7467600"/>
              <a:gd name="connsiteY438" fmla="*/ 5472768 h 6858000"/>
              <a:gd name="connsiteX439" fmla="*/ 722147 w 7467600"/>
              <a:gd name="connsiteY439" fmla="*/ 5393091 h 6858000"/>
              <a:gd name="connsiteX440" fmla="*/ 1485552 w 7467600"/>
              <a:gd name="connsiteY440" fmla="*/ 5313202 h 6858000"/>
              <a:gd name="connsiteX441" fmla="*/ 2143004 w 7467600"/>
              <a:gd name="connsiteY441" fmla="*/ 5402420 h 6858000"/>
              <a:gd name="connsiteX442" fmla="*/ 1933391 w 7467600"/>
              <a:gd name="connsiteY442" fmla="*/ 5156971 h 6858000"/>
              <a:gd name="connsiteX443" fmla="*/ 1827118 w 7467600"/>
              <a:gd name="connsiteY443" fmla="*/ 4968410 h 6858000"/>
              <a:gd name="connsiteX444" fmla="*/ 1837349 w 7467600"/>
              <a:gd name="connsiteY444" fmla="*/ 4956357 h 6858000"/>
              <a:gd name="connsiteX445" fmla="*/ 2162835 w 7467600"/>
              <a:gd name="connsiteY445" fmla="*/ 5187853 h 6858000"/>
              <a:gd name="connsiteX446" fmla="*/ 2257167 w 7467600"/>
              <a:gd name="connsiteY446" fmla="*/ 5462123 h 6858000"/>
              <a:gd name="connsiteX447" fmla="*/ 2261598 w 7467600"/>
              <a:gd name="connsiteY447" fmla="*/ 5467998 h 6858000"/>
              <a:gd name="connsiteX448" fmla="*/ 2437177 w 7467600"/>
              <a:gd name="connsiteY448" fmla="*/ 5479608 h 6858000"/>
              <a:gd name="connsiteX449" fmla="*/ 2445247 w 7467600"/>
              <a:gd name="connsiteY449" fmla="*/ 5483476 h 6858000"/>
              <a:gd name="connsiteX450" fmla="*/ 2743626 w 7467600"/>
              <a:gd name="connsiteY450" fmla="*/ 5304819 h 6858000"/>
              <a:gd name="connsiteX451" fmla="*/ 3048102 w 7467600"/>
              <a:gd name="connsiteY451" fmla="*/ 5150595 h 6858000"/>
              <a:gd name="connsiteX452" fmla="*/ 1799414 w 7467600"/>
              <a:gd name="connsiteY452" fmla="*/ 4694732 h 6858000"/>
              <a:gd name="connsiteX453" fmla="*/ 1771735 w 7467600"/>
              <a:gd name="connsiteY453" fmla="*/ 4619929 h 6858000"/>
              <a:gd name="connsiteX454" fmla="*/ 3104273 w 7467600"/>
              <a:gd name="connsiteY454" fmla="*/ 5076159 h 6858000"/>
              <a:gd name="connsiteX455" fmla="*/ 3113245 w 7467600"/>
              <a:gd name="connsiteY455" fmla="*/ 5090705 h 6858000"/>
              <a:gd name="connsiteX456" fmla="*/ 3126294 w 7467600"/>
              <a:gd name="connsiteY456" fmla="*/ 5114400 h 6858000"/>
              <a:gd name="connsiteX457" fmla="*/ 3937433 w 7467600"/>
              <a:gd name="connsiteY457" fmla="*/ 4830473 h 6858000"/>
              <a:gd name="connsiteX458" fmla="*/ 3590475 w 7467600"/>
              <a:gd name="connsiteY458" fmla="*/ 4597974 h 6858000"/>
              <a:gd name="connsiteX459" fmla="*/ 3100264 w 7467600"/>
              <a:gd name="connsiteY459" fmla="*/ 4579845 h 6858000"/>
              <a:gd name="connsiteX460" fmla="*/ 2183576 w 7467600"/>
              <a:gd name="connsiteY460" fmla="*/ 4227150 h 6858000"/>
              <a:gd name="connsiteX461" fmla="*/ 2151029 w 7467600"/>
              <a:gd name="connsiteY461" fmla="*/ 4146947 h 6858000"/>
              <a:gd name="connsiteX462" fmla="*/ 3563434 w 7467600"/>
              <a:gd name="connsiteY462" fmla="*/ 4469115 h 6858000"/>
              <a:gd name="connsiteX463" fmla="*/ 3177952 w 7467600"/>
              <a:gd name="connsiteY463" fmla="*/ 3657386 h 6858000"/>
              <a:gd name="connsiteX464" fmla="*/ 3189263 w 7467600"/>
              <a:gd name="connsiteY464" fmla="*/ 3625726 h 6858000"/>
              <a:gd name="connsiteX465" fmla="*/ 3560912 w 7467600"/>
              <a:gd name="connsiteY465" fmla="*/ 4079863 h 6858000"/>
              <a:gd name="connsiteX466" fmla="*/ 3626636 w 7467600"/>
              <a:gd name="connsiteY466" fmla="*/ 4512230 h 6858000"/>
              <a:gd name="connsiteX467" fmla="*/ 3653088 w 7467600"/>
              <a:gd name="connsiteY467" fmla="*/ 4521417 h 6858000"/>
              <a:gd name="connsiteX468" fmla="*/ 3988128 w 7467600"/>
              <a:gd name="connsiteY468" fmla="*/ 4817267 h 6858000"/>
              <a:gd name="connsiteX469" fmla="*/ 4830582 w 7467600"/>
              <a:gd name="connsiteY469" fmla="*/ 4676000 h 6858000"/>
              <a:gd name="connsiteX470" fmla="*/ 4830100 w 7467600"/>
              <a:gd name="connsiteY470" fmla="*/ 4675554 h 6858000"/>
              <a:gd name="connsiteX471" fmla="*/ 4036318 w 7467600"/>
              <a:gd name="connsiteY471" fmla="*/ 4147013 h 6858000"/>
              <a:gd name="connsiteX472" fmla="*/ 3432098 w 7467600"/>
              <a:gd name="connsiteY472" fmla="*/ 3537312 h 6858000"/>
              <a:gd name="connsiteX473" fmla="*/ 3446761 w 7467600"/>
              <a:gd name="connsiteY473" fmla="*/ 3461278 h 6858000"/>
              <a:gd name="connsiteX474" fmla="*/ 4419733 w 7467600"/>
              <a:gd name="connsiteY474" fmla="*/ 3963555 h 6858000"/>
              <a:gd name="connsiteX475" fmla="*/ 4781371 w 7467600"/>
              <a:gd name="connsiteY475" fmla="*/ 4458604 h 6858000"/>
              <a:gd name="connsiteX476" fmla="*/ 4780440 w 7467600"/>
              <a:gd name="connsiteY476" fmla="*/ 4470290 h 6858000"/>
              <a:gd name="connsiteX477" fmla="*/ 4898954 w 7467600"/>
              <a:gd name="connsiteY477" fmla="*/ 4662092 h 6858000"/>
              <a:gd name="connsiteX478" fmla="*/ 4900699 w 7467600"/>
              <a:gd name="connsiteY478" fmla="*/ 4670867 h 6858000"/>
              <a:gd name="connsiteX479" fmla="*/ 5714511 w 7467600"/>
              <a:gd name="connsiteY479" fmla="*/ 4663483 h 6858000"/>
              <a:gd name="connsiteX480" fmla="*/ 5464793 w 7467600"/>
              <a:gd name="connsiteY480" fmla="*/ 4393556 h 6858000"/>
              <a:gd name="connsiteX481" fmla="*/ 5461897 w 7467600"/>
              <a:gd name="connsiteY481" fmla="*/ 4390879 h 6858000"/>
              <a:gd name="connsiteX482" fmla="*/ 4294126 w 7467600"/>
              <a:gd name="connsiteY482" fmla="*/ 3303048 h 6858000"/>
              <a:gd name="connsiteX483" fmla="*/ 4305321 w 7467600"/>
              <a:gd name="connsiteY483" fmla="*/ 3256953 h 6858000"/>
              <a:gd name="connsiteX484" fmla="*/ 4949299 w 7467600"/>
              <a:gd name="connsiteY484" fmla="*/ 3766336 h 6858000"/>
              <a:gd name="connsiteX485" fmla="*/ 5291452 w 7467600"/>
              <a:gd name="connsiteY485" fmla="*/ 4076801 h 6858000"/>
              <a:gd name="connsiteX486" fmla="*/ 5434998 w 7467600"/>
              <a:gd name="connsiteY486" fmla="*/ 4254100 h 6858000"/>
              <a:gd name="connsiteX487" fmla="*/ 5351015 w 7467600"/>
              <a:gd name="connsiteY487" fmla="*/ 3760989 h 6858000"/>
              <a:gd name="connsiteX488" fmla="*/ 5413780 w 7467600"/>
              <a:gd name="connsiteY488" fmla="*/ 2966265 h 6858000"/>
              <a:gd name="connsiteX489" fmla="*/ 5425627 w 7467600"/>
              <a:gd name="connsiteY489" fmla="*/ 2954192 h 6858000"/>
              <a:gd name="connsiteX490" fmla="*/ 6604735 w 7467600"/>
              <a:gd name="connsiteY490" fmla="*/ 2041381 h 6858000"/>
              <a:gd name="connsiteX491" fmla="*/ 7204487 w 7467600"/>
              <a:gd name="connsiteY491" fmla="*/ 2742112 h 6858000"/>
              <a:gd name="connsiteX492" fmla="*/ 7131592 w 7467600"/>
              <a:gd name="connsiteY492" fmla="*/ 2672096 h 6858000"/>
              <a:gd name="connsiteX493" fmla="*/ 6996344 w 7467600"/>
              <a:gd name="connsiteY493" fmla="*/ 2518310 h 6858000"/>
              <a:gd name="connsiteX494" fmla="*/ 6735495 w 7467600"/>
              <a:gd name="connsiteY494" fmla="*/ 2196890 h 6858000"/>
              <a:gd name="connsiteX495" fmla="*/ 6721901 w 7467600"/>
              <a:gd name="connsiteY495" fmla="*/ 2179274 h 6858000"/>
              <a:gd name="connsiteX496" fmla="*/ 6604735 w 7467600"/>
              <a:gd name="connsiteY496" fmla="*/ 2041381 h 6858000"/>
              <a:gd name="connsiteX497" fmla="*/ 6591670 w 7467600"/>
              <a:gd name="connsiteY497" fmla="*/ 1988277 h 6858000"/>
              <a:gd name="connsiteX498" fmla="*/ 6747349 w 7467600"/>
              <a:gd name="connsiteY498" fmla="*/ 2160069 h 6858000"/>
              <a:gd name="connsiteX499" fmla="*/ 6760943 w 7467600"/>
              <a:gd name="connsiteY499" fmla="*/ 2177686 h 6858000"/>
              <a:gd name="connsiteX500" fmla="*/ 7021065 w 7467600"/>
              <a:gd name="connsiteY500" fmla="*/ 2498102 h 6858000"/>
              <a:gd name="connsiteX501" fmla="*/ 7155223 w 7467600"/>
              <a:gd name="connsiteY501" fmla="*/ 2650386 h 6858000"/>
              <a:gd name="connsiteX502" fmla="*/ 7203167 w 7467600"/>
              <a:gd name="connsiteY502" fmla="*/ 2697288 h 6858000"/>
              <a:gd name="connsiteX503" fmla="*/ 6937703 w 7467600"/>
              <a:gd name="connsiteY503" fmla="*/ 2321981 h 6858000"/>
              <a:gd name="connsiteX504" fmla="*/ 6591670 w 7467600"/>
              <a:gd name="connsiteY504" fmla="*/ 1988277 h 6858000"/>
              <a:gd name="connsiteX505" fmla="*/ 5798671 w 7467600"/>
              <a:gd name="connsiteY505" fmla="*/ 1981601 h 6858000"/>
              <a:gd name="connsiteX506" fmla="*/ 5754709 w 7467600"/>
              <a:gd name="connsiteY506" fmla="*/ 2071454 h 6858000"/>
              <a:gd name="connsiteX507" fmla="*/ 5763044 w 7467600"/>
              <a:gd name="connsiteY507" fmla="*/ 2842206 h 6858000"/>
              <a:gd name="connsiteX508" fmla="*/ 5764974 w 7467600"/>
              <a:gd name="connsiteY508" fmla="*/ 2799609 h 6858000"/>
              <a:gd name="connsiteX509" fmla="*/ 5767665 w 7467600"/>
              <a:gd name="connsiteY509" fmla="*/ 2666409 h 6858000"/>
              <a:gd name="connsiteX510" fmla="*/ 5763055 w 7467600"/>
              <a:gd name="connsiteY510" fmla="*/ 2579705 h 6858000"/>
              <a:gd name="connsiteX511" fmla="*/ 5758079 w 7467600"/>
              <a:gd name="connsiteY511" fmla="*/ 2492508 h 6858000"/>
              <a:gd name="connsiteX512" fmla="*/ 5779325 w 7467600"/>
              <a:gd name="connsiteY512" fmla="*/ 2197069 h 6858000"/>
              <a:gd name="connsiteX513" fmla="*/ 5798671 w 7467600"/>
              <a:gd name="connsiteY513" fmla="*/ 1981601 h 6858000"/>
              <a:gd name="connsiteX514" fmla="*/ 5829202 w 7467600"/>
              <a:gd name="connsiteY514" fmla="*/ 1971679 h 6858000"/>
              <a:gd name="connsiteX515" fmla="*/ 5809558 w 7467600"/>
              <a:gd name="connsiteY515" fmla="*/ 2198043 h 6858000"/>
              <a:gd name="connsiteX516" fmla="*/ 5788653 w 7467600"/>
              <a:gd name="connsiteY516" fmla="*/ 2489430 h 6858000"/>
              <a:gd name="connsiteX517" fmla="*/ 5793439 w 7467600"/>
              <a:gd name="connsiteY517" fmla="*/ 2575235 h 6858000"/>
              <a:gd name="connsiteX518" fmla="*/ 5796837 w 7467600"/>
              <a:gd name="connsiteY518" fmla="*/ 2637633 h 6858000"/>
              <a:gd name="connsiteX519" fmla="*/ 5818614 w 7467600"/>
              <a:gd name="connsiteY519" fmla="*/ 2473055 h 6858000"/>
              <a:gd name="connsiteX520" fmla="*/ 5829202 w 7467600"/>
              <a:gd name="connsiteY520" fmla="*/ 1971679 h 6858000"/>
              <a:gd name="connsiteX521" fmla="*/ 5911389 w 7467600"/>
              <a:gd name="connsiteY521" fmla="*/ 1898371 h 6858000"/>
              <a:gd name="connsiteX522" fmla="*/ 6237627 w 7467600"/>
              <a:gd name="connsiteY522" fmla="*/ 2231921 h 6858000"/>
              <a:gd name="connsiteX523" fmla="*/ 5911389 w 7467600"/>
              <a:gd name="connsiteY523" fmla="*/ 1898371 h 6858000"/>
              <a:gd name="connsiteX524" fmla="*/ 6944437 w 7467600"/>
              <a:gd name="connsiteY524" fmla="*/ 1575402 h 6858000"/>
              <a:gd name="connsiteX525" fmla="*/ 6304730 w 7467600"/>
              <a:gd name="connsiteY525" fmla="*/ 1766654 h 6858000"/>
              <a:gd name="connsiteX526" fmla="*/ 6944437 w 7467600"/>
              <a:gd name="connsiteY526" fmla="*/ 1575402 h 6858000"/>
              <a:gd name="connsiteX527" fmla="*/ 7019523 w 7467600"/>
              <a:gd name="connsiteY527" fmla="*/ 1519450 h 6858000"/>
              <a:gd name="connsiteX528" fmla="*/ 6298091 w 7467600"/>
              <a:gd name="connsiteY528" fmla="*/ 1737122 h 6858000"/>
              <a:gd name="connsiteX529" fmla="*/ 7019523 w 7467600"/>
              <a:gd name="connsiteY529" fmla="*/ 1519450 h 6858000"/>
              <a:gd name="connsiteX530" fmla="*/ 2399523 w 7467600"/>
              <a:gd name="connsiteY530" fmla="*/ 1428234 h 6858000"/>
              <a:gd name="connsiteX531" fmla="*/ 2224982 w 7467600"/>
              <a:gd name="connsiteY531" fmla="*/ 1826201 h 6858000"/>
              <a:gd name="connsiteX532" fmla="*/ 2096099 w 7467600"/>
              <a:gd name="connsiteY532" fmla="*/ 2345900 h 6858000"/>
              <a:gd name="connsiteX533" fmla="*/ 2283317 w 7467600"/>
              <a:gd name="connsiteY533" fmla="*/ 1796925 h 6858000"/>
              <a:gd name="connsiteX534" fmla="*/ 2399523 w 7467600"/>
              <a:gd name="connsiteY534" fmla="*/ 1428234 h 6858000"/>
              <a:gd name="connsiteX535" fmla="*/ 2448558 w 7467600"/>
              <a:gd name="connsiteY535" fmla="*/ 1373435 h 6858000"/>
              <a:gd name="connsiteX536" fmla="*/ 2312521 w 7467600"/>
              <a:gd name="connsiteY536" fmla="*/ 1806140 h 6858000"/>
              <a:gd name="connsiteX537" fmla="*/ 2127533 w 7467600"/>
              <a:gd name="connsiteY537" fmla="*/ 2348380 h 6858000"/>
              <a:gd name="connsiteX538" fmla="*/ 2358080 w 7467600"/>
              <a:gd name="connsiteY538" fmla="*/ 1866134 h 6858000"/>
              <a:gd name="connsiteX539" fmla="*/ 2407436 w 7467600"/>
              <a:gd name="connsiteY539" fmla="*/ 1651070 h 6858000"/>
              <a:gd name="connsiteX540" fmla="*/ 2448558 w 7467600"/>
              <a:gd name="connsiteY540" fmla="*/ 1373435 h 6858000"/>
              <a:gd name="connsiteX541" fmla="*/ 278707 w 7467600"/>
              <a:gd name="connsiteY541" fmla="*/ 1352270 h 6858000"/>
              <a:gd name="connsiteX542" fmla="*/ 321570 w 7467600"/>
              <a:gd name="connsiteY542" fmla="*/ 1861610 h 6858000"/>
              <a:gd name="connsiteX543" fmla="*/ 294281 w 7467600"/>
              <a:gd name="connsiteY543" fmla="*/ 1440658 h 6858000"/>
              <a:gd name="connsiteX544" fmla="*/ 278707 w 7467600"/>
              <a:gd name="connsiteY544" fmla="*/ 1352270 h 6858000"/>
              <a:gd name="connsiteX545" fmla="*/ 1423821 w 7467600"/>
              <a:gd name="connsiteY545" fmla="*/ 1351958 h 6858000"/>
              <a:gd name="connsiteX546" fmla="*/ 1638521 w 7467600"/>
              <a:gd name="connsiteY546" fmla="*/ 1908470 h 6858000"/>
              <a:gd name="connsiteX547" fmla="*/ 1754199 w 7467600"/>
              <a:gd name="connsiteY547" fmla="*/ 2149284 h 6858000"/>
              <a:gd name="connsiteX548" fmla="*/ 1908359 w 7467600"/>
              <a:gd name="connsiteY548" fmla="*/ 2364988 h 6858000"/>
              <a:gd name="connsiteX549" fmla="*/ 1647661 w 7467600"/>
              <a:gd name="connsiteY549" fmla="*/ 1825945 h 6858000"/>
              <a:gd name="connsiteX550" fmla="*/ 1423821 w 7467600"/>
              <a:gd name="connsiteY550" fmla="*/ 1351958 h 6858000"/>
              <a:gd name="connsiteX551" fmla="*/ 1431890 w 7467600"/>
              <a:gd name="connsiteY551" fmla="*/ 1306475 h 6858000"/>
              <a:gd name="connsiteX552" fmla="*/ 1507597 w 7467600"/>
              <a:gd name="connsiteY552" fmla="*/ 1446132 h 6858000"/>
              <a:gd name="connsiteX553" fmla="*/ 1674586 w 7467600"/>
              <a:gd name="connsiteY553" fmla="*/ 1813832 h 6858000"/>
              <a:gd name="connsiteX554" fmla="*/ 1815950 w 7467600"/>
              <a:gd name="connsiteY554" fmla="*/ 2128564 h 6858000"/>
              <a:gd name="connsiteX555" fmla="*/ 1984242 w 7467600"/>
              <a:gd name="connsiteY555" fmla="*/ 2430829 h 6858000"/>
              <a:gd name="connsiteX556" fmla="*/ 2014023 w 7467600"/>
              <a:gd name="connsiteY556" fmla="*/ 2450995 h 6858000"/>
              <a:gd name="connsiteX557" fmla="*/ 1747337 w 7467600"/>
              <a:gd name="connsiteY557" fmla="*/ 1855264 h 6858000"/>
              <a:gd name="connsiteX558" fmla="*/ 1533749 w 7467600"/>
              <a:gd name="connsiteY558" fmla="*/ 1478656 h 6858000"/>
              <a:gd name="connsiteX559" fmla="*/ 1431890 w 7467600"/>
              <a:gd name="connsiteY559" fmla="*/ 1306475 h 6858000"/>
              <a:gd name="connsiteX560" fmla="*/ 5052692 w 7467600"/>
              <a:gd name="connsiteY560" fmla="*/ 1292994 h 6858000"/>
              <a:gd name="connsiteX561" fmla="*/ 5200661 w 7467600"/>
              <a:gd name="connsiteY561" fmla="*/ 1635186 h 6858000"/>
              <a:gd name="connsiteX562" fmla="*/ 5297138 w 7467600"/>
              <a:gd name="connsiteY562" fmla="*/ 1906351 h 6858000"/>
              <a:gd name="connsiteX563" fmla="*/ 5052692 w 7467600"/>
              <a:gd name="connsiteY563" fmla="*/ 1292994 h 6858000"/>
              <a:gd name="connsiteX564" fmla="*/ 5009948 w 7467600"/>
              <a:gd name="connsiteY564" fmla="*/ 1273619 h 6858000"/>
              <a:gd name="connsiteX565" fmla="*/ 5121777 w 7467600"/>
              <a:gd name="connsiteY565" fmla="*/ 1654213 h 6858000"/>
              <a:gd name="connsiteX566" fmla="*/ 5293545 w 7467600"/>
              <a:gd name="connsiteY566" fmla="*/ 2072247 h 6858000"/>
              <a:gd name="connsiteX567" fmla="*/ 5294042 w 7467600"/>
              <a:gd name="connsiteY567" fmla="*/ 2065019 h 6858000"/>
              <a:gd name="connsiteX568" fmla="*/ 5171936 w 7467600"/>
              <a:gd name="connsiteY568" fmla="*/ 1647613 h 6858000"/>
              <a:gd name="connsiteX569" fmla="*/ 5009948 w 7467600"/>
              <a:gd name="connsiteY569" fmla="*/ 1273619 h 6858000"/>
              <a:gd name="connsiteX570" fmla="*/ 655236 w 7467600"/>
              <a:gd name="connsiteY570" fmla="*/ 1268632 h 6858000"/>
              <a:gd name="connsiteX571" fmla="*/ 839521 w 7467600"/>
              <a:gd name="connsiteY571" fmla="*/ 1685315 h 6858000"/>
              <a:gd name="connsiteX572" fmla="*/ 1109416 w 7467600"/>
              <a:gd name="connsiteY572" fmla="*/ 2061663 h 6858000"/>
              <a:gd name="connsiteX573" fmla="*/ 1298300 w 7467600"/>
              <a:gd name="connsiteY573" fmla="*/ 2247742 h 6858000"/>
              <a:gd name="connsiteX574" fmla="*/ 1125871 w 7467600"/>
              <a:gd name="connsiteY574" fmla="*/ 1989513 h 6858000"/>
              <a:gd name="connsiteX575" fmla="*/ 981574 w 7467600"/>
              <a:gd name="connsiteY575" fmla="*/ 1783157 h 6858000"/>
              <a:gd name="connsiteX576" fmla="*/ 922198 w 7467600"/>
              <a:gd name="connsiteY576" fmla="*/ 1677437 h 6858000"/>
              <a:gd name="connsiteX577" fmla="*/ 869293 w 7467600"/>
              <a:gd name="connsiteY577" fmla="*/ 1583214 h 6858000"/>
              <a:gd name="connsiteX578" fmla="*/ 751431 w 7467600"/>
              <a:gd name="connsiteY578" fmla="*/ 1405731 h 6858000"/>
              <a:gd name="connsiteX579" fmla="*/ 655236 w 7467600"/>
              <a:gd name="connsiteY579" fmla="*/ 1268632 h 6858000"/>
              <a:gd name="connsiteX580" fmla="*/ 6516292 w 7467600"/>
              <a:gd name="connsiteY580" fmla="*/ 1263064 h 6858000"/>
              <a:gd name="connsiteX581" fmla="*/ 5736320 w 7467600"/>
              <a:gd name="connsiteY581" fmla="*/ 1501803 h 6858000"/>
              <a:gd name="connsiteX582" fmla="*/ 6516292 w 7467600"/>
              <a:gd name="connsiteY582" fmla="*/ 1263064 h 6858000"/>
              <a:gd name="connsiteX583" fmla="*/ 291466 w 7467600"/>
              <a:gd name="connsiteY583" fmla="*/ 1250369 h 6858000"/>
              <a:gd name="connsiteX584" fmla="*/ 323180 w 7467600"/>
              <a:gd name="connsiteY584" fmla="*/ 1435283 h 6858000"/>
              <a:gd name="connsiteX585" fmla="*/ 349381 w 7467600"/>
              <a:gd name="connsiteY585" fmla="*/ 1875041 h 6858000"/>
              <a:gd name="connsiteX586" fmla="*/ 374363 w 7467600"/>
              <a:gd name="connsiteY586" fmla="*/ 1506494 h 6858000"/>
              <a:gd name="connsiteX587" fmla="*/ 302168 w 7467600"/>
              <a:gd name="connsiteY587" fmla="*/ 1274495 h 6858000"/>
              <a:gd name="connsiteX588" fmla="*/ 291466 w 7467600"/>
              <a:gd name="connsiteY588" fmla="*/ 1250369 h 6858000"/>
              <a:gd name="connsiteX589" fmla="*/ 678222 w 7467600"/>
              <a:gd name="connsiteY589" fmla="*/ 1248670 h 6858000"/>
              <a:gd name="connsiteX590" fmla="*/ 775536 w 7467600"/>
              <a:gd name="connsiteY590" fmla="*/ 1388015 h 6858000"/>
              <a:gd name="connsiteX591" fmla="*/ 894529 w 7467600"/>
              <a:gd name="connsiteY591" fmla="*/ 1567739 h 6858000"/>
              <a:gd name="connsiteX592" fmla="*/ 948000 w 7467600"/>
              <a:gd name="connsiteY592" fmla="*/ 1663088 h 6858000"/>
              <a:gd name="connsiteX593" fmla="*/ 1006812 w 7467600"/>
              <a:gd name="connsiteY593" fmla="*/ 1767683 h 6858000"/>
              <a:gd name="connsiteX594" fmla="*/ 1149133 w 7467600"/>
              <a:gd name="connsiteY594" fmla="*/ 1971513 h 6858000"/>
              <a:gd name="connsiteX595" fmla="*/ 1333952 w 7467600"/>
              <a:gd name="connsiteY595" fmla="*/ 2251620 h 6858000"/>
              <a:gd name="connsiteX596" fmla="*/ 1337329 w 7467600"/>
              <a:gd name="connsiteY596" fmla="*/ 2258350 h 6858000"/>
              <a:gd name="connsiteX597" fmla="*/ 1014726 w 7467600"/>
              <a:gd name="connsiteY597" fmla="*/ 1615556 h 6858000"/>
              <a:gd name="connsiteX598" fmla="*/ 678222 w 7467600"/>
              <a:gd name="connsiteY598" fmla="*/ 1248670 h 6858000"/>
              <a:gd name="connsiteX599" fmla="*/ 6691602 w 7467600"/>
              <a:gd name="connsiteY599" fmla="*/ 1140573 h 6858000"/>
              <a:gd name="connsiteX600" fmla="*/ 6571100 w 7467600"/>
              <a:gd name="connsiteY600" fmla="*/ 1183662 h 6858000"/>
              <a:gd name="connsiteX601" fmla="*/ 6241687 w 7467600"/>
              <a:gd name="connsiteY601" fmla="*/ 1257600 h 6858000"/>
              <a:gd name="connsiteX602" fmla="*/ 5693009 w 7467600"/>
              <a:gd name="connsiteY602" fmla="*/ 1478256 h 6858000"/>
              <a:gd name="connsiteX603" fmla="*/ 6548420 w 7467600"/>
              <a:gd name="connsiteY603" fmla="*/ 1214599 h 6858000"/>
              <a:gd name="connsiteX604" fmla="*/ 6605473 w 7467600"/>
              <a:gd name="connsiteY604" fmla="*/ 1184686 h 6858000"/>
              <a:gd name="connsiteX605" fmla="*/ 6691602 w 7467600"/>
              <a:gd name="connsiteY605" fmla="*/ 1140573 h 6858000"/>
              <a:gd name="connsiteX606" fmla="*/ 4002475 w 7467600"/>
              <a:gd name="connsiteY606" fmla="*/ 1037802 h 6858000"/>
              <a:gd name="connsiteX607" fmla="*/ 4000324 w 7467600"/>
              <a:gd name="connsiteY607" fmla="*/ 1039362 h 6858000"/>
              <a:gd name="connsiteX608" fmla="*/ 4002862 w 7467600"/>
              <a:gd name="connsiteY608" fmla="*/ 1042866 h 6858000"/>
              <a:gd name="connsiteX609" fmla="*/ 4002475 w 7467600"/>
              <a:gd name="connsiteY609" fmla="*/ 1037802 h 6858000"/>
              <a:gd name="connsiteX610" fmla="*/ 506322 w 7467600"/>
              <a:gd name="connsiteY610" fmla="*/ 1020997 h 6858000"/>
              <a:gd name="connsiteX611" fmla="*/ 533068 w 7467600"/>
              <a:gd name="connsiteY611" fmla="*/ 1029409 h 6858000"/>
              <a:gd name="connsiteX612" fmla="*/ 1232525 w 7467600"/>
              <a:gd name="connsiteY612" fmla="*/ 1804675 h 6858000"/>
              <a:gd name="connsiteX613" fmla="*/ 1388858 w 7467600"/>
              <a:gd name="connsiteY613" fmla="*/ 2368011 h 6858000"/>
              <a:gd name="connsiteX614" fmla="*/ 1384098 w 7467600"/>
              <a:gd name="connsiteY614" fmla="*/ 2378125 h 6858000"/>
              <a:gd name="connsiteX615" fmla="*/ 1425393 w 7467600"/>
              <a:gd name="connsiteY615" fmla="*/ 2589124 h 6858000"/>
              <a:gd name="connsiteX616" fmla="*/ 1424001 w 7467600"/>
              <a:gd name="connsiteY616" fmla="*/ 2597541 h 6858000"/>
              <a:gd name="connsiteX617" fmla="*/ 2152729 w 7467600"/>
              <a:gd name="connsiteY617" fmla="*/ 2864487 h 6858000"/>
              <a:gd name="connsiteX618" fmla="*/ 2020609 w 7467600"/>
              <a:gd name="connsiteY618" fmla="*/ 2539671 h 6858000"/>
              <a:gd name="connsiteX619" fmla="*/ 2018920 w 7467600"/>
              <a:gd name="connsiteY619" fmla="*/ 2536309 h 6858000"/>
              <a:gd name="connsiteX620" fmla="*/ 1342441 w 7467600"/>
              <a:gd name="connsiteY620" fmla="*/ 1173017 h 6858000"/>
              <a:gd name="connsiteX621" fmla="*/ 1367925 w 7467600"/>
              <a:gd name="connsiteY621" fmla="*/ 1135648 h 6858000"/>
              <a:gd name="connsiteX622" fmla="*/ 1771401 w 7467600"/>
              <a:gd name="connsiteY622" fmla="*/ 1806673 h 6858000"/>
              <a:gd name="connsiteX623" fmla="*/ 1972385 w 7467600"/>
              <a:gd name="connsiteY623" fmla="*/ 2198735 h 6858000"/>
              <a:gd name="connsiteX624" fmla="*/ 2040892 w 7467600"/>
              <a:gd name="connsiteY624" fmla="*/ 2405205 h 6858000"/>
              <a:gd name="connsiteX625" fmla="*/ 2131689 w 7467600"/>
              <a:gd name="connsiteY625" fmla="*/ 1936926 h 6858000"/>
              <a:gd name="connsiteX626" fmla="*/ 2454820 w 7467600"/>
              <a:gd name="connsiteY626" fmla="*/ 1248808 h 6858000"/>
              <a:gd name="connsiteX627" fmla="*/ 2492512 w 7467600"/>
              <a:gd name="connsiteY627" fmla="*/ 1302920 h 6858000"/>
              <a:gd name="connsiteX628" fmla="*/ 2081216 w 7467600"/>
              <a:gd name="connsiteY628" fmla="*/ 2527513 h 6858000"/>
              <a:gd name="connsiteX629" fmla="*/ 2081211 w 7467600"/>
              <a:gd name="connsiteY629" fmla="*/ 2528916 h 6858000"/>
              <a:gd name="connsiteX630" fmla="*/ 2199067 w 7467600"/>
              <a:gd name="connsiteY630" fmla="*/ 2884061 h 6858000"/>
              <a:gd name="connsiteX631" fmla="*/ 3192586 w 7467600"/>
              <a:gd name="connsiteY631" fmla="*/ 3411496 h 6858000"/>
              <a:gd name="connsiteX632" fmla="*/ 3182620 w 7467600"/>
              <a:gd name="connsiteY632" fmla="*/ 3483279 h 6858000"/>
              <a:gd name="connsiteX633" fmla="*/ 2435119 w 7467600"/>
              <a:gd name="connsiteY633" fmla="*/ 3080173 h 6858000"/>
              <a:gd name="connsiteX634" fmla="*/ 2410152 w 7467600"/>
              <a:gd name="connsiteY634" fmla="*/ 3063751 h 6858000"/>
              <a:gd name="connsiteX635" fmla="*/ 2408099 w 7467600"/>
              <a:gd name="connsiteY635" fmla="*/ 3064403 h 6858000"/>
              <a:gd name="connsiteX636" fmla="*/ 2407218 w 7467600"/>
              <a:gd name="connsiteY636" fmla="*/ 3070324 h 6858000"/>
              <a:gd name="connsiteX637" fmla="*/ 2380138 w 7467600"/>
              <a:gd name="connsiteY637" fmla="*/ 3099341 h 6858000"/>
              <a:gd name="connsiteX638" fmla="*/ 1765923 w 7467600"/>
              <a:gd name="connsiteY638" fmla="*/ 3581043 h 6858000"/>
              <a:gd name="connsiteX639" fmla="*/ 1702258 w 7467600"/>
              <a:gd name="connsiteY639" fmla="*/ 3612286 h 6858000"/>
              <a:gd name="connsiteX640" fmla="*/ 1538370 w 7467600"/>
              <a:gd name="connsiteY640" fmla="*/ 3811804 h 6858000"/>
              <a:gd name="connsiteX641" fmla="*/ 542867 w 7467600"/>
              <a:gd name="connsiteY641" fmla="*/ 4944092 h 6858000"/>
              <a:gd name="connsiteX642" fmla="*/ 515800 w 7467600"/>
              <a:gd name="connsiteY642" fmla="*/ 4862180 h 6858000"/>
              <a:gd name="connsiteX643" fmla="*/ 909145 w 7467600"/>
              <a:gd name="connsiteY643" fmla="*/ 4199225 h 6858000"/>
              <a:gd name="connsiteX644" fmla="*/ 1214067 w 7467600"/>
              <a:gd name="connsiteY644" fmla="*/ 3908561 h 6858000"/>
              <a:gd name="connsiteX645" fmla="*/ 640967 w 7467600"/>
              <a:gd name="connsiteY645" fmla="*/ 4105601 h 6858000"/>
              <a:gd name="connsiteX646" fmla="*/ 112563 w 7467600"/>
              <a:gd name="connsiteY646" fmla="*/ 4396952 h 6858000"/>
              <a:gd name="connsiteX647" fmla="*/ 0 w 7467600"/>
              <a:gd name="connsiteY647" fmla="*/ 4466006 h 6858000"/>
              <a:gd name="connsiteX648" fmla="*/ 0 w 7467600"/>
              <a:gd name="connsiteY648" fmla="*/ 4233763 h 6858000"/>
              <a:gd name="connsiteX649" fmla="*/ 36881 w 7467600"/>
              <a:gd name="connsiteY649" fmla="*/ 4200118 h 6858000"/>
              <a:gd name="connsiteX650" fmla="*/ 910534 w 7467600"/>
              <a:gd name="connsiteY650" fmla="*/ 3629753 h 6858000"/>
              <a:gd name="connsiteX651" fmla="*/ 1578717 w 7467600"/>
              <a:gd name="connsiteY651" fmla="*/ 3575982 h 6858000"/>
              <a:gd name="connsiteX652" fmla="*/ 2338780 w 7467600"/>
              <a:gd name="connsiteY652" fmla="*/ 3033725 h 6858000"/>
              <a:gd name="connsiteX653" fmla="*/ 1807991 w 7467600"/>
              <a:gd name="connsiteY653" fmla="*/ 2807184 h 6858000"/>
              <a:gd name="connsiteX654" fmla="*/ 1416358 w 7467600"/>
              <a:gd name="connsiteY654" fmla="*/ 3112571 h 6858000"/>
              <a:gd name="connsiteX655" fmla="*/ 939066 w 7467600"/>
              <a:gd name="connsiteY655" fmla="*/ 3378798 h 6858000"/>
              <a:gd name="connsiteX656" fmla="*/ 115099 w 7467600"/>
              <a:gd name="connsiteY656" fmla="*/ 3607650 h 6858000"/>
              <a:gd name="connsiteX657" fmla="*/ 97284 w 7467600"/>
              <a:gd name="connsiteY657" fmla="*/ 3520393 h 6858000"/>
              <a:gd name="connsiteX658" fmla="*/ 922050 w 7467600"/>
              <a:gd name="connsiteY658" fmla="*/ 3074867 h 6858000"/>
              <a:gd name="connsiteX659" fmla="*/ 1405265 w 7467600"/>
              <a:gd name="connsiteY659" fmla="*/ 3016319 h 6858000"/>
              <a:gd name="connsiteX660" fmla="*/ 1407512 w 7467600"/>
              <a:gd name="connsiteY660" fmla="*/ 3018001 h 6858000"/>
              <a:gd name="connsiteX661" fmla="*/ 1726266 w 7467600"/>
              <a:gd name="connsiteY661" fmla="*/ 2777274 h 6858000"/>
              <a:gd name="connsiteX662" fmla="*/ 625390 w 7467600"/>
              <a:gd name="connsiteY662" fmla="*/ 2514541 h 6858000"/>
              <a:gd name="connsiteX663" fmla="*/ 619799 w 7467600"/>
              <a:gd name="connsiteY663" fmla="*/ 2527180 h 6858000"/>
              <a:gd name="connsiteX664" fmla="*/ 310030 w 7467600"/>
              <a:gd name="connsiteY664" fmla="*/ 2771818 h 6858000"/>
              <a:gd name="connsiteX665" fmla="*/ 173877 w 7467600"/>
              <a:gd name="connsiteY665" fmla="*/ 2937056 h 6858000"/>
              <a:gd name="connsiteX666" fmla="*/ 77889 w 7467600"/>
              <a:gd name="connsiteY666" fmla="*/ 3138440 h 6858000"/>
              <a:gd name="connsiteX667" fmla="*/ 0 w 7467600"/>
              <a:gd name="connsiteY667" fmla="*/ 3271395 h 6858000"/>
              <a:gd name="connsiteX668" fmla="*/ 0 w 7467600"/>
              <a:gd name="connsiteY668" fmla="*/ 3153002 h 6858000"/>
              <a:gd name="connsiteX669" fmla="*/ 2386 w 7467600"/>
              <a:gd name="connsiteY669" fmla="*/ 3149203 h 6858000"/>
              <a:gd name="connsiteX670" fmla="*/ 89753 w 7467600"/>
              <a:gd name="connsiteY670" fmla="*/ 2987702 h 6858000"/>
              <a:gd name="connsiteX671" fmla="*/ 76869 w 7467600"/>
              <a:gd name="connsiteY671" fmla="*/ 3005404 h 6858000"/>
              <a:gd name="connsiteX672" fmla="*/ 32049 w 7467600"/>
              <a:gd name="connsiteY672" fmla="*/ 3065814 h 6858000"/>
              <a:gd name="connsiteX673" fmla="*/ 0 w 7467600"/>
              <a:gd name="connsiteY673" fmla="*/ 3108744 h 6858000"/>
              <a:gd name="connsiteX674" fmla="*/ 0 w 7467600"/>
              <a:gd name="connsiteY674" fmla="*/ 3058059 h 6858000"/>
              <a:gd name="connsiteX675" fmla="*/ 7610 w 7467600"/>
              <a:gd name="connsiteY675" fmla="*/ 3047889 h 6858000"/>
              <a:gd name="connsiteX676" fmla="*/ 52419 w 7467600"/>
              <a:gd name="connsiteY676" fmla="*/ 2987479 h 6858000"/>
              <a:gd name="connsiteX677" fmla="*/ 59142 w 7467600"/>
              <a:gd name="connsiteY677" fmla="*/ 2978488 h 6858000"/>
              <a:gd name="connsiteX678" fmla="*/ 0 w 7467600"/>
              <a:gd name="connsiteY678" fmla="*/ 3015334 h 6858000"/>
              <a:gd name="connsiteX679" fmla="*/ 0 w 7467600"/>
              <a:gd name="connsiteY679" fmla="*/ 2914286 h 6858000"/>
              <a:gd name="connsiteX680" fmla="*/ 36383 w 7467600"/>
              <a:gd name="connsiteY680" fmla="*/ 2901128 h 6858000"/>
              <a:gd name="connsiteX681" fmla="*/ 156329 w 7467600"/>
              <a:gd name="connsiteY681" fmla="*/ 2840533 h 6858000"/>
              <a:gd name="connsiteX682" fmla="*/ 358355 w 7467600"/>
              <a:gd name="connsiteY682" fmla="*/ 2620471 h 6858000"/>
              <a:gd name="connsiteX683" fmla="*/ 510577 w 7467600"/>
              <a:gd name="connsiteY683" fmla="*/ 2501244 h 6858000"/>
              <a:gd name="connsiteX684" fmla="*/ 211967 w 7467600"/>
              <a:gd name="connsiteY684" fmla="*/ 2479171 h 6858000"/>
              <a:gd name="connsiteX685" fmla="*/ 0 w 7467600"/>
              <a:gd name="connsiteY685" fmla="*/ 2476398 h 6858000"/>
              <a:gd name="connsiteX686" fmla="*/ 0 w 7467600"/>
              <a:gd name="connsiteY686" fmla="*/ 2389189 h 6858000"/>
              <a:gd name="connsiteX687" fmla="*/ 103062 w 7467600"/>
              <a:gd name="connsiteY687" fmla="*/ 2389518 h 6858000"/>
              <a:gd name="connsiteX688" fmla="*/ 510734 w 7467600"/>
              <a:gd name="connsiteY688" fmla="*/ 2416201 h 6858000"/>
              <a:gd name="connsiteX689" fmla="*/ 279257 w 7467600"/>
              <a:gd name="connsiteY689" fmla="*/ 2092102 h 6858000"/>
              <a:gd name="connsiteX690" fmla="*/ 65265 w 7467600"/>
              <a:gd name="connsiteY690" fmla="*/ 2006049 h 6858000"/>
              <a:gd name="connsiteX691" fmla="*/ 0 w 7467600"/>
              <a:gd name="connsiteY691" fmla="*/ 1982532 h 6858000"/>
              <a:gd name="connsiteX692" fmla="*/ 0 w 7467600"/>
              <a:gd name="connsiteY692" fmla="*/ 1912789 h 6858000"/>
              <a:gd name="connsiteX693" fmla="*/ 97460 w 7467600"/>
              <a:gd name="connsiteY693" fmla="*/ 1953725 h 6858000"/>
              <a:gd name="connsiteX694" fmla="*/ 221272 w 7467600"/>
              <a:gd name="connsiteY694" fmla="*/ 1980766 h 6858000"/>
              <a:gd name="connsiteX695" fmla="*/ 116765 w 7467600"/>
              <a:gd name="connsiteY695" fmla="*/ 1911033 h 6858000"/>
              <a:gd name="connsiteX696" fmla="*/ 16405 w 7467600"/>
              <a:gd name="connsiteY696" fmla="*/ 1803412 h 6858000"/>
              <a:gd name="connsiteX697" fmla="*/ 0 w 7467600"/>
              <a:gd name="connsiteY697" fmla="*/ 1784777 h 6858000"/>
              <a:gd name="connsiteX698" fmla="*/ 0 w 7467600"/>
              <a:gd name="connsiteY698" fmla="*/ 1740082 h 6858000"/>
              <a:gd name="connsiteX699" fmla="*/ 39394 w 7467600"/>
              <a:gd name="connsiteY699" fmla="*/ 1784856 h 6858000"/>
              <a:gd name="connsiteX700" fmla="*/ 135813 w 7467600"/>
              <a:gd name="connsiteY700" fmla="*/ 1888838 h 6858000"/>
              <a:gd name="connsiteX701" fmla="*/ 242575 w 7467600"/>
              <a:gd name="connsiteY701" fmla="*/ 1958841 h 6858000"/>
              <a:gd name="connsiteX702" fmla="*/ 82197 w 7467600"/>
              <a:gd name="connsiteY702" fmla="*/ 1754826 h 6858000"/>
              <a:gd name="connsiteX703" fmla="*/ 0 w 7467600"/>
              <a:gd name="connsiteY703" fmla="*/ 1679650 h 6858000"/>
              <a:gd name="connsiteX704" fmla="*/ 0 w 7467600"/>
              <a:gd name="connsiteY704" fmla="*/ 1602463 h 6858000"/>
              <a:gd name="connsiteX705" fmla="*/ 84689 w 7467600"/>
              <a:gd name="connsiteY705" fmla="*/ 1677442 h 6858000"/>
              <a:gd name="connsiteX706" fmla="*/ 298437 w 7467600"/>
              <a:gd name="connsiteY706" fmla="*/ 1968019 h 6858000"/>
              <a:gd name="connsiteX707" fmla="*/ 227269 w 7467600"/>
              <a:gd name="connsiteY707" fmla="*/ 1114064 h 6858000"/>
              <a:gd name="connsiteX708" fmla="*/ 248003 w 7467600"/>
              <a:gd name="connsiteY708" fmla="*/ 1089613 h 6858000"/>
              <a:gd name="connsiteX709" fmla="*/ 427020 w 7467600"/>
              <a:gd name="connsiteY709" fmla="*/ 1619803 h 6858000"/>
              <a:gd name="connsiteX710" fmla="*/ 340345 w 7467600"/>
              <a:gd name="connsiteY710" fmla="*/ 2027739 h 6858000"/>
              <a:gd name="connsiteX711" fmla="*/ 360865 w 7467600"/>
              <a:gd name="connsiteY711" fmla="*/ 2044827 h 6858000"/>
              <a:gd name="connsiteX712" fmla="*/ 560414 w 7467600"/>
              <a:gd name="connsiteY712" fmla="*/ 2421457 h 6858000"/>
              <a:gd name="connsiteX713" fmla="*/ 1359703 w 7467600"/>
              <a:gd name="connsiteY713" fmla="*/ 2578554 h 6858000"/>
              <a:gd name="connsiteX714" fmla="*/ 1359422 w 7467600"/>
              <a:gd name="connsiteY714" fmla="*/ 2577994 h 6858000"/>
              <a:gd name="connsiteX715" fmla="*/ 828701 w 7467600"/>
              <a:gd name="connsiteY715" fmla="*/ 1839520 h 6858000"/>
              <a:gd name="connsiteX716" fmla="*/ 494427 w 7467600"/>
              <a:gd name="connsiteY716" fmla="*/ 1092333 h 6858000"/>
              <a:gd name="connsiteX717" fmla="*/ 506322 w 7467600"/>
              <a:gd name="connsiteY717" fmla="*/ 1020997 h 6858000"/>
              <a:gd name="connsiteX718" fmla="*/ 4570198 w 7467600"/>
              <a:gd name="connsiteY718" fmla="*/ 978081 h 6858000"/>
              <a:gd name="connsiteX719" fmla="*/ 4523691 w 7467600"/>
              <a:gd name="connsiteY719" fmla="*/ 1127776 h 6858000"/>
              <a:gd name="connsiteX720" fmla="*/ 4509875 w 7467600"/>
              <a:gd name="connsiteY720" fmla="*/ 1167552 h 6858000"/>
              <a:gd name="connsiteX721" fmla="*/ 4478168 w 7467600"/>
              <a:gd name="connsiteY721" fmla="*/ 1260735 h 6858000"/>
              <a:gd name="connsiteX722" fmla="*/ 4409309 w 7467600"/>
              <a:gd name="connsiteY722" fmla="*/ 1666996 h 6858000"/>
              <a:gd name="connsiteX723" fmla="*/ 4370031 w 7467600"/>
              <a:gd name="connsiteY723" fmla="*/ 1955666 h 6858000"/>
              <a:gd name="connsiteX724" fmla="*/ 4570198 w 7467600"/>
              <a:gd name="connsiteY724" fmla="*/ 978081 h 6858000"/>
              <a:gd name="connsiteX725" fmla="*/ 4557898 w 7467600"/>
              <a:gd name="connsiteY725" fmla="*/ 900011 h 6858000"/>
              <a:gd name="connsiteX726" fmla="*/ 4344840 w 7467600"/>
              <a:gd name="connsiteY726" fmla="*/ 1922038 h 6858000"/>
              <a:gd name="connsiteX727" fmla="*/ 4378710 w 7467600"/>
              <a:gd name="connsiteY727" fmla="*/ 1665516 h 6858000"/>
              <a:gd name="connsiteX728" fmla="*/ 4448798 w 7467600"/>
              <a:gd name="connsiteY728" fmla="*/ 1253024 h 6858000"/>
              <a:gd name="connsiteX729" fmla="*/ 4480315 w 7467600"/>
              <a:gd name="connsiteY729" fmla="*/ 1158454 h 6858000"/>
              <a:gd name="connsiteX730" fmla="*/ 4494133 w 7467600"/>
              <a:gd name="connsiteY730" fmla="*/ 1118676 h 6858000"/>
              <a:gd name="connsiteX731" fmla="*/ 4557898 w 7467600"/>
              <a:gd name="connsiteY731" fmla="*/ 900011 h 6858000"/>
              <a:gd name="connsiteX732" fmla="*/ 5870151 w 7467600"/>
              <a:gd name="connsiteY732" fmla="*/ 898890 h 6858000"/>
              <a:gd name="connsiteX733" fmla="*/ 5861335 w 7467600"/>
              <a:gd name="connsiteY733" fmla="*/ 899177 h 6858000"/>
              <a:gd name="connsiteX734" fmla="*/ 5843702 w 7467600"/>
              <a:gd name="connsiteY734" fmla="*/ 899748 h 6858000"/>
              <a:gd name="connsiteX735" fmla="*/ 5651107 w 7467600"/>
              <a:gd name="connsiteY735" fmla="*/ 920306 h 6858000"/>
              <a:gd name="connsiteX736" fmla="*/ 5459407 w 7467600"/>
              <a:gd name="connsiteY736" fmla="*/ 940975 h 6858000"/>
              <a:gd name="connsiteX737" fmla="*/ 5374846 w 7467600"/>
              <a:gd name="connsiteY737" fmla="*/ 941988 h 6858000"/>
              <a:gd name="connsiteX738" fmla="*/ 5256105 w 7467600"/>
              <a:gd name="connsiteY738" fmla="*/ 945632 h 6858000"/>
              <a:gd name="connsiteX739" fmla="*/ 5107071 w 7467600"/>
              <a:gd name="connsiteY739" fmla="*/ 969720 h 6858000"/>
              <a:gd name="connsiteX740" fmla="*/ 4998681 w 7467600"/>
              <a:gd name="connsiteY740" fmla="*/ 988771 h 6858000"/>
              <a:gd name="connsiteX741" fmla="*/ 5870151 w 7467600"/>
              <a:gd name="connsiteY741" fmla="*/ 898890 h 6858000"/>
              <a:gd name="connsiteX742" fmla="*/ 5504425 w 7467600"/>
              <a:gd name="connsiteY742" fmla="*/ 848067 h 6858000"/>
              <a:gd name="connsiteX743" fmla="*/ 4968849 w 7467600"/>
              <a:gd name="connsiteY743" fmla="*/ 962318 h 6858000"/>
              <a:gd name="connsiteX744" fmla="*/ 5104039 w 7467600"/>
              <a:gd name="connsiteY744" fmla="*/ 940634 h 6858000"/>
              <a:gd name="connsiteX745" fmla="*/ 5256311 w 7467600"/>
              <a:gd name="connsiteY745" fmla="*/ 916490 h 6858000"/>
              <a:gd name="connsiteX746" fmla="*/ 5377381 w 7467600"/>
              <a:gd name="connsiteY746" fmla="*/ 912671 h 6858000"/>
              <a:gd name="connsiteX747" fmla="*/ 5460148 w 7467600"/>
              <a:gd name="connsiteY747" fmla="*/ 911442 h 6858000"/>
              <a:gd name="connsiteX748" fmla="*/ 5648971 w 7467600"/>
              <a:gd name="connsiteY748" fmla="*/ 891331 h 6858000"/>
              <a:gd name="connsiteX749" fmla="*/ 5844807 w 7467600"/>
              <a:gd name="connsiteY749" fmla="*/ 870718 h 6858000"/>
              <a:gd name="connsiteX750" fmla="*/ 5862975 w 7467600"/>
              <a:gd name="connsiteY750" fmla="*/ 869756 h 6858000"/>
              <a:gd name="connsiteX751" fmla="*/ 5920887 w 7467600"/>
              <a:gd name="connsiteY751" fmla="*/ 865929 h 6858000"/>
              <a:gd name="connsiteX752" fmla="*/ 5504425 w 7467600"/>
              <a:gd name="connsiteY752" fmla="*/ 848067 h 6858000"/>
              <a:gd name="connsiteX753" fmla="*/ 3607114 w 7467600"/>
              <a:gd name="connsiteY753" fmla="*/ 467441 h 6858000"/>
              <a:gd name="connsiteX754" fmla="*/ 3296242 w 7467600"/>
              <a:gd name="connsiteY754" fmla="*/ 807991 h 6858000"/>
              <a:gd name="connsiteX755" fmla="*/ 3174674 w 7467600"/>
              <a:gd name="connsiteY755" fmla="*/ 919759 h 6858000"/>
              <a:gd name="connsiteX756" fmla="*/ 3042978 w 7467600"/>
              <a:gd name="connsiteY756" fmla="*/ 1054894 h 6858000"/>
              <a:gd name="connsiteX757" fmla="*/ 2968914 w 7467600"/>
              <a:gd name="connsiteY757" fmla="*/ 1133756 h 6858000"/>
              <a:gd name="connsiteX758" fmla="*/ 3103823 w 7467600"/>
              <a:gd name="connsiteY758" fmla="*/ 1026814 h 6858000"/>
              <a:gd name="connsiteX759" fmla="*/ 3607114 w 7467600"/>
              <a:gd name="connsiteY759" fmla="*/ 467441 h 6858000"/>
              <a:gd name="connsiteX760" fmla="*/ 3744487 w 7467600"/>
              <a:gd name="connsiteY760" fmla="*/ 383136 h 6858000"/>
              <a:gd name="connsiteX761" fmla="*/ 3970213 w 7467600"/>
              <a:gd name="connsiteY761" fmla="*/ 995559 h 6858000"/>
              <a:gd name="connsiteX762" fmla="*/ 3744487 w 7467600"/>
              <a:gd name="connsiteY762" fmla="*/ 383136 h 6858000"/>
              <a:gd name="connsiteX763" fmla="*/ 3624562 w 7467600"/>
              <a:gd name="connsiteY763" fmla="*/ 367041 h 6858000"/>
              <a:gd name="connsiteX764" fmla="*/ 3489712 w 7467600"/>
              <a:gd name="connsiteY764" fmla="*/ 485386 h 6858000"/>
              <a:gd name="connsiteX765" fmla="*/ 3182994 w 7467600"/>
              <a:gd name="connsiteY765" fmla="*/ 828265 h 6858000"/>
              <a:gd name="connsiteX766" fmla="*/ 2892114 w 7467600"/>
              <a:gd name="connsiteY766" fmla="*/ 1172635 h 6858000"/>
              <a:gd name="connsiteX767" fmla="*/ 3021459 w 7467600"/>
              <a:gd name="connsiteY767" fmla="*/ 1035385 h 6858000"/>
              <a:gd name="connsiteX768" fmla="*/ 3153873 w 7467600"/>
              <a:gd name="connsiteY768" fmla="*/ 898971 h 6858000"/>
              <a:gd name="connsiteX769" fmla="*/ 3276511 w 7467600"/>
              <a:gd name="connsiteY769" fmla="*/ 786423 h 6858000"/>
              <a:gd name="connsiteX770" fmla="*/ 3584154 w 7467600"/>
              <a:gd name="connsiteY770" fmla="*/ 448218 h 6858000"/>
              <a:gd name="connsiteX771" fmla="*/ 3624562 w 7467600"/>
              <a:gd name="connsiteY771" fmla="*/ 367041 h 6858000"/>
              <a:gd name="connsiteX772" fmla="*/ 3766672 w 7467600"/>
              <a:gd name="connsiteY772" fmla="*/ 359429 h 6858000"/>
              <a:gd name="connsiteX773" fmla="*/ 3996338 w 7467600"/>
              <a:gd name="connsiteY773" fmla="*/ 968237 h 6858000"/>
              <a:gd name="connsiteX774" fmla="*/ 3766672 w 7467600"/>
              <a:gd name="connsiteY774" fmla="*/ 359429 h 6858000"/>
              <a:gd name="connsiteX775" fmla="*/ 5805386 w 7467600"/>
              <a:gd name="connsiteY775" fmla="*/ 239240 h 6858000"/>
              <a:gd name="connsiteX776" fmla="*/ 5736947 w 7467600"/>
              <a:gd name="connsiteY776" fmla="*/ 261367 h 6858000"/>
              <a:gd name="connsiteX777" fmla="*/ 5427012 w 7467600"/>
              <a:gd name="connsiteY777" fmla="*/ 311272 h 6858000"/>
              <a:gd name="connsiteX778" fmla="*/ 5147818 w 7467600"/>
              <a:gd name="connsiteY778" fmla="*/ 322112 h 6858000"/>
              <a:gd name="connsiteX779" fmla="*/ 5060854 w 7467600"/>
              <a:gd name="connsiteY779" fmla="*/ 311882 h 6858000"/>
              <a:gd name="connsiteX780" fmla="*/ 4945989 w 7467600"/>
              <a:gd name="connsiteY780" fmla="*/ 300516 h 6858000"/>
              <a:gd name="connsiteX781" fmla="*/ 5410479 w 7467600"/>
              <a:gd name="connsiteY781" fmla="*/ 348434 h 6858000"/>
              <a:gd name="connsiteX782" fmla="*/ 5805386 w 7467600"/>
              <a:gd name="connsiteY782" fmla="*/ 239240 h 6858000"/>
              <a:gd name="connsiteX783" fmla="*/ 5905192 w 7467600"/>
              <a:gd name="connsiteY783" fmla="*/ 163079 h 6858000"/>
              <a:gd name="connsiteX784" fmla="*/ 5865655 w 7467600"/>
              <a:gd name="connsiteY784" fmla="*/ 171901 h 6858000"/>
              <a:gd name="connsiteX785" fmla="*/ 5259740 w 7467600"/>
              <a:gd name="connsiteY785" fmla="*/ 257013 h 6858000"/>
              <a:gd name="connsiteX786" fmla="*/ 5208466 w 7467600"/>
              <a:gd name="connsiteY786" fmla="*/ 257550 h 6858000"/>
              <a:gd name="connsiteX787" fmla="*/ 4980204 w 7467600"/>
              <a:gd name="connsiteY787" fmla="*/ 271903 h 6858000"/>
              <a:gd name="connsiteX788" fmla="*/ 5068068 w 7467600"/>
              <a:gd name="connsiteY788" fmla="*/ 282244 h 6858000"/>
              <a:gd name="connsiteX789" fmla="*/ 5153231 w 7467600"/>
              <a:gd name="connsiteY789" fmla="*/ 292240 h 6858000"/>
              <a:gd name="connsiteX790" fmla="*/ 5426491 w 7467600"/>
              <a:gd name="connsiteY790" fmla="*/ 281128 h 6858000"/>
              <a:gd name="connsiteX791" fmla="*/ 5731212 w 7467600"/>
              <a:gd name="connsiteY791" fmla="*/ 231951 h 6858000"/>
              <a:gd name="connsiteX792" fmla="*/ 5905192 w 7467600"/>
              <a:gd name="connsiteY792" fmla="*/ 163079 h 6858000"/>
              <a:gd name="connsiteX793" fmla="*/ 5944437 w 7467600"/>
              <a:gd name="connsiteY793" fmla="*/ 113829 h 6858000"/>
              <a:gd name="connsiteX794" fmla="*/ 5825032 w 7467600"/>
              <a:gd name="connsiteY794" fmla="*/ 146405 h 6858000"/>
              <a:gd name="connsiteX795" fmla="*/ 4955599 w 7467600"/>
              <a:gd name="connsiteY795" fmla="*/ 247008 h 6858000"/>
              <a:gd name="connsiteX796" fmla="*/ 5210104 w 7467600"/>
              <a:gd name="connsiteY796" fmla="*/ 228123 h 6858000"/>
              <a:gd name="connsiteX797" fmla="*/ 5261015 w 7467600"/>
              <a:gd name="connsiteY797" fmla="*/ 227087 h 6858000"/>
              <a:gd name="connsiteX798" fmla="*/ 5861181 w 7467600"/>
              <a:gd name="connsiteY798" fmla="*/ 143093 h 6858000"/>
              <a:gd name="connsiteX799" fmla="*/ 5961252 w 7467600"/>
              <a:gd name="connsiteY799" fmla="*/ 114820 h 6858000"/>
              <a:gd name="connsiteX800" fmla="*/ 5944437 w 7467600"/>
              <a:gd name="connsiteY800" fmla="*/ 113829 h 6858000"/>
              <a:gd name="connsiteX801" fmla="*/ 3882765 w 7467600"/>
              <a:gd name="connsiteY801" fmla="*/ 0 h 6858000"/>
              <a:gd name="connsiteX802" fmla="*/ 3995099 w 7467600"/>
              <a:gd name="connsiteY802" fmla="*/ 0 h 6858000"/>
              <a:gd name="connsiteX803" fmla="*/ 4163818 w 7467600"/>
              <a:gd name="connsiteY803" fmla="*/ 234104 h 6858000"/>
              <a:gd name="connsiteX804" fmla="*/ 4172099 w 7467600"/>
              <a:gd name="connsiteY804" fmla="*/ 234207 h 6858000"/>
              <a:gd name="connsiteX805" fmla="*/ 4784282 w 7467600"/>
              <a:gd name="connsiteY805" fmla="*/ 276561 h 6858000"/>
              <a:gd name="connsiteX806" fmla="*/ 4801687 w 7467600"/>
              <a:gd name="connsiteY806" fmla="*/ 267764 h 6858000"/>
              <a:gd name="connsiteX807" fmla="*/ 6082788 w 7467600"/>
              <a:gd name="connsiteY807" fmla="*/ 64119 h 6858000"/>
              <a:gd name="connsiteX808" fmla="*/ 6099442 w 7467600"/>
              <a:gd name="connsiteY808" fmla="*/ 82568 h 6858000"/>
              <a:gd name="connsiteX809" fmla="*/ 4804137 w 7467600"/>
              <a:gd name="connsiteY809" fmla="*/ 320931 h 6858000"/>
              <a:gd name="connsiteX810" fmla="*/ 4227047 w 7467600"/>
              <a:gd name="connsiteY810" fmla="*/ 313415 h 6858000"/>
              <a:gd name="connsiteX811" fmla="*/ 4346041 w 7467600"/>
              <a:gd name="connsiteY811" fmla="*/ 456086 h 6858000"/>
              <a:gd name="connsiteX812" fmla="*/ 4870967 w 7467600"/>
              <a:gd name="connsiteY812" fmla="*/ 963061 h 6858000"/>
              <a:gd name="connsiteX813" fmla="*/ 4889647 w 7467600"/>
              <a:gd name="connsiteY813" fmla="*/ 957147 h 6858000"/>
              <a:gd name="connsiteX814" fmla="*/ 5422504 w 7467600"/>
              <a:gd name="connsiteY814" fmla="*/ 805191 h 6858000"/>
              <a:gd name="connsiteX815" fmla="*/ 6087656 w 7467600"/>
              <a:gd name="connsiteY815" fmla="*/ 826703 h 6858000"/>
              <a:gd name="connsiteX816" fmla="*/ 6058717 w 7467600"/>
              <a:gd name="connsiteY816" fmla="*/ 865992 h 6858000"/>
              <a:gd name="connsiteX817" fmla="*/ 4974153 w 7467600"/>
              <a:gd name="connsiteY817" fmla="*/ 1045456 h 6858000"/>
              <a:gd name="connsiteX818" fmla="*/ 5627835 w 7467600"/>
              <a:gd name="connsiteY818" fmla="*/ 1472077 h 6858000"/>
              <a:gd name="connsiteX819" fmla="*/ 5629817 w 7467600"/>
              <a:gd name="connsiteY819" fmla="*/ 1471412 h 6858000"/>
              <a:gd name="connsiteX820" fmla="*/ 5634124 w 7467600"/>
              <a:gd name="connsiteY820" fmla="*/ 1470572 h 6858000"/>
              <a:gd name="connsiteX821" fmla="*/ 5755832 w 7467600"/>
              <a:gd name="connsiteY821" fmla="*/ 1383886 h 6858000"/>
              <a:gd name="connsiteX822" fmla="*/ 6014186 w 7467600"/>
              <a:gd name="connsiteY822" fmla="*/ 1279799 h 6858000"/>
              <a:gd name="connsiteX823" fmla="*/ 6901619 w 7467600"/>
              <a:gd name="connsiteY823" fmla="*/ 1047874 h 6858000"/>
              <a:gd name="connsiteX824" fmla="*/ 6931566 w 7467600"/>
              <a:gd name="connsiteY824" fmla="*/ 1062034 h 6858000"/>
              <a:gd name="connsiteX825" fmla="*/ 5790982 w 7467600"/>
              <a:gd name="connsiteY825" fmla="*/ 1561380 h 6858000"/>
              <a:gd name="connsiteX826" fmla="*/ 6188971 w 7467600"/>
              <a:gd name="connsiteY826" fmla="*/ 1755168 h 6858000"/>
              <a:gd name="connsiteX827" fmla="*/ 6202446 w 7467600"/>
              <a:gd name="connsiteY827" fmla="*/ 1752268 h 6858000"/>
              <a:gd name="connsiteX828" fmla="*/ 7179560 w 7467600"/>
              <a:gd name="connsiteY828" fmla="*/ 1467551 h 6858000"/>
              <a:gd name="connsiteX829" fmla="*/ 7158730 w 7467600"/>
              <a:gd name="connsiteY829" fmla="*/ 1507835 h 6858000"/>
              <a:gd name="connsiteX830" fmla="*/ 6326959 w 7467600"/>
              <a:gd name="connsiteY830" fmla="*/ 1817686 h 6858000"/>
              <a:gd name="connsiteX831" fmla="*/ 6537433 w 7467600"/>
              <a:gd name="connsiteY831" fmla="*/ 1907790 h 6858000"/>
              <a:gd name="connsiteX832" fmla="*/ 6550221 w 7467600"/>
              <a:gd name="connsiteY832" fmla="*/ 1910729 h 6858000"/>
              <a:gd name="connsiteX833" fmla="*/ 6964438 w 7467600"/>
              <a:gd name="connsiteY833" fmla="*/ 2209505 h 6858000"/>
              <a:gd name="connsiteX834" fmla="*/ 7367862 w 7467600"/>
              <a:gd name="connsiteY834" fmla="*/ 2806833 h 6858000"/>
              <a:gd name="connsiteX835" fmla="*/ 7364329 w 7467600"/>
              <a:gd name="connsiteY835" fmla="*/ 2826907 h 6858000"/>
              <a:gd name="connsiteX836" fmla="*/ 7290545 w 7467600"/>
              <a:gd name="connsiteY836" fmla="*/ 2850663 h 6858000"/>
              <a:gd name="connsiteX837" fmla="*/ 6472036 w 7467600"/>
              <a:gd name="connsiteY837" fmla="*/ 1959003 h 6858000"/>
              <a:gd name="connsiteX838" fmla="*/ 5792897 w 7467600"/>
              <a:gd name="connsiteY838" fmla="*/ 1647747 h 6858000"/>
              <a:gd name="connsiteX839" fmla="*/ 5842751 w 7467600"/>
              <a:gd name="connsiteY839" fmla="*/ 1816112 h 6858000"/>
              <a:gd name="connsiteX840" fmla="*/ 5847424 w 7467600"/>
              <a:gd name="connsiteY840" fmla="*/ 1815776 h 6858000"/>
              <a:gd name="connsiteX841" fmla="*/ 6399821 w 7467600"/>
              <a:gd name="connsiteY841" fmla="*/ 2344799 h 6858000"/>
              <a:gd name="connsiteX842" fmla="*/ 6323232 w 7467600"/>
              <a:gd name="connsiteY842" fmla="*/ 2389634 h 6858000"/>
              <a:gd name="connsiteX843" fmla="*/ 5942958 w 7467600"/>
              <a:gd name="connsiteY843" fmla="*/ 2077708 h 6858000"/>
              <a:gd name="connsiteX844" fmla="*/ 5921559 w 7467600"/>
              <a:gd name="connsiteY844" fmla="*/ 2378596 h 6858000"/>
              <a:gd name="connsiteX845" fmla="*/ 5817651 w 7467600"/>
              <a:gd name="connsiteY845" fmla="*/ 3023919 h 6858000"/>
              <a:gd name="connsiteX846" fmla="*/ 5729634 w 7467600"/>
              <a:gd name="connsiteY846" fmla="*/ 3051849 h 6858000"/>
              <a:gd name="connsiteX847" fmla="*/ 5611018 w 7467600"/>
              <a:gd name="connsiteY847" fmla="*/ 2316769 h 6858000"/>
              <a:gd name="connsiteX848" fmla="*/ 5687608 w 7467600"/>
              <a:gd name="connsiteY848" fmla="*/ 2039972 h 6858000"/>
              <a:gd name="connsiteX849" fmla="*/ 5657554 w 7467600"/>
              <a:gd name="connsiteY849" fmla="*/ 1576445 h 6858000"/>
              <a:gd name="connsiteX850" fmla="*/ 5150475 w 7467600"/>
              <a:gd name="connsiteY850" fmla="*/ 1274012 h 6858000"/>
              <a:gd name="connsiteX851" fmla="*/ 5349142 w 7467600"/>
              <a:gd name="connsiteY851" fmla="*/ 2204405 h 6858000"/>
              <a:gd name="connsiteX852" fmla="*/ 5262214 w 7467600"/>
              <a:gd name="connsiteY852" fmla="*/ 2233836 h 6858000"/>
              <a:gd name="connsiteX853" fmla="*/ 4981539 w 7467600"/>
              <a:gd name="connsiteY853" fmla="*/ 1542201 h 6858000"/>
              <a:gd name="connsiteX854" fmla="*/ 4958461 w 7467600"/>
              <a:gd name="connsiteY854" fmla="*/ 1136957 h 6858000"/>
              <a:gd name="connsiteX855" fmla="*/ 4655015 w 7467600"/>
              <a:gd name="connsiteY855" fmla="*/ 891426 h 6858000"/>
              <a:gd name="connsiteX856" fmla="*/ 4348002 w 7467600"/>
              <a:gd name="connsiteY856" fmla="*/ 2205895 h 6858000"/>
              <a:gd name="connsiteX857" fmla="*/ 4262250 w 7467600"/>
              <a:gd name="connsiteY857" fmla="*/ 2219972 h 6858000"/>
              <a:gd name="connsiteX858" fmla="*/ 4550611 w 7467600"/>
              <a:gd name="connsiteY858" fmla="*/ 817540 h 6858000"/>
              <a:gd name="connsiteX859" fmla="*/ 4564418 w 7467600"/>
              <a:gd name="connsiteY859" fmla="*/ 808293 h 6858000"/>
              <a:gd name="connsiteX860" fmla="*/ 4266388 w 7467600"/>
              <a:gd name="connsiteY860" fmla="*/ 500083 h 6858000"/>
              <a:gd name="connsiteX861" fmla="*/ 4032842 w 7467600"/>
              <a:gd name="connsiteY861" fmla="*/ 211809 h 6858000"/>
              <a:gd name="connsiteX862" fmla="*/ 3882765 w 7467600"/>
              <a:gd name="connsiteY862" fmla="*/ 0 h 6858000"/>
              <a:gd name="connsiteX863" fmla="*/ 3721337 w 7467600"/>
              <a:gd name="connsiteY863" fmla="*/ 0 h 6858000"/>
              <a:gd name="connsiteX864" fmla="*/ 3797544 w 7467600"/>
              <a:gd name="connsiteY864" fmla="*/ 0 h 6858000"/>
              <a:gd name="connsiteX865" fmla="*/ 3775734 w 7467600"/>
              <a:gd name="connsiteY865" fmla="*/ 95131 h 6858000"/>
              <a:gd name="connsiteX866" fmla="*/ 3724807 w 7467600"/>
              <a:gd name="connsiteY866" fmla="*/ 272257 h 6858000"/>
              <a:gd name="connsiteX867" fmla="*/ 3726844 w 7467600"/>
              <a:gd name="connsiteY867" fmla="*/ 282988 h 6858000"/>
              <a:gd name="connsiteX868" fmla="*/ 3742664 w 7467600"/>
              <a:gd name="connsiteY868" fmla="*/ 279918 h 6858000"/>
              <a:gd name="connsiteX869" fmla="*/ 4103910 w 7467600"/>
              <a:gd name="connsiteY869" fmla="*/ 1161917 h 6858000"/>
              <a:gd name="connsiteX870" fmla="*/ 4020269 w 7467600"/>
              <a:gd name="connsiteY870" fmla="*/ 1200406 h 6858000"/>
              <a:gd name="connsiteX871" fmla="*/ 3674882 w 7467600"/>
              <a:gd name="connsiteY871" fmla="*/ 488524 h 6858000"/>
              <a:gd name="connsiteX872" fmla="*/ 3132682 w 7467600"/>
              <a:gd name="connsiteY872" fmla="*/ 1072284 h 6858000"/>
              <a:gd name="connsiteX873" fmla="*/ 2716346 w 7467600"/>
              <a:gd name="connsiteY873" fmla="*/ 1276376 h 6858000"/>
              <a:gd name="connsiteX874" fmla="*/ 2716772 w 7467600"/>
              <a:gd name="connsiteY874" fmla="*/ 1255462 h 6858000"/>
              <a:gd name="connsiteX875" fmla="*/ 3471096 w 7467600"/>
              <a:gd name="connsiteY875" fmla="*/ 437072 h 6858000"/>
              <a:gd name="connsiteX876" fmla="*/ 3639057 w 7467600"/>
              <a:gd name="connsiteY876" fmla="*/ 286334 h 6858000"/>
              <a:gd name="connsiteX877" fmla="*/ 3640309 w 7467600"/>
              <a:gd name="connsiteY877" fmla="*/ 284664 h 6858000"/>
              <a:gd name="connsiteX878" fmla="*/ 3646022 w 7467600"/>
              <a:gd name="connsiteY878" fmla="*/ 276711 h 6858000"/>
              <a:gd name="connsiteX879" fmla="*/ 3707943 w 7467600"/>
              <a:gd name="connsiteY879" fmla="*/ 65958 h 6858000"/>
              <a:gd name="connsiteX880" fmla="*/ 3721337 w 7467600"/>
              <a:gd name="connsiteY880" fmla="*/ 0 h 6858000"/>
              <a:gd name="connsiteX881" fmla="*/ 2867960 w 7467600"/>
              <a:gd name="connsiteY881" fmla="*/ 0 h 6858000"/>
              <a:gd name="connsiteX882" fmla="*/ 2926351 w 7467600"/>
              <a:gd name="connsiteY882" fmla="*/ 0 h 6858000"/>
              <a:gd name="connsiteX883" fmla="*/ 2902823 w 7467600"/>
              <a:gd name="connsiteY883" fmla="*/ 262929 h 6858000"/>
              <a:gd name="connsiteX884" fmla="*/ 2940663 w 7467600"/>
              <a:gd name="connsiteY884" fmla="*/ 140884 h 6858000"/>
              <a:gd name="connsiteX885" fmla="*/ 2947039 w 7467600"/>
              <a:gd name="connsiteY885" fmla="*/ 122524 h 6858000"/>
              <a:gd name="connsiteX886" fmla="*/ 2984316 w 7467600"/>
              <a:gd name="connsiteY886" fmla="*/ 0 h 6858000"/>
              <a:gd name="connsiteX887" fmla="*/ 3016114 w 7467600"/>
              <a:gd name="connsiteY887" fmla="*/ 0 h 6858000"/>
              <a:gd name="connsiteX888" fmla="*/ 2979949 w 7467600"/>
              <a:gd name="connsiteY888" fmla="*/ 119274 h 6858000"/>
              <a:gd name="connsiteX889" fmla="*/ 3023879 w 7467600"/>
              <a:gd name="connsiteY889" fmla="*/ 0 h 6858000"/>
              <a:gd name="connsiteX890" fmla="*/ 3105400 w 7467600"/>
              <a:gd name="connsiteY890" fmla="*/ 0 h 6858000"/>
              <a:gd name="connsiteX891" fmla="*/ 3094669 w 7467600"/>
              <a:gd name="connsiteY891" fmla="*/ 30308 h 6858000"/>
              <a:gd name="connsiteX892" fmla="*/ 2901945 w 7467600"/>
              <a:gd name="connsiteY892" fmla="*/ 466538 h 6858000"/>
              <a:gd name="connsiteX893" fmla="*/ 2815209 w 7467600"/>
              <a:gd name="connsiteY893" fmla="*/ 497361 h 6858000"/>
              <a:gd name="connsiteX894" fmla="*/ 2844845 w 7467600"/>
              <a:gd name="connsiteY894" fmla="*/ 127638 h 6858000"/>
              <a:gd name="connsiteX895" fmla="*/ 2867960 w 7467600"/>
              <a:gd name="connsiteY895" fmla="*/ 0 h 6858000"/>
              <a:gd name="connsiteX896" fmla="*/ 1057230 w 7467600"/>
              <a:gd name="connsiteY896" fmla="*/ 0 h 6858000"/>
              <a:gd name="connsiteX897" fmla="*/ 1111003 w 7467600"/>
              <a:gd name="connsiteY897" fmla="*/ 0 h 6858000"/>
              <a:gd name="connsiteX898" fmla="*/ 1125553 w 7467600"/>
              <a:gd name="connsiteY898" fmla="*/ 52588 h 6858000"/>
              <a:gd name="connsiteX899" fmla="*/ 1304276 w 7467600"/>
              <a:gd name="connsiteY899" fmla="*/ 476275 h 6858000"/>
              <a:gd name="connsiteX900" fmla="*/ 1492066 w 7467600"/>
              <a:gd name="connsiteY900" fmla="*/ 886333 h 6858000"/>
              <a:gd name="connsiteX901" fmla="*/ 1423698 w 7467600"/>
              <a:gd name="connsiteY901" fmla="*/ 710817 h 6858000"/>
              <a:gd name="connsiteX902" fmla="*/ 1357609 w 7467600"/>
              <a:gd name="connsiteY902" fmla="*/ 532892 h 6858000"/>
              <a:gd name="connsiteX903" fmla="*/ 1309550 w 7467600"/>
              <a:gd name="connsiteY903" fmla="*/ 374031 h 6858000"/>
              <a:gd name="connsiteX904" fmla="*/ 1193673 w 7467600"/>
              <a:gd name="connsiteY904" fmla="*/ 49533 h 6858000"/>
              <a:gd name="connsiteX905" fmla="*/ 1164391 w 7467600"/>
              <a:gd name="connsiteY905" fmla="*/ 0 h 6858000"/>
              <a:gd name="connsiteX906" fmla="*/ 1200666 w 7467600"/>
              <a:gd name="connsiteY906" fmla="*/ 0 h 6858000"/>
              <a:gd name="connsiteX907" fmla="*/ 1223408 w 7467600"/>
              <a:gd name="connsiteY907" fmla="*/ 38996 h 6858000"/>
              <a:gd name="connsiteX908" fmla="*/ 1339635 w 7467600"/>
              <a:gd name="connsiteY908" fmla="*/ 365517 h 6858000"/>
              <a:gd name="connsiteX909" fmla="*/ 1387469 w 7467600"/>
              <a:gd name="connsiteY909" fmla="*/ 523079 h 6858000"/>
              <a:gd name="connsiteX910" fmla="*/ 1452685 w 7467600"/>
              <a:gd name="connsiteY910" fmla="*/ 699806 h 6858000"/>
              <a:gd name="connsiteX911" fmla="*/ 1492092 w 7467600"/>
              <a:gd name="connsiteY911" fmla="*/ 800424 h 6858000"/>
              <a:gd name="connsiteX912" fmla="*/ 1455302 w 7467600"/>
              <a:gd name="connsiteY912" fmla="*/ 632913 h 6858000"/>
              <a:gd name="connsiteX913" fmla="*/ 1222336 w 7467600"/>
              <a:gd name="connsiteY913" fmla="*/ 9480 h 6858000"/>
              <a:gd name="connsiteX914" fmla="*/ 1214634 w 7467600"/>
              <a:gd name="connsiteY914" fmla="*/ 0 h 6858000"/>
              <a:gd name="connsiteX915" fmla="*/ 1289827 w 7467600"/>
              <a:gd name="connsiteY915" fmla="*/ 0 h 6858000"/>
              <a:gd name="connsiteX916" fmla="*/ 1321076 w 7467600"/>
              <a:gd name="connsiteY916" fmla="*/ 59722 h 6858000"/>
              <a:gd name="connsiteX917" fmla="*/ 1512579 w 7467600"/>
              <a:gd name="connsiteY917" fmla="*/ 626441 h 6858000"/>
              <a:gd name="connsiteX918" fmla="*/ 1506076 w 7467600"/>
              <a:gd name="connsiteY918" fmla="*/ 1089289 h 6858000"/>
              <a:gd name="connsiteX919" fmla="*/ 1486346 w 7467600"/>
              <a:gd name="connsiteY919" fmla="*/ 1079919 h 6858000"/>
              <a:gd name="connsiteX920" fmla="*/ 1070511 w 7467600"/>
              <a:gd name="connsiteY920" fmla="*/ 48609 h 6858000"/>
              <a:gd name="connsiteX921" fmla="*/ 1057230 w 7467600"/>
              <a:gd name="connsiteY921" fmla="*/ 0 h 6858000"/>
              <a:gd name="connsiteX922" fmla="*/ 43151 w 7467600"/>
              <a:gd name="connsiteY922" fmla="*/ 0 h 6858000"/>
              <a:gd name="connsiteX923" fmla="*/ 95283 w 7467600"/>
              <a:gd name="connsiteY923" fmla="*/ 0 h 6858000"/>
              <a:gd name="connsiteX924" fmla="*/ 300708 w 7467600"/>
              <a:gd name="connsiteY924" fmla="*/ 154571 h 6858000"/>
              <a:gd name="connsiteX925" fmla="*/ 530414 w 7467600"/>
              <a:gd name="connsiteY925" fmla="*/ 354673 h 6858000"/>
              <a:gd name="connsiteX926" fmla="*/ 333785 w 7467600"/>
              <a:gd name="connsiteY926" fmla="*/ 161564 h 6858000"/>
              <a:gd name="connsiteX927" fmla="*/ 147005 w 7467600"/>
              <a:gd name="connsiteY927" fmla="*/ 0 h 6858000"/>
              <a:gd name="connsiteX928" fmla="*/ 272509 w 7467600"/>
              <a:gd name="connsiteY928" fmla="*/ 0 h 6858000"/>
              <a:gd name="connsiteX929" fmla="*/ 326276 w 7467600"/>
              <a:gd name="connsiteY929" fmla="*/ 45847 h 6858000"/>
              <a:gd name="connsiteX930" fmla="*/ 823759 w 7467600"/>
              <a:gd name="connsiteY930" fmla="*/ 574145 h 6858000"/>
              <a:gd name="connsiteX931" fmla="*/ 811254 w 7467600"/>
              <a:gd name="connsiteY931" fmla="*/ 665546 h 6858000"/>
              <a:gd name="connsiteX932" fmla="*/ 154042 w 7467600"/>
              <a:gd name="connsiteY932" fmla="*/ 261522 h 6858000"/>
              <a:gd name="connsiteX933" fmla="*/ 13550 w 7467600"/>
              <a:gd name="connsiteY933" fmla="*/ 158423 h 6858000"/>
              <a:gd name="connsiteX934" fmla="*/ 0 w 7467600"/>
              <a:gd name="connsiteY934" fmla="*/ 146618 h 6858000"/>
              <a:gd name="connsiteX935" fmla="*/ 0 w 7467600"/>
              <a:gd name="connsiteY935" fmla="*/ 59161 h 6858000"/>
              <a:gd name="connsiteX936" fmla="*/ 45427 w 7467600"/>
              <a:gd name="connsiteY936" fmla="*/ 101078 h 6858000"/>
              <a:gd name="connsiteX937" fmla="*/ 630103 w 7467600"/>
              <a:gd name="connsiteY937" fmla="*/ 485885 h 6858000"/>
              <a:gd name="connsiteX938" fmla="*/ 532040 w 7467600"/>
              <a:gd name="connsiteY938" fmla="*/ 399359 h 6858000"/>
              <a:gd name="connsiteX939" fmla="*/ 517618 w 7467600"/>
              <a:gd name="connsiteY939" fmla="*/ 385726 h 6858000"/>
              <a:gd name="connsiteX940" fmla="*/ 285074 w 7467600"/>
              <a:gd name="connsiteY940" fmla="*/ 182755 h 6858000"/>
              <a:gd name="connsiteX941" fmla="*/ 43151 w 7467600"/>
              <a:gd name="connsiteY94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289862 w 7467600"/>
              <a:gd name="connsiteY8" fmla="*/ 6659827 h 6858000"/>
              <a:gd name="connsiteX9" fmla="*/ 1019354 w 7467600"/>
              <a:gd name="connsiteY9" fmla="*/ 6315006 h 6858000"/>
              <a:gd name="connsiteX10" fmla="*/ 441046 w 7467600"/>
              <a:gd name="connsiteY10" fmla="*/ 6691153 h 6858000"/>
              <a:gd name="connsiteX11" fmla="*/ 1019354 w 7467600"/>
              <a:gd name="connsiteY11" fmla="*/ 6315006 h 6858000"/>
              <a:gd name="connsiteX12" fmla="*/ 991680 w 7467600"/>
              <a:gd name="connsiteY12" fmla="*/ 6298413 h 6858000"/>
              <a:gd name="connsiteX13" fmla="*/ 409060 w 7467600"/>
              <a:gd name="connsiteY13" fmla="*/ 6671470 h 6858000"/>
              <a:gd name="connsiteX14" fmla="*/ 991680 w 7467600"/>
              <a:gd name="connsiteY14" fmla="*/ 6298413 h 6858000"/>
              <a:gd name="connsiteX15" fmla="*/ 103333 w 7467600"/>
              <a:gd name="connsiteY15" fmla="*/ 5699602 h 6858000"/>
              <a:gd name="connsiteX16" fmla="*/ 233938 w 7467600"/>
              <a:gd name="connsiteY16" fmla="*/ 5809416 h 6858000"/>
              <a:gd name="connsiteX17" fmla="*/ 883580 w 7467600"/>
              <a:gd name="connsiteY17" fmla="*/ 6180710 h 6858000"/>
              <a:gd name="connsiteX18" fmla="*/ 487337 w 7467600"/>
              <a:gd name="connsiteY18" fmla="*/ 5950182 h 6858000"/>
              <a:gd name="connsiteX19" fmla="*/ 354051 w 7467600"/>
              <a:gd name="connsiteY19" fmla="*/ 5854912 h 6858000"/>
              <a:gd name="connsiteX20" fmla="*/ 195436 w 7467600"/>
              <a:gd name="connsiteY20" fmla="*/ 5755068 h 6858000"/>
              <a:gd name="connsiteX21" fmla="*/ 103333 w 7467600"/>
              <a:gd name="connsiteY21" fmla="*/ 5699602 h 6858000"/>
              <a:gd name="connsiteX22" fmla="*/ 5539432 w 7467600"/>
              <a:gd name="connsiteY22" fmla="*/ 5642928 h 6858000"/>
              <a:gd name="connsiteX23" fmla="*/ 5555462 w 7467600"/>
              <a:gd name="connsiteY23" fmla="*/ 5694454 h 6858000"/>
              <a:gd name="connsiteX24" fmla="*/ 5828270 w 7467600"/>
              <a:gd name="connsiteY24" fmla="*/ 6320663 h 6858000"/>
              <a:gd name="connsiteX25" fmla="*/ 5947416 w 7467600"/>
              <a:gd name="connsiteY25" fmla="*/ 6574846 h 6858000"/>
              <a:gd name="connsiteX26" fmla="*/ 5539432 w 7467600"/>
              <a:gd name="connsiteY26" fmla="*/ 5642928 h 6858000"/>
              <a:gd name="connsiteX27" fmla="*/ 51253 w 7467600"/>
              <a:gd name="connsiteY27" fmla="*/ 5631825 h 6858000"/>
              <a:gd name="connsiteX28" fmla="*/ 211622 w 7467600"/>
              <a:gd name="connsiteY28" fmla="*/ 5728803 h 6858000"/>
              <a:gd name="connsiteX29" fmla="*/ 371652 w 7467600"/>
              <a:gd name="connsiteY29" fmla="*/ 5829062 h 6858000"/>
              <a:gd name="connsiteX30" fmla="*/ 505903 w 7467600"/>
              <a:gd name="connsiteY30" fmla="*/ 5925221 h 6858000"/>
              <a:gd name="connsiteX31" fmla="*/ 899240 w 7467600"/>
              <a:gd name="connsiteY31" fmla="*/ 6153068 h 6858000"/>
              <a:gd name="connsiteX32" fmla="*/ 988114 w 7467600"/>
              <a:gd name="connsiteY32" fmla="*/ 6174204 h 6858000"/>
              <a:gd name="connsiteX33" fmla="*/ 845971 w 7467600"/>
              <a:gd name="connsiteY33" fmla="*/ 6067177 h 6858000"/>
              <a:gd name="connsiteX34" fmla="*/ 448057 w 7467600"/>
              <a:gd name="connsiteY34" fmla="*/ 5841376 h 6858000"/>
              <a:gd name="connsiteX35" fmla="*/ 51253 w 7467600"/>
              <a:gd name="connsiteY35" fmla="*/ 5631825 h 6858000"/>
              <a:gd name="connsiteX36" fmla="*/ 2606687 w 7467600"/>
              <a:gd name="connsiteY36" fmla="*/ 5630718 h 6858000"/>
              <a:gd name="connsiteX37" fmla="*/ 2645658 w 7467600"/>
              <a:gd name="connsiteY37" fmla="*/ 6640259 h 6858000"/>
              <a:gd name="connsiteX38" fmla="*/ 2606687 w 7467600"/>
              <a:gd name="connsiteY38" fmla="*/ 5630718 h 6858000"/>
              <a:gd name="connsiteX39" fmla="*/ 3642057 w 7467600"/>
              <a:gd name="connsiteY39" fmla="*/ 5573487 h 6858000"/>
              <a:gd name="connsiteX40" fmla="*/ 3632981 w 7467600"/>
              <a:gd name="connsiteY40" fmla="*/ 5579437 h 6858000"/>
              <a:gd name="connsiteX41" fmla="*/ 3382436 w 7467600"/>
              <a:gd name="connsiteY41" fmla="*/ 5952726 h 6858000"/>
              <a:gd name="connsiteX42" fmla="*/ 3191929 w 7467600"/>
              <a:gd name="connsiteY42" fmla="*/ 6662669 h 6858000"/>
              <a:gd name="connsiteX43" fmla="*/ 3369898 w 7467600"/>
              <a:gd name="connsiteY43" fmla="*/ 6081771 h 6858000"/>
              <a:gd name="connsiteX44" fmla="*/ 3642057 w 7467600"/>
              <a:gd name="connsiteY44" fmla="*/ 5573487 h 6858000"/>
              <a:gd name="connsiteX45" fmla="*/ 2650666 w 7467600"/>
              <a:gd name="connsiteY45" fmla="*/ 5530686 h 6858000"/>
              <a:gd name="connsiteX46" fmla="*/ 2650249 w 7467600"/>
              <a:gd name="connsiteY46" fmla="*/ 5532101 h 6858000"/>
              <a:gd name="connsiteX47" fmla="*/ 2663808 w 7467600"/>
              <a:gd name="connsiteY47" fmla="*/ 6535215 h 6858000"/>
              <a:gd name="connsiteX48" fmla="*/ 2665418 w 7467600"/>
              <a:gd name="connsiteY48" fmla="*/ 6132756 h 6858000"/>
              <a:gd name="connsiteX49" fmla="*/ 2650666 w 7467600"/>
              <a:gd name="connsiteY49" fmla="*/ 5530686 h 6858000"/>
              <a:gd name="connsiteX50" fmla="*/ 2680277 w 7467600"/>
              <a:gd name="connsiteY50" fmla="*/ 5479204 h 6858000"/>
              <a:gd name="connsiteX51" fmla="*/ 2678972 w 7467600"/>
              <a:gd name="connsiteY51" fmla="*/ 5481582 h 6858000"/>
              <a:gd name="connsiteX52" fmla="*/ 2696666 w 7467600"/>
              <a:gd name="connsiteY52" fmla="*/ 6133836 h 6858000"/>
              <a:gd name="connsiteX53" fmla="*/ 2695769 w 7467600"/>
              <a:gd name="connsiteY53" fmla="*/ 6390955 h 6858000"/>
              <a:gd name="connsiteX54" fmla="*/ 2739893 w 7467600"/>
              <a:gd name="connsiteY54" fmla="*/ 6108357 h 6858000"/>
              <a:gd name="connsiteX55" fmla="*/ 2680277 w 7467600"/>
              <a:gd name="connsiteY55" fmla="*/ 5479204 h 6858000"/>
              <a:gd name="connsiteX56" fmla="*/ 1132195 w 7467600"/>
              <a:gd name="connsiteY56" fmla="*/ 5467980 h 6858000"/>
              <a:gd name="connsiteX57" fmla="*/ 1679056 w 7467600"/>
              <a:gd name="connsiteY57" fmla="*/ 5516907 h 6858000"/>
              <a:gd name="connsiteX58" fmla="*/ 2128648 w 7467600"/>
              <a:gd name="connsiteY58" fmla="*/ 5474249 h 6858000"/>
              <a:gd name="connsiteX59" fmla="*/ 1825619 w 7467600"/>
              <a:gd name="connsiteY59" fmla="*/ 5478447 h 6858000"/>
              <a:gd name="connsiteX60" fmla="*/ 1737798 w 7467600"/>
              <a:gd name="connsiteY60" fmla="*/ 5483353 h 6858000"/>
              <a:gd name="connsiteX61" fmla="*/ 1132195 w 7467600"/>
              <a:gd name="connsiteY61" fmla="*/ 5467980 h 6858000"/>
              <a:gd name="connsiteX62" fmla="*/ 1456157 w 7467600"/>
              <a:gd name="connsiteY62" fmla="*/ 5371404 h 6858000"/>
              <a:gd name="connsiteX63" fmla="*/ 1244432 w 7467600"/>
              <a:gd name="connsiteY63" fmla="*/ 5385601 h 6858000"/>
              <a:gd name="connsiteX64" fmla="*/ 973990 w 7467600"/>
              <a:gd name="connsiteY64" fmla="*/ 5424940 h 6858000"/>
              <a:gd name="connsiteX65" fmla="*/ 1103809 w 7467600"/>
              <a:gd name="connsiteY65" fmla="*/ 5433720 h 6858000"/>
              <a:gd name="connsiteX66" fmla="*/ 1123454 w 7467600"/>
              <a:gd name="connsiteY66" fmla="*/ 5435727 h 6858000"/>
              <a:gd name="connsiteX67" fmla="*/ 1737017 w 7467600"/>
              <a:gd name="connsiteY67" fmla="*/ 5452183 h 6858000"/>
              <a:gd name="connsiteX68" fmla="*/ 1824397 w 7467600"/>
              <a:gd name="connsiteY68" fmla="*/ 5447757 h 6858000"/>
              <a:gd name="connsiteX69" fmla="*/ 2070059 w 7467600"/>
              <a:gd name="connsiteY69" fmla="*/ 5441660 h 6858000"/>
              <a:gd name="connsiteX70" fmla="*/ 1456157 w 7467600"/>
              <a:gd name="connsiteY70" fmla="*/ 5371404 h 6858000"/>
              <a:gd name="connsiteX71" fmla="*/ 4988186 w 7467600"/>
              <a:gd name="connsiteY71" fmla="*/ 5216467 h 6858000"/>
              <a:gd name="connsiteX72" fmla="*/ 4777334 w 7467600"/>
              <a:gd name="connsiteY72" fmla="*/ 5406072 h 6858000"/>
              <a:gd name="connsiteX73" fmla="*/ 4718341 w 7467600"/>
              <a:gd name="connsiteY73" fmla="*/ 5468043 h 6858000"/>
              <a:gd name="connsiteX74" fmla="*/ 4604655 w 7467600"/>
              <a:gd name="connsiteY74" fmla="*/ 5583434 h 6858000"/>
              <a:gd name="connsiteX75" fmla="*/ 4565074 w 7467600"/>
              <a:gd name="connsiteY75" fmla="*/ 5618550 h 6858000"/>
              <a:gd name="connsiteX76" fmla="*/ 4988186 w 7467600"/>
              <a:gd name="connsiteY76" fmla="*/ 5216467 h 6858000"/>
              <a:gd name="connsiteX77" fmla="*/ 4978032 w 7467600"/>
              <a:gd name="connsiteY77" fmla="*/ 5183809 h 6858000"/>
              <a:gd name="connsiteX78" fmla="*/ 4463413 w 7467600"/>
              <a:gd name="connsiteY78" fmla="*/ 5615162 h 6858000"/>
              <a:gd name="connsiteX79" fmla="*/ 4358134 w 7467600"/>
              <a:gd name="connsiteY79" fmla="*/ 5742791 h 6858000"/>
              <a:gd name="connsiteX80" fmla="*/ 4376219 w 7467600"/>
              <a:gd name="connsiteY80" fmla="*/ 5729027 h 6858000"/>
              <a:gd name="connsiteX81" fmla="*/ 4582340 w 7467600"/>
              <a:gd name="connsiteY81" fmla="*/ 5561037 h 6858000"/>
              <a:gd name="connsiteX82" fmla="*/ 4694684 w 7467600"/>
              <a:gd name="connsiteY82" fmla="*/ 5447098 h 6858000"/>
              <a:gd name="connsiteX83" fmla="*/ 4754123 w 7467600"/>
              <a:gd name="connsiteY83" fmla="*/ 5384643 h 6858000"/>
              <a:gd name="connsiteX84" fmla="*/ 4978032 w 7467600"/>
              <a:gd name="connsiteY84" fmla="*/ 5183809 h 6858000"/>
              <a:gd name="connsiteX85" fmla="*/ 1903353 w 7467600"/>
              <a:gd name="connsiteY85" fmla="*/ 5044827 h 6858000"/>
              <a:gd name="connsiteX86" fmla="*/ 1936931 w 7467600"/>
              <a:gd name="connsiteY86" fmla="*/ 5093954 h 6858000"/>
              <a:gd name="connsiteX87" fmla="*/ 2195868 w 7467600"/>
              <a:gd name="connsiteY87" fmla="*/ 5396574 h 6858000"/>
              <a:gd name="connsiteX88" fmla="*/ 2088852 w 7467600"/>
              <a:gd name="connsiteY88" fmla="*/ 5166123 h 6858000"/>
              <a:gd name="connsiteX89" fmla="*/ 1958241 w 7467600"/>
              <a:gd name="connsiteY89" fmla="*/ 5067955 h 6858000"/>
              <a:gd name="connsiteX90" fmla="*/ 1903353 w 7467600"/>
              <a:gd name="connsiteY90" fmla="*/ 5044827 h 6858000"/>
              <a:gd name="connsiteX91" fmla="*/ 1979378 w 7467600"/>
              <a:gd name="connsiteY91" fmla="*/ 4769504 h 6858000"/>
              <a:gd name="connsiteX92" fmla="*/ 2882120 w 7467600"/>
              <a:gd name="connsiteY92" fmla="*/ 5064547 h 6858000"/>
              <a:gd name="connsiteX93" fmla="*/ 2793103 w 7467600"/>
              <a:gd name="connsiteY93" fmla="*/ 5039699 h 6858000"/>
              <a:gd name="connsiteX94" fmla="*/ 2770041 w 7467600"/>
              <a:gd name="connsiteY94" fmla="*/ 5033634 h 6858000"/>
              <a:gd name="connsiteX95" fmla="*/ 1979378 w 7467600"/>
              <a:gd name="connsiteY95" fmla="*/ 4769504 h 6858000"/>
              <a:gd name="connsiteX96" fmla="*/ 1927410 w 7467600"/>
              <a:gd name="connsiteY96" fmla="*/ 4716164 h 6858000"/>
              <a:gd name="connsiteX97" fmla="*/ 1959587 w 7467600"/>
              <a:gd name="connsiteY97" fmla="*/ 4728849 h 6858000"/>
              <a:gd name="connsiteX98" fmla="*/ 2777707 w 7467600"/>
              <a:gd name="connsiteY98" fmla="*/ 5003991 h 6858000"/>
              <a:gd name="connsiteX99" fmla="*/ 2800768 w 7467600"/>
              <a:gd name="connsiteY99" fmla="*/ 5010056 h 6858000"/>
              <a:gd name="connsiteX100" fmla="*/ 2879408 w 7467600"/>
              <a:gd name="connsiteY100" fmla="*/ 5031590 h 6858000"/>
              <a:gd name="connsiteX101" fmla="*/ 2862295 w 7467600"/>
              <a:gd name="connsiteY101" fmla="*/ 5022958 h 6858000"/>
              <a:gd name="connsiteX102" fmla="*/ 2813343 w 7467600"/>
              <a:gd name="connsiteY102" fmla="*/ 4998369 h 6858000"/>
              <a:gd name="connsiteX103" fmla="*/ 2646245 w 7467600"/>
              <a:gd name="connsiteY103" fmla="*/ 4930999 h 6858000"/>
              <a:gd name="connsiteX104" fmla="*/ 1999243 w 7467600"/>
              <a:gd name="connsiteY104" fmla="*/ 4730524 h 6858000"/>
              <a:gd name="connsiteX105" fmla="*/ 1979527 w 7467600"/>
              <a:gd name="connsiteY105" fmla="*/ 4726651 h 6858000"/>
              <a:gd name="connsiteX106" fmla="*/ 1927410 w 7467600"/>
              <a:gd name="connsiteY106" fmla="*/ 4716164 h 6858000"/>
              <a:gd name="connsiteX107" fmla="*/ 1997014 w 7467600"/>
              <a:gd name="connsiteY107" fmla="*/ 4698007 h 6858000"/>
              <a:gd name="connsiteX108" fmla="*/ 2005458 w 7467600"/>
              <a:gd name="connsiteY108" fmla="*/ 4699540 h 6858000"/>
              <a:gd name="connsiteX109" fmla="*/ 2657186 w 7467600"/>
              <a:gd name="connsiteY109" fmla="*/ 4901687 h 6858000"/>
              <a:gd name="connsiteX110" fmla="*/ 2826662 w 7467600"/>
              <a:gd name="connsiteY110" fmla="*/ 4970362 h 6858000"/>
              <a:gd name="connsiteX111" fmla="*/ 2876100 w 7467600"/>
              <a:gd name="connsiteY111" fmla="*/ 4995397 h 6858000"/>
              <a:gd name="connsiteX112" fmla="*/ 3042600 w 7467600"/>
              <a:gd name="connsiteY112" fmla="*/ 5059532 h 6858000"/>
              <a:gd name="connsiteX113" fmla="*/ 1997014 w 7467600"/>
              <a:gd name="connsiteY113" fmla="*/ 4698007 h 6858000"/>
              <a:gd name="connsiteX114" fmla="*/ 2305292 w 7467600"/>
              <a:gd name="connsiteY114" fmla="*/ 4219492 h 6858000"/>
              <a:gd name="connsiteX115" fmla="*/ 3360922 w 7467600"/>
              <a:gd name="connsiteY115" fmla="*/ 4529373 h 6858000"/>
              <a:gd name="connsiteX116" fmla="*/ 3492420 w 7467600"/>
              <a:gd name="connsiteY116" fmla="*/ 4510145 h 6858000"/>
              <a:gd name="connsiteX117" fmla="*/ 3364086 w 7467600"/>
              <a:gd name="connsiteY117" fmla="*/ 4480340 h 6858000"/>
              <a:gd name="connsiteX118" fmla="*/ 3225818 w 7467600"/>
              <a:gd name="connsiteY118" fmla="*/ 4411822 h 6858000"/>
              <a:gd name="connsiteX119" fmla="*/ 3129696 w 7467600"/>
              <a:gd name="connsiteY119" fmla="*/ 4360704 h 6858000"/>
              <a:gd name="connsiteX120" fmla="*/ 2814545 w 7467600"/>
              <a:gd name="connsiteY120" fmla="*/ 4282955 h 6858000"/>
              <a:gd name="connsiteX121" fmla="*/ 2305292 w 7467600"/>
              <a:gd name="connsiteY121" fmla="*/ 4219492 h 6858000"/>
              <a:gd name="connsiteX122" fmla="*/ 2626982 w 7467600"/>
              <a:gd name="connsiteY122" fmla="*/ 4206450 h 6858000"/>
              <a:gd name="connsiteX123" fmla="*/ 2490617 w 7467600"/>
              <a:gd name="connsiteY123" fmla="*/ 4206951 h 6858000"/>
              <a:gd name="connsiteX124" fmla="*/ 2819869 w 7467600"/>
              <a:gd name="connsiteY124" fmla="*/ 4252936 h 6858000"/>
              <a:gd name="connsiteX125" fmla="*/ 3143018 w 7467600"/>
              <a:gd name="connsiteY125" fmla="*/ 4332698 h 6858000"/>
              <a:gd name="connsiteX126" fmla="*/ 3241520 w 7467600"/>
              <a:gd name="connsiteY126" fmla="*/ 4385112 h 6858000"/>
              <a:gd name="connsiteX127" fmla="*/ 3374575 w 7467600"/>
              <a:gd name="connsiteY127" fmla="*/ 4451517 h 6858000"/>
              <a:gd name="connsiteX128" fmla="*/ 3505221 w 7467600"/>
              <a:gd name="connsiteY128" fmla="*/ 4480757 h 6858000"/>
              <a:gd name="connsiteX129" fmla="*/ 2626982 w 7467600"/>
              <a:gd name="connsiteY129" fmla="*/ 4206450 h 6858000"/>
              <a:gd name="connsiteX130" fmla="*/ 1310106 w 7467600"/>
              <a:gd name="connsiteY130" fmla="*/ 3943217 h 6858000"/>
              <a:gd name="connsiteX131" fmla="*/ 854994 w 7467600"/>
              <a:gd name="connsiteY131" fmla="*/ 4399136 h 6858000"/>
              <a:gd name="connsiteX132" fmla="*/ 742462 w 7467600"/>
              <a:gd name="connsiteY132" fmla="*/ 4594648 h 6858000"/>
              <a:gd name="connsiteX133" fmla="*/ 820602 w 7467600"/>
              <a:gd name="connsiteY133" fmla="*/ 4485915 h 6858000"/>
              <a:gd name="connsiteX134" fmla="*/ 878295 w 7467600"/>
              <a:gd name="connsiteY134" fmla="*/ 4403594 h 6858000"/>
              <a:gd name="connsiteX135" fmla="*/ 1240607 w 7467600"/>
              <a:gd name="connsiteY135" fmla="*/ 4010401 h 6858000"/>
              <a:gd name="connsiteX136" fmla="*/ 1310106 w 7467600"/>
              <a:gd name="connsiteY136" fmla="*/ 3943217 h 6858000"/>
              <a:gd name="connsiteX137" fmla="*/ 1423113 w 7467600"/>
              <a:gd name="connsiteY137" fmla="*/ 3874565 h 6858000"/>
              <a:gd name="connsiteX138" fmla="*/ 1260565 w 7467600"/>
              <a:gd name="connsiteY138" fmla="*/ 4031982 h 6858000"/>
              <a:gd name="connsiteX139" fmla="*/ 901900 w 7467600"/>
              <a:gd name="connsiteY139" fmla="*/ 4421236 h 6858000"/>
              <a:gd name="connsiteX140" fmla="*/ 845044 w 7467600"/>
              <a:gd name="connsiteY140" fmla="*/ 4502436 h 6858000"/>
              <a:gd name="connsiteX141" fmla="*/ 685926 w 7467600"/>
              <a:gd name="connsiteY141" fmla="*/ 4703069 h 6858000"/>
              <a:gd name="connsiteX142" fmla="*/ 684248 w 7467600"/>
              <a:gd name="connsiteY142" fmla="*/ 4706721 h 6858000"/>
              <a:gd name="connsiteX143" fmla="*/ 1423113 w 7467600"/>
              <a:gd name="connsiteY143" fmla="*/ 3874565 h 6858000"/>
              <a:gd name="connsiteX144" fmla="*/ 3316479 w 7467600"/>
              <a:gd name="connsiteY144" fmla="*/ 3872136 h 6858000"/>
              <a:gd name="connsiteX145" fmla="*/ 3546806 w 7467600"/>
              <a:gd name="connsiteY145" fmla="*/ 4356139 h 6858000"/>
              <a:gd name="connsiteX146" fmla="*/ 3364433 w 7467600"/>
              <a:gd name="connsiteY146" fmla="*/ 3953121 h 6858000"/>
              <a:gd name="connsiteX147" fmla="*/ 3316479 w 7467600"/>
              <a:gd name="connsiteY147" fmla="*/ 3872136 h 6858000"/>
              <a:gd name="connsiteX148" fmla="*/ 3291335 w 7467600"/>
              <a:gd name="connsiteY148" fmla="*/ 3767420 h 6858000"/>
              <a:gd name="connsiteX149" fmla="*/ 3390805 w 7467600"/>
              <a:gd name="connsiteY149" fmla="*/ 3937163 h 6858000"/>
              <a:gd name="connsiteX150" fmla="*/ 3579062 w 7467600"/>
              <a:gd name="connsiteY150" fmla="*/ 4359040 h 6858000"/>
              <a:gd name="connsiteX151" fmla="*/ 3467355 w 7467600"/>
              <a:gd name="connsiteY151" fmla="*/ 3988130 h 6858000"/>
              <a:gd name="connsiteX152" fmla="*/ 3310753 w 7467600"/>
              <a:gd name="connsiteY152" fmla="*/ 3787140 h 6858000"/>
              <a:gd name="connsiteX153" fmla="*/ 3291335 w 7467600"/>
              <a:gd name="connsiteY153" fmla="*/ 3767420 h 6858000"/>
              <a:gd name="connsiteX154" fmla="*/ 1635889 w 7467600"/>
              <a:gd name="connsiteY154" fmla="*/ 3709494 h 6858000"/>
              <a:gd name="connsiteX155" fmla="*/ 1634800 w 7467600"/>
              <a:gd name="connsiteY155" fmla="*/ 3731111 h 6858000"/>
              <a:gd name="connsiteX156" fmla="*/ 1635889 w 7467600"/>
              <a:gd name="connsiteY156" fmla="*/ 3709494 h 6858000"/>
              <a:gd name="connsiteX157" fmla="*/ 1510397 w 7467600"/>
              <a:gd name="connsiteY157" fmla="*/ 3684705 h 6858000"/>
              <a:gd name="connsiteX158" fmla="*/ 1146550 w 7467600"/>
              <a:gd name="connsiteY158" fmla="*/ 3802012 h 6858000"/>
              <a:gd name="connsiteX159" fmla="*/ 698834 w 7467600"/>
              <a:gd name="connsiteY159" fmla="*/ 3952272 h 6858000"/>
              <a:gd name="connsiteX160" fmla="*/ 34256 w 7467600"/>
              <a:gd name="connsiteY160" fmla="*/ 4347603 h 6858000"/>
              <a:gd name="connsiteX161" fmla="*/ 527241 w 7467600"/>
              <a:gd name="connsiteY161" fmla="*/ 4065078 h 6858000"/>
              <a:gd name="connsiteX162" fmla="*/ 1510397 w 7467600"/>
              <a:gd name="connsiteY162" fmla="*/ 3684705 h 6858000"/>
              <a:gd name="connsiteX163" fmla="*/ 1313114 w 7467600"/>
              <a:gd name="connsiteY163" fmla="*/ 3655216 h 6858000"/>
              <a:gd name="connsiteX164" fmla="*/ 1109304 w 7467600"/>
              <a:gd name="connsiteY164" fmla="*/ 3669030 h 6858000"/>
              <a:gd name="connsiteX165" fmla="*/ 8129 w 7467600"/>
              <a:gd name="connsiteY165" fmla="*/ 4330519 h 6858000"/>
              <a:gd name="connsiteX166" fmla="*/ 687572 w 7467600"/>
              <a:gd name="connsiteY166" fmla="*/ 3925629 h 6858000"/>
              <a:gd name="connsiteX167" fmla="*/ 1138365 w 7467600"/>
              <a:gd name="connsiteY167" fmla="*/ 3774515 h 6858000"/>
              <a:gd name="connsiteX168" fmla="*/ 1505579 w 7467600"/>
              <a:gd name="connsiteY168" fmla="*/ 3655526 h 6858000"/>
              <a:gd name="connsiteX169" fmla="*/ 1313114 w 7467600"/>
              <a:gd name="connsiteY169" fmla="*/ 3655216 h 6858000"/>
              <a:gd name="connsiteX170" fmla="*/ 3655073 w 7467600"/>
              <a:gd name="connsiteY170" fmla="*/ 3650884 h 6858000"/>
              <a:gd name="connsiteX171" fmla="*/ 3989938 w 7467600"/>
              <a:gd name="connsiteY171" fmla="*/ 3991685 h 6858000"/>
              <a:gd name="connsiteX172" fmla="*/ 4393907 w 7467600"/>
              <a:gd name="connsiteY172" fmla="*/ 4261258 h 6858000"/>
              <a:gd name="connsiteX173" fmla="*/ 4648051 w 7467600"/>
              <a:gd name="connsiteY173" fmla="*/ 4374051 h 6858000"/>
              <a:gd name="connsiteX174" fmla="*/ 4383389 w 7467600"/>
              <a:gd name="connsiteY174" fmla="*/ 4184369 h 6858000"/>
              <a:gd name="connsiteX175" fmla="*/ 4165508 w 7467600"/>
              <a:gd name="connsiteY175" fmla="*/ 4035196 h 6858000"/>
              <a:gd name="connsiteX176" fmla="*/ 4068162 w 7467600"/>
              <a:gd name="connsiteY176" fmla="*/ 3953394 h 6858000"/>
              <a:gd name="connsiteX177" fmla="*/ 3981416 w 7467600"/>
              <a:gd name="connsiteY177" fmla="*/ 3880482 h 6858000"/>
              <a:gd name="connsiteX178" fmla="*/ 3800147 w 7467600"/>
              <a:gd name="connsiteY178" fmla="*/ 3749872 h 6858000"/>
              <a:gd name="connsiteX179" fmla="*/ 3655073 w 7467600"/>
              <a:gd name="connsiteY179" fmla="*/ 3650884 h 6858000"/>
              <a:gd name="connsiteX180" fmla="*/ 3670252 w 7467600"/>
              <a:gd name="connsiteY180" fmla="*/ 3622798 h 6858000"/>
              <a:gd name="connsiteX181" fmla="*/ 3817258 w 7467600"/>
              <a:gd name="connsiteY181" fmla="*/ 3723577 h 6858000"/>
              <a:gd name="connsiteX182" fmla="*/ 4000461 w 7467600"/>
              <a:gd name="connsiteY182" fmla="*/ 3855966 h 6858000"/>
              <a:gd name="connsiteX183" fmla="*/ 4088180 w 7467600"/>
              <a:gd name="connsiteY183" fmla="*/ 3929774 h 6858000"/>
              <a:gd name="connsiteX184" fmla="*/ 4184555 w 7467600"/>
              <a:gd name="connsiteY184" fmla="*/ 4010683 h 6858000"/>
              <a:gd name="connsiteX185" fmla="*/ 4399563 w 7467600"/>
              <a:gd name="connsiteY185" fmla="*/ 4158106 h 6858000"/>
              <a:gd name="connsiteX186" fmla="*/ 4684469 w 7467600"/>
              <a:gd name="connsiteY186" fmla="*/ 4364680 h 6858000"/>
              <a:gd name="connsiteX187" fmla="*/ 4690271 w 7467600"/>
              <a:gd name="connsiteY187" fmla="*/ 4370034 h 6858000"/>
              <a:gd name="connsiteX188" fmla="*/ 4136093 w 7467600"/>
              <a:gd name="connsiteY188" fmla="*/ 3858466 h 6858000"/>
              <a:gd name="connsiteX189" fmla="*/ 3670252 w 7467600"/>
              <a:gd name="connsiteY189" fmla="*/ 3622798 h 6858000"/>
              <a:gd name="connsiteX190" fmla="*/ 4440129 w 7467600"/>
              <a:gd name="connsiteY190" fmla="*/ 3448571 h 6858000"/>
              <a:gd name="connsiteX191" fmla="*/ 4856525 w 7467600"/>
              <a:gd name="connsiteY191" fmla="*/ 3915351 h 6858000"/>
              <a:gd name="connsiteX192" fmla="*/ 5059055 w 7467600"/>
              <a:gd name="connsiteY192" fmla="*/ 4108918 h 6858000"/>
              <a:gd name="connsiteX193" fmla="*/ 5290070 w 7467600"/>
              <a:gd name="connsiteY193" fmla="*/ 4263619 h 6858000"/>
              <a:gd name="connsiteX194" fmla="*/ 4834991 w 7467600"/>
              <a:gd name="connsiteY194" fmla="*/ 3830985 h 6858000"/>
              <a:gd name="connsiteX195" fmla="*/ 4440129 w 7467600"/>
              <a:gd name="connsiteY195" fmla="*/ 3448571 h 6858000"/>
              <a:gd name="connsiteX196" fmla="*/ 4441737 w 7467600"/>
              <a:gd name="connsiteY196" fmla="*/ 3399734 h 6858000"/>
              <a:gd name="connsiteX197" fmla="*/ 4431236 w 7467600"/>
              <a:gd name="connsiteY197" fmla="*/ 3400954 h 6858000"/>
              <a:gd name="connsiteX198" fmla="*/ 4557150 w 7467600"/>
              <a:gd name="connsiteY198" fmla="*/ 3510023 h 6858000"/>
              <a:gd name="connsiteX199" fmla="*/ 4856936 w 7467600"/>
              <a:gd name="connsiteY199" fmla="*/ 3809146 h 6858000"/>
              <a:gd name="connsiteX200" fmla="*/ 5111996 w 7467600"/>
              <a:gd name="connsiteY200" fmla="*/ 4065759 h 6858000"/>
              <a:gd name="connsiteX201" fmla="*/ 5388878 w 7467600"/>
              <a:gd name="connsiteY201" fmla="*/ 4300185 h 6858000"/>
              <a:gd name="connsiteX202" fmla="*/ 5425556 w 7467600"/>
              <a:gd name="connsiteY202" fmla="*/ 4308967 h 6858000"/>
              <a:gd name="connsiteX203" fmla="*/ 4943646 w 7467600"/>
              <a:gd name="connsiteY203" fmla="*/ 3822916 h 6858000"/>
              <a:gd name="connsiteX204" fmla="*/ 4594837 w 7467600"/>
              <a:gd name="connsiteY204" fmla="*/ 3532274 h 6858000"/>
              <a:gd name="connsiteX205" fmla="*/ 4441737 w 7467600"/>
              <a:gd name="connsiteY205" fmla="*/ 3399734 h 6858000"/>
              <a:gd name="connsiteX206" fmla="*/ 5425834 w 7467600"/>
              <a:gd name="connsiteY206" fmla="*/ 3162785 h 6858000"/>
              <a:gd name="connsiteX207" fmla="*/ 5401644 w 7467600"/>
              <a:gd name="connsiteY207" fmla="*/ 3617847 h 6858000"/>
              <a:gd name="connsiteX208" fmla="*/ 5467256 w 7467600"/>
              <a:gd name="connsiteY208" fmla="*/ 4175494 h 6858000"/>
              <a:gd name="connsiteX209" fmla="*/ 5448069 w 7467600"/>
              <a:gd name="connsiteY209" fmla="*/ 3567554 h 6858000"/>
              <a:gd name="connsiteX210" fmla="*/ 5425834 w 7467600"/>
              <a:gd name="connsiteY210" fmla="*/ 3162785 h 6858000"/>
              <a:gd name="connsiteX211" fmla="*/ 1318687 w 7467600"/>
              <a:gd name="connsiteY211" fmla="*/ 3113840 h 6858000"/>
              <a:gd name="connsiteX212" fmla="*/ 1066793 w 7467600"/>
              <a:gd name="connsiteY212" fmla="*/ 3212171 h 6858000"/>
              <a:gd name="connsiteX213" fmla="*/ 993319 w 7467600"/>
              <a:gd name="connsiteY213" fmla="*/ 3247648 h 6858000"/>
              <a:gd name="connsiteX214" fmla="*/ 853081 w 7467600"/>
              <a:gd name="connsiteY214" fmla="*/ 3312410 h 6858000"/>
              <a:gd name="connsiteX215" fmla="*/ 805957 w 7467600"/>
              <a:gd name="connsiteY215" fmla="*/ 3330443 h 6858000"/>
              <a:gd name="connsiteX216" fmla="*/ 1318687 w 7467600"/>
              <a:gd name="connsiteY216" fmla="*/ 3113840 h 6858000"/>
              <a:gd name="connsiteX217" fmla="*/ 5453702 w 7467600"/>
              <a:gd name="connsiteY217" fmla="*/ 3090882 h 6858000"/>
              <a:gd name="connsiteX218" fmla="*/ 5480135 w 7467600"/>
              <a:gd name="connsiteY218" fmla="*/ 3565802 h 6858000"/>
              <a:gd name="connsiteX219" fmla="*/ 5499023 w 7467600"/>
              <a:gd name="connsiteY219" fmla="*/ 4166310 h 6858000"/>
              <a:gd name="connsiteX220" fmla="*/ 5547022 w 7467600"/>
              <a:gd name="connsiteY220" fmla="*/ 3607838 h 6858000"/>
              <a:gd name="connsiteX221" fmla="*/ 5515964 w 7467600"/>
              <a:gd name="connsiteY221" fmla="*/ 3378541 h 6858000"/>
              <a:gd name="connsiteX222" fmla="*/ 5453702 w 7467600"/>
              <a:gd name="connsiteY222" fmla="*/ 3090882 h 6858000"/>
              <a:gd name="connsiteX223" fmla="*/ 1238695 w 7467600"/>
              <a:gd name="connsiteY223" fmla="*/ 3076820 h 6858000"/>
              <a:gd name="connsiteX224" fmla="*/ 716371 w 7467600"/>
              <a:gd name="connsiteY224" fmla="*/ 3293249 h 6858000"/>
              <a:gd name="connsiteX225" fmla="*/ 579522 w 7467600"/>
              <a:gd name="connsiteY225" fmla="*/ 3371759 h 6858000"/>
              <a:gd name="connsiteX226" fmla="*/ 600288 w 7467600"/>
              <a:gd name="connsiteY226" fmla="*/ 3365555 h 6858000"/>
              <a:gd name="connsiteX227" fmla="*/ 840692 w 7467600"/>
              <a:gd name="connsiteY227" fmla="*/ 3284921 h 6858000"/>
              <a:gd name="connsiteX228" fmla="*/ 979248 w 7467600"/>
              <a:gd name="connsiteY228" fmla="*/ 3221003 h 6858000"/>
              <a:gd name="connsiteX229" fmla="*/ 1053282 w 7467600"/>
              <a:gd name="connsiteY229" fmla="*/ 3185247 h 6858000"/>
              <a:gd name="connsiteX230" fmla="*/ 1320603 w 7467600"/>
              <a:gd name="connsiteY230" fmla="*/ 3081281 h 6858000"/>
              <a:gd name="connsiteX231" fmla="*/ 1238695 w 7467600"/>
              <a:gd name="connsiteY231" fmla="*/ 3076820 h 6858000"/>
              <a:gd name="connsiteX232" fmla="*/ 5425627 w 7467600"/>
              <a:gd name="connsiteY232" fmla="*/ 2954192 h 6858000"/>
              <a:gd name="connsiteX233" fmla="*/ 5470770 w 7467600"/>
              <a:gd name="connsiteY233" fmla="*/ 3005435 h 6858000"/>
              <a:gd name="connsiteX234" fmla="*/ 5519779 w 7467600"/>
              <a:gd name="connsiteY234" fmla="*/ 4359223 h 6858000"/>
              <a:gd name="connsiteX235" fmla="*/ 5520293 w 7467600"/>
              <a:gd name="connsiteY235" fmla="*/ 4360602 h 6858000"/>
              <a:gd name="connsiteX236" fmla="*/ 5767221 w 7467600"/>
              <a:gd name="connsiteY236" fmla="*/ 4665564 h 6858000"/>
              <a:gd name="connsiteX237" fmla="*/ 6937169 w 7467600"/>
              <a:gd name="connsiteY237" fmla="*/ 4815941 h 6858000"/>
              <a:gd name="connsiteX238" fmla="*/ 6953922 w 7467600"/>
              <a:gd name="connsiteY238" fmla="*/ 4890068 h 6858000"/>
              <a:gd name="connsiteX239" fmla="*/ 6071359 w 7467600"/>
              <a:gd name="connsiteY239" fmla="*/ 4770770 h 6858000"/>
              <a:gd name="connsiteX240" fmla="*/ 6038839 w 7467600"/>
              <a:gd name="connsiteY240" fmla="*/ 4764474 h 6858000"/>
              <a:gd name="connsiteX241" fmla="*/ 6038706 w 7467600"/>
              <a:gd name="connsiteY241" fmla="*/ 4763847 h 6858000"/>
              <a:gd name="connsiteX242" fmla="*/ 6037784 w 7467600"/>
              <a:gd name="connsiteY242" fmla="*/ 4764270 h 6858000"/>
              <a:gd name="connsiteX243" fmla="*/ 6038839 w 7467600"/>
              <a:gd name="connsiteY243" fmla="*/ 4764474 h 6858000"/>
              <a:gd name="connsiteX244" fmla="*/ 6040338 w 7467600"/>
              <a:gd name="connsiteY244" fmla="*/ 4771418 h 6858000"/>
              <a:gd name="connsiteX245" fmla="*/ 6024488 w 7467600"/>
              <a:gd name="connsiteY245" fmla="*/ 4809903 h 6858000"/>
              <a:gd name="connsiteX246" fmla="*/ 5599771 w 7467600"/>
              <a:gd name="connsiteY246" fmla="*/ 5509652 h 6858000"/>
              <a:gd name="connsiteX247" fmla="*/ 5548843 w 7467600"/>
              <a:gd name="connsiteY247" fmla="*/ 5563845 h 6858000"/>
              <a:gd name="connsiteX248" fmla="*/ 5940952 w 7467600"/>
              <a:gd name="connsiteY248" fmla="*/ 6250028 h 6858000"/>
              <a:gd name="connsiteX249" fmla="*/ 6043441 w 7467600"/>
              <a:gd name="connsiteY249" fmla="*/ 6665847 h 6858000"/>
              <a:gd name="connsiteX250" fmla="*/ 6093432 w 7467600"/>
              <a:gd name="connsiteY250" fmla="*/ 6858000 h 6858000"/>
              <a:gd name="connsiteX251" fmla="*/ 6034344 w 7467600"/>
              <a:gd name="connsiteY251" fmla="*/ 6858000 h 6858000"/>
              <a:gd name="connsiteX252" fmla="*/ 6026679 w 7467600"/>
              <a:gd name="connsiteY252" fmla="*/ 6836959 h 6858000"/>
              <a:gd name="connsiteX253" fmla="*/ 5800441 w 7467600"/>
              <a:gd name="connsiteY253" fmla="*/ 6335286 h 6858000"/>
              <a:gd name="connsiteX254" fmla="*/ 5526562 w 7467600"/>
              <a:gd name="connsiteY254" fmla="*/ 5705388 h 6858000"/>
              <a:gd name="connsiteX255" fmla="*/ 5519640 w 7467600"/>
              <a:gd name="connsiteY255" fmla="*/ 5683774 h 6858000"/>
              <a:gd name="connsiteX256" fmla="*/ 5844559 w 7467600"/>
              <a:gd name="connsiteY256" fmla="*/ 6553349 h 6858000"/>
              <a:gd name="connsiteX257" fmla="*/ 5975994 w 7467600"/>
              <a:gd name="connsiteY257" fmla="*/ 6858000 h 6858000"/>
              <a:gd name="connsiteX258" fmla="*/ 5898547 w 7467600"/>
              <a:gd name="connsiteY258" fmla="*/ 6858000 h 6858000"/>
              <a:gd name="connsiteX259" fmla="*/ 5682041 w 7467600"/>
              <a:gd name="connsiteY259" fmla="*/ 6355860 h 6858000"/>
              <a:gd name="connsiteX260" fmla="*/ 5461758 w 7467600"/>
              <a:gd name="connsiteY260" fmla="*/ 5820220 h 6858000"/>
              <a:gd name="connsiteX261" fmla="*/ 5237282 w 7467600"/>
              <a:gd name="connsiteY261" fmla="*/ 6579086 h 6858000"/>
              <a:gd name="connsiteX262" fmla="*/ 5115009 w 7467600"/>
              <a:gd name="connsiteY262" fmla="*/ 6858000 h 6858000"/>
              <a:gd name="connsiteX263" fmla="*/ 5028074 w 7467600"/>
              <a:gd name="connsiteY263" fmla="*/ 6858000 h 6858000"/>
              <a:gd name="connsiteX264" fmla="*/ 5079508 w 7467600"/>
              <a:gd name="connsiteY264" fmla="*/ 6749074 h 6858000"/>
              <a:gd name="connsiteX265" fmla="*/ 5371846 w 7467600"/>
              <a:gd name="connsiteY265" fmla="*/ 5924413 h 6858000"/>
              <a:gd name="connsiteX266" fmla="*/ 5270512 w 7467600"/>
              <a:gd name="connsiteY266" fmla="*/ 6138975 h 6858000"/>
              <a:gd name="connsiteX267" fmla="*/ 5062409 w 7467600"/>
              <a:gd name="connsiteY267" fmla="*/ 6653544 h 6858000"/>
              <a:gd name="connsiteX268" fmla="*/ 5036628 w 7467600"/>
              <a:gd name="connsiteY268" fmla="*/ 6754247 h 6858000"/>
              <a:gd name="connsiteX269" fmla="*/ 5009112 w 7467600"/>
              <a:gd name="connsiteY269" fmla="*/ 6858000 h 6858000"/>
              <a:gd name="connsiteX270" fmla="*/ 4976679 w 7467600"/>
              <a:gd name="connsiteY270" fmla="*/ 6858000 h 6858000"/>
              <a:gd name="connsiteX271" fmla="*/ 5006537 w 7467600"/>
              <a:gd name="connsiteY271" fmla="*/ 6747068 h 6858000"/>
              <a:gd name="connsiteX272" fmla="*/ 5032723 w 7467600"/>
              <a:gd name="connsiteY272" fmla="*/ 6644957 h 6858000"/>
              <a:gd name="connsiteX273" fmla="*/ 5242949 w 7467600"/>
              <a:gd name="connsiteY273" fmla="*/ 6125175 h 6858000"/>
              <a:gd name="connsiteX274" fmla="*/ 5286321 w 7467600"/>
              <a:gd name="connsiteY274" fmla="*/ 6033555 h 6858000"/>
              <a:gd name="connsiteX275" fmla="*/ 5008210 w 7467600"/>
              <a:gd name="connsiteY275" fmla="*/ 6649194 h 6858000"/>
              <a:gd name="connsiteX276" fmla="*/ 4986321 w 7467600"/>
              <a:gd name="connsiteY276" fmla="*/ 6765687 h 6858000"/>
              <a:gd name="connsiteX277" fmla="*/ 4973474 w 7467600"/>
              <a:gd name="connsiteY277" fmla="*/ 6858000 h 6858000"/>
              <a:gd name="connsiteX278" fmla="*/ 4907178 w 7467600"/>
              <a:gd name="connsiteY278" fmla="*/ 6858000 h 6858000"/>
              <a:gd name="connsiteX279" fmla="*/ 4910810 w 7467600"/>
              <a:gd name="connsiteY279" fmla="*/ 6829660 h 6858000"/>
              <a:gd name="connsiteX280" fmla="*/ 4987461 w 7467600"/>
              <a:gd name="connsiteY280" fmla="*/ 6432994 h 6858000"/>
              <a:gd name="connsiteX281" fmla="*/ 5179262 w 7467600"/>
              <a:gd name="connsiteY281" fmla="*/ 6035044 h 6858000"/>
              <a:gd name="connsiteX282" fmla="*/ 4689678 w 7467600"/>
              <a:gd name="connsiteY282" fmla="*/ 6440241 h 6858000"/>
              <a:gd name="connsiteX283" fmla="*/ 4477543 w 7467600"/>
              <a:gd name="connsiteY283" fmla="*/ 6674836 h 6858000"/>
              <a:gd name="connsiteX284" fmla="*/ 4329957 w 7467600"/>
              <a:gd name="connsiteY284" fmla="*/ 6858000 h 6858000"/>
              <a:gd name="connsiteX285" fmla="*/ 4218595 w 7467600"/>
              <a:gd name="connsiteY285" fmla="*/ 6858000 h 6858000"/>
              <a:gd name="connsiteX286" fmla="*/ 4368888 w 7467600"/>
              <a:gd name="connsiteY286" fmla="*/ 6668412 h 6858000"/>
              <a:gd name="connsiteX287" fmla="*/ 4563091 w 7467600"/>
              <a:gd name="connsiteY287" fmla="*/ 6442508 h 6858000"/>
              <a:gd name="connsiteX288" fmla="*/ 5387324 w 7467600"/>
              <a:gd name="connsiteY288" fmla="*/ 5705830 h 6858000"/>
              <a:gd name="connsiteX289" fmla="*/ 5073620 w 7467600"/>
              <a:gd name="connsiteY289" fmla="*/ 5955437 h 6858000"/>
              <a:gd name="connsiteX290" fmla="*/ 4689789 w 7467600"/>
              <a:gd name="connsiteY290" fmla="*/ 6268382 h 6858000"/>
              <a:gd name="connsiteX291" fmla="*/ 4418722 w 7467600"/>
              <a:gd name="connsiteY291" fmla="*/ 6570886 h 6858000"/>
              <a:gd name="connsiteX292" fmla="*/ 4214944 w 7467600"/>
              <a:gd name="connsiteY292" fmla="*/ 6858000 h 6858000"/>
              <a:gd name="connsiteX293" fmla="*/ 4177898 w 7467600"/>
              <a:gd name="connsiteY293" fmla="*/ 6858000 h 6858000"/>
              <a:gd name="connsiteX294" fmla="*/ 4391597 w 7467600"/>
              <a:gd name="connsiteY294" fmla="*/ 6556370 h 6858000"/>
              <a:gd name="connsiteX295" fmla="*/ 4668889 w 7467600"/>
              <a:gd name="connsiteY295" fmla="*/ 6246399 h 6858000"/>
              <a:gd name="connsiteX296" fmla="*/ 5055427 w 7467600"/>
              <a:gd name="connsiteY296" fmla="*/ 5931476 h 6858000"/>
              <a:gd name="connsiteX297" fmla="*/ 5371814 w 7467600"/>
              <a:gd name="connsiteY297" fmla="*/ 5678975 h 6858000"/>
              <a:gd name="connsiteX298" fmla="*/ 4987918 w 7467600"/>
              <a:gd name="connsiteY298" fmla="*/ 5838701 h 6858000"/>
              <a:gd name="connsiteX299" fmla="*/ 4317146 w 7467600"/>
              <a:gd name="connsiteY299" fmla="*/ 6587716 h 6858000"/>
              <a:gd name="connsiteX300" fmla="*/ 4171627 w 7467600"/>
              <a:gd name="connsiteY300" fmla="*/ 6858000 h 6858000"/>
              <a:gd name="connsiteX301" fmla="*/ 4081585 w 7467600"/>
              <a:gd name="connsiteY301" fmla="*/ 6858000 h 6858000"/>
              <a:gd name="connsiteX302" fmla="*/ 4238603 w 7467600"/>
              <a:gd name="connsiteY302" fmla="*/ 6559341 h 6858000"/>
              <a:gd name="connsiteX303" fmla="*/ 4778333 w 7467600"/>
              <a:gd name="connsiteY303" fmla="*/ 5873626 h 6858000"/>
              <a:gd name="connsiteX304" fmla="*/ 5414185 w 7467600"/>
              <a:gd name="connsiteY304" fmla="*/ 5573882 h 6858000"/>
              <a:gd name="connsiteX305" fmla="*/ 5959648 w 7467600"/>
              <a:gd name="connsiteY305" fmla="*/ 4760797 h 6858000"/>
              <a:gd name="connsiteX306" fmla="*/ 5355019 w 7467600"/>
              <a:gd name="connsiteY306" fmla="*/ 4734672 h 6858000"/>
              <a:gd name="connsiteX307" fmla="*/ 5083565 w 7467600"/>
              <a:gd name="connsiteY307" fmla="*/ 5179121 h 6858000"/>
              <a:gd name="connsiteX308" fmla="*/ 4713577 w 7467600"/>
              <a:gd name="connsiteY308" fmla="*/ 5616803 h 6858000"/>
              <a:gd name="connsiteX309" fmla="*/ 3989559 w 7467600"/>
              <a:gd name="connsiteY309" fmla="*/ 6145945 h 6858000"/>
              <a:gd name="connsiteX310" fmla="*/ 3939824 w 7467600"/>
              <a:gd name="connsiteY310" fmla="*/ 6066900 h 6858000"/>
              <a:gd name="connsiteX311" fmla="*/ 4584537 w 7467600"/>
              <a:gd name="connsiteY311" fmla="*/ 5324826 h 6858000"/>
              <a:gd name="connsiteX312" fmla="*/ 5037105 w 7467600"/>
              <a:gd name="connsiteY312" fmla="*/ 5088765 h 6858000"/>
              <a:gd name="connsiteX313" fmla="*/ 5039930 w 7467600"/>
              <a:gd name="connsiteY313" fmla="*/ 5089585 h 6858000"/>
              <a:gd name="connsiteX314" fmla="*/ 5263764 w 7467600"/>
              <a:gd name="connsiteY314" fmla="*/ 4735525 h 6858000"/>
              <a:gd name="connsiteX315" fmla="*/ 4086300 w 7467600"/>
              <a:gd name="connsiteY315" fmla="*/ 4884599 h 6858000"/>
              <a:gd name="connsiteX316" fmla="*/ 4085485 w 7467600"/>
              <a:gd name="connsiteY316" fmla="*/ 4899070 h 6858000"/>
              <a:gd name="connsiteX317" fmla="*/ 3871915 w 7467600"/>
              <a:gd name="connsiteY317" fmla="*/ 5253645 h 6858000"/>
              <a:gd name="connsiteX318" fmla="*/ 3799374 w 7467600"/>
              <a:gd name="connsiteY318" fmla="*/ 5466127 h 6858000"/>
              <a:gd name="connsiteX319" fmla="*/ 3498850 w 7467600"/>
              <a:gd name="connsiteY319" fmla="*/ 6661888 h 6858000"/>
              <a:gd name="connsiteX320" fmla="*/ 3399216 w 7467600"/>
              <a:gd name="connsiteY320" fmla="*/ 6858000 h 6858000"/>
              <a:gd name="connsiteX321" fmla="*/ 3303688 w 7467600"/>
              <a:gd name="connsiteY321" fmla="*/ 6858000 h 6858000"/>
              <a:gd name="connsiteX322" fmla="*/ 3391774 w 7467600"/>
              <a:gd name="connsiteY322" fmla="*/ 6697181 h 6858000"/>
              <a:gd name="connsiteX323" fmla="*/ 3735540 w 7467600"/>
              <a:gd name="connsiteY323" fmla="*/ 5546923 h 6858000"/>
              <a:gd name="connsiteX324" fmla="*/ 3729438 w 7467600"/>
              <a:gd name="connsiteY324" fmla="*/ 5569058 h 6858000"/>
              <a:gd name="connsiteX325" fmla="*/ 3707782 w 7467600"/>
              <a:gd name="connsiteY325" fmla="*/ 5644908 h 6858000"/>
              <a:gd name="connsiteX326" fmla="*/ 3583827 w 7467600"/>
              <a:gd name="connsiteY326" fmla="*/ 6039215 h 6858000"/>
              <a:gd name="connsiteX327" fmla="*/ 3547861 w 7467600"/>
              <a:gd name="connsiteY327" fmla="*/ 6129609 h 6858000"/>
              <a:gd name="connsiteX328" fmla="*/ 3490905 w 7467600"/>
              <a:gd name="connsiteY328" fmla="*/ 6277660 h 6858000"/>
              <a:gd name="connsiteX329" fmla="*/ 3455859 w 7467600"/>
              <a:gd name="connsiteY329" fmla="*/ 6391301 h 6858000"/>
              <a:gd name="connsiteX330" fmla="*/ 3429112 w 7467600"/>
              <a:gd name="connsiteY330" fmla="*/ 6479469 h 6858000"/>
              <a:gd name="connsiteX331" fmla="*/ 3304862 w 7467600"/>
              <a:gd name="connsiteY331" fmla="*/ 6796476 h 6858000"/>
              <a:gd name="connsiteX332" fmla="*/ 3276071 w 7467600"/>
              <a:gd name="connsiteY332" fmla="*/ 6858000 h 6858000"/>
              <a:gd name="connsiteX333" fmla="*/ 3240805 w 7467600"/>
              <a:gd name="connsiteY333" fmla="*/ 6858000 h 6858000"/>
              <a:gd name="connsiteX334" fmla="*/ 3275917 w 7467600"/>
              <a:gd name="connsiteY334" fmla="*/ 6783192 h 6858000"/>
              <a:gd name="connsiteX335" fmla="*/ 3399358 w 7467600"/>
              <a:gd name="connsiteY335" fmla="*/ 6469011 h 6858000"/>
              <a:gd name="connsiteX336" fmla="*/ 3425650 w 7467600"/>
              <a:gd name="connsiteY336" fmla="*/ 6381333 h 6858000"/>
              <a:gd name="connsiteX337" fmla="*/ 3460661 w 7467600"/>
              <a:gd name="connsiteY337" fmla="*/ 6266763 h 6858000"/>
              <a:gd name="connsiteX338" fmla="*/ 3518021 w 7467600"/>
              <a:gd name="connsiteY338" fmla="*/ 6117298 h 6858000"/>
              <a:gd name="connsiteX339" fmla="*/ 3554035 w 7467600"/>
              <a:gd name="connsiteY339" fmla="*/ 6027832 h 6858000"/>
              <a:gd name="connsiteX340" fmla="*/ 3677174 w 7467600"/>
              <a:gd name="connsiteY340" fmla="*/ 5636351 h 6858000"/>
              <a:gd name="connsiteX341" fmla="*/ 3698819 w 7467600"/>
              <a:gd name="connsiteY341" fmla="*/ 5560503 h 6858000"/>
              <a:gd name="connsiteX342" fmla="*/ 3702094 w 7467600"/>
              <a:gd name="connsiteY342" fmla="*/ 5549194 h 6858000"/>
              <a:gd name="connsiteX343" fmla="*/ 3398355 w 7467600"/>
              <a:gd name="connsiteY343" fmla="*/ 6094603 h 6858000"/>
              <a:gd name="connsiteX344" fmla="*/ 3193941 w 7467600"/>
              <a:gd name="connsiteY344" fmla="*/ 6798775 h 6858000"/>
              <a:gd name="connsiteX345" fmla="*/ 3184140 w 7467600"/>
              <a:gd name="connsiteY345" fmla="*/ 6858000 h 6858000"/>
              <a:gd name="connsiteX346" fmla="*/ 3099978 w 7467600"/>
              <a:gd name="connsiteY346" fmla="*/ 6858000 h 6858000"/>
              <a:gd name="connsiteX347" fmla="*/ 3101556 w 7467600"/>
              <a:gd name="connsiteY347" fmla="*/ 6843337 h 6858000"/>
              <a:gd name="connsiteX348" fmla="*/ 3370162 w 7467600"/>
              <a:gd name="connsiteY348" fmla="*/ 5785550 h 6858000"/>
              <a:gd name="connsiteX349" fmla="*/ 3746477 w 7467600"/>
              <a:gd name="connsiteY349" fmla="*/ 5377889 h 6858000"/>
              <a:gd name="connsiteX350" fmla="*/ 3863399 w 7467600"/>
              <a:gd name="connsiteY350" fmla="*/ 5087257 h 6858000"/>
              <a:gd name="connsiteX351" fmla="*/ 3968712 w 7467600"/>
              <a:gd name="connsiteY351" fmla="*/ 4913989 h 6858000"/>
              <a:gd name="connsiteX352" fmla="*/ 2792390 w 7467600"/>
              <a:gd name="connsiteY352" fmla="*/ 5382974 h 6858000"/>
              <a:gd name="connsiteX353" fmla="*/ 2714982 w 7467600"/>
              <a:gd name="connsiteY353" fmla="*/ 5427051 h 6858000"/>
              <a:gd name="connsiteX354" fmla="*/ 2813361 w 7467600"/>
              <a:gd name="connsiteY354" fmla="*/ 6023912 h 6858000"/>
              <a:gd name="connsiteX355" fmla="*/ 2688430 w 7467600"/>
              <a:gd name="connsiteY355" fmla="*/ 6801564 h 6858000"/>
              <a:gd name="connsiteX356" fmla="*/ 2629626 w 7467600"/>
              <a:gd name="connsiteY356" fmla="*/ 6763394 h 6858000"/>
              <a:gd name="connsiteX357" fmla="*/ 2565328 w 7467600"/>
              <a:gd name="connsiteY357" fmla="*/ 5516399 h 6858000"/>
              <a:gd name="connsiteX358" fmla="*/ 1922999 w 7467600"/>
              <a:gd name="connsiteY358" fmla="*/ 5980343 h 6858000"/>
              <a:gd name="connsiteX359" fmla="*/ 1950261 w 7467600"/>
              <a:gd name="connsiteY359" fmla="*/ 6405858 h 6858000"/>
              <a:gd name="connsiteX360" fmla="*/ 2365554 w 7467600"/>
              <a:gd name="connsiteY360" fmla="*/ 6759107 h 6858000"/>
              <a:gd name="connsiteX361" fmla="*/ 2424142 w 7467600"/>
              <a:gd name="connsiteY361" fmla="*/ 6858000 h 6858000"/>
              <a:gd name="connsiteX362" fmla="*/ 2395994 w 7467600"/>
              <a:gd name="connsiteY362" fmla="*/ 6858000 h 6858000"/>
              <a:gd name="connsiteX363" fmla="*/ 2392863 w 7467600"/>
              <a:gd name="connsiteY363" fmla="*/ 6852964 h 6858000"/>
              <a:gd name="connsiteX364" fmla="*/ 2017589 w 7467600"/>
              <a:gd name="connsiteY364" fmla="*/ 6493982 h 6858000"/>
              <a:gd name="connsiteX365" fmla="*/ 2147336 w 7467600"/>
              <a:gd name="connsiteY365" fmla="*/ 6594052 h 6858000"/>
              <a:gd name="connsiteX366" fmla="*/ 2207047 w 7467600"/>
              <a:gd name="connsiteY366" fmla="*/ 6654540 h 6858000"/>
              <a:gd name="connsiteX367" fmla="*/ 2299106 w 7467600"/>
              <a:gd name="connsiteY367" fmla="*/ 6778931 h 6858000"/>
              <a:gd name="connsiteX368" fmla="*/ 2314430 w 7467600"/>
              <a:gd name="connsiteY368" fmla="*/ 6801144 h 6858000"/>
              <a:gd name="connsiteX369" fmla="*/ 2352406 w 7467600"/>
              <a:gd name="connsiteY369" fmla="*/ 6858000 h 6858000"/>
              <a:gd name="connsiteX370" fmla="*/ 2314492 w 7467600"/>
              <a:gd name="connsiteY370" fmla="*/ 6858000 h 6858000"/>
              <a:gd name="connsiteX371" fmla="*/ 2288095 w 7467600"/>
              <a:gd name="connsiteY371" fmla="*/ 6818030 h 6858000"/>
              <a:gd name="connsiteX372" fmla="*/ 2272768 w 7467600"/>
              <a:gd name="connsiteY372" fmla="*/ 6795822 h 6858000"/>
              <a:gd name="connsiteX373" fmla="*/ 2182715 w 7467600"/>
              <a:gd name="connsiteY373" fmla="*/ 6675071 h 6858000"/>
              <a:gd name="connsiteX374" fmla="*/ 2032061 w 7467600"/>
              <a:gd name="connsiteY374" fmla="*/ 6541380 h 6858000"/>
              <a:gd name="connsiteX375" fmla="*/ 2257220 w 7467600"/>
              <a:gd name="connsiteY375" fmla="*/ 6826257 h 6858000"/>
              <a:gd name="connsiteX376" fmla="*/ 2281324 w 7467600"/>
              <a:gd name="connsiteY376" fmla="*/ 6858000 h 6858000"/>
              <a:gd name="connsiteX377" fmla="*/ 2242860 w 7467600"/>
              <a:gd name="connsiteY377" fmla="*/ 6858000 h 6858000"/>
              <a:gd name="connsiteX378" fmla="*/ 2232818 w 7467600"/>
              <a:gd name="connsiteY378" fmla="*/ 6844926 h 6858000"/>
              <a:gd name="connsiteX379" fmla="*/ 1990172 w 7467600"/>
              <a:gd name="connsiteY379" fmla="*/ 6542121 h 6858000"/>
              <a:gd name="connsiteX380" fmla="*/ 2124090 w 7467600"/>
              <a:gd name="connsiteY380" fmla="*/ 6761017 h 6858000"/>
              <a:gd name="connsiteX381" fmla="*/ 2200380 w 7467600"/>
              <a:gd name="connsiteY381" fmla="*/ 6858000 h 6858000"/>
              <a:gd name="connsiteX382" fmla="*/ 2147507 w 7467600"/>
              <a:gd name="connsiteY382" fmla="*/ 6858000 h 6858000"/>
              <a:gd name="connsiteX383" fmla="*/ 2070668 w 7467600"/>
              <a:gd name="connsiteY383" fmla="*/ 6761520 h 6858000"/>
              <a:gd name="connsiteX384" fmla="*/ 1975142 w 7467600"/>
              <a:gd name="connsiteY384" fmla="*/ 6585570 h 6858000"/>
              <a:gd name="connsiteX385" fmla="*/ 2050035 w 7467600"/>
              <a:gd name="connsiteY385" fmla="*/ 6813345 h 6858000"/>
              <a:gd name="connsiteX386" fmla="*/ 2063025 w 7467600"/>
              <a:gd name="connsiteY386" fmla="*/ 6858000 h 6858000"/>
              <a:gd name="connsiteX387" fmla="*/ 2021675 w 7467600"/>
              <a:gd name="connsiteY387" fmla="*/ 6858000 h 6858000"/>
              <a:gd name="connsiteX388" fmla="*/ 2019308 w 7467600"/>
              <a:gd name="connsiteY388" fmla="*/ 6847118 h 6858000"/>
              <a:gd name="connsiteX389" fmla="*/ 1938835 w 7467600"/>
              <a:gd name="connsiteY389" fmla="*/ 6551160 h 6858000"/>
              <a:gd name="connsiteX390" fmla="*/ 1953230 w 7467600"/>
              <a:gd name="connsiteY390" fmla="*/ 6759699 h 6858000"/>
              <a:gd name="connsiteX391" fmla="*/ 1956763 w 7467600"/>
              <a:gd name="connsiteY391" fmla="*/ 6778191 h 6858000"/>
              <a:gd name="connsiteX392" fmla="*/ 1967925 w 7467600"/>
              <a:gd name="connsiteY392" fmla="*/ 6858000 h 6858000"/>
              <a:gd name="connsiteX393" fmla="*/ 1936622 w 7467600"/>
              <a:gd name="connsiteY393" fmla="*/ 6858000 h 6858000"/>
              <a:gd name="connsiteX394" fmla="*/ 1926261 w 7467600"/>
              <a:gd name="connsiteY394" fmla="*/ 6784064 h 6858000"/>
              <a:gd name="connsiteX395" fmla="*/ 1922724 w 7467600"/>
              <a:gd name="connsiteY395" fmla="*/ 6765577 h 6858000"/>
              <a:gd name="connsiteX396" fmla="*/ 1904650 w 7467600"/>
              <a:gd name="connsiteY396" fmla="*/ 6639616 h 6858000"/>
              <a:gd name="connsiteX397" fmla="*/ 1885273 w 7467600"/>
              <a:gd name="connsiteY397" fmla="*/ 6858000 h 6858000"/>
              <a:gd name="connsiteX398" fmla="*/ 1854363 w 7467600"/>
              <a:gd name="connsiteY398" fmla="*/ 6858000 h 6858000"/>
              <a:gd name="connsiteX399" fmla="*/ 1880391 w 7467600"/>
              <a:gd name="connsiteY399" fmla="*/ 6603796 h 6858000"/>
              <a:gd name="connsiteX400" fmla="*/ 1818273 w 7467600"/>
              <a:gd name="connsiteY400" fmla="*/ 6715729 h 6858000"/>
              <a:gd name="connsiteX401" fmla="*/ 1794691 w 7467600"/>
              <a:gd name="connsiteY401" fmla="*/ 6843239 h 6858000"/>
              <a:gd name="connsiteX402" fmla="*/ 1794914 w 7467600"/>
              <a:gd name="connsiteY402" fmla="*/ 6858000 h 6858000"/>
              <a:gd name="connsiteX403" fmla="*/ 1746128 w 7467600"/>
              <a:gd name="connsiteY403" fmla="*/ 6858000 h 6858000"/>
              <a:gd name="connsiteX404" fmla="*/ 1753934 w 7467600"/>
              <a:gd name="connsiteY404" fmla="*/ 6724796 h 6858000"/>
              <a:gd name="connsiteX405" fmla="*/ 1792053 w 7467600"/>
              <a:gd name="connsiteY405" fmla="*/ 6572396 h 6858000"/>
              <a:gd name="connsiteX406" fmla="*/ 1862248 w 7467600"/>
              <a:gd name="connsiteY406" fmla="*/ 6266397 h 6858000"/>
              <a:gd name="connsiteX407" fmla="*/ 1862250 w 7467600"/>
              <a:gd name="connsiteY407" fmla="*/ 6033531 h 6858000"/>
              <a:gd name="connsiteX408" fmla="*/ 1211999 w 7467600"/>
              <a:gd name="connsiteY408" fmla="*/ 6683610 h 6858000"/>
              <a:gd name="connsiteX409" fmla="*/ 1213266 w 7467600"/>
              <a:gd name="connsiteY409" fmla="*/ 6691947 h 6858000"/>
              <a:gd name="connsiteX410" fmla="*/ 1203370 w 7467600"/>
              <a:gd name="connsiteY410" fmla="*/ 6850676 h 6858000"/>
              <a:gd name="connsiteX411" fmla="*/ 1203671 w 7467600"/>
              <a:gd name="connsiteY411" fmla="*/ 6858000 h 6858000"/>
              <a:gd name="connsiteX412" fmla="*/ 1143180 w 7467600"/>
              <a:gd name="connsiteY412" fmla="*/ 6858000 h 6858000"/>
              <a:gd name="connsiteX413" fmla="*/ 1142176 w 7467600"/>
              <a:gd name="connsiteY413" fmla="*/ 6766045 h 6858000"/>
              <a:gd name="connsiteX414" fmla="*/ 1067484 w 7467600"/>
              <a:gd name="connsiteY414" fmla="*/ 6858000 h 6858000"/>
              <a:gd name="connsiteX415" fmla="*/ 953928 w 7467600"/>
              <a:gd name="connsiteY415" fmla="*/ 6858000 h 6858000"/>
              <a:gd name="connsiteX416" fmla="*/ 959715 w 7467600"/>
              <a:gd name="connsiteY416" fmla="*/ 6850185 h 6858000"/>
              <a:gd name="connsiteX417" fmla="*/ 1483788 w 7467600"/>
              <a:gd name="connsiteY417" fmla="*/ 6259174 h 6858000"/>
              <a:gd name="connsiteX418" fmla="*/ 1100671 w 7467600"/>
              <a:gd name="connsiteY418" fmla="*/ 6252137 h 6858000"/>
              <a:gd name="connsiteX419" fmla="*/ 1090144 w 7467600"/>
              <a:gd name="connsiteY419" fmla="*/ 6256748 h 6858000"/>
              <a:gd name="connsiteX420" fmla="*/ 1095872 w 7467600"/>
              <a:gd name="connsiteY420" fmla="*/ 6271892 h 6858000"/>
              <a:gd name="connsiteX421" fmla="*/ 262785 w 7467600"/>
              <a:gd name="connsiteY421" fmla="*/ 6845450 h 6858000"/>
              <a:gd name="connsiteX422" fmla="*/ 209968 w 7467600"/>
              <a:gd name="connsiteY422" fmla="*/ 6770713 h 6858000"/>
              <a:gd name="connsiteX423" fmla="*/ 873460 w 7467600"/>
              <a:gd name="connsiteY423" fmla="*/ 6253768 h 6858000"/>
              <a:gd name="connsiteX424" fmla="*/ 192686 w 7467600"/>
              <a:gd name="connsiteY424" fmla="*/ 5849257 h 6858000"/>
              <a:gd name="connsiteX425" fmla="*/ 4696 w 7467600"/>
              <a:gd name="connsiteY425" fmla="*/ 5697668 h 6858000"/>
              <a:gd name="connsiteX426" fmla="*/ 0 w 7467600"/>
              <a:gd name="connsiteY426" fmla="*/ 5689984 h 6858000"/>
              <a:gd name="connsiteX427" fmla="*/ 0 w 7467600"/>
              <a:gd name="connsiteY427" fmla="*/ 5513472 h 6858000"/>
              <a:gd name="connsiteX428" fmla="*/ 174101 w 7467600"/>
              <a:gd name="connsiteY428" fmla="*/ 5620277 h 6858000"/>
              <a:gd name="connsiteX429" fmla="*/ 891800 w 7467600"/>
              <a:gd name="connsiteY429" fmla="*/ 6036935 h 6858000"/>
              <a:gd name="connsiteX430" fmla="*/ 1072219 w 7467600"/>
              <a:gd name="connsiteY430" fmla="*/ 6169443 h 6858000"/>
              <a:gd name="connsiteX431" fmla="*/ 1074117 w 7467600"/>
              <a:gd name="connsiteY431" fmla="*/ 6170301 h 6858000"/>
              <a:gd name="connsiteX432" fmla="*/ 1083114 w 7467600"/>
              <a:gd name="connsiteY432" fmla="*/ 6174131 h 6858000"/>
              <a:gd name="connsiteX433" fmla="*/ 1543010 w 7467600"/>
              <a:gd name="connsiteY433" fmla="*/ 6191140 h 6858000"/>
              <a:gd name="connsiteX434" fmla="*/ 1551080 w 7467600"/>
              <a:gd name="connsiteY434" fmla="*/ 6195006 h 6858000"/>
              <a:gd name="connsiteX435" fmla="*/ 2345443 w 7467600"/>
              <a:gd name="connsiteY435" fmla="*/ 5549882 h 6858000"/>
              <a:gd name="connsiteX436" fmla="*/ 1721499 w 7467600"/>
              <a:gd name="connsiteY436" fmla="*/ 5599969 h 6858000"/>
              <a:gd name="connsiteX437" fmla="*/ 767716 w 7467600"/>
              <a:gd name="connsiteY437" fmla="*/ 5472768 h 6858000"/>
              <a:gd name="connsiteX438" fmla="*/ 722147 w 7467600"/>
              <a:gd name="connsiteY438" fmla="*/ 5393091 h 6858000"/>
              <a:gd name="connsiteX439" fmla="*/ 1485552 w 7467600"/>
              <a:gd name="connsiteY439" fmla="*/ 5313202 h 6858000"/>
              <a:gd name="connsiteX440" fmla="*/ 2143004 w 7467600"/>
              <a:gd name="connsiteY440" fmla="*/ 5402420 h 6858000"/>
              <a:gd name="connsiteX441" fmla="*/ 1933391 w 7467600"/>
              <a:gd name="connsiteY441" fmla="*/ 5156971 h 6858000"/>
              <a:gd name="connsiteX442" fmla="*/ 1827118 w 7467600"/>
              <a:gd name="connsiteY442" fmla="*/ 4968410 h 6858000"/>
              <a:gd name="connsiteX443" fmla="*/ 1837349 w 7467600"/>
              <a:gd name="connsiteY443" fmla="*/ 4956357 h 6858000"/>
              <a:gd name="connsiteX444" fmla="*/ 2162835 w 7467600"/>
              <a:gd name="connsiteY444" fmla="*/ 5187853 h 6858000"/>
              <a:gd name="connsiteX445" fmla="*/ 2257167 w 7467600"/>
              <a:gd name="connsiteY445" fmla="*/ 5462123 h 6858000"/>
              <a:gd name="connsiteX446" fmla="*/ 2261598 w 7467600"/>
              <a:gd name="connsiteY446" fmla="*/ 5467998 h 6858000"/>
              <a:gd name="connsiteX447" fmla="*/ 2437177 w 7467600"/>
              <a:gd name="connsiteY447" fmla="*/ 5479608 h 6858000"/>
              <a:gd name="connsiteX448" fmla="*/ 2445247 w 7467600"/>
              <a:gd name="connsiteY448" fmla="*/ 5483476 h 6858000"/>
              <a:gd name="connsiteX449" fmla="*/ 2743626 w 7467600"/>
              <a:gd name="connsiteY449" fmla="*/ 5304819 h 6858000"/>
              <a:gd name="connsiteX450" fmla="*/ 3048102 w 7467600"/>
              <a:gd name="connsiteY450" fmla="*/ 5150595 h 6858000"/>
              <a:gd name="connsiteX451" fmla="*/ 1799414 w 7467600"/>
              <a:gd name="connsiteY451" fmla="*/ 4694732 h 6858000"/>
              <a:gd name="connsiteX452" fmla="*/ 1771735 w 7467600"/>
              <a:gd name="connsiteY452" fmla="*/ 4619929 h 6858000"/>
              <a:gd name="connsiteX453" fmla="*/ 3104273 w 7467600"/>
              <a:gd name="connsiteY453" fmla="*/ 5076159 h 6858000"/>
              <a:gd name="connsiteX454" fmla="*/ 3113245 w 7467600"/>
              <a:gd name="connsiteY454" fmla="*/ 5090705 h 6858000"/>
              <a:gd name="connsiteX455" fmla="*/ 3126294 w 7467600"/>
              <a:gd name="connsiteY455" fmla="*/ 5114400 h 6858000"/>
              <a:gd name="connsiteX456" fmla="*/ 3937433 w 7467600"/>
              <a:gd name="connsiteY456" fmla="*/ 4830473 h 6858000"/>
              <a:gd name="connsiteX457" fmla="*/ 3590475 w 7467600"/>
              <a:gd name="connsiteY457" fmla="*/ 4597974 h 6858000"/>
              <a:gd name="connsiteX458" fmla="*/ 3100264 w 7467600"/>
              <a:gd name="connsiteY458" fmla="*/ 4579845 h 6858000"/>
              <a:gd name="connsiteX459" fmla="*/ 2183576 w 7467600"/>
              <a:gd name="connsiteY459" fmla="*/ 4227150 h 6858000"/>
              <a:gd name="connsiteX460" fmla="*/ 2151029 w 7467600"/>
              <a:gd name="connsiteY460" fmla="*/ 4146947 h 6858000"/>
              <a:gd name="connsiteX461" fmla="*/ 3563434 w 7467600"/>
              <a:gd name="connsiteY461" fmla="*/ 4469115 h 6858000"/>
              <a:gd name="connsiteX462" fmla="*/ 3177952 w 7467600"/>
              <a:gd name="connsiteY462" fmla="*/ 3657386 h 6858000"/>
              <a:gd name="connsiteX463" fmla="*/ 3189263 w 7467600"/>
              <a:gd name="connsiteY463" fmla="*/ 3625726 h 6858000"/>
              <a:gd name="connsiteX464" fmla="*/ 3560912 w 7467600"/>
              <a:gd name="connsiteY464" fmla="*/ 4079863 h 6858000"/>
              <a:gd name="connsiteX465" fmla="*/ 3626636 w 7467600"/>
              <a:gd name="connsiteY465" fmla="*/ 4512230 h 6858000"/>
              <a:gd name="connsiteX466" fmla="*/ 3653088 w 7467600"/>
              <a:gd name="connsiteY466" fmla="*/ 4521417 h 6858000"/>
              <a:gd name="connsiteX467" fmla="*/ 3988128 w 7467600"/>
              <a:gd name="connsiteY467" fmla="*/ 4817267 h 6858000"/>
              <a:gd name="connsiteX468" fmla="*/ 4830582 w 7467600"/>
              <a:gd name="connsiteY468" fmla="*/ 4676000 h 6858000"/>
              <a:gd name="connsiteX469" fmla="*/ 4830100 w 7467600"/>
              <a:gd name="connsiteY469" fmla="*/ 4675554 h 6858000"/>
              <a:gd name="connsiteX470" fmla="*/ 4036318 w 7467600"/>
              <a:gd name="connsiteY470" fmla="*/ 4147013 h 6858000"/>
              <a:gd name="connsiteX471" fmla="*/ 3432098 w 7467600"/>
              <a:gd name="connsiteY471" fmla="*/ 3537312 h 6858000"/>
              <a:gd name="connsiteX472" fmla="*/ 3446761 w 7467600"/>
              <a:gd name="connsiteY472" fmla="*/ 3461278 h 6858000"/>
              <a:gd name="connsiteX473" fmla="*/ 4419733 w 7467600"/>
              <a:gd name="connsiteY473" fmla="*/ 3963555 h 6858000"/>
              <a:gd name="connsiteX474" fmla="*/ 4781371 w 7467600"/>
              <a:gd name="connsiteY474" fmla="*/ 4458604 h 6858000"/>
              <a:gd name="connsiteX475" fmla="*/ 4780440 w 7467600"/>
              <a:gd name="connsiteY475" fmla="*/ 4470290 h 6858000"/>
              <a:gd name="connsiteX476" fmla="*/ 4898954 w 7467600"/>
              <a:gd name="connsiteY476" fmla="*/ 4662092 h 6858000"/>
              <a:gd name="connsiteX477" fmla="*/ 4900699 w 7467600"/>
              <a:gd name="connsiteY477" fmla="*/ 4670867 h 6858000"/>
              <a:gd name="connsiteX478" fmla="*/ 5714511 w 7467600"/>
              <a:gd name="connsiteY478" fmla="*/ 4663483 h 6858000"/>
              <a:gd name="connsiteX479" fmla="*/ 5464793 w 7467600"/>
              <a:gd name="connsiteY479" fmla="*/ 4393556 h 6858000"/>
              <a:gd name="connsiteX480" fmla="*/ 5461897 w 7467600"/>
              <a:gd name="connsiteY480" fmla="*/ 4390879 h 6858000"/>
              <a:gd name="connsiteX481" fmla="*/ 4294126 w 7467600"/>
              <a:gd name="connsiteY481" fmla="*/ 3303048 h 6858000"/>
              <a:gd name="connsiteX482" fmla="*/ 4305321 w 7467600"/>
              <a:gd name="connsiteY482" fmla="*/ 3256953 h 6858000"/>
              <a:gd name="connsiteX483" fmla="*/ 4949299 w 7467600"/>
              <a:gd name="connsiteY483" fmla="*/ 3766336 h 6858000"/>
              <a:gd name="connsiteX484" fmla="*/ 5291452 w 7467600"/>
              <a:gd name="connsiteY484" fmla="*/ 4076801 h 6858000"/>
              <a:gd name="connsiteX485" fmla="*/ 5434998 w 7467600"/>
              <a:gd name="connsiteY485" fmla="*/ 4254100 h 6858000"/>
              <a:gd name="connsiteX486" fmla="*/ 5351015 w 7467600"/>
              <a:gd name="connsiteY486" fmla="*/ 3760989 h 6858000"/>
              <a:gd name="connsiteX487" fmla="*/ 5413780 w 7467600"/>
              <a:gd name="connsiteY487" fmla="*/ 2966265 h 6858000"/>
              <a:gd name="connsiteX488" fmla="*/ 5425627 w 7467600"/>
              <a:gd name="connsiteY488" fmla="*/ 2954192 h 6858000"/>
              <a:gd name="connsiteX489" fmla="*/ 6604735 w 7467600"/>
              <a:gd name="connsiteY489" fmla="*/ 2041381 h 6858000"/>
              <a:gd name="connsiteX490" fmla="*/ 7204487 w 7467600"/>
              <a:gd name="connsiteY490" fmla="*/ 2742112 h 6858000"/>
              <a:gd name="connsiteX491" fmla="*/ 7131592 w 7467600"/>
              <a:gd name="connsiteY491" fmla="*/ 2672096 h 6858000"/>
              <a:gd name="connsiteX492" fmla="*/ 6996344 w 7467600"/>
              <a:gd name="connsiteY492" fmla="*/ 2518310 h 6858000"/>
              <a:gd name="connsiteX493" fmla="*/ 6735495 w 7467600"/>
              <a:gd name="connsiteY493" fmla="*/ 2196890 h 6858000"/>
              <a:gd name="connsiteX494" fmla="*/ 6721901 w 7467600"/>
              <a:gd name="connsiteY494" fmla="*/ 2179274 h 6858000"/>
              <a:gd name="connsiteX495" fmla="*/ 6604735 w 7467600"/>
              <a:gd name="connsiteY495" fmla="*/ 2041381 h 6858000"/>
              <a:gd name="connsiteX496" fmla="*/ 6591670 w 7467600"/>
              <a:gd name="connsiteY496" fmla="*/ 1988277 h 6858000"/>
              <a:gd name="connsiteX497" fmla="*/ 6747349 w 7467600"/>
              <a:gd name="connsiteY497" fmla="*/ 2160069 h 6858000"/>
              <a:gd name="connsiteX498" fmla="*/ 6760943 w 7467600"/>
              <a:gd name="connsiteY498" fmla="*/ 2177686 h 6858000"/>
              <a:gd name="connsiteX499" fmla="*/ 7021065 w 7467600"/>
              <a:gd name="connsiteY499" fmla="*/ 2498102 h 6858000"/>
              <a:gd name="connsiteX500" fmla="*/ 7155223 w 7467600"/>
              <a:gd name="connsiteY500" fmla="*/ 2650386 h 6858000"/>
              <a:gd name="connsiteX501" fmla="*/ 7203167 w 7467600"/>
              <a:gd name="connsiteY501" fmla="*/ 2697288 h 6858000"/>
              <a:gd name="connsiteX502" fmla="*/ 6937703 w 7467600"/>
              <a:gd name="connsiteY502" fmla="*/ 2321981 h 6858000"/>
              <a:gd name="connsiteX503" fmla="*/ 6591670 w 7467600"/>
              <a:gd name="connsiteY503" fmla="*/ 1988277 h 6858000"/>
              <a:gd name="connsiteX504" fmla="*/ 5798671 w 7467600"/>
              <a:gd name="connsiteY504" fmla="*/ 1981601 h 6858000"/>
              <a:gd name="connsiteX505" fmla="*/ 5754709 w 7467600"/>
              <a:gd name="connsiteY505" fmla="*/ 2071454 h 6858000"/>
              <a:gd name="connsiteX506" fmla="*/ 5763044 w 7467600"/>
              <a:gd name="connsiteY506" fmla="*/ 2842206 h 6858000"/>
              <a:gd name="connsiteX507" fmla="*/ 5764974 w 7467600"/>
              <a:gd name="connsiteY507" fmla="*/ 2799609 h 6858000"/>
              <a:gd name="connsiteX508" fmla="*/ 5767665 w 7467600"/>
              <a:gd name="connsiteY508" fmla="*/ 2666409 h 6858000"/>
              <a:gd name="connsiteX509" fmla="*/ 5763055 w 7467600"/>
              <a:gd name="connsiteY509" fmla="*/ 2579705 h 6858000"/>
              <a:gd name="connsiteX510" fmla="*/ 5758079 w 7467600"/>
              <a:gd name="connsiteY510" fmla="*/ 2492508 h 6858000"/>
              <a:gd name="connsiteX511" fmla="*/ 5779325 w 7467600"/>
              <a:gd name="connsiteY511" fmla="*/ 2197069 h 6858000"/>
              <a:gd name="connsiteX512" fmla="*/ 5798671 w 7467600"/>
              <a:gd name="connsiteY512" fmla="*/ 1981601 h 6858000"/>
              <a:gd name="connsiteX513" fmla="*/ 5829202 w 7467600"/>
              <a:gd name="connsiteY513" fmla="*/ 1971679 h 6858000"/>
              <a:gd name="connsiteX514" fmla="*/ 5809558 w 7467600"/>
              <a:gd name="connsiteY514" fmla="*/ 2198043 h 6858000"/>
              <a:gd name="connsiteX515" fmla="*/ 5788653 w 7467600"/>
              <a:gd name="connsiteY515" fmla="*/ 2489430 h 6858000"/>
              <a:gd name="connsiteX516" fmla="*/ 5793439 w 7467600"/>
              <a:gd name="connsiteY516" fmla="*/ 2575235 h 6858000"/>
              <a:gd name="connsiteX517" fmla="*/ 5796837 w 7467600"/>
              <a:gd name="connsiteY517" fmla="*/ 2637633 h 6858000"/>
              <a:gd name="connsiteX518" fmla="*/ 5818614 w 7467600"/>
              <a:gd name="connsiteY518" fmla="*/ 2473055 h 6858000"/>
              <a:gd name="connsiteX519" fmla="*/ 5829202 w 7467600"/>
              <a:gd name="connsiteY519" fmla="*/ 1971679 h 6858000"/>
              <a:gd name="connsiteX520" fmla="*/ 5911389 w 7467600"/>
              <a:gd name="connsiteY520" fmla="*/ 1898371 h 6858000"/>
              <a:gd name="connsiteX521" fmla="*/ 6237627 w 7467600"/>
              <a:gd name="connsiteY521" fmla="*/ 2231921 h 6858000"/>
              <a:gd name="connsiteX522" fmla="*/ 5911389 w 7467600"/>
              <a:gd name="connsiteY522" fmla="*/ 1898371 h 6858000"/>
              <a:gd name="connsiteX523" fmla="*/ 6944437 w 7467600"/>
              <a:gd name="connsiteY523" fmla="*/ 1575402 h 6858000"/>
              <a:gd name="connsiteX524" fmla="*/ 6304730 w 7467600"/>
              <a:gd name="connsiteY524" fmla="*/ 1766654 h 6858000"/>
              <a:gd name="connsiteX525" fmla="*/ 6944437 w 7467600"/>
              <a:gd name="connsiteY525" fmla="*/ 1575402 h 6858000"/>
              <a:gd name="connsiteX526" fmla="*/ 7019523 w 7467600"/>
              <a:gd name="connsiteY526" fmla="*/ 1519450 h 6858000"/>
              <a:gd name="connsiteX527" fmla="*/ 6298091 w 7467600"/>
              <a:gd name="connsiteY527" fmla="*/ 1737122 h 6858000"/>
              <a:gd name="connsiteX528" fmla="*/ 7019523 w 7467600"/>
              <a:gd name="connsiteY528" fmla="*/ 1519450 h 6858000"/>
              <a:gd name="connsiteX529" fmla="*/ 2399523 w 7467600"/>
              <a:gd name="connsiteY529" fmla="*/ 1428234 h 6858000"/>
              <a:gd name="connsiteX530" fmla="*/ 2224982 w 7467600"/>
              <a:gd name="connsiteY530" fmla="*/ 1826201 h 6858000"/>
              <a:gd name="connsiteX531" fmla="*/ 2096099 w 7467600"/>
              <a:gd name="connsiteY531" fmla="*/ 2345900 h 6858000"/>
              <a:gd name="connsiteX532" fmla="*/ 2283317 w 7467600"/>
              <a:gd name="connsiteY532" fmla="*/ 1796925 h 6858000"/>
              <a:gd name="connsiteX533" fmla="*/ 2399523 w 7467600"/>
              <a:gd name="connsiteY533" fmla="*/ 1428234 h 6858000"/>
              <a:gd name="connsiteX534" fmla="*/ 2448558 w 7467600"/>
              <a:gd name="connsiteY534" fmla="*/ 1373435 h 6858000"/>
              <a:gd name="connsiteX535" fmla="*/ 2312521 w 7467600"/>
              <a:gd name="connsiteY535" fmla="*/ 1806140 h 6858000"/>
              <a:gd name="connsiteX536" fmla="*/ 2127533 w 7467600"/>
              <a:gd name="connsiteY536" fmla="*/ 2348380 h 6858000"/>
              <a:gd name="connsiteX537" fmla="*/ 2358080 w 7467600"/>
              <a:gd name="connsiteY537" fmla="*/ 1866134 h 6858000"/>
              <a:gd name="connsiteX538" fmla="*/ 2407436 w 7467600"/>
              <a:gd name="connsiteY538" fmla="*/ 1651070 h 6858000"/>
              <a:gd name="connsiteX539" fmla="*/ 2448558 w 7467600"/>
              <a:gd name="connsiteY539" fmla="*/ 1373435 h 6858000"/>
              <a:gd name="connsiteX540" fmla="*/ 278707 w 7467600"/>
              <a:gd name="connsiteY540" fmla="*/ 1352270 h 6858000"/>
              <a:gd name="connsiteX541" fmla="*/ 321570 w 7467600"/>
              <a:gd name="connsiteY541" fmla="*/ 1861610 h 6858000"/>
              <a:gd name="connsiteX542" fmla="*/ 294281 w 7467600"/>
              <a:gd name="connsiteY542" fmla="*/ 1440658 h 6858000"/>
              <a:gd name="connsiteX543" fmla="*/ 278707 w 7467600"/>
              <a:gd name="connsiteY543" fmla="*/ 1352270 h 6858000"/>
              <a:gd name="connsiteX544" fmla="*/ 1423821 w 7467600"/>
              <a:gd name="connsiteY544" fmla="*/ 1351958 h 6858000"/>
              <a:gd name="connsiteX545" fmla="*/ 1638521 w 7467600"/>
              <a:gd name="connsiteY545" fmla="*/ 1908470 h 6858000"/>
              <a:gd name="connsiteX546" fmla="*/ 1754199 w 7467600"/>
              <a:gd name="connsiteY546" fmla="*/ 2149284 h 6858000"/>
              <a:gd name="connsiteX547" fmla="*/ 1908359 w 7467600"/>
              <a:gd name="connsiteY547" fmla="*/ 2364988 h 6858000"/>
              <a:gd name="connsiteX548" fmla="*/ 1647661 w 7467600"/>
              <a:gd name="connsiteY548" fmla="*/ 1825945 h 6858000"/>
              <a:gd name="connsiteX549" fmla="*/ 1423821 w 7467600"/>
              <a:gd name="connsiteY549" fmla="*/ 1351958 h 6858000"/>
              <a:gd name="connsiteX550" fmla="*/ 1431890 w 7467600"/>
              <a:gd name="connsiteY550" fmla="*/ 1306475 h 6858000"/>
              <a:gd name="connsiteX551" fmla="*/ 1507597 w 7467600"/>
              <a:gd name="connsiteY551" fmla="*/ 1446132 h 6858000"/>
              <a:gd name="connsiteX552" fmla="*/ 1674586 w 7467600"/>
              <a:gd name="connsiteY552" fmla="*/ 1813832 h 6858000"/>
              <a:gd name="connsiteX553" fmla="*/ 1815950 w 7467600"/>
              <a:gd name="connsiteY553" fmla="*/ 2128564 h 6858000"/>
              <a:gd name="connsiteX554" fmla="*/ 1984242 w 7467600"/>
              <a:gd name="connsiteY554" fmla="*/ 2430829 h 6858000"/>
              <a:gd name="connsiteX555" fmla="*/ 2014023 w 7467600"/>
              <a:gd name="connsiteY555" fmla="*/ 2450995 h 6858000"/>
              <a:gd name="connsiteX556" fmla="*/ 1747337 w 7467600"/>
              <a:gd name="connsiteY556" fmla="*/ 1855264 h 6858000"/>
              <a:gd name="connsiteX557" fmla="*/ 1533749 w 7467600"/>
              <a:gd name="connsiteY557" fmla="*/ 1478656 h 6858000"/>
              <a:gd name="connsiteX558" fmla="*/ 1431890 w 7467600"/>
              <a:gd name="connsiteY558" fmla="*/ 1306475 h 6858000"/>
              <a:gd name="connsiteX559" fmla="*/ 5052692 w 7467600"/>
              <a:gd name="connsiteY559" fmla="*/ 1292994 h 6858000"/>
              <a:gd name="connsiteX560" fmla="*/ 5200661 w 7467600"/>
              <a:gd name="connsiteY560" fmla="*/ 1635186 h 6858000"/>
              <a:gd name="connsiteX561" fmla="*/ 5297138 w 7467600"/>
              <a:gd name="connsiteY561" fmla="*/ 1906351 h 6858000"/>
              <a:gd name="connsiteX562" fmla="*/ 5052692 w 7467600"/>
              <a:gd name="connsiteY562" fmla="*/ 1292994 h 6858000"/>
              <a:gd name="connsiteX563" fmla="*/ 5009948 w 7467600"/>
              <a:gd name="connsiteY563" fmla="*/ 1273619 h 6858000"/>
              <a:gd name="connsiteX564" fmla="*/ 5121777 w 7467600"/>
              <a:gd name="connsiteY564" fmla="*/ 1654213 h 6858000"/>
              <a:gd name="connsiteX565" fmla="*/ 5293545 w 7467600"/>
              <a:gd name="connsiteY565" fmla="*/ 2072247 h 6858000"/>
              <a:gd name="connsiteX566" fmla="*/ 5294042 w 7467600"/>
              <a:gd name="connsiteY566" fmla="*/ 2065019 h 6858000"/>
              <a:gd name="connsiteX567" fmla="*/ 5171936 w 7467600"/>
              <a:gd name="connsiteY567" fmla="*/ 1647613 h 6858000"/>
              <a:gd name="connsiteX568" fmla="*/ 5009948 w 7467600"/>
              <a:gd name="connsiteY568" fmla="*/ 1273619 h 6858000"/>
              <a:gd name="connsiteX569" fmla="*/ 655236 w 7467600"/>
              <a:gd name="connsiteY569" fmla="*/ 1268632 h 6858000"/>
              <a:gd name="connsiteX570" fmla="*/ 839521 w 7467600"/>
              <a:gd name="connsiteY570" fmla="*/ 1685315 h 6858000"/>
              <a:gd name="connsiteX571" fmla="*/ 1109416 w 7467600"/>
              <a:gd name="connsiteY571" fmla="*/ 2061663 h 6858000"/>
              <a:gd name="connsiteX572" fmla="*/ 1298300 w 7467600"/>
              <a:gd name="connsiteY572" fmla="*/ 2247742 h 6858000"/>
              <a:gd name="connsiteX573" fmla="*/ 1125871 w 7467600"/>
              <a:gd name="connsiteY573" fmla="*/ 1989513 h 6858000"/>
              <a:gd name="connsiteX574" fmla="*/ 981574 w 7467600"/>
              <a:gd name="connsiteY574" fmla="*/ 1783157 h 6858000"/>
              <a:gd name="connsiteX575" fmla="*/ 922198 w 7467600"/>
              <a:gd name="connsiteY575" fmla="*/ 1677437 h 6858000"/>
              <a:gd name="connsiteX576" fmla="*/ 869293 w 7467600"/>
              <a:gd name="connsiteY576" fmla="*/ 1583214 h 6858000"/>
              <a:gd name="connsiteX577" fmla="*/ 751431 w 7467600"/>
              <a:gd name="connsiteY577" fmla="*/ 1405731 h 6858000"/>
              <a:gd name="connsiteX578" fmla="*/ 655236 w 7467600"/>
              <a:gd name="connsiteY578" fmla="*/ 1268632 h 6858000"/>
              <a:gd name="connsiteX579" fmla="*/ 6516292 w 7467600"/>
              <a:gd name="connsiteY579" fmla="*/ 1263064 h 6858000"/>
              <a:gd name="connsiteX580" fmla="*/ 5736320 w 7467600"/>
              <a:gd name="connsiteY580" fmla="*/ 1501803 h 6858000"/>
              <a:gd name="connsiteX581" fmla="*/ 6516292 w 7467600"/>
              <a:gd name="connsiteY581" fmla="*/ 1263064 h 6858000"/>
              <a:gd name="connsiteX582" fmla="*/ 291466 w 7467600"/>
              <a:gd name="connsiteY582" fmla="*/ 1250369 h 6858000"/>
              <a:gd name="connsiteX583" fmla="*/ 323180 w 7467600"/>
              <a:gd name="connsiteY583" fmla="*/ 1435283 h 6858000"/>
              <a:gd name="connsiteX584" fmla="*/ 349381 w 7467600"/>
              <a:gd name="connsiteY584" fmla="*/ 1875041 h 6858000"/>
              <a:gd name="connsiteX585" fmla="*/ 374363 w 7467600"/>
              <a:gd name="connsiteY585" fmla="*/ 1506494 h 6858000"/>
              <a:gd name="connsiteX586" fmla="*/ 302168 w 7467600"/>
              <a:gd name="connsiteY586" fmla="*/ 1274495 h 6858000"/>
              <a:gd name="connsiteX587" fmla="*/ 291466 w 7467600"/>
              <a:gd name="connsiteY587" fmla="*/ 1250369 h 6858000"/>
              <a:gd name="connsiteX588" fmla="*/ 678222 w 7467600"/>
              <a:gd name="connsiteY588" fmla="*/ 1248670 h 6858000"/>
              <a:gd name="connsiteX589" fmla="*/ 775536 w 7467600"/>
              <a:gd name="connsiteY589" fmla="*/ 1388015 h 6858000"/>
              <a:gd name="connsiteX590" fmla="*/ 894529 w 7467600"/>
              <a:gd name="connsiteY590" fmla="*/ 1567739 h 6858000"/>
              <a:gd name="connsiteX591" fmla="*/ 948000 w 7467600"/>
              <a:gd name="connsiteY591" fmla="*/ 1663088 h 6858000"/>
              <a:gd name="connsiteX592" fmla="*/ 1006812 w 7467600"/>
              <a:gd name="connsiteY592" fmla="*/ 1767683 h 6858000"/>
              <a:gd name="connsiteX593" fmla="*/ 1149133 w 7467600"/>
              <a:gd name="connsiteY593" fmla="*/ 1971513 h 6858000"/>
              <a:gd name="connsiteX594" fmla="*/ 1333952 w 7467600"/>
              <a:gd name="connsiteY594" fmla="*/ 2251620 h 6858000"/>
              <a:gd name="connsiteX595" fmla="*/ 1337329 w 7467600"/>
              <a:gd name="connsiteY595" fmla="*/ 2258350 h 6858000"/>
              <a:gd name="connsiteX596" fmla="*/ 1014726 w 7467600"/>
              <a:gd name="connsiteY596" fmla="*/ 1615556 h 6858000"/>
              <a:gd name="connsiteX597" fmla="*/ 678222 w 7467600"/>
              <a:gd name="connsiteY597" fmla="*/ 1248670 h 6858000"/>
              <a:gd name="connsiteX598" fmla="*/ 6691602 w 7467600"/>
              <a:gd name="connsiteY598" fmla="*/ 1140573 h 6858000"/>
              <a:gd name="connsiteX599" fmla="*/ 6571100 w 7467600"/>
              <a:gd name="connsiteY599" fmla="*/ 1183662 h 6858000"/>
              <a:gd name="connsiteX600" fmla="*/ 6241687 w 7467600"/>
              <a:gd name="connsiteY600" fmla="*/ 1257600 h 6858000"/>
              <a:gd name="connsiteX601" fmla="*/ 5693009 w 7467600"/>
              <a:gd name="connsiteY601" fmla="*/ 1478256 h 6858000"/>
              <a:gd name="connsiteX602" fmla="*/ 6548420 w 7467600"/>
              <a:gd name="connsiteY602" fmla="*/ 1214599 h 6858000"/>
              <a:gd name="connsiteX603" fmla="*/ 6605473 w 7467600"/>
              <a:gd name="connsiteY603" fmla="*/ 1184686 h 6858000"/>
              <a:gd name="connsiteX604" fmla="*/ 6691602 w 7467600"/>
              <a:gd name="connsiteY604" fmla="*/ 1140573 h 6858000"/>
              <a:gd name="connsiteX605" fmla="*/ 4002475 w 7467600"/>
              <a:gd name="connsiteY605" fmla="*/ 1037802 h 6858000"/>
              <a:gd name="connsiteX606" fmla="*/ 4000324 w 7467600"/>
              <a:gd name="connsiteY606" fmla="*/ 1039362 h 6858000"/>
              <a:gd name="connsiteX607" fmla="*/ 4002862 w 7467600"/>
              <a:gd name="connsiteY607" fmla="*/ 1042866 h 6858000"/>
              <a:gd name="connsiteX608" fmla="*/ 4002475 w 7467600"/>
              <a:gd name="connsiteY608" fmla="*/ 1037802 h 6858000"/>
              <a:gd name="connsiteX609" fmla="*/ 506322 w 7467600"/>
              <a:gd name="connsiteY609" fmla="*/ 1020997 h 6858000"/>
              <a:gd name="connsiteX610" fmla="*/ 533068 w 7467600"/>
              <a:gd name="connsiteY610" fmla="*/ 1029409 h 6858000"/>
              <a:gd name="connsiteX611" fmla="*/ 1232525 w 7467600"/>
              <a:gd name="connsiteY611" fmla="*/ 1804675 h 6858000"/>
              <a:gd name="connsiteX612" fmla="*/ 1388858 w 7467600"/>
              <a:gd name="connsiteY612" fmla="*/ 2368011 h 6858000"/>
              <a:gd name="connsiteX613" fmla="*/ 1384098 w 7467600"/>
              <a:gd name="connsiteY613" fmla="*/ 2378125 h 6858000"/>
              <a:gd name="connsiteX614" fmla="*/ 1425393 w 7467600"/>
              <a:gd name="connsiteY614" fmla="*/ 2589124 h 6858000"/>
              <a:gd name="connsiteX615" fmla="*/ 1424001 w 7467600"/>
              <a:gd name="connsiteY615" fmla="*/ 2597541 h 6858000"/>
              <a:gd name="connsiteX616" fmla="*/ 2152729 w 7467600"/>
              <a:gd name="connsiteY616" fmla="*/ 2864487 h 6858000"/>
              <a:gd name="connsiteX617" fmla="*/ 2020609 w 7467600"/>
              <a:gd name="connsiteY617" fmla="*/ 2539671 h 6858000"/>
              <a:gd name="connsiteX618" fmla="*/ 2018920 w 7467600"/>
              <a:gd name="connsiteY618" fmla="*/ 2536309 h 6858000"/>
              <a:gd name="connsiteX619" fmla="*/ 1342441 w 7467600"/>
              <a:gd name="connsiteY619" fmla="*/ 1173017 h 6858000"/>
              <a:gd name="connsiteX620" fmla="*/ 1367925 w 7467600"/>
              <a:gd name="connsiteY620" fmla="*/ 1135648 h 6858000"/>
              <a:gd name="connsiteX621" fmla="*/ 1771401 w 7467600"/>
              <a:gd name="connsiteY621" fmla="*/ 1806673 h 6858000"/>
              <a:gd name="connsiteX622" fmla="*/ 1972385 w 7467600"/>
              <a:gd name="connsiteY622" fmla="*/ 2198735 h 6858000"/>
              <a:gd name="connsiteX623" fmla="*/ 2040892 w 7467600"/>
              <a:gd name="connsiteY623" fmla="*/ 2405205 h 6858000"/>
              <a:gd name="connsiteX624" fmla="*/ 2131689 w 7467600"/>
              <a:gd name="connsiteY624" fmla="*/ 1936926 h 6858000"/>
              <a:gd name="connsiteX625" fmla="*/ 2454820 w 7467600"/>
              <a:gd name="connsiteY625" fmla="*/ 1248808 h 6858000"/>
              <a:gd name="connsiteX626" fmla="*/ 2492512 w 7467600"/>
              <a:gd name="connsiteY626" fmla="*/ 1302920 h 6858000"/>
              <a:gd name="connsiteX627" fmla="*/ 2081216 w 7467600"/>
              <a:gd name="connsiteY627" fmla="*/ 2527513 h 6858000"/>
              <a:gd name="connsiteX628" fmla="*/ 2081211 w 7467600"/>
              <a:gd name="connsiteY628" fmla="*/ 2528916 h 6858000"/>
              <a:gd name="connsiteX629" fmla="*/ 2199067 w 7467600"/>
              <a:gd name="connsiteY629" fmla="*/ 2884061 h 6858000"/>
              <a:gd name="connsiteX630" fmla="*/ 3192586 w 7467600"/>
              <a:gd name="connsiteY630" fmla="*/ 3411496 h 6858000"/>
              <a:gd name="connsiteX631" fmla="*/ 3182620 w 7467600"/>
              <a:gd name="connsiteY631" fmla="*/ 3483279 h 6858000"/>
              <a:gd name="connsiteX632" fmla="*/ 2435119 w 7467600"/>
              <a:gd name="connsiteY632" fmla="*/ 3080173 h 6858000"/>
              <a:gd name="connsiteX633" fmla="*/ 2410152 w 7467600"/>
              <a:gd name="connsiteY633" fmla="*/ 3063751 h 6858000"/>
              <a:gd name="connsiteX634" fmla="*/ 2408099 w 7467600"/>
              <a:gd name="connsiteY634" fmla="*/ 3064403 h 6858000"/>
              <a:gd name="connsiteX635" fmla="*/ 2407218 w 7467600"/>
              <a:gd name="connsiteY635" fmla="*/ 3070324 h 6858000"/>
              <a:gd name="connsiteX636" fmla="*/ 2380138 w 7467600"/>
              <a:gd name="connsiteY636" fmla="*/ 3099341 h 6858000"/>
              <a:gd name="connsiteX637" fmla="*/ 1765923 w 7467600"/>
              <a:gd name="connsiteY637" fmla="*/ 3581043 h 6858000"/>
              <a:gd name="connsiteX638" fmla="*/ 1702258 w 7467600"/>
              <a:gd name="connsiteY638" fmla="*/ 3612286 h 6858000"/>
              <a:gd name="connsiteX639" fmla="*/ 1538370 w 7467600"/>
              <a:gd name="connsiteY639" fmla="*/ 3811804 h 6858000"/>
              <a:gd name="connsiteX640" fmla="*/ 542867 w 7467600"/>
              <a:gd name="connsiteY640" fmla="*/ 4944092 h 6858000"/>
              <a:gd name="connsiteX641" fmla="*/ 515800 w 7467600"/>
              <a:gd name="connsiteY641" fmla="*/ 4862180 h 6858000"/>
              <a:gd name="connsiteX642" fmla="*/ 909145 w 7467600"/>
              <a:gd name="connsiteY642" fmla="*/ 4199225 h 6858000"/>
              <a:gd name="connsiteX643" fmla="*/ 1214067 w 7467600"/>
              <a:gd name="connsiteY643" fmla="*/ 3908561 h 6858000"/>
              <a:gd name="connsiteX644" fmla="*/ 640967 w 7467600"/>
              <a:gd name="connsiteY644" fmla="*/ 4105601 h 6858000"/>
              <a:gd name="connsiteX645" fmla="*/ 112563 w 7467600"/>
              <a:gd name="connsiteY645" fmla="*/ 4396952 h 6858000"/>
              <a:gd name="connsiteX646" fmla="*/ 0 w 7467600"/>
              <a:gd name="connsiteY646" fmla="*/ 4466006 h 6858000"/>
              <a:gd name="connsiteX647" fmla="*/ 0 w 7467600"/>
              <a:gd name="connsiteY647" fmla="*/ 4233763 h 6858000"/>
              <a:gd name="connsiteX648" fmla="*/ 36881 w 7467600"/>
              <a:gd name="connsiteY648" fmla="*/ 4200118 h 6858000"/>
              <a:gd name="connsiteX649" fmla="*/ 910534 w 7467600"/>
              <a:gd name="connsiteY649" fmla="*/ 3629753 h 6858000"/>
              <a:gd name="connsiteX650" fmla="*/ 1578717 w 7467600"/>
              <a:gd name="connsiteY650" fmla="*/ 3575982 h 6858000"/>
              <a:gd name="connsiteX651" fmla="*/ 2338780 w 7467600"/>
              <a:gd name="connsiteY651" fmla="*/ 3033725 h 6858000"/>
              <a:gd name="connsiteX652" fmla="*/ 1807991 w 7467600"/>
              <a:gd name="connsiteY652" fmla="*/ 2807184 h 6858000"/>
              <a:gd name="connsiteX653" fmla="*/ 1416358 w 7467600"/>
              <a:gd name="connsiteY653" fmla="*/ 3112571 h 6858000"/>
              <a:gd name="connsiteX654" fmla="*/ 939066 w 7467600"/>
              <a:gd name="connsiteY654" fmla="*/ 3378798 h 6858000"/>
              <a:gd name="connsiteX655" fmla="*/ 115099 w 7467600"/>
              <a:gd name="connsiteY655" fmla="*/ 3607650 h 6858000"/>
              <a:gd name="connsiteX656" fmla="*/ 97284 w 7467600"/>
              <a:gd name="connsiteY656" fmla="*/ 3520393 h 6858000"/>
              <a:gd name="connsiteX657" fmla="*/ 922050 w 7467600"/>
              <a:gd name="connsiteY657" fmla="*/ 3074867 h 6858000"/>
              <a:gd name="connsiteX658" fmla="*/ 1405265 w 7467600"/>
              <a:gd name="connsiteY658" fmla="*/ 3016319 h 6858000"/>
              <a:gd name="connsiteX659" fmla="*/ 1407512 w 7467600"/>
              <a:gd name="connsiteY659" fmla="*/ 3018001 h 6858000"/>
              <a:gd name="connsiteX660" fmla="*/ 1726266 w 7467600"/>
              <a:gd name="connsiteY660" fmla="*/ 2777274 h 6858000"/>
              <a:gd name="connsiteX661" fmla="*/ 625390 w 7467600"/>
              <a:gd name="connsiteY661" fmla="*/ 2514541 h 6858000"/>
              <a:gd name="connsiteX662" fmla="*/ 619799 w 7467600"/>
              <a:gd name="connsiteY662" fmla="*/ 2527180 h 6858000"/>
              <a:gd name="connsiteX663" fmla="*/ 310030 w 7467600"/>
              <a:gd name="connsiteY663" fmla="*/ 2771818 h 6858000"/>
              <a:gd name="connsiteX664" fmla="*/ 173877 w 7467600"/>
              <a:gd name="connsiteY664" fmla="*/ 2937056 h 6858000"/>
              <a:gd name="connsiteX665" fmla="*/ 77889 w 7467600"/>
              <a:gd name="connsiteY665" fmla="*/ 3138440 h 6858000"/>
              <a:gd name="connsiteX666" fmla="*/ 0 w 7467600"/>
              <a:gd name="connsiteY666" fmla="*/ 3271395 h 6858000"/>
              <a:gd name="connsiteX667" fmla="*/ 0 w 7467600"/>
              <a:gd name="connsiteY667" fmla="*/ 3153002 h 6858000"/>
              <a:gd name="connsiteX668" fmla="*/ 2386 w 7467600"/>
              <a:gd name="connsiteY668" fmla="*/ 3149203 h 6858000"/>
              <a:gd name="connsiteX669" fmla="*/ 89753 w 7467600"/>
              <a:gd name="connsiteY669" fmla="*/ 2987702 h 6858000"/>
              <a:gd name="connsiteX670" fmla="*/ 76869 w 7467600"/>
              <a:gd name="connsiteY670" fmla="*/ 3005404 h 6858000"/>
              <a:gd name="connsiteX671" fmla="*/ 32049 w 7467600"/>
              <a:gd name="connsiteY671" fmla="*/ 3065814 h 6858000"/>
              <a:gd name="connsiteX672" fmla="*/ 0 w 7467600"/>
              <a:gd name="connsiteY672" fmla="*/ 3108744 h 6858000"/>
              <a:gd name="connsiteX673" fmla="*/ 0 w 7467600"/>
              <a:gd name="connsiteY673" fmla="*/ 3058059 h 6858000"/>
              <a:gd name="connsiteX674" fmla="*/ 7610 w 7467600"/>
              <a:gd name="connsiteY674" fmla="*/ 3047889 h 6858000"/>
              <a:gd name="connsiteX675" fmla="*/ 52419 w 7467600"/>
              <a:gd name="connsiteY675" fmla="*/ 2987479 h 6858000"/>
              <a:gd name="connsiteX676" fmla="*/ 59142 w 7467600"/>
              <a:gd name="connsiteY676" fmla="*/ 2978488 h 6858000"/>
              <a:gd name="connsiteX677" fmla="*/ 0 w 7467600"/>
              <a:gd name="connsiteY677" fmla="*/ 3015334 h 6858000"/>
              <a:gd name="connsiteX678" fmla="*/ 0 w 7467600"/>
              <a:gd name="connsiteY678" fmla="*/ 2914286 h 6858000"/>
              <a:gd name="connsiteX679" fmla="*/ 36383 w 7467600"/>
              <a:gd name="connsiteY679" fmla="*/ 2901128 h 6858000"/>
              <a:gd name="connsiteX680" fmla="*/ 156329 w 7467600"/>
              <a:gd name="connsiteY680" fmla="*/ 2840533 h 6858000"/>
              <a:gd name="connsiteX681" fmla="*/ 358355 w 7467600"/>
              <a:gd name="connsiteY681" fmla="*/ 2620471 h 6858000"/>
              <a:gd name="connsiteX682" fmla="*/ 510577 w 7467600"/>
              <a:gd name="connsiteY682" fmla="*/ 2501244 h 6858000"/>
              <a:gd name="connsiteX683" fmla="*/ 211967 w 7467600"/>
              <a:gd name="connsiteY683" fmla="*/ 2479171 h 6858000"/>
              <a:gd name="connsiteX684" fmla="*/ 0 w 7467600"/>
              <a:gd name="connsiteY684" fmla="*/ 2476398 h 6858000"/>
              <a:gd name="connsiteX685" fmla="*/ 0 w 7467600"/>
              <a:gd name="connsiteY685" fmla="*/ 2389189 h 6858000"/>
              <a:gd name="connsiteX686" fmla="*/ 103062 w 7467600"/>
              <a:gd name="connsiteY686" fmla="*/ 2389518 h 6858000"/>
              <a:gd name="connsiteX687" fmla="*/ 510734 w 7467600"/>
              <a:gd name="connsiteY687" fmla="*/ 2416201 h 6858000"/>
              <a:gd name="connsiteX688" fmla="*/ 279257 w 7467600"/>
              <a:gd name="connsiteY688" fmla="*/ 2092102 h 6858000"/>
              <a:gd name="connsiteX689" fmla="*/ 65265 w 7467600"/>
              <a:gd name="connsiteY689" fmla="*/ 2006049 h 6858000"/>
              <a:gd name="connsiteX690" fmla="*/ 0 w 7467600"/>
              <a:gd name="connsiteY690" fmla="*/ 1982532 h 6858000"/>
              <a:gd name="connsiteX691" fmla="*/ 0 w 7467600"/>
              <a:gd name="connsiteY691" fmla="*/ 1912789 h 6858000"/>
              <a:gd name="connsiteX692" fmla="*/ 97460 w 7467600"/>
              <a:gd name="connsiteY692" fmla="*/ 1953725 h 6858000"/>
              <a:gd name="connsiteX693" fmla="*/ 221272 w 7467600"/>
              <a:gd name="connsiteY693" fmla="*/ 1980766 h 6858000"/>
              <a:gd name="connsiteX694" fmla="*/ 116765 w 7467600"/>
              <a:gd name="connsiteY694" fmla="*/ 1911033 h 6858000"/>
              <a:gd name="connsiteX695" fmla="*/ 16405 w 7467600"/>
              <a:gd name="connsiteY695" fmla="*/ 1803412 h 6858000"/>
              <a:gd name="connsiteX696" fmla="*/ 0 w 7467600"/>
              <a:gd name="connsiteY696" fmla="*/ 1784777 h 6858000"/>
              <a:gd name="connsiteX697" fmla="*/ 0 w 7467600"/>
              <a:gd name="connsiteY697" fmla="*/ 1740082 h 6858000"/>
              <a:gd name="connsiteX698" fmla="*/ 39394 w 7467600"/>
              <a:gd name="connsiteY698" fmla="*/ 1784856 h 6858000"/>
              <a:gd name="connsiteX699" fmla="*/ 135813 w 7467600"/>
              <a:gd name="connsiteY699" fmla="*/ 1888838 h 6858000"/>
              <a:gd name="connsiteX700" fmla="*/ 242575 w 7467600"/>
              <a:gd name="connsiteY700" fmla="*/ 1958841 h 6858000"/>
              <a:gd name="connsiteX701" fmla="*/ 82197 w 7467600"/>
              <a:gd name="connsiteY701" fmla="*/ 1754826 h 6858000"/>
              <a:gd name="connsiteX702" fmla="*/ 0 w 7467600"/>
              <a:gd name="connsiteY702" fmla="*/ 1679650 h 6858000"/>
              <a:gd name="connsiteX703" fmla="*/ 0 w 7467600"/>
              <a:gd name="connsiteY703" fmla="*/ 1602463 h 6858000"/>
              <a:gd name="connsiteX704" fmla="*/ 84689 w 7467600"/>
              <a:gd name="connsiteY704" fmla="*/ 1677442 h 6858000"/>
              <a:gd name="connsiteX705" fmla="*/ 298437 w 7467600"/>
              <a:gd name="connsiteY705" fmla="*/ 1968019 h 6858000"/>
              <a:gd name="connsiteX706" fmla="*/ 227269 w 7467600"/>
              <a:gd name="connsiteY706" fmla="*/ 1114064 h 6858000"/>
              <a:gd name="connsiteX707" fmla="*/ 248003 w 7467600"/>
              <a:gd name="connsiteY707" fmla="*/ 1089613 h 6858000"/>
              <a:gd name="connsiteX708" fmla="*/ 427020 w 7467600"/>
              <a:gd name="connsiteY708" fmla="*/ 1619803 h 6858000"/>
              <a:gd name="connsiteX709" fmla="*/ 340345 w 7467600"/>
              <a:gd name="connsiteY709" fmla="*/ 2027739 h 6858000"/>
              <a:gd name="connsiteX710" fmla="*/ 360865 w 7467600"/>
              <a:gd name="connsiteY710" fmla="*/ 2044827 h 6858000"/>
              <a:gd name="connsiteX711" fmla="*/ 560414 w 7467600"/>
              <a:gd name="connsiteY711" fmla="*/ 2421457 h 6858000"/>
              <a:gd name="connsiteX712" fmla="*/ 1359703 w 7467600"/>
              <a:gd name="connsiteY712" fmla="*/ 2578554 h 6858000"/>
              <a:gd name="connsiteX713" fmla="*/ 1359422 w 7467600"/>
              <a:gd name="connsiteY713" fmla="*/ 2577994 h 6858000"/>
              <a:gd name="connsiteX714" fmla="*/ 828701 w 7467600"/>
              <a:gd name="connsiteY714" fmla="*/ 1839520 h 6858000"/>
              <a:gd name="connsiteX715" fmla="*/ 494427 w 7467600"/>
              <a:gd name="connsiteY715" fmla="*/ 1092333 h 6858000"/>
              <a:gd name="connsiteX716" fmla="*/ 506322 w 7467600"/>
              <a:gd name="connsiteY716" fmla="*/ 1020997 h 6858000"/>
              <a:gd name="connsiteX717" fmla="*/ 4570198 w 7467600"/>
              <a:gd name="connsiteY717" fmla="*/ 978081 h 6858000"/>
              <a:gd name="connsiteX718" fmla="*/ 4523691 w 7467600"/>
              <a:gd name="connsiteY718" fmla="*/ 1127776 h 6858000"/>
              <a:gd name="connsiteX719" fmla="*/ 4509875 w 7467600"/>
              <a:gd name="connsiteY719" fmla="*/ 1167552 h 6858000"/>
              <a:gd name="connsiteX720" fmla="*/ 4478168 w 7467600"/>
              <a:gd name="connsiteY720" fmla="*/ 1260735 h 6858000"/>
              <a:gd name="connsiteX721" fmla="*/ 4409309 w 7467600"/>
              <a:gd name="connsiteY721" fmla="*/ 1666996 h 6858000"/>
              <a:gd name="connsiteX722" fmla="*/ 4370031 w 7467600"/>
              <a:gd name="connsiteY722" fmla="*/ 1955666 h 6858000"/>
              <a:gd name="connsiteX723" fmla="*/ 4570198 w 7467600"/>
              <a:gd name="connsiteY723" fmla="*/ 978081 h 6858000"/>
              <a:gd name="connsiteX724" fmla="*/ 4557898 w 7467600"/>
              <a:gd name="connsiteY724" fmla="*/ 900011 h 6858000"/>
              <a:gd name="connsiteX725" fmla="*/ 4344840 w 7467600"/>
              <a:gd name="connsiteY725" fmla="*/ 1922038 h 6858000"/>
              <a:gd name="connsiteX726" fmla="*/ 4378710 w 7467600"/>
              <a:gd name="connsiteY726" fmla="*/ 1665516 h 6858000"/>
              <a:gd name="connsiteX727" fmla="*/ 4448798 w 7467600"/>
              <a:gd name="connsiteY727" fmla="*/ 1253024 h 6858000"/>
              <a:gd name="connsiteX728" fmla="*/ 4480315 w 7467600"/>
              <a:gd name="connsiteY728" fmla="*/ 1158454 h 6858000"/>
              <a:gd name="connsiteX729" fmla="*/ 4494133 w 7467600"/>
              <a:gd name="connsiteY729" fmla="*/ 1118676 h 6858000"/>
              <a:gd name="connsiteX730" fmla="*/ 4557898 w 7467600"/>
              <a:gd name="connsiteY730" fmla="*/ 900011 h 6858000"/>
              <a:gd name="connsiteX731" fmla="*/ 5870151 w 7467600"/>
              <a:gd name="connsiteY731" fmla="*/ 898890 h 6858000"/>
              <a:gd name="connsiteX732" fmla="*/ 5861335 w 7467600"/>
              <a:gd name="connsiteY732" fmla="*/ 899177 h 6858000"/>
              <a:gd name="connsiteX733" fmla="*/ 5843702 w 7467600"/>
              <a:gd name="connsiteY733" fmla="*/ 899748 h 6858000"/>
              <a:gd name="connsiteX734" fmla="*/ 5651107 w 7467600"/>
              <a:gd name="connsiteY734" fmla="*/ 920306 h 6858000"/>
              <a:gd name="connsiteX735" fmla="*/ 5459407 w 7467600"/>
              <a:gd name="connsiteY735" fmla="*/ 940975 h 6858000"/>
              <a:gd name="connsiteX736" fmla="*/ 5374846 w 7467600"/>
              <a:gd name="connsiteY736" fmla="*/ 941988 h 6858000"/>
              <a:gd name="connsiteX737" fmla="*/ 5256105 w 7467600"/>
              <a:gd name="connsiteY737" fmla="*/ 945632 h 6858000"/>
              <a:gd name="connsiteX738" fmla="*/ 5107071 w 7467600"/>
              <a:gd name="connsiteY738" fmla="*/ 969720 h 6858000"/>
              <a:gd name="connsiteX739" fmla="*/ 4998681 w 7467600"/>
              <a:gd name="connsiteY739" fmla="*/ 988771 h 6858000"/>
              <a:gd name="connsiteX740" fmla="*/ 5870151 w 7467600"/>
              <a:gd name="connsiteY740" fmla="*/ 898890 h 6858000"/>
              <a:gd name="connsiteX741" fmla="*/ 5504425 w 7467600"/>
              <a:gd name="connsiteY741" fmla="*/ 848067 h 6858000"/>
              <a:gd name="connsiteX742" fmla="*/ 4968849 w 7467600"/>
              <a:gd name="connsiteY742" fmla="*/ 962318 h 6858000"/>
              <a:gd name="connsiteX743" fmla="*/ 5104039 w 7467600"/>
              <a:gd name="connsiteY743" fmla="*/ 940634 h 6858000"/>
              <a:gd name="connsiteX744" fmla="*/ 5256311 w 7467600"/>
              <a:gd name="connsiteY744" fmla="*/ 916490 h 6858000"/>
              <a:gd name="connsiteX745" fmla="*/ 5377381 w 7467600"/>
              <a:gd name="connsiteY745" fmla="*/ 912671 h 6858000"/>
              <a:gd name="connsiteX746" fmla="*/ 5460148 w 7467600"/>
              <a:gd name="connsiteY746" fmla="*/ 911442 h 6858000"/>
              <a:gd name="connsiteX747" fmla="*/ 5648971 w 7467600"/>
              <a:gd name="connsiteY747" fmla="*/ 891331 h 6858000"/>
              <a:gd name="connsiteX748" fmla="*/ 5844807 w 7467600"/>
              <a:gd name="connsiteY748" fmla="*/ 870718 h 6858000"/>
              <a:gd name="connsiteX749" fmla="*/ 5862975 w 7467600"/>
              <a:gd name="connsiteY749" fmla="*/ 869756 h 6858000"/>
              <a:gd name="connsiteX750" fmla="*/ 5920887 w 7467600"/>
              <a:gd name="connsiteY750" fmla="*/ 865929 h 6858000"/>
              <a:gd name="connsiteX751" fmla="*/ 5504425 w 7467600"/>
              <a:gd name="connsiteY751" fmla="*/ 848067 h 6858000"/>
              <a:gd name="connsiteX752" fmla="*/ 3607114 w 7467600"/>
              <a:gd name="connsiteY752" fmla="*/ 467441 h 6858000"/>
              <a:gd name="connsiteX753" fmla="*/ 3296242 w 7467600"/>
              <a:gd name="connsiteY753" fmla="*/ 807991 h 6858000"/>
              <a:gd name="connsiteX754" fmla="*/ 3174674 w 7467600"/>
              <a:gd name="connsiteY754" fmla="*/ 919759 h 6858000"/>
              <a:gd name="connsiteX755" fmla="*/ 3042978 w 7467600"/>
              <a:gd name="connsiteY755" fmla="*/ 1054894 h 6858000"/>
              <a:gd name="connsiteX756" fmla="*/ 2968914 w 7467600"/>
              <a:gd name="connsiteY756" fmla="*/ 1133756 h 6858000"/>
              <a:gd name="connsiteX757" fmla="*/ 3103823 w 7467600"/>
              <a:gd name="connsiteY757" fmla="*/ 1026814 h 6858000"/>
              <a:gd name="connsiteX758" fmla="*/ 3607114 w 7467600"/>
              <a:gd name="connsiteY758" fmla="*/ 467441 h 6858000"/>
              <a:gd name="connsiteX759" fmla="*/ 3744487 w 7467600"/>
              <a:gd name="connsiteY759" fmla="*/ 383136 h 6858000"/>
              <a:gd name="connsiteX760" fmla="*/ 3970213 w 7467600"/>
              <a:gd name="connsiteY760" fmla="*/ 995559 h 6858000"/>
              <a:gd name="connsiteX761" fmla="*/ 3744487 w 7467600"/>
              <a:gd name="connsiteY761" fmla="*/ 383136 h 6858000"/>
              <a:gd name="connsiteX762" fmla="*/ 3624562 w 7467600"/>
              <a:gd name="connsiteY762" fmla="*/ 367041 h 6858000"/>
              <a:gd name="connsiteX763" fmla="*/ 3489712 w 7467600"/>
              <a:gd name="connsiteY763" fmla="*/ 485386 h 6858000"/>
              <a:gd name="connsiteX764" fmla="*/ 3182994 w 7467600"/>
              <a:gd name="connsiteY764" fmla="*/ 828265 h 6858000"/>
              <a:gd name="connsiteX765" fmla="*/ 2892114 w 7467600"/>
              <a:gd name="connsiteY765" fmla="*/ 1172635 h 6858000"/>
              <a:gd name="connsiteX766" fmla="*/ 3021459 w 7467600"/>
              <a:gd name="connsiteY766" fmla="*/ 1035385 h 6858000"/>
              <a:gd name="connsiteX767" fmla="*/ 3153873 w 7467600"/>
              <a:gd name="connsiteY767" fmla="*/ 898971 h 6858000"/>
              <a:gd name="connsiteX768" fmla="*/ 3276511 w 7467600"/>
              <a:gd name="connsiteY768" fmla="*/ 786423 h 6858000"/>
              <a:gd name="connsiteX769" fmla="*/ 3584154 w 7467600"/>
              <a:gd name="connsiteY769" fmla="*/ 448218 h 6858000"/>
              <a:gd name="connsiteX770" fmla="*/ 3624562 w 7467600"/>
              <a:gd name="connsiteY770" fmla="*/ 367041 h 6858000"/>
              <a:gd name="connsiteX771" fmla="*/ 3766672 w 7467600"/>
              <a:gd name="connsiteY771" fmla="*/ 359429 h 6858000"/>
              <a:gd name="connsiteX772" fmla="*/ 3996338 w 7467600"/>
              <a:gd name="connsiteY772" fmla="*/ 968237 h 6858000"/>
              <a:gd name="connsiteX773" fmla="*/ 3766672 w 7467600"/>
              <a:gd name="connsiteY773" fmla="*/ 359429 h 6858000"/>
              <a:gd name="connsiteX774" fmla="*/ 5805386 w 7467600"/>
              <a:gd name="connsiteY774" fmla="*/ 239240 h 6858000"/>
              <a:gd name="connsiteX775" fmla="*/ 5736947 w 7467600"/>
              <a:gd name="connsiteY775" fmla="*/ 261367 h 6858000"/>
              <a:gd name="connsiteX776" fmla="*/ 5427012 w 7467600"/>
              <a:gd name="connsiteY776" fmla="*/ 311272 h 6858000"/>
              <a:gd name="connsiteX777" fmla="*/ 5147818 w 7467600"/>
              <a:gd name="connsiteY777" fmla="*/ 322112 h 6858000"/>
              <a:gd name="connsiteX778" fmla="*/ 5060854 w 7467600"/>
              <a:gd name="connsiteY778" fmla="*/ 311882 h 6858000"/>
              <a:gd name="connsiteX779" fmla="*/ 4945989 w 7467600"/>
              <a:gd name="connsiteY779" fmla="*/ 300516 h 6858000"/>
              <a:gd name="connsiteX780" fmla="*/ 5410479 w 7467600"/>
              <a:gd name="connsiteY780" fmla="*/ 348434 h 6858000"/>
              <a:gd name="connsiteX781" fmla="*/ 5805386 w 7467600"/>
              <a:gd name="connsiteY781" fmla="*/ 239240 h 6858000"/>
              <a:gd name="connsiteX782" fmla="*/ 5905192 w 7467600"/>
              <a:gd name="connsiteY782" fmla="*/ 163079 h 6858000"/>
              <a:gd name="connsiteX783" fmla="*/ 5865655 w 7467600"/>
              <a:gd name="connsiteY783" fmla="*/ 171901 h 6858000"/>
              <a:gd name="connsiteX784" fmla="*/ 5259740 w 7467600"/>
              <a:gd name="connsiteY784" fmla="*/ 257013 h 6858000"/>
              <a:gd name="connsiteX785" fmla="*/ 5208466 w 7467600"/>
              <a:gd name="connsiteY785" fmla="*/ 257550 h 6858000"/>
              <a:gd name="connsiteX786" fmla="*/ 4980204 w 7467600"/>
              <a:gd name="connsiteY786" fmla="*/ 271903 h 6858000"/>
              <a:gd name="connsiteX787" fmla="*/ 5068068 w 7467600"/>
              <a:gd name="connsiteY787" fmla="*/ 282244 h 6858000"/>
              <a:gd name="connsiteX788" fmla="*/ 5153231 w 7467600"/>
              <a:gd name="connsiteY788" fmla="*/ 292240 h 6858000"/>
              <a:gd name="connsiteX789" fmla="*/ 5426491 w 7467600"/>
              <a:gd name="connsiteY789" fmla="*/ 281128 h 6858000"/>
              <a:gd name="connsiteX790" fmla="*/ 5731212 w 7467600"/>
              <a:gd name="connsiteY790" fmla="*/ 231951 h 6858000"/>
              <a:gd name="connsiteX791" fmla="*/ 5905192 w 7467600"/>
              <a:gd name="connsiteY791" fmla="*/ 163079 h 6858000"/>
              <a:gd name="connsiteX792" fmla="*/ 5944437 w 7467600"/>
              <a:gd name="connsiteY792" fmla="*/ 113829 h 6858000"/>
              <a:gd name="connsiteX793" fmla="*/ 5825032 w 7467600"/>
              <a:gd name="connsiteY793" fmla="*/ 146405 h 6858000"/>
              <a:gd name="connsiteX794" fmla="*/ 4955599 w 7467600"/>
              <a:gd name="connsiteY794" fmla="*/ 247008 h 6858000"/>
              <a:gd name="connsiteX795" fmla="*/ 5210104 w 7467600"/>
              <a:gd name="connsiteY795" fmla="*/ 228123 h 6858000"/>
              <a:gd name="connsiteX796" fmla="*/ 5261015 w 7467600"/>
              <a:gd name="connsiteY796" fmla="*/ 227087 h 6858000"/>
              <a:gd name="connsiteX797" fmla="*/ 5861181 w 7467600"/>
              <a:gd name="connsiteY797" fmla="*/ 143093 h 6858000"/>
              <a:gd name="connsiteX798" fmla="*/ 5961252 w 7467600"/>
              <a:gd name="connsiteY798" fmla="*/ 114820 h 6858000"/>
              <a:gd name="connsiteX799" fmla="*/ 5944437 w 7467600"/>
              <a:gd name="connsiteY799" fmla="*/ 113829 h 6858000"/>
              <a:gd name="connsiteX800" fmla="*/ 3882765 w 7467600"/>
              <a:gd name="connsiteY800" fmla="*/ 0 h 6858000"/>
              <a:gd name="connsiteX801" fmla="*/ 3995099 w 7467600"/>
              <a:gd name="connsiteY801" fmla="*/ 0 h 6858000"/>
              <a:gd name="connsiteX802" fmla="*/ 4163818 w 7467600"/>
              <a:gd name="connsiteY802" fmla="*/ 234104 h 6858000"/>
              <a:gd name="connsiteX803" fmla="*/ 4172099 w 7467600"/>
              <a:gd name="connsiteY803" fmla="*/ 234207 h 6858000"/>
              <a:gd name="connsiteX804" fmla="*/ 4784282 w 7467600"/>
              <a:gd name="connsiteY804" fmla="*/ 276561 h 6858000"/>
              <a:gd name="connsiteX805" fmla="*/ 4801687 w 7467600"/>
              <a:gd name="connsiteY805" fmla="*/ 267764 h 6858000"/>
              <a:gd name="connsiteX806" fmla="*/ 6082788 w 7467600"/>
              <a:gd name="connsiteY806" fmla="*/ 64119 h 6858000"/>
              <a:gd name="connsiteX807" fmla="*/ 6099442 w 7467600"/>
              <a:gd name="connsiteY807" fmla="*/ 82568 h 6858000"/>
              <a:gd name="connsiteX808" fmla="*/ 4804137 w 7467600"/>
              <a:gd name="connsiteY808" fmla="*/ 320931 h 6858000"/>
              <a:gd name="connsiteX809" fmla="*/ 4227047 w 7467600"/>
              <a:gd name="connsiteY809" fmla="*/ 313415 h 6858000"/>
              <a:gd name="connsiteX810" fmla="*/ 4346041 w 7467600"/>
              <a:gd name="connsiteY810" fmla="*/ 456086 h 6858000"/>
              <a:gd name="connsiteX811" fmla="*/ 4870967 w 7467600"/>
              <a:gd name="connsiteY811" fmla="*/ 963061 h 6858000"/>
              <a:gd name="connsiteX812" fmla="*/ 4889647 w 7467600"/>
              <a:gd name="connsiteY812" fmla="*/ 957147 h 6858000"/>
              <a:gd name="connsiteX813" fmla="*/ 5422504 w 7467600"/>
              <a:gd name="connsiteY813" fmla="*/ 805191 h 6858000"/>
              <a:gd name="connsiteX814" fmla="*/ 6087656 w 7467600"/>
              <a:gd name="connsiteY814" fmla="*/ 826703 h 6858000"/>
              <a:gd name="connsiteX815" fmla="*/ 6058717 w 7467600"/>
              <a:gd name="connsiteY815" fmla="*/ 865992 h 6858000"/>
              <a:gd name="connsiteX816" fmla="*/ 4974153 w 7467600"/>
              <a:gd name="connsiteY816" fmla="*/ 1045456 h 6858000"/>
              <a:gd name="connsiteX817" fmla="*/ 5627835 w 7467600"/>
              <a:gd name="connsiteY817" fmla="*/ 1472077 h 6858000"/>
              <a:gd name="connsiteX818" fmla="*/ 5629817 w 7467600"/>
              <a:gd name="connsiteY818" fmla="*/ 1471412 h 6858000"/>
              <a:gd name="connsiteX819" fmla="*/ 5634124 w 7467600"/>
              <a:gd name="connsiteY819" fmla="*/ 1470572 h 6858000"/>
              <a:gd name="connsiteX820" fmla="*/ 5755832 w 7467600"/>
              <a:gd name="connsiteY820" fmla="*/ 1383886 h 6858000"/>
              <a:gd name="connsiteX821" fmla="*/ 6014186 w 7467600"/>
              <a:gd name="connsiteY821" fmla="*/ 1279799 h 6858000"/>
              <a:gd name="connsiteX822" fmla="*/ 6901619 w 7467600"/>
              <a:gd name="connsiteY822" fmla="*/ 1047874 h 6858000"/>
              <a:gd name="connsiteX823" fmla="*/ 6931566 w 7467600"/>
              <a:gd name="connsiteY823" fmla="*/ 1062034 h 6858000"/>
              <a:gd name="connsiteX824" fmla="*/ 5790982 w 7467600"/>
              <a:gd name="connsiteY824" fmla="*/ 1561380 h 6858000"/>
              <a:gd name="connsiteX825" fmla="*/ 6188971 w 7467600"/>
              <a:gd name="connsiteY825" fmla="*/ 1755168 h 6858000"/>
              <a:gd name="connsiteX826" fmla="*/ 6202446 w 7467600"/>
              <a:gd name="connsiteY826" fmla="*/ 1752268 h 6858000"/>
              <a:gd name="connsiteX827" fmla="*/ 7179560 w 7467600"/>
              <a:gd name="connsiteY827" fmla="*/ 1467551 h 6858000"/>
              <a:gd name="connsiteX828" fmla="*/ 7158730 w 7467600"/>
              <a:gd name="connsiteY828" fmla="*/ 1507835 h 6858000"/>
              <a:gd name="connsiteX829" fmla="*/ 6326959 w 7467600"/>
              <a:gd name="connsiteY829" fmla="*/ 1817686 h 6858000"/>
              <a:gd name="connsiteX830" fmla="*/ 6537433 w 7467600"/>
              <a:gd name="connsiteY830" fmla="*/ 1907790 h 6858000"/>
              <a:gd name="connsiteX831" fmla="*/ 6550221 w 7467600"/>
              <a:gd name="connsiteY831" fmla="*/ 1910729 h 6858000"/>
              <a:gd name="connsiteX832" fmla="*/ 6964438 w 7467600"/>
              <a:gd name="connsiteY832" fmla="*/ 2209505 h 6858000"/>
              <a:gd name="connsiteX833" fmla="*/ 7367862 w 7467600"/>
              <a:gd name="connsiteY833" fmla="*/ 2806833 h 6858000"/>
              <a:gd name="connsiteX834" fmla="*/ 7364329 w 7467600"/>
              <a:gd name="connsiteY834" fmla="*/ 2826907 h 6858000"/>
              <a:gd name="connsiteX835" fmla="*/ 7290545 w 7467600"/>
              <a:gd name="connsiteY835" fmla="*/ 2850663 h 6858000"/>
              <a:gd name="connsiteX836" fmla="*/ 6472036 w 7467600"/>
              <a:gd name="connsiteY836" fmla="*/ 1959003 h 6858000"/>
              <a:gd name="connsiteX837" fmla="*/ 5792897 w 7467600"/>
              <a:gd name="connsiteY837" fmla="*/ 1647747 h 6858000"/>
              <a:gd name="connsiteX838" fmla="*/ 5842751 w 7467600"/>
              <a:gd name="connsiteY838" fmla="*/ 1816112 h 6858000"/>
              <a:gd name="connsiteX839" fmla="*/ 5847424 w 7467600"/>
              <a:gd name="connsiteY839" fmla="*/ 1815776 h 6858000"/>
              <a:gd name="connsiteX840" fmla="*/ 6399821 w 7467600"/>
              <a:gd name="connsiteY840" fmla="*/ 2344799 h 6858000"/>
              <a:gd name="connsiteX841" fmla="*/ 6323232 w 7467600"/>
              <a:gd name="connsiteY841" fmla="*/ 2389634 h 6858000"/>
              <a:gd name="connsiteX842" fmla="*/ 5942958 w 7467600"/>
              <a:gd name="connsiteY842" fmla="*/ 2077708 h 6858000"/>
              <a:gd name="connsiteX843" fmla="*/ 5921559 w 7467600"/>
              <a:gd name="connsiteY843" fmla="*/ 2378596 h 6858000"/>
              <a:gd name="connsiteX844" fmla="*/ 5817651 w 7467600"/>
              <a:gd name="connsiteY844" fmla="*/ 3023919 h 6858000"/>
              <a:gd name="connsiteX845" fmla="*/ 5729634 w 7467600"/>
              <a:gd name="connsiteY845" fmla="*/ 3051849 h 6858000"/>
              <a:gd name="connsiteX846" fmla="*/ 5611018 w 7467600"/>
              <a:gd name="connsiteY846" fmla="*/ 2316769 h 6858000"/>
              <a:gd name="connsiteX847" fmla="*/ 5687608 w 7467600"/>
              <a:gd name="connsiteY847" fmla="*/ 2039972 h 6858000"/>
              <a:gd name="connsiteX848" fmla="*/ 5657554 w 7467600"/>
              <a:gd name="connsiteY848" fmla="*/ 1576445 h 6858000"/>
              <a:gd name="connsiteX849" fmla="*/ 5150475 w 7467600"/>
              <a:gd name="connsiteY849" fmla="*/ 1274012 h 6858000"/>
              <a:gd name="connsiteX850" fmla="*/ 5349142 w 7467600"/>
              <a:gd name="connsiteY850" fmla="*/ 2204405 h 6858000"/>
              <a:gd name="connsiteX851" fmla="*/ 5262214 w 7467600"/>
              <a:gd name="connsiteY851" fmla="*/ 2233836 h 6858000"/>
              <a:gd name="connsiteX852" fmla="*/ 4981539 w 7467600"/>
              <a:gd name="connsiteY852" fmla="*/ 1542201 h 6858000"/>
              <a:gd name="connsiteX853" fmla="*/ 4958461 w 7467600"/>
              <a:gd name="connsiteY853" fmla="*/ 1136957 h 6858000"/>
              <a:gd name="connsiteX854" fmla="*/ 4655015 w 7467600"/>
              <a:gd name="connsiteY854" fmla="*/ 891426 h 6858000"/>
              <a:gd name="connsiteX855" fmla="*/ 4348002 w 7467600"/>
              <a:gd name="connsiteY855" fmla="*/ 2205895 h 6858000"/>
              <a:gd name="connsiteX856" fmla="*/ 4262250 w 7467600"/>
              <a:gd name="connsiteY856" fmla="*/ 2219972 h 6858000"/>
              <a:gd name="connsiteX857" fmla="*/ 4550611 w 7467600"/>
              <a:gd name="connsiteY857" fmla="*/ 817540 h 6858000"/>
              <a:gd name="connsiteX858" fmla="*/ 4564418 w 7467600"/>
              <a:gd name="connsiteY858" fmla="*/ 808293 h 6858000"/>
              <a:gd name="connsiteX859" fmla="*/ 4266388 w 7467600"/>
              <a:gd name="connsiteY859" fmla="*/ 500083 h 6858000"/>
              <a:gd name="connsiteX860" fmla="*/ 4032842 w 7467600"/>
              <a:gd name="connsiteY860" fmla="*/ 211809 h 6858000"/>
              <a:gd name="connsiteX861" fmla="*/ 3882765 w 7467600"/>
              <a:gd name="connsiteY861" fmla="*/ 0 h 6858000"/>
              <a:gd name="connsiteX862" fmla="*/ 3721337 w 7467600"/>
              <a:gd name="connsiteY862" fmla="*/ 0 h 6858000"/>
              <a:gd name="connsiteX863" fmla="*/ 3797544 w 7467600"/>
              <a:gd name="connsiteY863" fmla="*/ 0 h 6858000"/>
              <a:gd name="connsiteX864" fmla="*/ 3775734 w 7467600"/>
              <a:gd name="connsiteY864" fmla="*/ 95131 h 6858000"/>
              <a:gd name="connsiteX865" fmla="*/ 3724807 w 7467600"/>
              <a:gd name="connsiteY865" fmla="*/ 272257 h 6858000"/>
              <a:gd name="connsiteX866" fmla="*/ 3726844 w 7467600"/>
              <a:gd name="connsiteY866" fmla="*/ 282988 h 6858000"/>
              <a:gd name="connsiteX867" fmla="*/ 3742664 w 7467600"/>
              <a:gd name="connsiteY867" fmla="*/ 279918 h 6858000"/>
              <a:gd name="connsiteX868" fmla="*/ 4103910 w 7467600"/>
              <a:gd name="connsiteY868" fmla="*/ 1161917 h 6858000"/>
              <a:gd name="connsiteX869" fmla="*/ 4020269 w 7467600"/>
              <a:gd name="connsiteY869" fmla="*/ 1200406 h 6858000"/>
              <a:gd name="connsiteX870" fmla="*/ 3674882 w 7467600"/>
              <a:gd name="connsiteY870" fmla="*/ 488524 h 6858000"/>
              <a:gd name="connsiteX871" fmla="*/ 3132682 w 7467600"/>
              <a:gd name="connsiteY871" fmla="*/ 1072284 h 6858000"/>
              <a:gd name="connsiteX872" fmla="*/ 2716346 w 7467600"/>
              <a:gd name="connsiteY872" fmla="*/ 1276376 h 6858000"/>
              <a:gd name="connsiteX873" fmla="*/ 2716772 w 7467600"/>
              <a:gd name="connsiteY873" fmla="*/ 1255462 h 6858000"/>
              <a:gd name="connsiteX874" fmla="*/ 3471096 w 7467600"/>
              <a:gd name="connsiteY874" fmla="*/ 437072 h 6858000"/>
              <a:gd name="connsiteX875" fmla="*/ 3639057 w 7467600"/>
              <a:gd name="connsiteY875" fmla="*/ 286334 h 6858000"/>
              <a:gd name="connsiteX876" fmla="*/ 3640309 w 7467600"/>
              <a:gd name="connsiteY876" fmla="*/ 284664 h 6858000"/>
              <a:gd name="connsiteX877" fmla="*/ 3646022 w 7467600"/>
              <a:gd name="connsiteY877" fmla="*/ 276711 h 6858000"/>
              <a:gd name="connsiteX878" fmla="*/ 3707943 w 7467600"/>
              <a:gd name="connsiteY878" fmla="*/ 65958 h 6858000"/>
              <a:gd name="connsiteX879" fmla="*/ 3721337 w 7467600"/>
              <a:gd name="connsiteY879" fmla="*/ 0 h 6858000"/>
              <a:gd name="connsiteX880" fmla="*/ 2867960 w 7467600"/>
              <a:gd name="connsiteY880" fmla="*/ 0 h 6858000"/>
              <a:gd name="connsiteX881" fmla="*/ 2926351 w 7467600"/>
              <a:gd name="connsiteY881" fmla="*/ 0 h 6858000"/>
              <a:gd name="connsiteX882" fmla="*/ 2902823 w 7467600"/>
              <a:gd name="connsiteY882" fmla="*/ 262929 h 6858000"/>
              <a:gd name="connsiteX883" fmla="*/ 2940663 w 7467600"/>
              <a:gd name="connsiteY883" fmla="*/ 140884 h 6858000"/>
              <a:gd name="connsiteX884" fmla="*/ 2947039 w 7467600"/>
              <a:gd name="connsiteY884" fmla="*/ 122524 h 6858000"/>
              <a:gd name="connsiteX885" fmla="*/ 2984316 w 7467600"/>
              <a:gd name="connsiteY885" fmla="*/ 0 h 6858000"/>
              <a:gd name="connsiteX886" fmla="*/ 3016114 w 7467600"/>
              <a:gd name="connsiteY886" fmla="*/ 0 h 6858000"/>
              <a:gd name="connsiteX887" fmla="*/ 2979949 w 7467600"/>
              <a:gd name="connsiteY887" fmla="*/ 119274 h 6858000"/>
              <a:gd name="connsiteX888" fmla="*/ 3023879 w 7467600"/>
              <a:gd name="connsiteY888" fmla="*/ 0 h 6858000"/>
              <a:gd name="connsiteX889" fmla="*/ 3105400 w 7467600"/>
              <a:gd name="connsiteY889" fmla="*/ 0 h 6858000"/>
              <a:gd name="connsiteX890" fmla="*/ 3094669 w 7467600"/>
              <a:gd name="connsiteY890" fmla="*/ 30308 h 6858000"/>
              <a:gd name="connsiteX891" fmla="*/ 2901945 w 7467600"/>
              <a:gd name="connsiteY891" fmla="*/ 466538 h 6858000"/>
              <a:gd name="connsiteX892" fmla="*/ 2815209 w 7467600"/>
              <a:gd name="connsiteY892" fmla="*/ 497361 h 6858000"/>
              <a:gd name="connsiteX893" fmla="*/ 2844845 w 7467600"/>
              <a:gd name="connsiteY893" fmla="*/ 127638 h 6858000"/>
              <a:gd name="connsiteX894" fmla="*/ 2867960 w 7467600"/>
              <a:gd name="connsiteY894" fmla="*/ 0 h 6858000"/>
              <a:gd name="connsiteX895" fmla="*/ 1057230 w 7467600"/>
              <a:gd name="connsiteY895" fmla="*/ 0 h 6858000"/>
              <a:gd name="connsiteX896" fmla="*/ 1111003 w 7467600"/>
              <a:gd name="connsiteY896" fmla="*/ 0 h 6858000"/>
              <a:gd name="connsiteX897" fmla="*/ 1125553 w 7467600"/>
              <a:gd name="connsiteY897" fmla="*/ 52588 h 6858000"/>
              <a:gd name="connsiteX898" fmla="*/ 1304276 w 7467600"/>
              <a:gd name="connsiteY898" fmla="*/ 476275 h 6858000"/>
              <a:gd name="connsiteX899" fmla="*/ 1492066 w 7467600"/>
              <a:gd name="connsiteY899" fmla="*/ 886333 h 6858000"/>
              <a:gd name="connsiteX900" fmla="*/ 1423698 w 7467600"/>
              <a:gd name="connsiteY900" fmla="*/ 710817 h 6858000"/>
              <a:gd name="connsiteX901" fmla="*/ 1357609 w 7467600"/>
              <a:gd name="connsiteY901" fmla="*/ 532892 h 6858000"/>
              <a:gd name="connsiteX902" fmla="*/ 1309550 w 7467600"/>
              <a:gd name="connsiteY902" fmla="*/ 374031 h 6858000"/>
              <a:gd name="connsiteX903" fmla="*/ 1193673 w 7467600"/>
              <a:gd name="connsiteY903" fmla="*/ 49533 h 6858000"/>
              <a:gd name="connsiteX904" fmla="*/ 1164391 w 7467600"/>
              <a:gd name="connsiteY904" fmla="*/ 0 h 6858000"/>
              <a:gd name="connsiteX905" fmla="*/ 1200666 w 7467600"/>
              <a:gd name="connsiteY905" fmla="*/ 0 h 6858000"/>
              <a:gd name="connsiteX906" fmla="*/ 1223408 w 7467600"/>
              <a:gd name="connsiteY906" fmla="*/ 38996 h 6858000"/>
              <a:gd name="connsiteX907" fmla="*/ 1339635 w 7467600"/>
              <a:gd name="connsiteY907" fmla="*/ 365517 h 6858000"/>
              <a:gd name="connsiteX908" fmla="*/ 1387469 w 7467600"/>
              <a:gd name="connsiteY908" fmla="*/ 523079 h 6858000"/>
              <a:gd name="connsiteX909" fmla="*/ 1452685 w 7467600"/>
              <a:gd name="connsiteY909" fmla="*/ 699806 h 6858000"/>
              <a:gd name="connsiteX910" fmla="*/ 1492092 w 7467600"/>
              <a:gd name="connsiteY910" fmla="*/ 800424 h 6858000"/>
              <a:gd name="connsiteX911" fmla="*/ 1455302 w 7467600"/>
              <a:gd name="connsiteY911" fmla="*/ 632913 h 6858000"/>
              <a:gd name="connsiteX912" fmla="*/ 1222336 w 7467600"/>
              <a:gd name="connsiteY912" fmla="*/ 9480 h 6858000"/>
              <a:gd name="connsiteX913" fmla="*/ 1214634 w 7467600"/>
              <a:gd name="connsiteY913" fmla="*/ 0 h 6858000"/>
              <a:gd name="connsiteX914" fmla="*/ 1289827 w 7467600"/>
              <a:gd name="connsiteY914" fmla="*/ 0 h 6858000"/>
              <a:gd name="connsiteX915" fmla="*/ 1321076 w 7467600"/>
              <a:gd name="connsiteY915" fmla="*/ 59722 h 6858000"/>
              <a:gd name="connsiteX916" fmla="*/ 1512579 w 7467600"/>
              <a:gd name="connsiteY916" fmla="*/ 626441 h 6858000"/>
              <a:gd name="connsiteX917" fmla="*/ 1506076 w 7467600"/>
              <a:gd name="connsiteY917" fmla="*/ 1089289 h 6858000"/>
              <a:gd name="connsiteX918" fmla="*/ 1486346 w 7467600"/>
              <a:gd name="connsiteY918" fmla="*/ 1079919 h 6858000"/>
              <a:gd name="connsiteX919" fmla="*/ 1070511 w 7467600"/>
              <a:gd name="connsiteY919" fmla="*/ 48609 h 6858000"/>
              <a:gd name="connsiteX920" fmla="*/ 1057230 w 7467600"/>
              <a:gd name="connsiteY920" fmla="*/ 0 h 6858000"/>
              <a:gd name="connsiteX921" fmla="*/ 43151 w 7467600"/>
              <a:gd name="connsiteY921" fmla="*/ 0 h 6858000"/>
              <a:gd name="connsiteX922" fmla="*/ 95283 w 7467600"/>
              <a:gd name="connsiteY922" fmla="*/ 0 h 6858000"/>
              <a:gd name="connsiteX923" fmla="*/ 300708 w 7467600"/>
              <a:gd name="connsiteY923" fmla="*/ 154571 h 6858000"/>
              <a:gd name="connsiteX924" fmla="*/ 530414 w 7467600"/>
              <a:gd name="connsiteY924" fmla="*/ 354673 h 6858000"/>
              <a:gd name="connsiteX925" fmla="*/ 333785 w 7467600"/>
              <a:gd name="connsiteY925" fmla="*/ 161564 h 6858000"/>
              <a:gd name="connsiteX926" fmla="*/ 147005 w 7467600"/>
              <a:gd name="connsiteY926" fmla="*/ 0 h 6858000"/>
              <a:gd name="connsiteX927" fmla="*/ 272509 w 7467600"/>
              <a:gd name="connsiteY927" fmla="*/ 0 h 6858000"/>
              <a:gd name="connsiteX928" fmla="*/ 326276 w 7467600"/>
              <a:gd name="connsiteY928" fmla="*/ 45847 h 6858000"/>
              <a:gd name="connsiteX929" fmla="*/ 823759 w 7467600"/>
              <a:gd name="connsiteY929" fmla="*/ 574145 h 6858000"/>
              <a:gd name="connsiteX930" fmla="*/ 811254 w 7467600"/>
              <a:gd name="connsiteY930" fmla="*/ 665546 h 6858000"/>
              <a:gd name="connsiteX931" fmla="*/ 154042 w 7467600"/>
              <a:gd name="connsiteY931" fmla="*/ 261522 h 6858000"/>
              <a:gd name="connsiteX932" fmla="*/ 13550 w 7467600"/>
              <a:gd name="connsiteY932" fmla="*/ 158423 h 6858000"/>
              <a:gd name="connsiteX933" fmla="*/ 0 w 7467600"/>
              <a:gd name="connsiteY933" fmla="*/ 146618 h 6858000"/>
              <a:gd name="connsiteX934" fmla="*/ 0 w 7467600"/>
              <a:gd name="connsiteY934" fmla="*/ 59161 h 6858000"/>
              <a:gd name="connsiteX935" fmla="*/ 45427 w 7467600"/>
              <a:gd name="connsiteY935" fmla="*/ 101078 h 6858000"/>
              <a:gd name="connsiteX936" fmla="*/ 630103 w 7467600"/>
              <a:gd name="connsiteY936" fmla="*/ 485885 h 6858000"/>
              <a:gd name="connsiteX937" fmla="*/ 532040 w 7467600"/>
              <a:gd name="connsiteY937" fmla="*/ 399359 h 6858000"/>
              <a:gd name="connsiteX938" fmla="*/ 517618 w 7467600"/>
              <a:gd name="connsiteY938" fmla="*/ 385726 h 6858000"/>
              <a:gd name="connsiteX939" fmla="*/ 285074 w 7467600"/>
              <a:gd name="connsiteY939" fmla="*/ 182755 h 6858000"/>
              <a:gd name="connsiteX940" fmla="*/ 43151 w 7467600"/>
              <a:gd name="connsiteY94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66857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1019354 w 7467600"/>
              <a:gd name="connsiteY8" fmla="*/ 6315006 h 6858000"/>
              <a:gd name="connsiteX9" fmla="*/ 441046 w 7467600"/>
              <a:gd name="connsiteY9" fmla="*/ 6691153 h 6858000"/>
              <a:gd name="connsiteX10" fmla="*/ 1019354 w 7467600"/>
              <a:gd name="connsiteY10" fmla="*/ 6315006 h 6858000"/>
              <a:gd name="connsiteX11" fmla="*/ 991680 w 7467600"/>
              <a:gd name="connsiteY11" fmla="*/ 6298413 h 6858000"/>
              <a:gd name="connsiteX12" fmla="*/ 409060 w 7467600"/>
              <a:gd name="connsiteY12" fmla="*/ 6671470 h 6858000"/>
              <a:gd name="connsiteX13" fmla="*/ 991680 w 7467600"/>
              <a:gd name="connsiteY13" fmla="*/ 6298413 h 6858000"/>
              <a:gd name="connsiteX14" fmla="*/ 103333 w 7467600"/>
              <a:gd name="connsiteY14" fmla="*/ 5699602 h 6858000"/>
              <a:gd name="connsiteX15" fmla="*/ 233938 w 7467600"/>
              <a:gd name="connsiteY15" fmla="*/ 5809416 h 6858000"/>
              <a:gd name="connsiteX16" fmla="*/ 883580 w 7467600"/>
              <a:gd name="connsiteY16" fmla="*/ 6180710 h 6858000"/>
              <a:gd name="connsiteX17" fmla="*/ 487337 w 7467600"/>
              <a:gd name="connsiteY17" fmla="*/ 5950182 h 6858000"/>
              <a:gd name="connsiteX18" fmla="*/ 354051 w 7467600"/>
              <a:gd name="connsiteY18" fmla="*/ 5854912 h 6858000"/>
              <a:gd name="connsiteX19" fmla="*/ 195436 w 7467600"/>
              <a:gd name="connsiteY19" fmla="*/ 5755068 h 6858000"/>
              <a:gd name="connsiteX20" fmla="*/ 103333 w 7467600"/>
              <a:gd name="connsiteY20" fmla="*/ 5699602 h 6858000"/>
              <a:gd name="connsiteX21" fmla="*/ 5539432 w 7467600"/>
              <a:gd name="connsiteY21" fmla="*/ 5642928 h 6858000"/>
              <a:gd name="connsiteX22" fmla="*/ 5555462 w 7467600"/>
              <a:gd name="connsiteY22" fmla="*/ 5694454 h 6858000"/>
              <a:gd name="connsiteX23" fmla="*/ 5828270 w 7467600"/>
              <a:gd name="connsiteY23" fmla="*/ 6320663 h 6858000"/>
              <a:gd name="connsiteX24" fmla="*/ 5947416 w 7467600"/>
              <a:gd name="connsiteY24" fmla="*/ 6574846 h 6858000"/>
              <a:gd name="connsiteX25" fmla="*/ 5539432 w 7467600"/>
              <a:gd name="connsiteY25" fmla="*/ 5642928 h 6858000"/>
              <a:gd name="connsiteX26" fmla="*/ 51253 w 7467600"/>
              <a:gd name="connsiteY26" fmla="*/ 5631825 h 6858000"/>
              <a:gd name="connsiteX27" fmla="*/ 211622 w 7467600"/>
              <a:gd name="connsiteY27" fmla="*/ 5728803 h 6858000"/>
              <a:gd name="connsiteX28" fmla="*/ 371652 w 7467600"/>
              <a:gd name="connsiteY28" fmla="*/ 5829062 h 6858000"/>
              <a:gd name="connsiteX29" fmla="*/ 505903 w 7467600"/>
              <a:gd name="connsiteY29" fmla="*/ 5925221 h 6858000"/>
              <a:gd name="connsiteX30" fmla="*/ 899240 w 7467600"/>
              <a:gd name="connsiteY30" fmla="*/ 6153068 h 6858000"/>
              <a:gd name="connsiteX31" fmla="*/ 988114 w 7467600"/>
              <a:gd name="connsiteY31" fmla="*/ 6174204 h 6858000"/>
              <a:gd name="connsiteX32" fmla="*/ 845971 w 7467600"/>
              <a:gd name="connsiteY32" fmla="*/ 6067177 h 6858000"/>
              <a:gd name="connsiteX33" fmla="*/ 448057 w 7467600"/>
              <a:gd name="connsiteY33" fmla="*/ 5841376 h 6858000"/>
              <a:gd name="connsiteX34" fmla="*/ 51253 w 7467600"/>
              <a:gd name="connsiteY34" fmla="*/ 5631825 h 6858000"/>
              <a:gd name="connsiteX35" fmla="*/ 2606687 w 7467600"/>
              <a:gd name="connsiteY35" fmla="*/ 5630718 h 6858000"/>
              <a:gd name="connsiteX36" fmla="*/ 2645658 w 7467600"/>
              <a:gd name="connsiteY36" fmla="*/ 6640259 h 6858000"/>
              <a:gd name="connsiteX37" fmla="*/ 2606687 w 7467600"/>
              <a:gd name="connsiteY37" fmla="*/ 5630718 h 6858000"/>
              <a:gd name="connsiteX38" fmla="*/ 3642057 w 7467600"/>
              <a:gd name="connsiteY38" fmla="*/ 5573487 h 6858000"/>
              <a:gd name="connsiteX39" fmla="*/ 3632981 w 7467600"/>
              <a:gd name="connsiteY39" fmla="*/ 5579437 h 6858000"/>
              <a:gd name="connsiteX40" fmla="*/ 3382436 w 7467600"/>
              <a:gd name="connsiteY40" fmla="*/ 5952726 h 6858000"/>
              <a:gd name="connsiteX41" fmla="*/ 3191929 w 7467600"/>
              <a:gd name="connsiteY41" fmla="*/ 6662669 h 6858000"/>
              <a:gd name="connsiteX42" fmla="*/ 3369898 w 7467600"/>
              <a:gd name="connsiteY42" fmla="*/ 6081771 h 6858000"/>
              <a:gd name="connsiteX43" fmla="*/ 3642057 w 7467600"/>
              <a:gd name="connsiteY43" fmla="*/ 5573487 h 6858000"/>
              <a:gd name="connsiteX44" fmla="*/ 2650666 w 7467600"/>
              <a:gd name="connsiteY44" fmla="*/ 5530686 h 6858000"/>
              <a:gd name="connsiteX45" fmla="*/ 2650249 w 7467600"/>
              <a:gd name="connsiteY45" fmla="*/ 5532101 h 6858000"/>
              <a:gd name="connsiteX46" fmla="*/ 2663808 w 7467600"/>
              <a:gd name="connsiteY46" fmla="*/ 6535215 h 6858000"/>
              <a:gd name="connsiteX47" fmla="*/ 2665418 w 7467600"/>
              <a:gd name="connsiteY47" fmla="*/ 6132756 h 6858000"/>
              <a:gd name="connsiteX48" fmla="*/ 2650666 w 7467600"/>
              <a:gd name="connsiteY48" fmla="*/ 5530686 h 6858000"/>
              <a:gd name="connsiteX49" fmla="*/ 2680277 w 7467600"/>
              <a:gd name="connsiteY49" fmla="*/ 5479204 h 6858000"/>
              <a:gd name="connsiteX50" fmla="*/ 2678972 w 7467600"/>
              <a:gd name="connsiteY50" fmla="*/ 5481582 h 6858000"/>
              <a:gd name="connsiteX51" fmla="*/ 2696666 w 7467600"/>
              <a:gd name="connsiteY51" fmla="*/ 6133836 h 6858000"/>
              <a:gd name="connsiteX52" fmla="*/ 2695769 w 7467600"/>
              <a:gd name="connsiteY52" fmla="*/ 6390955 h 6858000"/>
              <a:gd name="connsiteX53" fmla="*/ 2739893 w 7467600"/>
              <a:gd name="connsiteY53" fmla="*/ 6108357 h 6858000"/>
              <a:gd name="connsiteX54" fmla="*/ 2680277 w 7467600"/>
              <a:gd name="connsiteY54" fmla="*/ 5479204 h 6858000"/>
              <a:gd name="connsiteX55" fmla="*/ 1132195 w 7467600"/>
              <a:gd name="connsiteY55" fmla="*/ 5467980 h 6858000"/>
              <a:gd name="connsiteX56" fmla="*/ 1679056 w 7467600"/>
              <a:gd name="connsiteY56" fmla="*/ 5516907 h 6858000"/>
              <a:gd name="connsiteX57" fmla="*/ 2128648 w 7467600"/>
              <a:gd name="connsiteY57" fmla="*/ 5474249 h 6858000"/>
              <a:gd name="connsiteX58" fmla="*/ 1825619 w 7467600"/>
              <a:gd name="connsiteY58" fmla="*/ 5478447 h 6858000"/>
              <a:gd name="connsiteX59" fmla="*/ 1737798 w 7467600"/>
              <a:gd name="connsiteY59" fmla="*/ 5483353 h 6858000"/>
              <a:gd name="connsiteX60" fmla="*/ 1132195 w 7467600"/>
              <a:gd name="connsiteY60" fmla="*/ 5467980 h 6858000"/>
              <a:gd name="connsiteX61" fmla="*/ 1456157 w 7467600"/>
              <a:gd name="connsiteY61" fmla="*/ 5371404 h 6858000"/>
              <a:gd name="connsiteX62" fmla="*/ 1244432 w 7467600"/>
              <a:gd name="connsiteY62" fmla="*/ 5385601 h 6858000"/>
              <a:gd name="connsiteX63" fmla="*/ 973990 w 7467600"/>
              <a:gd name="connsiteY63" fmla="*/ 5424940 h 6858000"/>
              <a:gd name="connsiteX64" fmla="*/ 1103809 w 7467600"/>
              <a:gd name="connsiteY64" fmla="*/ 5433720 h 6858000"/>
              <a:gd name="connsiteX65" fmla="*/ 1123454 w 7467600"/>
              <a:gd name="connsiteY65" fmla="*/ 5435727 h 6858000"/>
              <a:gd name="connsiteX66" fmla="*/ 1737017 w 7467600"/>
              <a:gd name="connsiteY66" fmla="*/ 5452183 h 6858000"/>
              <a:gd name="connsiteX67" fmla="*/ 1824397 w 7467600"/>
              <a:gd name="connsiteY67" fmla="*/ 5447757 h 6858000"/>
              <a:gd name="connsiteX68" fmla="*/ 2070059 w 7467600"/>
              <a:gd name="connsiteY68" fmla="*/ 5441660 h 6858000"/>
              <a:gd name="connsiteX69" fmla="*/ 1456157 w 7467600"/>
              <a:gd name="connsiteY69" fmla="*/ 5371404 h 6858000"/>
              <a:gd name="connsiteX70" fmla="*/ 4988186 w 7467600"/>
              <a:gd name="connsiteY70" fmla="*/ 5216467 h 6858000"/>
              <a:gd name="connsiteX71" fmla="*/ 4777334 w 7467600"/>
              <a:gd name="connsiteY71" fmla="*/ 5406072 h 6858000"/>
              <a:gd name="connsiteX72" fmla="*/ 4718341 w 7467600"/>
              <a:gd name="connsiteY72" fmla="*/ 5468043 h 6858000"/>
              <a:gd name="connsiteX73" fmla="*/ 4604655 w 7467600"/>
              <a:gd name="connsiteY73" fmla="*/ 5583434 h 6858000"/>
              <a:gd name="connsiteX74" fmla="*/ 4565074 w 7467600"/>
              <a:gd name="connsiteY74" fmla="*/ 5618550 h 6858000"/>
              <a:gd name="connsiteX75" fmla="*/ 4988186 w 7467600"/>
              <a:gd name="connsiteY75" fmla="*/ 5216467 h 6858000"/>
              <a:gd name="connsiteX76" fmla="*/ 4978032 w 7467600"/>
              <a:gd name="connsiteY76" fmla="*/ 5183809 h 6858000"/>
              <a:gd name="connsiteX77" fmla="*/ 4463413 w 7467600"/>
              <a:gd name="connsiteY77" fmla="*/ 5615162 h 6858000"/>
              <a:gd name="connsiteX78" fmla="*/ 4358134 w 7467600"/>
              <a:gd name="connsiteY78" fmla="*/ 5742791 h 6858000"/>
              <a:gd name="connsiteX79" fmla="*/ 4376219 w 7467600"/>
              <a:gd name="connsiteY79" fmla="*/ 5729027 h 6858000"/>
              <a:gd name="connsiteX80" fmla="*/ 4582340 w 7467600"/>
              <a:gd name="connsiteY80" fmla="*/ 5561037 h 6858000"/>
              <a:gd name="connsiteX81" fmla="*/ 4694684 w 7467600"/>
              <a:gd name="connsiteY81" fmla="*/ 5447098 h 6858000"/>
              <a:gd name="connsiteX82" fmla="*/ 4754123 w 7467600"/>
              <a:gd name="connsiteY82" fmla="*/ 5384643 h 6858000"/>
              <a:gd name="connsiteX83" fmla="*/ 4978032 w 7467600"/>
              <a:gd name="connsiteY83" fmla="*/ 5183809 h 6858000"/>
              <a:gd name="connsiteX84" fmla="*/ 1903353 w 7467600"/>
              <a:gd name="connsiteY84" fmla="*/ 5044827 h 6858000"/>
              <a:gd name="connsiteX85" fmla="*/ 1936931 w 7467600"/>
              <a:gd name="connsiteY85" fmla="*/ 5093954 h 6858000"/>
              <a:gd name="connsiteX86" fmla="*/ 2195868 w 7467600"/>
              <a:gd name="connsiteY86" fmla="*/ 5396574 h 6858000"/>
              <a:gd name="connsiteX87" fmla="*/ 2088852 w 7467600"/>
              <a:gd name="connsiteY87" fmla="*/ 5166123 h 6858000"/>
              <a:gd name="connsiteX88" fmla="*/ 1958241 w 7467600"/>
              <a:gd name="connsiteY88" fmla="*/ 5067955 h 6858000"/>
              <a:gd name="connsiteX89" fmla="*/ 1903353 w 7467600"/>
              <a:gd name="connsiteY89" fmla="*/ 5044827 h 6858000"/>
              <a:gd name="connsiteX90" fmla="*/ 1979378 w 7467600"/>
              <a:gd name="connsiteY90" fmla="*/ 4769504 h 6858000"/>
              <a:gd name="connsiteX91" fmla="*/ 2882120 w 7467600"/>
              <a:gd name="connsiteY91" fmla="*/ 5064547 h 6858000"/>
              <a:gd name="connsiteX92" fmla="*/ 2793103 w 7467600"/>
              <a:gd name="connsiteY92" fmla="*/ 5039699 h 6858000"/>
              <a:gd name="connsiteX93" fmla="*/ 2770041 w 7467600"/>
              <a:gd name="connsiteY93" fmla="*/ 5033634 h 6858000"/>
              <a:gd name="connsiteX94" fmla="*/ 1979378 w 7467600"/>
              <a:gd name="connsiteY94" fmla="*/ 4769504 h 6858000"/>
              <a:gd name="connsiteX95" fmla="*/ 1927410 w 7467600"/>
              <a:gd name="connsiteY95" fmla="*/ 4716164 h 6858000"/>
              <a:gd name="connsiteX96" fmla="*/ 1959587 w 7467600"/>
              <a:gd name="connsiteY96" fmla="*/ 4728849 h 6858000"/>
              <a:gd name="connsiteX97" fmla="*/ 2777707 w 7467600"/>
              <a:gd name="connsiteY97" fmla="*/ 5003991 h 6858000"/>
              <a:gd name="connsiteX98" fmla="*/ 2800768 w 7467600"/>
              <a:gd name="connsiteY98" fmla="*/ 5010056 h 6858000"/>
              <a:gd name="connsiteX99" fmla="*/ 2879408 w 7467600"/>
              <a:gd name="connsiteY99" fmla="*/ 5031590 h 6858000"/>
              <a:gd name="connsiteX100" fmla="*/ 2862295 w 7467600"/>
              <a:gd name="connsiteY100" fmla="*/ 5022958 h 6858000"/>
              <a:gd name="connsiteX101" fmla="*/ 2813343 w 7467600"/>
              <a:gd name="connsiteY101" fmla="*/ 4998369 h 6858000"/>
              <a:gd name="connsiteX102" fmla="*/ 2646245 w 7467600"/>
              <a:gd name="connsiteY102" fmla="*/ 4930999 h 6858000"/>
              <a:gd name="connsiteX103" fmla="*/ 1999243 w 7467600"/>
              <a:gd name="connsiteY103" fmla="*/ 4730524 h 6858000"/>
              <a:gd name="connsiteX104" fmla="*/ 1979527 w 7467600"/>
              <a:gd name="connsiteY104" fmla="*/ 4726651 h 6858000"/>
              <a:gd name="connsiteX105" fmla="*/ 1927410 w 7467600"/>
              <a:gd name="connsiteY105" fmla="*/ 4716164 h 6858000"/>
              <a:gd name="connsiteX106" fmla="*/ 1997014 w 7467600"/>
              <a:gd name="connsiteY106" fmla="*/ 4698007 h 6858000"/>
              <a:gd name="connsiteX107" fmla="*/ 2005458 w 7467600"/>
              <a:gd name="connsiteY107" fmla="*/ 4699540 h 6858000"/>
              <a:gd name="connsiteX108" fmla="*/ 2657186 w 7467600"/>
              <a:gd name="connsiteY108" fmla="*/ 4901687 h 6858000"/>
              <a:gd name="connsiteX109" fmla="*/ 2826662 w 7467600"/>
              <a:gd name="connsiteY109" fmla="*/ 4970362 h 6858000"/>
              <a:gd name="connsiteX110" fmla="*/ 2876100 w 7467600"/>
              <a:gd name="connsiteY110" fmla="*/ 4995397 h 6858000"/>
              <a:gd name="connsiteX111" fmla="*/ 3042600 w 7467600"/>
              <a:gd name="connsiteY111" fmla="*/ 5059532 h 6858000"/>
              <a:gd name="connsiteX112" fmla="*/ 1997014 w 7467600"/>
              <a:gd name="connsiteY112" fmla="*/ 4698007 h 6858000"/>
              <a:gd name="connsiteX113" fmla="*/ 2305292 w 7467600"/>
              <a:gd name="connsiteY113" fmla="*/ 4219492 h 6858000"/>
              <a:gd name="connsiteX114" fmla="*/ 3360922 w 7467600"/>
              <a:gd name="connsiteY114" fmla="*/ 4529373 h 6858000"/>
              <a:gd name="connsiteX115" fmla="*/ 3492420 w 7467600"/>
              <a:gd name="connsiteY115" fmla="*/ 4510145 h 6858000"/>
              <a:gd name="connsiteX116" fmla="*/ 3364086 w 7467600"/>
              <a:gd name="connsiteY116" fmla="*/ 4480340 h 6858000"/>
              <a:gd name="connsiteX117" fmla="*/ 3225818 w 7467600"/>
              <a:gd name="connsiteY117" fmla="*/ 4411822 h 6858000"/>
              <a:gd name="connsiteX118" fmla="*/ 3129696 w 7467600"/>
              <a:gd name="connsiteY118" fmla="*/ 4360704 h 6858000"/>
              <a:gd name="connsiteX119" fmla="*/ 2814545 w 7467600"/>
              <a:gd name="connsiteY119" fmla="*/ 4282955 h 6858000"/>
              <a:gd name="connsiteX120" fmla="*/ 2305292 w 7467600"/>
              <a:gd name="connsiteY120" fmla="*/ 4219492 h 6858000"/>
              <a:gd name="connsiteX121" fmla="*/ 2626982 w 7467600"/>
              <a:gd name="connsiteY121" fmla="*/ 4206450 h 6858000"/>
              <a:gd name="connsiteX122" fmla="*/ 2490617 w 7467600"/>
              <a:gd name="connsiteY122" fmla="*/ 4206951 h 6858000"/>
              <a:gd name="connsiteX123" fmla="*/ 2819869 w 7467600"/>
              <a:gd name="connsiteY123" fmla="*/ 4252936 h 6858000"/>
              <a:gd name="connsiteX124" fmla="*/ 3143018 w 7467600"/>
              <a:gd name="connsiteY124" fmla="*/ 4332698 h 6858000"/>
              <a:gd name="connsiteX125" fmla="*/ 3241520 w 7467600"/>
              <a:gd name="connsiteY125" fmla="*/ 4385112 h 6858000"/>
              <a:gd name="connsiteX126" fmla="*/ 3374575 w 7467600"/>
              <a:gd name="connsiteY126" fmla="*/ 4451517 h 6858000"/>
              <a:gd name="connsiteX127" fmla="*/ 3505221 w 7467600"/>
              <a:gd name="connsiteY127" fmla="*/ 4480757 h 6858000"/>
              <a:gd name="connsiteX128" fmla="*/ 2626982 w 7467600"/>
              <a:gd name="connsiteY128" fmla="*/ 4206450 h 6858000"/>
              <a:gd name="connsiteX129" fmla="*/ 1310106 w 7467600"/>
              <a:gd name="connsiteY129" fmla="*/ 3943217 h 6858000"/>
              <a:gd name="connsiteX130" fmla="*/ 854994 w 7467600"/>
              <a:gd name="connsiteY130" fmla="*/ 4399136 h 6858000"/>
              <a:gd name="connsiteX131" fmla="*/ 742462 w 7467600"/>
              <a:gd name="connsiteY131" fmla="*/ 4594648 h 6858000"/>
              <a:gd name="connsiteX132" fmla="*/ 820602 w 7467600"/>
              <a:gd name="connsiteY132" fmla="*/ 4485915 h 6858000"/>
              <a:gd name="connsiteX133" fmla="*/ 878295 w 7467600"/>
              <a:gd name="connsiteY133" fmla="*/ 4403594 h 6858000"/>
              <a:gd name="connsiteX134" fmla="*/ 1240607 w 7467600"/>
              <a:gd name="connsiteY134" fmla="*/ 4010401 h 6858000"/>
              <a:gd name="connsiteX135" fmla="*/ 1310106 w 7467600"/>
              <a:gd name="connsiteY135" fmla="*/ 3943217 h 6858000"/>
              <a:gd name="connsiteX136" fmla="*/ 1423113 w 7467600"/>
              <a:gd name="connsiteY136" fmla="*/ 3874565 h 6858000"/>
              <a:gd name="connsiteX137" fmla="*/ 1260565 w 7467600"/>
              <a:gd name="connsiteY137" fmla="*/ 4031982 h 6858000"/>
              <a:gd name="connsiteX138" fmla="*/ 901900 w 7467600"/>
              <a:gd name="connsiteY138" fmla="*/ 4421236 h 6858000"/>
              <a:gd name="connsiteX139" fmla="*/ 845044 w 7467600"/>
              <a:gd name="connsiteY139" fmla="*/ 4502436 h 6858000"/>
              <a:gd name="connsiteX140" fmla="*/ 685926 w 7467600"/>
              <a:gd name="connsiteY140" fmla="*/ 4703069 h 6858000"/>
              <a:gd name="connsiteX141" fmla="*/ 684248 w 7467600"/>
              <a:gd name="connsiteY141" fmla="*/ 4706721 h 6858000"/>
              <a:gd name="connsiteX142" fmla="*/ 1423113 w 7467600"/>
              <a:gd name="connsiteY142" fmla="*/ 3874565 h 6858000"/>
              <a:gd name="connsiteX143" fmla="*/ 3316479 w 7467600"/>
              <a:gd name="connsiteY143" fmla="*/ 3872136 h 6858000"/>
              <a:gd name="connsiteX144" fmla="*/ 3546806 w 7467600"/>
              <a:gd name="connsiteY144" fmla="*/ 4356139 h 6858000"/>
              <a:gd name="connsiteX145" fmla="*/ 3364433 w 7467600"/>
              <a:gd name="connsiteY145" fmla="*/ 3953121 h 6858000"/>
              <a:gd name="connsiteX146" fmla="*/ 3316479 w 7467600"/>
              <a:gd name="connsiteY146" fmla="*/ 3872136 h 6858000"/>
              <a:gd name="connsiteX147" fmla="*/ 3291335 w 7467600"/>
              <a:gd name="connsiteY147" fmla="*/ 3767420 h 6858000"/>
              <a:gd name="connsiteX148" fmla="*/ 3390805 w 7467600"/>
              <a:gd name="connsiteY148" fmla="*/ 3937163 h 6858000"/>
              <a:gd name="connsiteX149" fmla="*/ 3579062 w 7467600"/>
              <a:gd name="connsiteY149" fmla="*/ 4359040 h 6858000"/>
              <a:gd name="connsiteX150" fmla="*/ 3467355 w 7467600"/>
              <a:gd name="connsiteY150" fmla="*/ 3988130 h 6858000"/>
              <a:gd name="connsiteX151" fmla="*/ 3310753 w 7467600"/>
              <a:gd name="connsiteY151" fmla="*/ 3787140 h 6858000"/>
              <a:gd name="connsiteX152" fmla="*/ 3291335 w 7467600"/>
              <a:gd name="connsiteY152" fmla="*/ 3767420 h 6858000"/>
              <a:gd name="connsiteX153" fmla="*/ 1635889 w 7467600"/>
              <a:gd name="connsiteY153" fmla="*/ 3709494 h 6858000"/>
              <a:gd name="connsiteX154" fmla="*/ 1634800 w 7467600"/>
              <a:gd name="connsiteY154" fmla="*/ 3731111 h 6858000"/>
              <a:gd name="connsiteX155" fmla="*/ 1635889 w 7467600"/>
              <a:gd name="connsiteY155" fmla="*/ 3709494 h 6858000"/>
              <a:gd name="connsiteX156" fmla="*/ 1510397 w 7467600"/>
              <a:gd name="connsiteY156" fmla="*/ 3684705 h 6858000"/>
              <a:gd name="connsiteX157" fmla="*/ 1146550 w 7467600"/>
              <a:gd name="connsiteY157" fmla="*/ 3802012 h 6858000"/>
              <a:gd name="connsiteX158" fmla="*/ 698834 w 7467600"/>
              <a:gd name="connsiteY158" fmla="*/ 3952272 h 6858000"/>
              <a:gd name="connsiteX159" fmla="*/ 34256 w 7467600"/>
              <a:gd name="connsiteY159" fmla="*/ 4347603 h 6858000"/>
              <a:gd name="connsiteX160" fmla="*/ 527241 w 7467600"/>
              <a:gd name="connsiteY160" fmla="*/ 4065078 h 6858000"/>
              <a:gd name="connsiteX161" fmla="*/ 1510397 w 7467600"/>
              <a:gd name="connsiteY161" fmla="*/ 3684705 h 6858000"/>
              <a:gd name="connsiteX162" fmla="*/ 1313114 w 7467600"/>
              <a:gd name="connsiteY162" fmla="*/ 3655216 h 6858000"/>
              <a:gd name="connsiteX163" fmla="*/ 1109304 w 7467600"/>
              <a:gd name="connsiteY163" fmla="*/ 3669030 h 6858000"/>
              <a:gd name="connsiteX164" fmla="*/ 8129 w 7467600"/>
              <a:gd name="connsiteY164" fmla="*/ 4330519 h 6858000"/>
              <a:gd name="connsiteX165" fmla="*/ 687572 w 7467600"/>
              <a:gd name="connsiteY165" fmla="*/ 3925629 h 6858000"/>
              <a:gd name="connsiteX166" fmla="*/ 1138365 w 7467600"/>
              <a:gd name="connsiteY166" fmla="*/ 3774515 h 6858000"/>
              <a:gd name="connsiteX167" fmla="*/ 1505579 w 7467600"/>
              <a:gd name="connsiteY167" fmla="*/ 3655526 h 6858000"/>
              <a:gd name="connsiteX168" fmla="*/ 1313114 w 7467600"/>
              <a:gd name="connsiteY168" fmla="*/ 3655216 h 6858000"/>
              <a:gd name="connsiteX169" fmla="*/ 3655073 w 7467600"/>
              <a:gd name="connsiteY169" fmla="*/ 3650884 h 6858000"/>
              <a:gd name="connsiteX170" fmla="*/ 3989938 w 7467600"/>
              <a:gd name="connsiteY170" fmla="*/ 3991685 h 6858000"/>
              <a:gd name="connsiteX171" fmla="*/ 4393907 w 7467600"/>
              <a:gd name="connsiteY171" fmla="*/ 4261258 h 6858000"/>
              <a:gd name="connsiteX172" fmla="*/ 4648051 w 7467600"/>
              <a:gd name="connsiteY172" fmla="*/ 4374051 h 6858000"/>
              <a:gd name="connsiteX173" fmla="*/ 4383389 w 7467600"/>
              <a:gd name="connsiteY173" fmla="*/ 4184369 h 6858000"/>
              <a:gd name="connsiteX174" fmla="*/ 4165508 w 7467600"/>
              <a:gd name="connsiteY174" fmla="*/ 4035196 h 6858000"/>
              <a:gd name="connsiteX175" fmla="*/ 4068162 w 7467600"/>
              <a:gd name="connsiteY175" fmla="*/ 3953394 h 6858000"/>
              <a:gd name="connsiteX176" fmla="*/ 3981416 w 7467600"/>
              <a:gd name="connsiteY176" fmla="*/ 3880482 h 6858000"/>
              <a:gd name="connsiteX177" fmla="*/ 3800147 w 7467600"/>
              <a:gd name="connsiteY177" fmla="*/ 3749872 h 6858000"/>
              <a:gd name="connsiteX178" fmla="*/ 3655073 w 7467600"/>
              <a:gd name="connsiteY178" fmla="*/ 3650884 h 6858000"/>
              <a:gd name="connsiteX179" fmla="*/ 3670252 w 7467600"/>
              <a:gd name="connsiteY179" fmla="*/ 3622798 h 6858000"/>
              <a:gd name="connsiteX180" fmla="*/ 3817258 w 7467600"/>
              <a:gd name="connsiteY180" fmla="*/ 3723577 h 6858000"/>
              <a:gd name="connsiteX181" fmla="*/ 4000461 w 7467600"/>
              <a:gd name="connsiteY181" fmla="*/ 3855966 h 6858000"/>
              <a:gd name="connsiteX182" fmla="*/ 4088180 w 7467600"/>
              <a:gd name="connsiteY182" fmla="*/ 3929774 h 6858000"/>
              <a:gd name="connsiteX183" fmla="*/ 4184555 w 7467600"/>
              <a:gd name="connsiteY183" fmla="*/ 4010683 h 6858000"/>
              <a:gd name="connsiteX184" fmla="*/ 4399563 w 7467600"/>
              <a:gd name="connsiteY184" fmla="*/ 4158106 h 6858000"/>
              <a:gd name="connsiteX185" fmla="*/ 4684469 w 7467600"/>
              <a:gd name="connsiteY185" fmla="*/ 4364680 h 6858000"/>
              <a:gd name="connsiteX186" fmla="*/ 4690271 w 7467600"/>
              <a:gd name="connsiteY186" fmla="*/ 4370034 h 6858000"/>
              <a:gd name="connsiteX187" fmla="*/ 4136093 w 7467600"/>
              <a:gd name="connsiteY187" fmla="*/ 3858466 h 6858000"/>
              <a:gd name="connsiteX188" fmla="*/ 3670252 w 7467600"/>
              <a:gd name="connsiteY188" fmla="*/ 3622798 h 6858000"/>
              <a:gd name="connsiteX189" fmla="*/ 4440129 w 7467600"/>
              <a:gd name="connsiteY189" fmla="*/ 3448571 h 6858000"/>
              <a:gd name="connsiteX190" fmla="*/ 4856525 w 7467600"/>
              <a:gd name="connsiteY190" fmla="*/ 3915351 h 6858000"/>
              <a:gd name="connsiteX191" fmla="*/ 5059055 w 7467600"/>
              <a:gd name="connsiteY191" fmla="*/ 4108918 h 6858000"/>
              <a:gd name="connsiteX192" fmla="*/ 5290070 w 7467600"/>
              <a:gd name="connsiteY192" fmla="*/ 4263619 h 6858000"/>
              <a:gd name="connsiteX193" fmla="*/ 4834991 w 7467600"/>
              <a:gd name="connsiteY193" fmla="*/ 3830985 h 6858000"/>
              <a:gd name="connsiteX194" fmla="*/ 4440129 w 7467600"/>
              <a:gd name="connsiteY194" fmla="*/ 3448571 h 6858000"/>
              <a:gd name="connsiteX195" fmla="*/ 4441737 w 7467600"/>
              <a:gd name="connsiteY195" fmla="*/ 3399734 h 6858000"/>
              <a:gd name="connsiteX196" fmla="*/ 4431236 w 7467600"/>
              <a:gd name="connsiteY196" fmla="*/ 3400954 h 6858000"/>
              <a:gd name="connsiteX197" fmla="*/ 4557150 w 7467600"/>
              <a:gd name="connsiteY197" fmla="*/ 3510023 h 6858000"/>
              <a:gd name="connsiteX198" fmla="*/ 4856936 w 7467600"/>
              <a:gd name="connsiteY198" fmla="*/ 3809146 h 6858000"/>
              <a:gd name="connsiteX199" fmla="*/ 5111996 w 7467600"/>
              <a:gd name="connsiteY199" fmla="*/ 4065759 h 6858000"/>
              <a:gd name="connsiteX200" fmla="*/ 5388878 w 7467600"/>
              <a:gd name="connsiteY200" fmla="*/ 4300185 h 6858000"/>
              <a:gd name="connsiteX201" fmla="*/ 5425556 w 7467600"/>
              <a:gd name="connsiteY201" fmla="*/ 4308967 h 6858000"/>
              <a:gd name="connsiteX202" fmla="*/ 4943646 w 7467600"/>
              <a:gd name="connsiteY202" fmla="*/ 3822916 h 6858000"/>
              <a:gd name="connsiteX203" fmla="*/ 4594837 w 7467600"/>
              <a:gd name="connsiteY203" fmla="*/ 3532274 h 6858000"/>
              <a:gd name="connsiteX204" fmla="*/ 4441737 w 7467600"/>
              <a:gd name="connsiteY204" fmla="*/ 3399734 h 6858000"/>
              <a:gd name="connsiteX205" fmla="*/ 5425834 w 7467600"/>
              <a:gd name="connsiteY205" fmla="*/ 3162785 h 6858000"/>
              <a:gd name="connsiteX206" fmla="*/ 5401644 w 7467600"/>
              <a:gd name="connsiteY206" fmla="*/ 3617847 h 6858000"/>
              <a:gd name="connsiteX207" fmla="*/ 5467256 w 7467600"/>
              <a:gd name="connsiteY207" fmla="*/ 4175494 h 6858000"/>
              <a:gd name="connsiteX208" fmla="*/ 5448069 w 7467600"/>
              <a:gd name="connsiteY208" fmla="*/ 3567554 h 6858000"/>
              <a:gd name="connsiteX209" fmla="*/ 5425834 w 7467600"/>
              <a:gd name="connsiteY209" fmla="*/ 3162785 h 6858000"/>
              <a:gd name="connsiteX210" fmla="*/ 1318687 w 7467600"/>
              <a:gd name="connsiteY210" fmla="*/ 3113840 h 6858000"/>
              <a:gd name="connsiteX211" fmla="*/ 1066793 w 7467600"/>
              <a:gd name="connsiteY211" fmla="*/ 3212171 h 6858000"/>
              <a:gd name="connsiteX212" fmla="*/ 993319 w 7467600"/>
              <a:gd name="connsiteY212" fmla="*/ 3247648 h 6858000"/>
              <a:gd name="connsiteX213" fmla="*/ 853081 w 7467600"/>
              <a:gd name="connsiteY213" fmla="*/ 3312410 h 6858000"/>
              <a:gd name="connsiteX214" fmla="*/ 805957 w 7467600"/>
              <a:gd name="connsiteY214" fmla="*/ 3330443 h 6858000"/>
              <a:gd name="connsiteX215" fmla="*/ 1318687 w 7467600"/>
              <a:gd name="connsiteY215" fmla="*/ 3113840 h 6858000"/>
              <a:gd name="connsiteX216" fmla="*/ 5453702 w 7467600"/>
              <a:gd name="connsiteY216" fmla="*/ 3090882 h 6858000"/>
              <a:gd name="connsiteX217" fmla="*/ 5480135 w 7467600"/>
              <a:gd name="connsiteY217" fmla="*/ 3565802 h 6858000"/>
              <a:gd name="connsiteX218" fmla="*/ 5499023 w 7467600"/>
              <a:gd name="connsiteY218" fmla="*/ 4166310 h 6858000"/>
              <a:gd name="connsiteX219" fmla="*/ 5547022 w 7467600"/>
              <a:gd name="connsiteY219" fmla="*/ 3607838 h 6858000"/>
              <a:gd name="connsiteX220" fmla="*/ 5515964 w 7467600"/>
              <a:gd name="connsiteY220" fmla="*/ 3378541 h 6858000"/>
              <a:gd name="connsiteX221" fmla="*/ 5453702 w 7467600"/>
              <a:gd name="connsiteY221" fmla="*/ 3090882 h 6858000"/>
              <a:gd name="connsiteX222" fmla="*/ 1238695 w 7467600"/>
              <a:gd name="connsiteY222" fmla="*/ 3076820 h 6858000"/>
              <a:gd name="connsiteX223" fmla="*/ 716371 w 7467600"/>
              <a:gd name="connsiteY223" fmla="*/ 3293249 h 6858000"/>
              <a:gd name="connsiteX224" fmla="*/ 579522 w 7467600"/>
              <a:gd name="connsiteY224" fmla="*/ 3371759 h 6858000"/>
              <a:gd name="connsiteX225" fmla="*/ 600288 w 7467600"/>
              <a:gd name="connsiteY225" fmla="*/ 3365555 h 6858000"/>
              <a:gd name="connsiteX226" fmla="*/ 840692 w 7467600"/>
              <a:gd name="connsiteY226" fmla="*/ 3284921 h 6858000"/>
              <a:gd name="connsiteX227" fmla="*/ 979248 w 7467600"/>
              <a:gd name="connsiteY227" fmla="*/ 3221003 h 6858000"/>
              <a:gd name="connsiteX228" fmla="*/ 1053282 w 7467600"/>
              <a:gd name="connsiteY228" fmla="*/ 3185247 h 6858000"/>
              <a:gd name="connsiteX229" fmla="*/ 1320603 w 7467600"/>
              <a:gd name="connsiteY229" fmla="*/ 3081281 h 6858000"/>
              <a:gd name="connsiteX230" fmla="*/ 1238695 w 7467600"/>
              <a:gd name="connsiteY230" fmla="*/ 3076820 h 6858000"/>
              <a:gd name="connsiteX231" fmla="*/ 5425627 w 7467600"/>
              <a:gd name="connsiteY231" fmla="*/ 2954192 h 6858000"/>
              <a:gd name="connsiteX232" fmla="*/ 5470770 w 7467600"/>
              <a:gd name="connsiteY232" fmla="*/ 3005435 h 6858000"/>
              <a:gd name="connsiteX233" fmla="*/ 5519779 w 7467600"/>
              <a:gd name="connsiteY233" fmla="*/ 4359223 h 6858000"/>
              <a:gd name="connsiteX234" fmla="*/ 5520293 w 7467600"/>
              <a:gd name="connsiteY234" fmla="*/ 4360602 h 6858000"/>
              <a:gd name="connsiteX235" fmla="*/ 5767221 w 7467600"/>
              <a:gd name="connsiteY235" fmla="*/ 4665564 h 6858000"/>
              <a:gd name="connsiteX236" fmla="*/ 6937169 w 7467600"/>
              <a:gd name="connsiteY236" fmla="*/ 4815941 h 6858000"/>
              <a:gd name="connsiteX237" fmla="*/ 6953922 w 7467600"/>
              <a:gd name="connsiteY237" fmla="*/ 4890068 h 6858000"/>
              <a:gd name="connsiteX238" fmla="*/ 6071359 w 7467600"/>
              <a:gd name="connsiteY238" fmla="*/ 4770770 h 6858000"/>
              <a:gd name="connsiteX239" fmla="*/ 6038839 w 7467600"/>
              <a:gd name="connsiteY239" fmla="*/ 4764474 h 6858000"/>
              <a:gd name="connsiteX240" fmla="*/ 6038706 w 7467600"/>
              <a:gd name="connsiteY240" fmla="*/ 4763847 h 6858000"/>
              <a:gd name="connsiteX241" fmla="*/ 6037784 w 7467600"/>
              <a:gd name="connsiteY241" fmla="*/ 4764270 h 6858000"/>
              <a:gd name="connsiteX242" fmla="*/ 6038839 w 7467600"/>
              <a:gd name="connsiteY242" fmla="*/ 4764474 h 6858000"/>
              <a:gd name="connsiteX243" fmla="*/ 6040338 w 7467600"/>
              <a:gd name="connsiteY243" fmla="*/ 4771418 h 6858000"/>
              <a:gd name="connsiteX244" fmla="*/ 6024488 w 7467600"/>
              <a:gd name="connsiteY244" fmla="*/ 4809903 h 6858000"/>
              <a:gd name="connsiteX245" fmla="*/ 5599771 w 7467600"/>
              <a:gd name="connsiteY245" fmla="*/ 5509652 h 6858000"/>
              <a:gd name="connsiteX246" fmla="*/ 5548843 w 7467600"/>
              <a:gd name="connsiteY246" fmla="*/ 5563845 h 6858000"/>
              <a:gd name="connsiteX247" fmla="*/ 5940952 w 7467600"/>
              <a:gd name="connsiteY247" fmla="*/ 6250028 h 6858000"/>
              <a:gd name="connsiteX248" fmla="*/ 6043441 w 7467600"/>
              <a:gd name="connsiteY248" fmla="*/ 6665847 h 6858000"/>
              <a:gd name="connsiteX249" fmla="*/ 6093432 w 7467600"/>
              <a:gd name="connsiteY249" fmla="*/ 6858000 h 6858000"/>
              <a:gd name="connsiteX250" fmla="*/ 6034344 w 7467600"/>
              <a:gd name="connsiteY250" fmla="*/ 6858000 h 6858000"/>
              <a:gd name="connsiteX251" fmla="*/ 6026679 w 7467600"/>
              <a:gd name="connsiteY251" fmla="*/ 6836959 h 6858000"/>
              <a:gd name="connsiteX252" fmla="*/ 5800441 w 7467600"/>
              <a:gd name="connsiteY252" fmla="*/ 6335286 h 6858000"/>
              <a:gd name="connsiteX253" fmla="*/ 5526562 w 7467600"/>
              <a:gd name="connsiteY253" fmla="*/ 5705388 h 6858000"/>
              <a:gd name="connsiteX254" fmla="*/ 5519640 w 7467600"/>
              <a:gd name="connsiteY254" fmla="*/ 5683774 h 6858000"/>
              <a:gd name="connsiteX255" fmla="*/ 5844559 w 7467600"/>
              <a:gd name="connsiteY255" fmla="*/ 6553349 h 6858000"/>
              <a:gd name="connsiteX256" fmla="*/ 5975994 w 7467600"/>
              <a:gd name="connsiteY256" fmla="*/ 6858000 h 6858000"/>
              <a:gd name="connsiteX257" fmla="*/ 5898547 w 7467600"/>
              <a:gd name="connsiteY257" fmla="*/ 6858000 h 6858000"/>
              <a:gd name="connsiteX258" fmla="*/ 5682041 w 7467600"/>
              <a:gd name="connsiteY258" fmla="*/ 6355860 h 6858000"/>
              <a:gd name="connsiteX259" fmla="*/ 5461758 w 7467600"/>
              <a:gd name="connsiteY259" fmla="*/ 5820220 h 6858000"/>
              <a:gd name="connsiteX260" fmla="*/ 5237282 w 7467600"/>
              <a:gd name="connsiteY260" fmla="*/ 6579086 h 6858000"/>
              <a:gd name="connsiteX261" fmla="*/ 5115009 w 7467600"/>
              <a:gd name="connsiteY261" fmla="*/ 6858000 h 6858000"/>
              <a:gd name="connsiteX262" fmla="*/ 5028074 w 7467600"/>
              <a:gd name="connsiteY262" fmla="*/ 6858000 h 6858000"/>
              <a:gd name="connsiteX263" fmla="*/ 5079508 w 7467600"/>
              <a:gd name="connsiteY263" fmla="*/ 6749074 h 6858000"/>
              <a:gd name="connsiteX264" fmla="*/ 5371846 w 7467600"/>
              <a:gd name="connsiteY264" fmla="*/ 5924413 h 6858000"/>
              <a:gd name="connsiteX265" fmla="*/ 5270512 w 7467600"/>
              <a:gd name="connsiteY265" fmla="*/ 6138975 h 6858000"/>
              <a:gd name="connsiteX266" fmla="*/ 5062409 w 7467600"/>
              <a:gd name="connsiteY266" fmla="*/ 6653544 h 6858000"/>
              <a:gd name="connsiteX267" fmla="*/ 5036628 w 7467600"/>
              <a:gd name="connsiteY267" fmla="*/ 6754247 h 6858000"/>
              <a:gd name="connsiteX268" fmla="*/ 5009112 w 7467600"/>
              <a:gd name="connsiteY268" fmla="*/ 6858000 h 6858000"/>
              <a:gd name="connsiteX269" fmla="*/ 4976679 w 7467600"/>
              <a:gd name="connsiteY269" fmla="*/ 6858000 h 6858000"/>
              <a:gd name="connsiteX270" fmla="*/ 5006537 w 7467600"/>
              <a:gd name="connsiteY270" fmla="*/ 6747068 h 6858000"/>
              <a:gd name="connsiteX271" fmla="*/ 5032723 w 7467600"/>
              <a:gd name="connsiteY271" fmla="*/ 6644957 h 6858000"/>
              <a:gd name="connsiteX272" fmla="*/ 5242949 w 7467600"/>
              <a:gd name="connsiteY272" fmla="*/ 6125175 h 6858000"/>
              <a:gd name="connsiteX273" fmla="*/ 5286321 w 7467600"/>
              <a:gd name="connsiteY273" fmla="*/ 6033555 h 6858000"/>
              <a:gd name="connsiteX274" fmla="*/ 5008210 w 7467600"/>
              <a:gd name="connsiteY274" fmla="*/ 6649194 h 6858000"/>
              <a:gd name="connsiteX275" fmla="*/ 4986321 w 7467600"/>
              <a:gd name="connsiteY275" fmla="*/ 6765687 h 6858000"/>
              <a:gd name="connsiteX276" fmla="*/ 4973474 w 7467600"/>
              <a:gd name="connsiteY276" fmla="*/ 6858000 h 6858000"/>
              <a:gd name="connsiteX277" fmla="*/ 4907178 w 7467600"/>
              <a:gd name="connsiteY277" fmla="*/ 6858000 h 6858000"/>
              <a:gd name="connsiteX278" fmla="*/ 4910810 w 7467600"/>
              <a:gd name="connsiteY278" fmla="*/ 6829660 h 6858000"/>
              <a:gd name="connsiteX279" fmla="*/ 4987461 w 7467600"/>
              <a:gd name="connsiteY279" fmla="*/ 6432994 h 6858000"/>
              <a:gd name="connsiteX280" fmla="*/ 5179262 w 7467600"/>
              <a:gd name="connsiteY280" fmla="*/ 6035044 h 6858000"/>
              <a:gd name="connsiteX281" fmla="*/ 4689678 w 7467600"/>
              <a:gd name="connsiteY281" fmla="*/ 6440241 h 6858000"/>
              <a:gd name="connsiteX282" fmla="*/ 4477543 w 7467600"/>
              <a:gd name="connsiteY282" fmla="*/ 6674836 h 6858000"/>
              <a:gd name="connsiteX283" fmla="*/ 4329957 w 7467600"/>
              <a:gd name="connsiteY283" fmla="*/ 6858000 h 6858000"/>
              <a:gd name="connsiteX284" fmla="*/ 4218595 w 7467600"/>
              <a:gd name="connsiteY284" fmla="*/ 6858000 h 6858000"/>
              <a:gd name="connsiteX285" fmla="*/ 4368888 w 7467600"/>
              <a:gd name="connsiteY285" fmla="*/ 6668412 h 6858000"/>
              <a:gd name="connsiteX286" fmla="*/ 4563091 w 7467600"/>
              <a:gd name="connsiteY286" fmla="*/ 6442508 h 6858000"/>
              <a:gd name="connsiteX287" fmla="*/ 5387324 w 7467600"/>
              <a:gd name="connsiteY287" fmla="*/ 5705830 h 6858000"/>
              <a:gd name="connsiteX288" fmla="*/ 5073620 w 7467600"/>
              <a:gd name="connsiteY288" fmla="*/ 5955437 h 6858000"/>
              <a:gd name="connsiteX289" fmla="*/ 4689789 w 7467600"/>
              <a:gd name="connsiteY289" fmla="*/ 6268382 h 6858000"/>
              <a:gd name="connsiteX290" fmla="*/ 4418722 w 7467600"/>
              <a:gd name="connsiteY290" fmla="*/ 6570886 h 6858000"/>
              <a:gd name="connsiteX291" fmla="*/ 4214944 w 7467600"/>
              <a:gd name="connsiteY291" fmla="*/ 6858000 h 6858000"/>
              <a:gd name="connsiteX292" fmla="*/ 4177898 w 7467600"/>
              <a:gd name="connsiteY292" fmla="*/ 6858000 h 6858000"/>
              <a:gd name="connsiteX293" fmla="*/ 4391597 w 7467600"/>
              <a:gd name="connsiteY293" fmla="*/ 6556370 h 6858000"/>
              <a:gd name="connsiteX294" fmla="*/ 4668889 w 7467600"/>
              <a:gd name="connsiteY294" fmla="*/ 6246399 h 6858000"/>
              <a:gd name="connsiteX295" fmla="*/ 5055427 w 7467600"/>
              <a:gd name="connsiteY295" fmla="*/ 5931476 h 6858000"/>
              <a:gd name="connsiteX296" fmla="*/ 5371814 w 7467600"/>
              <a:gd name="connsiteY296" fmla="*/ 5678975 h 6858000"/>
              <a:gd name="connsiteX297" fmla="*/ 4987918 w 7467600"/>
              <a:gd name="connsiteY297" fmla="*/ 5838701 h 6858000"/>
              <a:gd name="connsiteX298" fmla="*/ 4317146 w 7467600"/>
              <a:gd name="connsiteY298" fmla="*/ 6587716 h 6858000"/>
              <a:gd name="connsiteX299" fmla="*/ 4171627 w 7467600"/>
              <a:gd name="connsiteY299" fmla="*/ 6858000 h 6858000"/>
              <a:gd name="connsiteX300" fmla="*/ 4081585 w 7467600"/>
              <a:gd name="connsiteY300" fmla="*/ 6858000 h 6858000"/>
              <a:gd name="connsiteX301" fmla="*/ 4238603 w 7467600"/>
              <a:gd name="connsiteY301" fmla="*/ 6559341 h 6858000"/>
              <a:gd name="connsiteX302" fmla="*/ 4778333 w 7467600"/>
              <a:gd name="connsiteY302" fmla="*/ 5873626 h 6858000"/>
              <a:gd name="connsiteX303" fmla="*/ 5414185 w 7467600"/>
              <a:gd name="connsiteY303" fmla="*/ 5573882 h 6858000"/>
              <a:gd name="connsiteX304" fmla="*/ 5959648 w 7467600"/>
              <a:gd name="connsiteY304" fmla="*/ 4760797 h 6858000"/>
              <a:gd name="connsiteX305" fmla="*/ 5355019 w 7467600"/>
              <a:gd name="connsiteY305" fmla="*/ 4734672 h 6858000"/>
              <a:gd name="connsiteX306" fmla="*/ 5083565 w 7467600"/>
              <a:gd name="connsiteY306" fmla="*/ 5179121 h 6858000"/>
              <a:gd name="connsiteX307" fmla="*/ 4713577 w 7467600"/>
              <a:gd name="connsiteY307" fmla="*/ 5616803 h 6858000"/>
              <a:gd name="connsiteX308" fmla="*/ 3989559 w 7467600"/>
              <a:gd name="connsiteY308" fmla="*/ 6145945 h 6858000"/>
              <a:gd name="connsiteX309" fmla="*/ 3939824 w 7467600"/>
              <a:gd name="connsiteY309" fmla="*/ 6066900 h 6858000"/>
              <a:gd name="connsiteX310" fmla="*/ 4584537 w 7467600"/>
              <a:gd name="connsiteY310" fmla="*/ 5324826 h 6858000"/>
              <a:gd name="connsiteX311" fmla="*/ 5037105 w 7467600"/>
              <a:gd name="connsiteY311" fmla="*/ 5088765 h 6858000"/>
              <a:gd name="connsiteX312" fmla="*/ 5039930 w 7467600"/>
              <a:gd name="connsiteY312" fmla="*/ 5089585 h 6858000"/>
              <a:gd name="connsiteX313" fmla="*/ 5263764 w 7467600"/>
              <a:gd name="connsiteY313" fmla="*/ 4735525 h 6858000"/>
              <a:gd name="connsiteX314" fmla="*/ 4086300 w 7467600"/>
              <a:gd name="connsiteY314" fmla="*/ 4884599 h 6858000"/>
              <a:gd name="connsiteX315" fmla="*/ 4085485 w 7467600"/>
              <a:gd name="connsiteY315" fmla="*/ 4899070 h 6858000"/>
              <a:gd name="connsiteX316" fmla="*/ 3871915 w 7467600"/>
              <a:gd name="connsiteY316" fmla="*/ 5253645 h 6858000"/>
              <a:gd name="connsiteX317" fmla="*/ 3799374 w 7467600"/>
              <a:gd name="connsiteY317" fmla="*/ 5466127 h 6858000"/>
              <a:gd name="connsiteX318" fmla="*/ 3498850 w 7467600"/>
              <a:gd name="connsiteY318" fmla="*/ 6661888 h 6858000"/>
              <a:gd name="connsiteX319" fmla="*/ 3399216 w 7467600"/>
              <a:gd name="connsiteY319" fmla="*/ 6858000 h 6858000"/>
              <a:gd name="connsiteX320" fmla="*/ 3303688 w 7467600"/>
              <a:gd name="connsiteY320" fmla="*/ 6858000 h 6858000"/>
              <a:gd name="connsiteX321" fmla="*/ 3391774 w 7467600"/>
              <a:gd name="connsiteY321" fmla="*/ 6697181 h 6858000"/>
              <a:gd name="connsiteX322" fmla="*/ 3735540 w 7467600"/>
              <a:gd name="connsiteY322" fmla="*/ 5546923 h 6858000"/>
              <a:gd name="connsiteX323" fmla="*/ 3729438 w 7467600"/>
              <a:gd name="connsiteY323" fmla="*/ 5569058 h 6858000"/>
              <a:gd name="connsiteX324" fmla="*/ 3707782 w 7467600"/>
              <a:gd name="connsiteY324" fmla="*/ 5644908 h 6858000"/>
              <a:gd name="connsiteX325" fmla="*/ 3583827 w 7467600"/>
              <a:gd name="connsiteY325" fmla="*/ 6039215 h 6858000"/>
              <a:gd name="connsiteX326" fmla="*/ 3547861 w 7467600"/>
              <a:gd name="connsiteY326" fmla="*/ 6129609 h 6858000"/>
              <a:gd name="connsiteX327" fmla="*/ 3490905 w 7467600"/>
              <a:gd name="connsiteY327" fmla="*/ 6277660 h 6858000"/>
              <a:gd name="connsiteX328" fmla="*/ 3455859 w 7467600"/>
              <a:gd name="connsiteY328" fmla="*/ 6391301 h 6858000"/>
              <a:gd name="connsiteX329" fmla="*/ 3429112 w 7467600"/>
              <a:gd name="connsiteY329" fmla="*/ 6479469 h 6858000"/>
              <a:gd name="connsiteX330" fmla="*/ 3304862 w 7467600"/>
              <a:gd name="connsiteY330" fmla="*/ 6796476 h 6858000"/>
              <a:gd name="connsiteX331" fmla="*/ 3276071 w 7467600"/>
              <a:gd name="connsiteY331" fmla="*/ 6858000 h 6858000"/>
              <a:gd name="connsiteX332" fmla="*/ 3240805 w 7467600"/>
              <a:gd name="connsiteY332" fmla="*/ 6858000 h 6858000"/>
              <a:gd name="connsiteX333" fmla="*/ 3275917 w 7467600"/>
              <a:gd name="connsiteY333" fmla="*/ 6783192 h 6858000"/>
              <a:gd name="connsiteX334" fmla="*/ 3399358 w 7467600"/>
              <a:gd name="connsiteY334" fmla="*/ 6469011 h 6858000"/>
              <a:gd name="connsiteX335" fmla="*/ 3425650 w 7467600"/>
              <a:gd name="connsiteY335" fmla="*/ 6381333 h 6858000"/>
              <a:gd name="connsiteX336" fmla="*/ 3460661 w 7467600"/>
              <a:gd name="connsiteY336" fmla="*/ 6266763 h 6858000"/>
              <a:gd name="connsiteX337" fmla="*/ 3518021 w 7467600"/>
              <a:gd name="connsiteY337" fmla="*/ 6117298 h 6858000"/>
              <a:gd name="connsiteX338" fmla="*/ 3554035 w 7467600"/>
              <a:gd name="connsiteY338" fmla="*/ 6027832 h 6858000"/>
              <a:gd name="connsiteX339" fmla="*/ 3677174 w 7467600"/>
              <a:gd name="connsiteY339" fmla="*/ 5636351 h 6858000"/>
              <a:gd name="connsiteX340" fmla="*/ 3698819 w 7467600"/>
              <a:gd name="connsiteY340" fmla="*/ 5560503 h 6858000"/>
              <a:gd name="connsiteX341" fmla="*/ 3702094 w 7467600"/>
              <a:gd name="connsiteY341" fmla="*/ 5549194 h 6858000"/>
              <a:gd name="connsiteX342" fmla="*/ 3398355 w 7467600"/>
              <a:gd name="connsiteY342" fmla="*/ 6094603 h 6858000"/>
              <a:gd name="connsiteX343" fmla="*/ 3193941 w 7467600"/>
              <a:gd name="connsiteY343" fmla="*/ 6798775 h 6858000"/>
              <a:gd name="connsiteX344" fmla="*/ 3184140 w 7467600"/>
              <a:gd name="connsiteY344" fmla="*/ 6858000 h 6858000"/>
              <a:gd name="connsiteX345" fmla="*/ 3099978 w 7467600"/>
              <a:gd name="connsiteY345" fmla="*/ 6858000 h 6858000"/>
              <a:gd name="connsiteX346" fmla="*/ 3101556 w 7467600"/>
              <a:gd name="connsiteY346" fmla="*/ 6843337 h 6858000"/>
              <a:gd name="connsiteX347" fmla="*/ 3370162 w 7467600"/>
              <a:gd name="connsiteY347" fmla="*/ 5785550 h 6858000"/>
              <a:gd name="connsiteX348" fmla="*/ 3746477 w 7467600"/>
              <a:gd name="connsiteY348" fmla="*/ 5377889 h 6858000"/>
              <a:gd name="connsiteX349" fmla="*/ 3863399 w 7467600"/>
              <a:gd name="connsiteY349" fmla="*/ 5087257 h 6858000"/>
              <a:gd name="connsiteX350" fmla="*/ 3968712 w 7467600"/>
              <a:gd name="connsiteY350" fmla="*/ 4913989 h 6858000"/>
              <a:gd name="connsiteX351" fmla="*/ 2792390 w 7467600"/>
              <a:gd name="connsiteY351" fmla="*/ 5382974 h 6858000"/>
              <a:gd name="connsiteX352" fmla="*/ 2714982 w 7467600"/>
              <a:gd name="connsiteY352" fmla="*/ 5427051 h 6858000"/>
              <a:gd name="connsiteX353" fmla="*/ 2813361 w 7467600"/>
              <a:gd name="connsiteY353" fmla="*/ 6023912 h 6858000"/>
              <a:gd name="connsiteX354" fmla="*/ 2688430 w 7467600"/>
              <a:gd name="connsiteY354" fmla="*/ 6801564 h 6858000"/>
              <a:gd name="connsiteX355" fmla="*/ 2629626 w 7467600"/>
              <a:gd name="connsiteY355" fmla="*/ 6763394 h 6858000"/>
              <a:gd name="connsiteX356" fmla="*/ 2565328 w 7467600"/>
              <a:gd name="connsiteY356" fmla="*/ 5516399 h 6858000"/>
              <a:gd name="connsiteX357" fmla="*/ 1922999 w 7467600"/>
              <a:gd name="connsiteY357" fmla="*/ 5980343 h 6858000"/>
              <a:gd name="connsiteX358" fmla="*/ 1950261 w 7467600"/>
              <a:gd name="connsiteY358" fmla="*/ 6405858 h 6858000"/>
              <a:gd name="connsiteX359" fmla="*/ 2365554 w 7467600"/>
              <a:gd name="connsiteY359" fmla="*/ 6759107 h 6858000"/>
              <a:gd name="connsiteX360" fmla="*/ 2424142 w 7467600"/>
              <a:gd name="connsiteY360" fmla="*/ 6858000 h 6858000"/>
              <a:gd name="connsiteX361" fmla="*/ 2395994 w 7467600"/>
              <a:gd name="connsiteY361" fmla="*/ 6858000 h 6858000"/>
              <a:gd name="connsiteX362" fmla="*/ 2392863 w 7467600"/>
              <a:gd name="connsiteY362" fmla="*/ 6852964 h 6858000"/>
              <a:gd name="connsiteX363" fmla="*/ 2017589 w 7467600"/>
              <a:gd name="connsiteY363" fmla="*/ 6493982 h 6858000"/>
              <a:gd name="connsiteX364" fmla="*/ 2147336 w 7467600"/>
              <a:gd name="connsiteY364" fmla="*/ 6594052 h 6858000"/>
              <a:gd name="connsiteX365" fmla="*/ 2207047 w 7467600"/>
              <a:gd name="connsiteY365" fmla="*/ 6654540 h 6858000"/>
              <a:gd name="connsiteX366" fmla="*/ 2299106 w 7467600"/>
              <a:gd name="connsiteY366" fmla="*/ 6778931 h 6858000"/>
              <a:gd name="connsiteX367" fmla="*/ 2314430 w 7467600"/>
              <a:gd name="connsiteY367" fmla="*/ 6801144 h 6858000"/>
              <a:gd name="connsiteX368" fmla="*/ 2352406 w 7467600"/>
              <a:gd name="connsiteY368" fmla="*/ 6858000 h 6858000"/>
              <a:gd name="connsiteX369" fmla="*/ 2314492 w 7467600"/>
              <a:gd name="connsiteY369" fmla="*/ 6858000 h 6858000"/>
              <a:gd name="connsiteX370" fmla="*/ 2288095 w 7467600"/>
              <a:gd name="connsiteY370" fmla="*/ 6818030 h 6858000"/>
              <a:gd name="connsiteX371" fmla="*/ 2272768 w 7467600"/>
              <a:gd name="connsiteY371" fmla="*/ 6795822 h 6858000"/>
              <a:gd name="connsiteX372" fmla="*/ 2182715 w 7467600"/>
              <a:gd name="connsiteY372" fmla="*/ 6675071 h 6858000"/>
              <a:gd name="connsiteX373" fmla="*/ 2032061 w 7467600"/>
              <a:gd name="connsiteY373" fmla="*/ 6541380 h 6858000"/>
              <a:gd name="connsiteX374" fmla="*/ 2257220 w 7467600"/>
              <a:gd name="connsiteY374" fmla="*/ 6826257 h 6858000"/>
              <a:gd name="connsiteX375" fmla="*/ 2281324 w 7467600"/>
              <a:gd name="connsiteY375" fmla="*/ 6858000 h 6858000"/>
              <a:gd name="connsiteX376" fmla="*/ 2242860 w 7467600"/>
              <a:gd name="connsiteY376" fmla="*/ 6858000 h 6858000"/>
              <a:gd name="connsiteX377" fmla="*/ 2232818 w 7467600"/>
              <a:gd name="connsiteY377" fmla="*/ 6844926 h 6858000"/>
              <a:gd name="connsiteX378" fmla="*/ 1990172 w 7467600"/>
              <a:gd name="connsiteY378" fmla="*/ 6542121 h 6858000"/>
              <a:gd name="connsiteX379" fmla="*/ 2124090 w 7467600"/>
              <a:gd name="connsiteY379" fmla="*/ 6761017 h 6858000"/>
              <a:gd name="connsiteX380" fmla="*/ 2200380 w 7467600"/>
              <a:gd name="connsiteY380" fmla="*/ 6858000 h 6858000"/>
              <a:gd name="connsiteX381" fmla="*/ 2147507 w 7467600"/>
              <a:gd name="connsiteY381" fmla="*/ 6858000 h 6858000"/>
              <a:gd name="connsiteX382" fmla="*/ 2070668 w 7467600"/>
              <a:gd name="connsiteY382" fmla="*/ 6761520 h 6858000"/>
              <a:gd name="connsiteX383" fmla="*/ 1975142 w 7467600"/>
              <a:gd name="connsiteY383" fmla="*/ 6585570 h 6858000"/>
              <a:gd name="connsiteX384" fmla="*/ 2050035 w 7467600"/>
              <a:gd name="connsiteY384" fmla="*/ 6813345 h 6858000"/>
              <a:gd name="connsiteX385" fmla="*/ 2063025 w 7467600"/>
              <a:gd name="connsiteY385" fmla="*/ 6858000 h 6858000"/>
              <a:gd name="connsiteX386" fmla="*/ 2021675 w 7467600"/>
              <a:gd name="connsiteY386" fmla="*/ 6858000 h 6858000"/>
              <a:gd name="connsiteX387" fmla="*/ 2019308 w 7467600"/>
              <a:gd name="connsiteY387" fmla="*/ 6847118 h 6858000"/>
              <a:gd name="connsiteX388" fmla="*/ 1938835 w 7467600"/>
              <a:gd name="connsiteY388" fmla="*/ 6551160 h 6858000"/>
              <a:gd name="connsiteX389" fmla="*/ 1953230 w 7467600"/>
              <a:gd name="connsiteY389" fmla="*/ 6759699 h 6858000"/>
              <a:gd name="connsiteX390" fmla="*/ 1956763 w 7467600"/>
              <a:gd name="connsiteY390" fmla="*/ 6778191 h 6858000"/>
              <a:gd name="connsiteX391" fmla="*/ 1967925 w 7467600"/>
              <a:gd name="connsiteY391" fmla="*/ 6858000 h 6858000"/>
              <a:gd name="connsiteX392" fmla="*/ 1936622 w 7467600"/>
              <a:gd name="connsiteY392" fmla="*/ 6858000 h 6858000"/>
              <a:gd name="connsiteX393" fmla="*/ 1926261 w 7467600"/>
              <a:gd name="connsiteY393" fmla="*/ 6784064 h 6858000"/>
              <a:gd name="connsiteX394" fmla="*/ 1922724 w 7467600"/>
              <a:gd name="connsiteY394" fmla="*/ 6765577 h 6858000"/>
              <a:gd name="connsiteX395" fmla="*/ 1904650 w 7467600"/>
              <a:gd name="connsiteY395" fmla="*/ 6639616 h 6858000"/>
              <a:gd name="connsiteX396" fmla="*/ 1885273 w 7467600"/>
              <a:gd name="connsiteY396" fmla="*/ 6858000 h 6858000"/>
              <a:gd name="connsiteX397" fmla="*/ 1854363 w 7467600"/>
              <a:gd name="connsiteY397" fmla="*/ 6858000 h 6858000"/>
              <a:gd name="connsiteX398" fmla="*/ 1880391 w 7467600"/>
              <a:gd name="connsiteY398" fmla="*/ 6603796 h 6858000"/>
              <a:gd name="connsiteX399" fmla="*/ 1818273 w 7467600"/>
              <a:gd name="connsiteY399" fmla="*/ 6715729 h 6858000"/>
              <a:gd name="connsiteX400" fmla="*/ 1794691 w 7467600"/>
              <a:gd name="connsiteY400" fmla="*/ 6843239 h 6858000"/>
              <a:gd name="connsiteX401" fmla="*/ 1794914 w 7467600"/>
              <a:gd name="connsiteY401" fmla="*/ 6858000 h 6858000"/>
              <a:gd name="connsiteX402" fmla="*/ 1746128 w 7467600"/>
              <a:gd name="connsiteY402" fmla="*/ 6858000 h 6858000"/>
              <a:gd name="connsiteX403" fmla="*/ 1753934 w 7467600"/>
              <a:gd name="connsiteY403" fmla="*/ 6724796 h 6858000"/>
              <a:gd name="connsiteX404" fmla="*/ 1792053 w 7467600"/>
              <a:gd name="connsiteY404" fmla="*/ 6572396 h 6858000"/>
              <a:gd name="connsiteX405" fmla="*/ 1862248 w 7467600"/>
              <a:gd name="connsiteY405" fmla="*/ 6266397 h 6858000"/>
              <a:gd name="connsiteX406" fmla="*/ 1862250 w 7467600"/>
              <a:gd name="connsiteY406" fmla="*/ 6033531 h 6858000"/>
              <a:gd name="connsiteX407" fmla="*/ 1211999 w 7467600"/>
              <a:gd name="connsiteY407" fmla="*/ 6683610 h 6858000"/>
              <a:gd name="connsiteX408" fmla="*/ 1213266 w 7467600"/>
              <a:gd name="connsiteY408" fmla="*/ 6691947 h 6858000"/>
              <a:gd name="connsiteX409" fmla="*/ 1203370 w 7467600"/>
              <a:gd name="connsiteY409" fmla="*/ 6850676 h 6858000"/>
              <a:gd name="connsiteX410" fmla="*/ 1203671 w 7467600"/>
              <a:gd name="connsiteY410" fmla="*/ 6858000 h 6858000"/>
              <a:gd name="connsiteX411" fmla="*/ 1143180 w 7467600"/>
              <a:gd name="connsiteY411" fmla="*/ 6858000 h 6858000"/>
              <a:gd name="connsiteX412" fmla="*/ 1142176 w 7467600"/>
              <a:gd name="connsiteY412" fmla="*/ 6766045 h 6858000"/>
              <a:gd name="connsiteX413" fmla="*/ 1067484 w 7467600"/>
              <a:gd name="connsiteY413" fmla="*/ 6858000 h 6858000"/>
              <a:gd name="connsiteX414" fmla="*/ 953928 w 7467600"/>
              <a:gd name="connsiteY414" fmla="*/ 6858000 h 6858000"/>
              <a:gd name="connsiteX415" fmla="*/ 959715 w 7467600"/>
              <a:gd name="connsiteY415" fmla="*/ 6850185 h 6858000"/>
              <a:gd name="connsiteX416" fmla="*/ 1483788 w 7467600"/>
              <a:gd name="connsiteY416" fmla="*/ 6259174 h 6858000"/>
              <a:gd name="connsiteX417" fmla="*/ 1100671 w 7467600"/>
              <a:gd name="connsiteY417" fmla="*/ 6252137 h 6858000"/>
              <a:gd name="connsiteX418" fmla="*/ 1090144 w 7467600"/>
              <a:gd name="connsiteY418" fmla="*/ 6256748 h 6858000"/>
              <a:gd name="connsiteX419" fmla="*/ 1095872 w 7467600"/>
              <a:gd name="connsiteY419" fmla="*/ 6271892 h 6858000"/>
              <a:gd name="connsiteX420" fmla="*/ 262785 w 7467600"/>
              <a:gd name="connsiteY420" fmla="*/ 6845450 h 6858000"/>
              <a:gd name="connsiteX421" fmla="*/ 209968 w 7467600"/>
              <a:gd name="connsiteY421" fmla="*/ 6770713 h 6858000"/>
              <a:gd name="connsiteX422" fmla="*/ 873460 w 7467600"/>
              <a:gd name="connsiteY422" fmla="*/ 6253768 h 6858000"/>
              <a:gd name="connsiteX423" fmla="*/ 192686 w 7467600"/>
              <a:gd name="connsiteY423" fmla="*/ 5849257 h 6858000"/>
              <a:gd name="connsiteX424" fmla="*/ 4696 w 7467600"/>
              <a:gd name="connsiteY424" fmla="*/ 5697668 h 6858000"/>
              <a:gd name="connsiteX425" fmla="*/ 0 w 7467600"/>
              <a:gd name="connsiteY425" fmla="*/ 5689984 h 6858000"/>
              <a:gd name="connsiteX426" fmla="*/ 0 w 7467600"/>
              <a:gd name="connsiteY426" fmla="*/ 5513472 h 6858000"/>
              <a:gd name="connsiteX427" fmla="*/ 174101 w 7467600"/>
              <a:gd name="connsiteY427" fmla="*/ 5620277 h 6858000"/>
              <a:gd name="connsiteX428" fmla="*/ 891800 w 7467600"/>
              <a:gd name="connsiteY428" fmla="*/ 6036935 h 6858000"/>
              <a:gd name="connsiteX429" fmla="*/ 1072219 w 7467600"/>
              <a:gd name="connsiteY429" fmla="*/ 6169443 h 6858000"/>
              <a:gd name="connsiteX430" fmla="*/ 1074117 w 7467600"/>
              <a:gd name="connsiteY430" fmla="*/ 6170301 h 6858000"/>
              <a:gd name="connsiteX431" fmla="*/ 1083114 w 7467600"/>
              <a:gd name="connsiteY431" fmla="*/ 6174131 h 6858000"/>
              <a:gd name="connsiteX432" fmla="*/ 1543010 w 7467600"/>
              <a:gd name="connsiteY432" fmla="*/ 6191140 h 6858000"/>
              <a:gd name="connsiteX433" fmla="*/ 1551080 w 7467600"/>
              <a:gd name="connsiteY433" fmla="*/ 6195006 h 6858000"/>
              <a:gd name="connsiteX434" fmla="*/ 2345443 w 7467600"/>
              <a:gd name="connsiteY434" fmla="*/ 5549882 h 6858000"/>
              <a:gd name="connsiteX435" fmla="*/ 1721499 w 7467600"/>
              <a:gd name="connsiteY435" fmla="*/ 5599969 h 6858000"/>
              <a:gd name="connsiteX436" fmla="*/ 767716 w 7467600"/>
              <a:gd name="connsiteY436" fmla="*/ 5472768 h 6858000"/>
              <a:gd name="connsiteX437" fmla="*/ 722147 w 7467600"/>
              <a:gd name="connsiteY437" fmla="*/ 5393091 h 6858000"/>
              <a:gd name="connsiteX438" fmla="*/ 1485552 w 7467600"/>
              <a:gd name="connsiteY438" fmla="*/ 5313202 h 6858000"/>
              <a:gd name="connsiteX439" fmla="*/ 2143004 w 7467600"/>
              <a:gd name="connsiteY439" fmla="*/ 5402420 h 6858000"/>
              <a:gd name="connsiteX440" fmla="*/ 1933391 w 7467600"/>
              <a:gd name="connsiteY440" fmla="*/ 5156971 h 6858000"/>
              <a:gd name="connsiteX441" fmla="*/ 1827118 w 7467600"/>
              <a:gd name="connsiteY441" fmla="*/ 4968410 h 6858000"/>
              <a:gd name="connsiteX442" fmla="*/ 1837349 w 7467600"/>
              <a:gd name="connsiteY442" fmla="*/ 4956357 h 6858000"/>
              <a:gd name="connsiteX443" fmla="*/ 2162835 w 7467600"/>
              <a:gd name="connsiteY443" fmla="*/ 5187853 h 6858000"/>
              <a:gd name="connsiteX444" fmla="*/ 2257167 w 7467600"/>
              <a:gd name="connsiteY444" fmla="*/ 5462123 h 6858000"/>
              <a:gd name="connsiteX445" fmla="*/ 2261598 w 7467600"/>
              <a:gd name="connsiteY445" fmla="*/ 5467998 h 6858000"/>
              <a:gd name="connsiteX446" fmla="*/ 2437177 w 7467600"/>
              <a:gd name="connsiteY446" fmla="*/ 5479608 h 6858000"/>
              <a:gd name="connsiteX447" fmla="*/ 2445247 w 7467600"/>
              <a:gd name="connsiteY447" fmla="*/ 5483476 h 6858000"/>
              <a:gd name="connsiteX448" fmla="*/ 2743626 w 7467600"/>
              <a:gd name="connsiteY448" fmla="*/ 5304819 h 6858000"/>
              <a:gd name="connsiteX449" fmla="*/ 3048102 w 7467600"/>
              <a:gd name="connsiteY449" fmla="*/ 5150595 h 6858000"/>
              <a:gd name="connsiteX450" fmla="*/ 1799414 w 7467600"/>
              <a:gd name="connsiteY450" fmla="*/ 4694732 h 6858000"/>
              <a:gd name="connsiteX451" fmla="*/ 1771735 w 7467600"/>
              <a:gd name="connsiteY451" fmla="*/ 4619929 h 6858000"/>
              <a:gd name="connsiteX452" fmla="*/ 3104273 w 7467600"/>
              <a:gd name="connsiteY452" fmla="*/ 5076159 h 6858000"/>
              <a:gd name="connsiteX453" fmla="*/ 3113245 w 7467600"/>
              <a:gd name="connsiteY453" fmla="*/ 5090705 h 6858000"/>
              <a:gd name="connsiteX454" fmla="*/ 3126294 w 7467600"/>
              <a:gd name="connsiteY454" fmla="*/ 5114400 h 6858000"/>
              <a:gd name="connsiteX455" fmla="*/ 3937433 w 7467600"/>
              <a:gd name="connsiteY455" fmla="*/ 4830473 h 6858000"/>
              <a:gd name="connsiteX456" fmla="*/ 3590475 w 7467600"/>
              <a:gd name="connsiteY456" fmla="*/ 4597974 h 6858000"/>
              <a:gd name="connsiteX457" fmla="*/ 3100264 w 7467600"/>
              <a:gd name="connsiteY457" fmla="*/ 4579845 h 6858000"/>
              <a:gd name="connsiteX458" fmla="*/ 2183576 w 7467600"/>
              <a:gd name="connsiteY458" fmla="*/ 4227150 h 6858000"/>
              <a:gd name="connsiteX459" fmla="*/ 2151029 w 7467600"/>
              <a:gd name="connsiteY459" fmla="*/ 4146947 h 6858000"/>
              <a:gd name="connsiteX460" fmla="*/ 3563434 w 7467600"/>
              <a:gd name="connsiteY460" fmla="*/ 4469115 h 6858000"/>
              <a:gd name="connsiteX461" fmla="*/ 3177952 w 7467600"/>
              <a:gd name="connsiteY461" fmla="*/ 3657386 h 6858000"/>
              <a:gd name="connsiteX462" fmla="*/ 3189263 w 7467600"/>
              <a:gd name="connsiteY462" fmla="*/ 3625726 h 6858000"/>
              <a:gd name="connsiteX463" fmla="*/ 3560912 w 7467600"/>
              <a:gd name="connsiteY463" fmla="*/ 4079863 h 6858000"/>
              <a:gd name="connsiteX464" fmla="*/ 3626636 w 7467600"/>
              <a:gd name="connsiteY464" fmla="*/ 4512230 h 6858000"/>
              <a:gd name="connsiteX465" fmla="*/ 3653088 w 7467600"/>
              <a:gd name="connsiteY465" fmla="*/ 4521417 h 6858000"/>
              <a:gd name="connsiteX466" fmla="*/ 3988128 w 7467600"/>
              <a:gd name="connsiteY466" fmla="*/ 4817267 h 6858000"/>
              <a:gd name="connsiteX467" fmla="*/ 4830582 w 7467600"/>
              <a:gd name="connsiteY467" fmla="*/ 4676000 h 6858000"/>
              <a:gd name="connsiteX468" fmla="*/ 4830100 w 7467600"/>
              <a:gd name="connsiteY468" fmla="*/ 4675554 h 6858000"/>
              <a:gd name="connsiteX469" fmla="*/ 4036318 w 7467600"/>
              <a:gd name="connsiteY469" fmla="*/ 4147013 h 6858000"/>
              <a:gd name="connsiteX470" fmla="*/ 3432098 w 7467600"/>
              <a:gd name="connsiteY470" fmla="*/ 3537312 h 6858000"/>
              <a:gd name="connsiteX471" fmla="*/ 3446761 w 7467600"/>
              <a:gd name="connsiteY471" fmla="*/ 3461278 h 6858000"/>
              <a:gd name="connsiteX472" fmla="*/ 4419733 w 7467600"/>
              <a:gd name="connsiteY472" fmla="*/ 3963555 h 6858000"/>
              <a:gd name="connsiteX473" fmla="*/ 4781371 w 7467600"/>
              <a:gd name="connsiteY473" fmla="*/ 4458604 h 6858000"/>
              <a:gd name="connsiteX474" fmla="*/ 4780440 w 7467600"/>
              <a:gd name="connsiteY474" fmla="*/ 4470290 h 6858000"/>
              <a:gd name="connsiteX475" fmla="*/ 4898954 w 7467600"/>
              <a:gd name="connsiteY475" fmla="*/ 4662092 h 6858000"/>
              <a:gd name="connsiteX476" fmla="*/ 4900699 w 7467600"/>
              <a:gd name="connsiteY476" fmla="*/ 4670867 h 6858000"/>
              <a:gd name="connsiteX477" fmla="*/ 5714511 w 7467600"/>
              <a:gd name="connsiteY477" fmla="*/ 4663483 h 6858000"/>
              <a:gd name="connsiteX478" fmla="*/ 5464793 w 7467600"/>
              <a:gd name="connsiteY478" fmla="*/ 4393556 h 6858000"/>
              <a:gd name="connsiteX479" fmla="*/ 5461897 w 7467600"/>
              <a:gd name="connsiteY479" fmla="*/ 4390879 h 6858000"/>
              <a:gd name="connsiteX480" fmla="*/ 4294126 w 7467600"/>
              <a:gd name="connsiteY480" fmla="*/ 3303048 h 6858000"/>
              <a:gd name="connsiteX481" fmla="*/ 4305321 w 7467600"/>
              <a:gd name="connsiteY481" fmla="*/ 3256953 h 6858000"/>
              <a:gd name="connsiteX482" fmla="*/ 4949299 w 7467600"/>
              <a:gd name="connsiteY482" fmla="*/ 3766336 h 6858000"/>
              <a:gd name="connsiteX483" fmla="*/ 5291452 w 7467600"/>
              <a:gd name="connsiteY483" fmla="*/ 4076801 h 6858000"/>
              <a:gd name="connsiteX484" fmla="*/ 5434998 w 7467600"/>
              <a:gd name="connsiteY484" fmla="*/ 4254100 h 6858000"/>
              <a:gd name="connsiteX485" fmla="*/ 5351015 w 7467600"/>
              <a:gd name="connsiteY485" fmla="*/ 3760989 h 6858000"/>
              <a:gd name="connsiteX486" fmla="*/ 5413780 w 7467600"/>
              <a:gd name="connsiteY486" fmla="*/ 2966265 h 6858000"/>
              <a:gd name="connsiteX487" fmla="*/ 5425627 w 7467600"/>
              <a:gd name="connsiteY487" fmla="*/ 2954192 h 6858000"/>
              <a:gd name="connsiteX488" fmla="*/ 6604735 w 7467600"/>
              <a:gd name="connsiteY488" fmla="*/ 2041381 h 6858000"/>
              <a:gd name="connsiteX489" fmla="*/ 7204487 w 7467600"/>
              <a:gd name="connsiteY489" fmla="*/ 2742112 h 6858000"/>
              <a:gd name="connsiteX490" fmla="*/ 7131592 w 7467600"/>
              <a:gd name="connsiteY490" fmla="*/ 2672096 h 6858000"/>
              <a:gd name="connsiteX491" fmla="*/ 6996344 w 7467600"/>
              <a:gd name="connsiteY491" fmla="*/ 2518310 h 6858000"/>
              <a:gd name="connsiteX492" fmla="*/ 6735495 w 7467600"/>
              <a:gd name="connsiteY492" fmla="*/ 2196890 h 6858000"/>
              <a:gd name="connsiteX493" fmla="*/ 6721901 w 7467600"/>
              <a:gd name="connsiteY493" fmla="*/ 2179274 h 6858000"/>
              <a:gd name="connsiteX494" fmla="*/ 6604735 w 7467600"/>
              <a:gd name="connsiteY494" fmla="*/ 2041381 h 6858000"/>
              <a:gd name="connsiteX495" fmla="*/ 6591670 w 7467600"/>
              <a:gd name="connsiteY495" fmla="*/ 1988277 h 6858000"/>
              <a:gd name="connsiteX496" fmla="*/ 6747349 w 7467600"/>
              <a:gd name="connsiteY496" fmla="*/ 2160069 h 6858000"/>
              <a:gd name="connsiteX497" fmla="*/ 6760943 w 7467600"/>
              <a:gd name="connsiteY497" fmla="*/ 2177686 h 6858000"/>
              <a:gd name="connsiteX498" fmla="*/ 7021065 w 7467600"/>
              <a:gd name="connsiteY498" fmla="*/ 2498102 h 6858000"/>
              <a:gd name="connsiteX499" fmla="*/ 7155223 w 7467600"/>
              <a:gd name="connsiteY499" fmla="*/ 2650386 h 6858000"/>
              <a:gd name="connsiteX500" fmla="*/ 7203167 w 7467600"/>
              <a:gd name="connsiteY500" fmla="*/ 2697288 h 6858000"/>
              <a:gd name="connsiteX501" fmla="*/ 6937703 w 7467600"/>
              <a:gd name="connsiteY501" fmla="*/ 2321981 h 6858000"/>
              <a:gd name="connsiteX502" fmla="*/ 6591670 w 7467600"/>
              <a:gd name="connsiteY502" fmla="*/ 1988277 h 6858000"/>
              <a:gd name="connsiteX503" fmla="*/ 5798671 w 7467600"/>
              <a:gd name="connsiteY503" fmla="*/ 1981601 h 6858000"/>
              <a:gd name="connsiteX504" fmla="*/ 5754709 w 7467600"/>
              <a:gd name="connsiteY504" fmla="*/ 2071454 h 6858000"/>
              <a:gd name="connsiteX505" fmla="*/ 5763044 w 7467600"/>
              <a:gd name="connsiteY505" fmla="*/ 2842206 h 6858000"/>
              <a:gd name="connsiteX506" fmla="*/ 5764974 w 7467600"/>
              <a:gd name="connsiteY506" fmla="*/ 2799609 h 6858000"/>
              <a:gd name="connsiteX507" fmla="*/ 5767665 w 7467600"/>
              <a:gd name="connsiteY507" fmla="*/ 2666409 h 6858000"/>
              <a:gd name="connsiteX508" fmla="*/ 5763055 w 7467600"/>
              <a:gd name="connsiteY508" fmla="*/ 2579705 h 6858000"/>
              <a:gd name="connsiteX509" fmla="*/ 5758079 w 7467600"/>
              <a:gd name="connsiteY509" fmla="*/ 2492508 h 6858000"/>
              <a:gd name="connsiteX510" fmla="*/ 5779325 w 7467600"/>
              <a:gd name="connsiteY510" fmla="*/ 2197069 h 6858000"/>
              <a:gd name="connsiteX511" fmla="*/ 5798671 w 7467600"/>
              <a:gd name="connsiteY511" fmla="*/ 1981601 h 6858000"/>
              <a:gd name="connsiteX512" fmla="*/ 5829202 w 7467600"/>
              <a:gd name="connsiteY512" fmla="*/ 1971679 h 6858000"/>
              <a:gd name="connsiteX513" fmla="*/ 5809558 w 7467600"/>
              <a:gd name="connsiteY513" fmla="*/ 2198043 h 6858000"/>
              <a:gd name="connsiteX514" fmla="*/ 5788653 w 7467600"/>
              <a:gd name="connsiteY514" fmla="*/ 2489430 h 6858000"/>
              <a:gd name="connsiteX515" fmla="*/ 5793439 w 7467600"/>
              <a:gd name="connsiteY515" fmla="*/ 2575235 h 6858000"/>
              <a:gd name="connsiteX516" fmla="*/ 5796837 w 7467600"/>
              <a:gd name="connsiteY516" fmla="*/ 2637633 h 6858000"/>
              <a:gd name="connsiteX517" fmla="*/ 5818614 w 7467600"/>
              <a:gd name="connsiteY517" fmla="*/ 2473055 h 6858000"/>
              <a:gd name="connsiteX518" fmla="*/ 5829202 w 7467600"/>
              <a:gd name="connsiteY518" fmla="*/ 1971679 h 6858000"/>
              <a:gd name="connsiteX519" fmla="*/ 5911389 w 7467600"/>
              <a:gd name="connsiteY519" fmla="*/ 1898371 h 6858000"/>
              <a:gd name="connsiteX520" fmla="*/ 6237627 w 7467600"/>
              <a:gd name="connsiteY520" fmla="*/ 2231921 h 6858000"/>
              <a:gd name="connsiteX521" fmla="*/ 5911389 w 7467600"/>
              <a:gd name="connsiteY521" fmla="*/ 1898371 h 6858000"/>
              <a:gd name="connsiteX522" fmla="*/ 6944437 w 7467600"/>
              <a:gd name="connsiteY522" fmla="*/ 1575402 h 6858000"/>
              <a:gd name="connsiteX523" fmla="*/ 6304730 w 7467600"/>
              <a:gd name="connsiteY523" fmla="*/ 1766654 h 6858000"/>
              <a:gd name="connsiteX524" fmla="*/ 6944437 w 7467600"/>
              <a:gd name="connsiteY524" fmla="*/ 1575402 h 6858000"/>
              <a:gd name="connsiteX525" fmla="*/ 7019523 w 7467600"/>
              <a:gd name="connsiteY525" fmla="*/ 1519450 h 6858000"/>
              <a:gd name="connsiteX526" fmla="*/ 6298091 w 7467600"/>
              <a:gd name="connsiteY526" fmla="*/ 1737122 h 6858000"/>
              <a:gd name="connsiteX527" fmla="*/ 7019523 w 7467600"/>
              <a:gd name="connsiteY527" fmla="*/ 1519450 h 6858000"/>
              <a:gd name="connsiteX528" fmla="*/ 2399523 w 7467600"/>
              <a:gd name="connsiteY528" fmla="*/ 1428234 h 6858000"/>
              <a:gd name="connsiteX529" fmla="*/ 2224982 w 7467600"/>
              <a:gd name="connsiteY529" fmla="*/ 1826201 h 6858000"/>
              <a:gd name="connsiteX530" fmla="*/ 2096099 w 7467600"/>
              <a:gd name="connsiteY530" fmla="*/ 2345900 h 6858000"/>
              <a:gd name="connsiteX531" fmla="*/ 2283317 w 7467600"/>
              <a:gd name="connsiteY531" fmla="*/ 1796925 h 6858000"/>
              <a:gd name="connsiteX532" fmla="*/ 2399523 w 7467600"/>
              <a:gd name="connsiteY532" fmla="*/ 1428234 h 6858000"/>
              <a:gd name="connsiteX533" fmla="*/ 2448558 w 7467600"/>
              <a:gd name="connsiteY533" fmla="*/ 1373435 h 6858000"/>
              <a:gd name="connsiteX534" fmla="*/ 2312521 w 7467600"/>
              <a:gd name="connsiteY534" fmla="*/ 1806140 h 6858000"/>
              <a:gd name="connsiteX535" fmla="*/ 2127533 w 7467600"/>
              <a:gd name="connsiteY535" fmla="*/ 2348380 h 6858000"/>
              <a:gd name="connsiteX536" fmla="*/ 2358080 w 7467600"/>
              <a:gd name="connsiteY536" fmla="*/ 1866134 h 6858000"/>
              <a:gd name="connsiteX537" fmla="*/ 2407436 w 7467600"/>
              <a:gd name="connsiteY537" fmla="*/ 1651070 h 6858000"/>
              <a:gd name="connsiteX538" fmla="*/ 2448558 w 7467600"/>
              <a:gd name="connsiteY538" fmla="*/ 1373435 h 6858000"/>
              <a:gd name="connsiteX539" fmla="*/ 278707 w 7467600"/>
              <a:gd name="connsiteY539" fmla="*/ 1352270 h 6858000"/>
              <a:gd name="connsiteX540" fmla="*/ 321570 w 7467600"/>
              <a:gd name="connsiteY540" fmla="*/ 1861610 h 6858000"/>
              <a:gd name="connsiteX541" fmla="*/ 294281 w 7467600"/>
              <a:gd name="connsiteY541" fmla="*/ 1440658 h 6858000"/>
              <a:gd name="connsiteX542" fmla="*/ 278707 w 7467600"/>
              <a:gd name="connsiteY542" fmla="*/ 1352270 h 6858000"/>
              <a:gd name="connsiteX543" fmla="*/ 1423821 w 7467600"/>
              <a:gd name="connsiteY543" fmla="*/ 1351958 h 6858000"/>
              <a:gd name="connsiteX544" fmla="*/ 1638521 w 7467600"/>
              <a:gd name="connsiteY544" fmla="*/ 1908470 h 6858000"/>
              <a:gd name="connsiteX545" fmla="*/ 1754199 w 7467600"/>
              <a:gd name="connsiteY545" fmla="*/ 2149284 h 6858000"/>
              <a:gd name="connsiteX546" fmla="*/ 1908359 w 7467600"/>
              <a:gd name="connsiteY546" fmla="*/ 2364988 h 6858000"/>
              <a:gd name="connsiteX547" fmla="*/ 1647661 w 7467600"/>
              <a:gd name="connsiteY547" fmla="*/ 1825945 h 6858000"/>
              <a:gd name="connsiteX548" fmla="*/ 1423821 w 7467600"/>
              <a:gd name="connsiteY548" fmla="*/ 1351958 h 6858000"/>
              <a:gd name="connsiteX549" fmla="*/ 1431890 w 7467600"/>
              <a:gd name="connsiteY549" fmla="*/ 1306475 h 6858000"/>
              <a:gd name="connsiteX550" fmla="*/ 1507597 w 7467600"/>
              <a:gd name="connsiteY550" fmla="*/ 1446132 h 6858000"/>
              <a:gd name="connsiteX551" fmla="*/ 1674586 w 7467600"/>
              <a:gd name="connsiteY551" fmla="*/ 1813832 h 6858000"/>
              <a:gd name="connsiteX552" fmla="*/ 1815950 w 7467600"/>
              <a:gd name="connsiteY552" fmla="*/ 2128564 h 6858000"/>
              <a:gd name="connsiteX553" fmla="*/ 1984242 w 7467600"/>
              <a:gd name="connsiteY553" fmla="*/ 2430829 h 6858000"/>
              <a:gd name="connsiteX554" fmla="*/ 2014023 w 7467600"/>
              <a:gd name="connsiteY554" fmla="*/ 2450995 h 6858000"/>
              <a:gd name="connsiteX555" fmla="*/ 1747337 w 7467600"/>
              <a:gd name="connsiteY555" fmla="*/ 1855264 h 6858000"/>
              <a:gd name="connsiteX556" fmla="*/ 1533749 w 7467600"/>
              <a:gd name="connsiteY556" fmla="*/ 1478656 h 6858000"/>
              <a:gd name="connsiteX557" fmla="*/ 1431890 w 7467600"/>
              <a:gd name="connsiteY557" fmla="*/ 1306475 h 6858000"/>
              <a:gd name="connsiteX558" fmla="*/ 5052692 w 7467600"/>
              <a:gd name="connsiteY558" fmla="*/ 1292994 h 6858000"/>
              <a:gd name="connsiteX559" fmla="*/ 5200661 w 7467600"/>
              <a:gd name="connsiteY559" fmla="*/ 1635186 h 6858000"/>
              <a:gd name="connsiteX560" fmla="*/ 5297138 w 7467600"/>
              <a:gd name="connsiteY560" fmla="*/ 1906351 h 6858000"/>
              <a:gd name="connsiteX561" fmla="*/ 5052692 w 7467600"/>
              <a:gd name="connsiteY561" fmla="*/ 1292994 h 6858000"/>
              <a:gd name="connsiteX562" fmla="*/ 5009948 w 7467600"/>
              <a:gd name="connsiteY562" fmla="*/ 1273619 h 6858000"/>
              <a:gd name="connsiteX563" fmla="*/ 5121777 w 7467600"/>
              <a:gd name="connsiteY563" fmla="*/ 1654213 h 6858000"/>
              <a:gd name="connsiteX564" fmla="*/ 5293545 w 7467600"/>
              <a:gd name="connsiteY564" fmla="*/ 2072247 h 6858000"/>
              <a:gd name="connsiteX565" fmla="*/ 5294042 w 7467600"/>
              <a:gd name="connsiteY565" fmla="*/ 2065019 h 6858000"/>
              <a:gd name="connsiteX566" fmla="*/ 5171936 w 7467600"/>
              <a:gd name="connsiteY566" fmla="*/ 1647613 h 6858000"/>
              <a:gd name="connsiteX567" fmla="*/ 5009948 w 7467600"/>
              <a:gd name="connsiteY567" fmla="*/ 1273619 h 6858000"/>
              <a:gd name="connsiteX568" fmla="*/ 655236 w 7467600"/>
              <a:gd name="connsiteY568" fmla="*/ 1268632 h 6858000"/>
              <a:gd name="connsiteX569" fmla="*/ 839521 w 7467600"/>
              <a:gd name="connsiteY569" fmla="*/ 1685315 h 6858000"/>
              <a:gd name="connsiteX570" fmla="*/ 1109416 w 7467600"/>
              <a:gd name="connsiteY570" fmla="*/ 2061663 h 6858000"/>
              <a:gd name="connsiteX571" fmla="*/ 1298300 w 7467600"/>
              <a:gd name="connsiteY571" fmla="*/ 2247742 h 6858000"/>
              <a:gd name="connsiteX572" fmla="*/ 1125871 w 7467600"/>
              <a:gd name="connsiteY572" fmla="*/ 1989513 h 6858000"/>
              <a:gd name="connsiteX573" fmla="*/ 981574 w 7467600"/>
              <a:gd name="connsiteY573" fmla="*/ 1783157 h 6858000"/>
              <a:gd name="connsiteX574" fmla="*/ 922198 w 7467600"/>
              <a:gd name="connsiteY574" fmla="*/ 1677437 h 6858000"/>
              <a:gd name="connsiteX575" fmla="*/ 869293 w 7467600"/>
              <a:gd name="connsiteY575" fmla="*/ 1583214 h 6858000"/>
              <a:gd name="connsiteX576" fmla="*/ 751431 w 7467600"/>
              <a:gd name="connsiteY576" fmla="*/ 1405731 h 6858000"/>
              <a:gd name="connsiteX577" fmla="*/ 655236 w 7467600"/>
              <a:gd name="connsiteY577" fmla="*/ 1268632 h 6858000"/>
              <a:gd name="connsiteX578" fmla="*/ 6516292 w 7467600"/>
              <a:gd name="connsiteY578" fmla="*/ 1263064 h 6858000"/>
              <a:gd name="connsiteX579" fmla="*/ 5736320 w 7467600"/>
              <a:gd name="connsiteY579" fmla="*/ 1501803 h 6858000"/>
              <a:gd name="connsiteX580" fmla="*/ 6516292 w 7467600"/>
              <a:gd name="connsiteY580" fmla="*/ 1263064 h 6858000"/>
              <a:gd name="connsiteX581" fmla="*/ 291466 w 7467600"/>
              <a:gd name="connsiteY581" fmla="*/ 1250369 h 6858000"/>
              <a:gd name="connsiteX582" fmla="*/ 323180 w 7467600"/>
              <a:gd name="connsiteY582" fmla="*/ 1435283 h 6858000"/>
              <a:gd name="connsiteX583" fmla="*/ 349381 w 7467600"/>
              <a:gd name="connsiteY583" fmla="*/ 1875041 h 6858000"/>
              <a:gd name="connsiteX584" fmla="*/ 374363 w 7467600"/>
              <a:gd name="connsiteY584" fmla="*/ 1506494 h 6858000"/>
              <a:gd name="connsiteX585" fmla="*/ 302168 w 7467600"/>
              <a:gd name="connsiteY585" fmla="*/ 1274495 h 6858000"/>
              <a:gd name="connsiteX586" fmla="*/ 291466 w 7467600"/>
              <a:gd name="connsiteY586" fmla="*/ 1250369 h 6858000"/>
              <a:gd name="connsiteX587" fmla="*/ 678222 w 7467600"/>
              <a:gd name="connsiteY587" fmla="*/ 1248670 h 6858000"/>
              <a:gd name="connsiteX588" fmla="*/ 775536 w 7467600"/>
              <a:gd name="connsiteY588" fmla="*/ 1388015 h 6858000"/>
              <a:gd name="connsiteX589" fmla="*/ 894529 w 7467600"/>
              <a:gd name="connsiteY589" fmla="*/ 1567739 h 6858000"/>
              <a:gd name="connsiteX590" fmla="*/ 948000 w 7467600"/>
              <a:gd name="connsiteY590" fmla="*/ 1663088 h 6858000"/>
              <a:gd name="connsiteX591" fmla="*/ 1006812 w 7467600"/>
              <a:gd name="connsiteY591" fmla="*/ 1767683 h 6858000"/>
              <a:gd name="connsiteX592" fmla="*/ 1149133 w 7467600"/>
              <a:gd name="connsiteY592" fmla="*/ 1971513 h 6858000"/>
              <a:gd name="connsiteX593" fmla="*/ 1333952 w 7467600"/>
              <a:gd name="connsiteY593" fmla="*/ 2251620 h 6858000"/>
              <a:gd name="connsiteX594" fmla="*/ 1337329 w 7467600"/>
              <a:gd name="connsiteY594" fmla="*/ 2258350 h 6858000"/>
              <a:gd name="connsiteX595" fmla="*/ 1014726 w 7467600"/>
              <a:gd name="connsiteY595" fmla="*/ 1615556 h 6858000"/>
              <a:gd name="connsiteX596" fmla="*/ 678222 w 7467600"/>
              <a:gd name="connsiteY596" fmla="*/ 1248670 h 6858000"/>
              <a:gd name="connsiteX597" fmla="*/ 6691602 w 7467600"/>
              <a:gd name="connsiteY597" fmla="*/ 1140573 h 6858000"/>
              <a:gd name="connsiteX598" fmla="*/ 6571100 w 7467600"/>
              <a:gd name="connsiteY598" fmla="*/ 1183662 h 6858000"/>
              <a:gd name="connsiteX599" fmla="*/ 6241687 w 7467600"/>
              <a:gd name="connsiteY599" fmla="*/ 1257600 h 6858000"/>
              <a:gd name="connsiteX600" fmla="*/ 5693009 w 7467600"/>
              <a:gd name="connsiteY600" fmla="*/ 1478256 h 6858000"/>
              <a:gd name="connsiteX601" fmla="*/ 6548420 w 7467600"/>
              <a:gd name="connsiteY601" fmla="*/ 1214599 h 6858000"/>
              <a:gd name="connsiteX602" fmla="*/ 6605473 w 7467600"/>
              <a:gd name="connsiteY602" fmla="*/ 1184686 h 6858000"/>
              <a:gd name="connsiteX603" fmla="*/ 6691602 w 7467600"/>
              <a:gd name="connsiteY603" fmla="*/ 1140573 h 6858000"/>
              <a:gd name="connsiteX604" fmla="*/ 4002475 w 7467600"/>
              <a:gd name="connsiteY604" fmla="*/ 1037802 h 6858000"/>
              <a:gd name="connsiteX605" fmla="*/ 4000324 w 7467600"/>
              <a:gd name="connsiteY605" fmla="*/ 1039362 h 6858000"/>
              <a:gd name="connsiteX606" fmla="*/ 4002862 w 7467600"/>
              <a:gd name="connsiteY606" fmla="*/ 1042866 h 6858000"/>
              <a:gd name="connsiteX607" fmla="*/ 4002475 w 7467600"/>
              <a:gd name="connsiteY607" fmla="*/ 1037802 h 6858000"/>
              <a:gd name="connsiteX608" fmla="*/ 506322 w 7467600"/>
              <a:gd name="connsiteY608" fmla="*/ 1020997 h 6858000"/>
              <a:gd name="connsiteX609" fmla="*/ 533068 w 7467600"/>
              <a:gd name="connsiteY609" fmla="*/ 1029409 h 6858000"/>
              <a:gd name="connsiteX610" fmla="*/ 1232525 w 7467600"/>
              <a:gd name="connsiteY610" fmla="*/ 1804675 h 6858000"/>
              <a:gd name="connsiteX611" fmla="*/ 1388858 w 7467600"/>
              <a:gd name="connsiteY611" fmla="*/ 2368011 h 6858000"/>
              <a:gd name="connsiteX612" fmla="*/ 1384098 w 7467600"/>
              <a:gd name="connsiteY612" fmla="*/ 2378125 h 6858000"/>
              <a:gd name="connsiteX613" fmla="*/ 1425393 w 7467600"/>
              <a:gd name="connsiteY613" fmla="*/ 2589124 h 6858000"/>
              <a:gd name="connsiteX614" fmla="*/ 1424001 w 7467600"/>
              <a:gd name="connsiteY614" fmla="*/ 2597541 h 6858000"/>
              <a:gd name="connsiteX615" fmla="*/ 2152729 w 7467600"/>
              <a:gd name="connsiteY615" fmla="*/ 2864487 h 6858000"/>
              <a:gd name="connsiteX616" fmla="*/ 2020609 w 7467600"/>
              <a:gd name="connsiteY616" fmla="*/ 2539671 h 6858000"/>
              <a:gd name="connsiteX617" fmla="*/ 2018920 w 7467600"/>
              <a:gd name="connsiteY617" fmla="*/ 2536309 h 6858000"/>
              <a:gd name="connsiteX618" fmla="*/ 1342441 w 7467600"/>
              <a:gd name="connsiteY618" fmla="*/ 1173017 h 6858000"/>
              <a:gd name="connsiteX619" fmla="*/ 1367925 w 7467600"/>
              <a:gd name="connsiteY619" fmla="*/ 1135648 h 6858000"/>
              <a:gd name="connsiteX620" fmla="*/ 1771401 w 7467600"/>
              <a:gd name="connsiteY620" fmla="*/ 1806673 h 6858000"/>
              <a:gd name="connsiteX621" fmla="*/ 1972385 w 7467600"/>
              <a:gd name="connsiteY621" fmla="*/ 2198735 h 6858000"/>
              <a:gd name="connsiteX622" fmla="*/ 2040892 w 7467600"/>
              <a:gd name="connsiteY622" fmla="*/ 2405205 h 6858000"/>
              <a:gd name="connsiteX623" fmla="*/ 2131689 w 7467600"/>
              <a:gd name="connsiteY623" fmla="*/ 1936926 h 6858000"/>
              <a:gd name="connsiteX624" fmla="*/ 2454820 w 7467600"/>
              <a:gd name="connsiteY624" fmla="*/ 1248808 h 6858000"/>
              <a:gd name="connsiteX625" fmla="*/ 2492512 w 7467600"/>
              <a:gd name="connsiteY625" fmla="*/ 1302920 h 6858000"/>
              <a:gd name="connsiteX626" fmla="*/ 2081216 w 7467600"/>
              <a:gd name="connsiteY626" fmla="*/ 2527513 h 6858000"/>
              <a:gd name="connsiteX627" fmla="*/ 2081211 w 7467600"/>
              <a:gd name="connsiteY627" fmla="*/ 2528916 h 6858000"/>
              <a:gd name="connsiteX628" fmla="*/ 2199067 w 7467600"/>
              <a:gd name="connsiteY628" fmla="*/ 2884061 h 6858000"/>
              <a:gd name="connsiteX629" fmla="*/ 3192586 w 7467600"/>
              <a:gd name="connsiteY629" fmla="*/ 3411496 h 6858000"/>
              <a:gd name="connsiteX630" fmla="*/ 3182620 w 7467600"/>
              <a:gd name="connsiteY630" fmla="*/ 3483279 h 6858000"/>
              <a:gd name="connsiteX631" fmla="*/ 2435119 w 7467600"/>
              <a:gd name="connsiteY631" fmla="*/ 3080173 h 6858000"/>
              <a:gd name="connsiteX632" fmla="*/ 2410152 w 7467600"/>
              <a:gd name="connsiteY632" fmla="*/ 3063751 h 6858000"/>
              <a:gd name="connsiteX633" fmla="*/ 2408099 w 7467600"/>
              <a:gd name="connsiteY633" fmla="*/ 3064403 h 6858000"/>
              <a:gd name="connsiteX634" fmla="*/ 2407218 w 7467600"/>
              <a:gd name="connsiteY634" fmla="*/ 3070324 h 6858000"/>
              <a:gd name="connsiteX635" fmla="*/ 2380138 w 7467600"/>
              <a:gd name="connsiteY635" fmla="*/ 3099341 h 6858000"/>
              <a:gd name="connsiteX636" fmla="*/ 1765923 w 7467600"/>
              <a:gd name="connsiteY636" fmla="*/ 3581043 h 6858000"/>
              <a:gd name="connsiteX637" fmla="*/ 1702258 w 7467600"/>
              <a:gd name="connsiteY637" fmla="*/ 3612286 h 6858000"/>
              <a:gd name="connsiteX638" fmla="*/ 1538370 w 7467600"/>
              <a:gd name="connsiteY638" fmla="*/ 3811804 h 6858000"/>
              <a:gd name="connsiteX639" fmla="*/ 542867 w 7467600"/>
              <a:gd name="connsiteY639" fmla="*/ 4944092 h 6858000"/>
              <a:gd name="connsiteX640" fmla="*/ 515800 w 7467600"/>
              <a:gd name="connsiteY640" fmla="*/ 4862180 h 6858000"/>
              <a:gd name="connsiteX641" fmla="*/ 909145 w 7467600"/>
              <a:gd name="connsiteY641" fmla="*/ 4199225 h 6858000"/>
              <a:gd name="connsiteX642" fmla="*/ 1214067 w 7467600"/>
              <a:gd name="connsiteY642" fmla="*/ 3908561 h 6858000"/>
              <a:gd name="connsiteX643" fmla="*/ 640967 w 7467600"/>
              <a:gd name="connsiteY643" fmla="*/ 4105601 h 6858000"/>
              <a:gd name="connsiteX644" fmla="*/ 112563 w 7467600"/>
              <a:gd name="connsiteY644" fmla="*/ 4396952 h 6858000"/>
              <a:gd name="connsiteX645" fmla="*/ 0 w 7467600"/>
              <a:gd name="connsiteY645" fmla="*/ 4466006 h 6858000"/>
              <a:gd name="connsiteX646" fmla="*/ 0 w 7467600"/>
              <a:gd name="connsiteY646" fmla="*/ 4233763 h 6858000"/>
              <a:gd name="connsiteX647" fmla="*/ 36881 w 7467600"/>
              <a:gd name="connsiteY647" fmla="*/ 4200118 h 6858000"/>
              <a:gd name="connsiteX648" fmla="*/ 910534 w 7467600"/>
              <a:gd name="connsiteY648" fmla="*/ 3629753 h 6858000"/>
              <a:gd name="connsiteX649" fmla="*/ 1578717 w 7467600"/>
              <a:gd name="connsiteY649" fmla="*/ 3575982 h 6858000"/>
              <a:gd name="connsiteX650" fmla="*/ 2338780 w 7467600"/>
              <a:gd name="connsiteY650" fmla="*/ 3033725 h 6858000"/>
              <a:gd name="connsiteX651" fmla="*/ 1807991 w 7467600"/>
              <a:gd name="connsiteY651" fmla="*/ 2807184 h 6858000"/>
              <a:gd name="connsiteX652" fmla="*/ 1416358 w 7467600"/>
              <a:gd name="connsiteY652" fmla="*/ 3112571 h 6858000"/>
              <a:gd name="connsiteX653" fmla="*/ 939066 w 7467600"/>
              <a:gd name="connsiteY653" fmla="*/ 3378798 h 6858000"/>
              <a:gd name="connsiteX654" fmla="*/ 115099 w 7467600"/>
              <a:gd name="connsiteY654" fmla="*/ 3607650 h 6858000"/>
              <a:gd name="connsiteX655" fmla="*/ 97284 w 7467600"/>
              <a:gd name="connsiteY655" fmla="*/ 3520393 h 6858000"/>
              <a:gd name="connsiteX656" fmla="*/ 922050 w 7467600"/>
              <a:gd name="connsiteY656" fmla="*/ 3074867 h 6858000"/>
              <a:gd name="connsiteX657" fmla="*/ 1405265 w 7467600"/>
              <a:gd name="connsiteY657" fmla="*/ 3016319 h 6858000"/>
              <a:gd name="connsiteX658" fmla="*/ 1407512 w 7467600"/>
              <a:gd name="connsiteY658" fmla="*/ 3018001 h 6858000"/>
              <a:gd name="connsiteX659" fmla="*/ 1726266 w 7467600"/>
              <a:gd name="connsiteY659" fmla="*/ 2777274 h 6858000"/>
              <a:gd name="connsiteX660" fmla="*/ 625390 w 7467600"/>
              <a:gd name="connsiteY660" fmla="*/ 2514541 h 6858000"/>
              <a:gd name="connsiteX661" fmla="*/ 619799 w 7467600"/>
              <a:gd name="connsiteY661" fmla="*/ 2527180 h 6858000"/>
              <a:gd name="connsiteX662" fmla="*/ 310030 w 7467600"/>
              <a:gd name="connsiteY662" fmla="*/ 2771818 h 6858000"/>
              <a:gd name="connsiteX663" fmla="*/ 173877 w 7467600"/>
              <a:gd name="connsiteY663" fmla="*/ 2937056 h 6858000"/>
              <a:gd name="connsiteX664" fmla="*/ 77889 w 7467600"/>
              <a:gd name="connsiteY664" fmla="*/ 3138440 h 6858000"/>
              <a:gd name="connsiteX665" fmla="*/ 0 w 7467600"/>
              <a:gd name="connsiteY665" fmla="*/ 3271395 h 6858000"/>
              <a:gd name="connsiteX666" fmla="*/ 0 w 7467600"/>
              <a:gd name="connsiteY666" fmla="*/ 3153002 h 6858000"/>
              <a:gd name="connsiteX667" fmla="*/ 2386 w 7467600"/>
              <a:gd name="connsiteY667" fmla="*/ 3149203 h 6858000"/>
              <a:gd name="connsiteX668" fmla="*/ 89753 w 7467600"/>
              <a:gd name="connsiteY668" fmla="*/ 2987702 h 6858000"/>
              <a:gd name="connsiteX669" fmla="*/ 76869 w 7467600"/>
              <a:gd name="connsiteY669" fmla="*/ 3005404 h 6858000"/>
              <a:gd name="connsiteX670" fmla="*/ 32049 w 7467600"/>
              <a:gd name="connsiteY670" fmla="*/ 3065814 h 6858000"/>
              <a:gd name="connsiteX671" fmla="*/ 0 w 7467600"/>
              <a:gd name="connsiteY671" fmla="*/ 3108744 h 6858000"/>
              <a:gd name="connsiteX672" fmla="*/ 0 w 7467600"/>
              <a:gd name="connsiteY672" fmla="*/ 3058059 h 6858000"/>
              <a:gd name="connsiteX673" fmla="*/ 7610 w 7467600"/>
              <a:gd name="connsiteY673" fmla="*/ 3047889 h 6858000"/>
              <a:gd name="connsiteX674" fmla="*/ 52419 w 7467600"/>
              <a:gd name="connsiteY674" fmla="*/ 2987479 h 6858000"/>
              <a:gd name="connsiteX675" fmla="*/ 59142 w 7467600"/>
              <a:gd name="connsiteY675" fmla="*/ 2978488 h 6858000"/>
              <a:gd name="connsiteX676" fmla="*/ 0 w 7467600"/>
              <a:gd name="connsiteY676" fmla="*/ 3015334 h 6858000"/>
              <a:gd name="connsiteX677" fmla="*/ 0 w 7467600"/>
              <a:gd name="connsiteY677" fmla="*/ 2914286 h 6858000"/>
              <a:gd name="connsiteX678" fmla="*/ 36383 w 7467600"/>
              <a:gd name="connsiteY678" fmla="*/ 2901128 h 6858000"/>
              <a:gd name="connsiteX679" fmla="*/ 156329 w 7467600"/>
              <a:gd name="connsiteY679" fmla="*/ 2840533 h 6858000"/>
              <a:gd name="connsiteX680" fmla="*/ 358355 w 7467600"/>
              <a:gd name="connsiteY680" fmla="*/ 2620471 h 6858000"/>
              <a:gd name="connsiteX681" fmla="*/ 510577 w 7467600"/>
              <a:gd name="connsiteY681" fmla="*/ 2501244 h 6858000"/>
              <a:gd name="connsiteX682" fmla="*/ 211967 w 7467600"/>
              <a:gd name="connsiteY682" fmla="*/ 2479171 h 6858000"/>
              <a:gd name="connsiteX683" fmla="*/ 0 w 7467600"/>
              <a:gd name="connsiteY683" fmla="*/ 2476398 h 6858000"/>
              <a:gd name="connsiteX684" fmla="*/ 0 w 7467600"/>
              <a:gd name="connsiteY684" fmla="*/ 2389189 h 6858000"/>
              <a:gd name="connsiteX685" fmla="*/ 103062 w 7467600"/>
              <a:gd name="connsiteY685" fmla="*/ 2389518 h 6858000"/>
              <a:gd name="connsiteX686" fmla="*/ 510734 w 7467600"/>
              <a:gd name="connsiteY686" fmla="*/ 2416201 h 6858000"/>
              <a:gd name="connsiteX687" fmla="*/ 279257 w 7467600"/>
              <a:gd name="connsiteY687" fmla="*/ 2092102 h 6858000"/>
              <a:gd name="connsiteX688" fmla="*/ 65265 w 7467600"/>
              <a:gd name="connsiteY688" fmla="*/ 2006049 h 6858000"/>
              <a:gd name="connsiteX689" fmla="*/ 0 w 7467600"/>
              <a:gd name="connsiteY689" fmla="*/ 1982532 h 6858000"/>
              <a:gd name="connsiteX690" fmla="*/ 0 w 7467600"/>
              <a:gd name="connsiteY690" fmla="*/ 1912789 h 6858000"/>
              <a:gd name="connsiteX691" fmla="*/ 97460 w 7467600"/>
              <a:gd name="connsiteY691" fmla="*/ 1953725 h 6858000"/>
              <a:gd name="connsiteX692" fmla="*/ 221272 w 7467600"/>
              <a:gd name="connsiteY692" fmla="*/ 1980766 h 6858000"/>
              <a:gd name="connsiteX693" fmla="*/ 116765 w 7467600"/>
              <a:gd name="connsiteY693" fmla="*/ 1911033 h 6858000"/>
              <a:gd name="connsiteX694" fmla="*/ 16405 w 7467600"/>
              <a:gd name="connsiteY694" fmla="*/ 1803412 h 6858000"/>
              <a:gd name="connsiteX695" fmla="*/ 0 w 7467600"/>
              <a:gd name="connsiteY695" fmla="*/ 1784777 h 6858000"/>
              <a:gd name="connsiteX696" fmla="*/ 0 w 7467600"/>
              <a:gd name="connsiteY696" fmla="*/ 1740082 h 6858000"/>
              <a:gd name="connsiteX697" fmla="*/ 39394 w 7467600"/>
              <a:gd name="connsiteY697" fmla="*/ 1784856 h 6858000"/>
              <a:gd name="connsiteX698" fmla="*/ 135813 w 7467600"/>
              <a:gd name="connsiteY698" fmla="*/ 1888838 h 6858000"/>
              <a:gd name="connsiteX699" fmla="*/ 242575 w 7467600"/>
              <a:gd name="connsiteY699" fmla="*/ 1958841 h 6858000"/>
              <a:gd name="connsiteX700" fmla="*/ 82197 w 7467600"/>
              <a:gd name="connsiteY700" fmla="*/ 1754826 h 6858000"/>
              <a:gd name="connsiteX701" fmla="*/ 0 w 7467600"/>
              <a:gd name="connsiteY701" fmla="*/ 1679650 h 6858000"/>
              <a:gd name="connsiteX702" fmla="*/ 0 w 7467600"/>
              <a:gd name="connsiteY702" fmla="*/ 1602463 h 6858000"/>
              <a:gd name="connsiteX703" fmla="*/ 84689 w 7467600"/>
              <a:gd name="connsiteY703" fmla="*/ 1677442 h 6858000"/>
              <a:gd name="connsiteX704" fmla="*/ 298437 w 7467600"/>
              <a:gd name="connsiteY704" fmla="*/ 1968019 h 6858000"/>
              <a:gd name="connsiteX705" fmla="*/ 227269 w 7467600"/>
              <a:gd name="connsiteY705" fmla="*/ 1114064 h 6858000"/>
              <a:gd name="connsiteX706" fmla="*/ 248003 w 7467600"/>
              <a:gd name="connsiteY706" fmla="*/ 1089613 h 6858000"/>
              <a:gd name="connsiteX707" fmla="*/ 427020 w 7467600"/>
              <a:gd name="connsiteY707" fmla="*/ 1619803 h 6858000"/>
              <a:gd name="connsiteX708" fmla="*/ 340345 w 7467600"/>
              <a:gd name="connsiteY708" fmla="*/ 2027739 h 6858000"/>
              <a:gd name="connsiteX709" fmla="*/ 360865 w 7467600"/>
              <a:gd name="connsiteY709" fmla="*/ 2044827 h 6858000"/>
              <a:gd name="connsiteX710" fmla="*/ 560414 w 7467600"/>
              <a:gd name="connsiteY710" fmla="*/ 2421457 h 6858000"/>
              <a:gd name="connsiteX711" fmla="*/ 1359703 w 7467600"/>
              <a:gd name="connsiteY711" fmla="*/ 2578554 h 6858000"/>
              <a:gd name="connsiteX712" fmla="*/ 1359422 w 7467600"/>
              <a:gd name="connsiteY712" fmla="*/ 2577994 h 6858000"/>
              <a:gd name="connsiteX713" fmla="*/ 828701 w 7467600"/>
              <a:gd name="connsiteY713" fmla="*/ 1839520 h 6858000"/>
              <a:gd name="connsiteX714" fmla="*/ 494427 w 7467600"/>
              <a:gd name="connsiteY714" fmla="*/ 1092333 h 6858000"/>
              <a:gd name="connsiteX715" fmla="*/ 506322 w 7467600"/>
              <a:gd name="connsiteY715" fmla="*/ 1020997 h 6858000"/>
              <a:gd name="connsiteX716" fmla="*/ 4570198 w 7467600"/>
              <a:gd name="connsiteY716" fmla="*/ 978081 h 6858000"/>
              <a:gd name="connsiteX717" fmla="*/ 4523691 w 7467600"/>
              <a:gd name="connsiteY717" fmla="*/ 1127776 h 6858000"/>
              <a:gd name="connsiteX718" fmla="*/ 4509875 w 7467600"/>
              <a:gd name="connsiteY718" fmla="*/ 1167552 h 6858000"/>
              <a:gd name="connsiteX719" fmla="*/ 4478168 w 7467600"/>
              <a:gd name="connsiteY719" fmla="*/ 1260735 h 6858000"/>
              <a:gd name="connsiteX720" fmla="*/ 4409309 w 7467600"/>
              <a:gd name="connsiteY720" fmla="*/ 1666996 h 6858000"/>
              <a:gd name="connsiteX721" fmla="*/ 4370031 w 7467600"/>
              <a:gd name="connsiteY721" fmla="*/ 1955666 h 6858000"/>
              <a:gd name="connsiteX722" fmla="*/ 4570198 w 7467600"/>
              <a:gd name="connsiteY722" fmla="*/ 978081 h 6858000"/>
              <a:gd name="connsiteX723" fmla="*/ 4557898 w 7467600"/>
              <a:gd name="connsiteY723" fmla="*/ 900011 h 6858000"/>
              <a:gd name="connsiteX724" fmla="*/ 4344840 w 7467600"/>
              <a:gd name="connsiteY724" fmla="*/ 1922038 h 6858000"/>
              <a:gd name="connsiteX725" fmla="*/ 4378710 w 7467600"/>
              <a:gd name="connsiteY725" fmla="*/ 1665516 h 6858000"/>
              <a:gd name="connsiteX726" fmla="*/ 4448798 w 7467600"/>
              <a:gd name="connsiteY726" fmla="*/ 1253024 h 6858000"/>
              <a:gd name="connsiteX727" fmla="*/ 4480315 w 7467600"/>
              <a:gd name="connsiteY727" fmla="*/ 1158454 h 6858000"/>
              <a:gd name="connsiteX728" fmla="*/ 4494133 w 7467600"/>
              <a:gd name="connsiteY728" fmla="*/ 1118676 h 6858000"/>
              <a:gd name="connsiteX729" fmla="*/ 4557898 w 7467600"/>
              <a:gd name="connsiteY729" fmla="*/ 900011 h 6858000"/>
              <a:gd name="connsiteX730" fmla="*/ 5870151 w 7467600"/>
              <a:gd name="connsiteY730" fmla="*/ 898890 h 6858000"/>
              <a:gd name="connsiteX731" fmla="*/ 5861335 w 7467600"/>
              <a:gd name="connsiteY731" fmla="*/ 899177 h 6858000"/>
              <a:gd name="connsiteX732" fmla="*/ 5843702 w 7467600"/>
              <a:gd name="connsiteY732" fmla="*/ 899748 h 6858000"/>
              <a:gd name="connsiteX733" fmla="*/ 5651107 w 7467600"/>
              <a:gd name="connsiteY733" fmla="*/ 920306 h 6858000"/>
              <a:gd name="connsiteX734" fmla="*/ 5459407 w 7467600"/>
              <a:gd name="connsiteY734" fmla="*/ 940975 h 6858000"/>
              <a:gd name="connsiteX735" fmla="*/ 5374846 w 7467600"/>
              <a:gd name="connsiteY735" fmla="*/ 941988 h 6858000"/>
              <a:gd name="connsiteX736" fmla="*/ 5256105 w 7467600"/>
              <a:gd name="connsiteY736" fmla="*/ 945632 h 6858000"/>
              <a:gd name="connsiteX737" fmla="*/ 5107071 w 7467600"/>
              <a:gd name="connsiteY737" fmla="*/ 969720 h 6858000"/>
              <a:gd name="connsiteX738" fmla="*/ 4998681 w 7467600"/>
              <a:gd name="connsiteY738" fmla="*/ 988771 h 6858000"/>
              <a:gd name="connsiteX739" fmla="*/ 5870151 w 7467600"/>
              <a:gd name="connsiteY739" fmla="*/ 898890 h 6858000"/>
              <a:gd name="connsiteX740" fmla="*/ 5504425 w 7467600"/>
              <a:gd name="connsiteY740" fmla="*/ 848067 h 6858000"/>
              <a:gd name="connsiteX741" fmla="*/ 4968849 w 7467600"/>
              <a:gd name="connsiteY741" fmla="*/ 962318 h 6858000"/>
              <a:gd name="connsiteX742" fmla="*/ 5104039 w 7467600"/>
              <a:gd name="connsiteY742" fmla="*/ 940634 h 6858000"/>
              <a:gd name="connsiteX743" fmla="*/ 5256311 w 7467600"/>
              <a:gd name="connsiteY743" fmla="*/ 916490 h 6858000"/>
              <a:gd name="connsiteX744" fmla="*/ 5377381 w 7467600"/>
              <a:gd name="connsiteY744" fmla="*/ 912671 h 6858000"/>
              <a:gd name="connsiteX745" fmla="*/ 5460148 w 7467600"/>
              <a:gd name="connsiteY745" fmla="*/ 911442 h 6858000"/>
              <a:gd name="connsiteX746" fmla="*/ 5648971 w 7467600"/>
              <a:gd name="connsiteY746" fmla="*/ 891331 h 6858000"/>
              <a:gd name="connsiteX747" fmla="*/ 5844807 w 7467600"/>
              <a:gd name="connsiteY747" fmla="*/ 870718 h 6858000"/>
              <a:gd name="connsiteX748" fmla="*/ 5862975 w 7467600"/>
              <a:gd name="connsiteY748" fmla="*/ 869756 h 6858000"/>
              <a:gd name="connsiteX749" fmla="*/ 5920887 w 7467600"/>
              <a:gd name="connsiteY749" fmla="*/ 865929 h 6858000"/>
              <a:gd name="connsiteX750" fmla="*/ 5504425 w 7467600"/>
              <a:gd name="connsiteY750" fmla="*/ 848067 h 6858000"/>
              <a:gd name="connsiteX751" fmla="*/ 3607114 w 7467600"/>
              <a:gd name="connsiteY751" fmla="*/ 467441 h 6858000"/>
              <a:gd name="connsiteX752" fmla="*/ 3296242 w 7467600"/>
              <a:gd name="connsiteY752" fmla="*/ 807991 h 6858000"/>
              <a:gd name="connsiteX753" fmla="*/ 3174674 w 7467600"/>
              <a:gd name="connsiteY753" fmla="*/ 919759 h 6858000"/>
              <a:gd name="connsiteX754" fmla="*/ 3042978 w 7467600"/>
              <a:gd name="connsiteY754" fmla="*/ 1054894 h 6858000"/>
              <a:gd name="connsiteX755" fmla="*/ 2968914 w 7467600"/>
              <a:gd name="connsiteY755" fmla="*/ 1133756 h 6858000"/>
              <a:gd name="connsiteX756" fmla="*/ 3103823 w 7467600"/>
              <a:gd name="connsiteY756" fmla="*/ 1026814 h 6858000"/>
              <a:gd name="connsiteX757" fmla="*/ 3607114 w 7467600"/>
              <a:gd name="connsiteY757" fmla="*/ 467441 h 6858000"/>
              <a:gd name="connsiteX758" fmla="*/ 3744487 w 7467600"/>
              <a:gd name="connsiteY758" fmla="*/ 383136 h 6858000"/>
              <a:gd name="connsiteX759" fmla="*/ 3970213 w 7467600"/>
              <a:gd name="connsiteY759" fmla="*/ 995559 h 6858000"/>
              <a:gd name="connsiteX760" fmla="*/ 3744487 w 7467600"/>
              <a:gd name="connsiteY760" fmla="*/ 383136 h 6858000"/>
              <a:gd name="connsiteX761" fmla="*/ 3624562 w 7467600"/>
              <a:gd name="connsiteY761" fmla="*/ 367041 h 6858000"/>
              <a:gd name="connsiteX762" fmla="*/ 3489712 w 7467600"/>
              <a:gd name="connsiteY762" fmla="*/ 485386 h 6858000"/>
              <a:gd name="connsiteX763" fmla="*/ 3182994 w 7467600"/>
              <a:gd name="connsiteY763" fmla="*/ 828265 h 6858000"/>
              <a:gd name="connsiteX764" fmla="*/ 2892114 w 7467600"/>
              <a:gd name="connsiteY764" fmla="*/ 1172635 h 6858000"/>
              <a:gd name="connsiteX765" fmla="*/ 3021459 w 7467600"/>
              <a:gd name="connsiteY765" fmla="*/ 1035385 h 6858000"/>
              <a:gd name="connsiteX766" fmla="*/ 3153873 w 7467600"/>
              <a:gd name="connsiteY766" fmla="*/ 898971 h 6858000"/>
              <a:gd name="connsiteX767" fmla="*/ 3276511 w 7467600"/>
              <a:gd name="connsiteY767" fmla="*/ 786423 h 6858000"/>
              <a:gd name="connsiteX768" fmla="*/ 3584154 w 7467600"/>
              <a:gd name="connsiteY768" fmla="*/ 448218 h 6858000"/>
              <a:gd name="connsiteX769" fmla="*/ 3624562 w 7467600"/>
              <a:gd name="connsiteY769" fmla="*/ 367041 h 6858000"/>
              <a:gd name="connsiteX770" fmla="*/ 3766672 w 7467600"/>
              <a:gd name="connsiteY770" fmla="*/ 359429 h 6858000"/>
              <a:gd name="connsiteX771" fmla="*/ 3996338 w 7467600"/>
              <a:gd name="connsiteY771" fmla="*/ 968237 h 6858000"/>
              <a:gd name="connsiteX772" fmla="*/ 3766672 w 7467600"/>
              <a:gd name="connsiteY772" fmla="*/ 359429 h 6858000"/>
              <a:gd name="connsiteX773" fmla="*/ 5805386 w 7467600"/>
              <a:gd name="connsiteY773" fmla="*/ 239240 h 6858000"/>
              <a:gd name="connsiteX774" fmla="*/ 5736947 w 7467600"/>
              <a:gd name="connsiteY774" fmla="*/ 261367 h 6858000"/>
              <a:gd name="connsiteX775" fmla="*/ 5427012 w 7467600"/>
              <a:gd name="connsiteY775" fmla="*/ 311272 h 6858000"/>
              <a:gd name="connsiteX776" fmla="*/ 5147818 w 7467600"/>
              <a:gd name="connsiteY776" fmla="*/ 322112 h 6858000"/>
              <a:gd name="connsiteX777" fmla="*/ 5060854 w 7467600"/>
              <a:gd name="connsiteY777" fmla="*/ 311882 h 6858000"/>
              <a:gd name="connsiteX778" fmla="*/ 4945989 w 7467600"/>
              <a:gd name="connsiteY778" fmla="*/ 300516 h 6858000"/>
              <a:gd name="connsiteX779" fmla="*/ 5410479 w 7467600"/>
              <a:gd name="connsiteY779" fmla="*/ 348434 h 6858000"/>
              <a:gd name="connsiteX780" fmla="*/ 5805386 w 7467600"/>
              <a:gd name="connsiteY780" fmla="*/ 239240 h 6858000"/>
              <a:gd name="connsiteX781" fmla="*/ 5905192 w 7467600"/>
              <a:gd name="connsiteY781" fmla="*/ 163079 h 6858000"/>
              <a:gd name="connsiteX782" fmla="*/ 5865655 w 7467600"/>
              <a:gd name="connsiteY782" fmla="*/ 171901 h 6858000"/>
              <a:gd name="connsiteX783" fmla="*/ 5259740 w 7467600"/>
              <a:gd name="connsiteY783" fmla="*/ 257013 h 6858000"/>
              <a:gd name="connsiteX784" fmla="*/ 5208466 w 7467600"/>
              <a:gd name="connsiteY784" fmla="*/ 257550 h 6858000"/>
              <a:gd name="connsiteX785" fmla="*/ 4980204 w 7467600"/>
              <a:gd name="connsiteY785" fmla="*/ 271903 h 6858000"/>
              <a:gd name="connsiteX786" fmla="*/ 5068068 w 7467600"/>
              <a:gd name="connsiteY786" fmla="*/ 282244 h 6858000"/>
              <a:gd name="connsiteX787" fmla="*/ 5153231 w 7467600"/>
              <a:gd name="connsiteY787" fmla="*/ 292240 h 6858000"/>
              <a:gd name="connsiteX788" fmla="*/ 5426491 w 7467600"/>
              <a:gd name="connsiteY788" fmla="*/ 281128 h 6858000"/>
              <a:gd name="connsiteX789" fmla="*/ 5731212 w 7467600"/>
              <a:gd name="connsiteY789" fmla="*/ 231951 h 6858000"/>
              <a:gd name="connsiteX790" fmla="*/ 5905192 w 7467600"/>
              <a:gd name="connsiteY790" fmla="*/ 163079 h 6858000"/>
              <a:gd name="connsiteX791" fmla="*/ 5944437 w 7467600"/>
              <a:gd name="connsiteY791" fmla="*/ 113829 h 6858000"/>
              <a:gd name="connsiteX792" fmla="*/ 5825032 w 7467600"/>
              <a:gd name="connsiteY792" fmla="*/ 146405 h 6858000"/>
              <a:gd name="connsiteX793" fmla="*/ 4955599 w 7467600"/>
              <a:gd name="connsiteY793" fmla="*/ 247008 h 6858000"/>
              <a:gd name="connsiteX794" fmla="*/ 5210104 w 7467600"/>
              <a:gd name="connsiteY794" fmla="*/ 228123 h 6858000"/>
              <a:gd name="connsiteX795" fmla="*/ 5261015 w 7467600"/>
              <a:gd name="connsiteY795" fmla="*/ 227087 h 6858000"/>
              <a:gd name="connsiteX796" fmla="*/ 5861181 w 7467600"/>
              <a:gd name="connsiteY796" fmla="*/ 143093 h 6858000"/>
              <a:gd name="connsiteX797" fmla="*/ 5961252 w 7467600"/>
              <a:gd name="connsiteY797" fmla="*/ 114820 h 6858000"/>
              <a:gd name="connsiteX798" fmla="*/ 5944437 w 7467600"/>
              <a:gd name="connsiteY798" fmla="*/ 113829 h 6858000"/>
              <a:gd name="connsiteX799" fmla="*/ 3882765 w 7467600"/>
              <a:gd name="connsiteY799" fmla="*/ 0 h 6858000"/>
              <a:gd name="connsiteX800" fmla="*/ 3995099 w 7467600"/>
              <a:gd name="connsiteY800" fmla="*/ 0 h 6858000"/>
              <a:gd name="connsiteX801" fmla="*/ 4163818 w 7467600"/>
              <a:gd name="connsiteY801" fmla="*/ 234104 h 6858000"/>
              <a:gd name="connsiteX802" fmla="*/ 4172099 w 7467600"/>
              <a:gd name="connsiteY802" fmla="*/ 234207 h 6858000"/>
              <a:gd name="connsiteX803" fmla="*/ 4784282 w 7467600"/>
              <a:gd name="connsiteY803" fmla="*/ 276561 h 6858000"/>
              <a:gd name="connsiteX804" fmla="*/ 4801687 w 7467600"/>
              <a:gd name="connsiteY804" fmla="*/ 267764 h 6858000"/>
              <a:gd name="connsiteX805" fmla="*/ 6082788 w 7467600"/>
              <a:gd name="connsiteY805" fmla="*/ 64119 h 6858000"/>
              <a:gd name="connsiteX806" fmla="*/ 6099442 w 7467600"/>
              <a:gd name="connsiteY806" fmla="*/ 82568 h 6858000"/>
              <a:gd name="connsiteX807" fmla="*/ 4804137 w 7467600"/>
              <a:gd name="connsiteY807" fmla="*/ 320931 h 6858000"/>
              <a:gd name="connsiteX808" fmla="*/ 4227047 w 7467600"/>
              <a:gd name="connsiteY808" fmla="*/ 313415 h 6858000"/>
              <a:gd name="connsiteX809" fmla="*/ 4346041 w 7467600"/>
              <a:gd name="connsiteY809" fmla="*/ 456086 h 6858000"/>
              <a:gd name="connsiteX810" fmla="*/ 4870967 w 7467600"/>
              <a:gd name="connsiteY810" fmla="*/ 963061 h 6858000"/>
              <a:gd name="connsiteX811" fmla="*/ 4889647 w 7467600"/>
              <a:gd name="connsiteY811" fmla="*/ 957147 h 6858000"/>
              <a:gd name="connsiteX812" fmla="*/ 5422504 w 7467600"/>
              <a:gd name="connsiteY812" fmla="*/ 805191 h 6858000"/>
              <a:gd name="connsiteX813" fmla="*/ 6087656 w 7467600"/>
              <a:gd name="connsiteY813" fmla="*/ 826703 h 6858000"/>
              <a:gd name="connsiteX814" fmla="*/ 6058717 w 7467600"/>
              <a:gd name="connsiteY814" fmla="*/ 865992 h 6858000"/>
              <a:gd name="connsiteX815" fmla="*/ 4974153 w 7467600"/>
              <a:gd name="connsiteY815" fmla="*/ 1045456 h 6858000"/>
              <a:gd name="connsiteX816" fmla="*/ 5627835 w 7467600"/>
              <a:gd name="connsiteY816" fmla="*/ 1472077 h 6858000"/>
              <a:gd name="connsiteX817" fmla="*/ 5629817 w 7467600"/>
              <a:gd name="connsiteY817" fmla="*/ 1471412 h 6858000"/>
              <a:gd name="connsiteX818" fmla="*/ 5634124 w 7467600"/>
              <a:gd name="connsiteY818" fmla="*/ 1470572 h 6858000"/>
              <a:gd name="connsiteX819" fmla="*/ 5755832 w 7467600"/>
              <a:gd name="connsiteY819" fmla="*/ 1383886 h 6858000"/>
              <a:gd name="connsiteX820" fmla="*/ 6014186 w 7467600"/>
              <a:gd name="connsiteY820" fmla="*/ 1279799 h 6858000"/>
              <a:gd name="connsiteX821" fmla="*/ 6901619 w 7467600"/>
              <a:gd name="connsiteY821" fmla="*/ 1047874 h 6858000"/>
              <a:gd name="connsiteX822" fmla="*/ 6931566 w 7467600"/>
              <a:gd name="connsiteY822" fmla="*/ 1062034 h 6858000"/>
              <a:gd name="connsiteX823" fmla="*/ 5790982 w 7467600"/>
              <a:gd name="connsiteY823" fmla="*/ 1561380 h 6858000"/>
              <a:gd name="connsiteX824" fmla="*/ 6188971 w 7467600"/>
              <a:gd name="connsiteY824" fmla="*/ 1755168 h 6858000"/>
              <a:gd name="connsiteX825" fmla="*/ 6202446 w 7467600"/>
              <a:gd name="connsiteY825" fmla="*/ 1752268 h 6858000"/>
              <a:gd name="connsiteX826" fmla="*/ 7179560 w 7467600"/>
              <a:gd name="connsiteY826" fmla="*/ 1467551 h 6858000"/>
              <a:gd name="connsiteX827" fmla="*/ 7158730 w 7467600"/>
              <a:gd name="connsiteY827" fmla="*/ 1507835 h 6858000"/>
              <a:gd name="connsiteX828" fmla="*/ 6326959 w 7467600"/>
              <a:gd name="connsiteY828" fmla="*/ 1817686 h 6858000"/>
              <a:gd name="connsiteX829" fmla="*/ 6537433 w 7467600"/>
              <a:gd name="connsiteY829" fmla="*/ 1907790 h 6858000"/>
              <a:gd name="connsiteX830" fmla="*/ 6550221 w 7467600"/>
              <a:gd name="connsiteY830" fmla="*/ 1910729 h 6858000"/>
              <a:gd name="connsiteX831" fmla="*/ 6964438 w 7467600"/>
              <a:gd name="connsiteY831" fmla="*/ 2209505 h 6858000"/>
              <a:gd name="connsiteX832" fmla="*/ 7367862 w 7467600"/>
              <a:gd name="connsiteY832" fmla="*/ 2806833 h 6858000"/>
              <a:gd name="connsiteX833" fmla="*/ 7364329 w 7467600"/>
              <a:gd name="connsiteY833" fmla="*/ 2826907 h 6858000"/>
              <a:gd name="connsiteX834" fmla="*/ 7290545 w 7467600"/>
              <a:gd name="connsiteY834" fmla="*/ 2850663 h 6858000"/>
              <a:gd name="connsiteX835" fmla="*/ 6472036 w 7467600"/>
              <a:gd name="connsiteY835" fmla="*/ 1959003 h 6858000"/>
              <a:gd name="connsiteX836" fmla="*/ 5792897 w 7467600"/>
              <a:gd name="connsiteY836" fmla="*/ 1647747 h 6858000"/>
              <a:gd name="connsiteX837" fmla="*/ 5842751 w 7467600"/>
              <a:gd name="connsiteY837" fmla="*/ 1816112 h 6858000"/>
              <a:gd name="connsiteX838" fmla="*/ 5847424 w 7467600"/>
              <a:gd name="connsiteY838" fmla="*/ 1815776 h 6858000"/>
              <a:gd name="connsiteX839" fmla="*/ 6399821 w 7467600"/>
              <a:gd name="connsiteY839" fmla="*/ 2344799 h 6858000"/>
              <a:gd name="connsiteX840" fmla="*/ 6323232 w 7467600"/>
              <a:gd name="connsiteY840" fmla="*/ 2389634 h 6858000"/>
              <a:gd name="connsiteX841" fmla="*/ 5942958 w 7467600"/>
              <a:gd name="connsiteY841" fmla="*/ 2077708 h 6858000"/>
              <a:gd name="connsiteX842" fmla="*/ 5921559 w 7467600"/>
              <a:gd name="connsiteY842" fmla="*/ 2378596 h 6858000"/>
              <a:gd name="connsiteX843" fmla="*/ 5817651 w 7467600"/>
              <a:gd name="connsiteY843" fmla="*/ 3023919 h 6858000"/>
              <a:gd name="connsiteX844" fmla="*/ 5729634 w 7467600"/>
              <a:gd name="connsiteY844" fmla="*/ 3051849 h 6858000"/>
              <a:gd name="connsiteX845" fmla="*/ 5611018 w 7467600"/>
              <a:gd name="connsiteY845" fmla="*/ 2316769 h 6858000"/>
              <a:gd name="connsiteX846" fmla="*/ 5687608 w 7467600"/>
              <a:gd name="connsiteY846" fmla="*/ 2039972 h 6858000"/>
              <a:gd name="connsiteX847" fmla="*/ 5657554 w 7467600"/>
              <a:gd name="connsiteY847" fmla="*/ 1576445 h 6858000"/>
              <a:gd name="connsiteX848" fmla="*/ 5150475 w 7467600"/>
              <a:gd name="connsiteY848" fmla="*/ 1274012 h 6858000"/>
              <a:gd name="connsiteX849" fmla="*/ 5349142 w 7467600"/>
              <a:gd name="connsiteY849" fmla="*/ 2204405 h 6858000"/>
              <a:gd name="connsiteX850" fmla="*/ 5262214 w 7467600"/>
              <a:gd name="connsiteY850" fmla="*/ 2233836 h 6858000"/>
              <a:gd name="connsiteX851" fmla="*/ 4981539 w 7467600"/>
              <a:gd name="connsiteY851" fmla="*/ 1542201 h 6858000"/>
              <a:gd name="connsiteX852" fmla="*/ 4958461 w 7467600"/>
              <a:gd name="connsiteY852" fmla="*/ 1136957 h 6858000"/>
              <a:gd name="connsiteX853" fmla="*/ 4655015 w 7467600"/>
              <a:gd name="connsiteY853" fmla="*/ 891426 h 6858000"/>
              <a:gd name="connsiteX854" fmla="*/ 4348002 w 7467600"/>
              <a:gd name="connsiteY854" fmla="*/ 2205895 h 6858000"/>
              <a:gd name="connsiteX855" fmla="*/ 4262250 w 7467600"/>
              <a:gd name="connsiteY855" fmla="*/ 2219972 h 6858000"/>
              <a:gd name="connsiteX856" fmla="*/ 4550611 w 7467600"/>
              <a:gd name="connsiteY856" fmla="*/ 817540 h 6858000"/>
              <a:gd name="connsiteX857" fmla="*/ 4564418 w 7467600"/>
              <a:gd name="connsiteY857" fmla="*/ 808293 h 6858000"/>
              <a:gd name="connsiteX858" fmla="*/ 4266388 w 7467600"/>
              <a:gd name="connsiteY858" fmla="*/ 500083 h 6858000"/>
              <a:gd name="connsiteX859" fmla="*/ 4032842 w 7467600"/>
              <a:gd name="connsiteY859" fmla="*/ 211809 h 6858000"/>
              <a:gd name="connsiteX860" fmla="*/ 3882765 w 7467600"/>
              <a:gd name="connsiteY860" fmla="*/ 0 h 6858000"/>
              <a:gd name="connsiteX861" fmla="*/ 3721337 w 7467600"/>
              <a:gd name="connsiteY861" fmla="*/ 0 h 6858000"/>
              <a:gd name="connsiteX862" fmla="*/ 3797544 w 7467600"/>
              <a:gd name="connsiteY862" fmla="*/ 0 h 6858000"/>
              <a:gd name="connsiteX863" fmla="*/ 3775734 w 7467600"/>
              <a:gd name="connsiteY863" fmla="*/ 95131 h 6858000"/>
              <a:gd name="connsiteX864" fmla="*/ 3724807 w 7467600"/>
              <a:gd name="connsiteY864" fmla="*/ 272257 h 6858000"/>
              <a:gd name="connsiteX865" fmla="*/ 3726844 w 7467600"/>
              <a:gd name="connsiteY865" fmla="*/ 282988 h 6858000"/>
              <a:gd name="connsiteX866" fmla="*/ 3742664 w 7467600"/>
              <a:gd name="connsiteY866" fmla="*/ 279918 h 6858000"/>
              <a:gd name="connsiteX867" fmla="*/ 4103910 w 7467600"/>
              <a:gd name="connsiteY867" fmla="*/ 1161917 h 6858000"/>
              <a:gd name="connsiteX868" fmla="*/ 4020269 w 7467600"/>
              <a:gd name="connsiteY868" fmla="*/ 1200406 h 6858000"/>
              <a:gd name="connsiteX869" fmla="*/ 3674882 w 7467600"/>
              <a:gd name="connsiteY869" fmla="*/ 488524 h 6858000"/>
              <a:gd name="connsiteX870" fmla="*/ 3132682 w 7467600"/>
              <a:gd name="connsiteY870" fmla="*/ 1072284 h 6858000"/>
              <a:gd name="connsiteX871" fmla="*/ 2716346 w 7467600"/>
              <a:gd name="connsiteY871" fmla="*/ 1276376 h 6858000"/>
              <a:gd name="connsiteX872" fmla="*/ 2716772 w 7467600"/>
              <a:gd name="connsiteY872" fmla="*/ 1255462 h 6858000"/>
              <a:gd name="connsiteX873" fmla="*/ 3471096 w 7467600"/>
              <a:gd name="connsiteY873" fmla="*/ 437072 h 6858000"/>
              <a:gd name="connsiteX874" fmla="*/ 3639057 w 7467600"/>
              <a:gd name="connsiteY874" fmla="*/ 286334 h 6858000"/>
              <a:gd name="connsiteX875" fmla="*/ 3640309 w 7467600"/>
              <a:gd name="connsiteY875" fmla="*/ 284664 h 6858000"/>
              <a:gd name="connsiteX876" fmla="*/ 3646022 w 7467600"/>
              <a:gd name="connsiteY876" fmla="*/ 276711 h 6858000"/>
              <a:gd name="connsiteX877" fmla="*/ 3707943 w 7467600"/>
              <a:gd name="connsiteY877" fmla="*/ 65958 h 6858000"/>
              <a:gd name="connsiteX878" fmla="*/ 3721337 w 7467600"/>
              <a:gd name="connsiteY878" fmla="*/ 0 h 6858000"/>
              <a:gd name="connsiteX879" fmla="*/ 2867960 w 7467600"/>
              <a:gd name="connsiteY879" fmla="*/ 0 h 6858000"/>
              <a:gd name="connsiteX880" fmla="*/ 2926351 w 7467600"/>
              <a:gd name="connsiteY880" fmla="*/ 0 h 6858000"/>
              <a:gd name="connsiteX881" fmla="*/ 2902823 w 7467600"/>
              <a:gd name="connsiteY881" fmla="*/ 262929 h 6858000"/>
              <a:gd name="connsiteX882" fmla="*/ 2940663 w 7467600"/>
              <a:gd name="connsiteY882" fmla="*/ 140884 h 6858000"/>
              <a:gd name="connsiteX883" fmla="*/ 2947039 w 7467600"/>
              <a:gd name="connsiteY883" fmla="*/ 122524 h 6858000"/>
              <a:gd name="connsiteX884" fmla="*/ 2984316 w 7467600"/>
              <a:gd name="connsiteY884" fmla="*/ 0 h 6858000"/>
              <a:gd name="connsiteX885" fmla="*/ 3016114 w 7467600"/>
              <a:gd name="connsiteY885" fmla="*/ 0 h 6858000"/>
              <a:gd name="connsiteX886" fmla="*/ 2979949 w 7467600"/>
              <a:gd name="connsiteY886" fmla="*/ 119274 h 6858000"/>
              <a:gd name="connsiteX887" fmla="*/ 3023879 w 7467600"/>
              <a:gd name="connsiteY887" fmla="*/ 0 h 6858000"/>
              <a:gd name="connsiteX888" fmla="*/ 3105400 w 7467600"/>
              <a:gd name="connsiteY888" fmla="*/ 0 h 6858000"/>
              <a:gd name="connsiteX889" fmla="*/ 3094669 w 7467600"/>
              <a:gd name="connsiteY889" fmla="*/ 30308 h 6858000"/>
              <a:gd name="connsiteX890" fmla="*/ 2901945 w 7467600"/>
              <a:gd name="connsiteY890" fmla="*/ 466538 h 6858000"/>
              <a:gd name="connsiteX891" fmla="*/ 2815209 w 7467600"/>
              <a:gd name="connsiteY891" fmla="*/ 497361 h 6858000"/>
              <a:gd name="connsiteX892" fmla="*/ 2844845 w 7467600"/>
              <a:gd name="connsiteY892" fmla="*/ 127638 h 6858000"/>
              <a:gd name="connsiteX893" fmla="*/ 2867960 w 7467600"/>
              <a:gd name="connsiteY893" fmla="*/ 0 h 6858000"/>
              <a:gd name="connsiteX894" fmla="*/ 1057230 w 7467600"/>
              <a:gd name="connsiteY894" fmla="*/ 0 h 6858000"/>
              <a:gd name="connsiteX895" fmla="*/ 1111003 w 7467600"/>
              <a:gd name="connsiteY895" fmla="*/ 0 h 6858000"/>
              <a:gd name="connsiteX896" fmla="*/ 1125553 w 7467600"/>
              <a:gd name="connsiteY896" fmla="*/ 52588 h 6858000"/>
              <a:gd name="connsiteX897" fmla="*/ 1304276 w 7467600"/>
              <a:gd name="connsiteY897" fmla="*/ 476275 h 6858000"/>
              <a:gd name="connsiteX898" fmla="*/ 1492066 w 7467600"/>
              <a:gd name="connsiteY898" fmla="*/ 886333 h 6858000"/>
              <a:gd name="connsiteX899" fmla="*/ 1423698 w 7467600"/>
              <a:gd name="connsiteY899" fmla="*/ 710817 h 6858000"/>
              <a:gd name="connsiteX900" fmla="*/ 1357609 w 7467600"/>
              <a:gd name="connsiteY900" fmla="*/ 532892 h 6858000"/>
              <a:gd name="connsiteX901" fmla="*/ 1309550 w 7467600"/>
              <a:gd name="connsiteY901" fmla="*/ 374031 h 6858000"/>
              <a:gd name="connsiteX902" fmla="*/ 1193673 w 7467600"/>
              <a:gd name="connsiteY902" fmla="*/ 49533 h 6858000"/>
              <a:gd name="connsiteX903" fmla="*/ 1164391 w 7467600"/>
              <a:gd name="connsiteY903" fmla="*/ 0 h 6858000"/>
              <a:gd name="connsiteX904" fmla="*/ 1200666 w 7467600"/>
              <a:gd name="connsiteY904" fmla="*/ 0 h 6858000"/>
              <a:gd name="connsiteX905" fmla="*/ 1223408 w 7467600"/>
              <a:gd name="connsiteY905" fmla="*/ 38996 h 6858000"/>
              <a:gd name="connsiteX906" fmla="*/ 1339635 w 7467600"/>
              <a:gd name="connsiteY906" fmla="*/ 365517 h 6858000"/>
              <a:gd name="connsiteX907" fmla="*/ 1387469 w 7467600"/>
              <a:gd name="connsiteY907" fmla="*/ 523079 h 6858000"/>
              <a:gd name="connsiteX908" fmla="*/ 1452685 w 7467600"/>
              <a:gd name="connsiteY908" fmla="*/ 699806 h 6858000"/>
              <a:gd name="connsiteX909" fmla="*/ 1492092 w 7467600"/>
              <a:gd name="connsiteY909" fmla="*/ 800424 h 6858000"/>
              <a:gd name="connsiteX910" fmla="*/ 1455302 w 7467600"/>
              <a:gd name="connsiteY910" fmla="*/ 632913 h 6858000"/>
              <a:gd name="connsiteX911" fmla="*/ 1222336 w 7467600"/>
              <a:gd name="connsiteY911" fmla="*/ 9480 h 6858000"/>
              <a:gd name="connsiteX912" fmla="*/ 1214634 w 7467600"/>
              <a:gd name="connsiteY912" fmla="*/ 0 h 6858000"/>
              <a:gd name="connsiteX913" fmla="*/ 1289827 w 7467600"/>
              <a:gd name="connsiteY913" fmla="*/ 0 h 6858000"/>
              <a:gd name="connsiteX914" fmla="*/ 1321076 w 7467600"/>
              <a:gd name="connsiteY914" fmla="*/ 59722 h 6858000"/>
              <a:gd name="connsiteX915" fmla="*/ 1512579 w 7467600"/>
              <a:gd name="connsiteY915" fmla="*/ 626441 h 6858000"/>
              <a:gd name="connsiteX916" fmla="*/ 1506076 w 7467600"/>
              <a:gd name="connsiteY916" fmla="*/ 1089289 h 6858000"/>
              <a:gd name="connsiteX917" fmla="*/ 1486346 w 7467600"/>
              <a:gd name="connsiteY917" fmla="*/ 1079919 h 6858000"/>
              <a:gd name="connsiteX918" fmla="*/ 1070511 w 7467600"/>
              <a:gd name="connsiteY918" fmla="*/ 48609 h 6858000"/>
              <a:gd name="connsiteX919" fmla="*/ 1057230 w 7467600"/>
              <a:gd name="connsiteY919" fmla="*/ 0 h 6858000"/>
              <a:gd name="connsiteX920" fmla="*/ 43151 w 7467600"/>
              <a:gd name="connsiteY920" fmla="*/ 0 h 6858000"/>
              <a:gd name="connsiteX921" fmla="*/ 95283 w 7467600"/>
              <a:gd name="connsiteY921" fmla="*/ 0 h 6858000"/>
              <a:gd name="connsiteX922" fmla="*/ 300708 w 7467600"/>
              <a:gd name="connsiteY922" fmla="*/ 154571 h 6858000"/>
              <a:gd name="connsiteX923" fmla="*/ 530414 w 7467600"/>
              <a:gd name="connsiteY923" fmla="*/ 354673 h 6858000"/>
              <a:gd name="connsiteX924" fmla="*/ 333785 w 7467600"/>
              <a:gd name="connsiteY924" fmla="*/ 161564 h 6858000"/>
              <a:gd name="connsiteX925" fmla="*/ 147005 w 7467600"/>
              <a:gd name="connsiteY925" fmla="*/ 0 h 6858000"/>
              <a:gd name="connsiteX926" fmla="*/ 272509 w 7467600"/>
              <a:gd name="connsiteY926" fmla="*/ 0 h 6858000"/>
              <a:gd name="connsiteX927" fmla="*/ 326276 w 7467600"/>
              <a:gd name="connsiteY927" fmla="*/ 45847 h 6858000"/>
              <a:gd name="connsiteX928" fmla="*/ 823759 w 7467600"/>
              <a:gd name="connsiteY928" fmla="*/ 574145 h 6858000"/>
              <a:gd name="connsiteX929" fmla="*/ 811254 w 7467600"/>
              <a:gd name="connsiteY929" fmla="*/ 665546 h 6858000"/>
              <a:gd name="connsiteX930" fmla="*/ 154042 w 7467600"/>
              <a:gd name="connsiteY930" fmla="*/ 261522 h 6858000"/>
              <a:gd name="connsiteX931" fmla="*/ 13550 w 7467600"/>
              <a:gd name="connsiteY931" fmla="*/ 158423 h 6858000"/>
              <a:gd name="connsiteX932" fmla="*/ 0 w 7467600"/>
              <a:gd name="connsiteY932" fmla="*/ 146618 h 6858000"/>
              <a:gd name="connsiteX933" fmla="*/ 0 w 7467600"/>
              <a:gd name="connsiteY933" fmla="*/ 59161 h 6858000"/>
              <a:gd name="connsiteX934" fmla="*/ 45427 w 7467600"/>
              <a:gd name="connsiteY934" fmla="*/ 101078 h 6858000"/>
              <a:gd name="connsiteX935" fmla="*/ 630103 w 7467600"/>
              <a:gd name="connsiteY935" fmla="*/ 485885 h 6858000"/>
              <a:gd name="connsiteX936" fmla="*/ 532040 w 7467600"/>
              <a:gd name="connsiteY936" fmla="*/ 399359 h 6858000"/>
              <a:gd name="connsiteX937" fmla="*/ 517618 w 7467600"/>
              <a:gd name="connsiteY937" fmla="*/ 385726 h 6858000"/>
              <a:gd name="connsiteX938" fmla="*/ 285074 w 7467600"/>
              <a:gd name="connsiteY938" fmla="*/ 182755 h 6858000"/>
              <a:gd name="connsiteX939" fmla="*/ 43151 w 7467600"/>
              <a:gd name="connsiteY93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62821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1019354 w 7467600"/>
              <a:gd name="connsiteY7" fmla="*/ 6315006 h 6858000"/>
              <a:gd name="connsiteX8" fmla="*/ 441046 w 7467600"/>
              <a:gd name="connsiteY8" fmla="*/ 6691153 h 6858000"/>
              <a:gd name="connsiteX9" fmla="*/ 1019354 w 7467600"/>
              <a:gd name="connsiteY9" fmla="*/ 6315006 h 6858000"/>
              <a:gd name="connsiteX10" fmla="*/ 991680 w 7467600"/>
              <a:gd name="connsiteY10" fmla="*/ 6298413 h 6858000"/>
              <a:gd name="connsiteX11" fmla="*/ 409060 w 7467600"/>
              <a:gd name="connsiteY11" fmla="*/ 6671470 h 6858000"/>
              <a:gd name="connsiteX12" fmla="*/ 991680 w 7467600"/>
              <a:gd name="connsiteY12" fmla="*/ 6298413 h 6858000"/>
              <a:gd name="connsiteX13" fmla="*/ 103333 w 7467600"/>
              <a:gd name="connsiteY13" fmla="*/ 5699602 h 6858000"/>
              <a:gd name="connsiteX14" fmla="*/ 233938 w 7467600"/>
              <a:gd name="connsiteY14" fmla="*/ 5809416 h 6858000"/>
              <a:gd name="connsiteX15" fmla="*/ 883580 w 7467600"/>
              <a:gd name="connsiteY15" fmla="*/ 6180710 h 6858000"/>
              <a:gd name="connsiteX16" fmla="*/ 487337 w 7467600"/>
              <a:gd name="connsiteY16" fmla="*/ 5950182 h 6858000"/>
              <a:gd name="connsiteX17" fmla="*/ 354051 w 7467600"/>
              <a:gd name="connsiteY17" fmla="*/ 5854912 h 6858000"/>
              <a:gd name="connsiteX18" fmla="*/ 195436 w 7467600"/>
              <a:gd name="connsiteY18" fmla="*/ 5755068 h 6858000"/>
              <a:gd name="connsiteX19" fmla="*/ 103333 w 7467600"/>
              <a:gd name="connsiteY19" fmla="*/ 5699602 h 6858000"/>
              <a:gd name="connsiteX20" fmla="*/ 5539432 w 7467600"/>
              <a:gd name="connsiteY20" fmla="*/ 5642928 h 6858000"/>
              <a:gd name="connsiteX21" fmla="*/ 5555462 w 7467600"/>
              <a:gd name="connsiteY21" fmla="*/ 5694454 h 6858000"/>
              <a:gd name="connsiteX22" fmla="*/ 5828270 w 7467600"/>
              <a:gd name="connsiteY22" fmla="*/ 6320663 h 6858000"/>
              <a:gd name="connsiteX23" fmla="*/ 5947416 w 7467600"/>
              <a:gd name="connsiteY23" fmla="*/ 6574846 h 6858000"/>
              <a:gd name="connsiteX24" fmla="*/ 5539432 w 7467600"/>
              <a:gd name="connsiteY24" fmla="*/ 5642928 h 6858000"/>
              <a:gd name="connsiteX25" fmla="*/ 51253 w 7467600"/>
              <a:gd name="connsiteY25" fmla="*/ 5631825 h 6858000"/>
              <a:gd name="connsiteX26" fmla="*/ 211622 w 7467600"/>
              <a:gd name="connsiteY26" fmla="*/ 5728803 h 6858000"/>
              <a:gd name="connsiteX27" fmla="*/ 371652 w 7467600"/>
              <a:gd name="connsiteY27" fmla="*/ 5829062 h 6858000"/>
              <a:gd name="connsiteX28" fmla="*/ 505903 w 7467600"/>
              <a:gd name="connsiteY28" fmla="*/ 5925221 h 6858000"/>
              <a:gd name="connsiteX29" fmla="*/ 899240 w 7467600"/>
              <a:gd name="connsiteY29" fmla="*/ 6153068 h 6858000"/>
              <a:gd name="connsiteX30" fmla="*/ 988114 w 7467600"/>
              <a:gd name="connsiteY30" fmla="*/ 6174204 h 6858000"/>
              <a:gd name="connsiteX31" fmla="*/ 845971 w 7467600"/>
              <a:gd name="connsiteY31" fmla="*/ 6067177 h 6858000"/>
              <a:gd name="connsiteX32" fmla="*/ 448057 w 7467600"/>
              <a:gd name="connsiteY32" fmla="*/ 5841376 h 6858000"/>
              <a:gd name="connsiteX33" fmla="*/ 51253 w 7467600"/>
              <a:gd name="connsiteY33" fmla="*/ 5631825 h 6858000"/>
              <a:gd name="connsiteX34" fmla="*/ 2606687 w 7467600"/>
              <a:gd name="connsiteY34" fmla="*/ 5630718 h 6858000"/>
              <a:gd name="connsiteX35" fmla="*/ 2645658 w 7467600"/>
              <a:gd name="connsiteY35" fmla="*/ 6640259 h 6858000"/>
              <a:gd name="connsiteX36" fmla="*/ 2606687 w 7467600"/>
              <a:gd name="connsiteY36" fmla="*/ 5630718 h 6858000"/>
              <a:gd name="connsiteX37" fmla="*/ 3642057 w 7467600"/>
              <a:gd name="connsiteY37" fmla="*/ 5573487 h 6858000"/>
              <a:gd name="connsiteX38" fmla="*/ 3632981 w 7467600"/>
              <a:gd name="connsiteY38" fmla="*/ 5579437 h 6858000"/>
              <a:gd name="connsiteX39" fmla="*/ 3382436 w 7467600"/>
              <a:gd name="connsiteY39" fmla="*/ 5952726 h 6858000"/>
              <a:gd name="connsiteX40" fmla="*/ 3191929 w 7467600"/>
              <a:gd name="connsiteY40" fmla="*/ 6662669 h 6858000"/>
              <a:gd name="connsiteX41" fmla="*/ 3369898 w 7467600"/>
              <a:gd name="connsiteY41" fmla="*/ 6081771 h 6858000"/>
              <a:gd name="connsiteX42" fmla="*/ 3642057 w 7467600"/>
              <a:gd name="connsiteY42" fmla="*/ 5573487 h 6858000"/>
              <a:gd name="connsiteX43" fmla="*/ 2650666 w 7467600"/>
              <a:gd name="connsiteY43" fmla="*/ 5530686 h 6858000"/>
              <a:gd name="connsiteX44" fmla="*/ 2650249 w 7467600"/>
              <a:gd name="connsiteY44" fmla="*/ 5532101 h 6858000"/>
              <a:gd name="connsiteX45" fmla="*/ 2663808 w 7467600"/>
              <a:gd name="connsiteY45" fmla="*/ 6535215 h 6858000"/>
              <a:gd name="connsiteX46" fmla="*/ 2665418 w 7467600"/>
              <a:gd name="connsiteY46" fmla="*/ 6132756 h 6858000"/>
              <a:gd name="connsiteX47" fmla="*/ 2650666 w 7467600"/>
              <a:gd name="connsiteY47" fmla="*/ 5530686 h 6858000"/>
              <a:gd name="connsiteX48" fmla="*/ 2680277 w 7467600"/>
              <a:gd name="connsiteY48" fmla="*/ 5479204 h 6858000"/>
              <a:gd name="connsiteX49" fmla="*/ 2678972 w 7467600"/>
              <a:gd name="connsiteY49" fmla="*/ 5481582 h 6858000"/>
              <a:gd name="connsiteX50" fmla="*/ 2696666 w 7467600"/>
              <a:gd name="connsiteY50" fmla="*/ 6133836 h 6858000"/>
              <a:gd name="connsiteX51" fmla="*/ 2695769 w 7467600"/>
              <a:gd name="connsiteY51" fmla="*/ 6390955 h 6858000"/>
              <a:gd name="connsiteX52" fmla="*/ 2739893 w 7467600"/>
              <a:gd name="connsiteY52" fmla="*/ 6108357 h 6858000"/>
              <a:gd name="connsiteX53" fmla="*/ 2680277 w 7467600"/>
              <a:gd name="connsiteY53" fmla="*/ 5479204 h 6858000"/>
              <a:gd name="connsiteX54" fmla="*/ 1132195 w 7467600"/>
              <a:gd name="connsiteY54" fmla="*/ 5467980 h 6858000"/>
              <a:gd name="connsiteX55" fmla="*/ 1679056 w 7467600"/>
              <a:gd name="connsiteY55" fmla="*/ 5516907 h 6858000"/>
              <a:gd name="connsiteX56" fmla="*/ 2128648 w 7467600"/>
              <a:gd name="connsiteY56" fmla="*/ 5474249 h 6858000"/>
              <a:gd name="connsiteX57" fmla="*/ 1825619 w 7467600"/>
              <a:gd name="connsiteY57" fmla="*/ 5478447 h 6858000"/>
              <a:gd name="connsiteX58" fmla="*/ 1737798 w 7467600"/>
              <a:gd name="connsiteY58" fmla="*/ 5483353 h 6858000"/>
              <a:gd name="connsiteX59" fmla="*/ 1132195 w 7467600"/>
              <a:gd name="connsiteY59" fmla="*/ 5467980 h 6858000"/>
              <a:gd name="connsiteX60" fmla="*/ 1456157 w 7467600"/>
              <a:gd name="connsiteY60" fmla="*/ 5371404 h 6858000"/>
              <a:gd name="connsiteX61" fmla="*/ 1244432 w 7467600"/>
              <a:gd name="connsiteY61" fmla="*/ 5385601 h 6858000"/>
              <a:gd name="connsiteX62" fmla="*/ 973990 w 7467600"/>
              <a:gd name="connsiteY62" fmla="*/ 5424940 h 6858000"/>
              <a:gd name="connsiteX63" fmla="*/ 1103809 w 7467600"/>
              <a:gd name="connsiteY63" fmla="*/ 5433720 h 6858000"/>
              <a:gd name="connsiteX64" fmla="*/ 1123454 w 7467600"/>
              <a:gd name="connsiteY64" fmla="*/ 5435727 h 6858000"/>
              <a:gd name="connsiteX65" fmla="*/ 1737017 w 7467600"/>
              <a:gd name="connsiteY65" fmla="*/ 5452183 h 6858000"/>
              <a:gd name="connsiteX66" fmla="*/ 1824397 w 7467600"/>
              <a:gd name="connsiteY66" fmla="*/ 5447757 h 6858000"/>
              <a:gd name="connsiteX67" fmla="*/ 2070059 w 7467600"/>
              <a:gd name="connsiteY67" fmla="*/ 5441660 h 6858000"/>
              <a:gd name="connsiteX68" fmla="*/ 1456157 w 7467600"/>
              <a:gd name="connsiteY68" fmla="*/ 5371404 h 6858000"/>
              <a:gd name="connsiteX69" fmla="*/ 4988186 w 7467600"/>
              <a:gd name="connsiteY69" fmla="*/ 5216467 h 6858000"/>
              <a:gd name="connsiteX70" fmla="*/ 4777334 w 7467600"/>
              <a:gd name="connsiteY70" fmla="*/ 5406072 h 6858000"/>
              <a:gd name="connsiteX71" fmla="*/ 4718341 w 7467600"/>
              <a:gd name="connsiteY71" fmla="*/ 5468043 h 6858000"/>
              <a:gd name="connsiteX72" fmla="*/ 4604655 w 7467600"/>
              <a:gd name="connsiteY72" fmla="*/ 5583434 h 6858000"/>
              <a:gd name="connsiteX73" fmla="*/ 4565074 w 7467600"/>
              <a:gd name="connsiteY73" fmla="*/ 5618550 h 6858000"/>
              <a:gd name="connsiteX74" fmla="*/ 4988186 w 7467600"/>
              <a:gd name="connsiteY74" fmla="*/ 5216467 h 6858000"/>
              <a:gd name="connsiteX75" fmla="*/ 4978032 w 7467600"/>
              <a:gd name="connsiteY75" fmla="*/ 5183809 h 6858000"/>
              <a:gd name="connsiteX76" fmla="*/ 4463413 w 7467600"/>
              <a:gd name="connsiteY76" fmla="*/ 5615162 h 6858000"/>
              <a:gd name="connsiteX77" fmla="*/ 4358134 w 7467600"/>
              <a:gd name="connsiteY77" fmla="*/ 5742791 h 6858000"/>
              <a:gd name="connsiteX78" fmla="*/ 4376219 w 7467600"/>
              <a:gd name="connsiteY78" fmla="*/ 5729027 h 6858000"/>
              <a:gd name="connsiteX79" fmla="*/ 4582340 w 7467600"/>
              <a:gd name="connsiteY79" fmla="*/ 5561037 h 6858000"/>
              <a:gd name="connsiteX80" fmla="*/ 4694684 w 7467600"/>
              <a:gd name="connsiteY80" fmla="*/ 5447098 h 6858000"/>
              <a:gd name="connsiteX81" fmla="*/ 4754123 w 7467600"/>
              <a:gd name="connsiteY81" fmla="*/ 5384643 h 6858000"/>
              <a:gd name="connsiteX82" fmla="*/ 4978032 w 7467600"/>
              <a:gd name="connsiteY82" fmla="*/ 5183809 h 6858000"/>
              <a:gd name="connsiteX83" fmla="*/ 1903353 w 7467600"/>
              <a:gd name="connsiteY83" fmla="*/ 5044827 h 6858000"/>
              <a:gd name="connsiteX84" fmla="*/ 1936931 w 7467600"/>
              <a:gd name="connsiteY84" fmla="*/ 5093954 h 6858000"/>
              <a:gd name="connsiteX85" fmla="*/ 2195868 w 7467600"/>
              <a:gd name="connsiteY85" fmla="*/ 5396574 h 6858000"/>
              <a:gd name="connsiteX86" fmla="*/ 2088852 w 7467600"/>
              <a:gd name="connsiteY86" fmla="*/ 5166123 h 6858000"/>
              <a:gd name="connsiteX87" fmla="*/ 1958241 w 7467600"/>
              <a:gd name="connsiteY87" fmla="*/ 5067955 h 6858000"/>
              <a:gd name="connsiteX88" fmla="*/ 1903353 w 7467600"/>
              <a:gd name="connsiteY88" fmla="*/ 5044827 h 6858000"/>
              <a:gd name="connsiteX89" fmla="*/ 1979378 w 7467600"/>
              <a:gd name="connsiteY89" fmla="*/ 4769504 h 6858000"/>
              <a:gd name="connsiteX90" fmla="*/ 2882120 w 7467600"/>
              <a:gd name="connsiteY90" fmla="*/ 5064547 h 6858000"/>
              <a:gd name="connsiteX91" fmla="*/ 2793103 w 7467600"/>
              <a:gd name="connsiteY91" fmla="*/ 5039699 h 6858000"/>
              <a:gd name="connsiteX92" fmla="*/ 2770041 w 7467600"/>
              <a:gd name="connsiteY92" fmla="*/ 5033634 h 6858000"/>
              <a:gd name="connsiteX93" fmla="*/ 1979378 w 7467600"/>
              <a:gd name="connsiteY93" fmla="*/ 4769504 h 6858000"/>
              <a:gd name="connsiteX94" fmla="*/ 1927410 w 7467600"/>
              <a:gd name="connsiteY94" fmla="*/ 4716164 h 6858000"/>
              <a:gd name="connsiteX95" fmla="*/ 1959587 w 7467600"/>
              <a:gd name="connsiteY95" fmla="*/ 4728849 h 6858000"/>
              <a:gd name="connsiteX96" fmla="*/ 2777707 w 7467600"/>
              <a:gd name="connsiteY96" fmla="*/ 5003991 h 6858000"/>
              <a:gd name="connsiteX97" fmla="*/ 2800768 w 7467600"/>
              <a:gd name="connsiteY97" fmla="*/ 5010056 h 6858000"/>
              <a:gd name="connsiteX98" fmla="*/ 2879408 w 7467600"/>
              <a:gd name="connsiteY98" fmla="*/ 5031590 h 6858000"/>
              <a:gd name="connsiteX99" fmla="*/ 2862295 w 7467600"/>
              <a:gd name="connsiteY99" fmla="*/ 5022958 h 6858000"/>
              <a:gd name="connsiteX100" fmla="*/ 2813343 w 7467600"/>
              <a:gd name="connsiteY100" fmla="*/ 4998369 h 6858000"/>
              <a:gd name="connsiteX101" fmla="*/ 2646245 w 7467600"/>
              <a:gd name="connsiteY101" fmla="*/ 4930999 h 6858000"/>
              <a:gd name="connsiteX102" fmla="*/ 1999243 w 7467600"/>
              <a:gd name="connsiteY102" fmla="*/ 4730524 h 6858000"/>
              <a:gd name="connsiteX103" fmla="*/ 1979527 w 7467600"/>
              <a:gd name="connsiteY103" fmla="*/ 4726651 h 6858000"/>
              <a:gd name="connsiteX104" fmla="*/ 1927410 w 7467600"/>
              <a:gd name="connsiteY104" fmla="*/ 4716164 h 6858000"/>
              <a:gd name="connsiteX105" fmla="*/ 1997014 w 7467600"/>
              <a:gd name="connsiteY105" fmla="*/ 4698007 h 6858000"/>
              <a:gd name="connsiteX106" fmla="*/ 2005458 w 7467600"/>
              <a:gd name="connsiteY106" fmla="*/ 4699540 h 6858000"/>
              <a:gd name="connsiteX107" fmla="*/ 2657186 w 7467600"/>
              <a:gd name="connsiteY107" fmla="*/ 4901687 h 6858000"/>
              <a:gd name="connsiteX108" fmla="*/ 2826662 w 7467600"/>
              <a:gd name="connsiteY108" fmla="*/ 4970362 h 6858000"/>
              <a:gd name="connsiteX109" fmla="*/ 2876100 w 7467600"/>
              <a:gd name="connsiteY109" fmla="*/ 4995397 h 6858000"/>
              <a:gd name="connsiteX110" fmla="*/ 3042600 w 7467600"/>
              <a:gd name="connsiteY110" fmla="*/ 5059532 h 6858000"/>
              <a:gd name="connsiteX111" fmla="*/ 1997014 w 7467600"/>
              <a:gd name="connsiteY111" fmla="*/ 4698007 h 6858000"/>
              <a:gd name="connsiteX112" fmla="*/ 2305292 w 7467600"/>
              <a:gd name="connsiteY112" fmla="*/ 4219492 h 6858000"/>
              <a:gd name="connsiteX113" fmla="*/ 3360922 w 7467600"/>
              <a:gd name="connsiteY113" fmla="*/ 4529373 h 6858000"/>
              <a:gd name="connsiteX114" fmla="*/ 3492420 w 7467600"/>
              <a:gd name="connsiteY114" fmla="*/ 4510145 h 6858000"/>
              <a:gd name="connsiteX115" fmla="*/ 3364086 w 7467600"/>
              <a:gd name="connsiteY115" fmla="*/ 4480340 h 6858000"/>
              <a:gd name="connsiteX116" fmla="*/ 3225818 w 7467600"/>
              <a:gd name="connsiteY116" fmla="*/ 4411822 h 6858000"/>
              <a:gd name="connsiteX117" fmla="*/ 3129696 w 7467600"/>
              <a:gd name="connsiteY117" fmla="*/ 4360704 h 6858000"/>
              <a:gd name="connsiteX118" fmla="*/ 2814545 w 7467600"/>
              <a:gd name="connsiteY118" fmla="*/ 4282955 h 6858000"/>
              <a:gd name="connsiteX119" fmla="*/ 2305292 w 7467600"/>
              <a:gd name="connsiteY119" fmla="*/ 4219492 h 6858000"/>
              <a:gd name="connsiteX120" fmla="*/ 2626982 w 7467600"/>
              <a:gd name="connsiteY120" fmla="*/ 4206450 h 6858000"/>
              <a:gd name="connsiteX121" fmla="*/ 2490617 w 7467600"/>
              <a:gd name="connsiteY121" fmla="*/ 4206951 h 6858000"/>
              <a:gd name="connsiteX122" fmla="*/ 2819869 w 7467600"/>
              <a:gd name="connsiteY122" fmla="*/ 4252936 h 6858000"/>
              <a:gd name="connsiteX123" fmla="*/ 3143018 w 7467600"/>
              <a:gd name="connsiteY123" fmla="*/ 4332698 h 6858000"/>
              <a:gd name="connsiteX124" fmla="*/ 3241520 w 7467600"/>
              <a:gd name="connsiteY124" fmla="*/ 4385112 h 6858000"/>
              <a:gd name="connsiteX125" fmla="*/ 3374575 w 7467600"/>
              <a:gd name="connsiteY125" fmla="*/ 4451517 h 6858000"/>
              <a:gd name="connsiteX126" fmla="*/ 3505221 w 7467600"/>
              <a:gd name="connsiteY126" fmla="*/ 4480757 h 6858000"/>
              <a:gd name="connsiteX127" fmla="*/ 2626982 w 7467600"/>
              <a:gd name="connsiteY127" fmla="*/ 4206450 h 6858000"/>
              <a:gd name="connsiteX128" fmla="*/ 1310106 w 7467600"/>
              <a:gd name="connsiteY128" fmla="*/ 3943217 h 6858000"/>
              <a:gd name="connsiteX129" fmla="*/ 854994 w 7467600"/>
              <a:gd name="connsiteY129" fmla="*/ 4399136 h 6858000"/>
              <a:gd name="connsiteX130" fmla="*/ 742462 w 7467600"/>
              <a:gd name="connsiteY130" fmla="*/ 4594648 h 6858000"/>
              <a:gd name="connsiteX131" fmla="*/ 820602 w 7467600"/>
              <a:gd name="connsiteY131" fmla="*/ 4485915 h 6858000"/>
              <a:gd name="connsiteX132" fmla="*/ 878295 w 7467600"/>
              <a:gd name="connsiteY132" fmla="*/ 4403594 h 6858000"/>
              <a:gd name="connsiteX133" fmla="*/ 1240607 w 7467600"/>
              <a:gd name="connsiteY133" fmla="*/ 4010401 h 6858000"/>
              <a:gd name="connsiteX134" fmla="*/ 1310106 w 7467600"/>
              <a:gd name="connsiteY134" fmla="*/ 3943217 h 6858000"/>
              <a:gd name="connsiteX135" fmla="*/ 1423113 w 7467600"/>
              <a:gd name="connsiteY135" fmla="*/ 3874565 h 6858000"/>
              <a:gd name="connsiteX136" fmla="*/ 1260565 w 7467600"/>
              <a:gd name="connsiteY136" fmla="*/ 4031982 h 6858000"/>
              <a:gd name="connsiteX137" fmla="*/ 901900 w 7467600"/>
              <a:gd name="connsiteY137" fmla="*/ 4421236 h 6858000"/>
              <a:gd name="connsiteX138" fmla="*/ 845044 w 7467600"/>
              <a:gd name="connsiteY138" fmla="*/ 4502436 h 6858000"/>
              <a:gd name="connsiteX139" fmla="*/ 685926 w 7467600"/>
              <a:gd name="connsiteY139" fmla="*/ 4703069 h 6858000"/>
              <a:gd name="connsiteX140" fmla="*/ 684248 w 7467600"/>
              <a:gd name="connsiteY140" fmla="*/ 4706721 h 6858000"/>
              <a:gd name="connsiteX141" fmla="*/ 1423113 w 7467600"/>
              <a:gd name="connsiteY141" fmla="*/ 3874565 h 6858000"/>
              <a:gd name="connsiteX142" fmla="*/ 3316479 w 7467600"/>
              <a:gd name="connsiteY142" fmla="*/ 3872136 h 6858000"/>
              <a:gd name="connsiteX143" fmla="*/ 3546806 w 7467600"/>
              <a:gd name="connsiteY143" fmla="*/ 4356139 h 6858000"/>
              <a:gd name="connsiteX144" fmla="*/ 3364433 w 7467600"/>
              <a:gd name="connsiteY144" fmla="*/ 3953121 h 6858000"/>
              <a:gd name="connsiteX145" fmla="*/ 3316479 w 7467600"/>
              <a:gd name="connsiteY145" fmla="*/ 3872136 h 6858000"/>
              <a:gd name="connsiteX146" fmla="*/ 3291335 w 7467600"/>
              <a:gd name="connsiteY146" fmla="*/ 3767420 h 6858000"/>
              <a:gd name="connsiteX147" fmla="*/ 3390805 w 7467600"/>
              <a:gd name="connsiteY147" fmla="*/ 3937163 h 6858000"/>
              <a:gd name="connsiteX148" fmla="*/ 3579062 w 7467600"/>
              <a:gd name="connsiteY148" fmla="*/ 4359040 h 6858000"/>
              <a:gd name="connsiteX149" fmla="*/ 3467355 w 7467600"/>
              <a:gd name="connsiteY149" fmla="*/ 3988130 h 6858000"/>
              <a:gd name="connsiteX150" fmla="*/ 3310753 w 7467600"/>
              <a:gd name="connsiteY150" fmla="*/ 3787140 h 6858000"/>
              <a:gd name="connsiteX151" fmla="*/ 3291335 w 7467600"/>
              <a:gd name="connsiteY151" fmla="*/ 3767420 h 6858000"/>
              <a:gd name="connsiteX152" fmla="*/ 1635889 w 7467600"/>
              <a:gd name="connsiteY152" fmla="*/ 3709494 h 6858000"/>
              <a:gd name="connsiteX153" fmla="*/ 1634800 w 7467600"/>
              <a:gd name="connsiteY153" fmla="*/ 3731111 h 6858000"/>
              <a:gd name="connsiteX154" fmla="*/ 1635889 w 7467600"/>
              <a:gd name="connsiteY154" fmla="*/ 3709494 h 6858000"/>
              <a:gd name="connsiteX155" fmla="*/ 1510397 w 7467600"/>
              <a:gd name="connsiteY155" fmla="*/ 3684705 h 6858000"/>
              <a:gd name="connsiteX156" fmla="*/ 1146550 w 7467600"/>
              <a:gd name="connsiteY156" fmla="*/ 3802012 h 6858000"/>
              <a:gd name="connsiteX157" fmla="*/ 698834 w 7467600"/>
              <a:gd name="connsiteY157" fmla="*/ 3952272 h 6858000"/>
              <a:gd name="connsiteX158" fmla="*/ 34256 w 7467600"/>
              <a:gd name="connsiteY158" fmla="*/ 4347603 h 6858000"/>
              <a:gd name="connsiteX159" fmla="*/ 527241 w 7467600"/>
              <a:gd name="connsiteY159" fmla="*/ 4065078 h 6858000"/>
              <a:gd name="connsiteX160" fmla="*/ 1510397 w 7467600"/>
              <a:gd name="connsiteY160" fmla="*/ 3684705 h 6858000"/>
              <a:gd name="connsiteX161" fmla="*/ 1313114 w 7467600"/>
              <a:gd name="connsiteY161" fmla="*/ 3655216 h 6858000"/>
              <a:gd name="connsiteX162" fmla="*/ 1109304 w 7467600"/>
              <a:gd name="connsiteY162" fmla="*/ 3669030 h 6858000"/>
              <a:gd name="connsiteX163" fmla="*/ 8129 w 7467600"/>
              <a:gd name="connsiteY163" fmla="*/ 4330519 h 6858000"/>
              <a:gd name="connsiteX164" fmla="*/ 687572 w 7467600"/>
              <a:gd name="connsiteY164" fmla="*/ 3925629 h 6858000"/>
              <a:gd name="connsiteX165" fmla="*/ 1138365 w 7467600"/>
              <a:gd name="connsiteY165" fmla="*/ 3774515 h 6858000"/>
              <a:gd name="connsiteX166" fmla="*/ 1505579 w 7467600"/>
              <a:gd name="connsiteY166" fmla="*/ 3655526 h 6858000"/>
              <a:gd name="connsiteX167" fmla="*/ 1313114 w 7467600"/>
              <a:gd name="connsiteY167" fmla="*/ 3655216 h 6858000"/>
              <a:gd name="connsiteX168" fmla="*/ 3655073 w 7467600"/>
              <a:gd name="connsiteY168" fmla="*/ 3650884 h 6858000"/>
              <a:gd name="connsiteX169" fmla="*/ 3989938 w 7467600"/>
              <a:gd name="connsiteY169" fmla="*/ 3991685 h 6858000"/>
              <a:gd name="connsiteX170" fmla="*/ 4393907 w 7467600"/>
              <a:gd name="connsiteY170" fmla="*/ 4261258 h 6858000"/>
              <a:gd name="connsiteX171" fmla="*/ 4648051 w 7467600"/>
              <a:gd name="connsiteY171" fmla="*/ 4374051 h 6858000"/>
              <a:gd name="connsiteX172" fmla="*/ 4383389 w 7467600"/>
              <a:gd name="connsiteY172" fmla="*/ 4184369 h 6858000"/>
              <a:gd name="connsiteX173" fmla="*/ 4165508 w 7467600"/>
              <a:gd name="connsiteY173" fmla="*/ 4035196 h 6858000"/>
              <a:gd name="connsiteX174" fmla="*/ 4068162 w 7467600"/>
              <a:gd name="connsiteY174" fmla="*/ 3953394 h 6858000"/>
              <a:gd name="connsiteX175" fmla="*/ 3981416 w 7467600"/>
              <a:gd name="connsiteY175" fmla="*/ 3880482 h 6858000"/>
              <a:gd name="connsiteX176" fmla="*/ 3800147 w 7467600"/>
              <a:gd name="connsiteY176" fmla="*/ 3749872 h 6858000"/>
              <a:gd name="connsiteX177" fmla="*/ 3655073 w 7467600"/>
              <a:gd name="connsiteY177" fmla="*/ 3650884 h 6858000"/>
              <a:gd name="connsiteX178" fmla="*/ 3670252 w 7467600"/>
              <a:gd name="connsiteY178" fmla="*/ 3622798 h 6858000"/>
              <a:gd name="connsiteX179" fmla="*/ 3817258 w 7467600"/>
              <a:gd name="connsiteY179" fmla="*/ 3723577 h 6858000"/>
              <a:gd name="connsiteX180" fmla="*/ 4000461 w 7467600"/>
              <a:gd name="connsiteY180" fmla="*/ 3855966 h 6858000"/>
              <a:gd name="connsiteX181" fmla="*/ 4088180 w 7467600"/>
              <a:gd name="connsiteY181" fmla="*/ 3929774 h 6858000"/>
              <a:gd name="connsiteX182" fmla="*/ 4184555 w 7467600"/>
              <a:gd name="connsiteY182" fmla="*/ 4010683 h 6858000"/>
              <a:gd name="connsiteX183" fmla="*/ 4399563 w 7467600"/>
              <a:gd name="connsiteY183" fmla="*/ 4158106 h 6858000"/>
              <a:gd name="connsiteX184" fmla="*/ 4684469 w 7467600"/>
              <a:gd name="connsiteY184" fmla="*/ 4364680 h 6858000"/>
              <a:gd name="connsiteX185" fmla="*/ 4690271 w 7467600"/>
              <a:gd name="connsiteY185" fmla="*/ 4370034 h 6858000"/>
              <a:gd name="connsiteX186" fmla="*/ 4136093 w 7467600"/>
              <a:gd name="connsiteY186" fmla="*/ 3858466 h 6858000"/>
              <a:gd name="connsiteX187" fmla="*/ 3670252 w 7467600"/>
              <a:gd name="connsiteY187" fmla="*/ 3622798 h 6858000"/>
              <a:gd name="connsiteX188" fmla="*/ 4440129 w 7467600"/>
              <a:gd name="connsiteY188" fmla="*/ 3448571 h 6858000"/>
              <a:gd name="connsiteX189" fmla="*/ 4856525 w 7467600"/>
              <a:gd name="connsiteY189" fmla="*/ 3915351 h 6858000"/>
              <a:gd name="connsiteX190" fmla="*/ 5059055 w 7467600"/>
              <a:gd name="connsiteY190" fmla="*/ 4108918 h 6858000"/>
              <a:gd name="connsiteX191" fmla="*/ 5290070 w 7467600"/>
              <a:gd name="connsiteY191" fmla="*/ 4263619 h 6858000"/>
              <a:gd name="connsiteX192" fmla="*/ 4834991 w 7467600"/>
              <a:gd name="connsiteY192" fmla="*/ 3830985 h 6858000"/>
              <a:gd name="connsiteX193" fmla="*/ 4440129 w 7467600"/>
              <a:gd name="connsiteY193" fmla="*/ 3448571 h 6858000"/>
              <a:gd name="connsiteX194" fmla="*/ 4441737 w 7467600"/>
              <a:gd name="connsiteY194" fmla="*/ 3399734 h 6858000"/>
              <a:gd name="connsiteX195" fmla="*/ 4431236 w 7467600"/>
              <a:gd name="connsiteY195" fmla="*/ 3400954 h 6858000"/>
              <a:gd name="connsiteX196" fmla="*/ 4557150 w 7467600"/>
              <a:gd name="connsiteY196" fmla="*/ 3510023 h 6858000"/>
              <a:gd name="connsiteX197" fmla="*/ 4856936 w 7467600"/>
              <a:gd name="connsiteY197" fmla="*/ 3809146 h 6858000"/>
              <a:gd name="connsiteX198" fmla="*/ 5111996 w 7467600"/>
              <a:gd name="connsiteY198" fmla="*/ 4065759 h 6858000"/>
              <a:gd name="connsiteX199" fmla="*/ 5388878 w 7467600"/>
              <a:gd name="connsiteY199" fmla="*/ 4300185 h 6858000"/>
              <a:gd name="connsiteX200" fmla="*/ 5425556 w 7467600"/>
              <a:gd name="connsiteY200" fmla="*/ 4308967 h 6858000"/>
              <a:gd name="connsiteX201" fmla="*/ 4943646 w 7467600"/>
              <a:gd name="connsiteY201" fmla="*/ 3822916 h 6858000"/>
              <a:gd name="connsiteX202" fmla="*/ 4594837 w 7467600"/>
              <a:gd name="connsiteY202" fmla="*/ 3532274 h 6858000"/>
              <a:gd name="connsiteX203" fmla="*/ 4441737 w 7467600"/>
              <a:gd name="connsiteY203" fmla="*/ 3399734 h 6858000"/>
              <a:gd name="connsiteX204" fmla="*/ 5425834 w 7467600"/>
              <a:gd name="connsiteY204" fmla="*/ 3162785 h 6858000"/>
              <a:gd name="connsiteX205" fmla="*/ 5401644 w 7467600"/>
              <a:gd name="connsiteY205" fmla="*/ 3617847 h 6858000"/>
              <a:gd name="connsiteX206" fmla="*/ 5467256 w 7467600"/>
              <a:gd name="connsiteY206" fmla="*/ 4175494 h 6858000"/>
              <a:gd name="connsiteX207" fmla="*/ 5448069 w 7467600"/>
              <a:gd name="connsiteY207" fmla="*/ 3567554 h 6858000"/>
              <a:gd name="connsiteX208" fmla="*/ 5425834 w 7467600"/>
              <a:gd name="connsiteY208" fmla="*/ 3162785 h 6858000"/>
              <a:gd name="connsiteX209" fmla="*/ 1318687 w 7467600"/>
              <a:gd name="connsiteY209" fmla="*/ 3113840 h 6858000"/>
              <a:gd name="connsiteX210" fmla="*/ 1066793 w 7467600"/>
              <a:gd name="connsiteY210" fmla="*/ 3212171 h 6858000"/>
              <a:gd name="connsiteX211" fmla="*/ 993319 w 7467600"/>
              <a:gd name="connsiteY211" fmla="*/ 3247648 h 6858000"/>
              <a:gd name="connsiteX212" fmla="*/ 853081 w 7467600"/>
              <a:gd name="connsiteY212" fmla="*/ 3312410 h 6858000"/>
              <a:gd name="connsiteX213" fmla="*/ 805957 w 7467600"/>
              <a:gd name="connsiteY213" fmla="*/ 3330443 h 6858000"/>
              <a:gd name="connsiteX214" fmla="*/ 1318687 w 7467600"/>
              <a:gd name="connsiteY214" fmla="*/ 3113840 h 6858000"/>
              <a:gd name="connsiteX215" fmla="*/ 5453702 w 7467600"/>
              <a:gd name="connsiteY215" fmla="*/ 3090882 h 6858000"/>
              <a:gd name="connsiteX216" fmla="*/ 5480135 w 7467600"/>
              <a:gd name="connsiteY216" fmla="*/ 3565802 h 6858000"/>
              <a:gd name="connsiteX217" fmla="*/ 5499023 w 7467600"/>
              <a:gd name="connsiteY217" fmla="*/ 4166310 h 6858000"/>
              <a:gd name="connsiteX218" fmla="*/ 5547022 w 7467600"/>
              <a:gd name="connsiteY218" fmla="*/ 3607838 h 6858000"/>
              <a:gd name="connsiteX219" fmla="*/ 5515964 w 7467600"/>
              <a:gd name="connsiteY219" fmla="*/ 3378541 h 6858000"/>
              <a:gd name="connsiteX220" fmla="*/ 5453702 w 7467600"/>
              <a:gd name="connsiteY220" fmla="*/ 3090882 h 6858000"/>
              <a:gd name="connsiteX221" fmla="*/ 1238695 w 7467600"/>
              <a:gd name="connsiteY221" fmla="*/ 3076820 h 6858000"/>
              <a:gd name="connsiteX222" fmla="*/ 716371 w 7467600"/>
              <a:gd name="connsiteY222" fmla="*/ 3293249 h 6858000"/>
              <a:gd name="connsiteX223" fmla="*/ 579522 w 7467600"/>
              <a:gd name="connsiteY223" fmla="*/ 3371759 h 6858000"/>
              <a:gd name="connsiteX224" fmla="*/ 600288 w 7467600"/>
              <a:gd name="connsiteY224" fmla="*/ 3365555 h 6858000"/>
              <a:gd name="connsiteX225" fmla="*/ 840692 w 7467600"/>
              <a:gd name="connsiteY225" fmla="*/ 3284921 h 6858000"/>
              <a:gd name="connsiteX226" fmla="*/ 979248 w 7467600"/>
              <a:gd name="connsiteY226" fmla="*/ 3221003 h 6858000"/>
              <a:gd name="connsiteX227" fmla="*/ 1053282 w 7467600"/>
              <a:gd name="connsiteY227" fmla="*/ 3185247 h 6858000"/>
              <a:gd name="connsiteX228" fmla="*/ 1320603 w 7467600"/>
              <a:gd name="connsiteY228" fmla="*/ 3081281 h 6858000"/>
              <a:gd name="connsiteX229" fmla="*/ 1238695 w 7467600"/>
              <a:gd name="connsiteY229" fmla="*/ 3076820 h 6858000"/>
              <a:gd name="connsiteX230" fmla="*/ 5425627 w 7467600"/>
              <a:gd name="connsiteY230" fmla="*/ 2954192 h 6858000"/>
              <a:gd name="connsiteX231" fmla="*/ 5470770 w 7467600"/>
              <a:gd name="connsiteY231" fmla="*/ 3005435 h 6858000"/>
              <a:gd name="connsiteX232" fmla="*/ 5519779 w 7467600"/>
              <a:gd name="connsiteY232" fmla="*/ 4359223 h 6858000"/>
              <a:gd name="connsiteX233" fmla="*/ 5520293 w 7467600"/>
              <a:gd name="connsiteY233" fmla="*/ 4360602 h 6858000"/>
              <a:gd name="connsiteX234" fmla="*/ 5767221 w 7467600"/>
              <a:gd name="connsiteY234" fmla="*/ 4665564 h 6858000"/>
              <a:gd name="connsiteX235" fmla="*/ 6937169 w 7467600"/>
              <a:gd name="connsiteY235" fmla="*/ 4815941 h 6858000"/>
              <a:gd name="connsiteX236" fmla="*/ 6953922 w 7467600"/>
              <a:gd name="connsiteY236" fmla="*/ 4890068 h 6858000"/>
              <a:gd name="connsiteX237" fmla="*/ 6071359 w 7467600"/>
              <a:gd name="connsiteY237" fmla="*/ 4770770 h 6858000"/>
              <a:gd name="connsiteX238" fmla="*/ 6038839 w 7467600"/>
              <a:gd name="connsiteY238" fmla="*/ 4764474 h 6858000"/>
              <a:gd name="connsiteX239" fmla="*/ 6038706 w 7467600"/>
              <a:gd name="connsiteY239" fmla="*/ 4763847 h 6858000"/>
              <a:gd name="connsiteX240" fmla="*/ 6037784 w 7467600"/>
              <a:gd name="connsiteY240" fmla="*/ 4764270 h 6858000"/>
              <a:gd name="connsiteX241" fmla="*/ 6038839 w 7467600"/>
              <a:gd name="connsiteY241" fmla="*/ 4764474 h 6858000"/>
              <a:gd name="connsiteX242" fmla="*/ 6040338 w 7467600"/>
              <a:gd name="connsiteY242" fmla="*/ 4771418 h 6858000"/>
              <a:gd name="connsiteX243" fmla="*/ 6024488 w 7467600"/>
              <a:gd name="connsiteY243" fmla="*/ 4809903 h 6858000"/>
              <a:gd name="connsiteX244" fmla="*/ 5599771 w 7467600"/>
              <a:gd name="connsiteY244" fmla="*/ 5509652 h 6858000"/>
              <a:gd name="connsiteX245" fmla="*/ 5548843 w 7467600"/>
              <a:gd name="connsiteY245" fmla="*/ 5563845 h 6858000"/>
              <a:gd name="connsiteX246" fmla="*/ 5940952 w 7467600"/>
              <a:gd name="connsiteY246" fmla="*/ 6250028 h 6858000"/>
              <a:gd name="connsiteX247" fmla="*/ 6043441 w 7467600"/>
              <a:gd name="connsiteY247" fmla="*/ 6665847 h 6858000"/>
              <a:gd name="connsiteX248" fmla="*/ 6093432 w 7467600"/>
              <a:gd name="connsiteY248" fmla="*/ 6858000 h 6858000"/>
              <a:gd name="connsiteX249" fmla="*/ 6034344 w 7467600"/>
              <a:gd name="connsiteY249" fmla="*/ 6858000 h 6858000"/>
              <a:gd name="connsiteX250" fmla="*/ 6026679 w 7467600"/>
              <a:gd name="connsiteY250" fmla="*/ 6836959 h 6858000"/>
              <a:gd name="connsiteX251" fmla="*/ 5800441 w 7467600"/>
              <a:gd name="connsiteY251" fmla="*/ 6335286 h 6858000"/>
              <a:gd name="connsiteX252" fmla="*/ 5526562 w 7467600"/>
              <a:gd name="connsiteY252" fmla="*/ 5705388 h 6858000"/>
              <a:gd name="connsiteX253" fmla="*/ 5519640 w 7467600"/>
              <a:gd name="connsiteY253" fmla="*/ 5683774 h 6858000"/>
              <a:gd name="connsiteX254" fmla="*/ 5844559 w 7467600"/>
              <a:gd name="connsiteY254" fmla="*/ 6553349 h 6858000"/>
              <a:gd name="connsiteX255" fmla="*/ 5975994 w 7467600"/>
              <a:gd name="connsiteY255" fmla="*/ 6858000 h 6858000"/>
              <a:gd name="connsiteX256" fmla="*/ 5898547 w 7467600"/>
              <a:gd name="connsiteY256" fmla="*/ 6858000 h 6858000"/>
              <a:gd name="connsiteX257" fmla="*/ 5682041 w 7467600"/>
              <a:gd name="connsiteY257" fmla="*/ 6355860 h 6858000"/>
              <a:gd name="connsiteX258" fmla="*/ 5461758 w 7467600"/>
              <a:gd name="connsiteY258" fmla="*/ 5820220 h 6858000"/>
              <a:gd name="connsiteX259" fmla="*/ 5237282 w 7467600"/>
              <a:gd name="connsiteY259" fmla="*/ 6579086 h 6858000"/>
              <a:gd name="connsiteX260" fmla="*/ 5115009 w 7467600"/>
              <a:gd name="connsiteY260" fmla="*/ 6858000 h 6858000"/>
              <a:gd name="connsiteX261" fmla="*/ 5028074 w 7467600"/>
              <a:gd name="connsiteY261" fmla="*/ 6858000 h 6858000"/>
              <a:gd name="connsiteX262" fmla="*/ 5079508 w 7467600"/>
              <a:gd name="connsiteY262" fmla="*/ 6749074 h 6858000"/>
              <a:gd name="connsiteX263" fmla="*/ 5371846 w 7467600"/>
              <a:gd name="connsiteY263" fmla="*/ 5924413 h 6858000"/>
              <a:gd name="connsiteX264" fmla="*/ 5270512 w 7467600"/>
              <a:gd name="connsiteY264" fmla="*/ 6138975 h 6858000"/>
              <a:gd name="connsiteX265" fmla="*/ 5062409 w 7467600"/>
              <a:gd name="connsiteY265" fmla="*/ 6653544 h 6858000"/>
              <a:gd name="connsiteX266" fmla="*/ 5036628 w 7467600"/>
              <a:gd name="connsiteY266" fmla="*/ 6754247 h 6858000"/>
              <a:gd name="connsiteX267" fmla="*/ 5009112 w 7467600"/>
              <a:gd name="connsiteY267" fmla="*/ 6858000 h 6858000"/>
              <a:gd name="connsiteX268" fmla="*/ 4976679 w 7467600"/>
              <a:gd name="connsiteY268" fmla="*/ 6858000 h 6858000"/>
              <a:gd name="connsiteX269" fmla="*/ 5006537 w 7467600"/>
              <a:gd name="connsiteY269" fmla="*/ 6747068 h 6858000"/>
              <a:gd name="connsiteX270" fmla="*/ 5032723 w 7467600"/>
              <a:gd name="connsiteY270" fmla="*/ 6644957 h 6858000"/>
              <a:gd name="connsiteX271" fmla="*/ 5242949 w 7467600"/>
              <a:gd name="connsiteY271" fmla="*/ 6125175 h 6858000"/>
              <a:gd name="connsiteX272" fmla="*/ 5286321 w 7467600"/>
              <a:gd name="connsiteY272" fmla="*/ 6033555 h 6858000"/>
              <a:gd name="connsiteX273" fmla="*/ 5008210 w 7467600"/>
              <a:gd name="connsiteY273" fmla="*/ 6649194 h 6858000"/>
              <a:gd name="connsiteX274" fmla="*/ 4986321 w 7467600"/>
              <a:gd name="connsiteY274" fmla="*/ 6765687 h 6858000"/>
              <a:gd name="connsiteX275" fmla="*/ 4973474 w 7467600"/>
              <a:gd name="connsiteY275" fmla="*/ 6858000 h 6858000"/>
              <a:gd name="connsiteX276" fmla="*/ 4907178 w 7467600"/>
              <a:gd name="connsiteY276" fmla="*/ 6858000 h 6858000"/>
              <a:gd name="connsiteX277" fmla="*/ 4910810 w 7467600"/>
              <a:gd name="connsiteY277" fmla="*/ 6829660 h 6858000"/>
              <a:gd name="connsiteX278" fmla="*/ 4987461 w 7467600"/>
              <a:gd name="connsiteY278" fmla="*/ 6432994 h 6858000"/>
              <a:gd name="connsiteX279" fmla="*/ 5179262 w 7467600"/>
              <a:gd name="connsiteY279" fmla="*/ 6035044 h 6858000"/>
              <a:gd name="connsiteX280" fmla="*/ 4689678 w 7467600"/>
              <a:gd name="connsiteY280" fmla="*/ 6440241 h 6858000"/>
              <a:gd name="connsiteX281" fmla="*/ 4477543 w 7467600"/>
              <a:gd name="connsiteY281" fmla="*/ 6674836 h 6858000"/>
              <a:gd name="connsiteX282" fmla="*/ 4329957 w 7467600"/>
              <a:gd name="connsiteY282" fmla="*/ 6858000 h 6858000"/>
              <a:gd name="connsiteX283" fmla="*/ 4218595 w 7467600"/>
              <a:gd name="connsiteY283" fmla="*/ 6858000 h 6858000"/>
              <a:gd name="connsiteX284" fmla="*/ 4368888 w 7467600"/>
              <a:gd name="connsiteY284" fmla="*/ 6668412 h 6858000"/>
              <a:gd name="connsiteX285" fmla="*/ 4563091 w 7467600"/>
              <a:gd name="connsiteY285" fmla="*/ 6442508 h 6858000"/>
              <a:gd name="connsiteX286" fmla="*/ 5387324 w 7467600"/>
              <a:gd name="connsiteY286" fmla="*/ 5705830 h 6858000"/>
              <a:gd name="connsiteX287" fmla="*/ 5073620 w 7467600"/>
              <a:gd name="connsiteY287" fmla="*/ 5955437 h 6858000"/>
              <a:gd name="connsiteX288" fmla="*/ 4689789 w 7467600"/>
              <a:gd name="connsiteY288" fmla="*/ 6268382 h 6858000"/>
              <a:gd name="connsiteX289" fmla="*/ 4418722 w 7467600"/>
              <a:gd name="connsiteY289" fmla="*/ 6570886 h 6858000"/>
              <a:gd name="connsiteX290" fmla="*/ 4214944 w 7467600"/>
              <a:gd name="connsiteY290" fmla="*/ 6858000 h 6858000"/>
              <a:gd name="connsiteX291" fmla="*/ 4177898 w 7467600"/>
              <a:gd name="connsiteY291" fmla="*/ 6858000 h 6858000"/>
              <a:gd name="connsiteX292" fmla="*/ 4391597 w 7467600"/>
              <a:gd name="connsiteY292" fmla="*/ 6556370 h 6858000"/>
              <a:gd name="connsiteX293" fmla="*/ 4668889 w 7467600"/>
              <a:gd name="connsiteY293" fmla="*/ 6246399 h 6858000"/>
              <a:gd name="connsiteX294" fmla="*/ 5055427 w 7467600"/>
              <a:gd name="connsiteY294" fmla="*/ 5931476 h 6858000"/>
              <a:gd name="connsiteX295" fmla="*/ 5371814 w 7467600"/>
              <a:gd name="connsiteY295" fmla="*/ 5678975 h 6858000"/>
              <a:gd name="connsiteX296" fmla="*/ 4987918 w 7467600"/>
              <a:gd name="connsiteY296" fmla="*/ 5838701 h 6858000"/>
              <a:gd name="connsiteX297" fmla="*/ 4317146 w 7467600"/>
              <a:gd name="connsiteY297" fmla="*/ 6587716 h 6858000"/>
              <a:gd name="connsiteX298" fmla="*/ 4171627 w 7467600"/>
              <a:gd name="connsiteY298" fmla="*/ 6858000 h 6858000"/>
              <a:gd name="connsiteX299" fmla="*/ 4081585 w 7467600"/>
              <a:gd name="connsiteY299" fmla="*/ 6858000 h 6858000"/>
              <a:gd name="connsiteX300" fmla="*/ 4238603 w 7467600"/>
              <a:gd name="connsiteY300" fmla="*/ 6559341 h 6858000"/>
              <a:gd name="connsiteX301" fmla="*/ 4778333 w 7467600"/>
              <a:gd name="connsiteY301" fmla="*/ 5873626 h 6858000"/>
              <a:gd name="connsiteX302" fmla="*/ 5414185 w 7467600"/>
              <a:gd name="connsiteY302" fmla="*/ 5573882 h 6858000"/>
              <a:gd name="connsiteX303" fmla="*/ 5959648 w 7467600"/>
              <a:gd name="connsiteY303" fmla="*/ 4760797 h 6858000"/>
              <a:gd name="connsiteX304" fmla="*/ 5355019 w 7467600"/>
              <a:gd name="connsiteY304" fmla="*/ 4734672 h 6858000"/>
              <a:gd name="connsiteX305" fmla="*/ 5083565 w 7467600"/>
              <a:gd name="connsiteY305" fmla="*/ 5179121 h 6858000"/>
              <a:gd name="connsiteX306" fmla="*/ 4713577 w 7467600"/>
              <a:gd name="connsiteY306" fmla="*/ 5616803 h 6858000"/>
              <a:gd name="connsiteX307" fmla="*/ 3989559 w 7467600"/>
              <a:gd name="connsiteY307" fmla="*/ 6145945 h 6858000"/>
              <a:gd name="connsiteX308" fmla="*/ 3939824 w 7467600"/>
              <a:gd name="connsiteY308" fmla="*/ 6066900 h 6858000"/>
              <a:gd name="connsiteX309" fmla="*/ 4584537 w 7467600"/>
              <a:gd name="connsiteY309" fmla="*/ 5324826 h 6858000"/>
              <a:gd name="connsiteX310" fmla="*/ 5037105 w 7467600"/>
              <a:gd name="connsiteY310" fmla="*/ 5088765 h 6858000"/>
              <a:gd name="connsiteX311" fmla="*/ 5039930 w 7467600"/>
              <a:gd name="connsiteY311" fmla="*/ 5089585 h 6858000"/>
              <a:gd name="connsiteX312" fmla="*/ 5263764 w 7467600"/>
              <a:gd name="connsiteY312" fmla="*/ 4735525 h 6858000"/>
              <a:gd name="connsiteX313" fmla="*/ 4086300 w 7467600"/>
              <a:gd name="connsiteY313" fmla="*/ 4884599 h 6858000"/>
              <a:gd name="connsiteX314" fmla="*/ 4085485 w 7467600"/>
              <a:gd name="connsiteY314" fmla="*/ 4899070 h 6858000"/>
              <a:gd name="connsiteX315" fmla="*/ 3871915 w 7467600"/>
              <a:gd name="connsiteY315" fmla="*/ 5253645 h 6858000"/>
              <a:gd name="connsiteX316" fmla="*/ 3799374 w 7467600"/>
              <a:gd name="connsiteY316" fmla="*/ 5466127 h 6858000"/>
              <a:gd name="connsiteX317" fmla="*/ 3498850 w 7467600"/>
              <a:gd name="connsiteY317" fmla="*/ 6661888 h 6858000"/>
              <a:gd name="connsiteX318" fmla="*/ 3399216 w 7467600"/>
              <a:gd name="connsiteY318" fmla="*/ 6858000 h 6858000"/>
              <a:gd name="connsiteX319" fmla="*/ 3303688 w 7467600"/>
              <a:gd name="connsiteY319" fmla="*/ 6858000 h 6858000"/>
              <a:gd name="connsiteX320" fmla="*/ 3391774 w 7467600"/>
              <a:gd name="connsiteY320" fmla="*/ 6697181 h 6858000"/>
              <a:gd name="connsiteX321" fmla="*/ 3735540 w 7467600"/>
              <a:gd name="connsiteY321" fmla="*/ 5546923 h 6858000"/>
              <a:gd name="connsiteX322" fmla="*/ 3729438 w 7467600"/>
              <a:gd name="connsiteY322" fmla="*/ 5569058 h 6858000"/>
              <a:gd name="connsiteX323" fmla="*/ 3707782 w 7467600"/>
              <a:gd name="connsiteY323" fmla="*/ 5644908 h 6858000"/>
              <a:gd name="connsiteX324" fmla="*/ 3583827 w 7467600"/>
              <a:gd name="connsiteY324" fmla="*/ 6039215 h 6858000"/>
              <a:gd name="connsiteX325" fmla="*/ 3547861 w 7467600"/>
              <a:gd name="connsiteY325" fmla="*/ 6129609 h 6858000"/>
              <a:gd name="connsiteX326" fmla="*/ 3490905 w 7467600"/>
              <a:gd name="connsiteY326" fmla="*/ 6277660 h 6858000"/>
              <a:gd name="connsiteX327" fmla="*/ 3455859 w 7467600"/>
              <a:gd name="connsiteY327" fmla="*/ 6391301 h 6858000"/>
              <a:gd name="connsiteX328" fmla="*/ 3429112 w 7467600"/>
              <a:gd name="connsiteY328" fmla="*/ 6479469 h 6858000"/>
              <a:gd name="connsiteX329" fmla="*/ 3304862 w 7467600"/>
              <a:gd name="connsiteY329" fmla="*/ 6796476 h 6858000"/>
              <a:gd name="connsiteX330" fmla="*/ 3276071 w 7467600"/>
              <a:gd name="connsiteY330" fmla="*/ 6858000 h 6858000"/>
              <a:gd name="connsiteX331" fmla="*/ 3240805 w 7467600"/>
              <a:gd name="connsiteY331" fmla="*/ 6858000 h 6858000"/>
              <a:gd name="connsiteX332" fmla="*/ 3275917 w 7467600"/>
              <a:gd name="connsiteY332" fmla="*/ 6783192 h 6858000"/>
              <a:gd name="connsiteX333" fmla="*/ 3399358 w 7467600"/>
              <a:gd name="connsiteY333" fmla="*/ 6469011 h 6858000"/>
              <a:gd name="connsiteX334" fmla="*/ 3425650 w 7467600"/>
              <a:gd name="connsiteY334" fmla="*/ 6381333 h 6858000"/>
              <a:gd name="connsiteX335" fmla="*/ 3460661 w 7467600"/>
              <a:gd name="connsiteY335" fmla="*/ 6266763 h 6858000"/>
              <a:gd name="connsiteX336" fmla="*/ 3518021 w 7467600"/>
              <a:gd name="connsiteY336" fmla="*/ 6117298 h 6858000"/>
              <a:gd name="connsiteX337" fmla="*/ 3554035 w 7467600"/>
              <a:gd name="connsiteY337" fmla="*/ 6027832 h 6858000"/>
              <a:gd name="connsiteX338" fmla="*/ 3677174 w 7467600"/>
              <a:gd name="connsiteY338" fmla="*/ 5636351 h 6858000"/>
              <a:gd name="connsiteX339" fmla="*/ 3698819 w 7467600"/>
              <a:gd name="connsiteY339" fmla="*/ 5560503 h 6858000"/>
              <a:gd name="connsiteX340" fmla="*/ 3702094 w 7467600"/>
              <a:gd name="connsiteY340" fmla="*/ 5549194 h 6858000"/>
              <a:gd name="connsiteX341" fmla="*/ 3398355 w 7467600"/>
              <a:gd name="connsiteY341" fmla="*/ 6094603 h 6858000"/>
              <a:gd name="connsiteX342" fmla="*/ 3193941 w 7467600"/>
              <a:gd name="connsiteY342" fmla="*/ 6798775 h 6858000"/>
              <a:gd name="connsiteX343" fmla="*/ 3184140 w 7467600"/>
              <a:gd name="connsiteY343" fmla="*/ 6858000 h 6858000"/>
              <a:gd name="connsiteX344" fmla="*/ 3099978 w 7467600"/>
              <a:gd name="connsiteY344" fmla="*/ 6858000 h 6858000"/>
              <a:gd name="connsiteX345" fmla="*/ 3101556 w 7467600"/>
              <a:gd name="connsiteY345" fmla="*/ 6843337 h 6858000"/>
              <a:gd name="connsiteX346" fmla="*/ 3370162 w 7467600"/>
              <a:gd name="connsiteY346" fmla="*/ 5785550 h 6858000"/>
              <a:gd name="connsiteX347" fmla="*/ 3746477 w 7467600"/>
              <a:gd name="connsiteY347" fmla="*/ 5377889 h 6858000"/>
              <a:gd name="connsiteX348" fmla="*/ 3863399 w 7467600"/>
              <a:gd name="connsiteY348" fmla="*/ 5087257 h 6858000"/>
              <a:gd name="connsiteX349" fmla="*/ 3968712 w 7467600"/>
              <a:gd name="connsiteY349" fmla="*/ 4913989 h 6858000"/>
              <a:gd name="connsiteX350" fmla="*/ 2792390 w 7467600"/>
              <a:gd name="connsiteY350" fmla="*/ 5382974 h 6858000"/>
              <a:gd name="connsiteX351" fmla="*/ 2714982 w 7467600"/>
              <a:gd name="connsiteY351" fmla="*/ 5427051 h 6858000"/>
              <a:gd name="connsiteX352" fmla="*/ 2813361 w 7467600"/>
              <a:gd name="connsiteY352" fmla="*/ 6023912 h 6858000"/>
              <a:gd name="connsiteX353" fmla="*/ 2688430 w 7467600"/>
              <a:gd name="connsiteY353" fmla="*/ 6801564 h 6858000"/>
              <a:gd name="connsiteX354" fmla="*/ 2629626 w 7467600"/>
              <a:gd name="connsiteY354" fmla="*/ 6763394 h 6858000"/>
              <a:gd name="connsiteX355" fmla="*/ 2565328 w 7467600"/>
              <a:gd name="connsiteY355" fmla="*/ 5516399 h 6858000"/>
              <a:gd name="connsiteX356" fmla="*/ 1922999 w 7467600"/>
              <a:gd name="connsiteY356" fmla="*/ 5980343 h 6858000"/>
              <a:gd name="connsiteX357" fmla="*/ 1950261 w 7467600"/>
              <a:gd name="connsiteY357" fmla="*/ 6405858 h 6858000"/>
              <a:gd name="connsiteX358" fmla="*/ 2365554 w 7467600"/>
              <a:gd name="connsiteY358" fmla="*/ 6759107 h 6858000"/>
              <a:gd name="connsiteX359" fmla="*/ 2424142 w 7467600"/>
              <a:gd name="connsiteY359" fmla="*/ 6858000 h 6858000"/>
              <a:gd name="connsiteX360" fmla="*/ 2395994 w 7467600"/>
              <a:gd name="connsiteY360" fmla="*/ 6858000 h 6858000"/>
              <a:gd name="connsiteX361" fmla="*/ 2392863 w 7467600"/>
              <a:gd name="connsiteY361" fmla="*/ 6852964 h 6858000"/>
              <a:gd name="connsiteX362" fmla="*/ 2017589 w 7467600"/>
              <a:gd name="connsiteY362" fmla="*/ 6493982 h 6858000"/>
              <a:gd name="connsiteX363" fmla="*/ 2147336 w 7467600"/>
              <a:gd name="connsiteY363" fmla="*/ 6594052 h 6858000"/>
              <a:gd name="connsiteX364" fmla="*/ 2207047 w 7467600"/>
              <a:gd name="connsiteY364" fmla="*/ 6654540 h 6858000"/>
              <a:gd name="connsiteX365" fmla="*/ 2299106 w 7467600"/>
              <a:gd name="connsiteY365" fmla="*/ 6778931 h 6858000"/>
              <a:gd name="connsiteX366" fmla="*/ 2314430 w 7467600"/>
              <a:gd name="connsiteY366" fmla="*/ 6801144 h 6858000"/>
              <a:gd name="connsiteX367" fmla="*/ 2352406 w 7467600"/>
              <a:gd name="connsiteY367" fmla="*/ 6858000 h 6858000"/>
              <a:gd name="connsiteX368" fmla="*/ 2314492 w 7467600"/>
              <a:gd name="connsiteY368" fmla="*/ 6858000 h 6858000"/>
              <a:gd name="connsiteX369" fmla="*/ 2288095 w 7467600"/>
              <a:gd name="connsiteY369" fmla="*/ 6818030 h 6858000"/>
              <a:gd name="connsiteX370" fmla="*/ 2272768 w 7467600"/>
              <a:gd name="connsiteY370" fmla="*/ 6795822 h 6858000"/>
              <a:gd name="connsiteX371" fmla="*/ 2182715 w 7467600"/>
              <a:gd name="connsiteY371" fmla="*/ 6675071 h 6858000"/>
              <a:gd name="connsiteX372" fmla="*/ 2032061 w 7467600"/>
              <a:gd name="connsiteY372" fmla="*/ 6541380 h 6858000"/>
              <a:gd name="connsiteX373" fmla="*/ 2257220 w 7467600"/>
              <a:gd name="connsiteY373" fmla="*/ 6826257 h 6858000"/>
              <a:gd name="connsiteX374" fmla="*/ 2281324 w 7467600"/>
              <a:gd name="connsiteY374" fmla="*/ 6858000 h 6858000"/>
              <a:gd name="connsiteX375" fmla="*/ 2242860 w 7467600"/>
              <a:gd name="connsiteY375" fmla="*/ 6858000 h 6858000"/>
              <a:gd name="connsiteX376" fmla="*/ 2232818 w 7467600"/>
              <a:gd name="connsiteY376" fmla="*/ 6844926 h 6858000"/>
              <a:gd name="connsiteX377" fmla="*/ 1990172 w 7467600"/>
              <a:gd name="connsiteY377" fmla="*/ 6542121 h 6858000"/>
              <a:gd name="connsiteX378" fmla="*/ 2124090 w 7467600"/>
              <a:gd name="connsiteY378" fmla="*/ 6761017 h 6858000"/>
              <a:gd name="connsiteX379" fmla="*/ 2200380 w 7467600"/>
              <a:gd name="connsiteY379" fmla="*/ 6858000 h 6858000"/>
              <a:gd name="connsiteX380" fmla="*/ 2147507 w 7467600"/>
              <a:gd name="connsiteY380" fmla="*/ 6858000 h 6858000"/>
              <a:gd name="connsiteX381" fmla="*/ 2070668 w 7467600"/>
              <a:gd name="connsiteY381" fmla="*/ 6761520 h 6858000"/>
              <a:gd name="connsiteX382" fmla="*/ 1975142 w 7467600"/>
              <a:gd name="connsiteY382" fmla="*/ 6585570 h 6858000"/>
              <a:gd name="connsiteX383" fmla="*/ 2050035 w 7467600"/>
              <a:gd name="connsiteY383" fmla="*/ 6813345 h 6858000"/>
              <a:gd name="connsiteX384" fmla="*/ 2063025 w 7467600"/>
              <a:gd name="connsiteY384" fmla="*/ 6858000 h 6858000"/>
              <a:gd name="connsiteX385" fmla="*/ 2021675 w 7467600"/>
              <a:gd name="connsiteY385" fmla="*/ 6858000 h 6858000"/>
              <a:gd name="connsiteX386" fmla="*/ 2019308 w 7467600"/>
              <a:gd name="connsiteY386" fmla="*/ 6847118 h 6858000"/>
              <a:gd name="connsiteX387" fmla="*/ 1938835 w 7467600"/>
              <a:gd name="connsiteY387" fmla="*/ 6551160 h 6858000"/>
              <a:gd name="connsiteX388" fmla="*/ 1953230 w 7467600"/>
              <a:gd name="connsiteY388" fmla="*/ 6759699 h 6858000"/>
              <a:gd name="connsiteX389" fmla="*/ 1956763 w 7467600"/>
              <a:gd name="connsiteY389" fmla="*/ 6778191 h 6858000"/>
              <a:gd name="connsiteX390" fmla="*/ 1967925 w 7467600"/>
              <a:gd name="connsiteY390" fmla="*/ 6858000 h 6858000"/>
              <a:gd name="connsiteX391" fmla="*/ 1936622 w 7467600"/>
              <a:gd name="connsiteY391" fmla="*/ 6858000 h 6858000"/>
              <a:gd name="connsiteX392" fmla="*/ 1926261 w 7467600"/>
              <a:gd name="connsiteY392" fmla="*/ 6784064 h 6858000"/>
              <a:gd name="connsiteX393" fmla="*/ 1922724 w 7467600"/>
              <a:gd name="connsiteY393" fmla="*/ 6765577 h 6858000"/>
              <a:gd name="connsiteX394" fmla="*/ 1904650 w 7467600"/>
              <a:gd name="connsiteY394" fmla="*/ 6639616 h 6858000"/>
              <a:gd name="connsiteX395" fmla="*/ 1885273 w 7467600"/>
              <a:gd name="connsiteY395" fmla="*/ 6858000 h 6858000"/>
              <a:gd name="connsiteX396" fmla="*/ 1854363 w 7467600"/>
              <a:gd name="connsiteY396" fmla="*/ 6858000 h 6858000"/>
              <a:gd name="connsiteX397" fmla="*/ 1880391 w 7467600"/>
              <a:gd name="connsiteY397" fmla="*/ 6603796 h 6858000"/>
              <a:gd name="connsiteX398" fmla="*/ 1818273 w 7467600"/>
              <a:gd name="connsiteY398" fmla="*/ 6715729 h 6858000"/>
              <a:gd name="connsiteX399" fmla="*/ 1794691 w 7467600"/>
              <a:gd name="connsiteY399" fmla="*/ 6843239 h 6858000"/>
              <a:gd name="connsiteX400" fmla="*/ 1794914 w 7467600"/>
              <a:gd name="connsiteY400" fmla="*/ 6858000 h 6858000"/>
              <a:gd name="connsiteX401" fmla="*/ 1746128 w 7467600"/>
              <a:gd name="connsiteY401" fmla="*/ 6858000 h 6858000"/>
              <a:gd name="connsiteX402" fmla="*/ 1753934 w 7467600"/>
              <a:gd name="connsiteY402" fmla="*/ 6724796 h 6858000"/>
              <a:gd name="connsiteX403" fmla="*/ 1792053 w 7467600"/>
              <a:gd name="connsiteY403" fmla="*/ 6572396 h 6858000"/>
              <a:gd name="connsiteX404" fmla="*/ 1862248 w 7467600"/>
              <a:gd name="connsiteY404" fmla="*/ 6266397 h 6858000"/>
              <a:gd name="connsiteX405" fmla="*/ 1862250 w 7467600"/>
              <a:gd name="connsiteY405" fmla="*/ 6033531 h 6858000"/>
              <a:gd name="connsiteX406" fmla="*/ 1211999 w 7467600"/>
              <a:gd name="connsiteY406" fmla="*/ 6683610 h 6858000"/>
              <a:gd name="connsiteX407" fmla="*/ 1213266 w 7467600"/>
              <a:gd name="connsiteY407" fmla="*/ 6691947 h 6858000"/>
              <a:gd name="connsiteX408" fmla="*/ 1203370 w 7467600"/>
              <a:gd name="connsiteY408" fmla="*/ 6850676 h 6858000"/>
              <a:gd name="connsiteX409" fmla="*/ 1203671 w 7467600"/>
              <a:gd name="connsiteY409" fmla="*/ 6858000 h 6858000"/>
              <a:gd name="connsiteX410" fmla="*/ 1143180 w 7467600"/>
              <a:gd name="connsiteY410" fmla="*/ 6858000 h 6858000"/>
              <a:gd name="connsiteX411" fmla="*/ 1142176 w 7467600"/>
              <a:gd name="connsiteY411" fmla="*/ 6766045 h 6858000"/>
              <a:gd name="connsiteX412" fmla="*/ 1067484 w 7467600"/>
              <a:gd name="connsiteY412" fmla="*/ 6858000 h 6858000"/>
              <a:gd name="connsiteX413" fmla="*/ 953928 w 7467600"/>
              <a:gd name="connsiteY413" fmla="*/ 6858000 h 6858000"/>
              <a:gd name="connsiteX414" fmla="*/ 959715 w 7467600"/>
              <a:gd name="connsiteY414" fmla="*/ 6850185 h 6858000"/>
              <a:gd name="connsiteX415" fmla="*/ 1483788 w 7467600"/>
              <a:gd name="connsiteY415" fmla="*/ 6259174 h 6858000"/>
              <a:gd name="connsiteX416" fmla="*/ 1100671 w 7467600"/>
              <a:gd name="connsiteY416" fmla="*/ 6252137 h 6858000"/>
              <a:gd name="connsiteX417" fmla="*/ 1090144 w 7467600"/>
              <a:gd name="connsiteY417" fmla="*/ 6256748 h 6858000"/>
              <a:gd name="connsiteX418" fmla="*/ 1095872 w 7467600"/>
              <a:gd name="connsiteY418" fmla="*/ 6271892 h 6858000"/>
              <a:gd name="connsiteX419" fmla="*/ 262785 w 7467600"/>
              <a:gd name="connsiteY419" fmla="*/ 6845450 h 6858000"/>
              <a:gd name="connsiteX420" fmla="*/ 209968 w 7467600"/>
              <a:gd name="connsiteY420" fmla="*/ 6770713 h 6858000"/>
              <a:gd name="connsiteX421" fmla="*/ 873460 w 7467600"/>
              <a:gd name="connsiteY421" fmla="*/ 6253768 h 6858000"/>
              <a:gd name="connsiteX422" fmla="*/ 192686 w 7467600"/>
              <a:gd name="connsiteY422" fmla="*/ 5849257 h 6858000"/>
              <a:gd name="connsiteX423" fmla="*/ 4696 w 7467600"/>
              <a:gd name="connsiteY423" fmla="*/ 5697668 h 6858000"/>
              <a:gd name="connsiteX424" fmla="*/ 0 w 7467600"/>
              <a:gd name="connsiteY424" fmla="*/ 5689984 h 6858000"/>
              <a:gd name="connsiteX425" fmla="*/ 0 w 7467600"/>
              <a:gd name="connsiteY425" fmla="*/ 5513472 h 6858000"/>
              <a:gd name="connsiteX426" fmla="*/ 174101 w 7467600"/>
              <a:gd name="connsiteY426" fmla="*/ 5620277 h 6858000"/>
              <a:gd name="connsiteX427" fmla="*/ 891800 w 7467600"/>
              <a:gd name="connsiteY427" fmla="*/ 6036935 h 6858000"/>
              <a:gd name="connsiteX428" fmla="*/ 1072219 w 7467600"/>
              <a:gd name="connsiteY428" fmla="*/ 6169443 h 6858000"/>
              <a:gd name="connsiteX429" fmla="*/ 1074117 w 7467600"/>
              <a:gd name="connsiteY429" fmla="*/ 6170301 h 6858000"/>
              <a:gd name="connsiteX430" fmla="*/ 1083114 w 7467600"/>
              <a:gd name="connsiteY430" fmla="*/ 6174131 h 6858000"/>
              <a:gd name="connsiteX431" fmla="*/ 1543010 w 7467600"/>
              <a:gd name="connsiteY431" fmla="*/ 6191140 h 6858000"/>
              <a:gd name="connsiteX432" fmla="*/ 1551080 w 7467600"/>
              <a:gd name="connsiteY432" fmla="*/ 6195006 h 6858000"/>
              <a:gd name="connsiteX433" fmla="*/ 2345443 w 7467600"/>
              <a:gd name="connsiteY433" fmla="*/ 5549882 h 6858000"/>
              <a:gd name="connsiteX434" fmla="*/ 1721499 w 7467600"/>
              <a:gd name="connsiteY434" fmla="*/ 5599969 h 6858000"/>
              <a:gd name="connsiteX435" fmla="*/ 767716 w 7467600"/>
              <a:gd name="connsiteY435" fmla="*/ 5472768 h 6858000"/>
              <a:gd name="connsiteX436" fmla="*/ 722147 w 7467600"/>
              <a:gd name="connsiteY436" fmla="*/ 5393091 h 6858000"/>
              <a:gd name="connsiteX437" fmla="*/ 1485552 w 7467600"/>
              <a:gd name="connsiteY437" fmla="*/ 5313202 h 6858000"/>
              <a:gd name="connsiteX438" fmla="*/ 2143004 w 7467600"/>
              <a:gd name="connsiteY438" fmla="*/ 5402420 h 6858000"/>
              <a:gd name="connsiteX439" fmla="*/ 1933391 w 7467600"/>
              <a:gd name="connsiteY439" fmla="*/ 5156971 h 6858000"/>
              <a:gd name="connsiteX440" fmla="*/ 1827118 w 7467600"/>
              <a:gd name="connsiteY440" fmla="*/ 4968410 h 6858000"/>
              <a:gd name="connsiteX441" fmla="*/ 1837349 w 7467600"/>
              <a:gd name="connsiteY441" fmla="*/ 4956357 h 6858000"/>
              <a:gd name="connsiteX442" fmla="*/ 2162835 w 7467600"/>
              <a:gd name="connsiteY442" fmla="*/ 5187853 h 6858000"/>
              <a:gd name="connsiteX443" fmla="*/ 2257167 w 7467600"/>
              <a:gd name="connsiteY443" fmla="*/ 5462123 h 6858000"/>
              <a:gd name="connsiteX444" fmla="*/ 2261598 w 7467600"/>
              <a:gd name="connsiteY444" fmla="*/ 5467998 h 6858000"/>
              <a:gd name="connsiteX445" fmla="*/ 2437177 w 7467600"/>
              <a:gd name="connsiteY445" fmla="*/ 5479608 h 6858000"/>
              <a:gd name="connsiteX446" fmla="*/ 2445247 w 7467600"/>
              <a:gd name="connsiteY446" fmla="*/ 5483476 h 6858000"/>
              <a:gd name="connsiteX447" fmla="*/ 2743626 w 7467600"/>
              <a:gd name="connsiteY447" fmla="*/ 5304819 h 6858000"/>
              <a:gd name="connsiteX448" fmla="*/ 3048102 w 7467600"/>
              <a:gd name="connsiteY448" fmla="*/ 5150595 h 6858000"/>
              <a:gd name="connsiteX449" fmla="*/ 1799414 w 7467600"/>
              <a:gd name="connsiteY449" fmla="*/ 4694732 h 6858000"/>
              <a:gd name="connsiteX450" fmla="*/ 1771735 w 7467600"/>
              <a:gd name="connsiteY450" fmla="*/ 4619929 h 6858000"/>
              <a:gd name="connsiteX451" fmla="*/ 3104273 w 7467600"/>
              <a:gd name="connsiteY451" fmla="*/ 5076159 h 6858000"/>
              <a:gd name="connsiteX452" fmla="*/ 3113245 w 7467600"/>
              <a:gd name="connsiteY452" fmla="*/ 5090705 h 6858000"/>
              <a:gd name="connsiteX453" fmla="*/ 3126294 w 7467600"/>
              <a:gd name="connsiteY453" fmla="*/ 5114400 h 6858000"/>
              <a:gd name="connsiteX454" fmla="*/ 3937433 w 7467600"/>
              <a:gd name="connsiteY454" fmla="*/ 4830473 h 6858000"/>
              <a:gd name="connsiteX455" fmla="*/ 3590475 w 7467600"/>
              <a:gd name="connsiteY455" fmla="*/ 4597974 h 6858000"/>
              <a:gd name="connsiteX456" fmla="*/ 3100264 w 7467600"/>
              <a:gd name="connsiteY456" fmla="*/ 4579845 h 6858000"/>
              <a:gd name="connsiteX457" fmla="*/ 2183576 w 7467600"/>
              <a:gd name="connsiteY457" fmla="*/ 4227150 h 6858000"/>
              <a:gd name="connsiteX458" fmla="*/ 2151029 w 7467600"/>
              <a:gd name="connsiteY458" fmla="*/ 4146947 h 6858000"/>
              <a:gd name="connsiteX459" fmla="*/ 3563434 w 7467600"/>
              <a:gd name="connsiteY459" fmla="*/ 4469115 h 6858000"/>
              <a:gd name="connsiteX460" fmla="*/ 3177952 w 7467600"/>
              <a:gd name="connsiteY460" fmla="*/ 3657386 h 6858000"/>
              <a:gd name="connsiteX461" fmla="*/ 3189263 w 7467600"/>
              <a:gd name="connsiteY461" fmla="*/ 3625726 h 6858000"/>
              <a:gd name="connsiteX462" fmla="*/ 3560912 w 7467600"/>
              <a:gd name="connsiteY462" fmla="*/ 4079863 h 6858000"/>
              <a:gd name="connsiteX463" fmla="*/ 3626636 w 7467600"/>
              <a:gd name="connsiteY463" fmla="*/ 4512230 h 6858000"/>
              <a:gd name="connsiteX464" fmla="*/ 3653088 w 7467600"/>
              <a:gd name="connsiteY464" fmla="*/ 4521417 h 6858000"/>
              <a:gd name="connsiteX465" fmla="*/ 3988128 w 7467600"/>
              <a:gd name="connsiteY465" fmla="*/ 4817267 h 6858000"/>
              <a:gd name="connsiteX466" fmla="*/ 4830582 w 7467600"/>
              <a:gd name="connsiteY466" fmla="*/ 4676000 h 6858000"/>
              <a:gd name="connsiteX467" fmla="*/ 4830100 w 7467600"/>
              <a:gd name="connsiteY467" fmla="*/ 4675554 h 6858000"/>
              <a:gd name="connsiteX468" fmla="*/ 4036318 w 7467600"/>
              <a:gd name="connsiteY468" fmla="*/ 4147013 h 6858000"/>
              <a:gd name="connsiteX469" fmla="*/ 3432098 w 7467600"/>
              <a:gd name="connsiteY469" fmla="*/ 3537312 h 6858000"/>
              <a:gd name="connsiteX470" fmla="*/ 3446761 w 7467600"/>
              <a:gd name="connsiteY470" fmla="*/ 3461278 h 6858000"/>
              <a:gd name="connsiteX471" fmla="*/ 4419733 w 7467600"/>
              <a:gd name="connsiteY471" fmla="*/ 3963555 h 6858000"/>
              <a:gd name="connsiteX472" fmla="*/ 4781371 w 7467600"/>
              <a:gd name="connsiteY472" fmla="*/ 4458604 h 6858000"/>
              <a:gd name="connsiteX473" fmla="*/ 4780440 w 7467600"/>
              <a:gd name="connsiteY473" fmla="*/ 4470290 h 6858000"/>
              <a:gd name="connsiteX474" fmla="*/ 4898954 w 7467600"/>
              <a:gd name="connsiteY474" fmla="*/ 4662092 h 6858000"/>
              <a:gd name="connsiteX475" fmla="*/ 4900699 w 7467600"/>
              <a:gd name="connsiteY475" fmla="*/ 4670867 h 6858000"/>
              <a:gd name="connsiteX476" fmla="*/ 5714511 w 7467600"/>
              <a:gd name="connsiteY476" fmla="*/ 4663483 h 6858000"/>
              <a:gd name="connsiteX477" fmla="*/ 5464793 w 7467600"/>
              <a:gd name="connsiteY477" fmla="*/ 4393556 h 6858000"/>
              <a:gd name="connsiteX478" fmla="*/ 5461897 w 7467600"/>
              <a:gd name="connsiteY478" fmla="*/ 4390879 h 6858000"/>
              <a:gd name="connsiteX479" fmla="*/ 4294126 w 7467600"/>
              <a:gd name="connsiteY479" fmla="*/ 3303048 h 6858000"/>
              <a:gd name="connsiteX480" fmla="*/ 4305321 w 7467600"/>
              <a:gd name="connsiteY480" fmla="*/ 3256953 h 6858000"/>
              <a:gd name="connsiteX481" fmla="*/ 4949299 w 7467600"/>
              <a:gd name="connsiteY481" fmla="*/ 3766336 h 6858000"/>
              <a:gd name="connsiteX482" fmla="*/ 5291452 w 7467600"/>
              <a:gd name="connsiteY482" fmla="*/ 4076801 h 6858000"/>
              <a:gd name="connsiteX483" fmla="*/ 5434998 w 7467600"/>
              <a:gd name="connsiteY483" fmla="*/ 4254100 h 6858000"/>
              <a:gd name="connsiteX484" fmla="*/ 5351015 w 7467600"/>
              <a:gd name="connsiteY484" fmla="*/ 3760989 h 6858000"/>
              <a:gd name="connsiteX485" fmla="*/ 5413780 w 7467600"/>
              <a:gd name="connsiteY485" fmla="*/ 2966265 h 6858000"/>
              <a:gd name="connsiteX486" fmla="*/ 5425627 w 7467600"/>
              <a:gd name="connsiteY486" fmla="*/ 2954192 h 6858000"/>
              <a:gd name="connsiteX487" fmla="*/ 6604735 w 7467600"/>
              <a:gd name="connsiteY487" fmla="*/ 2041381 h 6858000"/>
              <a:gd name="connsiteX488" fmla="*/ 7204487 w 7467600"/>
              <a:gd name="connsiteY488" fmla="*/ 2742112 h 6858000"/>
              <a:gd name="connsiteX489" fmla="*/ 7131592 w 7467600"/>
              <a:gd name="connsiteY489" fmla="*/ 2672096 h 6858000"/>
              <a:gd name="connsiteX490" fmla="*/ 6996344 w 7467600"/>
              <a:gd name="connsiteY490" fmla="*/ 2518310 h 6858000"/>
              <a:gd name="connsiteX491" fmla="*/ 6735495 w 7467600"/>
              <a:gd name="connsiteY491" fmla="*/ 2196890 h 6858000"/>
              <a:gd name="connsiteX492" fmla="*/ 6721901 w 7467600"/>
              <a:gd name="connsiteY492" fmla="*/ 2179274 h 6858000"/>
              <a:gd name="connsiteX493" fmla="*/ 6604735 w 7467600"/>
              <a:gd name="connsiteY493" fmla="*/ 2041381 h 6858000"/>
              <a:gd name="connsiteX494" fmla="*/ 6591670 w 7467600"/>
              <a:gd name="connsiteY494" fmla="*/ 1988277 h 6858000"/>
              <a:gd name="connsiteX495" fmla="*/ 6747349 w 7467600"/>
              <a:gd name="connsiteY495" fmla="*/ 2160069 h 6858000"/>
              <a:gd name="connsiteX496" fmla="*/ 6760943 w 7467600"/>
              <a:gd name="connsiteY496" fmla="*/ 2177686 h 6858000"/>
              <a:gd name="connsiteX497" fmla="*/ 7021065 w 7467600"/>
              <a:gd name="connsiteY497" fmla="*/ 2498102 h 6858000"/>
              <a:gd name="connsiteX498" fmla="*/ 7155223 w 7467600"/>
              <a:gd name="connsiteY498" fmla="*/ 2650386 h 6858000"/>
              <a:gd name="connsiteX499" fmla="*/ 7203167 w 7467600"/>
              <a:gd name="connsiteY499" fmla="*/ 2697288 h 6858000"/>
              <a:gd name="connsiteX500" fmla="*/ 6937703 w 7467600"/>
              <a:gd name="connsiteY500" fmla="*/ 2321981 h 6858000"/>
              <a:gd name="connsiteX501" fmla="*/ 6591670 w 7467600"/>
              <a:gd name="connsiteY501" fmla="*/ 1988277 h 6858000"/>
              <a:gd name="connsiteX502" fmla="*/ 5798671 w 7467600"/>
              <a:gd name="connsiteY502" fmla="*/ 1981601 h 6858000"/>
              <a:gd name="connsiteX503" fmla="*/ 5754709 w 7467600"/>
              <a:gd name="connsiteY503" fmla="*/ 2071454 h 6858000"/>
              <a:gd name="connsiteX504" fmla="*/ 5763044 w 7467600"/>
              <a:gd name="connsiteY504" fmla="*/ 2842206 h 6858000"/>
              <a:gd name="connsiteX505" fmla="*/ 5764974 w 7467600"/>
              <a:gd name="connsiteY505" fmla="*/ 2799609 h 6858000"/>
              <a:gd name="connsiteX506" fmla="*/ 5767665 w 7467600"/>
              <a:gd name="connsiteY506" fmla="*/ 2666409 h 6858000"/>
              <a:gd name="connsiteX507" fmla="*/ 5763055 w 7467600"/>
              <a:gd name="connsiteY507" fmla="*/ 2579705 h 6858000"/>
              <a:gd name="connsiteX508" fmla="*/ 5758079 w 7467600"/>
              <a:gd name="connsiteY508" fmla="*/ 2492508 h 6858000"/>
              <a:gd name="connsiteX509" fmla="*/ 5779325 w 7467600"/>
              <a:gd name="connsiteY509" fmla="*/ 2197069 h 6858000"/>
              <a:gd name="connsiteX510" fmla="*/ 5798671 w 7467600"/>
              <a:gd name="connsiteY510" fmla="*/ 1981601 h 6858000"/>
              <a:gd name="connsiteX511" fmla="*/ 5829202 w 7467600"/>
              <a:gd name="connsiteY511" fmla="*/ 1971679 h 6858000"/>
              <a:gd name="connsiteX512" fmla="*/ 5809558 w 7467600"/>
              <a:gd name="connsiteY512" fmla="*/ 2198043 h 6858000"/>
              <a:gd name="connsiteX513" fmla="*/ 5788653 w 7467600"/>
              <a:gd name="connsiteY513" fmla="*/ 2489430 h 6858000"/>
              <a:gd name="connsiteX514" fmla="*/ 5793439 w 7467600"/>
              <a:gd name="connsiteY514" fmla="*/ 2575235 h 6858000"/>
              <a:gd name="connsiteX515" fmla="*/ 5796837 w 7467600"/>
              <a:gd name="connsiteY515" fmla="*/ 2637633 h 6858000"/>
              <a:gd name="connsiteX516" fmla="*/ 5818614 w 7467600"/>
              <a:gd name="connsiteY516" fmla="*/ 2473055 h 6858000"/>
              <a:gd name="connsiteX517" fmla="*/ 5829202 w 7467600"/>
              <a:gd name="connsiteY517" fmla="*/ 1971679 h 6858000"/>
              <a:gd name="connsiteX518" fmla="*/ 5911389 w 7467600"/>
              <a:gd name="connsiteY518" fmla="*/ 1898371 h 6858000"/>
              <a:gd name="connsiteX519" fmla="*/ 6237627 w 7467600"/>
              <a:gd name="connsiteY519" fmla="*/ 2231921 h 6858000"/>
              <a:gd name="connsiteX520" fmla="*/ 5911389 w 7467600"/>
              <a:gd name="connsiteY520" fmla="*/ 1898371 h 6858000"/>
              <a:gd name="connsiteX521" fmla="*/ 6944437 w 7467600"/>
              <a:gd name="connsiteY521" fmla="*/ 1575402 h 6858000"/>
              <a:gd name="connsiteX522" fmla="*/ 6304730 w 7467600"/>
              <a:gd name="connsiteY522" fmla="*/ 1766654 h 6858000"/>
              <a:gd name="connsiteX523" fmla="*/ 6944437 w 7467600"/>
              <a:gd name="connsiteY523" fmla="*/ 1575402 h 6858000"/>
              <a:gd name="connsiteX524" fmla="*/ 7019523 w 7467600"/>
              <a:gd name="connsiteY524" fmla="*/ 1519450 h 6858000"/>
              <a:gd name="connsiteX525" fmla="*/ 6298091 w 7467600"/>
              <a:gd name="connsiteY525" fmla="*/ 1737122 h 6858000"/>
              <a:gd name="connsiteX526" fmla="*/ 7019523 w 7467600"/>
              <a:gd name="connsiteY526" fmla="*/ 1519450 h 6858000"/>
              <a:gd name="connsiteX527" fmla="*/ 2399523 w 7467600"/>
              <a:gd name="connsiteY527" fmla="*/ 1428234 h 6858000"/>
              <a:gd name="connsiteX528" fmla="*/ 2224982 w 7467600"/>
              <a:gd name="connsiteY528" fmla="*/ 1826201 h 6858000"/>
              <a:gd name="connsiteX529" fmla="*/ 2096099 w 7467600"/>
              <a:gd name="connsiteY529" fmla="*/ 2345900 h 6858000"/>
              <a:gd name="connsiteX530" fmla="*/ 2283317 w 7467600"/>
              <a:gd name="connsiteY530" fmla="*/ 1796925 h 6858000"/>
              <a:gd name="connsiteX531" fmla="*/ 2399523 w 7467600"/>
              <a:gd name="connsiteY531" fmla="*/ 1428234 h 6858000"/>
              <a:gd name="connsiteX532" fmla="*/ 2448558 w 7467600"/>
              <a:gd name="connsiteY532" fmla="*/ 1373435 h 6858000"/>
              <a:gd name="connsiteX533" fmla="*/ 2312521 w 7467600"/>
              <a:gd name="connsiteY533" fmla="*/ 1806140 h 6858000"/>
              <a:gd name="connsiteX534" fmla="*/ 2127533 w 7467600"/>
              <a:gd name="connsiteY534" fmla="*/ 2348380 h 6858000"/>
              <a:gd name="connsiteX535" fmla="*/ 2358080 w 7467600"/>
              <a:gd name="connsiteY535" fmla="*/ 1866134 h 6858000"/>
              <a:gd name="connsiteX536" fmla="*/ 2407436 w 7467600"/>
              <a:gd name="connsiteY536" fmla="*/ 1651070 h 6858000"/>
              <a:gd name="connsiteX537" fmla="*/ 2448558 w 7467600"/>
              <a:gd name="connsiteY537" fmla="*/ 1373435 h 6858000"/>
              <a:gd name="connsiteX538" fmla="*/ 278707 w 7467600"/>
              <a:gd name="connsiteY538" fmla="*/ 1352270 h 6858000"/>
              <a:gd name="connsiteX539" fmla="*/ 321570 w 7467600"/>
              <a:gd name="connsiteY539" fmla="*/ 1861610 h 6858000"/>
              <a:gd name="connsiteX540" fmla="*/ 294281 w 7467600"/>
              <a:gd name="connsiteY540" fmla="*/ 1440658 h 6858000"/>
              <a:gd name="connsiteX541" fmla="*/ 278707 w 7467600"/>
              <a:gd name="connsiteY541" fmla="*/ 1352270 h 6858000"/>
              <a:gd name="connsiteX542" fmla="*/ 1423821 w 7467600"/>
              <a:gd name="connsiteY542" fmla="*/ 1351958 h 6858000"/>
              <a:gd name="connsiteX543" fmla="*/ 1638521 w 7467600"/>
              <a:gd name="connsiteY543" fmla="*/ 1908470 h 6858000"/>
              <a:gd name="connsiteX544" fmla="*/ 1754199 w 7467600"/>
              <a:gd name="connsiteY544" fmla="*/ 2149284 h 6858000"/>
              <a:gd name="connsiteX545" fmla="*/ 1908359 w 7467600"/>
              <a:gd name="connsiteY545" fmla="*/ 2364988 h 6858000"/>
              <a:gd name="connsiteX546" fmla="*/ 1647661 w 7467600"/>
              <a:gd name="connsiteY546" fmla="*/ 1825945 h 6858000"/>
              <a:gd name="connsiteX547" fmla="*/ 1423821 w 7467600"/>
              <a:gd name="connsiteY547" fmla="*/ 1351958 h 6858000"/>
              <a:gd name="connsiteX548" fmla="*/ 1431890 w 7467600"/>
              <a:gd name="connsiteY548" fmla="*/ 1306475 h 6858000"/>
              <a:gd name="connsiteX549" fmla="*/ 1507597 w 7467600"/>
              <a:gd name="connsiteY549" fmla="*/ 1446132 h 6858000"/>
              <a:gd name="connsiteX550" fmla="*/ 1674586 w 7467600"/>
              <a:gd name="connsiteY550" fmla="*/ 1813832 h 6858000"/>
              <a:gd name="connsiteX551" fmla="*/ 1815950 w 7467600"/>
              <a:gd name="connsiteY551" fmla="*/ 2128564 h 6858000"/>
              <a:gd name="connsiteX552" fmla="*/ 1984242 w 7467600"/>
              <a:gd name="connsiteY552" fmla="*/ 2430829 h 6858000"/>
              <a:gd name="connsiteX553" fmla="*/ 2014023 w 7467600"/>
              <a:gd name="connsiteY553" fmla="*/ 2450995 h 6858000"/>
              <a:gd name="connsiteX554" fmla="*/ 1747337 w 7467600"/>
              <a:gd name="connsiteY554" fmla="*/ 1855264 h 6858000"/>
              <a:gd name="connsiteX555" fmla="*/ 1533749 w 7467600"/>
              <a:gd name="connsiteY555" fmla="*/ 1478656 h 6858000"/>
              <a:gd name="connsiteX556" fmla="*/ 1431890 w 7467600"/>
              <a:gd name="connsiteY556" fmla="*/ 1306475 h 6858000"/>
              <a:gd name="connsiteX557" fmla="*/ 5052692 w 7467600"/>
              <a:gd name="connsiteY557" fmla="*/ 1292994 h 6858000"/>
              <a:gd name="connsiteX558" fmla="*/ 5200661 w 7467600"/>
              <a:gd name="connsiteY558" fmla="*/ 1635186 h 6858000"/>
              <a:gd name="connsiteX559" fmla="*/ 5297138 w 7467600"/>
              <a:gd name="connsiteY559" fmla="*/ 1906351 h 6858000"/>
              <a:gd name="connsiteX560" fmla="*/ 5052692 w 7467600"/>
              <a:gd name="connsiteY560" fmla="*/ 1292994 h 6858000"/>
              <a:gd name="connsiteX561" fmla="*/ 5009948 w 7467600"/>
              <a:gd name="connsiteY561" fmla="*/ 1273619 h 6858000"/>
              <a:gd name="connsiteX562" fmla="*/ 5121777 w 7467600"/>
              <a:gd name="connsiteY562" fmla="*/ 1654213 h 6858000"/>
              <a:gd name="connsiteX563" fmla="*/ 5293545 w 7467600"/>
              <a:gd name="connsiteY563" fmla="*/ 2072247 h 6858000"/>
              <a:gd name="connsiteX564" fmla="*/ 5294042 w 7467600"/>
              <a:gd name="connsiteY564" fmla="*/ 2065019 h 6858000"/>
              <a:gd name="connsiteX565" fmla="*/ 5171936 w 7467600"/>
              <a:gd name="connsiteY565" fmla="*/ 1647613 h 6858000"/>
              <a:gd name="connsiteX566" fmla="*/ 5009948 w 7467600"/>
              <a:gd name="connsiteY566" fmla="*/ 1273619 h 6858000"/>
              <a:gd name="connsiteX567" fmla="*/ 655236 w 7467600"/>
              <a:gd name="connsiteY567" fmla="*/ 1268632 h 6858000"/>
              <a:gd name="connsiteX568" fmla="*/ 839521 w 7467600"/>
              <a:gd name="connsiteY568" fmla="*/ 1685315 h 6858000"/>
              <a:gd name="connsiteX569" fmla="*/ 1109416 w 7467600"/>
              <a:gd name="connsiteY569" fmla="*/ 2061663 h 6858000"/>
              <a:gd name="connsiteX570" fmla="*/ 1298300 w 7467600"/>
              <a:gd name="connsiteY570" fmla="*/ 2247742 h 6858000"/>
              <a:gd name="connsiteX571" fmla="*/ 1125871 w 7467600"/>
              <a:gd name="connsiteY571" fmla="*/ 1989513 h 6858000"/>
              <a:gd name="connsiteX572" fmla="*/ 981574 w 7467600"/>
              <a:gd name="connsiteY572" fmla="*/ 1783157 h 6858000"/>
              <a:gd name="connsiteX573" fmla="*/ 922198 w 7467600"/>
              <a:gd name="connsiteY573" fmla="*/ 1677437 h 6858000"/>
              <a:gd name="connsiteX574" fmla="*/ 869293 w 7467600"/>
              <a:gd name="connsiteY574" fmla="*/ 1583214 h 6858000"/>
              <a:gd name="connsiteX575" fmla="*/ 751431 w 7467600"/>
              <a:gd name="connsiteY575" fmla="*/ 1405731 h 6858000"/>
              <a:gd name="connsiteX576" fmla="*/ 655236 w 7467600"/>
              <a:gd name="connsiteY576" fmla="*/ 1268632 h 6858000"/>
              <a:gd name="connsiteX577" fmla="*/ 6516292 w 7467600"/>
              <a:gd name="connsiteY577" fmla="*/ 1263064 h 6858000"/>
              <a:gd name="connsiteX578" fmla="*/ 5736320 w 7467600"/>
              <a:gd name="connsiteY578" fmla="*/ 1501803 h 6858000"/>
              <a:gd name="connsiteX579" fmla="*/ 6516292 w 7467600"/>
              <a:gd name="connsiteY579" fmla="*/ 1263064 h 6858000"/>
              <a:gd name="connsiteX580" fmla="*/ 291466 w 7467600"/>
              <a:gd name="connsiteY580" fmla="*/ 1250369 h 6858000"/>
              <a:gd name="connsiteX581" fmla="*/ 323180 w 7467600"/>
              <a:gd name="connsiteY581" fmla="*/ 1435283 h 6858000"/>
              <a:gd name="connsiteX582" fmla="*/ 349381 w 7467600"/>
              <a:gd name="connsiteY582" fmla="*/ 1875041 h 6858000"/>
              <a:gd name="connsiteX583" fmla="*/ 374363 w 7467600"/>
              <a:gd name="connsiteY583" fmla="*/ 1506494 h 6858000"/>
              <a:gd name="connsiteX584" fmla="*/ 302168 w 7467600"/>
              <a:gd name="connsiteY584" fmla="*/ 1274495 h 6858000"/>
              <a:gd name="connsiteX585" fmla="*/ 291466 w 7467600"/>
              <a:gd name="connsiteY585" fmla="*/ 1250369 h 6858000"/>
              <a:gd name="connsiteX586" fmla="*/ 678222 w 7467600"/>
              <a:gd name="connsiteY586" fmla="*/ 1248670 h 6858000"/>
              <a:gd name="connsiteX587" fmla="*/ 775536 w 7467600"/>
              <a:gd name="connsiteY587" fmla="*/ 1388015 h 6858000"/>
              <a:gd name="connsiteX588" fmla="*/ 894529 w 7467600"/>
              <a:gd name="connsiteY588" fmla="*/ 1567739 h 6858000"/>
              <a:gd name="connsiteX589" fmla="*/ 948000 w 7467600"/>
              <a:gd name="connsiteY589" fmla="*/ 1663088 h 6858000"/>
              <a:gd name="connsiteX590" fmla="*/ 1006812 w 7467600"/>
              <a:gd name="connsiteY590" fmla="*/ 1767683 h 6858000"/>
              <a:gd name="connsiteX591" fmla="*/ 1149133 w 7467600"/>
              <a:gd name="connsiteY591" fmla="*/ 1971513 h 6858000"/>
              <a:gd name="connsiteX592" fmla="*/ 1333952 w 7467600"/>
              <a:gd name="connsiteY592" fmla="*/ 2251620 h 6858000"/>
              <a:gd name="connsiteX593" fmla="*/ 1337329 w 7467600"/>
              <a:gd name="connsiteY593" fmla="*/ 2258350 h 6858000"/>
              <a:gd name="connsiteX594" fmla="*/ 1014726 w 7467600"/>
              <a:gd name="connsiteY594" fmla="*/ 1615556 h 6858000"/>
              <a:gd name="connsiteX595" fmla="*/ 678222 w 7467600"/>
              <a:gd name="connsiteY595" fmla="*/ 1248670 h 6858000"/>
              <a:gd name="connsiteX596" fmla="*/ 6691602 w 7467600"/>
              <a:gd name="connsiteY596" fmla="*/ 1140573 h 6858000"/>
              <a:gd name="connsiteX597" fmla="*/ 6571100 w 7467600"/>
              <a:gd name="connsiteY597" fmla="*/ 1183662 h 6858000"/>
              <a:gd name="connsiteX598" fmla="*/ 6241687 w 7467600"/>
              <a:gd name="connsiteY598" fmla="*/ 1257600 h 6858000"/>
              <a:gd name="connsiteX599" fmla="*/ 5693009 w 7467600"/>
              <a:gd name="connsiteY599" fmla="*/ 1478256 h 6858000"/>
              <a:gd name="connsiteX600" fmla="*/ 6548420 w 7467600"/>
              <a:gd name="connsiteY600" fmla="*/ 1214599 h 6858000"/>
              <a:gd name="connsiteX601" fmla="*/ 6605473 w 7467600"/>
              <a:gd name="connsiteY601" fmla="*/ 1184686 h 6858000"/>
              <a:gd name="connsiteX602" fmla="*/ 6691602 w 7467600"/>
              <a:gd name="connsiteY602" fmla="*/ 1140573 h 6858000"/>
              <a:gd name="connsiteX603" fmla="*/ 4002475 w 7467600"/>
              <a:gd name="connsiteY603" fmla="*/ 1037802 h 6858000"/>
              <a:gd name="connsiteX604" fmla="*/ 4000324 w 7467600"/>
              <a:gd name="connsiteY604" fmla="*/ 1039362 h 6858000"/>
              <a:gd name="connsiteX605" fmla="*/ 4002862 w 7467600"/>
              <a:gd name="connsiteY605" fmla="*/ 1042866 h 6858000"/>
              <a:gd name="connsiteX606" fmla="*/ 4002475 w 7467600"/>
              <a:gd name="connsiteY606" fmla="*/ 1037802 h 6858000"/>
              <a:gd name="connsiteX607" fmla="*/ 506322 w 7467600"/>
              <a:gd name="connsiteY607" fmla="*/ 1020997 h 6858000"/>
              <a:gd name="connsiteX608" fmla="*/ 533068 w 7467600"/>
              <a:gd name="connsiteY608" fmla="*/ 1029409 h 6858000"/>
              <a:gd name="connsiteX609" fmla="*/ 1232525 w 7467600"/>
              <a:gd name="connsiteY609" fmla="*/ 1804675 h 6858000"/>
              <a:gd name="connsiteX610" fmla="*/ 1388858 w 7467600"/>
              <a:gd name="connsiteY610" fmla="*/ 2368011 h 6858000"/>
              <a:gd name="connsiteX611" fmla="*/ 1384098 w 7467600"/>
              <a:gd name="connsiteY611" fmla="*/ 2378125 h 6858000"/>
              <a:gd name="connsiteX612" fmla="*/ 1425393 w 7467600"/>
              <a:gd name="connsiteY612" fmla="*/ 2589124 h 6858000"/>
              <a:gd name="connsiteX613" fmla="*/ 1424001 w 7467600"/>
              <a:gd name="connsiteY613" fmla="*/ 2597541 h 6858000"/>
              <a:gd name="connsiteX614" fmla="*/ 2152729 w 7467600"/>
              <a:gd name="connsiteY614" fmla="*/ 2864487 h 6858000"/>
              <a:gd name="connsiteX615" fmla="*/ 2020609 w 7467600"/>
              <a:gd name="connsiteY615" fmla="*/ 2539671 h 6858000"/>
              <a:gd name="connsiteX616" fmla="*/ 2018920 w 7467600"/>
              <a:gd name="connsiteY616" fmla="*/ 2536309 h 6858000"/>
              <a:gd name="connsiteX617" fmla="*/ 1342441 w 7467600"/>
              <a:gd name="connsiteY617" fmla="*/ 1173017 h 6858000"/>
              <a:gd name="connsiteX618" fmla="*/ 1367925 w 7467600"/>
              <a:gd name="connsiteY618" fmla="*/ 1135648 h 6858000"/>
              <a:gd name="connsiteX619" fmla="*/ 1771401 w 7467600"/>
              <a:gd name="connsiteY619" fmla="*/ 1806673 h 6858000"/>
              <a:gd name="connsiteX620" fmla="*/ 1972385 w 7467600"/>
              <a:gd name="connsiteY620" fmla="*/ 2198735 h 6858000"/>
              <a:gd name="connsiteX621" fmla="*/ 2040892 w 7467600"/>
              <a:gd name="connsiteY621" fmla="*/ 2405205 h 6858000"/>
              <a:gd name="connsiteX622" fmla="*/ 2131689 w 7467600"/>
              <a:gd name="connsiteY622" fmla="*/ 1936926 h 6858000"/>
              <a:gd name="connsiteX623" fmla="*/ 2454820 w 7467600"/>
              <a:gd name="connsiteY623" fmla="*/ 1248808 h 6858000"/>
              <a:gd name="connsiteX624" fmla="*/ 2492512 w 7467600"/>
              <a:gd name="connsiteY624" fmla="*/ 1302920 h 6858000"/>
              <a:gd name="connsiteX625" fmla="*/ 2081216 w 7467600"/>
              <a:gd name="connsiteY625" fmla="*/ 2527513 h 6858000"/>
              <a:gd name="connsiteX626" fmla="*/ 2081211 w 7467600"/>
              <a:gd name="connsiteY626" fmla="*/ 2528916 h 6858000"/>
              <a:gd name="connsiteX627" fmla="*/ 2199067 w 7467600"/>
              <a:gd name="connsiteY627" fmla="*/ 2884061 h 6858000"/>
              <a:gd name="connsiteX628" fmla="*/ 3192586 w 7467600"/>
              <a:gd name="connsiteY628" fmla="*/ 3411496 h 6858000"/>
              <a:gd name="connsiteX629" fmla="*/ 3182620 w 7467600"/>
              <a:gd name="connsiteY629" fmla="*/ 3483279 h 6858000"/>
              <a:gd name="connsiteX630" fmla="*/ 2435119 w 7467600"/>
              <a:gd name="connsiteY630" fmla="*/ 3080173 h 6858000"/>
              <a:gd name="connsiteX631" fmla="*/ 2410152 w 7467600"/>
              <a:gd name="connsiteY631" fmla="*/ 3063751 h 6858000"/>
              <a:gd name="connsiteX632" fmla="*/ 2408099 w 7467600"/>
              <a:gd name="connsiteY632" fmla="*/ 3064403 h 6858000"/>
              <a:gd name="connsiteX633" fmla="*/ 2407218 w 7467600"/>
              <a:gd name="connsiteY633" fmla="*/ 3070324 h 6858000"/>
              <a:gd name="connsiteX634" fmla="*/ 2380138 w 7467600"/>
              <a:gd name="connsiteY634" fmla="*/ 3099341 h 6858000"/>
              <a:gd name="connsiteX635" fmla="*/ 1765923 w 7467600"/>
              <a:gd name="connsiteY635" fmla="*/ 3581043 h 6858000"/>
              <a:gd name="connsiteX636" fmla="*/ 1702258 w 7467600"/>
              <a:gd name="connsiteY636" fmla="*/ 3612286 h 6858000"/>
              <a:gd name="connsiteX637" fmla="*/ 1538370 w 7467600"/>
              <a:gd name="connsiteY637" fmla="*/ 3811804 h 6858000"/>
              <a:gd name="connsiteX638" fmla="*/ 542867 w 7467600"/>
              <a:gd name="connsiteY638" fmla="*/ 4944092 h 6858000"/>
              <a:gd name="connsiteX639" fmla="*/ 515800 w 7467600"/>
              <a:gd name="connsiteY639" fmla="*/ 4862180 h 6858000"/>
              <a:gd name="connsiteX640" fmla="*/ 909145 w 7467600"/>
              <a:gd name="connsiteY640" fmla="*/ 4199225 h 6858000"/>
              <a:gd name="connsiteX641" fmla="*/ 1214067 w 7467600"/>
              <a:gd name="connsiteY641" fmla="*/ 3908561 h 6858000"/>
              <a:gd name="connsiteX642" fmla="*/ 640967 w 7467600"/>
              <a:gd name="connsiteY642" fmla="*/ 4105601 h 6858000"/>
              <a:gd name="connsiteX643" fmla="*/ 112563 w 7467600"/>
              <a:gd name="connsiteY643" fmla="*/ 4396952 h 6858000"/>
              <a:gd name="connsiteX644" fmla="*/ 0 w 7467600"/>
              <a:gd name="connsiteY644" fmla="*/ 4466006 h 6858000"/>
              <a:gd name="connsiteX645" fmla="*/ 0 w 7467600"/>
              <a:gd name="connsiteY645" fmla="*/ 4233763 h 6858000"/>
              <a:gd name="connsiteX646" fmla="*/ 36881 w 7467600"/>
              <a:gd name="connsiteY646" fmla="*/ 4200118 h 6858000"/>
              <a:gd name="connsiteX647" fmla="*/ 910534 w 7467600"/>
              <a:gd name="connsiteY647" fmla="*/ 3629753 h 6858000"/>
              <a:gd name="connsiteX648" fmla="*/ 1578717 w 7467600"/>
              <a:gd name="connsiteY648" fmla="*/ 3575982 h 6858000"/>
              <a:gd name="connsiteX649" fmla="*/ 2338780 w 7467600"/>
              <a:gd name="connsiteY649" fmla="*/ 3033725 h 6858000"/>
              <a:gd name="connsiteX650" fmla="*/ 1807991 w 7467600"/>
              <a:gd name="connsiteY650" fmla="*/ 2807184 h 6858000"/>
              <a:gd name="connsiteX651" fmla="*/ 1416358 w 7467600"/>
              <a:gd name="connsiteY651" fmla="*/ 3112571 h 6858000"/>
              <a:gd name="connsiteX652" fmla="*/ 939066 w 7467600"/>
              <a:gd name="connsiteY652" fmla="*/ 3378798 h 6858000"/>
              <a:gd name="connsiteX653" fmla="*/ 115099 w 7467600"/>
              <a:gd name="connsiteY653" fmla="*/ 3607650 h 6858000"/>
              <a:gd name="connsiteX654" fmla="*/ 97284 w 7467600"/>
              <a:gd name="connsiteY654" fmla="*/ 3520393 h 6858000"/>
              <a:gd name="connsiteX655" fmla="*/ 922050 w 7467600"/>
              <a:gd name="connsiteY655" fmla="*/ 3074867 h 6858000"/>
              <a:gd name="connsiteX656" fmla="*/ 1405265 w 7467600"/>
              <a:gd name="connsiteY656" fmla="*/ 3016319 h 6858000"/>
              <a:gd name="connsiteX657" fmla="*/ 1407512 w 7467600"/>
              <a:gd name="connsiteY657" fmla="*/ 3018001 h 6858000"/>
              <a:gd name="connsiteX658" fmla="*/ 1726266 w 7467600"/>
              <a:gd name="connsiteY658" fmla="*/ 2777274 h 6858000"/>
              <a:gd name="connsiteX659" fmla="*/ 625390 w 7467600"/>
              <a:gd name="connsiteY659" fmla="*/ 2514541 h 6858000"/>
              <a:gd name="connsiteX660" fmla="*/ 619799 w 7467600"/>
              <a:gd name="connsiteY660" fmla="*/ 2527180 h 6858000"/>
              <a:gd name="connsiteX661" fmla="*/ 310030 w 7467600"/>
              <a:gd name="connsiteY661" fmla="*/ 2771818 h 6858000"/>
              <a:gd name="connsiteX662" fmla="*/ 173877 w 7467600"/>
              <a:gd name="connsiteY662" fmla="*/ 2937056 h 6858000"/>
              <a:gd name="connsiteX663" fmla="*/ 77889 w 7467600"/>
              <a:gd name="connsiteY663" fmla="*/ 3138440 h 6858000"/>
              <a:gd name="connsiteX664" fmla="*/ 0 w 7467600"/>
              <a:gd name="connsiteY664" fmla="*/ 3271395 h 6858000"/>
              <a:gd name="connsiteX665" fmla="*/ 0 w 7467600"/>
              <a:gd name="connsiteY665" fmla="*/ 3153002 h 6858000"/>
              <a:gd name="connsiteX666" fmla="*/ 2386 w 7467600"/>
              <a:gd name="connsiteY666" fmla="*/ 3149203 h 6858000"/>
              <a:gd name="connsiteX667" fmla="*/ 89753 w 7467600"/>
              <a:gd name="connsiteY667" fmla="*/ 2987702 h 6858000"/>
              <a:gd name="connsiteX668" fmla="*/ 76869 w 7467600"/>
              <a:gd name="connsiteY668" fmla="*/ 3005404 h 6858000"/>
              <a:gd name="connsiteX669" fmla="*/ 32049 w 7467600"/>
              <a:gd name="connsiteY669" fmla="*/ 3065814 h 6858000"/>
              <a:gd name="connsiteX670" fmla="*/ 0 w 7467600"/>
              <a:gd name="connsiteY670" fmla="*/ 3108744 h 6858000"/>
              <a:gd name="connsiteX671" fmla="*/ 0 w 7467600"/>
              <a:gd name="connsiteY671" fmla="*/ 3058059 h 6858000"/>
              <a:gd name="connsiteX672" fmla="*/ 7610 w 7467600"/>
              <a:gd name="connsiteY672" fmla="*/ 3047889 h 6858000"/>
              <a:gd name="connsiteX673" fmla="*/ 52419 w 7467600"/>
              <a:gd name="connsiteY673" fmla="*/ 2987479 h 6858000"/>
              <a:gd name="connsiteX674" fmla="*/ 59142 w 7467600"/>
              <a:gd name="connsiteY674" fmla="*/ 2978488 h 6858000"/>
              <a:gd name="connsiteX675" fmla="*/ 0 w 7467600"/>
              <a:gd name="connsiteY675" fmla="*/ 3015334 h 6858000"/>
              <a:gd name="connsiteX676" fmla="*/ 0 w 7467600"/>
              <a:gd name="connsiteY676" fmla="*/ 2914286 h 6858000"/>
              <a:gd name="connsiteX677" fmla="*/ 36383 w 7467600"/>
              <a:gd name="connsiteY677" fmla="*/ 2901128 h 6858000"/>
              <a:gd name="connsiteX678" fmla="*/ 156329 w 7467600"/>
              <a:gd name="connsiteY678" fmla="*/ 2840533 h 6858000"/>
              <a:gd name="connsiteX679" fmla="*/ 358355 w 7467600"/>
              <a:gd name="connsiteY679" fmla="*/ 2620471 h 6858000"/>
              <a:gd name="connsiteX680" fmla="*/ 510577 w 7467600"/>
              <a:gd name="connsiteY680" fmla="*/ 2501244 h 6858000"/>
              <a:gd name="connsiteX681" fmla="*/ 211967 w 7467600"/>
              <a:gd name="connsiteY681" fmla="*/ 2479171 h 6858000"/>
              <a:gd name="connsiteX682" fmla="*/ 0 w 7467600"/>
              <a:gd name="connsiteY682" fmla="*/ 2476398 h 6858000"/>
              <a:gd name="connsiteX683" fmla="*/ 0 w 7467600"/>
              <a:gd name="connsiteY683" fmla="*/ 2389189 h 6858000"/>
              <a:gd name="connsiteX684" fmla="*/ 103062 w 7467600"/>
              <a:gd name="connsiteY684" fmla="*/ 2389518 h 6858000"/>
              <a:gd name="connsiteX685" fmla="*/ 510734 w 7467600"/>
              <a:gd name="connsiteY685" fmla="*/ 2416201 h 6858000"/>
              <a:gd name="connsiteX686" fmla="*/ 279257 w 7467600"/>
              <a:gd name="connsiteY686" fmla="*/ 2092102 h 6858000"/>
              <a:gd name="connsiteX687" fmla="*/ 65265 w 7467600"/>
              <a:gd name="connsiteY687" fmla="*/ 2006049 h 6858000"/>
              <a:gd name="connsiteX688" fmla="*/ 0 w 7467600"/>
              <a:gd name="connsiteY688" fmla="*/ 1982532 h 6858000"/>
              <a:gd name="connsiteX689" fmla="*/ 0 w 7467600"/>
              <a:gd name="connsiteY689" fmla="*/ 1912789 h 6858000"/>
              <a:gd name="connsiteX690" fmla="*/ 97460 w 7467600"/>
              <a:gd name="connsiteY690" fmla="*/ 1953725 h 6858000"/>
              <a:gd name="connsiteX691" fmla="*/ 221272 w 7467600"/>
              <a:gd name="connsiteY691" fmla="*/ 1980766 h 6858000"/>
              <a:gd name="connsiteX692" fmla="*/ 116765 w 7467600"/>
              <a:gd name="connsiteY692" fmla="*/ 1911033 h 6858000"/>
              <a:gd name="connsiteX693" fmla="*/ 16405 w 7467600"/>
              <a:gd name="connsiteY693" fmla="*/ 1803412 h 6858000"/>
              <a:gd name="connsiteX694" fmla="*/ 0 w 7467600"/>
              <a:gd name="connsiteY694" fmla="*/ 1784777 h 6858000"/>
              <a:gd name="connsiteX695" fmla="*/ 0 w 7467600"/>
              <a:gd name="connsiteY695" fmla="*/ 1740082 h 6858000"/>
              <a:gd name="connsiteX696" fmla="*/ 39394 w 7467600"/>
              <a:gd name="connsiteY696" fmla="*/ 1784856 h 6858000"/>
              <a:gd name="connsiteX697" fmla="*/ 135813 w 7467600"/>
              <a:gd name="connsiteY697" fmla="*/ 1888838 h 6858000"/>
              <a:gd name="connsiteX698" fmla="*/ 242575 w 7467600"/>
              <a:gd name="connsiteY698" fmla="*/ 1958841 h 6858000"/>
              <a:gd name="connsiteX699" fmla="*/ 82197 w 7467600"/>
              <a:gd name="connsiteY699" fmla="*/ 1754826 h 6858000"/>
              <a:gd name="connsiteX700" fmla="*/ 0 w 7467600"/>
              <a:gd name="connsiteY700" fmla="*/ 1679650 h 6858000"/>
              <a:gd name="connsiteX701" fmla="*/ 0 w 7467600"/>
              <a:gd name="connsiteY701" fmla="*/ 1602463 h 6858000"/>
              <a:gd name="connsiteX702" fmla="*/ 84689 w 7467600"/>
              <a:gd name="connsiteY702" fmla="*/ 1677442 h 6858000"/>
              <a:gd name="connsiteX703" fmla="*/ 298437 w 7467600"/>
              <a:gd name="connsiteY703" fmla="*/ 1968019 h 6858000"/>
              <a:gd name="connsiteX704" fmla="*/ 227269 w 7467600"/>
              <a:gd name="connsiteY704" fmla="*/ 1114064 h 6858000"/>
              <a:gd name="connsiteX705" fmla="*/ 248003 w 7467600"/>
              <a:gd name="connsiteY705" fmla="*/ 1089613 h 6858000"/>
              <a:gd name="connsiteX706" fmla="*/ 427020 w 7467600"/>
              <a:gd name="connsiteY706" fmla="*/ 1619803 h 6858000"/>
              <a:gd name="connsiteX707" fmla="*/ 340345 w 7467600"/>
              <a:gd name="connsiteY707" fmla="*/ 2027739 h 6858000"/>
              <a:gd name="connsiteX708" fmla="*/ 360865 w 7467600"/>
              <a:gd name="connsiteY708" fmla="*/ 2044827 h 6858000"/>
              <a:gd name="connsiteX709" fmla="*/ 560414 w 7467600"/>
              <a:gd name="connsiteY709" fmla="*/ 2421457 h 6858000"/>
              <a:gd name="connsiteX710" fmla="*/ 1359703 w 7467600"/>
              <a:gd name="connsiteY710" fmla="*/ 2578554 h 6858000"/>
              <a:gd name="connsiteX711" fmla="*/ 1359422 w 7467600"/>
              <a:gd name="connsiteY711" fmla="*/ 2577994 h 6858000"/>
              <a:gd name="connsiteX712" fmla="*/ 828701 w 7467600"/>
              <a:gd name="connsiteY712" fmla="*/ 1839520 h 6858000"/>
              <a:gd name="connsiteX713" fmla="*/ 494427 w 7467600"/>
              <a:gd name="connsiteY713" fmla="*/ 1092333 h 6858000"/>
              <a:gd name="connsiteX714" fmla="*/ 506322 w 7467600"/>
              <a:gd name="connsiteY714" fmla="*/ 1020997 h 6858000"/>
              <a:gd name="connsiteX715" fmla="*/ 4570198 w 7467600"/>
              <a:gd name="connsiteY715" fmla="*/ 978081 h 6858000"/>
              <a:gd name="connsiteX716" fmla="*/ 4523691 w 7467600"/>
              <a:gd name="connsiteY716" fmla="*/ 1127776 h 6858000"/>
              <a:gd name="connsiteX717" fmla="*/ 4509875 w 7467600"/>
              <a:gd name="connsiteY717" fmla="*/ 1167552 h 6858000"/>
              <a:gd name="connsiteX718" fmla="*/ 4478168 w 7467600"/>
              <a:gd name="connsiteY718" fmla="*/ 1260735 h 6858000"/>
              <a:gd name="connsiteX719" fmla="*/ 4409309 w 7467600"/>
              <a:gd name="connsiteY719" fmla="*/ 1666996 h 6858000"/>
              <a:gd name="connsiteX720" fmla="*/ 4370031 w 7467600"/>
              <a:gd name="connsiteY720" fmla="*/ 1955666 h 6858000"/>
              <a:gd name="connsiteX721" fmla="*/ 4570198 w 7467600"/>
              <a:gd name="connsiteY721" fmla="*/ 978081 h 6858000"/>
              <a:gd name="connsiteX722" fmla="*/ 4557898 w 7467600"/>
              <a:gd name="connsiteY722" fmla="*/ 900011 h 6858000"/>
              <a:gd name="connsiteX723" fmla="*/ 4344840 w 7467600"/>
              <a:gd name="connsiteY723" fmla="*/ 1922038 h 6858000"/>
              <a:gd name="connsiteX724" fmla="*/ 4378710 w 7467600"/>
              <a:gd name="connsiteY724" fmla="*/ 1665516 h 6858000"/>
              <a:gd name="connsiteX725" fmla="*/ 4448798 w 7467600"/>
              <a:gd name="connsiteY725" fmla="*/ 1253024 h 6858000"/>
              <a:gd name="connsiteX726" fmla="*/ 4480315 w 7467600"/>
              <a:gd name="connsiteY726" fmla="*/ 1158454 h 6858000"/>
              <a:gd name="connsiteX727" fmla="*/ 4494133 w 7467600"/>
              <a:gd name="connsiteY727" fmla="*/ 1118676 h 6858000"/>
              <a:gd name="connsiteX728" fmla="*/ 4557898 w 7467600"/>
              <a:gd name="connsiteY728" fmla="*/ 900011 h 6858000"/>
              <a:gd name="connsiteX729" fmla="*/ 5870151 w 7467600"/>
              <a:gd name="connsiteY729" fmla="*/ 898890 h 6858000"/>
              <a:gd name="connsiteX730" fmla="*/ 5861335 w 7467600"/>
              <a:gd name="connsiteY730" fmla="*/ 899177 h 6858000"/>
              <a:gd name="connsiteX731" fmla="*/ 5843702 w 7467600"/>
              <a:gd name="connsiteY731" fmla="*/ 899748 h 6858000"/>
              <a:gd name="connsiteX732" fmla="*/ 5651107 w 7467600"/>
              <a:gd name="connsiteY732" fmla="*/ 920306 h 6858000"/>
              <a:gd name="connsiteX733" fmla="*/ 5459407 w 7467600"/>
              <a:gd name="connsiteY733" fmla="*/ 940975 h 6858000"/>
              <a:gd name="connsiteX734" fmla="*/ 5374846 w 7467600"/>
              <a:gd name="connsiteY734" fmla="*/ 941988 h 6858000"/>
              <a:gd name="connsiteX735" fmla="*/ 5256105 w 7467600"/>
              <a:gd name="connsiteY735" fmla="*/ 945632 h 6858000"/>
              <a:gd name="connsiteX736" fmla="*/ 5107071 w 7467600"/>
              <a:gd name="connsiteY736" fmla="*/ 969720 h 6858000"/>
              <a:gd name="connsiteX737" fmla="*/ 4998681 w 7467600"/>
              <a:gd name="connsiteY737" fmla="*/ 988771 h 6858000"/>
              <a:gd name="connsiteX738" fmla="*/ 5870151 w 7467600"/>
              <a:gd name="connsiteY738" fmla="*/ 898890 h 6858000"/>
              <a:gd name="connsiteX739" fmla="*/ 5504425 w 7467600"/>
              <a:gd name="connsiteY739" fmla="*/ 848067 h 6858000"/>
              <a:gd name="connsiteX740" fmla="*/ 4968849 w 7467600"/>
              <a:gd name="connsiteY740" fmla="*/ 962318 h 6858000"/>
              <a:gd name="connsiteX741" fmla="*/ 5104039 w 7467600"/>
              <a:gd name="connsiteY741" fmla="*/ 940634 h 6858000"/>
              <a:gd name="connsiteX742" fmla="*/ 5256311 w 7467600"/>
              <a:gd name="connsiteY742" fmla="*/ 916490 h 6858000"/>
              <a:gd name="connsiteX743" fmla="*/ 5377381 w 7467600"/>
              <a:gd name="connsiteY743" fmla="*/ 912671 h 6858000"/>
              <a:gd name="connsiteX744" fmla="*/ 5460148 w 7467600"/>
              <a:gd name="connsiteY744" fmla="*/ 911442 h 6858000"/>
              <a:gd name="connsiteX745" fmla="*/ 5648971 w 7467600"/>
              <a:gd name="connsiteY745" fmla="*/ 891331 h 6858000"/>
              <a:gd name="connsiteX746" fmla="*/ 5844807 w 7467600"/>
              <a:gd name="connsiteY746" fmla="*/ 870718 h 6858000"/>
              <a:gd name="connsiteX747" fmla="*/ 5862975 w 7467600"/>
              <a:gd name="connsiteY747" fmla="*/ 869756 h 6858000"/>
              <a:gd name="connsiteX748" fmla="*/ 5920887 w 7467600"/>
              <a:gd name="connsiteY748" fmla="*/ 865929 h 6858000"/>
              <a:gd name="connsiteX749" fmla="*/ 5504425 w 7467600"/>
              <a:gd name="connsiteY749" fmla="*/ 848067 h 6858000"/>
              <a:gd name="connsiteX750" fmla="*/ 3607114 w 7467600"/>
              <a:gd name="connsiteY750" fmla="*/ 467441 h 6858000"/>
              <a:gd name="connsiteX751" fmla="*/ 3296242 w 7467600"/>
              <a:gd name="connsiteY751" fmla="*/ 807991 h 6858000"/>
              <a:gd name="connsiteX752" fmla="*/ 3174674 w 7467600"/>
              <a:gd name="connsiteY752" fmla="*/ 919759 h 6858000"/>
              <a:gd name="connsiteX753" fmla="*/ 3042978 w 7467600"/>
              <a:gd name="connsiteY753" fmla="*/ 1054894 h 6858000"/>
              <a:gd name="connsiteX754" fmla="*/ 2968914 w 7467600"/>
              <a:gd name="connsiteY754" fmla="*/ 1133756 h 6858000"/>
              <a:gd name="connsiteX755" fmla="*/ 3103823 w 7467600"/>
              <a:gd name="connsiteY755" fmla="*/ 1026814 h 6858000"/>
              <a:gd name="connsiteX756" fmla="*/ 3607114 w 7467600"/>
              <a:gd name="connsiteY756" fmla="*/ 467441 h 6858000"/>
              <a:gd name="connsiteX757" fmla="*/ 3744487 w 7467600"/>
              <a:gd name="connsiteY757" fmla="*/ 383136 h 6858000"/>
              <a:gd name="connsiteX758" fmla="*/ 3970213 w 7467600"/>
              <a:gd name="connsiteY758" fmla="*/ 995559 h 6858000"/>
              <a:gd name="connsiteX759" fmla="*/ 3744487 w 7467600"/>
              <a:gd name="connsiteY759" fmla="*/ 383136 h 6858000"/>
              <a:gd name="connsiteX760" fmla="*/ 3624562 w 7467600"/>
              <a:gd name="connsiteY760" fmla="*/ 367041 h 6858000"/>
              <a:gd name="connsiteX761" fmla="*/ 3489712 w 7467600"/>
              <a:gd name="connsiteY761" fmla="*/ 485386 h 6858000"/>
              <a:gd name="connsiteX762" fmla="*/ 3182994 w 7467600"/>
              <a:gd name="connsiteY762" fmla="*/ 828265 h 6858000"/>
              <a:gd name="connsiteX763" fmla="*/ 2892114 w 7467600"/>
              <a:gd name="connsiteY763" fmla="*/ 1172635 h 6858000"/>
              <a:gd name="connsiteX764" fmla="*/ 3021459 w 7467600"/>
              <a:gd name="connsiteY764" fmla="*/ 1035385 h 6858000"/>
              <a:gd name="connsiteX765" fmla="*/ 3153873 w 7467600"/>
              <a:gd name="connsiteY765" fmla="*/ 898971 h 6858000"/>
              <a:gd name="connsiteX766" fmla="*/ 3276511 w 7467600"/>
              <a:gd name="connsiteY766" fmla="*/ 786423 h 6858000"/>
              <a:gd name="connsiteX767" fmla="*/ 3584154 w 7467600"/>
              <a:gd name="connsiteY767" fmla="*/ 448218 h 6858000"/>
              <a:gd name="connsiteX768" fmla="*/ 3624562 w 7467600"/>
              <a:gd name="connsiteY768" fmla="*/ 367041 h 6858000"/>
              <a:gd name="connsiteX769" fmla="*/ 3766672 w 7467600"/>
              <a:gd name="connsiteY769" fmla="*/ 359429 h 6858000"/>
              <a:gd name="connsiteX770" fmla="*/ 3996338 w 7467600"/>
              <a:gd name="connsiteY770" fmla="*/ 968237 h 6858000"/>
              <a:gd name="connsiteX771" fmla="*/ 3766672 w 7467600"/>
              <a:gd name="connsiteY771" fmla="*/ 359429 h 6858000"/>
              <a:gd name="connsiteX772" fmla="*/ 5805386 w 7467600"/>
              <a:gd name="connsiteY772" fmla="*/ 239240 h 6858000"/>
              <a:gd name="connsiteX773" fmla="*/ 5736947 w 7467600"/>
              <a:gd name="connsiteY773" fmla="*/ 261367 h 6858000"/>
              <a:gd name="connsiteX774" fmla="*/ 5427012 w 7467600"/>
              <a:gd name="connsiteY774" fmla="*/ 311272 h 6858000"/>
              <a:gd name="connsiteX775" fmla="*/ 5147818 w 7467600"/>
              <a:gd name="connsiteY775" fmla="*/ 322112 h 6858000"/>
              <a:gd name="connsiteX776" fmla="*/ 5060854 w 7467600"/>
              <a:gd name="connsiteY776" fmla="*/ 311882 h 6858000"/>
              <a:gd name="connsiteX777" fmla="*/ 4945989 w 7467600"/>
              <a:gd name="connsiteY777" fmla="*/ 300516 h 6858000"/>
              <a:gd name="connsiteX778" fmla="*/ 5410479 w 7467600"/>
              <a:gd name="connsiteY778" fmla="*/ 348434 h 6858000"/>
              <a:gd name="connsiteX779" fmla="*/ 5805386 w 7467600"/>
              <a:gd name="connsiteY779" fmla="*/ 239240 h 6858000"/>
              <a:gd name="connsiteX780" fmla="*/ 5905192 w 7467600"/>
              <a:gd name="connsiteY780" fmla="*/ 163079 h 6858000"/>
              <a:gd name="connsiteX781" fmla="*/ 5865655 w 7467600"/>
              <a:gd name="connsiteY781" fmla="*/ 171901 h 6858000"/>
              <a:gd name="connsiteX782" fmla="*/ 5259740 w 7467600"/>
              <a:gd name="connsiteY782" fmla="*/ 257013 h 6858000"/>
              <a:gd name="connsiteX783" fmla="*/ 5208466 w 7467600"/>
              <a:gd name="connsiteY783" fmla="*/ 257550 h 6858000"/>
              <a:gd name="connsiteX784" fmla="*/ 4980204 w 7467600"/>
              <a:gd name="connsiteY784" fmla="*/ 271903 h 6858000"/>
              <a:gd name="connsiteX785" fmla="*/ 5068068 w 7467600"/>
              <a:gd name="connsiteY785" fmla="*/ 282244 h 6858000"/>
              <a:gd name="connsiteX786" fmla="*/ 5153231 w 7467600"/>
              <a:gd name="connsiteY786" fmla="*/ 292240 h 6858000"/>
              <a:gd name="connsiteX787" fmla="*/ 5426491 w 7467600"/>
              <a:gd name="connsiteY787" fmla="*/ 281128 h 6858000"/>
              <a:gd name="connsiteX788" fmla="*/ 5731212 w 7467600"/>
              <a:gd name="connsiteY788" fmla="*/ 231951 h 6858000"/>
              <a:gd name="connsiteX789" fmla="*/ 5905192 w 7467600"/>
              <a:gd name="connsiteY789" fmla="*/ 163079 h 6858000"/>
              <a:gd name="connsiteX790" fmla="*/ 5944437 w 7467600"/>
              <a:gd name="connsiteY790" fmla="*/ 113829 h 6858000"/>
              <a:gd name="connsiteX791" fmla="*/ 5825032 w 7467600"/>
              <a:gd name="connsiteY791" fmla="*/ 146405 h 6858000"/>
              <a:gd name="connsiteX792" fmla="*/ 4955599 w 7467600"/>
              <a:gd name="connsiteY792" fmla="*/ 247008 h 6858000"/>
              <a:gd name="connsiteX793" fmla="*/ 5210104 w 7467600"/>
              <a:gd name="connsiteY793" fmla="*/ 228123 h 6858000"/>
              <a:gd name="connsiteX794" fmla="*/ 5261015 w 7467600"/>
              <a:gd name="connsiteY794" fmla="*/ 227087 h 6858000"/>
              <a:gd name="connsiteX795" fmla="*/ 5861181 w 7467600"/>
              <a:gd name="connsiteY795" fmla="*/ 143093 h 6858000"/>
              <a:gd name="connsiteX796" fmla="*/ 5961252 w 7467600"/>
              <a:gd name="connsiteY796" fmla="*/ 114820 h 6858000"/>
              <a:gd name="connsiteX797" fmla="*/ 5944437 w 7467600"/>
              <a:gd name="connsiteY797" fmla="*/ 113829 h 6858000"/>
              <a:gd name="connsiteX798" fmla="*/ 3882765 w 7467600"/>
              <a:gd name="connsiteY798" fmla="*/ 0 h 6858000"/>
              <a:gd name="connsiteX799" fmla="*/ 3995099 w 7467600"/>
              <a:gd name="connsiteY799" fmla="*/ 0 h 6858000"/>
              <a:gd name="connsiteX800" fmla="*/ 4163818 w 7467600"/>
              <a:gd name="connsiteY800" fmla="*/ 234104 h 6858000"/>
              <a:gd name="connsiteX801" fmla="*/ 4172099 w 7467600"/>
              <a:gd name="connsiteY801" fmla="*/ 234207 h 6858000"/>
              <a:gd name="connsiteX802" fmla="*/ 4784282 w 7467600"/>
              <a:gd name="connsiteY802" fmla="*/ 276561 h 6858000"/>
              <a:gd name="connsiteX803" fmla="*/ 4801687 w 7467600"/>
              <a:gd name="connsiteY803" fmla="*/ 267764 h 6858000"/>
              <a:gd name="connsiteX804" fmla="*/ 6082788 w 7467600"/>
              <a:gd name="connsiteY804" fmla="*/ 64119 h 6858000"/>
              <a:gd name="connsiteX805" fmla="*/ 6099442 w 7467600"/>
              <a:gd name="connsiteY805" fmla="*/ 82568 h 6858000"/>
              <a:gd name="connsiteX806" fmla="*/ 4804137 w 7467600"/>
              <a:gd name="connsiteY806" fmla="*/ 320931 h 6858000"/>
              <a:gd name="connsiteX807" fmla="*/ 4227047 w 7467600"/>
              <a:gd name="connsiteY807" fmla="*/ 313415 h 6858000"/>
              <a:gd name="connsiteX808" fmla="*/ 4346041 w 7467600"/>
              <a:gd name="connsiteY808" fmla="*/ 456086 h 6858000"/>
              <a:gd name="connsiteX809" fmla="*/ 4870967 w 7467600"/>
              <a:gd name="connsiteY809" fmla="*/ 963061 h 6858000"/>
              <a:gd name="connsiteX810" fmla="*/ 4889647 w 7467600"/>
              <a:gd name="connsiteY810" fmla="*/ 957147 h 6858000"/>
              <a:gd name="connsiteX811" fmla="*/ 5422504 w 7467600"/>
              <a:gd name="connsiteY811" fmla="*/ 805191 h 6858000"/>
              <a:gd name="connsiteX812" fmla="*/ 6087656 w 7467600"/>
              <a:gd name="connsiteY812" fmla="*/ 826703 h 6858000"/>
              <a:gd name="connsiteX813" fmla="*/ 6058717 w 7467600"/>
              <a:gd name="connsiteY813" fmla="*/ 865992 h 6858000"/>
              <a:gd name="connsiteX814" fmla="*/ 4974153 w 7467600"/>
              <a:gd name="connsiteY814" fmla="*/ 1045456 h 6858000"/>
              <a:gd name="connsiteX815" fmla="*/ 5627835 w 7467600"/>
              <a:gd name="connsiteY815" fmla="*/ 1472077 h 6858000"/>
              <a:gd name="connsiteX816" fmla="*/ 5629817 w 7467600"/>
              <a:gd name="connsiteY816" fmla="*/ 1471412 h 6858000"/>
              <a:gd name="connsiteX817" fmla="*/ 5634124 w 7467600"/>
              <a:gd name="connsiteY817" fmla="*/ 1470572 h 6858000"/>
              <a:gd name="connsiteX818" fmla="*/ 5755832 w 7467600"/>
              <a:gd name="connsiteY818" fmla="*/ 1383886 h 6858000"/>
              <a:gd name="connsiteX819" fmla="*/ 6014186 w 7467600"/>
              <a:gd name="connsiteY819" fmla="*/ 1279799 h 6858000"/>
              <a:gd name="connsiteX820" fmla="*/ 6901619 w 7467600"/>
              <a:gd name="connsiteY820" fmla="*/ 1047874 h 6858000"/>
              <a:gd name="connsiteX821" fmla="*/ 6931566 w 7467600"/>
              <a:gd name="connsiteY821" fmla="*/ 1062034 h 6858000"/>
              <a:gd name="connsiteX822" fmla="*/ 5790982 w 7467600"/>
              <a:gd name="connsiteY822" fmla="*/ 1561380 h 6858000"/>
              <a:gd name="connsiteX823" fmla="*/ 6188971 w 7467600"/>
              <a:gd name="connsiteY823" fmla="*/ 1755168 h 6858000"/>
              <a:gd name="connsiteX824" fmla="*/ 6202446 w 7467600"/>
              <a:gd name="connsiteY824" fmla="*/ 1752268 h 6858000"/>
              <a:gd name="connsiteX825" fmla="*/ 7179560 w 7467600"/>
              <a:gd name="connsiteY825" fmla="*/ 1467551 h 6858000"/>
              <a:gd name="connsiteX826" fmla="*/ 7158730 w 7467600"/>
              <a:gd name="connsiteY826" fmla="*/ 1507835 h 6858000"/>
              <a:gd name="connsiteX827" fmla="*/ 6326959 w 7467600"/>
              <a:gd name="connsiteY827" fmla="*/ 1817686 h 6858000"/>
              <a:gd name="connsiteX828" fmla="*/ 6537433 w 7467600"/>
              <a:gd name="connsiteY828" fmla="*/ 1907790 h 6858000"/>
              <a:gd name="connsiteX829" fmla="*/ 6550221 w 7467600"/>
              <a:gd name="connsiteY829" fmla="*/ 1910729 h 6858000"/>
              <a:gd name="connsiteX830" fmla="*/ 6964438 w 7467600"/>
              <a:gd name="connsiteY830" fmla="*/ 2209505 h 6858000"/>
              <a:gd name="connsiteX831" fmla="*/ 7367862 w 7467600"/>
              <a:gd name="connsiteY831" fmla="*/ 2806833 h 6858000"/>
              <a:gd name="connsiteX832" fmla="*/ 7364329 w 7467600"/>
              <a:gd name="connsiteY832" fmla="*/ 2826907 h 6858000"/>
              <a:gd name="connsiteX833" fmla="*/ 7290545 w 7467600"/>
              <a:gd name="connsiteY833" fmla="*/ 2850663 h 6858000"/>
              <a:gd name="connsiteX834" fmla="*/ 6472036 w 7467600"/>
              <a:gd name="connsiteY834" fmla="*/ 1959003 h 6858000"/>
              <a:gd name="connsiteX835" fmla="*/ 5792897 w 7467600"/>
              <a:gd name="connsiteY835" fmla="*/ 1647747 h 6858000"/>
              <a:gd name="connsiteX836" fmla="*/ 5842751 w 7467600"/>
              <a:gd name="connsiteY836" fmla="*/ 1816112 h 6858000"/>
              <a:gd name="connsiteX837" fmla="*/ 5847424 w 7467600"/>
              <a:gd name="connsiteY837" fmla="*/ 1815776 h 6858000"/>
              <a:gd name="connsiteX838" fmla="*/ 6399821 w 7467600"/>
              <a:gd name="connsiteY838" fmla="*/ 2344799 h 6858000"/>
              <a:gd name="connsiteX839" fmla="*/ 6323232 w 7467600"/>
              <a:gd name="connsiteY839" fmla="*/ 2389634 h 6858000"/>
              <a:gd name="connsiteX840" fmla="*/ 5942958 w 7467600"/>
              <a:gd name="connsiteY840" fmla="*/ 2077708 h 6858000"/>
              <a:gd name="connsiteX841" fmla="*/ 5921559 w 7467600"/>
              <a:gd name="connsiteY841" fmla="*/ 2378596 h 6858000"/>
              <a:gd name="connsiteX842" fmla="*/ 5817651 w 7467600"/>
              <a:gd name="connsiteY842" fmla="*/ 3023919 h 6858000"/>
              <a:gd name="connsiteX843" fmla="*/ 5729634 w 7467600"/>
              <a:gd name="connsiteY843" fmla="*/ 3051849 h 6858000"/>
              <a:gd name="connsiteX844" fmla="*/ 5611018 w 7467600"/>
              <a:gd name="connsiteY844" fmla="*/ 2316769 h 6858000"/>
              <a:gd name="connsiteX845" fmla="*/ 5687608 w 7467600"/>
              <a:gd name="connsiteY845" fmla="*/ 2039972 h 6858000"/>
              <a:gd name="connsiteX846" fmla="*/ 5657554 w 7467600"/>
              <a:gd name="connsiteY846" fmla="*/ 1576445 h 6858000"/>
              <a:gd name="connsiteX847" fmla="*/ 5150475 w 7467600"/>
              <a:gd name="connsiteY847" fmla="*/ 1274012 h 6858000"/>
              <a:gd name="connsiteX848" fmla="*/ 5349142 w 7467600"/>
              <a:gd name="connsiteY848" fmla="*/ 2204405 h 6858000"/>
              <a:gd name="connsiteX849" fmla="*/ 5262214 w 7467600"/>
              <a:gd name="connsiteY849" fmla="*/ 2233836 h 6858000"/>
              <a:gd name="connsiteX850" fmla="*/ 4981539 w 7467600"/>
              <a:gd name="connsiteY850" fmla="*/ 1542201 h 6858000"/>
              <a:gd name="connsiteX851" fmla="*/ 4958461 w 7467600"/>
              <a:gd name="connsiteY851" fmla="*/ 1136957 h 6858000"/>
              <a:gd name="connsiteX852" fmla="*/ 4655015 w 7467600"/>
              <a:gd name="connsiteY852" fmla="*/ 891426 h 6858000"/>
              <a:gd name="connsiteX853" fmla="*/ 4348002 w 7467600"/>
              <a:gd name="connsiteY853" fmla="*/ 2205895 h 6858000"/>
              <a:gd name="connsiteX854" fmla="*/ 4262250 w 7467600"/>
              <a:gd name="connsiteY854" fmla="*/ 2219972 h 6858000"/>
              <a:gd name="connsiteX855" fmla="*/ 4550611 w 7467600"/>
              <a:gd name="connsiteY855" fmla="*/ 817540 h 6858000"/>
              <a:gd name="connsiteX856" fmla="*/ 4564418 w 7467600"/>
              <a:gd name="connsiteY856" fmla="*/ 808293 h 6858000"/>
              <a:gd name="connsiteX857" fmla="*/ 4266388 w 7467600"/>
              <a:gd name="connsiteY857" fmla="*/ 500083 h 6858000"/>
              <a:gd name="connsiteX858" fmla="*/ 4032842 w 7467600"/>
              <a:gd name="connsiteY858" fmla="*/ 211809 h 6858000"/>
              <a:gd name="connsiteX859" fmla="*/ 3882765 w 7467600"/>
              <a:gd name="connsiteY859" fmla="*/ 0 h 6858000"/>
              <a:gd name="connsiteX860" fmla="*/ 3721337 w 7467600"/>
              <a:gd name="connsiteY860" fmla="*/ 0 h 6858000"/>
              <a:gd name="connsiteX861" fmla="*/ 3797544 w 7467600"/>
              <a:gd name="connsiteY861" fmla="*/ 0 h 6858000"/>
              <a:gd name="connsiteX862" fmla="*/ 3775734 w 7467600"/>
              <a:gd name="connsiteY862" fmla="*/ 95131 h 6858000"/>
              <a:gd name="connsiteX863" fmla="*/ 3724807 w 7467600"/>
              <a:gd name="connsiteY863" fmla="*/ 272257 h 6858000"/>
              <a:gd name="connsiteX864" fmla="*/ 3726844 w 7467600"/>
              <a:gd name="connsiteY864" fmla="*/ 282988 h 6858000"/>
              <a:gd name="connsiteX865" fmla="*/ 3742664 w 7467600"/>
              <a:gd name="connsiteY865" fmla="*/ 279918 h 6858000"/>
              <a:gd name="connsiteX866" fmla="*/ 4103910 w 7467600"/>
              <a:gd name="connsiteY866" fmla="*/ 1161917 h 6858000"/>
              <a:gd name="connsiteX867" fmla="*/ 4020269 w 7467600"/>
              <a:gd name="connsiteY867" fmla="*/ 1200406 h 6858000"/>
              <a:gd name="connsiteX868" fmla="*/ 3674882 w 7467600"/>
              <a:gd name="connsiteY868" fmla="*/ 488524 h 6858000"/>
              <a:gd name="connsiteX869" fmla="*/ 3132682 w 7467600"/>
              <a:gd name="connsiteY869" fmla="*/ 1072284 h 6858000"/>
              <a:gd name="connsiteX870" fmla="*/ 2716346 w 7467600"/>
              <a:gd name="connsiteY870" fmla="*/ 1276376 h 6858000"/>
              <a:gd name="connsiteX871" fmla="*/ 2716772 w 7467600"/>
              <a:gd name="connsiteY871" fmla="*/ 1255462 h 6858000"/>
              <a:gd name="connsiteX872" fmla="*/ 3471096 w 7467600"/>
              <a:gd name="connsiteY872" fmla="*/ 437072 h 6858000"/>
              <a:gd name="connsiteX873" fmla="*/ 3639057 w 7467600"/>
              <a:gd name="connsiteY873" fmla="*/ 286334 h 6858000"/>
              <a:gd name="connsiteX874" fmla="*/ 3640309 w 7467600"/>
              <a:gd name="connsiteY874" fmla="*/ 284664 h 6858000"/>
              <a:gd name="connsiteX875" fmla="*/ 3646022 w 7467600"/>
              <a:gd name="connsiteY875" fmla="*/ 276711 h 6858000"/>
              <a:gd name="connsiteX876" fmla="*/ 3707943 w 7467600"/>
              <a:gd name="connsiteY876" fmla="*/ 65958 h 6858000"/>
              <a:gd name="connsiteX877" fmla="*/ 3721337 w 7467600"/>
              <a:gd name="connsiteY877" fmla="*/ 0 h 6858000"/>
              <a:gd name="connsiteX878" fmla="*/ 2867960 w 7467600"/>
              <a:gd name="connsiteY878" fmla="*/ 0 h 6858000"/>
              <a:gd name="connsiteX879" fmla="*/ 2926351 w 7467600"/>
              <a:gd name="connsiteY879" fmla="*/ 0 h 6858000"/>
              <a:gd name="connsiteX880" fmla="*/ 2902823 w 7467600"/>
              <a:gd name="connsiteY880" fmla="*/ 262929 h 6858000"/>
              <a:gd name="connsiteX881" fmla="*/ 2940663 w 7467600"/>
              <a:gd name="connsiteY881" fmla="*/ 140884 h 6858000"/>
              <a:gd name="connsiteX882" fmla="*/ 2947039 w 7467600"/>
              <a:gd name="connsiteY882" fmla="*/ 122524 h 6858000"/>
              <a:gd name="connsiteX883" fmla="*/ 2984316 w 7467600"/>
              <a:gd name="connsiteY883" fmla="*/ 0 h 6858000"/>
              <a:gd name="connsiteX884" fmla="*/ 3016114 w 7467600"/>
              <a:gd name="connsiteY884" fmla="*/ 0 h 6858000"/>
              <a:gd name="connsiteX885" fmla="*/ 2979949 w 7467600"/>
              <a:gd name="connsiteY885" fmla="*/ 119274 h 6858000"/>
              <a:gd name="connsiteX886" fmla="*/ 3023879 w 7467600"/>
              <a:gd name="connsiteY886" fmla="*/ 0 h 6858000"/>
              <a:gd name="connsiteX887" fmla="*/ 3105400 w 7467600"/>
              <a:gd name="connsiteY887" fmla="*/ 0 h 6858000"/>
              <a:gd name="connsiteX888" fmla="*/ 3094669 w 7467600"/>
              <a:gd name="connsiteY888" fmla="*/ 30308 h 6858000"/>
              <a:gd name="connsiteX889" fmla="*/ 2901945 w 7467600"/>
              <a:gd name="connsiteY889" fmla="*/ 466538 h 6858000"/>
              <a:gd name="connsiteX890" fmla="*/ 2815209 w 7467600"/>
              <a:gd name="connsiteY890" fmla="*/ 497361 h 6858000"/>
              <a:gd name="connsiteX891" fmla="*/ 2844845 w 7467600"/>
              <a:gd name="connsiteY891" fmla="*/ 127638 h 6858000"/>
              <a:gd name="connsiteX892" fmla="*/ 2867960 w 7467600"/>
              <a:gd name="connsiteY892" fmla="*/ 0 h 6858000"/>
              <a:gd name="connsiteX893" fmla="*/ 1057230 w 7467600"/>
              <a:gd name="connsiteY893" fmla="*/ 0 h 6858000"/>
              <a:gd name="connsiteX894" fmla="*/ 1111003 w 7467600"/>
              <a:gd name="connsiteY894" fmla="*/ 0 h 6858000"/>
              <a:gd name="connsiteX895" fmla="*/ 1125553 w 7467600"/>
              <a:gd name="connsiteY895" fmla="*/ 52588 h 6858000"/>
              <a:gd name="connsiteX896" fmla="*/ 1304276 w 7467600"/>
              <a:gd name="connsiteY896" fmla="*/ 476275 h 6858000"/>
              <a:gd name="connsiteX897" fmla="*/ 1492066 w 7467600"/>
              <a:gd name="connsiteY897" fmla="*/ 886333 h 6858000"/>
              <a:gd name="connsiteX898" fmla="*/ 1423698 w 7467600"/>
              <a:gd name="connsiteY898" fmla="*/ 710817 h 6858000"/>
              <a:gd name="connsiteX899" fmla="*/ 1357609 w 7467600"/>
              <a:gd name="connsiteY899" fmla="*/ 532892 h 6858000"/>
              <a:gd name="connsiteX900" fmla="*/ 1309550 w 7467600"/>
              <a:gd name="connsiteY900" fmla="*/ 374031 h 6858000"/>
              <a:gd name="connsiteX901" fmla="*/ 1193673 w 7467600"/>
              <a:gd name="connsiteY901" fmla="*/ 49533 h 6858000"/>
              <a:gd name="connsiteX902" fmla="*/ 1164391 w 7467600"/>
              <a:gd name="connsiteY902" fmla="*/ 0 h 6858000"/>
              <a:gd name="connsiteX903" fmla="*/ 1200666 w 7467600"/>
              <a:gd name="connsiteY903" fmla="*/ 0 h 6858000"/>
              <a:gd name="connsiteX904" fmla="*/ 1223408 w 7467600"/>
              <a:gd name="connsiteY904" fmla="*/ 38996 h 6858000"/>
              <a:gd name="connsiteX905" fmla="*/ 1339635 w 7467600"/>
              <a:gd name="connsiteY905" fmla="*/ 365517 h 6858000"/>
              <a:gd name="connsiteX906" fmla="*/ 1387469 w 7467600"/>
              <a:gd name="connsiteY906" fmla="*/ 523079 h 6858000"/>
              <a:gd name="connsiteX907" fmla="*/ 1452685 w 7467600"/>
              <a:gd name="connsiteY907" fmla="*/ 699806 h 6858000"/>
              <a:gd name="connsiteX908" fmla="*/ 1492092 w 7467600"/>
              <a:gd name="connsiteY908" fmla="*/ 800424 h 6858000"/>
              <a:gd name="connsiteX909" fmla="*/ 1455302 w 7467600"/>
              <a:gd name="connsiteY909" fmla="*/ 632913 h 6858000"/>
              <a:gd name="connsiteX910" fmla="*/ 1222336 w 7467600"/>
              <a:gd name="connsiteY910" fmla="*/ 9480 h 6858000"/>
              <a:gd name="connsiteX911" fmla="*/ 1214634 w 7467600"/>
              <a:gd name="connsiteY911" fmla="*/ 0 h 6858000"/>
              <a:gd name="connsiteX912" fmla="*/ 1289827 w 7467600"/>
              <a:gd name="connsiteY912" fmla="*/ 0 h 6858000"/>
              <a:gd name="connsiteX913" fmla="*/ 1321076 w 7467600"/>
              <a:gd name="connsiteY913" fmla="*/ 59722 h 6858000"/>
              <a:gd name="connsiteX914" fmla="*/ 1512579 w 7467600"/>
              <a:gd name="connsiteY914" fmla="*/ 626441 h 6858000"/>
              <a:gd name="connsiteX915" fmla="*/ 1506076 w 7467600"/>
              <a:gd name="connsiteY915" fmla="*/ 1089289 h 6858000"/>
              <a:gd name="connsiteX916" fmla="*/ 1486346 w 7467600"/>
              <a:gd name="connsiteY916" fmla="*/ 1079919 h 6858000"/>
              <a:gd name="connsiteX917" fmla="*/ 1070511 w 7467600"/>
              <a:gd name="connsiteY917" fmla="*/ 48609 h 6858000"/>
              <a:gd name="connsiteX918" fmla="*/ 1057230 w 7467600"/>
              <a:gd name="connsiteY918" fmla="*/ 0 h 6858000"/>
              <a:gd name="connsiteX919" fmla="*/ 43151 w 7467600"/>
              <a:gd name="connsiteY919" fmla="*/ 0 h 6858000"/>
              <a:gd name="connsiteX920" fmla="*/ 95283 w 7467600"/>
              <a:gd name="connsiteY920" fmla="*/ 0 h 6858000"/>
              <a:gd name="connsiteX921" fmla="*/ 300708 w 7467600"/>
              <a:gd name="connsiteY921" fmla="*/ 154571 h 6858000"/>
              <a:gd name="connsiteX922" fmla="*/ 530414 w 7467600"/>
              <a:gd name="connsiteY922" fmla="*/ 354673 h 6858000"/>
              <a:gd name="connsiteX923" fmla="*/ 333785 w 7467600"/>
              <a:gd name="connsiteY923" fmla="*/ 161564 h 6858000"/>
              <a:gd name="connsiteX924" fmla="*/ 147005 w 7467600"/>
              <a:gd name="connsiteY924" fmla="*/ 0 h 6858000"/>
              <a:gd name="connsiteX925" fmla="*/ 272509 w 7467600"/>
              <a:gd name="connsiteY925" fmla="*/ 0 h 6858000"/>
              <a:gd name="connsiteX926" fmla="*/ 326276 w 7467600"/>
              <a:gd name="connsiteY926" fmla="*/ 45847 h 6858000"/>
              <a:gd name="connsiteX927" fmla="*/ 823759 w 7467600"/>
              <a:gd name="connsiteY927" fmla="*/ 574145 h 6858000"/>
              <a:gd name="connsiteX928" fmla="*/ 811254 w 7467600"/>
              <a:gd name="connsiteY928" fmla="*/ 665546 h 6858000"/>
              <a:gd name="connsiteX929" fmla="*/ 154042 w 7467600"/>
              <a:gd name="connsiteY929" fmla="*/ 261522 h 6858000"/>
              <a:gd name="connsiteX930" fmla="*/ 13550 w 7467600"/>
              <a:gd name="connsiteY930" fmla="*/ 158423 h 6858000"/>
              <a:gd name="connsiteX931" fmla="*/ 0 w 7467600"/>
              <a:gd name="connsiteY931" fmla="*/ 146618 h 6858000"/>
              <a:gd name="connsiteX932" fmla="*/ 0 w 7467600"/>
              <a:gd name="connsiteY932" fmla="*/ 59161 h 6858000"/>
              <a:gd name="connsiteX933" fmla="*/ 45427 w 7467600"/>
              <a:gd name="connsiteY933" fmla="*/ 101078 h 6858000"/>
              <a:gd name="connsiteX934" fmla="*/ 630103 w 7467600"/>
              <a:gd name="connsiteY934" fmla="*/ 485885 h 6858000"/>
              <a:gd name="connsiteX935" fmla="*/ 532040 w 7467600"/>
              <a:gd name="connsiteY935" fmla="*/ 399359 h 6858000"/>
              <a:gd name="connsiteX936" fmla="*/ 517618 w 7467600"/>
              <a:gd name="connsiteY936" fmla="*/ 385726 h 6858000"/>
              <a:gd name="connsiteX937" fmla="*/ 285074 w 7467600"/>
              <a:gd name="connsiteY937" fmla="*/ 182755 h 6858000"/>
              <a:gd name="connsiteX938" fmla="*/ 43151 w 7467600"/>
              <a:gd name="connsiteY938" fmla="*/ 0 h 6858000"/>
              <a:gd name="connsiteX0" fmla="*/ 369702 w 7369701"/>
              <a:gd name="connsiteY0" fmla="*/ 6712169 h 6858000"/>
              <a:gd name="connsiteX1" fmla="*/ 366575 w 7369701"/>
              <a:gd name="connsiteY1" fmla="*/ 6715556 h 6858000"/>
              <a:gd name="connsiteX2" fmla="*/ 371637 w 7369701"/>
              <a:gd name="connsiteY2" fmla="*/ 6713954 h 6858000"/>
              <a:gd name="connsiteX3" fmla="*/ 369702 w 7369701"/>
              <a:gd name="connsiteY3" fmla="*/ 6712169 h 6858000"/>
              <a:gd name="connsiteX4" fmla="*/ 1019354 w 7369701"/>
              <a:gd name="connsiteY4" fmla="*/ 6315006 h 6858000"/>
              <a:gd name="connsiteX5" fmla="*/ 441046 w 7369701"/>
              <a:gd name="connsiteY5" fmla="*/ 6691153 h 6858000"/>
              <a:gd name="connsiteX6" fmla="*/ 1019354 w 7369701"/>
              <a:gd name="connsiteY6" fmla="*/ 6315006 h 6858000"/>
              <a:gd name="connsiteX7" fmla="*/ 991680 w 7369701"/>
              <a:gd name="connsiteY7" fmla="*/ 6298413 h 6858000"/>
              <a:gd name="connsiteX8" fmla="*/ 409060 w 7369701"/>
              <a:gd name="connsiteY8" fmla="*/ 6671470 h 6858000"/>
              <a:gd name="connsiteX9" fmla="*/ 991680 w 7369701"/>
              <a:gd name="connsiteY9" fmla="*/ 6298413 h 6858000"/>
              <a:gd name="connsiteX10" fmla="*/ 103333 w 7369701"/>
              <a:gd name="connsiteY10" fmla="*/ 5699602 h 6858000"/>
              <a:gd name="connsiteX11" fmla="*/ 233938 w 7369701"/>
              <a:gd name="connsiteY11" fmla="*/ 5809416 h 6858000"/>
              <a:gd name="connsiteX12" fmla="*/ 883580 w 7369701"/>
              <a:gd name="connsiteY12" fmla="*/ 6180710 h 6858000"/>
              <a:gd name="connsiteX13" fmla="*/ 487337 w 7369701"/>
              <a:gd name="connsiteY13" fmla="*/ 5950182 h 6858000"/>
              <a:gd name="connsiteX14" fmla="*/ 354051 w 7369701"/>
              <a:gd name="connsiteY14" fmla="*/ 5854912 h 6858000"/>
              <a:gd name="connsiteX15" fmla="*/ 195436 w 7369701"/>
              <a:gd name="connsiteY15" fmla="*/ 5755068 h 6858000"/>
              <a:gd name="connsiteX16" fmla="*/ 103333 w 7369701"/>
              <a:gd name="connsiteY16" fmla="*/ 5699602 h 6858000"/>
              <a:gd name="connsiteX17" fmla="*/ 5539432 w 7369701"/>
              <a:gd name="connsiteY17" fmla="*/ 5642928 h 6858000"/>
              <a:gd name="connsiteX18" fmla="*/ 5555462 w 7369701"/>
              <a:gd name="connsiteY18" fmla="*/ 5694454 h 6858000"/>
              <a:gd name="connsiteX19" fmla="*/ 5828270 w 7369701"/>
              <a:gd name="connsiteY19" fmla="*/ 6320663 h 6858000"/>
              <a:gd name="connsiteX20" fmla="*/ 5947416 w 7369701"/>
              <a:gd name="connsiteY20" fmla="*/ 6574846 h 6858000"/>
              <a:gd name="connsiteX21" fmla="*/ 5539432 w 7369701"/>
              <a:gd name="connsiteY21" fmla="*/ 5642928 h 6858000"/>
              <a:gd name="connsiteX22" fmla="*/ 51253 w 7369701"/>
              <a:gd name="connsiteY22" fmla="*/ 5631825 h 6858000"/>
              <a:gd name="connsiteX23" fmla="*/ 211622 w 7369701"/>
              <a:gd name="connsiteY23" fmla="*/ 5728803 h 6858000"/>
              <a:gd name="connsiteX24" fmla="*/ 371652 w 7369701"/>
              <a:gd name="connsiteY24" fmla="*/ 5829062 h 6858000"/>
              <a:gd name="connsiteX25" fmla="*/ 505903 w 7369701"/>
              <a:gd name="connsiteY25" fmla="*/ 5925221 h 6858000"/>
              <a:gd name="connsiteX26" fmla="*/ 899240 w 7369701"/>
              <a:gd name="connsiteY26" fmla="*/ 6153068 h 6858000"/>
              <a:gd name="connsiteX27" fmla="*/ 988114 w 7369701"/>
              <a:gd name="connsiteY27" fmla="*/ 6174204 h 6858000"/>
              <a:gd name="connsiteX28" fmla="*/ 845971 w 7369701"/>
              <a:gd name="connsiteY28" fmla="*/ 6067177 h 6858000"/>
              <a:gd name="connsiteX29" fmla="*/ 448057 w 7369701"/>
              <a:gd name="connsiteY29" fmla="*/ 5841376 h 6858000"/>
              <a:gd name="connsiteX30" fmla="*/ 51253 w 7369701"/>
              <a:gd name="connsiteY30" fmla="*/ 5631825 h 6858000"/>
              <a:gd name="connsiteX31" fmla="*/ 2606687 w 7369701"/>
              <a:gd name="connsiteY31" fmla="*/ 5630718 h 6858000"/>
              <a:gd name="connsiteX32" fmla="*/ 2645658 w 7369701"/>
              <a:gd name="connsiteY32" fmla="*/ 6640259 h 6858000"/>
              <a:gd name="connsiteX33" fmla="*/ 2606687 w 7369701"/>
              <a:gd name="connsiteY33" fmla="*/ 5630718 h 6858000"/>
              <a:gd name="connsiteX34" fmla="*/ 3642057 w 7369701"/>
              <a:gd name="connsiteY34" fmla="*/ 5573487 h 6858000"/>
              <a:gd name="connsiteX35" fmla="*/ 3632981 w 7369701"/>
              <a:gd name="connsiteY35" fmla="*/ 5579437 h 6858000"/>
              <a:gd name="connsiteX36" fmla="*/ 3382436 w 7369701"/>
              <a:gd name="connsiteY36" fmla="*/ 5952726 h 6858000"/>
              <a:gd name="connsiteX37" fmla="*/ 3191929 w 7369701"/>
              <a:gd name="connsiteY37" fmla="*/ 6662669 h 6858000"/>
              <a:gd name="connsiteX38" fmla="*/ 3369898 w 7369701"/>
              <a:gd name="connsiteY38" fmla="*/ 6081771 h 6858000"/>
              <a:gd name="connsiteX39" fmla="*/ 3642057 w 7369701"/>
              <a:gd name="connsiteY39" fmla="*/ 5573487 h 6858000"/>
              <a:gd name="connsiteX40" fmla="*/ 2650666 w 7369701"/>
              <a:gd name="connsiteY40" fmla="*/ 5530686 h 6858000"/>
              <a:gd name="connsiteX41" fmla="*/ 2650249 w 7369701"/>
              <a:gd name="connsiteY41" fmla="*/ 5532101 h 6858000"/>
              <a:gd name="connsiteX42" fmla="*/ 2663808 w 7369701"/>
              <a:gd name="connsiteY42" fmla="*/ 6535215 h 6858000"/>
              <a:gd name="connsiteX43" fmla="*/ 2665418 w 7369701"/>
              <a:gd name="connsiteY43" fmla="*/ 6132756 h 6858000"/>
              <a:gd name="connsiteX44" fmla="*/ 2650666 w 7369701"/>
              <a:gd name="connsiteY44" fmla="*/ 5530686 h 6858000"/>
              <a:gd name="connsiteX45" fmla="*/ 2680277 w 7369701"/>
              <a:gd name="connsiteY45" fmla="*/ 5479204 h 6858000"/>
              <a:gd name="connsiteX46" fmla="*/ 2678972 w 7369701"/>
              <a:gd name="connsiteY46" fmla="*/ 5481582 h 6858000"/>
              <a:gd name="connsiteX47" fmla="*/ 2696666 w 7369701"/>
              <a:gd name="connsiteY47" fmla="*/ 6133836 h 6858000"/>
              <a:gd name="connsiteX48" fmla="*/ 2695769 w 7369701"/>
              <a:gd name="connsiteY48" fmla="*/ 6390955 h 6858000"/>
              <a:gd name="connsiteX49" fmla="*/ 2739893 w 7369701"/>
              <a:gd name="connsiteY49" fmla="*/ 6108357 h 6858000"/>
              <a:gd name="connsiteX50" fmla="*/ 2680277 w 7369701"/>
              <a:gd name="connsiteY50" fmla="*/ 5479204 h 6858000"/>
              <a:gd name="connsiteX51" fmla="*/ 1132195 w 7369701"/>
              <a:gd name="connsiteY51" fmla="*/ 5467980 h 6858000"/>
              <a:gd name="connsiteX52" fmla="*/ 1679056 w 7369701"/>
              <a:gd name="connsiteY52" fmla="*/ 5516907 h 6858000"/>
              <a:gd name="connsiteX53" fmla="*/ 2128648 w 7369701"/>
              <a:gd name="connsiteY53" fmla="*/ 5474249 h 6858000"/>
              <a:gd name="connsiteX54" fmla="*/ 1825619 w 7369701"/>
              <a:gd name="connsiteY54" fmla="*/ 5478447 h 6858000"/>
              <a:gd name="connsiteX55" fmla="*/ 1737798 w 7369701"/>
              <a:gd name="connsiteY55" fmla="*/ 5483353 h 6858000"/>
              <a:gd name="connsiteX56" fmla="*/ 1132195 w 7369701"/>
              <a:gd name="connsiteY56" fmla="*/ 5467980 h 6858000"/>
              <a:gd name="connsiteX57" fmla="*/ 1456157 w 7369701"/>
              <a:gd name="connsiteY57" fmla="*/ 5371404 h 6858000"/>
              <a:gd name="connsiteX58" fmla="*/ 1244432 w 7369701"/>
              <a:gd name="connsiteY58" fmla="*/ 5385601 h 6858000"/>
              <a:gd name="connsiteX59" fmla="*/ 973990 w 7369701"/>
              <a:gd name="connsiteY59" fmla="*/ 5424940 h 6858000"/>
              <a:gd name="connsiteX60" fmla="*/ 1103809 w 7369701"/>
              <a:gd name="connsiteY60" fmla="*/ 5433720 h 6858000"/>
              <a:gd name="connsiteX61" fmla="*/ 1123454 w 7369701"/>
              <a:gd name="connsiteY61" fmla="*/ 5435727 h 6858000"/>
              <a:gd name="connsiteX62" fmla="*/ 1737017 w 7369701"/>
              <a:gd name="connsiteY62" fmla="*/ 5452183 h 6858000"/>
              <a:gd name="connsiteX63" fmla="*/ 1824397 w 7369701"/>
              <a:gd name="connsiteY63" fmla="*/ 5447757 h 6858000"/>
              <a:gd name="connsiteX64" fmla="*/ 2070059 w 7369701"/>
              <a:gd name="connsiteY64" fmla="*/ 5441660 h 6858000"/>
              <a:gd name="connsiteX65" fmla="*/ 1456157 w 7369701"/>
              <a:gd name="connsiteY65" fmla="*/ 5371404 h 6858000"/>
              <a:gd name="connsiteX66" fmla="*/ 4988186 w 7369701"/>
              <a:gd name="connsiteY66" fmla="*/ 5216467 h 6858000"/>
              <a:gd name="connsiteX67" fmla="*/ 4777334 w 7369701"/>
              <a:gd name="connsiteY67" fmla="*/ 5406072 h 6858000"/>
              <a:gd name="connsiteX68" fmla="*/ 4718341 w 7369701"/>
              <a:gd name="connsiteY68" fmla="*/ 5468043 h 6858000"/>
              <a:gd name="connsiteX69" fmla="*/ 4604655 w 7369701"/>
              <a:gd name="connsiteY69" fmla="*/ 5583434 h 6858000"/>
              <a:gd name="connsiteX70" fmla="*/ 4565074 w 7369701"/>
              <a:gd name="connsiteY70" fmla="*/ 5618550 h 6858000"/>
              <a:gd name="connsiteX71" fmla="*/ 4988186 w 7369701"/>
              <a:gd name="connsiteY71" fmla="*/ 5216467 h 6858000"/>
              <a:gd name="connsiteX72" fmla="*/ 4978032 w 7369701"/>
              <a:gd name="connsiteY72" fmla="*/ 5183809 h 6858000"/>
              <a:gd name="connsiteX73" fmla="*/ 4463413 w 7369701"/>
              <a:gd name="connsiteY73" fmla="*/ 5615162 h 6858000"/>
              <a:gd name="connsiteX74" fmla="*/ 4358134 w 7369701"/>
              <a:gd name="connsiteY74" fmla="*/ 5742791 h 6858000"/>
              <a:gd name="connsiteX75" fmla="*/ 4376219 w 7369701"/>
              <a:gd name="connsiteY75" fmla="*/ 5729027 h 6858000"/>
              <a:gd name="connsiteX76" fmla="*/ 4582340 w 7369701"/>
              <a:gd name="connsiteY76" fmla="*/ 5561037 h 6858000"/>
              <a:gd name="connsiteX77" fmla="*/ 4694684 w 7369701"/>
              <a:gd name="connsiteY77" fmla="*/ 5447098 h 6858000"/>
              <a:gd name="connsiteX78" fmla="*/ 4754123 w 7369701"/>
              <a:gd name="connsiteY78" fmla="*/ 5384643 h 6858000"/>
              <a:gd name="connsiteX79" fmla="*/ 4978032 w 7369701"/>
              <a:gd name="connsiteY79" fmla="*/ 5183809 h 6858000"/>
              <a:gd name="connsiteX80" fmla="*/ 1903353 w 7369701"/>
              <a:gd name="connsiteY80" fmla="*/ 5044827 h 6858000"/>
              <a:gd name="connsiteX81" fmla="*/ 1936931 w 7369701"/>
              <a:gd name="connsiteY81" fmla="*/ 5093954 h 6858000"/>
              <a:gd name="connsiteX82" fmla="*/ 2195868 w 7369701"/>
              <a:gd name="connsiteY82" fmla="*/ 5396574 h 6858000"/>
              <a:gd name="connsiteX83" fmla="*/ 2088852 w 7369701"/>
              <a:gd name="connsiteY83" fmla="*/ 5166123 h 6858000"/>
              <a:gd name="connsiteX84" fmla="*/ 1958241 w 7369701"/>
              <a:gd name="connsiteY84" fmla="*/ 5067955 h 6858000"/>
              <a:gd name="connsiteX85" fmla="*/ 1903353 w 7369701"/>
              <a:gd name="connsiteY85" fmla="*/ 5044827 h 6858000"/>
              <a:gd name="connsiteX86" fmla="*/ 1979378 w 7369701"/>
              <a:gd name="connsiteY86" fmla="*/ 4769504 h 6858000"/>
              <a:gd name="connsiteX87" fmla="*/ 2882120 w 7369701"/>
              <a:gd name="connsiteY87" fmla="*/ 5064547 h 6858000"/>
              <a:gd name="connsiteX88" fmla="*/ 2793103 w 7369701"/>
              <a:gd name="connsiteY88" fmla="*/ 5039699 h 6858000"/>
              <a:gd name="connsiteX89" fmla="*/ 2770041 w 7369701"/>
              <a:gd name="connsiteY89" fmla="*/ 5033634 h 6858000"/>
              <a:gd name="connsiteX90" fmla="*/ 1979378 w 7369701"/>
              <a:gd name="connsiteY90" fmla="*/ 4769504 h 6858000"/>
              <a:gd name="connsiteX91" fmla="*/ 1927410 w 7369701"/>
              <a:gd name="connsiteY91" fmla="*/ 4716164 h 6858000"/>
              <a:gd name="connsiteX92" fmla="*/ 1959587 w 7369701"/>
              <a:gd name="connsiteY92" fmla="*/ 4728849 h 6858000"/>
              <a:gd name="connsiteX93" fmla="*/ 2777707 w 7369701"/>
              <a:gd name="connsiteY93" fmla="*/ 5003991 h 6858000"/>
              <a:gd name="connsiteX94" fmla="*/ 2800768 w 7369701"/>
              <a:gd name="connsiteY94" fmla="*/ 5010056 h 6858000"/>
              <a:gd name="connsiteX95" fmla="*/ 2879408 w 7369701"/>
              <a:gd name="connsiteY95" fmla="*/ 5031590 h 6858000"/>
              <a:gd name="connsiteX96" fmla="*/ 2862295 w 7369701"/>
              <a:gd name="connsiteY96" fmla="*/ 5022958 h 6858000"/>
              <a:gd name="connsiteX97" fmla="*/ 2813343 w 7369701"/>
              <a:gd name="connsiteY97" fmla="*/ 4998369 h 6858000"/>
              <a:gd name="connsiteX98" fmla="*/ 2646245 w 7369701"/>
              <a:gd name="connsiteY98" fmla="*/ 4930999 h 6858000"/>
              <a:gd name="connsiteX99" fmla="*/ 1999243 w 7369701"/>
              <a:gd name="connsiteY99" fmla="*/ 4730524 h 6858000"/>
              <a:gd name="connsiteX100" fmla="*/ 1979527 w 7369701"/>
              <a:gd name="connsiteY100" fmla="*/ 4726651 h 6858000"/>
              <a:gd name="connsiteX101" fmla="*/ 1927410 w 7369701"/>
              <a:gd name="connsiteY101" fmla="*/ 4716164 h 6858000"/>
              <a:gd name="connsiteX102" fmla="*/ 1997014 w 7369701"/>
              <a:gd name="connsiteY102" fmla="*/ 4698007 h 6858000"/>
              <a:gd name="connsiteX103" fmla="*/ 2005458 w 7369701"/>
              <a:gd name="connsiteY103" fmla="*/ 4699540 h 6858000"/>
              <a:gd name="connsiteX104" fmla="*/ 2657186 w 7369701"/>
              <a:gd name="connsiteY104" fmla="*/ 4901687 h 6858000"/>
              <a:gd name="connsiteX105" fmla="*/ 2826662 w 7369701"/>
              <a:gd name="connsiteY105" fmla="*/ 4970362 h 6858000"/>
              <a:gd name="connsiteX106" fmla="*/ 2876100 w 7369701"/>
              <a:gd name="connsiteY106" fmla="*/ 4995397 h 6858000"/>
              <a:gd name="connsiteX107" fmla="*/ 3042600 w 7369701"/>
              <a:gd name="connsiteY107" fmla="*/ 5059532 h 6858000"/>
              <a:gd name="connsiteX108" fmla="*/ 1997014 w 7369701"/>
              <a:gd name="connsiteY108" fmla="*/ 4698007 h 6858000"/>
              <a:gd name="connsiteX109" fmla="*/ 2305292 w 7369701"/>
              <a:gd name="connsiteY109" fmla="*/ 4219492 h 6858000"/>
              <a:gd name="connsiteX110" fmla="*/ 3360922 w 7369701"/>
              <a:gd name="connsiteY110" fmla="*/ 4529373 h 6858000"/>
              <a:gd name="connsiteX111" fmla="*/ 3492420 w 7369701"/>
              <a:gd name="connsiteY111" fmla="*/ 4510145 h 6858000"/>
              <a:gd name="connsiteX112" fmla="*/ 3364086 w 7369701"/>
              <a:gd name="connsiteY112" fmla="*/ 4480340 h 6858000"/>
              <a:gd name="connsiteX113" fmla="*/ 3225818 w 7369701"/>
              <a:gd name="connsiteY113" fmla="*/ 4411822 h 6858000"/>
              <a:gd name="connsiteX114" fmla="*/ 3129696 w 7369701"/>
              <a:gd name="connsiteY114" fmla="*/ 4360704 h 6858000"/>
              <a:gd name="connsiteX115" fmla="*/ 2814545 w 7369701"/>
              <a:gd name="connsiteY115" fmla="*/ 4282955 h 6858000"/>
              <a:gd name="connsiteX116" fmla="*/ 2305292 w 7369701"/>
              <a:gd name="connsiteY116" fmla="*/ 4219492 h 6858000"/>
              <a:gd name="connsiteX117" fmla="*/ 2626982 w 7369701"/>
              <a:gd name="connsiteY117" fmla="*/ 4206450 h 6858000"/>
              <a:gd name="connsiteX118" fmla="*/ 2490617 w 7369701"/>
              <a:gd name="connsiteY118" fmla="*/ 4206951 h 6858000"/>
              <a:gd name="connsiteX119" fmla="*/ 2819869 w 7369701"/>
              <a:gd name="connsiteY119" fmla="*/ 4252936 h 6858000"/>
              <a:gd name="connsiteX120" fmla="*/ 3143018 w 7369701"/>
              <a:gd name="connsiteY120" fmla="*/ 4332698 h 6858000"/>
              <a:gd name="connsiteX121" fmla="*/ 3241520 w 7369701"/>
              <a:gd name="connsiteY121" fmla="*/ 4385112 h 6858000"/>
              <a:gd name="connsiteX122" fmla="*/ 3374575 w 7369701"/>
              <a:gd name="connsiteY122" fmla="*/ 4451517 h 6858000"/>
              <a:gd name="connsiteX123" fmla="*/ 3505221 w 7369701"/>
              <a:gd name="connsiteY123" fmla="*/ 4480757 h 6858000"/>
              <a:gd name="connsiteX124" fmla="*/ 2626982 w 7369701"/>
              <a:gd name="connsiteY124" fmla="*/ 4206450 h 6858000"/>
              <a:gd name="connsiteX125" fmla="*/ 1310106 w 7369701"/>
              <a:gd name="connsiteY125" fmla="*/ 3943217 h 6858000"/>
              <a:gd name="connsiteX126" fmla="*/ 854994 w 7369701"/>
              <a:gd name="connsiteY126" fmla="*/ 4399136 h 6858000"/>
              <a:gd name="connsiteX127" fmla="*/ 742462 w 7369701"/>
              <a:gd name="connsiteY127" fmla="*/ 4594648 h 6858000"/>
              <a:gd name="connsiteX128" fmla="*/ 820602 w 7369701"/>
              <a:gd name="connsiteY128" fmla="*/ 4485915 h 6858000"/>
              <a:gd name="connsiteX129" fmla="*/ 878295 w 7369701"/>
              <a:gd name="connsiteY129" fmla="*/ 4403594 h 6858000"/>
              <a:gd name="connsiteX130" fmla="*/ 1240607 w 7369701"/>
              <a:gd name="connsiteY130" fmla="*/ 4010401 h 6858000"/>
              <a:gd name="connsiteX131" fmla="*/ 1310106 w 7369701"/>
              <a:gd name="connsiteY131" fmla="*/ 3943217 h 6858000"/>
              <a:gd name="connsiteX132" fmla="*/ 1423113 w 7369701"/>
              <a:gd name="connsiteY132" fmla="*/ 3874565 h 6858000"/>
              <a:gd name="connsiteX133" fmla="*/ 1260565 w 7369701"/>
              <a:gd name="connsiteY133" fmla="*/ 4031982 h 6858000"/>
              <a:gd name="connsiteX134" fmla="*/ 901900 w 7369701"/>
              <a:gd name="connsiteY134" fmla="*/ 4421236 h 6858000"/>
              <a:gd name="connsiteX135" fmla="*/ 845044 w 7369701"/>
              <a:gd name="connsiteY135" fmla="*/ 4502436 h 6858000"/>
              <a:gd name="connsiteX136" fmla="*/ 685926 w 7369701"/>
              <a:gd name="connsiteY136" fmla="*/ 4703069 h 6858000"/>
              <a:gd name="connsiteX137" fmla="*/ 684248 w 7369701"/>
              <a:gd name="connsiteY137" fmla="*/ 4706721 h 6858000"/>
              <a:gd name="connsiteX138" fmla="*/ 1423113 w 7369701"/>
              <a:gd name="connsiteY138" fmla="*/ 3874565 h 6858000"/>
              <a:gd name="connsiteX139" fmla="*/ 3316479 w 7369701"/>
              <a:gd name="connsiteY139" fmla="*/ 3872136 h 6858000"/>
              <a:gd name="connsiteX140" fmla="*/ 3546806 w 7369701"/>
              <a:gd name="connsiteY140" fmla="*/ 4356139 h 6858000"/>
              <a:gd name="connsiteX141" fmla="*/ 3364433 w 7369701"/>
              <a:gd name="connsiteY141" fmla="*/ 3953121 h 6858000"/>
              <a:gd name="connsiteX142" fmla="*/ 3316479 w 7369701"/>
              <a:gd name="connsiteY142" fmla="*/ 3872136 h 6858000"/>
              <a:gd name="connsiteX143" fmla="*/ 3291335 w 7369701"/>
              <a:gd name="connsiteY143" fmla="*/ 3767420 h 6858000"/>
              <a:gd name="connsiteX144" fmla="*/ 3390805 w 7369701"/>
              <a:gd name="connsiteY144" fmla="*/ 3937163 h 6858000"/>
              <a:gd name="connsiteX145" fmla="*/ 3579062 w 7369701"/>
              <a:gd name="connsiteY145" fmla="*/ 4359040 h 6858000"/>
              <a:gd name="connsiteX146" fmla="*/ 3467355 w 7369701"/>
              <a:gd name="connsiteY146" fmla="*/ 3988130 h 6858000"/>
              <a:gd name="connsiteX147" fmla="*/ 3310753 w 7369701"/>
              <a:gd name="connsiteY147" fmla="*/ 3787140 h 6858000"/>
              <a:gd name="connsiteX148" fmla="*/ 3291335 w 7369701"/>
              <a:gd name="connsiteY148" fmla="*/ 3767420 h 6858000"/>
              <a:gd name="connsiteX149" fmla="*/ 1635889 w 7369701"/>
              <a:gd name="connsiteY149" fmla="*/ 3709494 h 6858000"/>
              <a:gd name="connsiteX150" fmla="*/ 1634800 w 7369701"/>
              <a:gd name="connsiteY150" fmla="*/ 3731111 h 6858000"/>
              <a:gd name="connsiteX151" fmla="*/ 1635889 w 7369701"/>
              <a:gd name="connsiteY151" fmla="*/ 3709494 h 6858000"/>
              <a:gd name="connsiteX152" fmla="*/ 1510397 w 7369701"/>
              <a:gd name="connsiteY152" fmla="*/ 3684705 h 6858000"/>
              <a:gd name="connsiteX153" fmla="*/ 1146550 w 7369701"/>
              <a:gd name="connsiteY153" fmla="*/ 3802012 h 6858000"/>
              <a:gd name="connsiteX154" fmla="*/ 698834 w 7369701"/>
              <a:gd name="connsiteY154" fmla="*/ 3952272 h 6858000"/>
              <a:gd name="connsiteX155" fmla="*/ 34256 w 7369701"/>
              <a:gd name="connsiteY155" fmla="*/ 4347603 h 6858000"/>
              <a:gd name="connsiteX156" fmla="*/ 527241 w 7369701"/>
              <a:gd name="connsiteY156" fmla="*/ 4065078 h 6858000"/>
              <a:gd name="connsiteX157" fmla="*/ 1510397 w 7369701"/>
              <a:gd name="connsiteY157" fmla="*/ 3684705 h 6858000"/>
              <a:gd name="connsiteX158" fmla="*/ 1313114 w 7369701"/>
              <a:gd name="connsiteY158" fmla="*/ 3655216 h 6858000"/>
              <a:gd name="connsiteX159" fmla="*/ 1109304 w 7369701"/>
              <a:gd name="connsiteY159" fmla="*/ 3669030 h 6858000"/>
              <a:gd name="connsiteX160" fmla="*/ 8129 w 7369701"/>
              <a:gd name="connsiteY160" fmla="*/ 4330519 h 6858000"/>
              <a:gd name="connsiteX161" fmla="*/ 687572 w 7369701"/>
              <a:gd name="connsiteY161" fmla="*/ 3925629 h 6858000"/>
              <a:gd name="connsiteX162" fmla="*/ 1138365 w 7369701"/>
              <a:gd name="connsiteY162" fmla="*/ 3774515 h 6858000"/>
              <a:gd name="connsiteX163" fmla="*/ 1505579 w 7369701"/>
              <a:gd name="connsiteY163" fmla="*/ 3655526 h 6858000"/>
              <a:gd name="connsiteX164" fmla="*/ 1313114 w 7369701"/>
              <a:gd name="connsiteY164" fmla="*/ 3655216 h 6858000"/>
              <a:gd name="connsiteX165" fmla="*/ 3655073 w 7369701"/>
              <a:gd name="connsiteY165" fmla="*/ 3650884 h 6858000"/>
              <a:gd name="connsiteX166" fmla="*/ 3989938 w 7369701"/>
              <a:gd name="connsiteY166" fmla="*/ 3991685 h 6858000"/>
              <a:gd name="connsiteX167" fmla="*/ 4393907 w 7369701"/>
              <a:gd name="connsiteY167" fmla="*/ 4261258 h 6858000"/>
              <a:gd name="connsiteX168" fmla="*/ 4648051 w 7369701"/>
              <a:gd name="connsiteY168" fmla="*/ 4374051 h 6858000"/>
              <a:gd name="connsiteX169" fmla="*/ 4383389 w 7369701"/>
              <a:gd name="connsiteY169" fmla="*/ 4184369 h 6858000"/>
              <a:gd name="connsiteX170" fmla="*/ 4165508 w 7369701"/>
              <a:gd name="connsiteY170" fmla="*/ 4035196 h 6858000"/>
              <a:gd name="connsiteX171" fmla="*/ 4068162 w 7369701"/>
              <a:gd name="connsiteY171" fmla="*/ 3953394 h 6858000"/>
              <a:gd name="connsiteX172" fmla="*/ 3981416 w 7369701"/>
              <a:gd name="connsiteY172" fmla="*/ 3880482 h 6858000"/>
              <a:gd name="connsiteX173" fmla="*/ 3800147 w 7369701"/>
              <a:gd name="connsiteY173" fmla="*/ 3749872 h 6858000"/>
              <a:gd name="connsiteX174" fmla="*/ 3655073 w 7369701"/>
              <a:gd name="connsiteY174" fmla="*/ 3650884 h 6858000"/>
              <a:gd name="connsiteX175" fmla="*/ 3670252 w 7369701"/>
              <a:gd name="connsiteY175" fmla="*/ 3622798 h 6858000"/>
              <a:gd name="connsiteX176" fmla="*/ 3817258 w 7369701"/>
              <a:gd name="connsiteY176" fmla="*/ 3723577 h 6858000"/>
              <a:gd name="connsiteX177" fmla="*/ 4000461 w 7369701"/>
              <a:gd name="connsiteY177" fmla="*/ 3855966 h 6858000"/>
              <a:gd name="connsiteX178" fmla="*/ 4088180 w 7369701"/>
              <a:gd name="connsiteY178" fmla="*/ 3929774 h 6858000"/>
              <a:gd name="connsiteX179" fmla="*/ 4184555 w 7369701"/>
              <a:gd name="connsiteY179" fmla="*/ 4010683 h 6858000"/>
              <a:gd name="connsiteX180" fmla="*/ 4399563 w 7369701"/>
              <a:gd name="connsiteY180" fmla="*/ 4158106 h 6858000"/>
              <a:gd name="connsiteX181" fmla="*/ 4684469 w 7369701"/>
              <a:gd name="connsiteY181" fmla="*/ 4364680 h 6858000"/>
              <a:gd name="connsiteX182" fmla="*/ 4690271 w 7369701"/>
              <a:gd name="connsiteY182" fmla="*/ 4370034 h 6858000"/>
              <a:gd name="connsiteX183" fmla="*/ 4136093 w 7369701"/>
              <a:gd name="connsiteY183" fmla="*/ 3858466 h 6858000"/>
              <a:gd name="connsiteX184" fmla="*/ 3670252 w 7369701"/>
              <a:gd name="connsiteY184" fmla="*/ 3622798 h 6858000"/>
              <a:gd name="connsiteX185" fmla="*/ 4440129 w 7369701"/>
              <a:gd name="connsiteY185" fmla="*/ 3448571 h 6858000"/>
              <a:gd name="connsiteX186" fmla="*/ 4856525 w 7369701"/>
              <a:gd name="connsiteY186" fmla="*/ 3915351 h 6858000"/>
              <a:gd name="connsiteX187" fmla="*/ 5059055 w 7369701"/>
              <a:gd name="connsiteY187" fmla="*/ 4108918 h 6858000"/>
              <a:gd name="connsiteX188" fmla="*/ 5290070 w 7369701"/>
              <a:gd name="connsiteY188" fmla="*/ 4263619 h 6858000"/>
              <a:gd name="connsiteX189" fmla="*/ 4834991 w 7369701"/>
              <a:gd name="connsiteY189" fmla="*/ 3830985 h 6858000"/>
              <a:gd name="connsiteX190" fmla="*/ 4440129 w 7369701"/>
              <a:gd name="connsiteY190" fmla="*/ 3448571 h 6858000"/>
              <a:gd name="connsiteX191" fmla="*/ 4441737 w 7369701"/>
              <a:gd name="connsiteY191" fmla="*/ 3399734 h 6858000"/>
              <a:gd name="connsiteX192" fmla="*/ 4431236 w 7369701"/>
              <a:gd name="connsiteY192" fmla="*/ 3400954 h 6858000"/>
              <a:gd name="connsiteX193" fmla="*/ 4557150 w 7369701"/>
              <a:gd name="connsiteY193" fmla="*/ 3510023 h 6858000"/>
              <a:gd name="connsiteX194" fmla="*/ 4856936 w 7369701"/>
              <a:gd name="connsiteY194" fmla="*/ 3809146 h 6858000"/>
              <a:gd name="connsiteX195" fmla="*/ 5111996 w 7369701"/>
              <a:gd name="connsiteY195" fmla="*/ 4065759 h 6858000"/>
              <a:gd name="connsiteX196" fmla="*/ 5388878 w 7369701"/>
              <a:gd name="connsiteY196" fmla="*/ 4300185 h 6858000"/>
              <a:gd name="connsiteX197" fmla="*/ 5425556 w 7369701"/>
              <a:gd name="connsiteY197" fmla="*/ 4308967 h 6858000"/>
              <a:gd name="connsiteX198" fmla="*/ 4943646 w 7369701"/>
              <a:gd name="connsiteY198" fmla="*/ 3822916 h 6858000"/>
              <a:gd name="connsiteX199" fmla="*/ 4594837 w 7369701"/>
              <a:gd name="connsiteY199" fmla="*/ 3532274 h 6858000"/>
              <a:gd name="connsiteX200" fmla="*/ 4441737 w 7369701"/>
              <a:gd name="connsiteY200" fmla="*/ 3399734 h 6858000"/>
              <a:gd name="connsiteX201" fmla="*/ 5425834 w 7369701"/>
              <a:gd name="connsiteY201" fmla="*/ 3162785 h 6858000"/>
              <a:gd name="connsiteX202" fmla="*/ 5401644 w 7369701"/>
              <a:gd name="connsiteY202" fmla="*/ 3617847 h 6858000"/>
              <a:gd name="connsiteX203" fmla="*/ 5467256 w 7369701"/>
              <a:gd name="connsiteY203" fmla="*/ 4175494 h 6858000"/>
              <a:gd name="connsiteX204" fmla="*/ 5448069 w 7369701"/>
              <a:gd name="connsiteY204" fmla="*/ 3567554 h 6858000"/>
              <a:gd name="connsiteX205" fmla="*/ 5425834 w 7369701"/>
              <a:gd name="connsiteY205" fmla="*/ 3162785 h 6858000"/>
              <a:gd name="connsiteX206" fmla="*/ 1318687 w 7369701"/>
              <a:gd name="connsiteY206" fmla="*/ 3113840 h 6858000"/>
              <a:gd name="connsiteX207" fmla="*/ 1066793 w 7369701"/>
              <a:gd name="connsiteY207" fmla="*/ 3212171 h 6858000"/>
              <a:gd name="connsiteX208" fmla="*/ 993319 w 7369701"/>
              <a:gd name="connsiteY208" fmla="*/ 3247648 h 6858000"/>
              <a:gd name="connsiteX209" fmla="*/ 853081 w 7369701"/>
              <a:gd name="connsiteY209" fmla="*/ 3312410 h 6858000"/>
              <a:gd name="connsiteX210" fmla="*/ 805957 w 7369701"/>
              <a:gd name="connsiteY210" fmla="*/ 3330443 h 6858000"/>
              <a:gd name="connsiteX211" fmla="*/ 1318687 w 7369701"/>
              <a:gd name="connsiteY211" fmla="*/ 3113840 h 6858000"/>
              <a:gd name="connsiteX212" fmla="*/ 5453702 w 7369701"/>
              <a:gd name="connsiteY212" fmla="*/ 3090882 h 6858000"/>
              <a:gd name="connsiteX213" fmla="*/ 5480135 w 7369701"/>
              <a:gd name="connsiteY213" fmla="*/ 3565802 h 6858000"/>
              <a:gd name="connsiteX214" fmla="*/ 5499023 w 7369701"/>
              <a:gd name="connsiteY214" fmla="*/ 4166310 h 6858000"/>
              <a:gd name="connsiteX215" fmla="*/ 5547022 w 7369701"/>
              <a:gd name="connsiteY215" fmla="*/ 3607838 h 6858000"/>
              <a:gd name="connsiteX216" fmla="*/ 5515964 w 7369701"/>
              <a:gd name="connsiteY216" fmla="*/ 3378541 h 6858000"/>
              <a:gd name="connsiteX217" fmla="*/ 5453702 w 7369701"/>
              <a:gd name="connsiteY217" fmla="*/ 3090882 h 6858000"/>
              <a:gd name="connsiteX218" fmla="*/ 1238695 w 7369701"/>
              <a:gd name="connsiteY218" fmla="*/ 3076820 h 6858000"/>
              <a:gd name="connsiteX219" fmla="*/ 716371 w 7369701"/>
              <a:gd name="connsiteY219" fmla="*/ 3293249 h 6858000"/>
              <a:gd name="connsiteX220" fmla="*/ 579522 w 7369701"/>
              <a:gd name="connsiteY220" fmla="*/ 3371759 h 6858000"/>
              <a:gd name="connsiteX221" fmla="*/ 600288 w 7369701"/>
              <a:gd name="connsiteY221" fmla="*/ 3365555 h 6858000"/>
              <a:gd name="connsiteX222" fmla="*/ 840692 w 7369701"/>
              <a:gd name="connsiteY222" fmla="*/ 3284921 h 6858000"/>
              <a:gd name="connsiteX223" fmla="*/ 979248 w 7369701"/>
              <a:gd name="connsiteY223" fmla="*/ 3221003 h 6858000"/>
              <a:gd name="connsiteX224" fmla="*/ 1053282 w 7369701"/>
              <a:gd name="connsiteY224" fmla="*/ 3185247 h 6858000"/>
              <a:gd name="connsiteX225" fmla="*/ 1320603 w 7369701"/>
              <a:gd name="connsiteY225" fmla="*/ 3081281 h 6858000"/>
              <a:gd name="connsiteX226" fmla="*/ 1238695 w 7369701"/>
              <a:gd name="connsiteY226" fmla="*/ 3076820 h 6858000"/>
              <a:gd name="connsiteX227" fmla="*/ 5425627 w 7369701"/>
              <a:gd name="connsiteY227" fmla="*/ 2954192 h 6858000"/>
              <a:gd name="connsiteX228" fmla="*/ 5470770 w 7369701"/>
              <a:gd name="connsiteY228" fmla="*/ 3005435 h 6858000"/>
              <a:gd name="connsiteX229" fmla="*/ 5519779 w 7369701"/>
              <a:gd name="connsiteY229" fmla="*/ 4359223 h 6858000"/>
              <a:gd name="connsiteX230" fmla="*/ 5520293 w 7369701"/>
              <a:gd name="connsiteY230" fmla="*/ 4360602 h 6858000"/>
              <a:gd name="connsiteX231" fmla="*/ 5767221 w 7369701"/>
              <a:gd name="connsiteY231" fmla="*/ 4665564 h 6858000"/>
              <a:gd name="connsiteX232" fmla="*/ 6937169 w 7369701"/>
              <a:gd name="connsiteY232" fmla="*/ 4815941 h 6858000"/>
              <a:gd name="connsiteX233" fmla="*/ 6953922 w 7369701"/>
              <a:gd name="connsiteY233" fmla="*/ 4890068 h 6858000"/>
              <a:gd name="connsiteX234" fmla="*/ 6071359 w 7369701"/>
              <a:gd name="connsiteY234" fmla="*/ 4770770 h 6858000"/>
              <a:gd name="connsiteX235" fmla="*/ 6038839 w 7369701"/>
              <a:gd name="connsiteY235" fmla="*/ 4764474 h 6858000"/>
              <a:gd name="connsiteX236" fmla="*/ 6038706 w 7369701"/>
              <a:gd name="connsiteY236" fmla="*/ 4763847 h 6858000"/>
              <a:gd name="connsiteX237" fmla="*/ 6037784 w 7369701"/>
              <a:gd name="connsiteY237" fmla="*/ 4764270 h 6858000"/>
              <a:gd name="connsiteX238" fmla="*/ 6038839 w 7369701"/>
              <a:gd name="connsiteY238" fmla="*/ 4764474 h 6858000"/>
              <a:gd name="connsiteX239" fmla="*/ 6040338 w 7369701"/>
              <a:gd name="connsiteY239" fmla="*/ 4771418 h 6858000"/>
              <a:gd name="connsiteX240" fmla="*/ 6024488 w 7369701"/>
              <a:gd name="connsiteY240" fmla="*/ 4809903 h 6858000"/>
              <a:gd name="connsiteX241" fmla="*/ 5599771 w 7369701"/>
              <a:gd name="connsiteY241" fmla="*/ 5509652 h 6858000"/>
              <a:gd name="connsiteX242" fmla="*/ 5548843 w 7369701"/>
              <a:gd name="connsiteY242" fmla="*/ 5563845 h 6858000"/>
              <a:gd name="connsiteX243" fmla="*/ 5940952 w 7369701"/>
              <a:gd name="connsiteY243" fmla="*/ 6250028 h 6858000"/>
              <a:gd name="connsiteX244" fmla="*/ 6043441 w 7369701"/>
              <a:gd name="connsiteY244" fmla="*/ 6665847 h 6858000"/>
              <a:gd name="connsiteX245" fmla="*/ 6093432 w 7369701"/>
              <a:gd name="connsiteY245" fmla="*/ 6858000 h 6858000"/>
              <a:gd name="connsiteX246" fmla="*/ 6034344 w 7369701"/>
              <a:gd name="connsiteY246" fmla="*/ 6858000 h 6858000"/>
              <a:gd name="connsiteX247" fmla="*/ 6026679 w 7369701"/>
              <a:gd name="connsiteY247" fmla="*/ 6836959 h 6858000"/>
              <a:gd name="connsiteX248" fmla="*/ 5800441 w 7369701"/>
              <a:gd name="connsiteY248" fmla="*/ 6335286 h 6858000"/>
              <a:gd name="connsiteX249" fmla="*/ 5526562 w 7369701"/>
              <a:gd name="connsiteY249" fmla="*/ 5705388 h 6858000"/>
              <a:gd name="connsiteX250" fmla="*/ 5519640 w 7369701"/>
              <a:gd name="connsiteY250" fmla="*/ 5683774 h 6858000"/>
              <a:gd name="connsiteX251" fmla="*/ 5844559 w 7369701"/>
              <a:gd name="connsiteY251" fmla="*/ 6553349 h 6858000"/>
              <a:gd name="connsiteX252" fmla="*/ 5975994 w 7369701"/>
              <a:gd name="connsiteY252" fmla="*/ 6858000 h 6858000"/>
              <a:gd name="connsiteX253" fmla="*/ 5898547 w 7369701"/>
              <a:gd name="connsiteY253" fmla="*/ 6858000 h 6858000"/>
              <a:gd name="connsiteX254" fmla="*/ 5682041 w 7369701"/>
              <a:gd name="connsiteY254" fmla="*/ 6355860 h 6858000"/>
              <a:gd name="connsiteX255" fmla="*/ 5461758 w 7369701"/>
              <a:gd name="connsiteY255" fmla="*/ 5820220 h 6858000"/>
              <a:gd name="connsiteX256" fmla="*/ 5237282 w 7369701"/>
              <a:gd name="connsiteY256" fmla="*/ 6579086 h 6858000"/>
              <a:gd name="connsiteX257" fmla="*/ 5115009 w 7369701"/>
              <a:gd name="connsiteY257" fmla="*/ 6858000 h 6858000"/>
              <a:gd name="connsiteX258" fmla="*/ 5028074 w 7369701"/>
              <a:gd name="connsiteY258" fmla="*/ 6858000 h 6858000"/>
              <a:gd name="connsiteX259" fmla="*/ 5079508 w 7369701"/>
              <a:gd name="connsiteY259" fmla="*/ 6749074 h 6858000"/>
              <a:gd name="connsiteX260" fmla="*/ 5371846 w 7369701"/>
              <a:gd name="connsiteY260" fmla="*/ 5924413 h 6858000"/>
              <a:gd name="connsiteX261" fmla="*/ 5270512 w 7369701"/>
              <a:gd name="connsiteY261" fmla="*/ 6138975 h 6858000"/>
              <a:gd name="connsiteX262" fmla="*/ 5062409 w 7369701"/>
              <a:gd name="connsiteY262" fmla="*/ 6653544 h 6858000"/>
              <a:gd name="connsiteX263" fmla="*/ 5036628 w 7369701"/>
              <a:gd name="connsiteY263" fmla="*/ 6754247 h 6858000"/>
              <a:gd name="connsiteX264" fmla="*/ 5009112 w 7369701"/>
              <a:gd name="connsiteY264" fmla="*/ 6858000 h 6858000"/>
              <a:gd name="connsiteX265" fmla="*/ 4976679 w 7369701"/>
              <a:gd name="connsiteY265" fmla="*/ 6858000 h 6858000"/>
              <a:gd name="connsiteX266" fmla="*/ 5006537 w 7369701"/>
              <a:gd name="connsiteY266" fmla="*/ 6747068 h 6858000"/>
              <a:gd name="connsiteX267" fmla="*/ 5032723 w 7369701"/>
              <a:gd name="connsiteY267" fmla="*/ 6644957 h 6858000"/>
              <a:gd name="connsiteX268" fmla="*/ 5242949 w 7369701"/>
              <a:gd name="connsiteY268" fmla="*/ 6125175 h 6858000"/>
              <a:gd name="connsiteX269" fmla="*/ 5286321 w 7369701"/>
              <a:gd name="connsiteY269" fmla="*/ 6033555 h 6858000"/>
              <a:gd name="connsiteX270" fmla="*/ 5008210 w 7369701"/>
              <a:gd name="connsiteY270" fmla="*/ 6649194 h 6858000"/>
              <a:gd name="connsiteX271" fmla="*/ 4986321 w 7369701"/>
              <a:gd name="connsiteY271" fmla="*/ 6765687 h 6858000"/>
              <a:gd name="connsiteX272" fmla="*/ 4973474 w 7369701"/>
              <a:gd name="connsiteY272" fmla="*/ 6858000 h 6858000"/>
              <a:gd name="connsiteX273" fmla="*/ 4907178 w 7369701"/>
              <a:gd name="connsiteY273" fmla="*/ 6858000 h 6858000"/>
              <a:gd name="connsiteX274" fmla="*/ 4910810 w 7369701"/>
              <a:gd name="connsiteY274" fmla="*/ 6829660 h 6858000"/>
              <a:gd name="connsiteX275" fmla="*/ 4987461 w 7369701"/>
              <a:gd name="connsiteY275" fmla="*/ 6432994 h 6858000"/>
              <a:gd name="connsiteX276" fmla="*/ 5179262 w 7369701"/>
              <a:gd name="connsiteY276" fmla="*/ 6035044 h 6858000"/>
              <a:gd name="connsiteX277" fmla="*/ 4689678 w 7369701"/>
              <a:gd name="connsiteY277" fmla="*/ 6440241 h 6858000"/>
              <a:gd name="connsiteX278" fmla="*/ 4477543 w 7369701"/>
              <a:gd name="connsiteY278" fmla="*/ 6674836 h 6858000"/>
              <a:gd name="connsiteX279" fmla="*/ 4329957 w 7369701"/>
              <a:gd name="connsiteY279" fmla="*/ 6858000 h 6858000"/>
              <a:gd name="connsiteX280" fmla="*/ 4218595 w 7369701"/>
              <a:gd name="connsiteY280" fmla="*/ 6858000 h 6858000"/>
              <a:gd name="connsiteX281" fmla="*/ 4368888 w 7369701"/>
              <a:gd name="connsiteY281" fmla="*/ 6668412 h 6858000"/>
              <a:gd name="connsiteX282" fmla="*/ 4563091 w 7369701"/>
              <a:gd name="connsiteY282" fmla="*/ 6442508 h 6858000"/>
              <a:gd name="connsiteX283" fmla="*/ 5387324 w 7369701"/>
              <a:gd name="connsiteY283" fmla="*/ 5705830 h 6858000"/>
              <a:gd name="connsiteX284" fmla="*/ 5073620 w 7369701"/>
              <a:gd name="connsiteY284" fmla="*/ 5955437 h 6858000"/>
              <a:gd name="connsiteX285" fmla="*/ 4689789 w 7369701"/>
              <a:gd name="connsiteY285" fmla="*/ 6268382 h 6858000"/>
              <a:gd name="connsiteX286" fmla="*/ 4418722 w 7369701"/>
              <a:gd name="connsiteY286" fmla="*/ 6570886 h 6858000"/>
              <a:gd name="connsiteX287" fmla="*/ 4214944 w 7369701"/>
              <a:gd name="connsiteY287" fmla="*/ 6858000 h 6858000"/>
              <a:gd name="connsiteX288" fmla="*/ 4177898 w 7369701"/>
              <a:gd name="connsiteY288" fmla="*/ 6858000 h 6858000"/>
              <a:gd name="connsiteX289" fmla="*/ 4391597 w 7369701"/>
              <a:gd name="connsiteY289" fmla="*/ 6556370 h 6858000"/>
              <a:gd name="connsiteX290" fmla="*/ 4668889 w 7369701"/>
              <a:gd name="connsiteY290" fmla="*/ 6246399 h 6858000"/>
              <a:gd name="connsiteX291" fmla="*/ 5055427 w 7369701"/>
              <a:gd name="connsiteY291" fmla="*/ 5931476 h 6858000"/>
              <a:gd name="connsiteX292" fmla="*/ 5371814 w 7369701"/>
              <a:gd name="connsiteY292" fmla="*/ 5678975 h 6858000"/>
              <a:gd name="connsiteX293" fmla="*/ 4987918 w 7369701"/>
              <a:gd name="connsiteY293" fmla="*/ 5838701 h 6858000"/>
              <a:gd name="connsiteX294" fmla="*/ 4317146 w 7369701"/>
              <a:gd name="connsiteY294" fmla="*/ 6587716 h 6858000"/>
              <a:gd name="connsiteX295" fmla="*/ 4171627 w 7369701"/>
              <a:gd name="connsiteY295" fmla="*/ 6858000 h 6858000"/>
              <a:gd name="connsiteX296" fmla="*/ 4081585 w 7369701"/>
              <a:gd name="connsiteY296" fmla="*/ 6858000 h 6858000"/>
              <a:gd name="connsiteX297" fmla="*/ 4238603 w 7369701"/>
              <a:gd name="connsiteY297" fmla="*/ 6559341 h 6858000"/>
              <a:gd name="connsiteX298" fmla="*/ 4778333 w 7369701"/>
              <a:gd name="connsiteY298" fmla="*/ 5873626 h 6858000"/>
              <a:gd name="connsiteX299" fmla="*/ 5414185 w 7369701"/>
              <a:gd name="connsiteY299" fmla="*/ 5573882 h 6858000"/>
              <a:gd name="connsiteX300" fmla="*/ 5959648 w 7369701"/>
              <a:gd name="connsiteY300" fmla="*/ 4760797 h 6858000"/>
              <a:gd name="connsiteX301" fmla="*/ 5355019 w 7369701"/>
              <a:gd name="connsiteY301" fmla="*/ 4734672 h 6858000"/>
              <a:gd name="connsiteX302" fmla="*/ 5083565 w 7369701"/>
              <a:gd name="connsiteY302" fmla="*/ 5179121 h 6858000"/>
              <a:gd name="connsiteX303" fmla="*/ 4713577 w 7369701"/>
              <a:gd name="connsiteY303" fmla="*/ 5616803 h 6858000"/>
              <a:gd name="connsiteX304" fmla="*/ 3989559 w 7369701"/>
              <a:gd name="connsiteY304" fmla="*/ 6145945 h 6858000"/>
              <a:gd name="connsiteX305" fmla="*/ 3939824 w 7369701"/>
              <a:gd name="connsiteY305" fmla="*/ 6066900 h 6858000"/>
              <a:gd name="connsiteX306" fmla="*/ 4584537 w 7369701"/>
              <a:gd name="connsiteY306" fmla="*/ 5324826 h 6858000"/>
              <a:gd name="connsiteX307" fmla="*/ 5037105 w 7369701"/>
              <a:gd name="connsiteY307" fmla="*/ 5088765 h 6858000"/>
              <a:gd name="connsiteX308" fmla="*/ 5039930 w 7369701"/>
              <a:gd name="connsiteY308" fmla="*/ 5089585 h 6858000"/>
              <a:gd name="connsiteX309" fmla="*/ 5263764 w 7369701"/>
              <a:gd name="connsiteY309" fmla="*/ 4735525 h 6858000"/>
              <a:gd name="connsiteX310" fmla="*/ 4086300 w 7369701"/>
              <a:gd name="connsiteY310" fmla="*/ 4884599 h 6858000"/>
              <a:gd name="connsiteX311" fmla="*/ 4085485 w 7369701"/>
              <a:gd name="connsiteY311" fmla="*/ 4899070 h 6858000"/>
              <a:gd name="connsiteX312" fmla="*/ 3871915 w 7369701"/>
              <a:gd name="connsiteY312" fmla="*/ 5253645 h 6858000"/>
              <a:gd name="connsiteX313" fmla="*/ 3799374 w 7369701"/>
              <a:gd name="connsiteY313" fmla="*/ 5466127 h 6858000"/>
              <a:gd name="connsiteX314" fmla="*/ 3498850 w 7369701"/>
              <a:gd name="connsiteY314" fmla="*/ 6661888 h 6858000"/>
              <a:gd name="connsiteX315" fmla="*/ 3399216 w 7369701"/>
              <a:gd name="connsiteY315" fmla="*/ 6858000 h 6858000"/>
              <a:gd name="connsiteX316" fmla="*/ 3303688 w 7369701"/>
              <a:gd name="connsiteY316" fmla="*/ 6858000 h 6858000"/>
              <a:gd name="connsiteX317" fmla="*/ 3391774 w 7369701"/>
              <a:gd name="connsiteY317" fmla="*/ 6697181 h 6858000"/>
              <a:gd name="connsiteX318" fmla="*/ 3735540 w 7369701"/>
              <a:gd name="connsiteY318" fmla="*/ 5546923 h 6858000"/>
              <a:gd name="connsiteX319" fmla="*/ 3729438 w 7369701"/>
              <a:gd name="connsiteY319" fmla="*/ 5569058 h 6858000"/>
              <a:gd name="connsiteX320" fmla="*/ 3707782 w 7369701"/>
              <a:gd name="connsiteY320" fmla="*/ 5644908 h 6858000"/>
              <a:gd name="connsiteX321" fmla="*/ 3583827 w 7369701"/>
              <a:gd name="connsiteY321" fmla="*/ 6039215 h 6858000"/>
              <a:gd name="connsiteX322" fmla="*/ 3547861 w 7369701"/>
              <a:gd name="connsiteY322" fmla="*/ 6129609 h 6858000"/>
              <a:gd name="connsiteX323" fmla="*/ 3490905 w 7369701"/>
              <a:gd name="connsiteY323" fmla="*/ 6277660 h 6858000"/>
              <a:gd name="connsiteX324" fmla="*/ 3455859 w 7369701"/>
              <a:gd name="connsiteY324" fmla="*/ 6391301 h 6858000"/>
              <a:gd name="connsiteX325" fmla="*/ 3429112 w 7369701"/>
              <a:gd name="connsiteY325" fmla="*/ 6479469 h 6858000"/>
              <a:gd name="connsiteX326" fmla="*/ 3304862 w 7369701"/>
              <a:gd name="connsiteY326" fmla="*/ 6796476 h 6858000"/>
              <a:gd name="connsiteX327" fmla="*/ 3276071 w 7369701"/>
              <a:gd name="connsiteY327" fmla="*/ 6858000 h 6858000"/>
              <a:gd name="connsiteX328" fmla="*/ 3240805 w 7369701"/>
              <a:gd name="connsiteY328" fmla="*/ 6858000 h 6858000"/>
              <a:gd name="connsiteX329" fmla="*/ 3275917 w 7369701"/>
              <a:gd name="connsiteY329" fmla="*/ 6783192 h 6858000"/>
              <a:gd name="connsiteX330" fmla="*/ 3399358 w 7369701"/>
              <a:gd name="connsiteY330" fmla="*/ 6469011 h 6858000"/>
              <a:gd name="connsiteX331" fmla="*/ 3425650 w 7369701"/>
              <a:gd name="connsiteY331" fmla="*/ 6381333 h 6858000"/>
              <a:gd name="connsiteX332" fmla="*/ 3460661 w 7369701"/>
              <a:gd name="connsiteY332" fmla="*/ 6266763 h 6858000"/>
              <a:gd name="connsiteX333" fmla="*/ 3518021 w 7369701"/>
              <a:gd name="connsiteY333" fmla="*/ 6117298 h 6858000"/>
              <a:gd name="connsiteX334" fmla="*/ 3554035 w 7369701"/>
              <a:gd name="connsiteY334" fmla="*/ 6027832 h 6858000"/>
              <a:gd name="connsiteX335" fmla="*/ 3677174 w 7369701"/>
              <a:gd name="connsiteY335" fmla="*/ 5636351 h 6858000"/>
              <a:gd name="connsiteX336" fmla="*/ 3698819 w 7369701"/>
              <a:gd name="connsiteY336" fmla="*/ 5560503 h 6858000"/>
              <a:gd name="connsiteX337" fmla="*/ 3702094 w 7369701"/>
              <a:gd name="connsiteY337" fmla="*/ 5549194 h 6858000"/>
              <a:gd name="connsiteX338" fmla="*/ 3398355 w 7369701"/>
              <a:gd name="connsiteY338" fmla="*/ 6094603 h 6858000"/>
              <a:gd name="connsiteX339" fmla="*/ 3193941 w 7369701"/>
              <a:gd name="connsiteY339" fmla="*/ 6798775 h 6858000"/>
              <a:gd name="connsiteX340" fmla="*/ 3184140 w 7369701"/>
              <a:gd name="connsiteY340" fmla="*/ 6858000 h 6858000"/>
              <a:gd name="connsiteX341" fmla="*/ 3099978 w 7369701"/>
              <a:gd name="connsiteY341" fmla="*/ 6858000 h 6858000"/>
              <a:gd name="connsiteX342" fmla="*/ 3101556 w 7369701"/>
              <a:gd name="connsiteY342" fmla="*/ 6843337 h 6858000"/>
              <a:gd name="connsiteX343" fmla="*/ 3370162 w 7369701"/>
              <a:gd name="connsiteY343" fmla="*/ 5785550 h 6858000"/>
              <a:gd name="connsiteX344" fmla="*/ 3746477 w 7369701"/>
              <a:gd name="connsiteY344" fmla="*/ 5377889 h 6858000"/>
              <a:gd name="connsiteX345" fmla="*/ 3863399 w 7369701"/>
              <a:gd name="connsiteY345" fmla="*/ 5087257 h 6858000"/>
              <a:gd name="connsiteX346" fmla="*/ 3968712 w 7369701"/>
              <a:gd name="connsiteY346" fmla="*/ 4913989 h 6858000"/>
              <a:gd name="connsiteX347" fmla="*/ 2792390 w 7369701"/>
              <a:gd name="connsiteY347" fmla="*/ 5382974 h 6858000"/>
              <a:gd name="connsiteX348" fmla="*/ 2714982 w 7369701"/>
              <a:gd name="connsiteY348" fmla="*/ 5427051 h 6858000"/>
              <a:gd name="connsiteX349" fmla="*/ 2813361 w 7369701"/>
              <a:gd name="connsiteY349" fmla="*/ 6023912 h 6858000"/>
              <a:gd name="connsiteX350" fmla="*/ 2688430 w 7369701"/>
              <a:gd name="connsiteY350" fmla="*/ 6801564 h 6858000"/>
              <a:gd name="connsiteX351" fmla="*/ 2629626 w 7369701"/>
              <a:gd name="connsiteY351" fmla="*/ 6763394 h 6858000"/>
              <a:gd name="connsiteX352" fmla="*/ 2565328 w 7369701"/>
              <a:gd name="connsiteY352" fmla="*/ 5516399 h 6858000"/>
              <a:gd name="connsiteX353" fmla="*/ 1922999 w 7369701"/>
              <a:gd name="connsiteY353" fmla="*/ 5980343 h 6858000"/>
              <a:gd name="connsiteX354" fmla="*/ 1950261 w 7369701"/>
              <a:gd name="connsiteY354" fmla="*/ 6405858 h 6858000"/>
              <a:gd name="connsiteX355" fmla="*/ 2365554 w 7369701"/>
              <a:gd name="connsiteY355" fmla="*/ 6759107 h 6858000"/>
              <a:gd name="connsiteX356" fmla="*/ 2424142 w 7369701"/>
              <a:gd name="connsiteY356" fmla="*/ 6858000 h 6858000"/>
              <a:gd name="connsiteX357" fmla="*/ 2395994 w 7369701"/>
              <a:gd name="connsiteY357" fmla="*/ 6858000 h 6858000"/>
              <a:gd name="connsiteX358" fmla="*/ 2392863 w 7369701"/>
              <a:gd name="connsiteY358" fmla="*/ 6852964 h 6858000"/>
              <a:gd name="connsiteX359" fmla="*/ 2017589 w 7369701"/>
              <a:gd name="connsiteY359" fmla="*/ 6493982 h 6858000"/>
              <a:gd name="connsiteX360" fmla="*/ 2147336 w 7369701"/>
              <a:gd name="connsiteY360" fmla="*/ 6594052 h 6858000"/>
              <a:gd name="connsiteX361" fmla="*/ 2207047 w 7369701"/>
              <a:gd name="connsiteY361" fmla="*/ 6654540 h 6858000"/>
              <a:gd name="connsiteX362" fmla="*/ 2299106 w 7369701"/>
              <a:gd name="connsiteY362" fmla="*/ 6778931 h 6858000"/>
              <a:gd name="connsiteX363" fmla="*/ 2314430 w 7369701"/>
              <a:gd name="connsiteY363" fmla="*/ 6801144 h 6858000"/>
              <a:gd name="connsiteX364" fmla="*/ 2352406 w 7369701"/>
              <a:gd name="connsiteY364" fmla="*/ 6858000 h 6858000"/>
              <a:gd name="connsiteX365" fmla="*/ 2314492 w 7369701"/>
              <a:gd name="connsiteY365" fmla="*/ 6858000 h 6858000"/>
              <a:gd name="connsiteX366" fmla="*/ 2288095 w 7369701"/>
              <a:gd name="connsiteY366" fmla="*/ 6818030 h 6858000"/>
              <a:gd name="connsiteX367" fmla="*/ 2272768 w 7369701"/>
              <a:gd name="connsiteY367" fmla="*/ 6795822 h 6858000"/>
              <a:gd name="connsiteX368" fmla="*/ 2182715 w 7369701"/>
              <a:gd name="connsiteY368" fmla="*/ 6675071 h 6858000"/>
              <a:gd name="connsiteX369" fmla="*/ 2032061 w 7369701"/>
              <a:gd name="connsiteY369" fmla="*/ 6541380 h 6858000"/>
              <a:gd name="connsiteX370" fmla="*/ 2257220 w 7369701"/>
              <a:gd name="connsiteY370" fmla="*/ 6826257 h 6858000"/>
              <a:gd name="connsiteX371" fmla="*/ 2281324 w 7369701"/>
              <a:gd name="connsiteY371" fmla="*/ 6858000 h 6858000"/>
              <a:gd name="connsiteX372" fmla="*/ 2242860 w 7369701"/>
              <a:gd name="connsiteY372" fmla="*/ 6858000 h 6858000"/>
              <a:gd name="connsiteX373" fmla="*/ 2232818 w 7369701"/>
              <a:gd name="connsiteY373" fmla="*/ 6844926 h 6858000"/>
              <a:gd name="connsiteX374" fmla="*/ 1990172 w 7369701"/>
              <a:gd name="connsiteY374" fmla="*/ 6542121 h 6858000"/>
              <a:gd name="connsiteX375" fmla="*/ 2124090 w 7369701"/>
              <a:gd name="connsiteY375" fmla="*/ 6761017 h 6858000"/>
              <a:gd name="connsiteX376" fmla="*/ 2200380 w 7369701"/>
              <a:gd name="connsiteY376" fmla="*/ 6858000 h 6858000"/>
              <a:gd name="connsiteX377" fmla="*/ 2147507 w 7369701"/>
              <a:gd name="connsiteY377" fmla="*/ 6858000 h 6858000"/>
              <a:gd name="connsiteX378" fmla="*/ 2070668 w 7369701"/>
              <a:gd name="connsiteY378" fmla="*/ 6761520 h 6858000"/>
              <a:gd name="connsiteX379" fmla="*/ 1975142 w 7369701"/>
              <a:gd name="connsiteY379" fmla="*/ 6585570 h 6858000"/>
              <a:gd name="connsiteX380" fmla="*/ 2050035 w 7369701"/>
              <a:gd name="connsiteY380" fmla="*/ 6813345 h 6858000"/>
              <a:gd name="connsiteX381" fmla="*/ 2063025 w 7369701"/>
              <a:gd name="connsiteY381" fmla="*/ 6858000 h 6858000"/>
              <a:gd name="connsiteX382" fmla="*/ 2021675 w 7369701"/>
              <a:gd name="connsiteY382" fmla="*/ 6858000 h 6858000"/>
              <a:gd name="connsiteX383" fmla="*/ 2019308 w 7369701"/>
              <a:gd name="connsiteY383" fmla="*/ 6847118 h 6858000"/>
              <a:gd name="connsiteX384" fmla="*/ 1938835 w 7369701"/>
              <a:gd name="connsiteY384" fmla="*/ 6551160 h 6858000"/>
              <a:gd name="connsiteX385" fmla="*/ 1953230 w 7369701"/>
              <a:gd name="connsiteY385" fmla="*/ 6759699 h 6858000"/>
              <a:gd name="connsiteX386" fmla="*/ 1956763 w 7369701"/>
              <a:gd name="connsiteY386" fmla="*/ 6778191 h 6858000"/>
              <a:gd name="connsiteX387" fmla="*/ 1967925 w 7369701"/>
              <a:gd name="connsiteY387" fmla="*/ 6858000 h 6858000"/>
              <a:gd name="connsiteX388" fmla="*/ 1936622 w 7369701"/>
              <a:gd name="connsiteY388" fmla="*/ 6858000 h 6858000"/>
              <a:gd name="connsiteX389" fmla="*/ 1926261 w 7369701"/>
              <a:gd name="connsiteY389" fmla="*/ 6784064 h 6858000"/>
              <a:gd name="connsiteX390" fmla="*/ 1922724 w 7369701"/>
              <a:gd name="connsiteY390" fmla="*/ 6765577 h 6858000"/>
              <a:gd name="connsiteX391" fmla="*/ 1904650 w 7369701"/>
              <a:gd name="connsiteY391" fmla="*/ 6639616 h 6858000"/>
              <a:gd name="connsiteX392" fmla="*/ 1885273 w 7369701"/>
              <a:gd name="connsiteY392" fmla="*/ 6858000 h 6858000"/>
              <a:gd name="connsiteX393" fmla="*/ 1854363 w 7369701"/>
              <a:gd name="connsiteY393" fmla="*/ 6858000 h 6858000"/>
              <a:gd name="connsiteX394" fmla="*/ 1880391 w 7369701"/>
              <a:gd name="connsiteY394" fmla="*/ 6603796 h 6858000"/>
              <a:gd name="connsiteX395" fmla="*/ 1818273 w 7369701"/>
              <a:gd name="connsiteY395" fmla="*/ 6715729 h 6858000"/>
              <a:gd name="connsiteX396" fmla="*/ 1794691 w 7369701"/>
              <a:gd name="connsiteY396" fmla="*/ 6843239 h 6858000"/>
              <a:gd name="connsiteX397" fmla="*/ 1794914 w 7369701"/>
              <a:gd name="connsiteY397" fmla="*/ 6858000 h 6858000"/>
              <a:gd name="connsiteX398" fmla="*/ 1746128 w 7369701"/>
              <a:gd name="connsiteY398" fmla="*/ 6858000 h 6858000"/>
              <a:gd name="connsiteX399" fmla="*/ 1753934 w 7369701"/>
              <a:gd name="connsiteY399" fmla="*/ 6724796 h 6858000"/>
              <a:gd name="connsiteX400" fmla="*/ 1792053 w 7369701"/>
              <a:gd name="connsiteY400" fmla="*/ 6572396 h 6858000"/>
              <a:gd name="connsiteX401" fmla="*/ 1862248 w 7369701"/>
              <a:gd name="connsiteY401" fmla="*/ 6266397 h 6858000"/>
              <a:gd name="connsiteX402" fmla="*/ 1862250 w 7369701"/>
              <a:gd name="connsiteY402" fmla="*/ 6033531 h 6858000"/>
              <a:gd name="connsiteX403" fmla="*/ 1211999 w 7369701"/>
              <a:gd name="connsiteY403" fmla="*/ 6683610 h 6858000"/>
              <a:gd name="connsiteX404" fmla="*/ 1213266 w 7369701"/>
              <a:gd name="connsiteY404" fmla="*/ 6691947 h 6858000"/>
              <a:gd name="connsiteX405" fmla="*/ 1203370 w 7369701"/>
              <a:gd name="connsiteY405" fmla="*/ 6850676 h 6858000"/>
              <a:gd name="connsiteX406" fmla="*/ 1203671 w 7369701"/>
              <a:gd name="connsiteY406" fmla="*/ 6858000 h 6858000"/>
              <a:gd name="connsiteX407" fmla="*/ 1143180 w 7369701"/>
              <a:gd name="connsiteY407" fmla="*/ 6858000 h 6858000"/>
              <a:gd name="connsiteX408" fmla="*/ 1142176 w 7369701"/>
              <a:gd name="connsiteY408" fmla="*/ 6766045 h 6858000"/>
              <a:gd name="connsiteX409" fmla="*/ 1067484 w 7369701"/>
              <a:gd name="connsiteY409" fmla="*/ 6858000 h 6858000"/>
              <a:gd name="connsiteX410" fmla="*/ 953928 w 7369701"/>
              <a:gd name="connsiteY410" fmla="*/ 6858000 h 6858000"/>
              <a:gd name="connsiteX411" fmla="*/ 959715 w 7369701"/>
              <a:gd name="connsiteY411" fmla="*/ 6850185 h 6858000"/>
              <a:gd name="connsiteX412" fmla="*/ 1483788 w 7369701"/>
              <a:gd name="connsiteY412" fmla="*/ 6259174 h 6858000"/>
              <a:gd name="connsiteX413" fmla="*/ 1100671 w 7369701"/>
              <a:gd name="connsiteY413" fmla="*/ 6252137 h 6858000"/>
              <a:gd name="connsiteX414" fmla="*/ 1090144 w 7369701"/>
              <a:gd name="connsiteY414" fmla="*/ 6256748 h 6858000"/>
              <a:gd name="connsiteX415" fmla="*/ 1095872 w 7369701"/>
              <a:gd name="connsiteY415" fmla="*/ 6271892 h 6858000"/>
              <a:gd name="connsiteX416" fmla="*/ 262785 w 7369701"/>
              <a:gd name="connsiteY416" fmla="*/ 6845450 h 6858000"/>
              <a:gd name="connsiteX417" fmla="*/ 209968 w 7369701"/>
              <a:gd name="connsiteY417" fmla="*/ 6770713 h 6858000"/>
              <a:gd name="connsiteX418" fmla="*/ 873460 w 7369701"/>
              <a:gd name="connsiteY418" fmla="*/ 6253768 h 6858000"/>
              <a:gd name="connsiteX419" fmla="*/ 192686 w 7369701"/>
              <a:gd name="connsiteY419" fmla="*/ 5849257 h 6858000"/>
              <a:gd name="connsiteX420" fmla="*/ 4696 w 7369701"/>
              <a:gd name="connsiteY420" fmla="*/ 5697668 h 6858000"/>
              <a:gd name="connsiteX421" fmla="*/ 0 w 7369701"/>
              <a:gd name="connsiteY421" fmla="*/ 5689984 h 6858000"/>
              <a:gd name="connsiteX422" fmla="*/ 0 w 7369701"/>
              <a:gd name="connsiteY422" fmla="*/ 5513472 h 6858000"/>
              <a:gd name="connsiteX423" fmla="*/ 174101 w 7369701"/>
              <a:gd name="connsiteY423" fmla="*/ 5620277 h 6858000"/>
              <a:gd name="connsiteX424" fmla="*/ 891800 w 7369701"/>
              <a:gd name="connsiteY424" fmla="*/ 6036935 h 6858000"/>
              <a:gd name="connsiteX425" fmla="*/ 1072219 w 7369701"/>
              <a:gd name="connsiteY425" fmla="*/ 6169443 h 6858000"/>
              <a:gd name="connsiteX426" fmla="*/ 1074117 w 7369701"/>
              <a:gd name="connsiteY426" fmla="*/ 6170301 h 6858000"/>
              <a:gd name="connsiteX427" fmla="*/ 1083114 w 7369701"/>
              <a:gd name="connsiteY427" fmla="*/ 6174131 h 6858000"/>
              <a:gd name="connsiteX428" fmla="*/ 1543010 w 7369701"/>
              <a:gd name="connsiteY428" fmla="*/ 6191140 h 6858000"/>
              <a:gd name="connsiteX429" fmla="*/ 1551080 w 7369701"/>
              <a:gd name="connsiteY429" fmla="*/ 6195006 h 6858000"/>
              <a:gd name="connsiteX430" fmla="*/ 2345443 w 7369701"/>
              <a:gd name="connsiteY430" fmla="*/ 5549882 h 6858000"/>
              <a:gd name="connsiteX431" fmla="*/ 1721499 w 7369701"/>
              <a:gd name="connsiteY431" fmla="*/ 5599969 h 6858000"/>
              <a:gd name="connsiteX432" fmla="*/ 767716 w 7369701"/>
              <a:gd name="connsiteY432" fmla="*/ 5472768 h 6858000"/>
              <a:gd name="connsiteX433" fmla="*/ 722147 w 7369701"/>
              <a:gd name="connsiteY433" fmla="*/ 5393091 h 6858000"/>
              <a:gd name="connsiteX434" fmla="*/ 1485552 w 7369701"/>
              <a:gd name="connsiteY434" fmla="*/ 5313202 h 6858000"/>
              <a:gd name="connsiteX435" fmla="*/ 2143004 w 7369701"/>
              <a:gd name="connsiteY435" fmla="*/ 5402420 h 6858000"/>
              <a:gd name="connsiteX436" fmla="*/ 1933391 w 7369701"/>
              <a:gd name="connsiteY436" fmla="*/ 5156971 h 6858000"/>
              <a:gd name="connsiteX437" fmla="*/ 1827118 w 7369701"/>
              <a:gd name="connsiteY437" fmla="*/ 4968410 h 6858000"/>
              <a:gd name="connsiteX438" fmla="*/ 1837349 w 7369701"/>
              <a:gd name="connsiteY438" fmla="*/ 4956357 h 6858000"/>
              <a:gd name="connsiteX439" fmla="*/ 2162835 w 7369701"/>
              <a:gd name="connsiteY439" fmla="*/ 5187853 h 6858000"/>
              <a:gd name="connsiteX440" fmla="*/ 2257167 w 7369701"/>
              <a:gd name="connsiteY440" fmla="*/ 5462123 h 6858000"/>
              <a:gd name="connsiteX441" fmla="*/ 2261598 w 7369701"/>
              <a:gd name="connsiteY441" fmla="*/ 5467998 h 6858000"/>
              <a:gd name="connsiteX442" fmla="*/ 2437177 w 7369701"/>
              <a:gd name="connsiteY442" fmla="*/ 5479608 h 6858000"/>
              <a:gd name="connsiteX443" fmla="*/ 2445247 w 7369701"/>
              <a:gd name="connsiteY443" fmla="*/ 5483476 h 6858000"/>
              <a:gd name="connsiteX444" fmla="*/ 2743626 w 7369701"/>
              <a:gd name="connsiteY444" fmla="*/ 5304819 h 6858000"/>
              <a:gd name="connsiteX445" fmla="*/ 3048102 w 7369701"/>
              <a:gd name="connsiteY445" fmla="*/ 5150595 h 6858000"/>
              <a:gd name="connsiteX446" fmla="*/ 1799414 w 7369701"/>
              <a:gd name="connsiteY446" fmla="*/ 4694732 h 6858000"/>
              <a:gd name="connsiteX447" fmla="*/ 1771735 w 7369701"/>
              <a:gd name="connsiteY447" fmla="*/ 4619929 h 6858000"/>
              <a:gd name="connsiteX448" fmla="*/ 3104273 w 7369701"/>
              <a:gd name="connsiteY448" fmla="*/ 5076159 h 6858000"/>
              <a:gd name="connsiteX449" fmla="*/ 3113245 w 7369701"/>
              <a:gd name="connsiteY449" fmla="*/ 5090705 h 6858000"/>
              <a:gd name="connsiteX450" fmla="*/ 3126294 w 7369701"/>
              <a:gd name="connsiteY450" fmla="*/ 5114400 h 6858000"/>
              <a:gd name="connsiteX451" fmla="*/ 3937433 w 7369701"/>
              <a:gd name="connsiteY451" fmla="*/ 4830473 h 6858000"/>
              <a:gd name="connsiteX452" fmla="*/ 3590475 w 7369701"/>
              <a:gd name="connsiteY452" fmla="*/ 4597974 h 6858000"/>
              <a:gd name="connsiteX453" fmla="*/ 3100264 w 7369701"/>
              <a:gd name="connsiteY453" fmla="*/ 4579845 h 6858000"/>
              <a:gd name="connsiteX454" fmla="*/ 2183576 w 7369701"/>
              <a:gd name="connsiteY454" fmla="*/ 4227150 h 6858000"/>
              <a:gd name="connsiteX455" fmla="*/ 2151029 w 7369701"/>
              <a:gd name="connsiteY455" fmla="*/ 4146947 h 6858000"/>
              <a:gd name="connsiteX456" fmla="*/ 3563434 w 7369701"/>
              <a:gd name="connsiteY456" fmla="*/ 4469115 h 6858000"/>
              <a:gd name="connsiteX457" fmla="*/ 3177952 w 7369701"/>
              <a:gd name="connsiteY457" fmla="*/ 3657386 h 6858000"/>
              <a:gd name="connsiteX458" fmla="*/ 3189263 w 7369701"/>
              <a:gd name="connsiteY458" fmla="*/ 3625726 h 6858000"/>
              <a:gd name="connsiteX459" fmla="*/ 3560912 w 7369701"/>
              <a:gd name="connsiteY459" fmla="*/ 4079863 h 6858000"/>
              <a:gd name="connsiteX460" fmla="*/ 3626636 w 7369701"/>
              <a:gd name="connsiteY460" fmla="*/ 4512230 h 6858000"/>
              <a:gd name="connsiteX461" fmla="*/ 3653088 w 7369701"/>
              <a:gd name="connsiteY461" fmla="*/ 4521417 h 6858000"/>
              <a:gd name="connsiteX462" fmla="*/ 3988128 w 7369701"/>
              <a:gd name="connsiteY462" fmla="*/ 4817267 h 6858000"/>
              <a:gd name="connsiteX463" fmla="*/ 4830582 w 7369701"/>
              <a:gd name="connsiteY463" fmla="*/ 4676000 h 6858000"/>
              <a:gd name="connsiteX464" fmla="*/ 4830100 w 7369701"/>
              <a:gd name="connsiteY464" fmla="*/ 4675554 h 6858000"/>
              <a:gd name="connsiteX465" fmla="*/ 4036318 w 7369701"/>
              <a:gd name="connsiteY465" fmla="*/ 4147013 h 6858000"/>
              <a:gd name="connsiteX466" fmla="*/ 3432098 w 7369701"/>
              <a:gd name="connsiteY466" fmla="*/ 3537312 h 6858000"/>
              <a:gd name="connsiteX467" fmla="*/ 3446761 w 7369701"/>
              <a:gd name="connsiteY467" fmla="*/ 3461278 h 6858000"/>
              <a:gd name="connsiteX468" fmla="*/ 4419733 w 7369701"/>
              <a:gd name="connsiteY468" fmla="*/ 3963555 h 6858000"/>
              <a:gd name="connsiteX469" fmla="*/ 4781371 w 7369701"/>
              <a:gd name="connsiteY469" fmla="*/ 4458604 h 6858000"/>
              <a:gd name="connsiteX470" fmla="*/ 4780440 w 7369701"/>
              <a:gd name="connsiteY470" fmla="*/ 4470290 h 6858000"/>
              <a:gd name="connsiteX471" fmla="*/ 4898954 w 7369701"/>
              <a:gd name="connsiteY471" fmla="*/ 4662092 h 6858000"/>
              <a:gd name="connsiteX472" fmla="*/ 4900699 w 7369701"/>
              <a:gd name="connsiteY472" fmla="*/ 4670867 h 6858000"/>
              <a:gd name="connsiteX473" fmla="*/ 5714511 w 7369701"/>
              <a:gd name="connsiteY473" fmla="*/ 4663483 h 6858000"/>
              <a:gd name="connsiteX474" fmla="*/ 5464793 w 7369701"/>
              <a:gd name="connsiteY474" fmla="*/ 4393556 h 6858000"/>
              <a:gd name="connsiteX475" fmla="*/ 5461897 w 7369701"/>
              <a:gd name="connsiteY475" fmla="*/ 4390879 h 6858000"/>
              <a:gd name="connsiteX476" fmla="*/ 4294126 w 7369701"/>
              <a:gd name="connsiteY476" fmla="*/ 3303048 h 6858000"/>
              <a:gd name="connsiteX477" fmla="*/ 4305321 w 7369701"/>
              <a:gd name="connsiteY477" fmla="*/ 3256953 h 6858000"/>
              <a:gd name="connsiteX478" fmla="*/ 4949299 w 7369701"/>
              <a:gd name="connsiteY478" fmla="*/ 3766336 h 6858000"/>
              <a:gd name="connsiteX479" fmla="*/ 5291452 w 7369701"/>
              <a:gd name="connsiteY479" fmla="*/ 4076801 h 6858000"/>
              <a:gd name="connsiteX480" fmla="*/ 5434998 w 7369701"/>
              <a:gd name="connsiteY480" fmla="*/ 4254100 h 6858000"/>
              <a:gd name="connsiteX481" fmla="*/ 5351015 w 7369701"/>
              <a:gd name="connsiteY481" fmla="*/ 3760989 h 6858000"/>
              <a:gd name="connsiteX482" fmla="*/ 5413780 w 7369701"/>
              <a:gd name="connsiteY482" fmla="*/ 2966265 h 6858000"/>
              <a:gd name="connsiteX483" fmla="*/ 5425627 w 7369701"/>
              <a:gd name="connsiteY483" fmla="*/ 2954192 h 6858000"/>
              <a:gd name="connsiteX484" fmla="*/ 6604735 w 7369701"/>
              <a:gd name="connsiteY484" fmla="*/ 2041381 h 6858000"/>
              <a:gd name="connsiteX485" fmla="*/ 7204487 w 7369701"/>
              <a:gd name="connsiteY485" fmla="*/ 2742112 h 6858000"/>
              <a:gd name="connsiteX486" fmla="*/ 7131592 w 7369701"/>
              <a:gd name="connsiteY486" fmla="*/ 2672096 h 6858000"/>
              <a:gd name="connsiteX487" fmla="*/ 6996344 w 7369701"/>
              <a:gd name="connsiteY487" fmla="*/ 2518310 h 6858000"/>
              <a:gd name="connsiteX488" fmla="*/ 6735495 w 7369701"/>
              <a:gd name="connsiteY488" fmla="*/ 2196890 h 6858000"/>
              <a:gd name="connsiteX489" fmla="*/ 6721901 w 7369701"/>
              <a:gd name="connsiteY489" fmla="*/ 2179274 h 6858000"/>
              <a:gd name="connsiteX490" fmla="*/ 6604735 w 7369701"/>
              <a:gd name="connsiteY490" fmla="*/ 2041381 h 6858000"/>
              <a:gd name="connsiteX491" fmla="*/ 6591670 w 7369701"/>
              <a:gd name="connsiteY491" fmla="*/ 1988277 h 6858000"/>
              <a:gd name="connsiteX492" fmla="*/ 6747349 w 7369701"/>
              <a:gd name="connsiteY492" fmla="*/ 2160069 h 6858000"/>
              <a:gd name="connsiteX493" fmla="*/ 6760943 w 7369701"/>
              <a:gd name="connsiteY493" fmla="*/ 2177686 h 6858000"/>
              <a:gd name="connsiteX494" fmla="*/ 7021065 w 7369701"/>
              <a:gd name="connsiteY494" fmla="*/ 2498102 h 6858000"/>
              <a:gd name="connsiteX495" fmla="*/ 7155223 w 7369701"/>
              <a:gd name="connsiteY495" fmla="*/ 2650386 h 6858000"/>
              <a:gd name="connsiteX496" fmla="*/ 7203167 w 7369701"/>
              <a:gd name="connsiteY496" fmla="*/ 2697288 h 6858000"/>
              <a:gd name="connsiteX497" fmla="*/ 6937703 w 7369701"/>
              <a:gd name="connsiteY497" fmla="*/ 2321981 h 6858000"/>
              <a:gd name="connsiteX498" fmla="*/ 6591670 w 7369701"/>
              <a:gd name="connsiteY498" fmla="*/ 1988277 h 6858000"/>
              <a:gd name="connsiteX499" fmla="*/ 5798671 w 7369701"/>
              <a:gd name="connsiteY499" fmla="*/ 1981601 h 6858000"/>
              <a:gd name="connsiteX500" fmla="*/ 5754709 w 7369701"/>
              <a:gd name="connsiteY500" fmla="*/ 2071454 h 6858000"/>
              <a:gd name="connsiteX501" fmla="*/ 5763044 w 7369701"/>
              <a:gd name="connsiteY501" fmla="*/ 2842206 h 6858000"/>
              <a:gd name="connsiteX502" fmla="*/ 5764974 w 7369701"/>
              <a:gd name="connsiteY502" fmla="*/ 2799609 h 6858000"/>
              <a:gd name="connsiteX503" fmla="*/ 5767665 w 7369701"/>
              <a:gd name="connsiteY503" fmla="*/ 2666409 h 6858000"/>
              <a:gd name="connsiteX504" fmla="*/ 5763055 w 7369701"/>
              <a:gd name="connsiteY504" fmla="*/ 2579705 h 6858000"/>
              <a:gd name="connsiteX505" fmla="*/ 5758079 w 7369701"/>
              <a:gd name="connsiteY505" fmla="*/ 2492508 h 6858000"/>
              <a:gd name="connsiteX506" fmla="*/ 5779325 w 7369701"/>
              <a:gd name="connsiteY506" fmla="*/ 2197069 h 6858000"/>
              <a:gd name="connsiteX507" fmla="*/ 5798671 w 7369701"/>
              <a:gd name="connsiteY507" fmla="*/ 1981601 h 6858000"/>
              <a:gd name="connsiteX508" fmla="*/ 5829202 w 7369701"/>
              <a:gd name="connsiteY508" fmla="*/ 1971679 h 6858000"/>
              <a:gd name="connsiteX509" fmla="*/ 5809558 w 7369701"/>
              <a:gd name="connsiteY509" fmla="*/ 2198043 h 6858000"/>
              <a:gd name="connsiteX510" fmla="*/ 5788653 w 7369701"/>
              <a:gd name="connsiteY510" fmla="*/ 2489430 h 6858000"/>
              <a:gd name="connsiteX511" fmla="*/ 5793439 w 7369701"/>
              <a:gd name="connsiteY511" fmla="*/ 2575235 h 6858000"/>
              <a:gd name="connsiteX512" fmla="*/ 5796837 w 7369701"/>
              <a:gd name="connsiteY512" fmla="*/ 2637633 h 6858000"/>
              <a:gd name="connsiteX513" fmla="*/ 5818614 w 7369701"/>
              <a:gd name="connsiteY513" fmla="*/ 2473055 h 6858000"/>
              <a:gd name="connsiteX514" fmla="*/ 5829202 w 7369701"/>
              <a:gd name="connsiteY514" fmla="*/ 1971679 h 6858000"/>
              <a:gd name="connsiteX515" fmla="*/ 5911389 w 7369701"/>
              <a:gd name="connsiteY515" fmla="*/ 1898371 h 6858000"/>
              <a:gd name="connsiteX516" fmla="*/ 6237627 w 7369701"/>
              <a:gd name="connsiteY516" fmla="*/ 2231921 h 6858000"/>
              <a:gd name="connsiteX517" fmla="*/ 5911389 w 7369701"/>
              <a:gd name="connsiteY517" fmla="*/ 1898371 h 6858000"/>
              <a:gd name="connsiteX518" fmla="*/ 6944437 w 7369701"/>
              <a:gd name="connsiteY518" fmla="*/ 1575402 h 6858000"/>
              <a:gd name="connsiteX519" fmla="*/ 6304730 w 7369701"/>
              <a:gd name="connsiteY519" fmla="*/ 1766654 h 6858000"/>
              <a:gd name="connsiteX520" fmla="*/ 6944437 w 7369701"/>
              <a:gd name="connsiteY520" fmla="*/ 1575402 h 6858000"/>
              <a:gd name="connsiteX521" fmla="*/ 7019523 w 7369701"/>
              <a:gd name="connsiteY521" fmla="*/ 1519450 h 6858000"/>
              <a:gd name="connsiteX522" fmla="*/ 6298091 w 7369701"/>
              <a:gd name="connsiteY522" fmla="*/ 1737122 h 6858000"/>
              <a:gd name="connsiteX523" fmla="*/ 7019523 w 7369701"/>
              <a:gd name="connsiteY523" fmla="*/ 1519450 h 6858000"/>
              <a:gd name="connsiteX524" fmla="*/ 2399523 w 7369701"/>
              <a:gd name="connsiteY524" fmla="*/ 1428234 h 6858000"/>
              <a:gd name="connsiteX525" fmla="*/ 2224982 w 7369701"/>
              <a:gd name="connsiteY525" fmla="*/ 1826201 h 6858000"/>
              <a:gd name="connsiteX526" fmla="*/ 2096099 w 7369701"/>
              <a:gd name="connsiteY526" fmla="*/ 2345900 h 6858000"/>
              <a:gd name="connsiteX527" fmla="*/ 2283317 w 7369701"/>
              <a:gd name="connsiteY527" fmla="*/ 1796925 h 6858000"/>
              <a:gd name="connsiteX528" fmla="*/ 2399523 w 7369701"/>
              <a:gd name="connsiteY528" fmla="*/ 1428234 h 6858000"/>
              <a:gd name="connsiteX529" fmla="*/ 2448558 w 7369701"/>
              <a:gd name="connsiteY529" fmla="*/ 1373435 h 6858000"/>
              <a:gd name="connsiteX530" fmla="*/ 2312521 w 7369701"/>
              <a:gd name="connsiteY530" fmla="*/ 1806140 h 6858000"/>
              <a:gd name="connsiteX531" fmla="*/ 2127533 w 7369701"/>
              <a:gd name="connsiteY531" fmla="*/ 2348380 h 6858000"/>
              <a:gd name="connsiteX532" fmla="*/ 2358080 w 7369701"/>
              <a:gd name="connsiteY532" fmla="*/ 1866134 h 6858000"/>
              <a:gd name="connsiteX533" fmla="*/ 2407436 w 7369701"/>
              <a:gd name="connsiteY533" fmla="*/ 1651070 h 6858000"/>
              <a:gd name="connsiteX534" fmla="*/ 2448558 w 7369701"/>
              <a:gd name="connsiteY534" fmla="*/ 1373435 h 6858000"/>
              <a:gd name="connsiteX535" fmla="*/ 278707 w 7369701"/>
              <a:gd name="connsiteY535" fmla="*/ 1352270 h 6858000"/>
              <a:gd name="connsiteX536" fmla="*/ 321570 w 7369701"/>
              <a:gd name="connsiteY536" fmla="*/ 1861610 h 6858000"/>
              <a:gd name="connsiteX537" fmla="*/ 294281 w 7369701"/>
              <a:gd name="connsiteY537" fmla="*/ 1440658 h 6858000"/>
              <a:gd name="connsiteX538" fmla="*/ 278707 w 7369701"/>
              <a:gd name="connsiteY538" fmla="*/ 1352270 h 6858000"/>
              <a:gd name="connsiteX539" fmla="*/ 1423821 w 7369701"/>
              <a:gd name="connsiteY539" fmla="*/ 1351958 h 6858000"/>
              <a:gd name="connsiteX540" fmla="*/ 1638521 w 7369701"/>
              <a:gd name="connsiteY540" fmla="*/ 1908470 h 6858000"/>
              <a:gd name="connsiteX541" fmla="*/ 1754199 w 7369701"/>
              <a:gd name="connsiteY541" fmla="*/ 2149284 h 6858000"/>
              <a:gd name="connsiteX542" fmla="*/ 1908359 w 7369701"/>
              <a:gd name="connsiteY542" fmla="*/ 2364988 h 6858000"/>
              <a:gd name="connsiteX543" fmla="*/ 1647661 w 7369701"/>
              <a:gd name="connsiteY543" fmla="*/ 1825945 h 6858000"/>
              <a:gd name="connsiteX544" fmla="*/ 1423821 w 7369701"/>
              <a:gd name="connsiteY544" fmla="*/ 1351958 h 6858000"/>
              <a:gd name="connsiteX545" fmla="*/ 1431890 w 7369701"/>
              <a:gd name="connsiteY545" fmla="*/ 1306475 h 6858000"/>
              <a:gd name="connsiteX546" fmla="*/ 1507597 w 7369701"/>
              <a:gd name="connsiteY546" fmla="*/ 1446132 h 6858000"/>
              <a:gd name="connsiteX547" fmla="*/ 1674586 w 7369701"/>
              <a:gd name="connsiteY547" fmla="*/ 1813832 h 6858000"/>
              <a:gd name="connsiteX548" fmla="*/ 1815950 w 7369701"/>
              <a:gd name="connsiteY548" fmla="*/ 2128564 h 6858000"/>
              <a:gd name="connsiteX549" fmla="*/ 1984242 w 7369701"/>
              <a:gd name="connsiteY549" fmla="*/ 2430829 h 6858000"/>
              <a:gd name="connsiteX550" fmla="*/ 2014023 w 7369701"/>
              <a:gd name="connsiteY550" fmla="*/ 2450995 h 6858000"/>
              <a:gd name="connsiteX551" fmla="*/ 1747337 w 7369701"/>
              <a:gd name="connsiteY551" fmla="*/ 1855264 h 6858000"/>
              <a:gd name="connsiteX552" fmla="*/ 1533749 w 7369701"/>
              <a:gd name="connsiteY552" fmla="*/ 1478656 h 6858000"/>
              <a:gd name="connsiteX553" fmla="*/ 1431890 w 7369701"/>
              <a:gd name="connsiteY553" fmla="*/ 1306475 h 6858000"/>
              <a:gd name="connsiteX554" fmla="*/ 5052692 w 7369701"/>
              <a:gd name="connsiteY554" fmla="*/ 1292994 h 6858000"/>
              <a:gd name="connsiteX555" fmla="*/ 5200661 w 7369701"/>
              <a:gd name="connsiteY555" fmla="*/ 1635186 h 6858000"/>
              <a:gd name="connsiteX556" fmla="*/ 5297138 w 7369701"/>
              <a:gd name="connsiteY556" fmla="*/ 1906351 h 6858000"/>
              <a:gd name="connsiteX557" fmla="*/ 5052692 w 7369701"/>
              <a:gd name="connsiteY557" fmla="*/ 1292994 h 6858000"/>
              <a:gd name="connsiteX558" fmla="*/ 5009948 w 7369701"/>
              <a:gd name="connsiteY558" fmla="*/ 1273619 h 6858000"/>
              <a:gd name="connsiteX559" fmla="*/ 5121777 w 7369701"/>
              <a:gd name="connsiteY559" fmla="*/ 1654213 h 6858000"/>
              <a:gd name="connsiteX560" fmla="*/ 5293545 w 7369701"/>
              <a:gd name="connsiteY560" fmla="*/ 2072247 h 6858000"/>
              <a:gd name="connsiteX561" fmla="*/ 5294042 w 7369701"/>
              <a:gd name="connsiteY561" fmla="*/ 2065019 h 6858000"/>
              <a:gd name="connsiteX562" fmla="*/ 5171936 w 7369701"/>
              <a:gd name="connsiteY562" fmla="*/ 1647613 h 6858000"/>
              <a:gd name="connsiteX563" fmla="*/ 5009948 w 7369701"/>
              <a:gd name="connsiteY563" fmla="*/ 1273619 h 6858000"/>
              <a:gd name="connsiteX564" fmla="*/ 655236 w 7369701"/>
              <a:gd name="connsiteY564" fmla="*/ 1268632 h 6858000"/>
              <a:gd name="connsiteX565" fmla="*/ 839521 w 7369701"/>
              <a:gd name="connsiteY565" fmla="*/ 1685315 h 6858000"/>
              <a:gd name="connsiteX566" fmla="*/ 1109416 w 7369701"/>
              <a:gd name="connsiteY566" fmla="*/ 2061663 h 6858000"/>
              <a:gd name="connsiteX567" fmla="*/ 1298300 w 7369701"/>
              <a:gd name="connsiteY567" fmla="*/ 2247742 h 6858000"/>
              <a:gd name="connsiteX568" fmla="*/ 1125871 w 7369701"/>
              <a:gd name="connsiteY568" fmla="*/ 1989513 h 6858000"/>
              <a:gd name="connsiteX569" fmla="*/ 981574 w 7369701"/>
              <a:gd name="connsiteY569" fmla="*/ 1783157 h 6858000"/>
              <a:gd name="connsiteX570" fmla="*/ 922198 w 7369701"/>
              <a:gd name="connsiteY570" fmla="*/ 1677437 h 6858000"/>
              <a:gd name="connsiteX571" fmla="*/ 869293 w 7369701"/>
              <a:gd name="connsiteY571" fmla="*/ 1583214 h 6858000"/>
              <a:gd name="connsiteX572" fmla="*/ 751431 w 7369701"/>
              <a:gd name="connsiteY572" fmla="*/ 1405731 h 6858000"/>
              <a:gd name="connsiteX573" fmla="*/ 655236 w 7369701"/>
              <a:gd name="connsiteY573" fmla="*/ 1268632 h 6858000"/>
              <a:gd name="connsiteX574" fmla="*/ 6516292 w 7369701"/>
              <a:gd name="connsiteY574" fmla="*/ 1263064 h 6858000"/>
              <a:gd name="connsiteX575" fmla="*/ 5736320 w 7369701"/>
              <a:gd name="connsiteY575" fmla="*/ 1501803 h 6858000"/>
              <a:gd name="connsiteX576" fmla="*/ 6516292 w 7369701"/>
              <a:gd name="connsiteY576" fmla="*/ 1263064 h 6858000"/>
              <a:gd name="connsiteX577" fmla="*/ 291466 w 7369701"/>
              <a:gd name="connsiteY577" fmla="*/ 1250369 h 6858000"/>
              <a:gd name="connsiteX578" fmla="*/ 323180 w 7369701"/>
              <a:gd name="connsiteY578" fmla="*/ 1435283 h 6858000"/>
              <a:gd name="connsiteX579" fmla="*/ 349381 w 7369701"/>
              <a:gd name="connsiteY579" fmla="*/ 1875041 h 6858000"/>
              <a:gd name="connsiteX580" fmla="*/ 374363 w 7369701"/>
              <a:gd name="connsiteY580" fmla="*/ 1506494 h 6858000"/>
              <a:gd name="connsiteX581" fmla="*/ 302168 w 7369701"/>
              <a:gd name="connsiteY581" fmla="*/ 1274495 h 6858000"/>
              <a:gd name="connsiteX582" fmla="*/ 291466 w 7369701"/>
              <a:gd name="connsiteY582" fmla="*/ 1250369 h 6858000"/>
              <a:gd name="connsiteX583" fmla="*/ 678222 w 7369701"/>
              <a:gd name="connsiteY583" fmla="*/ 1248670 h 6858000"/>
              <a:gd name="connsiteX584" fmla="*/ 775536 w 7369701"/>
              <a:gd name="connsiteY584" fmla="*/ 1388015 h 6858000"/>
              <a:gd name="connsiteX585" fmla="*/ 894529 w 7369701"/>
              <a:gd name="connsiteY585" fmla="*/ 1567739 h 6858000"/>
              <a:gd name="connsiteX586" fmla="*/ 948000 w 7369701"/>
              <a:gd name="connsiteY586" fmla="*/ 1663088 h 6858000"/>
              <a:gd name="connsiteX587" fmla="*/ 1006812 w 7369701"/>
              <a:gd name="connsiteY587" fmla="*/ 1767683 h 6858000"/>
              <a:gd name="connsiteX588" fmla="*/ 1149133 w 7369701"/>
              <a:gd name="connsiteY588" fmla="*/ 1971513 h 6858000"/>
              <a:gd name="connsiteX589" fmla="*/ 1333952 w 7369701"/>
              <a:gd name="connsiteY589" fmla="*/ 2251620 h 6858000"/>
              <a:gd name="connsiteX590" fmla="*/ 1337329 w 7369701"/>
              <a:gd name="connsiteY590" fmla="*/ 2258350 h 6858000"/>
              <a:gd name="connsiteX591" fmla="*/ 1014726 w 7369701"/>
              <a:gd name="connsiteY591" fmla="*/ 1615556 h 6858000"/>
              <a:gd name="connsiteX592" fmla="*/ 678222 w 7369701"/>
              <a:gd name="connsiteY592" fmla="*/ 1248670 h 6858000"/>
              <a:gd name="connsiteX593" fmla="*/ 6691602 w 7369701"/>
              <a:gd name="connsiteY593" fmla="*/ 1140573 h 6858000"/>
              <a:gd name="connsiteX594" fmla="*/ 6571100 w 7369701"/>
              <a:gd name="connsiteY594" fmla="*/ 1183662 h 6858000"/>
              <a:gd name="connsiteX595" fmla="*/ 6241687 w 7369701"/>
              <a:gd name="connsiteY595" fmla="*/ 1257600 h 6858000"/>
              <a:gd name="connsiteX596" fmla="*/ 5693009 w 7369701"/>
              <a:gd name="connsiteY596" fmla="*/ 1478256 h 6858000"/>
              <a:gd name="connsiteX597" fmla="*/ 6548420 w 7369701"/>
              <a:gd name="connsiteY597" fmla="*/ 1214599 h 6858000"/>
              <a:gd name="connsiteX598" fmla="*/ 6605473 w 7369701"/>
              <a:gd name="connsiteY598" fmla="*/ 1184686 h 6858000"/>
              <a:gd name="connsiteX599" fmla="*/ 6691602 w 7369701"/>
              <a:gd name="connsiteY599" fmla="*/ 1140573 h 6858000"/>
              <a:gd name="connsiteX600" fmla="*/ 4002475 w 7369701"/>
              <a:gd name="connsiteY600" fmla="*/ 1037802 h 6858000"/>
              <a:gd name="connsiteX601" fmla="*/ 4000324 w 7369701"/>
              <a:gd name="connsiteY601" fmla="*/ 1039362 h 6858000"/>
              <a:gd name="connsiteX602" fmla="*/ 4002862 w 7369701"/>
              <a:gd name="connsiteY602" fmla="*/ 1042866 h 6858000"/>
              <a:gd name="connsiteX603" fmla="*/ 4002475 w 7369701"/>
              <a:gd name="connsiteY603" fmla="*/ 1037802 h 6858000"/>
              <a:gd name="connsiteX604" fmla="*/ 506322 w 7369701"/>
              <a:gd name="connsiteY604" fmla="*/ 1020997 h 6858000"/>
              <a:gd name="connsiteX605" fmla="*/ 533068 w 7369701"/>
              <a:gd name="connsiteY605" fmla="*/ 1029409 h 6858000"/>
              <a:gd name="connsiteX606" fmla="*/ 1232525 w 7369701"/>
              <a:gd name="connsiteY606" fmla="*/ 1804675 h 6858000"/>
              <a:gd name="connsiteX607" fmla="*/ 1388858 w 7369701"/>
              <a:gd name="connsiteY607" fmla="*/ 2368011 h 6858000"/>
              <a:gd name="connsiteX608" fmla="*/ 1384098 w 7369701"/>
              <a:gd name="connsiteY608" fmla="*/ 2378125 h 6858000"/>
              <a:gd name="connsiteX609" fmla="*/ 1425393 w 7369701"/>
              <a:gd name="connsiteY609" fmla="*/ 2589124 h 6858000"/>
              <a:gd name="connsiteX610" fmla="*/ 1424001 w 7369701"/>
              <a:gd name="connsiteY610" fmla="*/ 2597541 h 6858000"/>
              <a:gd name="connsiteX611" fmla="*/ 2152729 w 7369701"/>
              <a:gd name="connsiteY611" fmla="*/ 2864487 h 6858000"/>
              <a:gd name="connsiteX612" fmla="*/ 2020609 w 7369701"/>
              <a:gd name="connsiteY612" fmla="*/ 2539671 h 6858000"/>
              <a:gd name="connsiteX613" fmla="*/ 2018920 w 7369701"/>
              <a:gd name="connsiteY613" fmla="*/ 2536309 h 6858000"/>
              <a:gd name="connsiteX614" fmla="*/ 1342441 w 7369701"/>
              <a:gd name="connsiteY614" fmla="*/ 1173017 h 6858000"/>
              <a:gd name="connsiteX615" fmla="*/ 1367925 w 7369701"/>
              <a:gd name="connsiteY615" fmla="*/ 1135648 h 6858000"/>
              <a:gd name="connsiteX616" fmla="*/ 1771401 w 7369701"/>
              <a:gd name="connsiteY616" fmla="*/ 1806673 h 6858000"/>
              <a:gd name="connsiteX617" fmla="*/ 1972385 w 7369701"/>
              <a:gd name="connsiteY617" fmla="*/ 2198735 h 6858000"/>
              <a:gd name="connsiteX618" fmla="*/ 2040892 w 7369701"/>
              <a:gd name="connsiteY618" fmla="*/ 2405205 h 6858000"/>
              <a:gd name="connsiteX619" fmla="*/ 2131689 w 7369701"/>
              <a:gd name="connsiteY619" fmla="*/ 1936926 h 6858000"/>
              <a:gd name="connsiteX620" fmla="*/ 2454820 w 7369701"/>
              <a:gd name="connsiteY620" fmla="*/ 1248808 h 6858000"/>
              <a:gd name="connsiteX621" fmla="*/ 2492512 w 7369701"/>
              <a:gd name="connsiteY621" fmla="*/ 1302920 h 6858000"/>
              <a:gd name="connsiteX622" fmla="*/ 2081216 w 7369701"/>
              <a:gd name="connsiteY622" fmla="*/ 2527513 h 6858000"/>
              <a:gd name="connsiteX623" fmla="*/ 2081211 w 7369701"/>
              <a:gd name="connsiteY623" fmla="*/ 2528916 h 6858000"/>
              <a:gd name="connsiteX624" fmla="*/ 2199067 w 7369701"/>
              <a:gd name="connsiteY624" fmla="*/ 2884061 h 6858000"/>
              <a:gd name="connsiteX625" fmla="*/ 3192586 w 7369701"/>
              <a:gd name="connsiteY625" fmla="*/ 3411496 h 6858000"/>
              <a:gd name="connsiteX626" fmla="*/ 3182620 w 7369701"/>
              <a:gd name="connsiteY626" fmla="*/ 3483279 h 6858000"/>
              <a:gd name="connsiteX627" fmla="*/ 2435119 w 7369701"/>
              <a:gd name="connsiteY627" fmla="*/ 3080173 h 6858000"/>
              <a:gd name="connsiteX628" fmla="*/ 2410152 w 7369701"/>
              <a:gd name="connsiteY628" fmla="*/ 3063751 h 6858000"/>
              <a:gd name="connsiteX629" fmla="*/ 2408099 w 7369701"/>
              <a:gd name="connsiteY629" fmla="*/ 3064403 h 6858000"/>
              <a:gd name="connsiteX630" fmla="*/ 2407218 w 7369701"/>
              <a:gd name="connsiteY630" fmla="*/ 3070324 h 6858000"/>
              <a:gd name="connsiteX631" fmla="*/ 2380138 w 7369701"/>
              <a:gd name="connsiteY631" fmla="*/ 3099341 h 6858000"/>
              <a:gd name="connsiteX632" fmla="*/ 1765923 w 7369701"/>
              <a:gd name="connsiteY632" fmla="*/ 3581043 h 6858000"/>
              <a:gd name="connsiteX633" fmla="*/ 1702258 w 7369701"/>
              <a:gd name="connsiteY633" fmla="*/ 3612286 h 6858000"/>
              <a:gd name="connsiteX634" fmla="*/ 1538370 w 7369701"/>
              <a:gd name="connsiteY634" fmla="*/ 3811804 h 6858000"/>
              <a:gd name="connsiteX635" fmla="*/ 542867 w 7369701"/>
              <a:gd name="connsiteY635" fmla="*/ 4944092 h 6858000"/>
              <a:gd name="connsiteX636" fmla="*/ 515800 w 7369701"/>
              <a:gd name="connsiteY636" fmla="*/ 4862180 h 6858000"/>
              <a:gd name="connsiteX637" fmla="*/ 909145 w 7369701"/>
              <a:gd name="connsiteY637" fmla="*/ 4199225 h 6858000"/>
              <a:gd name="connsiteX638" fmla="*/ 1214067 w 7369701"/>
              <a:gd name="connsiteY638" fmla="*/ 3908561 h 6858000"/>
              <a:gd name="connsiteX639" fmla="*/ 640967 w 7369701"/>
              <a:gd name="connsiteY639" fmla="*/ 4105601 h 6858000"/>
              <a:gd name="connsiteX640" fmla="*/ 112563 w 7369701"/>
              <a:gd name="connsiteY640" fmla="*/ 4396952 h 6858000"/>
              <a:gd name="connsiteX641" fmla="*/ 0 w 7369701"/>
              <a:gd name="connsiteY641" fmla="*/ 4466006 h 6858000"/>
              <a:gd name="connsiteX642" fmla="*/ 0 w 7369701"/>
              <a:gd name="connsiteY642" fmla="*/ 4233763 h 6858000"/>
              <a:gd name="connsiteX643" fmla="*/ 36881 w 7369701"/>
              <a:gd name="connsiteY643" fmla="*/ 4200118 h 6858000"/>
              <a:gd name="connsiteX644" fmla="*/ 910534 w 7369701"/>
              <a:gd name="connsiteY644" fmla="*/ 3629753 h 6858000"/>
              <a:gd name="connsiteX645" fmla="*/ 1578717 w 7369701"/>
              <a:gd name="connsiteY645" fmla="*/ 3575982 h 6858000"/>
              <a:gd name="connsiteX646" fmla="*/ 2338780 w 7369701"/>
              <a:gd name="connsiteY646" fmla="*/ 3033725 h 6858000"/>
              <a:gd name="connsiteX647" fmla="*/ 1807991 w 7369701"/>
              <a:gd name="connsiteY647" fmla="*/ 2807184 h 6858000"/>
              <a:gd name="connsiteX648" fmla="*/ 1416358 w 7369701"/>
              <a:gd name="connsiteY648" fmla="*/ 3112571 h 6858000"/>
              <a:gd name="connsiteX649" fmla="*/ 939066 w 7369701"/>
              <a:gd name="connsiteY649" fmla="*/ 3378798 h 6858000"/>
              <a:gd name="connsiteX650" fmla="*/ 115099 w 7369701"/>
              <a:gd name="connsiteY650" fmla="*/ 3607650 h 6858000"/>
              <a:gd name="connsiteX651" fmla="*/ 97284 w 7369701"/>
              <a:gd name="connsiteY651" fmla="*/ 3520393 h 6858000"/>
              <a:gd name="connsiteX652" fmla="*/ 922050 w 7369701"/>
              <a:gd name="connsiteY652" fmla="*/ 3074867 h 6858000"/>
              <a:gd name="connsiteX653" fmla="*/ 1405265 w 7369701"/>
              <a:gd name="connsiteY653" fmla="*/ 3016319 h 6858000"/>
              <a:gd name="connsiteX654" fmla="*/ 1407512 w 7369701"/>
              <a:gd name="connsiteY654" fmla="*/ 3018001 h 6858000"/>
              <a:gd name="connsiteX655" fmla="*/ 1726266 w 7369701"/>
              <a:gd name="connsiteY655" fmla="*/ 2777274 h 6858000"/>
              <a:gd name="connsiteX656" fmla="*/ 625390 w 7369701"/>
              <a:gd name="connsiteY656" fmla="*/ 2514541 h 6858000"/>
              <a:gd name="connsiteX657" fmla="*/ 619799 w 7369701"/>
              <a:gd name="connsiteY657" fmla="*/ 2527180 h 6858000"/>
              <a:gd name="connsiteX658" fmla="*/ 310030 w 7369701"/>
              <a:gd name="connsiteY658" fmla="*/ 2771818 h 6858000"/>
              <a:gd name="connsiteX659" fmla="*/ 173877 w 7369701"/>
              <a:gd name="connsiteY659" fmla="*/ 2937056 h 6858000"/>
              <a:gd name="connsiteX660" fmla="*/ 77889 w 7369701"/>
              <a:gd name="connsiteY660" fmla="*/ 3138440 h 6858000"/>
              <a:gd name="connsiteX661" fmla="*/ 0 w 7369701"/>
              <a:gd name="connsiteY661" fmla="*/ 3271395 h 6858000"/>
              <a:gd name="connsiteX662" fmla="*/ 0 w 7369701"/>
              <a:gd name="connsiteY662" fmla="*/ 3153002 h 6858000"/>
              <a:gd name="connsiteX663" fmla="*/ 2386 w 7369701"/>
              <a:gd name="connsiteY663" fmla="*/ 3149203 h 6858000"/>
              <a:gd name="connsiteX664" fmla="*/ 89753 w 7369701"/>
              <a:gd name="connsiteY664" fmla="*/ 2987702 h 6858000"/>
              <a:gd name="connsiteX665" fmla="*/ 76869 w 7369701"/>
              <a:gd name="connsiteY665" fmla="*/ 3005404 h 6858000"/>
              <a:gd name="connsiteX666" fmla="*/ 32049 w 7369701"/>
              <a:gd name="connsiteY666" fmla="*/ 3065814 h 6858000"/>
              <a:gd name="connsiteX667" fmla="*/ 0 w 7369701"/>
              <a:gd name="connsiteY667" fmla="*/ 3108744 h 6858000"/>
              <a:gd name="connsiteX668" fmla="*/ 0 w 7369701"/>
              <a:gd name="connsiteY668" fmla="*/ 3058059 h 6858000"/>
              <a:gd name="connsiteX669" fmla="*/ 7610 w 7369701"/>
              <a:gd name="connsiteY669" fmla="*/ 3047889 h 6858000"/>
              <a:gd name="connsiteX670" fmla="*/ 52419 w 7369701"/>
              <a:gd name="connsiteY670" fmla="*/ 2987479 h 6858000"/>
              <a:gd name="connsiteX671" fmla="*/ 59142 w 7369701"/>
              <a:gd name="connsiteY671" fmla="*/ 2978488 h 6858000"/>
              <a:gd name="connsiteX672" fmla="*/ 0 w 7369701"/>
              <a:gd name="connsiteY672" fmla="*/ 3015334 h 6858000"/>
              <a:gd name="connsiteX673" fmla="*/ 0 w 7369701"/>
              <a:gd name="connsiteY673" fmla="*/ 2914286 h 6858000"/>
              <a:gd name="connsiteX674" fmla="*/ 36383 w 7369701"/>
              <a:gd name="connsiteY674" fmla="*/ 2901128 h 6858000"/>
              <a:gd name="connsiteX675" fmla="*/ 156329 w 7369701"/>
              <a:gd name="connsiteY675" fmla="*/ 2840533 h 6858000"/>
              <a:gd name="connsiteX676" fmla="*/ 358355 w 7369701"/>
              <a:gd name="connsiteY676" fmla="*/ 2620471 h 6858000"/>
              <a:gd name="connsiteX677" fmla="*/ 510577 w 7369701"/>
              <a:gd name="connsiteY677" fmla="*/ 2501244 h 6858000"/>
              <a:gd name="connsiteX678" fmla="*/ 211967 w 7369701"/>
              <a:gd name="connsiteY678" fmla="*/ 2479171 h 6858000"/>
              <a:gd name="connsiteX679" fmla="*/ 0 w 7369701"/>
              <a:gd name="connsiteY679" fmla="*/ 2476398 h 6858000"/>
              <a:gd name="connsiteX680" fmla="*/ 0 w 7369701"/>
              <a:gd name="connsiteY680" fmla="*/ 2389189 h 6858000"/>
              <a:gd name="connsiteX681" fmla="*/ 103062 w 7369701"/>
              <a:gd name="connsiteY681" fmla="*/ 2389518 h 6858000"/>
              <a:gd name="connsiteX682" fmla="*/ 510734 w 7369701"/>
              <a:gd name="connsiteY682" fmla="*/ 2416201 h 6858000"/>
              <a:gd name="connsiteX683" fmla="*/ 279257 w 7369701"/>
              <a:gd name="connsiteY683" fmla="*/ 2092102 h 6858000"/>
              <a:gd name="connsiteX684" fmla="*/ 65265 w 7369701"/>
              <a:gd name="connsiteY684" fmla="*/ 2006049 h 6858000"/>
              <a:gd name="connsiteX685" fmla="*/ 0 w 7369701"/>
              <a:gd name="connsiteY685" fmla="*/ 1982532 h 6858000"/>
              <a:gd name="connsiteX686" fmla="*/ 0 w 7369701"/>
              <a:gd name="connsiteY686" fmla="*/ 1912789 h 6858000"/>
              <a:gd name="connsiteX687" fmla="*/ 97460 w 7369701"/>
              <a:gd name="connsiteY687" fmla="*/ 1953725 h 6858000"/>
              <a:gd name="connsiteX688" fmla="*/ 221272 w 7369701"/>
              <a:gd name="connsiteY688" fmla="*/ 1980766 h 6858000"/>
              <a:gd name="connsiteX689" fmla="*/ 116765 w 7369701"/>
              <a:gd name="connsiteY689" fmla="*/ 1911033 h 6858000"/>
              <a:gd name="connsiteX690" fmla="*/ 16405 w 7369701"/>
              <a:gd name="connsiteY690" fmla="*/ 1803412 h 6858000"/>
              <a:gd name="connsiteX691" fmla="*/ 0 w 7369701"/>
              <a:gd name="connsiteY691" fmla="*/ 1784777 h 6858000"/>
              <a:gd name="connsiteX692" fmla="*/ 0 w 7369701"/>
              <a:gd name="connsiteY692" fmla="*/ 1740082 h 6858000"/>
              <a:gd name="connsiteX693" fmla="*/ 39394 w 7369701"/>
              <a:gd name="connsiteY693" fmla="*/ 1784856 h 6858000"/>
              <a:gd name="connsiteX694" fmla="*/ 135813 w 7369701"/>
              <a:gd name="connsiteY694" fmla="*/ 1888838 h 6858000"/>
              <a:gd name="connsiteX695" fmla="*/ 242575 w 7369701"/>
              <a:gd name="connsiteY695" fmla="*/ 1958841 h 6858000"/>
              <a:gd name="connsiteX696" fmla="*/ 82197 w 7369701"/>
              <a:gd name="connsiteY696" fmla="*/ 1754826 h 6858000"/>
              <a:gd name="connsiteX697" fmla="*/ 0 w 7369701"/>
              <a:gd name="connsiteY697" fmla="*/ 1679650 h 6858000"/>
              <a:gd name="connsiteX698" fmla="*/ 0 w 7369701"/>
              <a:gd name="connsiteY698" fmla="*/ 1602463 h 6858000"/>
              <a:gd name="connsiteX699" fmla="*/ 84689 w 7369701"/>
              <a:gd name="connsiteY699" fmla="*/ 1677442 h 6858000"/>
              <a:gd name="connsiteX700" fmla="*/ 298437 w 7369701"/>
              <a:gd name="connsiteY700" fmla="*/ 1968019 h 6858000"/>
              <a:gd name="connsiteX701" fmla="*/ 227269 w 7369701"/>
              <a:gd name="connsiteY701" fmla="*/ 1114064 h 6858000"/>
              <a:gd name="connsiteX702" fmla="*/ 248003 w 7369701"/>
              <a:gd name="connsiteY702" fmla="*/ 1089613 h 6858000"/>
              <a:gd name="connsiteX703" fmla="*/ 427020 w 7369701"/>
              <a:gd name="connsiteY703" fmla="*/ 1619803 h 6858000"/>
              <a:gd name="connsiteX704" fmla="*/ 340345 w 7369701"/>
              <a:gd name="connsiteY704" fmla="*/ 2027739 h 6858000"/>
              <a:gd name="connsiteX705" fmla="*/ 360865 w 7369701"/>
              <a:gd name="connsiteY705" fmla="*/ 2044827 h 6858000"/>
              <a:gd name="connsiteX706" fmla="*/ 560414 w 7369701"/>
              <a:gd name="connsiteY706" fmla="*/ 2421457 h 6858000"/>
              <a:gd name="connsiteX707" fmla="*/ 1359703 w 7369701"/>
              <a:gd name="connsiteY707" fmla="*/ 2578554 h 6858000"/>
              <a:gd name="connsiteX708" fmla="*/ 1359422 w 7369701"/>
              <a:gd name="connsiteY708" fmla="*/ 2577994 h 6858000"/>
              <a:gd name="connsiteX709" fmla="*/ 828701 w 7369701"/>
              <a:gd name="connsiteY709" fmla="*/ 1839520 h 6858000"/>
              <a:gd name="connsiteX710" fmla="*/ 494427 w 7369701"/>
              <a:gd name="connsiteY710" fmla="*/ 1092333 h 6858000"/>
              <a:gd name="connsiteX711" fmla="*/ 506322 w 7369701"/>
              <a:gd name="connsiteY711" fmla="*/ 1020997 h 6858000"/>
              <a:gd name="connsiteX712" fmla="*/ 4570198 w 7369701"/>
              <a:gd name="connsiteY712" fmla="*/ 978081 h 6858000"/>
              <a:gd name="connsiteX713" fmla="*/ 4523691 w 7369701"/>
              <a:gd name="connsiteY713" fmla="*/ 1127776 h 6858000"/>
              <a:gd name="connsiteX714" fmla="*/ 4509875 w 7369701"/>
              <a:gd name="connsiteY714" fmla="*/ 1167552 h 6858000"/>
              <a:gd name="connsiteX715" fmla="*/ 4478168 w 7369701"/>
              <a:gd name="connsiteY715" fmla="*/ 1260735 h 6858000"/>
              <a:gd name="connsiteX716" fmla="*/ 4409309 w 7369701"/>
              <a:gd name="connsiteY716" fmla="*/ 1666996 h 6858000"/>
              <a:gd name="connsiteX717" fmla="*/ 4370031 w 7369701"/>
              <a:gd name="connsiteY717" fmla="*/ 1955666 h 6858000"/>
              <a:gd name="connsiteX718" fmla="*/ 4570198 w 7369701"/>
              <a:gd name="connsiteY718" fmla="*/ 978081 h 6858000"/>
              <a:gd name="connsiteX719" fmla="*/ 4557898 w 7369701"/>
              <a:gd name="connsiteY719" fmla="*/ 900011 h 6858000"/>
              <a:gd name="connsiteX720" fmla="*/ 4344840 w 7369701"/>
              <a:gd name="connsiteY720" fmla="*/ 1922038 h 6858000"/>
              <a:gd name="connsiteX721" fmla="*/ 4378710 w 7369701"/>
              <a:gd name="connsiteY721" fmla="*/ 1665516 h 6858000"/>
              <a:gd name="connsiteX722" fmla="*/ 4448798 w 7369701"/>
              <a:gd name="connsiteY722" fmla="*/ 1253024 h 6858000"/>
              <a:gd name="connsiteX723" fmla="*/ 4480315 w 7369701"/>
              <a:gd name="connsiteY723" fmla="*/ 1158454 h 6858000"/>
              <a:gd name="connsiteX724" fmla="*/ 4494133 w 7369701"/>
              <a:gd name="connsiteY724" fmla="*/ 1118676 h 6858000"/>
              <a:gd name="connsiteX725" fmla="*/ 4557898 w 7369701"/>
              <a:gd name="connsiteY725" fmla="*/ 900011 h 6858000"/>
              <a:gd name="connsiteX726" fmla="*/ 5870151 w 7369701"/>
              <a:gd name="connsiteY726" fmla="*/ 898890 h 6858000"/>
              <a:gd name="connsiteX727" fmla="*/ 5861335 w 7369701"/>
              <a:gd name="connsiteY727" fmla="*/ 899177 h 6858000"/>
              <a:gd name="connsiteX728" fmla="*/ 5843702 w 7369701"/>
              <a:gd name="connsiteY728" fmla="*/ 899748 h 6858000"/>
              <a:gd name="connsiteX729" fmla="*/ 5651107 w 7369701"/>
              <a:gd name="connsiteY729" fmla="*/ 920306 h 6858000"/>
              <a:gd name="connsiteX730" fmla="*/ 5459407 w 7369701"/>
              <a:gd name="connsiteY730" fmla="*/ 940975 h 6858000"/>
              <a:gd name="connsiteX731" fmla="*/ 5374846 w 7369701"/>
              <a:gd name="connsiteY731" fmla="*/ 941988 h 6858000"/>
              <a:gd name="connsiteX732" fmla="*/ 5256105 w 7369701"/>
              <a:gd name="connsiteY732" fmla="*/ 945632 h 6858000"/>
              <a:gd name="connsiteX733" fmla="*/ 5107071 w 7369701"/>
              <a:gd name="connsiteY733" fmla="*/ 969720 h 6858000"/>
              <a:gd name="connsiteX734" fmla="*/ 4998681 w 7369701"/>
              <a:gd name="connsiteY734" fmla="*/ 988771 h 6858000"/>
              <a:gd name="connsiteX735" fmla="*/ 5870151 w 7369701"/>
              <a:gd name="connsiteY735" fmla="*/ 898890 h 6858000"/>
              <a:gd name="connsiteX736" fmla="*/ 5504425 w 7369701"/>
              <a:gd name="connsiteY736" fmla="*/ 848067 h 6858000"/>
              <a:gd name="connsiteX737" fmla="*/ 4968849 w 7369701"/>
              <a:gd name="connsiteY737" fmla="*/ 962318 h 6858000"/>
              <a:gd name="connsiteX738" fmla="*/ 5104039 w 7369701"/>
              <a:gd name="connsiteY738" fmla="*/ 940634 h 6858000"/>
              <a:gd name="connsiteX739" fmla="*/ 5256311 w 7369701"/>
              <a:gd name="connsiteY739" fmla="*/ 916490 h 6858000"/>
              <a:gd name="connsiteX740" fmla="*/ 5377381 w 7369701"/>
              <a:gd name="connsiteY740" fmla="*/ 912671 h 6858000"/>
              <a:gd name="connsiteX741" fmla="*/ 5460148 w 7369701"/>
              <a:gd name="connsiteY741" fmla="*/ 911442 h 6858000"/>
              <a:gd name="connsiteX742" fmla="*/ 5648971 w 7369701"/>
              <a:gd name="connsiteY742" fmla="*/ 891331 h 6858000"/>
              <a:gd name="connsiteX743" fmla="*/ 5844807 w 7369701"/>
              <a:gd name="connsiteY743" fmla="*/ 870718 h 6858000"/>
              <a:gd name="connsiteX744" fmla="*/ 5862975 w 7369701"/>
              <a:gd name="connsiteY744" fmla="*/ 869756 h 6858000"/>
              <a:gd name="connsiteX745" fmla="*/ 5920887 w 7369701"/>
              <a:gd name="connsiteY745" fmla="*/ 865929 h 6858000"/>
              <a:gd name="connsiteX746" fmla="*/ 5504425 w 7369701"/>
              <a:gd name="connsiteY746" fmla="*/ 848067 h 6858000"/>
              <a:gd name="connsiteX747" fmla="*/ 3607114 w 7369701"/>
              <a:gd name="connsiteY747" fmla="*/ 467441 h 6858000"/>
              <a:gd name="connsiteX748" fmla="*/ 3296242 w 7369701"/>
              <a:gd name="connsiteY748" fmla="*/ 807991 h 6858000"/>
              <a:gd name="connsiteX749" fmla="*/ 3174674 w 7369701"/>
              <a:gd name="connsiteY749" fmla="*/ 919759 h 6858000"/>
              <a:gd name="connsiteX750" fmla="*/ 3042978 w 7369701"/>
              <a:gd name="connsiteY750" fmla="*/ 1054894 h 6858000"/>
              <a:gd name="connsiteX751" fmla="*/ 2968914 w 7369701"/>
              <a:gd name="connsiteY751" fmla="*/ 1133756 h 6858000"/>
              <a:gd name="connsiteX752" fmla="*/ 3103823 w 7369701"/>
              <a:gd name="connsiteY752" fmla="*/ 1026814 h 6858000"/>
              <a:gd name="connsiteX753" fmla="*/ 3607114 w 7369701"/>
              <a:gd name="connsiteY753" fmla="*/ 467441 h 6858000"/>
              <a:gd name="connsiteX754" fmla="*/ 3744487 w 7369701"/>
              <a:gd name="connsiteY754" fmla="*/ 383136 h 6858000"/>
              <a:gd name="connsiteX755" fmla="*/ 3970213 w 7369701"/>
              <a:gd name="connsiteY755" fmla="*/ 995559 h 6858000"/>
              <a:gd name="connsiteX756" fmla="*/ 3744487 w 7369701"/>
              <a:gd name="connsiteY756" fmla="*/ 383136 h 6858000"/>
              <a:gd name="connsiteX757" fmla="*/ 3624562 w 7369701"/>
              <a:gd name="connsiteY757" fmla="*/ 367041 h 6858000"/>
              <a:gd name="connsiteX758" fmla="*/ 3489712 w 7369701"/>
              <a:gd name="connsiteY758" fmla="*/ 485386 h 6858000"/>
              <a:gd name="connsiteX759" fmla="*/ 3182994 w 7369701"/>
              <a:gd name="connsiteY759" fmla="*/ 828265 h 6858000"/>
              <a:gd name="connsiteX760" fmla="*/ 2892114 w 7369701"/>
              <a:gd name="connsiteY760" fmla="*/ 1172635 h 6858000"/>
              <a:gd name="connsiteX761" fmla="*/ 3021459 w 7369701"/>
              <a:gd name="connsiteY761" fmla="*/ 1035385 h 6858000"/>
              <a:gd name="connsiteX762" fmla="*/ 3153873 w 7369701"/>
              <a:gd name="connsiteY762" fmla="*/ 898971 h 6858000"/>
              <a:gd name="connsiteX763" fmla="*/ 3276511 w 7369701"/>
              <a:gd name="connsiteY763" fmla="*/ 786423 h 6858000"/>
              <a:gd name="connsiteX764" fmla="*/ 3584154 w 7369701"/>
              <a:gd name="connsiteY764" fmla="*/ 448218 h 6858000"/>
              <a:gd name="connsiteX765" fmla="*/ 3624562 w 7369701"/>
              <a:gd name="connsiteY765" fmla="*/ 367041 h 6858000"/>
              <a:gd name="connsiteX766" fmla="*/ 3766672 w 7369701"/>
              <a:gd name="connsiteY766" fmla="*/ 359429 h 6858000"/>
              <a:gd name="connsiteX767" fmla="*/ 3996338 w 7369701"/>
              <a:gd name="connsiteY767" fmla="*/ 968237 h 6858000"/>
              <a:gd name="connsiteX768" fmla="*/ 3766672 w 7369701"/>
              <a:gd name="connsiteY768" fmla="*/ 359429 h 6858000"/>
              <a:gd name="connsiteX769" fmla="*/ 5805386 w 7369701"/>
              <a:gd name="connsiteY769" fmla="*/ 239240 h 6858000"/>
              <a:gd name="connsiteX770" fmla="*/ 5736947 w 7369701"/>
              <a:gd name="connsiteY770" fmla="*/ 261367 h 6858000"/>
              <a:gd name="connsiteX771" fmla="*/ 5427012 w 7369701"/>
              <a:gd name="connsiteY771" fmla="*/ 311272 h 6858000"/>
              <a:gd name="connsiteX772" fmla="*/ 5147818 w 7369701"/>
              <a:gd name="connsiteY772" fmla="*/ 322112 h 6858000"/>
              <a:gd name="connsiteX773" fmla="*/ 5060854 w 7369701"/>
              <a:gd name="connsiteY773" fmla="*/ 311882 h 6858000"/>
              <a:gd name="connsiteX774" fmla="*/ 4945989 w 7369701"/>
              <a:gd name="connsiteY774" fmla="*/ 300516 h 6858000"/>
              <a:gd name="connsiteX775" fmla="*/ 5410479 w 7369701"/>
              <a:gd name="connsiteY775" fmla="*/ 348434 h 6858000"/>
              <a:gd name="connsiteX776" fmla="*/ 5805386 w 7369701"/>
              <a:gd name="connsiteY776" fmla="*/ 239240 h 6858000"/>
              <a:gd name="connsiteX777" fmla="*/ 5905192 w 7369701"/>
              <a:gd name="connsiteY777" fmla="*/ 163079 h 6858000"/>
              <a:gd name="connsiteX778" fmla="*/ 5865655 w 7369701"/>
              <a:gd name="connsiteY778" fmla="*/ 171901 h 6858000"/>
              <a:gd name="connsiteX779" fmla="*/ 5259740 w 7369701"/>
              <a:gd name="connsiteY779" fmla="*/ 257013 h 6858000"/>
              <a:gd name="connsiteX780" fmla="*/ 5208466 w 7369701"/>
              <a:gd name="connsiteY780" fmla="*/ 257550 h 6858000"/>
              <a:gd name="connsiteX781" fmla="*/ 4980204 w 7369701"/>
              <a:gd name="connsiteY781" fmla="*/ 271903 h 6858000"/>
              <a:gd name="connsiteX782" fmla="*/ 5068068 w 7369701"/>
              <a:gd name="connsiteY782" fmla="*/ 282244 h 6858000"/>
              <a:gd name="connsiteX783" fmla="*/ 5153231 w 7369701"/>
              <a:gd name="connsiteY783" fmla="*/ 292240 h 6858000"/>
              <a:gd name="connsiteX784" fmla="*/ 5426491 w 7369701"/>
              <a:gd name="connsiteY784" fmla="*/ 281128 h 6858000"/>
              <a:gd name="connsiteX785" fmla="*/ 5731212 w 7369701"/>
              <a:gd name="connsiteY785" fmla="*/ 231951 h 6858000"/>
              <a:gd name="connsiteX786" fmla="*/ 5905192 w 7369701"/>
              <a:gd name="connsiteY786" fmla="*/ 163079 h 6858000"/>
              <a:gd name="connsiteX787" fmla="*/ 5944437 w 7369701"/>
              <a:gd name="connsiteY787" fmla="*/ 113829 h 6858000"/>
              <a:gd name="connsiteX788" fmla="*/ 5825032 w 7369701"/>
              <a:gd name="connsiteY788" fmla="*/ 146405 h 6858000"/>
              <a:gd name="connsiteX789" fmla="*/ 4955599 w 7369701"/>
              <a:gd name="connsiteY789" fmla="*/ 247008 h 6858000"/>
              <a:gd name="connsiteX790" fmla="*/ 5210104 w 7369701"/>
              <a:gd name="connsiteY790" fmla="*/ 228123 h 6858000"/>
              <a:gd name="connsiteX791" fmla="*/ 5261015 w 7369701"/>
              <a:gd name="connsiteY791" fmla="*/ 227087 h 6858000"/>
              <a:gd name="connsiteX792" fmla="*/ 5861181 w 7369701"/>
              <a:gd name="connsiteY792" fmla="*/ 143093 h 6858000"/>
              <a:gd name="connsiteX793" fmla="*/ 5961252 w 7369701"/>
              <a:gd name="connsiteY793" fmla="*/ 114820 h 6858000"/>
              <a:gd name="connsiteX794" fmla="*/ 5944437 w 7369701"/>
              <a:gd name="connsiteY794" fmla="*/ 113829 h 6858000"/>
              <a:gd name="connsiteX795" fmla="*/ 3882765 w 7369701"/>
              <a:gd name="connsiteY795" fmla="*/ 0 h 6858000"/>
              <a:gd name="connsiteX796" fmla="*/ 3995099 w 7369701"/>
              <a:gd name="connsiteY796" fmla="*/ 0 h 6858000"/>
              <a:gd name="connsiteX797" fmla="*/ 4163818 w 7369701"/>
              <a:gd name="connsiteY797" fmla="*/ 234104 h 6858000"/>
              <a:gd name="connsiteX798" fmla="*/ 4172099 w 7369701"/>
              <a:gd name="connsiteY798" fmla="*/ 234207 h 6858000"/>
              <a:gd name="connsiteX799" fmla="*/ 4784282 w 7369701"/>
              <a:gd name="connsiteY799" fmla="*/ 276561 h 6858000"/>
              <a:gd name="connsiteX800" fmla="*/ 4801687 w 7369701"/>
              <a:gd name="connsiteY800" fmla="*/ 267764 h 6858000"/>
              <a:gd name="connsiteX801" fmla="*/ 6082788 w 7369701"/>
              <a:gd name="connsiteY801" fmla="*/ 64119 h 6858000"/>
              <a:gd name="connsiteX802" fmla="*/ 6099442 w 7369701"/>
              <a:gd name="connsiteY802" fmla="*/ 82568 h 6858000"/>
              <a:gd name="connsiteX803" fmla="*/ 4804137 w 7369701"/>
              <a:gd name="connsiteY803" fmla="*/ 320931 h 6858000"/>
              <a:gd name="connsiteX804" fmla="*/ 4227047 w 7369701"/>
              <a:gd name="connsiteY804" fmla="*/ 313415 h 6858000"/>
              <a:gd name="connsiteX805" fmla="*/ 4346041 w 7369701"/>
              <a:gd name="connsiteY805" fmla="*/ 456086 h 6858000"/>
              <a:gd name="connsiteX806" fmla="*/ 4870967 w 7369701"/>
              <a:gd name="connsiteY806" fmla="*/ 963061 h 6858000"/>
              <a:gd name="connsiteX807" fmla="*/ 4889647 w 7369701"/>
              <a:gd name="connsiteY807" fmla="*/ 957147 h 6858000"/>
              <a:gd name="connsiteX808" fmla="*/ 5422504 w 7369701"/>
              <a:gd name="connsiteY808" fmla="*/ 805191 h 6858000"/>
              <a:gd name="connsiteX809" fmla="*/ 6087656 w 7369701"/>
              <a:gd name="connsiteY809" fmla="*/ 826703 h 6858000"/>
              <a:gd name="connsiteX810" fmla="*/ 6058717 w 7369701"/>
              <a:gd name="connsiteY810" fmla="*/ 865992 h 6858000"/>
              <a:gd name="connsiteX811" fmla="*/ 4974153 w 7369701"/>
              <a:gd name="connsiteY811" fmla="*/ 1045456 h 6858000"/>
              <a:gd name="connsiteX812" fmla="*/ 5627835 w 7369701"/>
              <a:gd name="connsiteY812" fmla="*/ 1472077 h 6858000"/>
              <a:gd name="connsiteX813" fmla="*/ 5629817 w 7369701"/>
              <a:gd name="connsiteY813" fmla="*/ 1471412 h 6858000"/>
              <a:gd name="connsiteX814" fmla="*/ 5634124 w 7369701"/>
              <a:gd name="connsiteY814" fmla="*/ 1470572 h 6858000"/>
              <a:gd name="connsiteX815" fmla="*/ 5755832 w 7369701"/>
              <a:gd name="connsiteY815" fmla="*/ 1383886 h 6858000"/>
              <a:gd name="connsiteX816" fmla="*/ 6014186 w 7369701"/>
              <a:gd name="connsiteY816" fmla="*/ 1279799 h 6858000"/>
              <a:gd name="connsiteX817" fmla="*/ 6901619 w 7369701"/>
              <a:gd name="connsiteY817" fmla="*/ 1047874 h 6858000"/>
              <a:gd name="connsiteX818" fmla="*/ 6931566 w 7369701"/>
              <a:gd name="connsiteY818" fmla="*/ 1062034 h 6858000"/>
              <a:gd name="connsiteX819" fmla="*/ 5790982 w 7369701"/>
              <a:gd name="connsiteY819" fmla="*/ 1561380 h 6858000"/>
              <a:gd name="connsiteX820" fmla="*/ 6188971 w 7369701"/>
              <a:gd name="connsiteY820" fmla="*/ 1755168 h 6858000"/>
              <a:gd name="connsiteX821" fmla="*/ 6202446 w 7369701"/>
              <a:gd name="connsiteY821" fmla="*/ 1752268 h 6858000"/>
              <a:gd name="connsiteX822" fmla="*/ 7179560 w 7369701"/>
              <a:gd name="connsiteY822" fmla="*/ 1467551 h 6858000"/>
              <a:gd name="connsiteX823" fmla="*/ 7158730 w 7369701"/>
              <a:gd name="connsiteY823" fmla="*/ 1507835 h 6858000"/>
              <a:gd name="connsiteX824" fmla="*/ 6326959 w 7369701"/>
              <a:gd name="connsiteY824" fmla="*/ 1817686 h 6858000"/>
              <a:gd name="connsiteX825" fmla="*/ 6537433 w 7369701"/>
              <a:gd name="connsiteY825" fmla="*/ 1907790 h 6858000"/>
              <a:gd name="connsiteX826" fmla="*/ 6550221 w 7369701"/>
              <a:gd name="connsiteY826" fmla="*/ 1910729 h 6858000"/>
              <a:gd name="connsiteX827" fmla="*/ 6964438 w 7369701"/>
              <a:gd name="connsiteY827" fmla="*/ 2209505 h 6858000"/>
              <a:gd name="connsiteX828" fmla="*/ 7367862 w 7369701"/>
              <a:gd name="connsiteY828" fmla="*/ 2806833 h 6858000"/>
              <a:gd name="connsiteX829" fmla="*/ 7364329 w 7369701"/>
              <a:gd name="connsiteY829" fmla="*/ 2826907 h 6858000"/>
              <a:gd name="connsiteX830" fmla="*/ 7290545 w 7369701"/>
              <a:gd name="connsiteY830" fmla="*/ 2850663 h 6858000"/>
              <a:gd name="connsiteX831" fmla="*/ 6472036 w 7369701"/>
              <a:gd name="connsiteY831" fmla="*/ 1959003 h 6858000"/>
              <a:gd name="connsiteX832" fmla="*/ 5792897 w 7369701"/>
              <a:gd name="connsiteY832" fmla="*/ 1647747 h 6858000"/>
              <a:gd name="connsiteX833" fmla="*/ 5842751 w 7369701"/>
              <a:gd name="connsiteY833" fmla="*/ 1816112 h 6858000"/>
              <a:gd name="connsiteX834" fmla="*/ 5847424 w 7369701"/>
              <a:gd name="connsiteY834" fmla="*/ 1815776 h 6858000"/>
              <a:gd name="connsiteX835" fmla="*/ 6399821 w 7369701"/>
              <a:gd name="connsiteY835" fmla="*/ 2344799 h 6858000"/>
              <a:gd name="connsiteX836" fmla="*/ 6323232 w 7369701"/>
              <a:gd name="connsiteY836" fmla="*/ 2389634 h 6858000"/>
              <a:gd name="connsiteX837" fmla="*/ 5942958 w 7369701"/>
              <a:gd name="connsiteY837" fmla="*/ 2077708 h 6858000"/>
              <a:gd name="connsiteX838" fmla="*/ 5921559 w 7369701"/>
              <a:gd name="connsiteY838" fmla="*/ 2378596 h 6858000"/>
              <a:gd name="connsiteX839" fmla="*/ 5817651 w 7369701"/>
              <a:gd name="connsiteY839" fmla="*/ 3023919 h 6858000"/>
              <a:gd name="connsiteX840" fmla="*/ 5729634 w 7369701"/>
              <a:gd name="connsiteY840" fmla="*/ 3051849 h 6858000"/>
              <a:gd name="connsiteX841" fmla="*/ 5611018 w 7369701"/>
              <a:gd name="connsiteY841" fmla="*/ 2316769 h 6858000"/>
              <a:gd name="connsiteX842" fmla="*/ 5687608 w 7369701"/>
              <a:gd name="connsiteY842" fmla="*/ 2039972 h 6858000"/>
              <a:gd name="connsiteX843" fmla="*/ 5657554 w 7369701"/>
              <a:gd name="connsiteY843" fmla="*/ 1576445 h 6858000"/>
              <a:gd name="connsiteX844" fmla="*/ 5150475 w 7369701"/>
              <a:gd name="connsiteY844" fmla="*/ 1274012 h 6858000"/>
              <a:gd name="connsiteX845" fmla="*/ 5349142 w 7369701"/>
              <a:gd name="connsiteY845" fmla="*/ 2204405 h 6858000"/>
              <a:gd name="connsiteX846" fmla="*/ 5262214 w 7369701"/>
              <a:gd name="connsiteY846" fmla="*/ 2233836 h 6858000"/>
              <a:gd name="connsiteX847" fmla="*/ 4981539 w 7369701"/>
              <a:gd name="connsiteY847" fmla="*/ 1542201 h 6858000"/>
              <a:gd name="connsiteX848" fmla="*/ 4958461 w 7369701"/>
              <a:gd name="connsiteY848" fmla="*/ 1136957 h 6858000"/>
              <a:gd name="connsiteX849" fmla="*/ 4655015 w 7369701"/>
              <a:gd name="connsiteY849" fmla="*/ 891426 h 6858000"/>
              <a:gd name="connsiteX850" fmla="*/ 4348002 w 7369701"/>
              <a:gd name="connsiteY850" fmla="*/ 2205895 h 6858000"/>
              <a:gd name="connsiteX851" fmla="*/ 4262250 w 7369701"/>
              <a:gd name="connsiteY851" fmla="*/ 2219972 h 6858000"/>
              <a:gd name="connsiteX852" fmla="*/ 4550611 w 7369701"/>
              <a:gd name="connsiteY852" fmla="*/ 817540 h 6858000"/>
              <a:gd name="connsiteX853" fmla="*/ 4564418 w 7369701"/>
              <a:gd name="connsiteY853" fmla="*/ 808293 h 6858000"/>
              <a:gd name="connsiteX854" fmla="*/ 4266388 w 7369701"/>
              <a:gd name="connsiteY854" fmla="*/ 500083 h 6858000"/>
              <a:gd name="connsiteX855" fmla="*/ 4032842 w 7369701"/>
              <a:gd name="connsiteY855" fmla="*/ 211809 h 6858000"/>
              <a:gd name="connsiteX856" fmla="*/ 3882765 w 7369701"/>
              <a:gd name="connsiteY856" fmla="*/ 0 h 6858000"/>
              <a:gd name="connsiteX857" fmla="*/ 3721337 w 7369701"/>
              <a:gd name="connsiteY857" fmla="*/ 0 h 6858000"/>
              <a:gd name="connsiteX858" fmla="*/ 3797544 w 7369701"/>
              <a:gd name="connsiteY858" fmla="*/ 0 h 6858000"/>
              <a:gd name="connsiteX859" fmla="*/ 3775734 w 7369701"/>
              <a:gd name="connsiteY859" fmla="*/ 95131 h 6858000"/>
              <a:gd name="connsiteX860" fmla="*/ 3724807 w 7369701"/>
              <a:gd name="connsiteY860" fmla="*/ 272257 h 6858000"/>
              <a:gd name="connsiteX861" fmla="*/ 3726844 w 7369701"/>
              <a:gd name="connsiteY861" fmla="*/ 282988 h 6858000"/>
              <a:gd name="connsiteX862" fmla="*/ 3742664 w 7369701"/>
              <a:gd name="connsiteY862" fmla="*/ 279918 h 6858000"/>
              <a:gd name="connsiteX863" fmla="*/ 4103910 w 7369701"/>
              <a:gd name="connsiteY863" fmla="*/ 1161917 h 6858000"/>
              <a:gd name="connsiteX864" fmla="*/ 4020269 w 7369701"/>
              <a:gd name="connsiteY864" fmla="*/ 1200406 h 6858000"/>
              <a:gd name="connsiteX865" fmla="*/ 3674882 w 7369701"/>
              <a:gd name="connsiteY865" fmla="*/ 488524 h 6858000"/>
              <a:gd name="connsiteX866" fmla="*/ 3132682 w 7369701"/>
              <a:gd name="connsiteY866" fmla="*/ 1072284 h 6858000"/>
              <a:gd name="connsiteX867" fmla="*/ 2716346 w 7369701"/>
              <a:gd name="connsiteY867" fmla="*/ 1276376 h 6858000"/>
              <a:gd name="connsiteX868" fmla="*/ 2716772 w 7369701"/>
              <a:gd name="connsiteY868" fmla="*/ 1255462 h 6858000"/>
              <a:gd name="connsiteX869" fmla="*/ 3471096 w 7369701"/>
              <a:gd name="connsiteY869" fmla="*/ 437072 h 6858000"/>
              <a:gd name="connsiteX870" fmla="*/ 3639057 w 7369701"/>
              <a:gd name="connsiteY870" fmla="*/ 286334 h 6858000"/>
              <a:gd name="connsiteX871" fmla="*/ 3640309 w 7369701"/>
              <a:gd name="connsiteY871" fmla="*/ 284664 h 6858000"/>
              <a:gd name="connsiteX872" fmla="*/ 3646022 w 7369701"/>
              <a:gd name="connsiteY872" fmla="*/ 276711 h 6858000"/>
              <a:gd name="connsiteX873" fmla="*/ 3707943 w 7369701"/>
              <a:gd name="connsiteY873" fmla="*/ 65958 h 6858000"/>
              <a:gd name="connsiteX874" fmla="*/ 3721337 w 7369701"/>
              <a:gd name="connsiteY874" fmla="*/ 0 h 6858000"/>
              <a:gd name="connsiteX875" fmla="*/ 2867960 w 7369701"/>
              <a:gd name="connsiteY875" fmla="*/ 0 h 6858000"/>
              <a:gd name="connsiteX876" fmla="*/ 2926351 w 7369701"/>
              <a:gd name="connsiteY876" fmla="*/ 0 h 6858000"/>
              <a:gd name="connsiteX877" fmla="*/ 2902823 w 7369701"/>
              <a:gd name="connsiteY877" fmla="*/ 262929 h 6858000"/>
              <a:gd name="connsiteX878" fmla="*/ 2940663 w 7369701"/>
              <a:gd name="connsiteY878" fmla="*/ 140884 h 6858000"/>
              <a:gd name="connsiteX879" fmla="*/ 2947039 w 7369701"/>
              <a:gd name="connsiteY879" fmla="*/ 122524 h 6858000"/>
              <a:gd name="connsiteX880" fmla="*/ 2984316 w 7369701"/>
              <a:gd name="connsiteY880" fmla="*/ 0 h 6858000"/>
              <a:gd name="connsiteX881" fmla="*/ 3016114 w 7369701"/>
              <a:gd name="connsiteY881" fmla="*/ 0 h 6858000"/>
              <a:gd name="connsiteX882" fmla="*/ 2979949 w 7369701"/>
              <a:gd name="connsiteY882" fmla="*/ 119274 h 6858000"/>
              <a:gd name="connsiteX883" fmla="*/ 3023879 w 7369701"/>
              <a:gd name="connsiteY883" fmla="*/ 0 h 6858000"/>
              <a:gd name="connsiteX884" fmla="*/ 3105400 w 7369701"/>
              <a:gd name="connsiteY884" fmla="*/ 0 h 6858000"/>
              <a:gd name="connsiteX885" fmla="*/ 3094669 w 7369701"/>
              <a:gd name="connsiteY885" fmla="*/ 30308 h 6858000"/>
              <a:gd name="connsiteX886" fmla="*/ 2901945 w 7369701"/>
              <a:gd name="connsiteY886" fmla="*/ 466538 h 6858000"/>
              <a:gd name="connsiteX887" fmla="*/ 2815209 w 7369701"/>
              <a:gd name="connsiteY887" fmla="*/ 497361 h 6858000"/>
              <a:gd name="connsiteX888" fmla="*/ 2844845 w 7369701"/>
              <a:gd name="connsiteY888" fmla="*/ 127638 h 6858000"/>
              <a:gd name="connsiteX889" fmla="*/ 2867960 w 7369701"/>
              <a:gd name="connsiteY889" fmla="*/ 0 h 6858000"/>
              <a:gd name="connsiteX890" fmla="*/ 1057230 w 7369701"/>
              <a:gd name="connsiteY890" fmla="*/ 0 h 6858000"/>
              <a:gd name="connsiteX891" fmla="*/ 1111003 w 7369701"/>
              <a:gd name="connsiteY891" fmla="*/ 0 h 6858000"/>
              <a:gd name="connsiteX892" fmla="*/ 1125553 w 7369701"/>
              <a:gd name="connsiteY892" fmla="*/ 52588 h 6858000"/>
              <a:gd name="connsiteX893" fmla="*/ 1304276 w 7369701"/>
              <a:gd name="connsiteY893" fmla="*/ 476275 h 6858000"/>
              <a:gd name="connsiteX894" fmla="*/ 1492066 w 7369701"/>
              <a:gd name="connsiteY894" fmla="*/ 886333 h 6858000"/>
              <a:gd name="connsiteX895" fmla="*/ 1423698 w 7369701"/>
              <a:gd name="connsiteY895" fmla="*/ 710817 h 6858000"/>
              <a:gd name="connsiteX896" fmla="*/ 1357609 w 7369701"/>
              <a:gd name="connsiteY896" fmla="*/ 532892 h 6858000"/>
              <a:gd name="connsiteX897" fmla="*/ 1309550 w 7369701"/>
              <a:gd name="connsiteY897" fmla="*/ 374031 h 6858000"/>
              <a:gd name="connsiteX898" fmla="*/ 1193673 w 7369701"/>
              <a:gd name="connsiteY898" fmla="*/ 49533 h 6858000"/>
              <a:gd name="connsiteX899" fmla="*/ 1164391 w 7369701"/>
              <a:gd name="connsiteY899" fmla="*/ 0 h 6858000"/>
              <a:gd name="connsiteX900" fmla="*/ 1200666 w 7369701"/>
              <a:gd name="connsiteY900" fmla="*/ 0 h 6858000"/>
              <a:gd name="connsiteX901" fmla="*/ 1223408 w 7369701"/>
              <a:gd name="connsiteY901" fmla="*/ 38996 h 6858000"/>
              <a:gd name="connsiteX902" fmla="*/ 1339635 w 7369701"/>
              <a:gd name="connsiteY902" fmla="*/ 365517 h 6858000"/>
              <a:gd name="connsiteX903" fmla="*/ 1387469 w 7369701"/>
              <a:gd name="connsiteY903" fmla="*/ 523079 h 6858000"/>
              <a:gd name="connsiteX904" fmla="*/ 1452685 w 7369701"/>
              <a:gd name="connsiteY904" fmla="*/ 699806 h 6858000"/>
              <a:gd name="connsiteX905" fmla="*/ 1492092 w 7369701"/>
              <a:gd name="connsiteY905" fmla="*/ 800424 h 6858000"/>
              <a:gd name="connsiteX906" fmla="*/ 1455302 w 7369701"/>
              <a:gd name="connsiteY906" fmla="*/ 632913 h 6858000"/>
              <a:gd name="connsiteX907" fmla="*/ 1222336 w 7369701"/>
              <a:gd name="connsiteY907" fmla="*/ 9480 h 6858000"/>
              <a:gd name="connsiteX908" fmla="*/ 1214634 w 7369701"/>
              <a:gd name="connsiteY908" fmla="*/ 0 h 6858000"/>
              <a:gd name="connsiteX909" fmla="*/ 1289827 w 7369701"/>
              <a:gd name="connsiteY909" fmla="*/ 0 h 6858000"/>
              <a:gd name="connsiteX910" fmla="*/ 1321076 w 7369701"/>
              <a:gd name="connsiteY910" fmla="*/ 59722 h 6858000"/>
              <a:gd name="connsiteX911" fmla="*/ 1512579 w 7369701"/>
              <a:gd name="connsiteY911" fmla="*/ 626441 h 6858000"/>
              <a:gd name="connsiteX912" fmla="*/ 1506076 w 7369701"/>
              <a:gd name="connsiteY912" fmla="*/ 1089289 h 6858000"/>
              <a:gd name="connsiteX913" fmla="*/ 1486346 w 7369701"/>
              <a:gd name="connsiteY913" fmla="*/ 1079919 h 6858000"/>
              <a:gd name="connsiteX914" fmla="*/ 1070511 w 7369701"/>
              <a:gd name="connsiteY914" fmla="*/ 48609 h 6858000"/>
              <a:gd name="connsiteX915" fmla="*/ 1057230 w 7369701"/>
              <a:gd name="connsiteY915" fmla="*/ 0 h 6858000"/>
              <a:gd name="connsiteX916" fmla="*/ 43151 w 7369701"/>
              <a:gd name="connsiteY916" fmla="*/ 0 h 6858000"/>
              <a:gd name="connsiteX917" fmla="*/ 95283 w 7369701"/>
              <a:gd name="connsiteY917" fmla="*/ 0 h 6858000"/>
              <a:gd name="connsiteX918" fmla="*/ 300708 w 7369701"/>
              <a:gd name="connsiteY918" fmla="*/ 154571 h 6858000"/>
              <a:gd name="connsiteX919" fmla="*/ 530414 w 7369701"/>
              <a:gd name="connsiteY919" fmla="*/ 354673 h 6858000"/>
              <a:gd name="connsiteX920" fmla="*/ 333785 w 7369701"/>
              <a:gd name="connsiteY920" fmla="*/ 161564 h 6858000"/>
              <a:gd name="connsiteX921" fmla="*/ 147005 w 7369701"/>
              <a:gd name="connsiteY921" fmla="*/ 0 h 6858000"/>
              <a:gd name="connsiteX922" fmla="*/ 272509 w 7369701"/>
              <a:gd name="connsiteY922" fmla="*/ 0 h 6858000"/>
              <a:gd name="connsiteX923" fmla="*/ 326276 w 7369701"/>
              <a:gd name="connsiteY923" fmla="*/ 45847 h 6858000"/>
              <a:gd name="connsiteX924" fmla="*/ 823759 w 7369701"/>
              <a:gd name="connsiteY924" fmla="*/ 574145 h 6858000"/>
              <a:gd name="connsiteX925" fmla="*/ 811254 w 7369701"/>
              <a:gd name="connsiteY925" fmla="*/ 665546 h 6858000"/>
              <a:gd name="connsiteX926" fmla="*/ 154042 w 7369701"/>
              <a:gd name="connsiteY926" fmla="*/ 261522 h 6858000"/>
              <a:gd name="connsiteX927" fmla="*/ 13550 w 7369701"/>
              <a:gd name="connsiteY927" fmla="*/ 158423 h 6858000"/>
              <a:gd name="connsiteX928" fmla="*/ 0 w 7369701"/>
              <a:gd name="connsiteY928" fmla="*/ 146618 h 6858000"/>
              <a:gd name="connsiteX929" fmla="*/ 0 w 7369701"/>
              <a:gd name="connsiteY929" fmla="*/ 59161 h 6858000"/>
              <a:gd name="connsiteX930" fmla="*/ 45427 w 7369701"/>
              <a:gd name="connsiteY930" fmla="*/ 101078 h 6858000"/>
              <a:gd name="connsiteX931" fmla="*/ 630103 w 7369701"/>
              <a:gd name="connsiteY931" fmla="*/ 485885 h 6858000"/>
              <a:gd name="connsiteX932" fmla="*/ 532040 w 7369701"/>
              <a:gd name="connsiteY932" fmla="*/ 399359 h 6858000"/>
              <a:gd name="connsiteX933" fmla="*/ 517618 w 7369701"/>
              <a:gd name="connsiteY933" fmla="*/ 385726 h 6858000"/>
              <a:gd name="connsiteX934" fmla="*/ 285074 w 7369701"/>
              <a:gd name="connsiteY934" fmla="*/ 182755 h 6858000"/>
              <a:gd name="connsiteX935" fmla="*/ 43151 w 7369701"/>
              <a:gd name="connsiteY93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</a:cxnLst>
            <a:rect l="l" t="t" r="r" b="b"/>
            <a:pathLst>
              <a:path w="7369701" h="6858000">
                <a:moveTo>
                  <a:pt x="369702" y="6712169"/>
                </a:moveTo>
                <a:lnTo>
                  <a:pt x="366575" y="6715556"/>
                </a:lnTo>
                <a:cubicBezTo>
                  <a:pt x="367954" y="6715031"/>
                  <a:pt x="369326" y="6714512"/>
                  <a:pt x="371637" y="6713954"/>
                </a:cubicBezTo>
                <a:lnTo>
                  <a:pt x="369702" y="6712169"/>
                </a:lnTo>
                <a:close/>
                <a:moveTo>
                  <a:pt x="1019354" y="6315006"/>
                </a:moveTo>
                <a:cubicBezTo>
                  <a:pt x="847231" y="6483030"/>
                  <a:pt x="636234" y="6599053"/>
                  <a:pt x="441046" y="6691153"/>
                </a:cubicBezTo>
                <a:cubicBezTo>
                  <a:pt x="668934" y="6613112"/>
                  <a:pt x="947819" y="6494377"/>
                  <a:pt x="1019354" y="6315006"/>
                </a:cubicBezTo>
                <a:close/>
                <a:moveTo>
                  <a:pt x="991680" y="6298413"/>
                </a:moveTo>
                <a:cubicBezTo>
                  <a:pt x="775775" y="6396465"/>
                  <a:pt x="575302" y="6507871"/>
                  <a:pt x="409060" y="6671470"/>
                </a:cubicBezTo>
                <a:cubicBezTo>
                  <a:pt x="603834" y="6580783"/>
                  <a:pt x="817655" y="6465584"/>
                  <a:pt x="991680" y="6298413"/>
                </a:cubicBezTo>
                <a:close/>
                <a:moveTo>
                  <a:pt x="103333" y="5699602"/>
                </a:moveTo>
                <a:cubicBezTo>
                  <a:pt x="133282" y="5726353"/>
                  <a:pt x="175725" y="5762843"/>
                  <a:pt x="233938" y="5809416"/>
                </a:cubicBezTo>
                <a:cubicBezTo>
                  <a:pt x="390802" y="5935412"/>
                  <a:pt x="652575" y="6145703"/>
                  <a:pt x="883580" y="6180710"/>
                </a:cubicBezTo>
                <a:cubicBezTo>
                  <a:pt x="736829" y="6133021"/>
                  <a:pt x="610173" y="6040280"/>
                  <a:pt x="487337" y="5950182"/>
                </a:cubicBezTo>
                <a:cubicBezTo>
                  <a:pt x="443670" y="5917932"/>
                  <a:pt x="398584" y="5885270"/>
                  <a:pt x="354051" y="5854912"/>
                </a:cubicBezTo>
                <a:cubicBezTo>
                  <a:pt x="302352" y="5819720"/>
                  <a:pt x="247963" y="5787429"/>
                  <a:pt x="195436" y="5755068"/>
                </a:cubicBezTo>
                <a:lnTo>
                  <a:pt x="103333" y="5699602"/>
                </a:lnTo>
                <a:close/>
                <a:moveTo>
                  <a:pt x="5539432" y="5642928"/>
                </a:moveTo>
                <a:cubicBezTo>
                  <a:pt x="5544304" y="5659969"/>
                  <a:pt x="5549664" y="5677449"/>
                  <a:pt x="5555462" y="5694454"/>
                </a:cubicBezTo>
                <a:cubicBezTo>
                  <a:pt x="5631122" y="5909386"/>
                  <a:pt x="5731219" y="6118228"/>
                  <a:pt x="5828270" y="6320663"/>
                </a:cubicBezTo>
                <a:cubicBezTo>
                  <a:pt x="5868407" y="6404290"/>
                  <a:pt x="5908582" y="6488842"/>
                  <a:pt x="5947416" y="6574846"/>
                </a:cubicBezTo>
                <a:cubicBezTo>
                  <a:pt x="5894674" y="6327329"/>
                  <a:pt x="5793018" y="5718484"/>
                  <a:pt x="5539432" y="5642928"/>
                </a:cubicBezTo>
                <a:close/>
                <a:moveTo>
                  <a:pt x="51253" y="5631825"/>
                </a:moveTo>
                <a:lnTo>
                  <a:pt x="211622" y="5728803"/>
                </a:lnTo>
                <a:cubicBezTo>
                  <a:pt x="264592" y="5760684"/>
                  <a:pt x="319013" y="5793908"/>
                  <a:pt x="371652" y="5829062"/>
                </a:cubicBezTo>
                <a:cubicBezTo>
                  <a:pt x="417589" y="5859824"/>
                  <a:pt x="462230" y="5892964"/>
                  <a:pt x="505903" y="5925221"/>
                </a:cubicBezTo>
                <a:cubicBezTo>
                  <a:pt x="628246" y="6014875"/>
                  <a:pt x="754907" y="6107611"/>
                  <a:pt x="899240" y="6153068"/>
                </a:cubicBezTo>
                <a:cubicBezTo>
                  <a:pt x="928476" y="6162153"/>
                  <a:pt x="958088" y="6168887"/>
                  <a:pt x="988114" y="6174204"/>
                </a:cubicBezTo>
                <a:cubicBezTo>
                  <a:pt x="943280" y="6136411"/>
                  <a:pt x="896194" y="6100100"/>
                  <a:pt x="845971" y="6067177"/>
                </a:cubicBezTo>
                <a:cubicBezTo>
                  <a:pt x="720131" y="5983257"/>
                  <a:pt x="580034" y="5915740"/>
                  <a:pt x="448057" y="5841376"/>
                </a:cubicBezTo>
                <a:cubicBezTo>
                  <a:pt x="341781" y="5780886"/>
                  <a:pt x="90319" y="5630263"/>
                  <a:pt x="51253" y="5631825"/>
                </a:cubicBezTo>
                <a:close/>
                <a:moveTo>
                  <a:pt x="2606687" y="5630718"/>
                </a:moveTo>
                <a:cubicBezTo>
                  <a:pt x="2484040" y="5952782"/>
                  <a:pt x="2550772" y="6305470"/>
                  <a:pt x="2645658" y="6640259"/>
                </a:cubicBezTo>
                <a:cubicBezTo>
                  <a:pt x="2605413" y="6320984"/>
                  <a:pt x="2566733" y="5970903"/>
                  <a:pt x="2606687" y="5630718"/>
                </a:cubicBezTo>
                <a:close/>
                <a:moveTo>
                  <a:pt x="3642057" y="5573487"/>
                </a:moveTo>
                <a:cubicBezTo>
                  <a:pt x="3639338" y="5575453"/>
                  <a:pt x="3635693" y="5577466"/>
                  <a:pt x="3632981" y="5579437"/>
                </a:cubicBezTo>
                <a:cubicBezTo>
                  <a:pt x="3509182" y="5674738"/>
                  <a:pt x="3441993" y="5811556"/>
                  <a:pt x="3382436" y="5952726"/>
                </a:cubicBezTo>
                <a:cubicBezTo>
                  <a:pt x="3286719" y="6179641"/>
                  <a:pt x="3231101" y="6419386"/>
                  <a:pt x="3191929" y="6662669"/>
                </a:cubicBezTo>
                <a:cubicBezTo>
                  <a:pt x="3237125" y="6465250"/>
                  <a:pt x="3296425" y="6271000"/>
                  <a:pt x="3369898" y="6081771"/>
                </a:cubicBezTo>
                <a:cubicBezTo>
                  <a:pt x="3454377" y="5865084"/>
                  <a:pt x="3540614" y="5703753"/>
                  <a:pt x="3642057" y="5573487"/>
                </a:cubicBezTo>
                <a:close/>
                <a:moveTo>
                  <a:pt x="2650666" y="5530686"/>
                </a:moveTo>
                <a:cubicBezTo>
                  <a:pt x="2650695" y="5531619"/>
                  <a:pt x="2650695" y="5531619"/>
                  <a:pt x="2650249" y="5532101"/>
                </a:cubicBezTo>
                <a:cubicBezTo>
                  <a:pt x="2594633" y="5864991"/>
                  <a:pt x="2624834" y="6212617"/>
                  <a:pt x="2663808" y="6535215"/>
                </a:cubicBezTo>
                <a:cubicBezTo>
                  <a:pt x="2664345" y="6401062"/>
                  <a:pt x="2664881" y="6266909"/>
                  <a:pt x="2665418" y="6132756"/>
                </a:cubicBezTo>
                <a:cubicBezTo>
                  <a:pt x="2666315" y="5945493"/>
                  <a:pt x="2661038" y="5743579"/>
                  <a:pt x="2650666" y="5530686"/>
                </a:cubicBezTo>
                <a:close/>
                <a:moveTo>
                  <a:pt x="2680277" y="5479204"/>
                </a:moveTo>
                <a:cubicBezTo>
                  <a:pt x="2679826" y="5479692"/>
                  <a:pt x="2679381" y="5480173"/>
                  <a:pt x="2678972" y="5481582"/>
                </a:cubicBezTo>
                <a:cubicBezTo>
                  <a:pt x="2691463" y="5712555"/>
                  <a:pt x="2697451" y="5932139"/>
                  <a:pt x="2696666" y="6133836"/>
                </a:cubicBezTo>
                <a:lnTo>
                  <a:pt x="2695769" y="6390955"/>
                </a:lnTo>
                <a:cubicBezTo>
                  <a:pt x="2712509" y="6297144"/>
                  <a:pt x="2727840" y="6202916"/>
                  <a:pt x="2739893" y="6108357"/>
                </a:cubicBezTo>
                <a:cubicBezTo>
                  <a:pt x="2767348" y="5886500"/>
                  <a:pt x="2737035" y="5687445"/>
                  <a:pt x="2680277" y="5479204"/>
                </a:cubicBezTo>
                <a:close/>
                <a:moveTo>
                  <a:pt x="1132195" y="5467980"/>
                </a:moveTo>
                <a:cubicBezTo>
                  <a:pt x="1313054" y="5495211"/>
                  <a:pt x="1494925" y="5512628"/>
                  <a:pt x="1679056" y="5516907"/>
                </a:cubicBezTo>
                <a:cubicBezTo>
                  <a:pt x="1838007" y="5520331"/>
                  <a:pt x="1983050" y="5490313"/>
                  <a:pt x="2128648" y="5474249"/>
                </a:cubicBezTo>
                <a:cubicBezTo>
                  <a:pt x="2028248" y="5467548"/>
                  <a:pt x="1925543" y="5473055"/>
                  <a:pt x="1825619" y="5478447"/>
                </a:cubicBezTo>
                <a:lnTo>
                  <a:pt x="1737798" y="5483353"/>
                </a:lnTo>
                <a:cubicBezTo>
                  <a:pt x="1536509" y="5492800"/>
                  <a:pt x="1332771" y="5487439"/>
                  <a:pt x="1132195" y="5467980"/>
                </a:cubicBezTo>
                <a:close/>
                <a:moveTo>
                  <a:pt x="1456157" y="5371404"/>
                </a:moveTo>
                <a:cubicBezTo>
                  <a:pt x="1385125" y="5373535"/>
                  <a:pt x="1314200" y="5378444"/>
                  <a:pt x="1244432" y="5385601"/>
                </a:cubicBezTo>
                <a:cubicBezTo>
                  <a:pt x="1151404" y="5395142"/>
                  <a:pt x="1060429" y="5408677"/>
                  <a:pt x="973990" y="5424940"/>
                </a:cubicBezTo>
                <a:cubicBezTo>
                  <a:pt x="1017323" y="5425535"/>
                  <a:pt x="1061253" y="5429367"/>
                  <a:pt x="1103809" y="5433720"/>
                </a:cubicBezTo>
                <a:lnTo>
                  <a:pt x="1123454" y="5435727"/>
                </a:lnTo>
                <a:cubicBezTo>
                  <a:pt x="1326373" y="5455563"/>
                  <a:pt x="1533386" y="5461253"/>
                  <a:pt x="1737017" y="5452183"/>
                </a:cubicBezTo>
                <a:lnTo>
                  <a:pt x="1824397" y="5447757"/>
                </a:lnTo>
                <a:cubicBezTo>
                  <a:pt x="1905266" y="5443590"/>
                  <a:pt x="1987993" y="5439352"/>
                  <a:pt x="2070059" y="5441660"/>
                </a:cubicBezTo>
                <a:cubicBezTo>
                  <a:pt x="1883310" y="5383634"/>
                  <a:pt x="1669251" y="5365013"/>
                  <a:pt x="1456157" y="5371404"/>
                </a:cubicBezTo>
                <a:close/>
                <a:moveTo>
                  <a:pt x="4988186" y="5216467"/>
                </a:moveTo>
                <a:cubicBezTo>
                  <a:pt x="4914642" y="5275764"/>
                  <a:pt x="4843105" y="5338703"/>
                  <a:pt x="4777334" y="5406072"/>
                </a:cubicBezTo>
                <a:cubicBezTo>
                  <a:pt x="4757662" y="5426414"/>
                  <a:pt x="4737537" y="5447249"/>
                  <a:pt x="4718341" y="5468043"/>
                </a:cubicBezTo>
                <a:cubicBezTo>
                  <a:pt x="4681696" y="5506771"/>
                  <a:pt x="4644162" y="5546455"/>
                  <a:pt x="4604655" y="5583434"/>
                </a:cubicBezTo>
                <a:cubicBezTo>
                  <a:pt x="4591636" y="5595592"/>
                  <a:pt x="4578581" y="5606832"/>
                  <a:pt x="4565074" y="5618550"/>
                </a:cubicBezTo>
                <a:cubicBezTo>
                  <a:pt x="4712605" y="5511121"/>
                  <a:pt x="4908425" y="5376611"/>
                  <a:pt x="4988186" y="5216467"/>
                </a:cubicBezTo>
                <a:close/>
                <a:moveTo>
                  <a:pt x="4978032" y="5183809"/>
                </a:moveTo>
                <a:cubicBezTo>
                  <a:pt x="4748175" y="5235846"/>
                  <a:pt x="4611576" y="5430393"/>
                  <a:pt x="4463413" y="5615162"/>
                </a:cubicBezTo>
                <a:cubicBezTo>
                  <a:pt x="4428815" y="5658459"/>
                  <a:pt x="4393697" y="5700384"/>
                  <a:pt x="4358134" y="5742791"/>
                </a:cubicBezTo>
                <a:lnTo>
                  <a:pt x="4376219" y="5729027"/>
                </a:lnTo>
                <a:cubicBezTo>
                  <a:pt x="4445817" y="5675939"/>
                  <a:pt x="4517680" y="5621374"/>
                  <a:pt x="4582340" y="5561037"/>
                </a:cubicBezTo>
                <a:cubicBezTo>
                  <a:pt x="4621394" y="5524545"/>
                  <a:pt x="4658482" y="5485345"/>
                  <a:pt x="4694684" y="5447098"/>
                </a:cubicBezTo>
                <a:cubicBezTo>
                  <a:pt x="4714806" y="5426264"/>
                  <a:pt x="4733997" y="5405475"/>
                  <a:pt x="4754123" y="5384643"/>
                </a:cubicBezTo>
                <a:cubicBezTo>
                  <a:pt x="4823909" y="5312925"/>
                  <a:pt x="4899949" y="5246074"/>
                  <a:pt x="4978032" y="5183809"/>
                </a:cubicBezTo>
                <a:close/>
                <a:moveTo>
                  <a:pt x="1903353" y="5044827"/>
                </a:moveTo>
                <a:cubicBezTo>
                  <a:pt x="1900901" y="5049058"/>
                  <a:pt x="1913196" y="5065331"/>
                  <a:pt x="1936931" y="5093954"/>
                </a:cubicBezTo>
                <a:cubicBezTo>
                  <a:pt x="2021149" y="5196773"/>
                  <a:pt x="2108079" y="5297623"/>
                  <a:pt x="2195868" y="5396574"/>
                </a:cubicBezTo>
                <a:cubicBezTo>
                  <a:pt x="2196092" y="5309013"/>
                  <a:pt x="2155695" y="5230515"/>
                  <a:pt x="2088852" y="5166123"/>
                </a:cubicBezTo>
                <a:cubicBezTo>
                  <a:pt x="2054441" y="5132572"/>
                  <a:pt x="2001584" y="5091839"/>
                  <a:pt x="1958241" y="5067955"/>
                </a:cubicBezTo>
                <a:cubicBezTo>
                  <a:pt x="1922998" y="5048408"/>
                  <a:pt x="1905803" y="5040595"/>
                  <a:pt x="1903353" y="5044827"/>
                </a:cubicBezTo>
                <a:close/>
                <a:moveTo>
                  <a:pt x="1979378" y="4769504"/>
                </a:moveTo>
                <a:cubicBezTo>
                  <a:pt x="2251008" y="4946802"/>
                  <a:pt x="2557265" y="5046794"/>
                  <a:pt x="2882120" y="5064547"/>
                </a:cubicBezTo>
                <a:cubicBezTo>
                  <a:pt x="2852884" y="5055476"/>
                  <a:pt x="2822307" y="5047842"/>
                  <a:pt x="2793103" y="5039699"/>
                </a:cubicBezTo>
                <a:lnTo>
                  <a:pt x="2770041" y="5033634"/>
                </a:lnTo>
                <a:cubicBezTo>
                  <a:pt x="2500352" y="4962917"/>
                  <a:pt x="2236095" y="4864963"/>
                  <a:pt x="1979378" y="4769504"/>
                </a:cubicBezTo>
                <a:close/>
                <a:moveTo>
                  <a:pt x="1927410" y="4716164"/>
                </a:moveTo>
                <a:cubicBezTo>
                  <a:pt x="1938311" y="4720848"/>
                  <a:pt x="1949172" y="4724604"/>
                  <a:pt x="1959587" y="4728849"/>
                </a:cubicBezTo>
                <a:cubicBezTo>
                  <a:pt x="2224818" y="4827692"/>
                  <a:pt x="2499050" y="4930367"/>
                  <a:pt x="2777707" y="5003991"/>
                </a:cubicBezTo>
                <a:lnTo>
                  <a:pt x="2800768" y="5010056"/>
                </a:lnTo>
                <a:lnTo>
                  <a:pt x="2879408" y="5031590"/>
                </a:lnTo>
                <a:cubicBezTo>
                  <a:pt x="2873718" y="5029024"/>
                  <a:pt x="2868475" y="5025973"/>
                  <a:pt x="2862295" y="5022958"/>
                </a:cubicBezTo>
                <a:cubicBezTo>
                  <a:pt x="2846112" y="5014292"/>
                  <a:pt x="2829972" y="5006555"/>
                  <a:pt x="2813343" y="4998369"/>
                </a:cubicBezTo>
                <a:cubicBezTo>
                  <a:pt x="2759214" y="4972589"/>
                  <a:pt x="2702010" y="4951123"/>
                  <a:pt x="2646245" y="4930999"/>
                </a:cubicBezTo>
                <a:cubicBezTo>
                  <a:pt x="2437298" y="4853662"/>
                  <a:pt x="2221285" y="4774272"/>
                  <a:pt x="1999243" y="4730524"/>
                </a:cubicBezTo>
                <a:lnTo>
                  <a:pt x="1979527" y="4726651"/>
                </a:lnTo>
                <a:lnTo>
                  <a:pt x="1927410" y="4716164"/>
                </a:lnTo>
                <a:close/>
                <a:moveTo>
                  <a:pt x="1997014" y="4698007"/>
                </a:moveTo>
                <a:lnTo>
                  <a:pt x="2005458" y="4699540"/>
                </a:lnTo>
                <a:cubicBezTo>
                  <a:pt x="2229844" y="4743659"/>
                  <a:pt x="2447268" y="4823456"/>
                  <a:pt x="2657186" y="4901687"/>
                </a:cubicBezTo>
                <a:cubicBezTo>
                  <a:pt x="2713431" y="4922259"/>
                  <a:pt x="2771565" y="4943688"/>
                  <a:pt x="2826662" y="4970362"/>
                </a:cubicBezTo>
                <a:cubicBezTo>
                  <a:pt x="2843286" y="4978544"/>
                  <a:pt x="2859914" y="4986729"/>
                  <a:pt x="2876100" y="4995397"/>
                </a:cubicBezTo>
                <a:cubicBezTo>
                  <a:pt x="2929811" y="5022592"/>
                  <a:pt x="2984941" y="5050189"/>
                  <a:pt x="3042600" y="5059532"/>
                </a:cubicBezTo>
                <a:cubicBezTo>
                  <a:pt x="2779645" y="4772909"/>
                  <a:pt x="2376891" y="4705645"/>
                  <a:pt x="1997014" y="4698007"/>
                </a:cubicBezTo>
                <a:close/>
                <a:moveTo>
                  <a:pt x="2305292" y="4219492"/>
                </a:moveTo>
                <a:cubicBezTo>
                  <a:pt x="2631112" y="4377847"/>
                  <a:pt x="3011879" y="4535878"/>
                  <a:pt x="3360922" y="4529373"/>
                </a:cubicBezTo>
                <a:cubicBezTo>
                  <a:pt x="3408391" y="4528405"/>
                  <a:pt x="3451278" y="4517839"/>
                  <a:pt x="3492420" y="4510145"/>
                </a:cubicBezTo>
                <a:cubicBezTo>
                  <a:pt x="3448862" y="4503966"/>
                  <a:pt x="3405674" y="4495449"/>
                  <a:pt x="3364086" y="4480340"/>
                </a:cubicBezTo>
                <a:cubicBezTo>
                  <a:pt x="3314946" y="4462747"/>
                  <a:pt x="3269673" y="4437082"/>
                  <a:pt x="3225818" y="4411822"/>
                </a:cubicBezTo>
                <a:cubicBezTo>
                  <a:pt x="3194830" y="4393966"/>
                  <a:pt x="3162431" y="4375699"/>
                  <a:pt x="3129696" y="4360704"/>
                </a:cubicBezTo>
                <a:cubicBezTo>
                  <a:pt x="3030558" y="4315774"/>
                  <a:pt x="2920899" y="4298731"/>
                  <a:pt x="2814545" y="4282955"/>
                </a:cubicBezTo>
                <a:cubicBezTo>
                  <a:pt x="2648192" y="4257474"/>
                  <a:pt x="2475773" y="4231762"/>
                  <a:pt x="2305292" y="4219492"/>
                </a:cubicBezTo>
                <a:close/>
                <a:moveTo>
                  <a:pt x="2626982" y="4206450"/>
                </a:move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cubicBezTo>
                  <a:pt x="2928115" y="4269564"/>
                  <a:pt x="3040565" y="4286495"/>
                  <a:pt x="3143018" y="4332698"/>
                </a:cubicBezTo>
                <a:cubicBezTo>
                  <a:pt x="3177162" y="4348099"/>
                  <a:pt x="3210046" y="4366808"/>
                  <a:pt x="3241520" y="4385112"/>
                </a:cubicBezTo>
                <a:cubicBezTo>
                  <a:pt x="3284409" y="4409477"/>
                  <a:pt x="3328265" y="4434739"/>
                  <a:pt x="3374575" y="4451517"/>
                </a:cubicBezTo>
                <a:cubicBezTo>
                  <a:pt x="3416609" y="4466134"/>
                  <a:pt x="3460730" y="4474620"/>
                  <a:pt x="3505221" y="4480757"/>
                </a:cubicBezTo>
                <a:cubicBezTo>
                  <a:pt x="3244537" y="4280088"/>
                  <a:pt x="2943211" y="4213332"/>
                  <a:pt x="2626982" y="4206450"/>
                </a:cubicBezTo>
                <a:close/>
                <a:moveTo>
                  <a:pt x="1310106" y="3943217"/>
                </a:moveTo>
                <a:cubicBezTo>
                  <a:pt x="1129544" y="4063332"/>
                  <a:pt x="976804" y="4212308"/>
                  <a:pt x="854994" y="4399136"/>
                </a:cubicBezTo>
                <a:cubicBezTo>
                  <a:pt x="813550" y="4462067"/>
                  <a:pt x="777442" y="4528637"/>
                  <a:pt x="742462" y="4594648"/>
                </a:cubicBezTo>
                <a:cubicBezTo>
                  <a:pt x="769633" y="4559245"/>
                  <a:pt x="795392" y="4522436"/>
                  <a:pt x="820602" y="4485915"/>
                </a:cubicBezTo>
                <a:cubicBezTo>
                  <a:pt x="839644" y="4458097"/>
                  <a:pt x="858127" y="4430568"/>
                  <a:pt x="878295" y="4403594"/>
                </a:cubicBezTo>
                <a:cubicBezTo>
                  <a:pt x="984168" y="4259170"/>
                  <a:pt x="1114491" y="4132679"/>
                  <a:pt x="1240607" y="4010401"/>
                </a:cubicBezTo>
                <a:lnTo>
                  <a:pt x="1310106" y="3943217"/>
                </a:lnTo>
                <a:close/>
                <a:moveTo>
                  <a:pt x="1423113" y="3874565"/>
                </a:moveTo>
                <a:lnTo>
                  <a:pt x="1260565" y="4031982"/>
                </a:lnTo>
                <a:cubicBezTo>
                  <a:pt x="1135292" y="4153135"/>
                  <a:pt x="1006090" y="4279065"/>
                  <a:pt x="901900" y="4421236"/>
                </a:cubicBezTo>
                <a:cubicBezTo>
                  <a:pt x="882292" y="4447928"/>
                  <a:pt x="863806" y="4475465"/>
                  <a:pt x="845044" y="4502436"/>
                </a:cubicBezTo>
                <a:cubicBezTo>
                  <a:pt x="797719" y="4571828"/>
                  <a:pt x="747866" y="4643196"/>
                  <a:pt x="685926" y="4703069"/>
                </a:cubicBezTo>
                <a:cubicBezTo>
                  <a:pt x="685087" y="4704192"/>
                  <a:pt x="684806" y="4705038"/>
                  <a:pt x="684248" y="4706721"/>
                </a:cubicBezTo>
                <a:cubicBezTo>
                  <a:pt x="955830" y="4450343"/>
                  <a:pt x="1215323" y="4185291"/>
                  <a:pt x="1423113" y="3874565"/>
                </a:cubicBezTo>
                <a:close/>
                <a:moveTo>
                  <a:pt x="3316479" y="3872136"/>
                </a:moveTo>
                <a:lnTo>
                  <a:pt x="3546806" y="4356139"/>
                </a:lnTo>
                <a:cubicBezTo>
                  <a:pt x="3510992" y="4217388"/>
                  <a:pt x="3440535" y="4086075"/>
                  <a:pt x="3364433" y="3953121"/>
                </a:cubicBezTo>
                <a:lnTo>
                  <a:pt x="3316479" y="3872136"/>
                </a:lnTo>
                <a:close/>
                <a:moveTo>
                  <a:pt x="3291335" y="3767420"/>
                </a:moveTo>
                <a:cubicBezTo>
                  <a:pt x="3324815" y="3824296"/>
                  <a:pt x="3358740" y="3880691"/>
                  <a:pt x="3390805" y="3937163"/>
                </a:cubicBezTo>
                <a:cubicBezTo>
                  <a:pt x="3469925" y="4075583"/>
                  <a:pt x="3543427" y="4213298"/>
                  <a:pt x="3579062" y="4359040"/>
                </a:cubicBezTo>
                <a:cubicBezTo>
                  <a:pt x="3585500" y="4228842"/>
                  <a:pt x="3547302" y="4112076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1510397" y="3684705"/>
                </a:move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460140" y="4053106"/>
                  <a:pt x="242842" y="4196577"/>
                  <a:pt x="34256" y="4347603"/>
                </a:cubicBezTo>
                <a:cubicBezTo>
                  <a:pt x="196048" y="4248849"/>
                  <a:pt x="358125" y="4150653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lose/>
                <a:moveTo>
                  <a:pt x="1313114" y="3655216"/>
                </a:moveTo>
                <a:cubicBezTo>
                  <a:pt x="1247578" y="3654578"/>
                  <a:pt x="1180153" y="3656293"/>
                  <a:pt x="1109304" y="3669030"/>
                </a:cubicBezTo>
                <a:cubicBezTo>
                  <a:pt x="689821" y="3744031"/>
                  <a:pt x="334655" y="4032530"/>
                  <a:pt x="8129" y="4330519"/>
                </a:cubicBezTo>
                <a:cubicBezTo>
                  <a:pt x="220923" y="4176682"/>
                  <a:pt x="442983" y="4028720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lose/>
                <a:moveTo>
                  <a:pt x="3655073" y="3650884"/>
                </a:move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cubicBezTo>
                  <a:pt x="4484865" y="4299540"/>
                  <a:pt x="4571866" y="4332385"/>
                  <a:pt x="4648051" y="4374051"/>
                </a:cubicBezTo>
                <a:cubicBezTo>
                  <a:pt x="4566919" y="4301848"/>
                  <a:pt x="4474187" y="4242216"/>
                  <a:pt x="4383389" y="4184369"/>
                </a:cubicBez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lose/>
                <a:moveTo>
                  <a:pt x="3670252" y="3622798"/>
                </a:move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97546" y="4220788"/>
                  <a:pt x="4597907" y="4284772"/>
                  <a:pt x="4684469" y="4364680"/>
                </a:cubicBezTo>
                <a:lnTo>
                  <a:pt x="4690271" y="4370034"/>
                </a:lnTo>
                <a:cubicBezTo>
                  <a:pt x="4617960" y="4134006"/>
                  <a:pt x="4326618" y="3976128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4441737" y="3399734"/>
                </a:move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99925" y="4149276"/>
                  <a:pt x="5291490" y="4229096"/>
                  <a:pt x="5388878" y="4300185"/>
                </a:cubicBezTo>
                <a:cubicBezTo>
                  <a:pt x="5401114" y="4303421"/>
                  <a:pt x="5413353" y="4306662"/>
                  <a:pt x="5425556" y="4308967"/>
                </a:cubicBezTo>
                <a:cubicBezTo>
                  <a:pt x="5290970" y="4122931"/>
                  <a:pt x="5119226" y="3974244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lnTo>
                  <a:pt x="5425834" y="3162785"/>
                </a:ln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lnTo>
                  <a:pt x="993319" y="3247648"/>
                </a:ln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lnTo>
                  <a:pt x="600288" y="3365555"/>
                </a:ln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lnTo>
                  <a:pt x="1053282" y="3185247"/>
                </a:ln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608772" y="3451680"/>
                  <a:pt x="5674122" y="3909676"/>
                  <a:pt x="5519779" y="4359223"/>
                </a:cubicBezTo>
                <a:cubicBezTo>
                  <a:pt x="5520262" y="4359669"/>
                  <a:pt x="5520293" y="4360602"/>
                  <a:pt x="5520293" y="4360602"/>
                </a:cubicBezTo>
                <a:cubicBezTo>
                  <a:pt x="5627244" y="4437825"/>
                  <a:pt x="5699666" y="4548575"/>
                  <a:pt x="5767221" y="4665564"/>
                </a:cubicBezTo>
                <a:cubicBezTo>
                  <a:pt x="6275281" y="4699277"/>
                  <a:pt x="6739386" y="4778523"/>
                  <a:pt x="6937169" y="4815941"/>
                </a:cubicBezTo>
                <a:cubicBezTo>
                  <a:pt x="7134952" y="4853359"/>
                  <a:pt x="7020263" y="4903218"/>
                  <a:pt x="6953922" y="4890068"/>
                </a:cubicBezTo>
                <a:cubicBezTo>
                  <a:pt x="6799988" y="4859556"/>
                  <a:pt x="6485790" y="4815676"/>
                  <a:pt x="6071359" y="4770770"/>
                </a:cubicBezTo>
                <a:lnTo>
                  <a:pt x="6038839" y="4764474"/>
                </a:lnTo>
                <a:cubicBezTo>
                  <a:pt x="6038795" y="4764265"/>
                  <a:pt x="6038750" y="4764056"/>
                  <a:pt x="6038706" y="4763847"/>
                </a:cubicBezTo>
                <a:lnTo>
                  <a:pt x="6037784" y="4764270"/>
                </a:lnTo>
                <a:lnTo>
                  <a:pt x="6038839" y="4764474"/>
                </a:lnTo>
                <a:lnTo>
                  <a:pt x="6040338" y="4771418"/>
                </a:lnTo>
                <a:cubicBezTo>
                  <a:pt x="6039088" y="4781803"/>
                  <a:pt x="6034314" y="4794510"/>
                  <a:pt x="6024488" y="4809903"/>
                </a:cubicBezTo>
                <a:cubicBezTo>
                  <a:pt x="5910095" y="5058984"/>
                  <a:pt x="5773348" y="5296385"/>
                  <a:pt x="5599771" y="5509652"/>
                </a:cubicBezTo>
                <a:cubicBezTo>
                  <a:pt x="5583815" y="5529842"/>
                  <a:pt x="5566811" y="5547293"/>
                  <a:pt x="5548843" y="5563845"/>
                </a:cubicBezTo>
                <a:cubicBezTo>
                  <a:pt x="5773782" y="5645205"/>
                  <a:pt x="5890323" y="6067151"/>
                  <a:pt x="5940952" y="6250028"/>
                </a:cubicBezTo>
                <a:cubicBezTo>
                  <a:pt x="5979301" y="6387982"/>
                  <a:pt x="6009900" y="6527294"/>
                  <a:pt x="6043441" y="6665847"/>
                </a:cubicBezTo>
                <a:lnTo>
                  <a:pt x="6093432" y="6858000"/>
                </a:lnTo>
                <a:lnTo>
                  <a:pt x="6034344" y="6858000"/>
                </a:lnTo>
                <a:lnTo>
                  <a:pt x="6026679" y="6836959"/>
                </a:lnTo>
                <a:cubicBezTo>
                  <a:pt x="5958957" y="6665497"/>
                  <a:pt x="5878558" y="6498078"/>
                  <a:pt x="5800441" y="6335286"/>
                </a:cubicBezTo>
                <a:cubicBezTo>
                  <a:pt x="5703359" y="6131918"/>
                  <a:pt x="5602295" y="5922187"/>
                  <a:pt x="5526562" y="5705388"/>
                </a:cubicBezTo>
                <a:cubicBezTo>
                  <a:pt x="5523956" y="5698505"/>
                  <a:pt x="5521803" y="5691139"/>
                  <a:pt x="5519640" y="5683774"/>
                </a:cubicBezTo>
                <a:cubicBezTo>
                  <a:pt x="5523207" y="5970988"/>
                  <a:pt x="5738292" y="6306566"/>
                  <a:pt x="5844559" y="6553349"/>
                </a:cubicBezTo>
                <a:lnTo>
                  <a:pt x="5975994" y="6858000"/>
                </a:lnTo>
                <a:lnTo>
                  <a:pt x="5898547" y="6858000"/>
                </a:lnTo>
                <a:lnTo>
                  <a:pt x="5682041" y="6355860"/>
                </a:lnTo>
                <a:cubicBezTo>
                  <a:pt x="5609136" y="6186449"/>
                  <a:pt x="5505535" y="6006625"/>
                  <a:pt x="5461758" y="5820220"/>
                </a:cubicBezTo>
                <a:cubicBezTo>
                  <a:pt x="5415457" y="6083349"/>
                  <a:pt x="5335494" y="6334433"/>
                  <a:pt x="5237282" y="6579086"/>
                </a:cubicBezTo>
                <a:lnTo>
                  <a:pt x="5115009" y="6858000"/>
                </a:lnTo>
                <a:lnTo>
                  <a:pt x="5028074" y="6858000"/>
                </a:lnTo>
                <a:lnTo>
                  <a:pt x="5079508" y="6749074"/>
                </a:lnTo>
                <a:cubicBezTo>
                  <a:pt x="5200211" y="6482556"/>
                  <a:pt x="5305048" y="6210716"/>
                  <a:pt x="5371846" y="5924413"/>
                </a:cubicBezTo>
                <a:lnTo>
                  <a:pt x="5270512" y="6138975"/>
                </a:lnTo>
                <a:cubicBezTo>
                  <a:pt x="5192357" y="6304175"/>
                  <a:pt x="5112108" y="6475512"/>
                  <a:pt x="5062409" y="6653544"/>
                </a:cubicBezTo>
                <a:cubicBezTo>
                  <a:pt x="5053035" y="6686987"/>
                  <a:pt x="5045072" y="6720843"/>
                  <a:pt x="5036628" y="6754247"/>
                </a:cubicBezTo>
                <a:lnTo>
                  <a:pt x="5009112" y="6858000"/>
                </a:lnTo>
                <a:lnTo>
                  <a:pt x="4976679" y="6858000"/>
                </a:lnTo>
                <a:lnTo>
                  <a:pt x="5006537" y="6747068"/>
                </a:lnTo>
                <a:cubicBezTo>
                  <a:pt x="5014940" y="6712729"/>
                  <a:pt x="5022903" y="6678883"/>
                  <a:pt x="5032723" y="6644957"/>
                </a:cubicBezTo>
                <a:cubicBezTo>
                  <a:pt x="5083245" y="6464091"/>
                  <a:pt x="5164383" y="6291790"/>
                  <a:pt x="5242949" y="6125175"/>
                </a:cubicBezTo>
                <a:lnTo>
                  <a:pt x="5286321" y="6033555"/>
                </a:lnTo>
                <a:cubicBezTo>
                  <a:pt x="5153522" y="6218172"/>
                  <a:pt x="5058694" y="6420826"/>
                  <a:pt x="5008210" y="6649194"/>
                </a:cubicBezTo>
                <a:cubicBezTo>
                  <a:pt x="4999505" y="6687732"/>
                  <a:pt x="4992445" y="6726670"/>
                  <a:pt x="4986321" y="6765687"/>
                </a:cubicBezTo>
                <a:lnTo>
                  <a:pt x="4973474" y="6858000"/>
                </a:lnTo>
                <a:lnTo>
                  <a:pt x="4907178" y="6858000"/>
                </a:lnTo>
                <a:lnTo>
                  <a:pt x="4910810" y="6829660"/>
                </a:lnTo>
                <a:cubicBezTo>
                  <a:pt x="4927183" y="6695980"/>
                  <a:pt x="4945608" y="6562743"/>
                  <a:pt x="4987461" y="6432994"/>
                </a:cubicBezTo>
                <a:cubicBezTo>
                  <a:pt x="5033887" y="6289556"/>
                  <a:pt x="5098947" y="6157948"/>
                  <a:pt x="5179262" y="6035044"/>
                </a:cubicBezTo>
                <a:cubicBezTo>
                  <a:pt x="5016033" y="6169178"/>
                  <a:pt x="4838252" y="6288995"/>
                  <a:pt x="4689678" y="6440241"/>
                </a:cubicBezTo>
                <a:cubicBezTo>
                  <a:pt x="4615724" y="6515503"/>
                  <a:pt x="4545518" y="6594166"/>
                  <a:pt x="4477543" y="6674836"/>
                </a:cubicBezTo>
                <a:lnTo>
                  <a:pt x="4329957" y="6858000"/>
                </a:lnTo>
                <a:lnTo>
                  <a:pt x="4218595" y="6858000"/>
                </a:lnTo>
                <a:lnTo>
                  <a:pt x="4368888" y="6668412"/>
                </a:lnTo>
                <a:cubicBezTo>
                  <a:pt x="4431654" y="6591444"/>
                  <a:pt x="4495926" y="6515754"/>
                  <a:pt x="4563091" y="6442508"/>
                </a:cubicBezTo>
                <a:cubicBezTo>
                  <a:pt x="4810353" y="6173676"/>
                  <a:pt x="5160740" y="5991069"/>
                  <a:pt x="5387324" y="5705830"/>
                </a:cubicBezTo>
                <a:cubicBezTo>
                  <a:pt x="5286064" y="5794177"/>
                  <a:pt x="5178968" y="5876241"/>
                  <a:pt x="5073620" y="5955437"/>
                </a:cubicBezTo>
                <a:cubicBezTo>
                  <a:pt x="4943865" y="6053305"/>
                  <a:pt x="4809130" y="6154627"/>
                  <a:pt x="4689789" y="6268382"/>
                </a:cubicBezTo>
                <a:cubicBezTo>
                  <a:pt x="4591303" y="6361972"/>
                  <a:pt x="4502007" y="6464046"/>
                  <a:pt x="4418722" y="6570886"/>
                </a:cubicBezTo>
                <a:lnTo>
                  <a:pt x="4214944" y="6858000"/>
                </a:lnTo>
                <a:lnTo>
                  <a:pt x="4177898" y="6858000"/>
                </a:lnTo>
                <a:lnTo>
                  <a:pt x="4391597" y="6556370"/>
                </a:lnTo>
                <a:cubicBezTo>
                  <a:pt x="4476641" y="6446900"/>
                  <a:pt x="4567929" y="6342186"/>
                  <a:pt x="4668889" y="6246399"/>
                </a:cubicBezTo>
                <a:cubicBezTo>
                  <a:pt x="4789603" y="6132122"/>
                  <a:pt x="4925227" y="6029827"/>
                  <a:pt x="5055427" y="5931476"/>
                </a:cubicBezTo>
                <a:cubicBezTo>
                  <a:pt x="5161670" y="5851314"/>
                  <a:pt x="5270142" y="5768732"/>
                  <a:pt x="5371814" y="5678975"/>
                </a:cubicBezTo>
                <a:cubicBezTo>
                  <a:pt x="5250056" y="5732278"/>
                  <a:pt x="5117554" y="5761328"/>
                  <a:pt x="4987918" y="5838701"/>
                </a:cubicBezTo>
                <a:cubicBezTo>
                  <a:pt x="4699961" y="6010191"/>
                  <a:pt x="4491898" y="6286162"/>
                  <a:pt x="4317146" y="6587716"/>
                </a:cubicBezTo>
                <a:lnTo>
                  <a:pt x="4171627" y="6858000"/>
                </a:lnTo>
                <a:lnTo>
                  <a:pt x="4081585" y="6858000"/>
                </a:lnTo>
                <a:lnTo>
                  <a:pt x="4238603" y="6559341"/>
                </a:lnTo>
                <a:cubicBezTo>
                  <a:pt x="4385995" y="6299856"/>
                  <a:pt x="4555804" y="6056475"/>
                  <a:pt x="4778333" y="5873626"/>
                </a:cubicBezTo>
                <a:cubicBezTo>
                  <a:pt x="4974935" y="5712072"/>
                  <a:pt x="5214460" y="5703893"/>
                  <a:pt x="5414185" y="5573882"/>
                </a:cubicBezTo>
                <a:cubicBezTo>
                  <a:pt x="5665168" y="5409695"/>
                  <a:pt x="5834734" y="5037780"/>
                  <a:pt x="5959648" y="4760797"/>
                </a:cubicBezTo>
                <a:cubicBezTo>
                  <a:pt x="5758178" y="4742307"/>
                  <a:pt x="5556149" y="4733150"/>
                  <a:pt x="5355019" y="4734672"/>
                </a:cubicBezTo>
                <a:cubicBezTo>
                  <a:pt x="5292258" y="4900655"/>
                  <a:pt x="5203125" y="5047664"/>
                  <a:pt x="5083565" y="5179121"/>
                </a:cubicBezTo>
                <a:cubicBezTo>
                  <a:pt x="5049677" y="5379813"/>
                  <a:pt x="4862890" y="5495797"/>
                  <a:pt x="4713577" y="5616803"/>
                </a:cubicBezTo>
                <a:cubicBezTo>
                  <a:pt x="4481263" y="5805403"/>
                  <a:pt x="4239092" y="5980417"/>
                  <a:pt x="3989559" y="6145945"/>
                </a:cubicBezTo>
                <a:cubicBezTo>
                  <a:pt x="3958721" y="6166743"/>
                  <a:pt x="3915645" y="6091150"/>
                  <a:pt x="3939824" y="6066900"/>
                </a:cubicBezTo>
                <a:cubicBezTo>
                  <a:pt x="4170724" y="5831323"/>
                  <a:pt x="4361787" y="5566131"/>
                  <a:pt x="4584537" y="5324826"/>
                </a:cubicBezTo>
                <a:cubicBezTo>
                  <a:pt x="4710868" y="5187971"/>
                  <a:pt x="4848359" y="5097244"/>
                  <a:pt x="5037105" y="5088765"/>
                </a:cubicBezTo>
                <a:cubicBezTo>
                  <a:pt x="5038033" y="5088728"/>
                  <a:pt x="5039001" y="5089622"/>
                  <a:pt x="5039930" y="5089585"/>
                </a:cubicBezTo>
                <a:cubicBezTo>
                  <a:pt x="5133008" y="4982937"/>
                  <a:pt x="5207480" y="4865387"/>
                  <a:pt x="5263764" y="4735525"/>
                </a:cubicBezTo>
                <a:cubicBezTo>
                  <a:pt x="4867298" y="4743930"/>
                  <a:pt x="4472427" y="4792315"/>
                  <a:pt x="4086300" y="4884599"/>
                </a:cubicBezTo>
                <a:cubicBezTo>
                  <a:pt x="4087456" y="4890142"/>
                  <a:pt x="4087673" y="4895720"/>
                  <a:pt x="4085485" y="4899070"/>
                </a:cubicBezTo>
                <a:cubicBezTo>
                  <a:pt x="4003302" y="5010406"/>
                  <a:pt x="3928312" y="5126573"/>
                  <a:pt x="3871915" y="5253645"/>
                </a:cubicBezTo>
                <a:cubicBezTo>
                  <a:pt x="3845467" y="5314321"/>
                  <a:pt x="3832705" y="5402857"/>
                  <a:pt x="3799374" y="5466127"/>
                </a:cubicBezTo>
                <a:cubicBezTo>
                  <a:pt x="3785138" y="5845399"/>
                  <a:pt x="3675506" y="6277604"/>
                  <a:pt x="3498850" y="6661888"/>
                </a:cubicBezTo>
                <a:lnTo>
                  <a:pt x="3399216" y="6858000"/>
                </a:lnTo>
                <a:lnTo>
                  <a:pt x="3303688" y="6858000"/>
                </a:lnTo>
                <a:lnTo>
                  <a:pt x="3391774" y="6697181"/>
                </a:lnTo>
                <a:cubicBezTo>
                  <a:pt x="3573729" y="6337659"/>
                  <a:pt x="3697480" y="5922895"/>
                  <a:pt x="3735540" y="5546923"/>
                </a:cubicBezTo>
                <a:cubicBezTo>
                  <a:pt x="3733489" y="5553993"/>
                  <a:pt x="3731483" y="5561993"/>
                  <a:pt x="3729438" y="5569058"/>
                </a:cubicBezTo>
                <a:cubicBezTo>
                  <a:pt x="3722922" y="5592607"/>
                  <a:pt x="3715485" y="5616189"/>
                  <a:pt x="3707782" y="5644908"/>
                </a:cubicBezTo>
                <a:cubicBezTo>
                  <a:pt x="3671550" y="5775366"/>
                  <a:pt x="3633159" y="5910098"/>
                  <a:pt x="3583827" y="6039215"/>
                </a:cubicBezTo>
                <a:cubicBezTo>
                  <a:pt x="3571998" y="6069498"/>
                  <a:pt x="3559686" y="6099330"/>
                  <a:pt x="3547861" y="6129609"/>
                </a:cubicBezTo>
                <a:cubicBezTo>
                  <a:pt x="3528366" y="6177894"/>
                  <a:pt x="3507534" y="6227631"/>
                  <a:pt x="3490905" y="6277660"/>
                </a:cubicBezTo>
                <a:cubicBezTo>
                  <a:pt x="3477958" y="6314973"/>
                  <a:pt x="3466463" y="6353624"/>
                  <a:pt x="3455859" y="6391301"/>
                </a:cubicBezTo>
                <a:cubicBezTo>
                  <a:pt x="3447266" y="6420993"/>
                  <a:pt x="3438672" y="6450673"/>
                  <a:pt x="3429112" y="6479469"/>
                </a:cubicBezTo>
                <a:cubicBezTo>
                  <a:pt x="3394330" y="6587977"/>
                  <a:pt x="3348719" y="6693654"/>
                  <a:pt x="3304862" y="6796476"/>
                </a:cubicBezTo>
                <a:lnTo>
                  <a:pt x="3276071" y="6858000"/>
                </a:lnTo>
                <a:lnTo>
                  <a:pt x="3240805" y="6858000"/>
                </a:lnTo>
                <a:lnTo>
                  <a:pt x="3275917" y="6783192"/>
                </a:lnTo>
                <a:cubicBezTo>
                  <a:pt x="3319817" y="6681303"/>
                  <a:pt x="3364982" y="6576108"/>
                  <a:pt x="3399358" y="6469011"/>
                </a:cubicBezTo>
                <a:cubicBezTo>
                  <a:pt x="3408430" y="6439778"/>
                  <a:pt x="3417061" y="6411021"/>
                  <a:pt x="3425650" y="6381333"/>
                </a:cubicBezTo>
                <a:cubicBezTo>
                  <a:pt x="3436256" y="6343653"/>
                  <a:pt x="3448199" y="6304520"/>
                  <a:pt x="3460661" y="6266763"/>
                </a:cubicBezTo>
                <a:cubicBezTo>
                  <a:pt x="3477731" y="6216246"/>
                  <a:pt x="3498530" y="6165579"/>
                  <a:pt x="3518021" y="6117298"/>
                </a:cubicBezTo>
                <a:cubicBezTo>
                  <a:pt x="3530339" y="6087462"/>
                  <a:pt x="3542206" y="6058115"/>
                  <a:pt x="3554035" y="6027832"/>
                </a:cubicBezTo>
                <a:cubicBezTo>
                  <a:pt x="3602956" y="5900128"/>
                  <a:pt x="3640454" y="5766362"/>
                  <a:pt x="3677174" y="5636351"/>
                </a:cubicBezTo>
                <a:cubicBezTo>
                  <a:pt x="3685353" y="5608086"/>
                  <a:pt x="3692308" y="5584047"/>
                  <a:pt x="3698819" y="5560503"/>
                </a:cubicBezTo>
                <a:cubicBezTo>
                  <a:pt x="3699603" y="5556742"/>
                  <a:pt x="3701314" y="5552952"/>
                  <a:pt x="3702094" y="5549194"/>
                </a:cubicBezTo>
                <a:cubicBezTo>
                  <a:pt x="3586407" y="5684227"/>
                  <a:pt x="3491727" y="5855671"/>
                  <a:pt x="3398355" y="6094603"/>
                </a:cubicBezTo>
                <a:cubicBezTo>
                  <a:pt x="3309322" y="6322763"/>
                  <a:pt x="3241029" y="6558474"/>
                  <a:pt x="3193941" y="6798775"/>
                </a:cubicBezTo>
                <a:lnTo>
                  <a:pt x="3184140" y="6858000"/>
                </a:lnTo>
                <a:lnTo>
                  <a:pt x="3099978" y="6858000"/>
                </a:lnTo>
                <a:lnTo>
                  <a:pt x="3101556" y="6843337"/>
                </a:lnTo>
                <a:cubicBezTo>
                  <a:pt x="3144932" y="6479621"/>
                  <a:pt x="3209988" y="6112612"/>
                  <a:pt x="3370162" y="5785550"/>
                </a:cubicBezTo>
                <a:cubicBezTo>
                  <a:pt x="3467073" y="5588398"/>
                  <a:pt x="3627623" y="5538666"/>
                  <a:pt x="3746477" y="5377889"/>
                </a:cubicBezTo>
                <a:cubicBezTo>
                  <a:pt x="3800786" y="5303532"/>
                  <a:pt x="3818424" y="5173820"/>
                  <a:pt x="3863399" y="5087257"/>
                </a:cubicBezTo>
                <a:cubicBezTo>
                  <a:pt x="3894981" y="5026843"/>
                  <a:pt x="3930436" y="4970007"/>
                  <a:pt x="3968712" y="4913989"/>
                </a:cubicBezTo>
                <a:cubicBezTo>
                  <a:pt x="3564505" y="5020029"/>
                  <a:pt x="3170154" y="5174588"/>
                  <a:pt x="2792390" y="5382974"/>
                </a:cubicBezTo>
                <a:lnTo>
                  <a:pt x="2714982" y="5427051"/>
                </a:lnTo>
                <a:cubicBezTo>
                  <a:pt x="2773600" y="5623577"/>
                  <a:pt x="2823261" y="5817201"/>
                  <a:pt x="2813361" y="6023912"/>
                </a:cubicBezTo>
                <a:cubicBezTo>
                  <a:pt x="2800935" y="6283826"/>
                  <a:pt x="2738768" y="6546188"/>
                  <a:pt x="2688430" y="6801564"/>
                </a:cubicBezTo>
                <a:cubicBezTo>
                  <a:pt x="2680286" y="6842403"/>
                  <a:pt x="2633415" y="6776749"/>
                  <a:pt x="2629626" y="6763394"/>
                </a:cubicBezTo>
                <a:cubicBezTo>
                  <a:pt x="2507208" y="6357509"/>
                  <a:pt x="2389664" y="5910450"/>
                  <a:pt x="2565328" y="5516399"/>
                </a:cubicBezTo>
                <a:cubicBezTo>
                  <a:pt x="2340344" y="5655334"/>
                  <a:pt x="2126262" y="5810607"/>
                  <a:pt x="1922999" y="5980343"/>
                </a:cubicBezTo>
                <a:cubicBezTo>
                  <a:pt x="1913735" y="6121357"/>
                  <a:pt x="1951823" y="6270268"/>
                  <a:pt x="1950261" y="6405858"/>
                </a:cubicBezTo>
                <a:cubicBezTo>
                  <a:pt x="2095468" y="6403315"/>
                  <a:pt x="2243415" y="6568324"/>
                  <a:pt x="2365554" y="6759107"/>
                </a:cubicBezTo>
                <a:lnTo>
                  <a:pt x="2424142" y="6858000"/>
                </a:lnTo>
                <a:lnTo>
                  <a:pt x="2395994" y="6858000"/>
                </a:lnTo>
                <a:lnTo>
                  <a:pt x="2392863" y="6852964"/>
                </a:lnTo>
                <a:cubicBezTo>
                  <a:pt x="2286592" y="6697030"/>
                  <a:pt x="2128210" y="6530604"/>
                  <a:pt x="2017589" y="6493982"/>
                </a:cubicBezTo>
                <a:cubicBezTo>
                  <a:pt x="2065428" y="6525607"/>
                  <a:pt x="2108651" y="6558340"/>
                  <a:pt x="2147336" y="6594052"/>
                </a:cubicBezTo>
                <a:cubicBezTo>
                  <a:pt x="2168131" y="6613249"/>
                  <a:pt x="2188032" y="6633414"/>
                  <a:pt x="2207047" y="6654540"/>
                </a:cubicBezTo>
                <a:cubicBezTo>
                  <a:pt x="2240670" y="6691852"/>
                  <a:pt x="2268864" y="6733110"/>
                  <a:pt x="2299106" y="6778931"/>
                </a:cubicBezTo>
                <a:lnTo>
                  <a:pt x="2314430" y="6801144"/>
                </a:lnTo>
                <a:lnTo>
                  <a:pt x="2352406" y="6858000"/>
                </a:lnTo>
                <a:lnTo>
                  <a:pt x="2314492" y="6858000"/>
                </a:lnTo>
                <a:lnTo>
                  <a:pt x="2288095" y="6818030"/>
                </a:lnTo>
                <a:lnTo>
                  <a:pt x="2272768" y="6795822"/>
                </a:lnTo>
                <a:cubicBezTo>
                  <a:pt x="2242565" y="6750921"/>
                  <a:pt x="2214890" y="6711042"/>
                  <a:pt x="2182715" y="6675071"/>
                </a:cubicBezTo>
                <a:cubicBezTo>
                  <a:pt x="2139301" y="6626043"/>
                  <a:pt x="2090046" y="6582375"/>
                  <a:pt x="2032061" y="6541380"/>
                </a:cubicBezTo>
                <a:cubicBezTo>
                  <a:pt x="2113005" y="6632219"/>
                  <a:pt x="2185837" y="6729905"/>
                  <a:pt x="2257220" y="6826257"/>
                </a:cubicBezTo>
                <a:lnTo>
                  <a:pt x="2281324" y="6858000"/>
                </a:lnTo>
                <a:lnTo>
                  <a:pt x="2242860" y="6858000"/>
                </a:lnTo>
                <a:lnTo>
                  <a:pt x="2232818" y="6844926"/>
                </a:lnTo>
                <a:cubicBezTo>
                  <a:pt x="2156524" y="6742256"/>
                  <a:pt x="2077809" y="6637351"/>
                  <a:pt x="1990172" y="6542121"/>
                </a:cubicBezTo>
                <a:cubicBezTo>
                  <a:pt x="2025229" y="6615236"/>
                  <a:pt x="2072239" y="6690202"/>
                  <a:pt x="2124090" y="6761017"/>
                </a:cubicBezTo>
                <a:lnTo>
                  <a:pt x="2200380" y="6858000"/>
                </a:lnTo>
                <a:lnTo>
                  <a:pt x="2147507" y="6858000"/>
                </a:lnTo>
                <a:lnTo>
                  <a:pt x="2070668" y="6761520"/>
                </a:lnTo>
                <a:cubicBezTo>
                  <a:pt x="2050397" y="6732060"/>
                  <a:pt x="1955949" y="6524860"/>
                  <a:pt x="1975142" y="6585570"/>
                </a:cubicBezTo>
                <a:cubicBezTo>
                  <a:pt x="1998651" y="6661010"/>
                  <a:pt x="2025657" y="6736543"/>
                  <a:pt x="2050035" y="6813345"/>
                </a:cubicBezTo>
                <a:lnTo>
                  <a:pt x="2063025" y="6858000"/>
                </a:lnTo>
                <a:lnTo>
                  <a:pt x="2021675" y="6858000"/>
                </a:lnTo>
                <a:lnTo>
                  <a:pt x="2019308" y="6847118"/>
                </a:lnTo>
                <a:cubicBezTo>
                  <a:pt x="1994223" y="6748278"/>
                  <a:pt x="1963999" y="6650518"/>
                  <a:pt x="1938835" y="6551160"/>
                </a:cubicBezTo>
                <a:cubicBezTo>
                  <a:pt x="1929908" y="6619047"/>
                  <a:pt x="1941143" y="6690322"/>
                  <a:pt x="1953230" y="6759699"/>
                </a:cubicBezTo>
                <a:lnTo>
                  <a:pt x="1956763" y="6778191"/>
                </a:lnTo>
                <a:lnTo>
                  <a:pt x="1967925" y="6858000"/>
                </a:lnTo>
                <a:lnTo>
                  <a:pt x="1936622" y="6858000"/>
                </a:lnTo>
                <a:lnTo>
                  <a:pt x="1926261" y="6784064"/>
                </a:lnTo>
                <a:lnTo>
                  <a:pt x="1922724" y="6765577"/>
                </a:lnTo>
                <a:cubicBezTo>
                  <a:pt x="1915473" y="6723948"/>
                  <a:pt x="1907737" y="6681875"/>
                  <a:pt x="1904650" y="6639616"/>
                </a:cubicBezTo>
                <a:lnTo>
                  <a:pt x="1885273" y="6858000"/>
                </a:lnTo>
                <a:lnTo>
                  <a:pt x="1854363" y="6858000"/>
                </a:lnTo>
                <a:lnTo>
                  <a:pt x="1880391" y="6603796"/>
                </a:lnTo>
                <a:cubicBezTo>
                  <a:pt x="1857032" y="6636864"/>
                  <a:pt x="1833268" y="6671346"/>
                  <a:pt x="1818273" y="6715729"/>
                </a:cubicBezTo>
                <a:cubicBezTo>
                  <a:pt x="1804852" y="6755735"/>
                  <a:pt x="1797634" y="6798725"/>
                  <a:pt x="1794691" y="6843239"/>
                </a:cubicBezTo>
                <a:cubicBezTo>
                  <a:pt x="1794765" y="6848159"/>
                  <a:pt x="1794840" y="6853080"/>
                  <a:pt x="1794914" y="6858000"/>
                </a:cubicBezTo>
                <a:lnTo>
                  <a:pt x="1746128" y="6858000"/>
                </a:lnTo>
                <a:lnTo>
                  <a:pt x="1753934" y="6724796"/>
                </a:lnTo>
                <a:cubicBezTo>
                  <a:pt x="1761216" y="6674140"/>
                  <a:pt x="1773366" y="6623443"/>
                  <a:pt x="1792053" y="6572396"/>
                </a:cubicBezTo>
                <a:cubicBezTo>
                  <a:pt x="1831929" y="6463223"/>
                  <a:pt x="1865036" y="6394363"/>
                  <a:pt x="1862248" y="6266397"/>
                </a:cubicBezTo>
                <a:cubicBezTo>
                  <a:pt x="1860953" y="6187277"/>
                  <a:pt x="1859762" y="6110946"/>
                  <a:pt x="1862250" y="6033531"/>
                </a:cubicBezTo>
                <a:cubicBezTo>
                  <a:pt x="1629459" y="6233327"/>
                  <a:pt x="1412286" y="6451119"/>
                  <a:pt x="1211999" y="6683610"/>
                </a:cubicBezTo>
                <a:cubicBezTo>
                  <a:pt x="1212594" y="6686848"/>
                  <a:pt x="1213637" y="6689601"/>
                  <a:pt x="1213266" y="6691947"/>
                </a:cubicBezTo>
                <a:cubicBezTo>
                  <a:pt x="1207239" y="6745048"/>
                  <a:pt x="1203941" y="6797982"/>
                  <a:pt x="1203370" y="6850676"/>
                </a:cubicBezTo>
                <a:cubicBezTo>
                  <a:pt x="1203470" y="6853117"/>
                  <a:pt x="1203571" y="6855559"/>
                  <a:pt x="1203671" y="6858000"/>
                </a:cubicBezTo>
                <a:lnTo>
                  <a:pt x="1143180" y="6858000"/>
                </a:lnTo>
                <a:cubicBezTo>
                  <a:pt x="1142845" y="6827348"/>
                  <a:pt x="1142511" y="6796697"/>
                  <a:pt x="1142176" y="6766045"/>
                </a:cubicBezTo>
                <a:lnTo>
                  <a:pt x="1067484" y="6858000"/>
                </a:lnTo>
                <a:lnTo>
                  <a:pt x="953928" y="6858000"/>
                </a:lnTo>
                <a:lnTo>
                  <a:pt x="959715" y="6850185"/>
                </a:lnTo>
                <a:cubicBezTo>
                  <a:pt x="1122351" y="6642955"/>
                  <a:pt x="1297493" y="6445464"/>
                  <a:pt x="1483788" y="6259174"/>
                </a:cubicBezTo>
                <a:cubicBezTo>
                  <a:pt x="1354519" y="6252700"/>
                  <a:pt x="1219786" y="6272526"/>
                  <a:pt x="1100671" y="6252137"/>
                </a:cubicBezTo>
                <a:cubicBezTo>
                  <a:pt x="1097473" y="6253667"/>
                  <a:pt x="1093344" y="6255226"/>
                  <a:pt x="1090144" y="6256748"/>
                </a:cubicBezTo>
                <a:cubicBezTo>
                  <a:pt x="1093160" y="6262221"/>
                  <a:pt x="1095726" y="6268172"/>
                  <a:pt x="1095872" y="6271892"/>
                </a:cubicBezTo>
                <a:cubicBezTo>
                  <a:pt x="1117034" y="6614754"/>
                  <a:pt x="501310" y="6765589"/>
                  <a:pt x="262785" y="6845450"/>
                </a:cubicBezTo>
                <a:cubicBezTo>
                  <a:pt x="240730" y="6852851"/>
                  <a:pt x="197167" y="6788461"/>
                  <a:pt x="209968" y="6770713"/>
                </a:cubicBezTo>
                <a:cubicBezTo>
                  <a:pt x="383281" y="6527661"/>
                  <a:pt x="615742" y="6377713"/>
                  <a:pt x="873460" y="6253768"/>
                </a:cubicBezTo>
                <a:cubicBezTo>
                  <a:pt x="626943" y="6191900"/>
                  <a:pt x="365733" y="5960633"/>
                  <a:pt x="192686" y="5849257"/>
                </a:cubicBezTo>
                <a:cubicBezTo>
                  <a:pt x="116185" y="5799690"/>
                  <a:pt x="52073" y="5754165"/>
                  <a:pt x="4696" y="5697668"/>
                </a:cubicBezTo>
                <a:lnTo>
                  <a:pt x="0" y="5689984"/>
                </a:lnTo>
                <a:lnTo>
                  <a:pt x="0" y="5513472"/>
                </a:lnTo>
                <a:lnTo>
                  <a:pt x="174101" y="5620277"/>
                </a:lnTo>
                <a:cubicBezTo>
                  <a:pt x="413334" y="5759164"/>
                  <a:pt x="660435" y="5885160"/>
                  <a:pt x="891800" y="6036935"/>
                </a:cubicBezTo>
                <a:cubicBezTo>
                  <a:pt x="944884" y="6071606"/>
                  <a:pt x="1012106" y="6145300"/>
                  <a:pt x="1072219" y="6169443"/>
                </a:cubicBezTo>
                <a:cubicBezTo>
                  <a:pt x="1072700" y="6169886"/>
                  <a:pt x="1073629" y="6169850"/>
                  <a:pt x="1074117" y="6170301"/>
                </a:cubicBezTo>
                <a:cubicBezTo>
                  <a:pt x="1077423" y="6171567"/>
                  <a:pt x="1080285" y="6173315"/>
                  <a:pt x="1083114" y="6174131"/>
                </a:cubicBezTo>
                <a:cubicBezTo>
                  <a:pt x="1205686" y="6211148"/>
                  <a:pt x="1403553" y="6162717"/>
                  <a:pt x="1543010" y="6191140"/>
                </a:cubicBezTo>
                <a:cubicBezTo>
                  <a:pt x="1545352" y="6191516"/>
                  <a:pt x="1548218" y="6193258"/>
                  <a:pt x="1551080" y="6195006"/>
                </a:cubicBezTo>
                <a:cubicBezTo>
                  <a:pt x="1796784" y="5956970"/>
                  <a:pt x="2061981" y="5740521"/>
                  <a:pt x="2345443" y="5549882"/>
                </a:cubicBezTo>
                <a:cubicBezTo>
                  <a:pt x="2141371" y="5547786"/>
                  <a:pt x="1930334" y="5604666"/>
                  <a:pt x="1721499" y="5599969"/>
                </a:cubicBezTo>
                <a:cubicBezTo>
                  <a:pt x="1398951" y="5593309"/>
                  <a:pt x="1081337" y="5547329"/>
                  <a:pt x="767716" y="5472768"/>
                </a:cubicBezTo>
                <a:cubicBezTo>
                  <a:pt x="753133" y="5469162"/>
                  <a:pt x="700946" y="5398599"/>
                  <a:pt x="722147" y="5393091"/>
                </a:cubicBezTo>
                <a:cubicBezTo>
                  <a:pt x="968781" y="5329673"/>
                  <a:pt x="1232259" y="5326588"/>
                  <a:pt x="1485552" y="5313202"/>
                </a:cubicBezTo>
                <a:cubicBezTo>
                  <a:pt x="1722589" y="5300930"/>
                  <a:pt x="1934026" y="5312502"/>
                  <a:pt x="2143004" y="5402420"/>
                </a:cubicBezTo>
                <a:cubicBezTo>
                  <a:pt x="2072259" y="5321879"/>
                  <a:pt x="2001915" y="5239927"/>
                  <a:pt x="1933391" y="5156971"/>
                </a:cubicBezTo>
                <a:cubicBezTo>
                  <a:pt x="1884964" y="5098829"/>
                  <a:pt x="1830279" y="5047453"/>
                  <a:pt x="1827118" y="4968410"/>
                </a:cubicBezTo>
                <a:cubicBezTo>
                  <a:pt x="1826899" y="4962830"/>
                  <a:pt x="1831287" y="4956131"/>
                  <a:pt x="1837349" y="4956357"/>
                </a:cubicBezTo>
                <a:cubicBezTo>
                  <a:pt x="1954786" y="4958180"/>
                  <a:pt x="2095955" y="5099243"/>
                  <a:pt x="2162835" y="5187853"/>
                </a:cubicBezTo>
                <a:cubicBezTo>
                  <a:pt x="2223806" y="5268314"/>
                  <a:pt x="2261117" y="5362764"/>
                  <a:pt x="2257167" y="5462123"/>
                </a:cubicBezTo>
                <a:cubicBezTo>
                  <a:pt x="2258619" y="5463463"/>
                  <a:pt x="2260110" y="5465731"/>
                  <a:pt x="2261598" y="5467998"/>
                </a:cubicBezTo>
                <a:cubicBezTo>
                  <a:pt x="2319293" y="5466627"/>
                  <a:pt x="2377620" y="5469418"/>
                  <a:pt x="2437177" y="5479608"/>
                </a:cubicBezTo>
                <a:cubicBezTo>
                  <a:pt x="2440002" y="5480429"/>
                  <a:pt x="2442387" y="5481726"/>
                  <a:pt x="2445247" y="5483476"/>
                </a:cubicBezTo>
                <a:cubicBezTo>
                  <a:pt x="2542410" y="5420910"/>
                  <a:pt x="2642483" y="5361023"/>
                  <a:pt x="2743626" y="5304819"/>
                </a:cubicBezTo>
                <a:cubicBezTo>
                  <a:pt x="2843877" y="5249576"/>
                  <a:pt x="2945694" y="5198471"/>
                  <a:pt x="3048102" y="5150595"/>
                </a:cubicBezTo>
                <a:cubicBezTo>
                  <a:pt x="2585795" y="5154639"/>
                  <a:pt x="2153807" y="4996795"/>
                  <a:pt x="1799414" y="4694732"/>
                </a:cubicBezTo>
                <a:cubicBezTo>
                  <a:pt x="1791709" y="4688523"/>
                  <a:pt x="1742423" y="4620635"/>
                  <a:pt x="1771735" y="4619929"/>
                </a:cubicBezTo>
                <a:cubicBezTo>
                  <a:pt x="2256142" y="4609405"/>
                  <a:pt x="2784409" y="4670721"/>
                  <a:pt x="3104273" y="5076159"/>
                </a:cubicBezTo>
                <a:cubicBezTo>
                  <a:pt x="3108183" y="5080663"/>
                  <a:pt x="3110711" y="5085686"/>
                  <a:pt x="3113245" y="5090705"/>
                </a:cubicBezTo>
                <a:cubicBezTo>
                  <a:pt x="3118189" y="5097958"/>
                  <a:pt x="3122727" y="5106622"/>
                  <a:pt x="3126294" y="5114400"/>
                </a:cubicBezTo>
                <a:cubicBezTo>
                  <a:pt x="3390302" y="4996262"/>
                  <a:pt x="3661785" y="4902036"/>
                  <a:pt x="3937433" y="4830473"/>
                </a:cubicBezTo>
                <a:cubicBezTo>
                  <a:pt x="3836176" y="4732523"/>
                  <a:pt x="3721785" y="4620668"/>
                  <a:pt x="3590475" y="4597974"/>
                </a:cubicBezTo>
                <a:cubicBezTo>
                  <a:pt x="3435249" y="4571111"/>
                  <a:pt x="3264279" y="4616605"/>
                  <a:pt x="3100264" y="4579845"/>
                </a:cubicBezTo>
                <a:cubicBezTo>
                  <a:pt x="2787310" y="4510393"/>
                  <a:pt x="2468738" y="4370372"/>
                  <a:pt x="2183576" y="4227150"/>
                </a:cubicBezTo>
                <a:cubicBezTo>
                  <a:pt x="2170260" y="4220226"/>
                  <a:pt x="2115765" y="4150220"/>
                  <a:pt x="2151029" y="4146947"/>
                </a:cubicBezTo>
                <a:cubicBezTo>
                  <a:pt x="2677991" y="4094203"/>
                  <a:pt x="3159089" y="4117356"/>
                  <a:pt x="3563434" y="4469115"/>
                </a:cubicBezTo>
                <a:lnTo>
                  <a:pt x="3177952" y="3657386"/>
                </a:lnTo>
                <a:cubicBezTo>
                  <a:pt x="3171337" y="3643210"/>
                  <a:pt x="3161442" y="3605414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646545" y="4229668"/>
                  <a:pt x="3658964" y="4353983"/>
                  <a:pt x="3626636" y="4512230"/>
                </a:cubicBezTo>
                <a:cubicBezTo>
                  <a:pt x="3635603" y="4515129"/>
                  <a:pt x="3644081" y="4517586"/>
                  <a:pt x="3653088" y="4521417"/>
                </a:cubicBezTo>
                <a:cubicBezTo>
                  <a:pt x="3765052" y="4572828"/>
                  <a:pt x="3892199" y="4724230"/>
                  <a:pt x="3988128" y="4817267"/>
                </a:cubicBezTo>
                <a:cubicBezTo>
                  <a:pt x="4265269" y="4747971"/>
                  <a:pt x="4547054" y="4701774"/>
                  <a:pt x="4830582" y="4676000"/>
                </a:cubicBezTo>
                <a:lnTo>
                  <a:pt x="4830100" y="4675554"/>
                </a:lnTo>
                <a:cubicBezTo>
                  <a:pt x="4727027" y="4369030"/>
                  <a:pt x="4271973" y="4333199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5134" y="3515099"/>
                  <a:pt x="3391592" y="3444385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97168" y="4091520"/>
                  <a:pt x="4760991" y="4228417"/>
                  <a:pt x="4781371" y="4458604"/>
                </a:cubicBezTo>
                <a:cubicBezTo>
                  <a:pt x="4781562" y="4463257"/>
                  <a:pt x="4780772" y="4467014"/>
                  <a:pt x="4780440" y="4470290"/>
                </a:cubicBezTo>
                <a:cubicBezTo>
                  <a:pt x="4830364" y="4519056"/>
                  <a:pt x="4870983" y="4579844"/>
                  <a:pt x="4898954" y="4662092"/>
                </a:cubicBezTo>
                <a:cubicBezTo>
                  <a:pt x="4900480" y="4665288"/>
                  <a:pt x="4900107" y="4667630"/>
                  <a:pt x="4900699" y="4670867"/>
                </a:cubicBezTo>
                <a:cubicBezTo>
                  <a:pt x="5170915" y="4649815"/>
                  <a:pt x="5442360" y="4647817"/>
                  <a:pt x="5714511" y="4663483"/>
                </a:cubicBezTo>
                <a:cubicBezTo>
                  <a:pt x="5651495" y="4555157"/>
                  <a:pt x="5582088" y="4449879"/>
                  <a:pt x="5464793" y="4393556"/>
                </a:cubicBezTo>
                <a:cubicBezTo>
                  <a:pt x="5463384" y="4393148"/>
                  <a:pt x="5462860" y="4391770"/>
                  <a:pt x="5461897" y="4390879"/>
                </a:cubicBezTo>
                <a:cubicBezTo>
                  <a:pt x="4970387" y="4293633"/>
                  <a:pt x="4556299" y="367493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cubicBezTo>
                  <a:pt x="5763687" y="2828007"/>
                  <a:pt x="5764331" y="2813808"/>
                  <a:pt x="5764974" y="2799609"/>
                </a:cubicBez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lnTo>
                  <a:pt x="2399523" y="1428234"/>
                </a:ln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lnTo>
                  <a:pt x="278707" y="1352270"/>
                </a:ln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lnTo>
                  <a:pt x="655236" y="1268632"/>
                </a:ln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lnTo>
                  <a:pt x="6605473" y="1184686"/>
                </a:ln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lnTo>
                  <a:pt x="4000324" y="1039362"/>
                </a:lnTo>
                <a:lnTo>
                  <a:pt x="4002862" y="1042866"/>
                </a:ln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278852" y="4250311"/>
                  <a:pt x="915356" y="4600566"/>
                  <a:pt x="542867" y="4944092"/>
                </a:cubicBezTo>
                <a:cubicBezTo>
                  <a:pt x="521291" y="4964055"/>
                  <a:pt x="503482" y="4879596"/>
                  <a:pt x="515800" y="4862180"/>
                </a:cubicBezTo>
                <a:cubicBezTo>
                  <a:pt x="664236" y="4650055"/>
                  <a:pt x="747224" y="4402666"/>
                  <a:pt x="909145" y="4199225"/>
                </a:cubicBez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458381" y="4190213"/>
                  <a:pt x="284593" y="4292005"/>
                  <a:pt x="112563" y="4396952"/>
                </a:cubicBezTo>
                <a:lnTo>
                  <a:pt x="0" y="4466006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lnTo>
                  <a:pt x="5460148" y="911442"/>
                </a:ln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lnTo>
                  <a:pt x="5208466" y="257550"/>
                </a:ln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lnTo>
                  <a:pt x="5261015" y="227087"/>
                </a:ln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lnTo>
                  <a:pt x="6537433" y="1907790"/>
                </a:ln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lnTo>
                  <a:pt x="3882765" y="0"/>
                </a:ln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lnTo>
                  <a:pt x="3721337" y="0"/>
                </a:ln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lnTo>
                  <a:pt x="2867960" y="0"/>
                </a:ln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lnTo>
                  <a:pt x="1057230" y="0"/>
                </a:ln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lnTo>
                  <a:pt x="43151" y="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990600"/>
            <a:ext cx="11277600" cy="48768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670933-EF61-30D4-65DC-381F8288C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676400"/>
            <a:ext cx="3810000" cy="3505200"/>
          </a:xfrm>
        </p:spPr>
        <p:txBody>
          <a:bodyPr anchor="t">
            <a:normAutofit/>
          </a:bodyPr>
          <a:lstStyle/>
          <a:p>
            <a:r>
              <a:rPr lang="fr-FR" sz="4000"/>
              <a:t>Thanks for your Attention!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C209F6-EA26-D501-DC4C-9B5B519586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4" y="1676400"/>
            <a:ext cx="5638796" cy="3505200"/>
          </a:xfrm>
        </p:spPr>
        <p:txBody>
          <a:bodyPr>
            <a:normAutofit/>
          </a:bodyPr>
          <a:lstStyle/>
          <a:p>
            <a:r>
              <a:rPr lang="fr-FR" sz="2400" dirty="0" err="1">
                <a:solidFill>
                  <a:schemeClr val="tx1">
                    <a:alpha val="55000"/>
                  </a:schemeClr>
                </a:solidFill>
              </a:rPr>
              <a:t>Special</a:t>
            </a:r>
            <a:r>
              <a:rPr lang="fr-FR" sz="2400" dirty="0">
                <a:solidFill>
                  <a:schemeClr val="tx1">
                    <a:alpha val="55000"/>
                  </a:schemeClr>
                </a:solidFill>
              </a:rPr>
              <a:t> </a:t>
            </a:r>
            <a:r>
              <a:rPr lang="fr-FR" sz="2400" dirty="0" err="1">
                <a:solidFill>
                  <a:schemeClr val="tx1">
                    <a:alpha val="55000"/>
                  </a:schemeClr>
                </a:solidFill>
              </a:rPr>
              <a:t>Thanks</a:t>
            </a:r>
            <a:r>
              <a:rPr lang="fr-FR" sz="2400" dirty="0">
                <a:solidFill>
                  <a:schemeClr val="tx1">
                    <a:alpha val="55000"/>
                  </a:schemeClr>
                </a:solidFill>
              </a:rPr>
              <a:t> to Theo </a:t>
            </a:r>
            <a:r>
              <a:rPr lang="fr-FR" sz="2400" dirty="0" err="1">
                <a:solidFill>
                  <a:schemeClr val="tx1">
                    <a:alpha val="55000"/>
                  </a:schemeClr>
                </a:solidFill>
              </a:rPr>
              <a:t>Perochon</a:t>
            </a:r>
            <a:r>
              <a:rPr lang="fr-FR" sz="2400" dirty="0">
                <a:solidFill>
                  <a:schemeClr val="tx1">
                    <a:alpha val="55000"/>
                  </a:schemeClr>
                </a:solidFill>
              </a:rPr>
              <a:t> , Jing Liu and Matteo </a:t>
            </a:r>
            <a:r>
              <a:rPr lang="fr-FR" sz="2400" dirty="0" err="1">
                <a:solidFill>
                  <a:schemeClr val="tx1">
                    <a:alpha val="55000"/>
                  </a:schemeClr>
                </a:solidFill>
              </a:rPr>
              <a:t>Cesaronni</a:t>
            </a:r>
            <a:r>
              <a:rPr lang="fr-FR" sz="2400" dirty="0">
                <a:solidFill>
                  <a:schemeClr val="tx1">
                    <a:alpha val="55000"/>
                  </a:schemeClr>
                </a:solidFill>
              </a:rPr>
              <a:t> and All of </a:t>
            </a:r>
            <a:r>
              <a:rPr lang="fr-FR" sz="2400" dirty="0" err="1">
                <a:solidFill>
                  <a:schemeClr val="tx1">
                    <a:alpha val="55000"/>
                  </a:schemeClr>
                </a:solidFill>
              </a:rPr>
              <a:t>my</a:t>
            </a:r>
            <a:r>
              <a:rPr lang="fr-FR" sz="2400" dirty="0">
                <a:solidFill>
                  <a:schemeClr val="tx1">
                    <a:alpha val="55000"/>
                  </a:schemeClr>
                </a:solidFill>
              </a:rPr>
              <a:t> </a:t>
            </a:r>
            <a:r>
              <a:rPr lang="fr-FR" sz="2400" dirty="0" err="1">
                <a:solidFill>
                  <a:schemeClr val="tx1">
                    <a:alpha val="55000"/>
                  </a:schemeClr>
                </a:solidFill>
              </a:rPr>
              <a:t>teammates</a:t>
            </a:r>
            <a:r>
              <a:rPr lang="fr-FR" sz="2400" dirty="0">
                <a:solidFill>
                  <a:schemeClr val="tx1">
                    <a:alpha val="55000"/>
                  </a:schemeClr>
                </a:solidFill>
              </a:rPr>
              <a:t> </a:t>
            </a:r>
            <a:r>
              <a:rPr lang="fr-FR" sz="2400" dirty="0" err="1">
                <a:solidFill>
                  <a:schemeClr val="tx1">
                    <a:alpha val="55000"/>
                  </a:schemeClr>
                </a:solidFill>
              </a:rPr>
              <a:t>that</a:t>
            </a:r>
            <a:r>
              <a:rPr lang="fr-FR" sz="2400" dirty="0">
                <a:solidFill>
                  <a:schemeClr val="tx1">
                    <a:alpha val="55000"/>
                  </a:schemeClr>
                </a:solidFill>
              </a:rPr>
              <a:t> </a:t>
            </a:r>
            <a:r>
              <a:rPr lang="fr-FR" sz="2400" dirty="0" err="1">
                <a:solidFill>
                  <a:schemeClr val="tx1">
                    <a:alpha val="55000"/>
                  </a:schemeClr>
                </a:solidFill>
              </a:rPr>
              <a:t>share</a:t>
            </a:r>
            <a:r>
              <a:rPr lang="fr-FR" sz="2400" dirty="0">
                <a:solidFill>
                  <a:schemeClr val="tx1">
                    <a:alpha val="55000"/>
                  </a:schemeClr>
                </a:solidFill>
              </a:rPr>
              <a:t> a lot of time </a:t>
            </a:r>
            <a:r>
              <a:rPr lang="fr-FR" sz="2400" dirty="0" err="1">
                <a:solidFill>
                  <a:schemeClr val="tx1">
                    <a:alpha val="55000"/>
                  </a:schemeClr>
                </a:solidFill>
              </a:rPr>
              <a:t>together</a:t>
            </a:r>
            <a:r>
              <a:rPr lang="fr-FR" sz="2400" dirty="0">
                <a:solidFill>
                  <a:schemeClr val="tx1">
                    <a:alpha val="55000"/>
                  </a:schemeClr>
                </a:solidFill>
              </a:rPr>
              <a:t> and </a:t>
            </a:r>
            <a:r>
              <a:rPr lang="fr-FR" sz="2400" dirty="0" err="1">
                <a:solidFill>
                  <a:schemeClr val="tx1">
                    <a:alpha val="55000"/>
                  </a:schemeClr>
                </a:solidFill>
              </a:rPr>
              <a:t>learn</a:t>
            </a:r>
            <a:r>
              <a:rPr lang="fr-FR" sz="2400" dirty="0">
                <a:solidFill>
                  <a:schemeClr val="tx1">
                    <a:alpha val="55000"/>
                  </a:schemeClr>
                </a:solidFill>
              </a:rPr>
              <a:t> a lot </a:t>
            </a:r>
            <a:r>
              <a:rPr lang="fr-FR" sz="2400" dirty="0" err="1">
                <a:solidFill>
                  <a:schemeClr val="tx1">
                    <a:alpha val="55000"/>
                  </a:schemeClr>
                </a:solidFill>
              </a:rPr>
              <a:t>from</a:t>
            </a:r>
            <a:r>
              <a:rPr lang="fr-FR" sz="2400" dirty="0">
                <a:solidFill>
                  <a:schemeClr val="tx1">
                    <a:alpha val="55000"/>
                  </a:schemeClr>
                </a:solidFill>
              </a:rPr>
              <a:t> </a:t>
            </a:r>
            <a:r>
              <a:rPr lang="fr-FR" sz="2400" dirty="0" err="1">
                <a:solidFill>
                  <a:schemeClr val="tx1">
                    <a:alpha val="55000"/>
                  </a:schemeClr>
                </a:solidFill>
              </a:rPr>
              <a:t>them</a:t>
            </a:r>
            <a:r>
              <a:rPr lang="fr-FR" sz="2400" dirty="0">
                <a:solidFill>
                  <a:schemeClr val="tx1">
                    <a:alpha val="55000"/>
                  </a:schemeClr>
                </a:solidFill>
              </a:rPr>
              <a:t> </a:t>
            </a:r>
            <a:r>
              <a:rPr lang="fr-FR" sz="2400" dirty="0">
                <a:solidFill>
                  <a:schemeClr val="tx1">
                    <a:alpha val="55000"/>
                  </a:schemeClr>
                </a:solidFill>
                <a:sym typeface="Wingdings" panose="05000000000000000000" pitchFamily="2" charset="2"/>
              </a:rPr>
              <a:t></a:t>
            </a:r>
            <a:endParaRPr lang="fr-FR" sz="2400" dirty="0">
              <a:solidFill>
                <a:schemeClr val="tx1">
                  <a:alpha val="5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9175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9e3dcb88-8425-4e1d-b1a3-bd5572915bbc}" enabled="1" method="Privileged" siteId="{aca3c8d6-aa71-4e1a-a10e-03572fc58c0b}" contentBits="1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1130</Words>
  <Application>Microsoft Office PowerPoint</Application>
  <PresentationFormat>Widescreen</PresentationFormat>
  <Paragraphs>178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0" baseType="lpstr">
      <vt:lpstr>Aharoni</vt:lpstr>
      <vt:lpstr>Aptos</vt:lpstr>
      <vt:lpstr>Aptos Display</vt:lpstr>
      <vt:lpstr>Arial</vt:lpstr>
      <vt:lpstr>Arial Unicode MS</vt:lpstr>
      <vt:lpstr>Calibri</vt:lpstr>
      <vt:lpstr>Consolas</vt:lpstr>
      <vt:lpstr>Wingdings</vt:lpstr>
      <vt:lpstr>Office Theme</vt:lpstr>
      <vt:lpstr>Adaptation and Extension of DeepCellMap to the ImmuCAN Dataset </vt:lpstr>
      <vt:lpstr>What is DeepCellMap? DeepCellMap is an open-source tool to  Investigate the spatial distribution of cells in digital pathology and extract organizational patterns,</vt:lpstr>
      <vt:lpstr>What is IMMUCAN Dataset?  IMMUCAN is a large immuno-oncology project analyzing immune–cancer interactions using samples from ~3,000 patients across several cancer types (colorectal, lung, head &amp; neck, breast, gastric, renal).</vt:lpstr>
      <vt:lpstr>Project Motivation</vt:lpstr>
      <vt:lpstr>Project’s Goals</vt:lpstr>
      <vt:lpstr>Overview of Contributions</vt:lpstr>
      <vt:lpstr>Image displaying by channel 8 of Qptiff by Tifffile library Python             Original Image of BC1, IF1, 1140 with Qupqth</vt:lpstr>
      <vt:lpstr>Data Preparation Pipeline </vt:lpstr>
      <vt:lpstr>QPTIFF Loading</vt:lpstr>
      <vt:lpstr>Creating Tissue Masks </vt:lpstr>
      <vt:lpstr>Table Cells Extraction</vt:lpstr>
      <vt:lpstr>Cell Mask Generation </vt:lpstr>
      <vt:lpstr>PowerPoint Presentation</vt:lpstr>
      <vt:lpstr>ROI &amp; Border System</vt:lpstr>
      <vt:lpstr>Full Pipeline</vt:lpstr>
      <vt:lpstr>Colocalisation Analysis</vt:lpstr>
      <vt:lpstr>DBSCAN Spatial Analysis </vt:lpstr>
      <vt:lpstr>Slide-Level Statistics</vt:lpstr>
      <vt:lpstr>Summary of Achievements</vt:lpstr>
      <vt:lpstr>Conclusion and Future work</vt:lpstr>
      <vt:lpstr>Thanks for your Attention!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Ahmadi, Ali /FR</dc:creator>
  <cp:lastModifiedBy>Ahmadi, Ali /FR</cp:lastModifiedBy>
  <cp:revision>7</cp:revision>
  <dcterms:created xsi:type="dcterms:W3CDTF">2025-11-26T09:55:33Z</dcterms:created>
  <dcterms:modified xsi:type="dcterms:W3CDTF">2025-11-27T08:57:45Z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HeaderLocations">
    <vt:lpwstr>Office Theme:8</vt:lpwstr>
  </property>
  <property fmtid="{D5CDD505-2E9C-101B-9397-08002B2CF9AE}" pid="3" name="ClassificationContentMarkingHeaderText">
    <vt:lpwstr>Internal</vt:lpwstr>
  </property>
</Properties>
</file>